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4.xml" ContentType="application/vnd.openxmlformats-officedocument.presentationml.notesSlide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notesSlides/notesSlide5.xml" ContentType="application/vnd.openxmlformats-officedocument.presentationml.notesSlide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notesSlides/notesSlide6.xml" ContentType="application/vnd.openxmlformats-officedocument.presentationml.notesSlide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notesSlides/notesSlide7.xml" ContentType="application/vnd.openxmlformats-officedocument.presentationml.notesSlide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notesSlides/notesSlide8.xml" ContentType="application/vnd.openxmlformats-officedocument.presentationml.notesSlide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0" r:id="rId2"/>
    <p:sldId id="256" r:id="rId3"/>
    <p:sldId id="257" r:id="rId4"/>
    <p:sldId id="258" r:id="rId5"/>
    <p:sldId id="259" r:id="rId6"/>
    <p:sldId id="260" r:id="rId7"/>
    <p:sldId id="281" r:id="rId8"/>
    <p:sldId id="261" r:id="rId9"/>
    <p:sldId id="27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9" r:id="rId25"/>
    <p:sldId id="276" r:id="rId26"/>
    <p:sldId id="277" r:id="rId27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329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0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24575,'0'562'0,"0"-552"0,0 0 0,1-1 0,1 1 0,0-1 0,4 15 0,5-67 0,-7 6 0,-1 0 0,-1-1 0,-7-73 0,-29-110 0,32 213 0,-1-6 0,1-2 0,0 1 0,1 0 0,1 0 0,2-30 0,-2 45 0,0 0 0,1-1 0,-1 1 0,0 0 0,0 0 0,0-1 0,0 1 0,0 0 0,0 0 0,0 0 0,0-1 0,1 1 0,-1 0 0,0 0 0,0-1 0,0 1 0,0 0 0,1 0 0,-1 0 0,0 0 0,0-1 0,0 1 0,1 0 0,-1 0 0,0 0 0,0 0 0,1 0 0,-1 0 0,0 0 0,0 0 0,1 0 0,-1 0 0,1 0 0,10 3 0,8 12 0,63 65 0,2 3 0,119 79 0,-58-48 0,-144-114 0,0 1 0,0-1 0,-1 1 0,1-1 0,0 1 0,-1-1 0,1 1 0,0 0 0,-1-1 0,1 1 0,-1 0 0,1-1 0,-1 1 0,0 0 0,1 0 0,-1 0 0,0-1 0,1 2 0,-1-2 0,-1 1 0,1-1 0,-1 0 0,1 0 0,0 1 0,-1-1 0,1 0 0,-1 0 0,1 0 0,0 0 0,-1 1 0,1-1 0,-1 0 0,1 0 0,-1 0 0,1 0 0,-1 0 0,1 0 0,-1 0 0,1-1 0,0 1 0,-1 0 0,0 0 0,-34-10 0,10 0 0,-15-6 0,-72-18 0,99 31 0,0 1 0,1 0 0,-1 1 0,0 0 0,0 1 0,0 1 0,0 0 0,1 0 0,-1 1 0,-16 6 0,16-3-1365,4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0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24575,'2'5'0,"-1"1"0,1-1 0,0 1 0,0-1 0,0 0 0,1 0 0,5 10 0,-3-8 0,5 12 0,2 0 0,0 0 0,1-1 0,1-1 0,31 31 0,-44-47 0,0 0 0,0 0 0,1 0 0,-1 0 0,0 0 0,1 0 0,-1-1 0,1 1 0,-1 0 0,1-1 0,-1 1 0,1-1 0,-1 0 0,1 1 0,-1-1 0,1 0 0,-1 0 0,1 0 0,0 0 0,-1 0 0,1 0 0,-1 0 0,1-1 0,0 1 0,-1-1 0,3 0 0,-2 0 0,-1-1 0,1 1 0,0-1 0,0 0 0,0 1 0,-1-1 0,1 0 0,-1 0 0,0 0 0,1 0 0,-1 0 0,0-1 0,0 1 0,0 0 0,-1 0 0,2-5 0,3-17 0,-1-1 0,1-26 0,-3 26 0,-2 24 0,0 0 0,0 0 0,0-1 0,0 1 0,0 0 0,0 0 0,0 0 0,1 0 0,-1 0 0,0 0 0,1 0 0,-1 0 0,1 0 0,-1 0 0,1 0 0,0 0 0,-1 1 0,1-1 0,0 0 0,1-1 0,-2 2 0,1 0 0,0 0 0,0 0 0,0-1 0,-1 1 0,1 0 0,0 0 0,0 0 0,-1 0 0,1 1 0,0-1 0,0 0 0,-1 0 0,1 0 0,0 1 0,0-1 0,-1 0 0,1 1 0,0-1 0,-1 0 0,2 1 0,3 3 0,0 0 0,0 1 0,0-1 0,-1 1 0,5 6 0,-3-4 0,13 18 0,27 25 0,-40-44 0,1 1 0,0-2 0,1 1 0,-1-1 0,1 0 0,0-1 0,0 1 0,15 4 0,-21-9 0,-1 1 0,1-1 0,-1 1 0,0-1 0,1 0 0,-1 1 0,1-1 0,-1 0 0,1 0 0,-1 0 0,1 0 0,-1-1 0,1 1 0,-1 0 0,1-1 0,-1 1 0,1-1 0,-1 1 0,0-1 0,1 1 0,-1-1 0,0 0 0,0 0 0,1 0 0,-1 0 0,0 0 0,0 0 0,1-1 0,0-2 0,1 1 0,-1-1 0,-1 0 0,1 0 0,0 0 0,-1-1 0,0 1 0,1-8 0,3-61 0,-5 73 0,0-1 0,0 1 0,0 0 0,0 0 0,0 0 0,0-1 0,0 1 0,0 0 0,0 0 0,0 0 0,0-1 0,0 1 0,0 0 0,0 0 0,0 0 0,0 0 0,0-1 0,1 1 0,-1 0 0,0 0 0,0 0 0,0 0 0,0 0 0,0-1 0,1 1 0,-1 0 0,0 0 0,0 0 0,0 0 0,1 0 0,-1 0 0,0 0 0,0 0 0,0 0 0,0 0 0,1 0 0,-1 0 0,9 4 0,9 15 0,-15-15 0,7 5 0,0-1 0,1 1 0,1-2 0,-1 1 0,1-2 0,1 0 0,-1 0 0,1-1 0,15 4 0,48 4-1365,-63-10-5461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1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63 203 24575,'14'57'0,"68"229"0,-70-260 0,-8-16 0,-14-27 0,-11-26 0,2-1 0,-17-60 0,10 27 0,18 55 0,-31-97 0,34 102 0,1 0 0,1 0 0,1 0 0,1-1 0,0-17 0,1 34 0,0-1 0,0 1 0,0 0 0,0-1 0,1 1 0,-1 0 0,0-1 0,1 1 0,-1 0 0,0-1 0,1 1 0,0 0 0,-1 0 0,1-1 0,0 1 0,0 0 0,-1 0 0,1 0 0,0 0 0,0 0 0,0 0 0,0 0 0,0 1 0,1-1 0,-1 0 0,0 0 0,0 1 0,0-1 0,1 1 0,-1-1 0,0 1 0,1 0 0,-1-1 0,0 1 0,1 0 0,-1 0 0,0 0 0,1 0 0,-1 0 0,3 1 0,2 0 0,0 0 0,-1 0 0,1 1 0,0 0 0,-1 0 0,1 0 0,-1 1 0,7 4 0,-2 0 0,1 1 0,-1 0 0,-1 1 0,0 0 0,0 0 0,0 1 0,-1 0 0,10 19 0,-13-22 0,-1 1 0,-1-1 0,1 1 0,-1 0 0,-1 0 0,1 0 0,-1 1 0,-1-1 0,0 0 0,0 1 0,0-1 0,-1 1 0,-1-1 0,-1 11 0,1-14 12,0 0 0,-1-1 0,1 1 0,-1-1 0,0 0 0,-1 1 0,1-1 0,-1 0 0,-4 5 0,-1 0-507,-1 0 0,-13 11 0,4-6-6331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171 868 24575,'12'-27'0,"-1"-1"0,-2 0 0,0 0 0,5-35 0,-11 44 0,-1 0 0,-1-1 0,-1 1 0,-1 0 0,0 0 0,-2-1 0,-6-26 0,-26-68 0,-84-187 0,114 290 0,0-2 0,0 1 0,-1 1 0,0-1 0,-1 1 0,-12-15 0,19 26 0,0 0 0,0 0 0,0 0 0,0-1 0,0 1 0,-1 0 0,1 0 0,0 0 0,0 0 0,0 0 0,0 0 0,0 0 0,0 0 0,0 0 0,-1-1 0,1 1 0,0 0 0,0 0 0,0 0 0,0 0 0,-1 0 0,1 0 0,0 0 0,0 0 0,0 0 0,0 0 0,0 0 0,-1 0 0,1 0 0,0 0 0,0 0 0,0 0 0,0 0 0,0 1 0,-1-1 0,1 0 0,0 0 0,0 0 0,0 0 0,0 0 0,0 0 0,-4 8 0,3 12 0,1-19 0,0 30 0,2 1 0,1 0 0,13 53 0,35 94 0,-46-162 0,16 47 0,35 75 0,-42-110 0,1-1 0,1-1 0,2 0 0,37 43 0,-49-63 0,1 0 0,0 0 0,1 0 0,-1-1 0,1 0 0,14 7 0,-19-12 0,0 0 0,-1 1 0,1-1 0,0 0 0,0-1 0,0 1 0,0 0 0,0-1 0,1 0 0,-1 0 0,0 0 0,0 0 0,0 0 0,0-1 0,0 1 0,0-1 0,0 0 0,0 0 0,0 0 0,0 0 0,0 0 0,-1-1 0,1 1 0,3-4 0,2 0 0,-1-1 0,0-1 0,-1 0 0,1 0 0,-1 0 0,-1 0 0,1-1 0,-1 0 0,-1 0 0,1-1 0,-1 1 0,5-18 0,-5 9 0,0 0 0,-2 0 0,0 0 0,0 0 0,-2 0 0,-1-20 0,3 48 0,0 1 0,1-1 0,0 0 0,1 0 0,10 20 0,37 59 0,-46-82-117,-2-3-8,0 0 0,0 0 0,1 0 1,-1-1-1,1 1 0,0-1 0,1 0 1,-1 0-1,6 4 0,-1-4-6701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24575,'13'18'0,"4"9"0,-1 4 0,-2 0 0,-8-5 0,-3-5 0,-3-5-8191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56 24575,'-5'-8'0,"-1"0"0,0 0 0,-9-9 0,14 15 0,0 1 0,0 0 0,0 0 0,0 0 0,-1 0 0,1 0 0,0 0 0,-1 0 0,1 1 0,-1-1 0,1 0 0,-1 1 0,1-1 0,-1 1 0,1-1 0,-1 1 0,1 0 0,-1 0 0,0 0 0,1 0 0,-3 0 0,2 1 0,1-1 0,0 1 0,0 0 0,0-1 0,-1 1 0,1 0 0,0 0 0,0 0 0,0 0 0,0 0 0,0 0 0,1 0 0,-1 0 0,0 0 0,0 1 0,1-1 0,-1 0 0,1 0 0,-1 1 0,1-1 0,-1 0 0,1 1 0,0 1 0,-2 5 0,1 0 0,0 14 0,1-20 0,1 31 0,1 0 0,2-1 0,1 1 0,1-1 0,13 35 0,5 3 0,38 78 0,-6-33 0,-18-40 0,29 83 0,-65-151 0,-1-4 0,0 0 0,0-1 0,0 1 0,0 0 0,0-1 0,1 1 0,3 4 0,-4-9-151,-1 0-1,1 0 0,-1 0 0,1 0 1,-1 0-1,1 0 0,-1-1 1,0-2-1,0-10-6674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21 24575,'-31'0'0,"-15"0"0,-3 0 0,5 0 0,4 0 0,7 0 0,6 0 0,5 0 0,4 0 0,2-3 0,2 0 0,0-1 0,2-1 0,2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24575,'13'26'0,"7"8"0,0 2 0,-4-9 0,-6-8 0,-6-8-8191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6 0,0 3 0,2 3 0,-1 2 0,0-3-8191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73 243 24575,'1'-4'0,"4"-9"0,0 0 0,-1 0 0,0 0 0,-1 0 0,0 0 0,-2-1 0,1-20 0,-1 33 0,-1 0 0,0 0 0,0 0 0,0 0 0,-1 0 0,1 0 0,0 0 0,0 1 0,0-1 0,-1 0 0,1 0 0,0 0 0,-1 0 0,1 0 0,-1 0 0,1 0 0,-1 1 0,0-1 0,1 0 0,-1 0 0,0 1 0,0-1 0,1 0 0,-1 1 0,0-1 0,0 1 0,-1-1 0,1 1 0,0 0 0,0 0 0,0 0 0,0 0 0,-1 0 0,1 0 0,0 1 0,0-1 0,0 0 0,0 1 0,0-1 0,0 1 0,0-1 0,0 1 0,0 0 0,0-1 0,0 1 0,0 0 0,1 0 0,-1-1 0,0 1 0,-1 2 0,-6 7 0,1 1 0,-1 0 0,2 0 0,-10 22 0,12-24 0,1 0 0,0 0 0,0 0 0,1 0 0,1 0 0,-1 1 0,1 13 0,1-17 0,1-1 0,0 0 0,-1-1 0,1 1 0,1 0 0,-1 0 0,1 0 0,0-1 0,0 1 0,1-1 0,-1 1 0,1-1 0,0 0 0,0 0 0,0 0 0,0 0 0,7 5 0,-5-5 0,0-1 0,0 0 0,1 1 0,-1-2 0,1 1 0,-1-1 0,1 0 0,0 0 0,0 0 0,0-1 0,0 0 0,0 0 0,0 0 0,7-1 0,3-1 0,1-1 0,-1-1 0,29-8 0,-29 6 0,0 1 0,0 1 0,31-3 0,-32 6 0,1 0 0,0 1 0,-1 0 0,1 1 0,-1 1 0,0 1 0,0 0 0,23 9 0,-35-11 0,0-1 0,0 0 0,0 0 0,0 0 0,0 0 0,0-1 0,4 1 0,-6-1 0,0 0 0,-1 0 0,1 0 0,0 0 0,-1 0 0,1 0 0,0-1 0,0 1 0,-1 0 0,1 0 0,0-1 0,-1 1 0,1 0 0,-1-1 0,1 1 0,0-1 0,-1 1 0,1-1 0,-1 1 0,1-1 0,-1 1 0,1-1 0,-1 0 0,0 1 0,1-1 0,-1 0 0,0 1 0,1-1 0,-1 0 0,0 1 0,0-1 0,0 0 0,0 0 0,1 1 0,-1-1 0,0 0 0,0 0 0,-1-8 0,0 0 0,0 0 0,-1 0 0,0 0 0,0 0 0,-1 1 0,-1-1 0,-6-12 0,-3-11 0,7 13 0,0 0 0,2 0 0,0-1 0,1 1 0,1-1 0,1 0 0,3-37 0,-2 55 4,0 0 0,1 0 0,-1-1 0,0 1 0,1 0 0,0 0 0,-1 0 0,1 0 0,0 0 0,0 0 0,0 1 0,0-1 0,0 0 0,1 0 0,-1 1 0,1-1 0,-1 1 0,1-1 0,-1 1 0,1 0 0,0-1 0,0 1 0,-1 0 0,1 0 0,0 0 0,0 0 0,0 1 0,0-1 0,4 0 0,-3 0-87,1 1 1,-1 0-1,1 0 1,-1 0-1,1 0 1,-1 1-1,1-1 1,-1 1-1,1 0 1,-1 0-1,0 0 1,0 1-1,1-1 1,-1 1-1,0-1 1,0 1-1,3 3 1,4 4-6744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24575,'1'27'0,"1"1"0,2-2 0,6 31 0,28 76 0,-27-103 0,20 38 0,-18-41 0,16 45 0,-27-63-1365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0 125 24575,'12'-12'0,"1"0"0,1 1 0,-1 0 0,2 1 0,-1 1 0,1 0 0,1 1 0,0 0 0,0 2 0,0 0 0,1 0 0,-1 2 0,1 0 0,1 1 0,-1 0 0,33 1 0,-36 2 0,-8 0 0,1-1 0,-1 2 0,12 1 0,-18-2 0,0 0 0,0 0 0,0 0 0,0 0 0,0 0 0,0 0 0,0 0 0,0 0 0,1 0 0,-1 0 0,0 0 0,0 0 0,0 0 0,0 0 0,0 0 0,0 0 0,0 0 0,0 0 0,1 0 0,-1 0 0,0 0 0,0 0 0,0 0 0,0 0 0,0 0 0,0 0 0,0 1 0,0-1 0,0 0 0,0 0 0,0 0 0,1 0 0,-1 0 0,0 0 0,0 0 0,0 0 0,0 0 0,0 1 0,0-1 0,0 0 0,0 0 0,0 0 0,0 0 0,0 0 0,0 0 0,0 0 0,0 0 0,0 1 0,0-1 0,0 0 0,0 0 0,-7 4 0,-10 2 0,-7-4 0,-27 0 0,30-2 0,-1 1 0,-29 5 0,45-5 0,0 0 0,0 1 0,0 0 0,0 0 0,0 1 0,1 0 0,-1 0 0,1 0 0,-1 0 0,1 1 0,0 0 0,-6 7 0,7-7 0,1 0 0,-1 1 0,1-1 0,1 1 0,-1-1 0,1 1 0,0 0 0,0 0 0,0 0 0,0 0 0,1 0 0,0 0 0,0 1 0,1-1 0,-1 0 0,1 1 0,0-1 0,0 0 0,1 1 0,0-1 0,0 0 0,0 0 0,0 0 0,1 0 0,0 0 0,0 0 0,1 0 0,4 8 0,-3-6 0,0-1 0,1 0 0,0 0 0,0 0 0,0 0 0,1-1 0,0 0 0,0 0 0,0 0 0,1-1 0,-1 0 0,1 0 0,0-1 0,0 0 0,0 0 0,1-1 0,-1 1 0,1-2 0,9 2 0,-12-2 0,37-1 0,-41 0 0,1 0 0,0 0 0,0 0 0,-1 0 0,1-1 0,0 1 0,-1-1 0,1 1 0,-1-1 0,1 0 0,-1 1 0,1-1 0,-1 0 0,1 0 0,-1 0 0,0 0 0,1 0 0,-1 0 0,0-1 0,2-1 0,-3 3 0,0 0 0,0 0 0,0-1 0,0 1 0,0 0 0,1 0 0,-1 0 0,0 0 0,0-1 0,0 1 0,0 0 0,0 0 0,0 0 0,0-1 0,0 1 0,0 0 0,0 0 0,0-1 0,0 1 0,0 0 0,0 0 0,0 0 0,0-1 0,0 1 0,0 0 0,0 0 0,0 0 0,0-1 0,-1 1 0,1 0 0,0 0 0,0 0 0,0 0 0,0-1 0,0 1 0,0 0 0,-1 0 0,1 0 0,0 0 0,0 0 0,0 0 0,0-1 0,-1 1 0,1 0 0,0 0 0,0 0 0,0 0 0,-1 0 0,1 0 0,0 0 0,0 0 0,0 0 0,-1 0 0,1 0 0,0 0 0,0 0 0,-1 0 0,1 0 0,0 0 0,0 0 0,0 0 0,-1 0 0,1 0 0,-15 5 0,9-2 0,0 1 0,1 0 0,-1 0 0,1 0 0,0 1 0,0 0 0,0 0 0,0 0 0,1 0 0,0 1 0,-6 11 0,6-9 0,0 0 0,1 1 0,0-1 0,0 1 0,1 0 0,0 0 0,0 0 0,1 16 0,0-17 0,2 0 0,-1 1 0,1-1 0,1 0 0,-1 0 0,2 0 0,-1 0 0,1-1 0,6 14 0,-6-16 0,0 1 0,1-1 0,-1 0 0,1-1 0,0 1 0,1-1 0,-1 1 0,1-1 0,0-1 0,0 1 0,0-1 0,0 0 0,10 5 0,-6-5 0,0 0 0,0 0 0,1 0 0,-1-2 0,1 1 0,0-1 0,-1 0 0,1-1 0,15-1 0,-1-3 0,-1 0 0,40-14 0,-19 7 31,-30 8-380,0 0 0,-1-1 0,16-7 0,-20 6-6477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289 101 24575,'-10'-5'0,"-23"-15"0,-1 1 0,-1 2 0,-48-17 0,79 33 0,0-1 0,1 2 0,-1-1 0,0 0 0,0 1 0,0 0 0,0 0 0,0 0 0,0 0 0,0 0 0,-4 2 0,6-1 0,0-1 0,0 1 0,0 0 0,0 0 0,0 1 0,0-1 0,0 0 0,0 1 0,1-1 0,-1 1 0,1-1 0,-1 1 0,1 0 0,-1 0 0,1-1 0,0 1 0,0 0 0,0 0 0,0 0 0,-1 4 0,0-1 0,1 0 0,-1 0 0,1 1 0,0-1 0,0 0 0,1 1 0,0-1 0,-1 1 0,2-1 0,-1 1 0,1-1 0,0 0 0,0 1 0,0-1 0,4 8 0,-2-6 0,1-1 0,-1 1 0,2-1 0,-1 1 0,1-1 0,0-1 0,0 1 0,0-1 0,1 0 0,10 7 0,-6-4 0,1 0 0,0-1 0,0-1 0,14 6 0,-22-11 0,0 1 0,1-1 0,-1-1 0,0 1 0,0 0 0,1-1 0,-1 1 0,0-1 0,1 0 0,-1 0 0,0-1 0,0 1 0,1-1 0,-1 1 0,0-1 0,0 0 0,1 0 0,-1-1 0,0 1 0,0-1 0,4-2 0,-3 0 0,1 0 0,-1 0 0,0 0 0,0-1 0,0 0 0,-1 1 0,1-1 0,-1-1 0,0 1 0,-1 0 0,1-1 0,-1 1 0,2-9 0,-1-1 0,0 0 0,0 0 0,-1-25 0,-1 68 0,0 0 0,2-1 0,1 0 0,1 1 0,2-2 0,12 37 0,9 8 0,39 70 0,-59-125 0,1 3 0,1 0 0,20 28 0,-29-46-4,-1 0 0,1-1-1,-1 1 1,1 0-1,-1-1 1,1 1 0,-1 0-1,1-1 1,0 1 0,-1-1-1,1 1 1,0-1 0,0 0-1,-1 1 1,1-1 0,0 0-1,1 1 1,-2-1 11,1 0 0,-1 0 0,0-1 0,0 1 0,1 0 0,-1 0 0,0 0 0,0 0 0,1-1 0,-1 1-1,0 0 1,0 0 0,1-1 0,-1 1 0,0 0 0,0-1 0,0 1 0,0 0 0,1 0 0,-1-1 0,0 1 0,0 0 0,0-1 0,0 1 0,0 0 0,0-1 0,0 0 0,0-3-304,1-1 1,-2 1 0,1-1-1,-1-6 1,-2-6-6530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6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 24575,'-3'-9'0,"10"14"0,9 13 0,-3-2 0,1 0 0,1-1 0,33 26 0,-42-37 0,1 1 0,0-1 0,0 0 0,0-1 0,1 0 0,-1 0 0,1-1 0,0 1 0,0-2 0,0 1 0,0-1 0,0 0 0,13-1 0,-19 0 0,1 0 0,-1 0 0,1-1 0,0 1 0,-1-1 0,1 0 0,-1 1 0,1-1 0,-1-1 0,0 1 0,1 0 0,-1 0 0,0-1 0,0 1 0,0-1 0,0 0 0,0 1 0,0-1 0,0 0 0,-1 0 0,1 0 0,-1-1 0,1 1 0,-1 0 0,0-1 0,2-4 0,-1 0 0,0 0 0,-1-1 0,0 1 0,0-1 0,-1 0 0,1 1 0,-3-16 0,7 36 0,11 20 0,-6-12 0,-3-8-34,16 22 1,-13-19-1265,-1-2-5528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126 372 24575,'-19'14'0,"0"2"0,-26 26 0,41-37 0,0-1 0,0 1 0,0 0 0,0 1 0,1-1 0,0 1 0,0-1 0,0 1 0,1 0 0,0 0 0,0 0 0,1 0 0,-1 0 0,1 1 0,0 6 0,1-11 0,0 0 0,1 0 0,-1 0 0,1 0 0,-1 0 0,1 0 0,0-1 0,0 1 0,0 0 0,0 0 0,0 0 0,0-1 0,0 1 0,0 0 0,1-1 0,-1 0 0,1 1 0,-1-1 0,1 0 0,-1 1 0,1-1 0,0 0 0,0 0 0,0 0 0,-1-1 0,1 1 0,0 0 0,0-1 0,4 1 0,-2 0 0,0 0 0,0 0 0,0-1 0,0 0 0,0 0 0,1 0 0,-1 0 0,0-1 0,0 0 0,0 1 0,0-2 0,0 1 0,7-3 0,-7 1 0,0 1 0,0-1 0,0 0 0,-1-1 0,1 1 0,-1-1 0,0 0 0,1 1 0,-2-1 0,1-1 0,0 1 0,-1 0 0,0-1 0,2-5 0,1-5 0,-1-1 0,0 1 0,1-17 0,15 98 0,-18-60 0,1-1 0,0 1 0,0-1 0,0 0 0,0 0 0,1 0 0,0-1 0,0 1 0,0-1 0,1 0 0,-1 0 0,1-1 0,0 1 0,7 3 0,-10-6 0,1 1 0,-1-1 0,1 0 0,-1 0 0,1-1 0,-1 1 0,1 0 0,0-1 0,-1 0 0,1 1 0,0-1 0,0 0 0,-1-1 0,1 1 0,0 0 0,-1-1 0,1 1 0,-1-1 0,1 0 0,-1 0 0,1 0 0,-1 0 0,1 0 0,-1-1 0,0 1 0,0-1 0,1 1 0,-1-1 0,0 0 0,-1 0 0,1 0 0,0 0 0,2-5 0,3-3 0,-1-1 0,-1 0 0,0 0 0,0 0 0,-1-1 0,4-20 0,7-74 0,-11 58 0,-2-64 0,-4 84 0,-1-1 0,-1 0 0,-12-42 0,14 67 0,1 1 0,0-1 0,-1 1 0,0-1 0,0 1 0,-2-4 0,4 7 0,0-1 0,-1 1 0,1 0 0,0-1 0,-1 1 0,1-1 0,0 1 0,-1 0 0,1-1 0,-1 1 0,1 0 0,-1 0 0,1-1 0,0 1 0,-1 0 0,1 0 0,-1 0 0,1-1 0,-1 1 0,1 0 0,-1 0 0,1 0 0,-1 0 0,1 0 0,-1 0 0,1 0 0,-1 0 0,1 0 0,-1 0 0,1 1 0,-1-1 0,1 0 0,-1 0 0,1 0 0,-1 0 0,1 1 0,-1-1 0,1 0 0,0 1 0,-1-1 0,1 0 0,-1 1 0,1-1 0,0 0 0,-1 1 0,1-1 0,0 1 0,0-1 0,-1 0 0,1 1 0,0-1 0,0 1 0,0-1 0,-1 1 0,1 0 0,-5 9 0,1 0 0,0 0 0,0 1 0,1-1 0,-2 17 0,-5 58 0,7-50 0,-1 6 0,2 0 0,4 51 0,-1-73 0,1-1 0,2 0 0,0 0 0,0 0 0,2 0 0,0-1 0,13 24 0,-16-35 0,1 0 0,0-1 0,0 1 0,0-1 0,1 0 0,0 0 0,0 0 0,0 0 0,0-1 0,1 0 0,0 0 0,0 0 0,0-1 0,9 3 0,-10-4 0,0 0 0,0-1 0,1 1 0,-1-2 0,1 1 0,-1 0 0,1-1 0,-1 0 0,1 0 0,-1-1 0,0 1 0,1-1 0,-1-1 0,1 1 0,-1-1 0,0 0 0,0 0 0,7-4 0,0-1 0,0-1 0,0-1 0,-1 0 0,19-19 0,32-47 0,-43 51 0,-19 23 0,0 1 0,0-1 0,1 1 0,-1 0 0,0-1 0,0 1 0,1 0 0,-1 0 0,0-1 0,1 1 0,-1 0 0,0-1 0,1 1 0,-1 0 0,0 0 0,1 0 0,-1 0 0,0-1 0,1 1 0,-1 0 0,1 0 0,-1 0 0,0 0 0,1 0 0,-1 0 0,1 0 0,-1 0 0,1 0 0,-1 1 0,0-1 0,1 1 0,-1-1 0,0 0 0,0 1 0,1-1 0,-1 1 0,0-1 0,0 0 0,0 1 0,1-1 0,-1 1 0,0-1 0,0 1 0,0-1 0,0 1 0,0 30 0,0-26 0,-1 13-119,1-2-192,-1 0-1,2 0 1,4 27-1,-2-30-6514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24575,'0'5'0,"0"4"0,-2 4 0,-2-1-8191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 24575,'1'0'0,"-1"0"0,1 0 0,-1 0 0,1 1 0,-1-1 0,1 0 0,-1 0 0,0 1 0,1-1 0,-1 0 0,1 1 0,-1-1 0,0 0 0,1 1 0,-1-1 0,1 1 0,-1-1 0,0 0 0,0 1 0,1-1 0,-1 1 0,0-1 0,0 1 0,6 15 0,-4-10 0,3 10 0,5 11 0,-1 2 0,9 43 0,-17-65 0,-1 1 0,0-1 0,0 0 0,0 0 0,-1 0 0,0 0 0,0 1 0,0-1 0,-1 0 0,0-1 0,-1 1 0,0 0 0,0-1 0,0 1 0,-1-1 0,0 0 0,0 0 0,0-1 0,-1 1 0,0-1 0,-9 9 0,-71 58 0,84-71 0,-1 0 0,1 0 0,0 0 0,0 0 0,0 0 0,0 0 0,0 0 0,0 0 0,0 0 0,0 1 0,0-1 0,1 0 0,-1 1 0,1-1 0,-1 1 0,1-1 0,-1 1 0,1-1 0,0 1 0,-1-1 0,1 1 0,0-1 0,0 1 0,0-1 0,0 1 0,1-1 0,-1 1 0,0-1 0,1 1 0,-1-1 0,1 0 0,-1 1 0,1-1 0,0 1 0,-1-1 0,1 0 0,0 0 0,0 1 0,0-1 0,0 0 0,2 2 0,5 4 0,0-1 0,0 0 0,1 0 0,17 9 0,-23-14 0,21 11 0,0-1 0,0-2 0,1-1 0,1 0 0,-1-2 0,1-1 0,0-1 0,0-1 0,53-2 0,-68-1-119,28-2 372,-37 2-353,0-1 0,0 1 0,0-1 0,0 0 0,0 1 0,0-1 0,0 0 0,0 0 0,0 0 1,0-1-1,0 1 0,-1 0 0,1-1 0,2-2 0,2-6-6726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8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0 384 24575,'2'0'0,"130"-26"0,-110 21 0,-1-2 0,0 0 0,-1-2 0,21-10 0,-38 17 0,1 0 0,-1 0 0,0 0 0,0 0 0,0-1 0,-1 1 0,1-1 0,0 0 0,-1 0 0,0 0 0,0 0 0,0 0 0,0 0 0,0-1 0,1-3 0,-1 1 0,0-1 0,-1 0 0,0 0 0,-1 0 0,1 0 0,-1 0 0,-1-7 0,1 8 0,0 0 0,-1 0 0,0 0 0,0 0 0,0 0 0,-4-9 0,4 13 0,-1 0 0,1-1 0,-1 1 0,0 0 0,1-1 0,-1 1 0,0 0 0,0 1 0,0-1 0,-1 0 0,1 0 0,0 1 0,-1-1 0,1 1 0,-1 0 0,-3-1 0,1 0 0,1 0 0,-1 0 0,0 1 0,0 0 0,-1 0 0,1 1 0,0-1 0,0 1 0,0 0 0,0 1 0,-1-1 0,1 1 0,-7 2 0,9-2 0,0 0 0,1 0 0,-1 0 0,0 0 0,1 1 0,0 0 0,-1-1 0,1 1 0,0 0 0,0 0 0,0 0 0,0 0 0,0 0 0,0 1 0,1-1 0,-1 1 0,1-1 0,0 1 0,0-1 0,0 1 0,0 0 0,0 0 0,0-1 0,1 1 0,-1 4 0,0 2 0,1 0 0,0 0 0,0 0 0,1 0 0,0 0 0,1-1 0,0 1 0,0 0 0,1-1 0,0 1 0,1-1 0,0 0 0,0 0 0,1 0 0,-1-1 0,8 8 0,6 7 0,2-1 0,0 0 0,40 29 0,-46-39 0,0-2 0,1 1 0,0-2 0,1 0 0,0-1 0,0 0 0,0-1 0,1-1 0,0-1 0,0 0 0,0-2 0,0 1 0,1-2 0,-1-1 0,1 0 0,-1-1 0,23-4 0,42-12 0,94-31 0,-121 31 0,-50 16 0,1-1 0,-1 0 0,0 0 0,0 0 0,0-1 0,9-5 0,-13 7 0,0 0 0,0 0 0,0 0 0,0-1 0,0 1 0,0 0 0,0 0 0,0-1 0,0 1 0,-1-1 0,1 1 0,-1 0 0,1-1 0,-1 1 0,1-1 0,-1 1 0,0-1 0,0 0 0,0 1 0,0-1 0,0 1 0,0-1 0,0 1 0,0-1 0,-1 0 0,1 1 0,0-1 0,-1 1 0,0-2 0,-3-5 0,-1 1 0,1 0 0,-1 0 0,-1 0 0,1 1 0,-1 0 0,0 0 0,-11-8 0,0-2 0,2 3 0,0 0 0,1-1 0,0-1 0,0 0 0,-17-27 0,28 37 0,1 1 0,-1-1 0,1 0 0,0 0 0,0 0 0,1 0 0,-1 0 0,1-1 0,0 1 0,1 0 0,-1-1 0,1 1 0,0 0 0,0-1 0,1 1 0,0 0 0,0-1 0,0 1 0,0 0 0,1 0 0,0 0 0,4-8 0,-4 10 5,0 0 0,0 0-1,1 0 1,-1 0 0,1 0 0,-1 0-1,1 1 1,0-1 0,0 1-1,1 0 1,-1 0 0,0 0 0,1 0-1,-1 0 1,1 1 0,-1 0 0,1 0-1,0 0 1,6-1 0,6 0-216,1 1-1,-1 0 1,22 2 0,-23 0-404,1 0-6211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63 24575,'-6'-6'0,"-1"0"0,1 1 0,-1 0 0,0 0 0,-1 0 0,1 1 0,-1 0 0,0 0 0,-13-3 0,8 3 0,0 2 0,-1 0 0,1 0 0,-1 1 0,-18 1 0,-13 0 0,-31 2 0,70-1 0,0 0 0,0 0 0,0 1 0,1 0 0,-1 0 0,0 1 0,1 0 0,-7 4 0,-40 31 0,47-34 0,0 0 0,1 1 0,0 0 0,0 0 0,0 0 0,1 0 0,-1 0 0,1 1 0,0 0 0,1-1 0,0 1 0,0 0 0,0 0 0,0 0 0,0 9 0,-1 10 0,1-1 0,1 32 0,1-34 0,-1-7 0,1-1 0,4 23 0,-3-32 0,0-1 0,0 1 0,0-1 0,1 0 0,0 0 0,0 1 0,0-1 0,0 0 0,1-1 0,-1 1 0,1 0 0,5 4 0,11 10 0,2-1 0,0-1 0,1-1 0,1-1 0,31 15 0,-13-10 0,1-2 0,58 14 0,-95-29 0,41 8 0,-42-9 0,0 0 0,0-1 0,0 0 0,0 0 0,0 0 0,0 0 0,0-1 0,0 0 0,5-1 0,-8 2 4,0-1 0,1 0 0,-1 0 0,0 1 0,0-1 0,0 0 0,0 0 0,0 0 0,0 0 0,0 0 0,-1 0 0,1 0 0,0 0 0,0-1 0,-1 1 0,1 0 0,-1 0 0,1-1 0,-1 1 0,0 0 0,1-1 0,-1 1 0,0 0 0,0-1 0,0 1 0,0 0 0,0-1 0,0 1 0,-1-2 0,1-2-252,-1-1 1,0 0-1,-1 1 1,0 0-1,-3-9 1,-2 0-6579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2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81 24575,'-8'-3'0,"-3"-1"0,-23-5 0,32 9 0,0-1 0,0 1 0,-1 0 0,1 0 0,0 0 0,-1 0 0,1 0 0,0 0 0,-1 1 0,1-1 0,0 1 0,0 0 0,-1-1 0,1 1 0,0 0 0,-2 2 0,3-3 0,1 1 0,-1-1 0,0 1 0,1-1 0,-1 1 0,1-1 0,0 1 0,-1-1 0,1 1 0,-1 0 0,1-1 0,0 1 0,-1 0 0,1 0 0,0-1 0,0 1 0,0 0 0,-1-1 0,1 1 0,0 0 0,0 0 0,0-1 0,0 2 0,1 0 0,-1 0 0,1 0 0,-1 0 0,1 0 0,0 0 0,0 0 0,0-1 0,2 4 0,2 1 0,0 0 0,0 0 0,9 7 0,2 2 0,2-2 0,-1 0 0,2-1 0,24 12 0,-31-19 0,0 1 0,1-2 0,-1 0 0,1 0 0,0-1 0,0-1 0,1 0 0,16 0 0,-28-1 0,0-1 0,0 0 0,0-1 0,0 1 0,0 0 0,0-1 0,0 1 0,0-1 0,0 1 0,0-1 0,0 0 0,-1 0 0,1 0 0,0 0 0,0 0 0,-1 0 0,1-1 0,-1 1 0,3-3 0,-2 1 0,-1 1 0,1-1 0,-1 1 0,0-1 0,0 1 0,0-1 0,0 0 0,-1 0 0,1 1 0,-1-1 0,0 0 0,0-5 0,0-1 0,-1 0 0,-1 0 0,1 1 0,-1-1 0,-1 1 0,0-1 0,0 1 0,-6-10 0,4 9 10,0 1 0,0 0 0,-1 1 0,-1-1 0,1 1 0,-1 0 0,0 1 0,-1 0 0,0 0 0,0 1 0,-8-5 0,11 7-81,0 1 1,0-1-1,-1 1 0,1 0 0,0 1 1,-1-1-1,1 1 0,-1 0 1,0 1-1,1-1 0,-1 1 0,0 0 1,1 1-1,-1-1 0,0 1 1,1 0-1,-1 1 0,1-1 0,0 1 1,-6 2-1,-2 3-6755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3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24575,'8'7'0,"1"0"0,0-1 0,19 10 0,-5-2 0,2 3 0,-9-6 0,1-1 0,0 0 0,20 8 0,-32-16 0,0 0 0,-1 0 0,1-1 0,0 0 0,0 0 0,0 0 0,0-1 0,0 0 0,0 0 0,0 0 0,0 0 0,0-1 0,0 0 0,0 0 0,0 0 0,-1-1 0,8-2 0,-10 3 0,0-1 0,1 0 0,-1 1 0,0-1 0,0 0 0,0 0 0,0 0 0,-1-1 0,1 1 0,0 0 0,-1-1 0,0 1 0,1-1 0,-1 1 0,0-1 0,0 1 0,0-1 0,-1 0 0,1 0 0,0-4 0,-1-1 0,1 1 0,-1 0 0,0 0 0,-1-1 0,0 1 0,-3-13 0,0 5 0,0 1 0,16 29 0,-4-4 0,0-1 0,0 0 0,1 0 0,0-1 0,1 0 0,-1-1 0,2 0 0,-1 0 0,1-1 0,1 0 0,-1-1 0,21 7 0,-29-12 0,-1 0 0,0-1 0,1 1 0,-1-1 0,0 1 0,1-1 0,-1 0 0,1 0 0,-1-1 0,0 1 0,1 0 0,-1-1 0,0 1 0,1-1 0,-1 0 0,0 0 0,3-1 0,-2 0 0,0 0 0,-1 0 0,0 0 0,1 0 0,-1-1 0,0 1 0,0-1 0,0 1 0,0-1 0,0 0 0,-1 0 0,2-4 0,2-4 0,-1 2 0,0 0 0,0 0 0,1 1 0,8-11 0,-11 16 0,0 1 0,0-1 0,1 1 0,0 0 0,-1 0 0,1 0 0,0 0 0,0 0 0,0 0 0,0 1 0,0 0 0,1 0 0,-1 0 0,0 0 0,1 0 0,3 0 0,49-1-1365,-41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0 261 24575,'30'150'0,"-24"-129"0,1 0 0,1 0 0,0-1 0,22 37 0,-26-50 0,1-1 0,0 0 0,7 8 0,-10-12 0,0 0 0,0 0 0,0-1 0,0 1 0,0-1 0,0 1 0,1-1 0,-1 0 0,0 0 0,1 0 0,-1 0 0,1 0 0,3 0 0,-5-1 0,0 0 0,-1 0 0,1 0 0,0 0 0,-1-1 0,1 1 0,0 0 0,0 0 0,-1-1 0,1 1 0,-1-1 0,1 1 0,0 0 0,-1-1 0,1 1 0,-1-1 0,1 1 0,-1-1 0,1 0 0,-1 1 0,1-1 0,-1 1 0,0-1 0,1 0 0,-1 1 0,0-1 0,0 0 0,1 0 0,-1 1 0,0-2 0,4-25 0,-4 25 0,-1-22 0,-1 0 0,-1 1 0,0-1 0,-13-38 0,5 18 0,2 2 0,-17-81 0,22 98 0,1 0 0,1-49 0,3 68 0,0 0 0,0 0 0,0 0 0,0 1 0,1-1 0,4-10 0,-5 15 0,-1 0 0,1 0 0,-1 0 0,1 0 0,-1 0 0,1 0 0,-1 0 0,1 0 0,0 1 0,-1-1 0,1 0 0,0 0 0,0 1 0,0-1 0,-1 0 0,1 1 0,0-1 0,0 1 0,0-1 0,0 1 0,0-1 0,0 1 0,0 0 0,0 0 0,0-1 0,1 1 0,-1 0 0,0 0 0,0 0 0,0 0 0,0 0 0,0 0 0,0 1 0,0-1 0,0 0 0,0 0 0,0 1 0,0-1 0,0 1 0,0-1 0,0 1 0,0-1 0,0 1 0,0 0 0,1 1 0,2 1 0,0 2 0,0-1 0,0 0 0,-1 1 0,0-1 0,1 1 0,-2 0 0,1 0 0,-1 0 0,1 1 0,-1-1 0,-1 0 0,2 7 0,1 7 0,-1 0 0,2 29 0,-4-33 0,-1-1 0,-1 0 0,0 1 0,-5 25 0,4-33 0,0 0 0,0-1 0,-1 1 0,0-1 0,0 0 0,0 0 0,-1 0 0,0 0 0,0-1 0,-1 1 0,1-1 0,-7 5 0,-9 6-1365,1-4-5461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73 171 24575,'4'33'0,"-3"-10"0,2-1 0,0 0 0,1 0 0,1-1 0,11 29 0,-6-36 0,-5-13 0,-3-10 0,-5-5 0,1 0 0,-2 0 0,0 0 0,-1 1 0,0-1 0,-7-12 0,6 12 0,-21-43 0,9 18 0,-20-59 0,38 98 0,0 0 0,0 0 0,0-1 0,-1 1 0,1 0 0,0 0 0,0 0 0,0 0 0,0 0 0,0 0 0,0 0 0,0-1 0,0 1 0,0 0 0,0 0 0,0 0 0,0 0 0,0 0 0,0-1 0,0 1 0,0 0 0,0 0 0,0 0 0,0 0 0,0 0 0,0 0 0,0-1 0,0 1 0,0 0 0,0 0 0,0 0 0,0 0 0,0 0 0,0 0 0,1 0 0,-1-1 0,0 1 0,0 0 0,0 0 0,0 0 0,0 0 0,0 0 0,0 0 0,0 0 0,1 0 0,-1 0 0,0 0 0,0 0 0,0 0 0,8 4 0,7 10 0,6 9 0,2 0 0,0-1 0,47 34 0,-56-47 0,0 0 0,1-1 0,0 0 0,1-1 0,-1-1 0,1 0 0,0-2 0,1 0 0,16 3 0,-23-7 0,0 1 0,0-1 0,0-1 0,0 0 0,0 0 0,0-1 0,-1 0 0,1 0 0,-1-2 0,12-4 0,-15 5 0,1 0 0,-1 0 0,1-1 0,-1 0 0,-1-1 0,1 1 0,0-1 0,-1 0 0,0-1 0,0 1 0,-1-1 0,0 0 0,0 0 0,6-10 0,-8 9 0,0 1 0,0 0 0,-1-1 0,0 1 0,0-1 0,0 1 0,-1-1 0,1 1 0,-2-11 0,0 13 0,1-1 0,-1 1 0,0-1 0,0 1 0,0 0 0,-1 0 0,0-1 0,0 1 0,0 0 0,0 0 0,0 0 0,-1 1 0,1-1 0,-6-5 0,6 8 0,0-1 0,0 1 0,0-1 0,0 1 0,0 0 0,-1 0 0,1 0 0,0 0 0,-1 0 0,1 1 0,0-1 0,-1 1 0,1-1 0,-1 1 0,1 0 0,-1 0 0,1 0 0,-1 0 0,1 0 0,0 1 0,-1-1 0,1 1 0,-1 0 0,-1 0 0,1 1 0,0-1 0,0 1 0,0-1 0,0 1 0,0 0 0,1 0 0,-1 0 0,1 1 0,-1-1 0,1 0 0,0 1 0,0 0 0,0 0 0,0-1 0,1 1 0,-1 0 0,-1 4 0,0 3 0,1-1 0,0 1 0,1 0 0,-1 0 0,2 0 0,0 0 0,0 0 0,0 0 0,2 0 0,-1 0 0,1 0 0,0 0 0,1-1 0,1 1 0,-1-1 0,10 17 0,-6-13 0,1 1 0,1-1 0,0-1 0,1 0 0,0 0 0,1-1 0,0 0 0,1-1 0,0 0 0,16 9 0,-28-18 0,25 14 0,29 13 0,-46-25 0,0 0 0,0 0 0,0-1 0,1 1 0,-1-2 0,1 1 0,-1-2 0,12 1 0,-17-1-136,0 0-1,-1-1 1,1 1-1,0-1 1,-1 1-1,1-1 1,-1 0-1,1 0 0,3-2 1,4-5-6690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4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10 24575,'-8'-3'0,"1"1"0,-1 1 0,0-1 0,0 1 0,-12 0 0,18 1 0,1 0 0,-1 0 0,0 1 0,1-1 0,-1 0 0,1 1 0,-1-1 0,1 0 0,-1 1 0,1 0 0,-1-1 0,1 1 0,-1 0 0,1 0 0,0 0 0,0 0 0,-1 0 0,1 0 0,0 0 0,0 0 0,0 0 0,0 1 0,0-1 0,0 0 0,1 1 0,-1-1 0,0 0 0,1 1 0,-1-1 0,1 1 0,-1-1 0,1 1 0,0 0 0,-1 2 0,1 4 0,0-1 0,1 0 0,0 1 0,0-1 0,1 1 0,-1-1 0,4 7 0,22 50 0,-26-61 0,52 92 0,-34-65 0,21 47 0,-39-76 0,-1 0 0,1 0 0,-1 0 0,0 0 0,1 0 0,-1 0 0,0 0 0,1 0 0,-1 0 0,0 0 0,0 0 0,0 0 0,0 0 0,0 0 0,0 0 0,-1 0 0,1 0 0,0 0 0,0 0 0,-1 0 0,1 0 0,-1 0 0,1 0 0,-1 1 0,-1-1 0,1 0 0,0 0 0,0 0 0,-1 0 0,1 0 0,0 0 0,-1-1 0,1 1 0,-1-1 0,1 1 0,0-1 0,-1 0 0,1 1 0,-4-1 0,-2 0 0,0 0 0,0 0 0,0-1 0,0 0 0,0 0 0,-9-3 0,2-1-195,1 0 0,0-1 0,0-1 0,0 0 0,1-1 0,-12-9 0,14 9-6631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5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24575,'-6'4'0,"0"1"0,0 0 0,1 0 0,-1 0 0,1 1 0,0 0 0,1 0 0,-1 0 0,1 1 0,0-1 0,-5 13 0,7-13 0,1 0 0,-1 1 0,1-1 0,0 0 0,0 1 0,1-1 0,0 1 0,0-1 0,1 1 0,-1-1 0,1 0 0,1 1 0,-1-1 0,4 7 0,1 3 0,1 1 0,1-2 0,0 1 0,18 23 0,48 52 0,-30-39 0,-43-51 0,0-1 0,-1 1 0,1 0 0,0-1 0,-1 1 0,1 0 0,-1 0 0,1 0 0,-1-1 0,1 1 0,-1 0 0,0 0 0,1 0 0,-1 0 0,0 0 0,0-1 0,0 1 0,0 0 0,0 0 0,0 0 0,0 0 0,0 0 0,0 0 0,0 0 0,0 0 0,-1 1 0,1-2 0,-1 1 0,0 0 0,0 0 0,0-1 0,0 1 0,-1-1 0,1 1 0,0-1 0,0 1 0,0-1 0,0 1 0,0-1 0,-1 0 0,1 0 0,0 0 0,0 0 0,0 0 0,-1 0 0,1 0 0,-1 0 0,-18-3 0,0 0 0,1-1 0,0-2 0,0 1 0,-29-14 0,-20-7 0,23 13-1365,29 7-5461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5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49 24575,'-9'-2'0,"0"1"0,0 0 0,0 1 0,0 0 0,0 0 0,0 1 0,0 0 0,0 1 0,-16 4 0,24-5 0,0-1 0,0 1 0,0-1 0,0 1 0,0-1 0,0 1 0,0 0 0,0 0 0,0-1 0,0 1 0,0 0 0,0 0 0,1 0 0,-1 0 0,0 0 0,0 0 0,1 0 0,-1 0 0,1 0 0,-1 0 0,1 0 0,0 0 0,-1 2 0,1-1 0,0 0 0,0 0 0,1 0 0,-1 0 0,0 0 0,1 0 0,0 0 0,-1 0 0,1 0 0,0-1 0,0 1 0,0 0 0,1 1 0,4 5 0,0-1 0,0 0 0,1-1 0,13 12 0,-1-5 0,0 0 0,0-2 0,1 0 0,0-1 0,1-1 0,0-1 0,0-1 0,25 5 0,-41-11 0,0 0 0,1-1 0,-1 1 0,0-1 0,0 0 0,0-1 0,7 0 0,-10 0 0,-1 1 0,0 0 0,1-1 0,-1 1 0,0-1 0,0 0 0,1 1 0,-1-1 0,0 0 0,0 0 0,0 1 0,0-1 0,0 0 0,0 0 0,0 0 0,0 0 0,0-1 0,-1 1 0,1 0 0,0 0 0,-1 0 0,1-1 0,-1 1 0,1 0 0,-1-1 0,0 1 0,1 0 0,-1-1 0,0 1 0,0 0 0,0-3 0,-1-1 0,1 1 0,-1-1 0,0 1 0,0-1 0,-1 1 0,1 0 0,-1 0 0,0 0 0,0 0 0,0 0 0,-1 0 0,-4-5 0,-5-5 0,-23-21 0,29 29 0,-11-9 40,0 0 0,-31-19 0,41 29-175,0 1 0,-1 0 0,1 1 0,-1-1 0,0 2 0,0-1 0,0 1 0,0 0 0,-1 1 0,-9-1 0,5 2-6691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6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138 425 24575,'3'2'0,"-2"-3"0,-4-8 0,-8-12 0,-26-34 0,-19-33 0,50 77 0,1 0 0,0 0 0,1-1 0,0 1 0,1-1 0,-3-19 0,5 23 0,1-1 0,-1 1 0,1-1 0,1 0 0,-1 1 0,4-13 0,-3 17 0,0 0 0,1 0 0,-1 0 0,1 1 0,0-1 0,0 0 0,0 1 0,0 0 0,1-1 0,-1 1 0,1 0 0,0 0 0,0 1 0,0-1 0,6-3 0,-4 2 8,1 1 0,-1 0 0,1 1 0,-1-1 0,1 1 0,0 0 0,0 1 0,0 0 0,0-1 0,0 2 0,0-1 0,0 1 0,0 0 0,7 1 0,-4 0-173,0 1 0,0 0 0,0 1 0,-1 0 0,1 1 0,-1 0 0,0 0 0,13 9 0,-7-4-6661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7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24575,'2'48'0,"3"0"0,13 58 0,2 22 0,-16-95 0,1 1 0,1-1 0,2-1 0,12 34 0,-20-66 0,0 0 0,1 0 0,-1 0 0,0 0 0,0 0 0,0 1 0,1-1 0,-1 0 0,0 0 0,0 0 0,0 0 0,0 0 0,1 0 0,-1 0 0,0 0 0,0 0 0,1 0 0,-1 0 0,0 0 0,0 0 0,0 0 0,1 0 0,-1 0 0,0 0 0,0 0 0,0 0 0,1 0 0,-1 0 0,0 0 0,0 0 0,0 0 0,1 0 0,-1-1 0,0 1 0,0 0 0,0 0 0,1 0 0,-1 0 0,0 0 0,0-1 0,0 1 0,0 0 0,0 0 0,0 0 0,0-1 0,1 1 0,-1 0 0,0 0 0,11-14 0,-6 8 0,-1 2 0,0 1 0,1-1 0,-1 1 0,1 0 0,0 0 0,0 0 0,0 1 0,0 0 0,0 0 0,0 0 0,1 1 0,-1-1 0,10 0 0,6 0 0,0 2 0,28 1 0,-36 0 0,127 15 0,-16-1 0,-120-15 0,16 1 0,-19-1 0,0 0 0,0 0 0,0 0 0,0 0 0,0 0 0,0-1 0,0 1 0,-1 0 0,1 0 0,0-1 0,0 1 0,0-1 0,0 1 0,-1-1 0,1 1 0,1-2 0,-2 2 2,0 0 0,0-1 0,0 1-1,1 0 1,-1-1 0,0 1 0,0 0-1,0-1 1,0 1 0,0 0 0,0-1-1,0 1 1,0 0 0,-1-1 0,1 1-1,0 0 1,0 0 0,0-1 0,0 1-1,0 0 1,0-1 0,-1 1 0,1 0 0,0 0-1,0-1 1,0 1 0,-1 0 0,1-1-1,-9-7-492,6 5-434,-5-4-5901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8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4 0,2 4 0,4 2 0,1 1 0,2-1 0,1 1 0,3 1 0,-2-2 0,0 0 0,-2-2 0,-2-6 0,-2-7 0,-6-10 0,-1-7 0,-4-3 0,0 1-8191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8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24575,'7'3'0,"4"3"0,-2 3 0,-1 3 0,-2 2 0,-2 1 0,-3-2-8191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9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0,0-1 0,0 1 0,0 0 0,0 0 0,0 0 0,0 0 0,0 0 0,0 0 0,0 0 0,0 0 0,0 0 0,0 0 0,0 0 0,0 0 0,0 0 0,0 0 0,0-1 0,0 1 0,0 0 0,0 0 0,0 0 0,0 0 0,0 0 0,0 0 0,1 0 0,-1 0 0,0 0 0,0 0 0,0 0 0,0 0 0,0 0 0,0 0 0,0 0 0,0 0 0,0 0 0,0 0 0,0 0 0,0 0 0,0 0 0,1 0 0,-1 0 0,0 0 0,0 0 0,0 0 0,0 0 0,0 0 0,0 0 0,0 0 0,0 0 0,0 0 0,0 0 0,0 0 0,0 0 0,0 0 0,0 1 0,7 4 0,4 8 0,20 29 0,-5-7 0,47 49 0,-67-77 0,-2-2 0,1-1 0,-1 0 0,1 0 0,0 0 0,6 4 0,-10-8 0,0 1 0,0-1 0,0 1 0,0-1 0,-1 0 0,1 1 0,0-1 0,0 0 0,0 0 0,0 0 0,0 0 0,0 0 0,0 0 0,0 0 0,0 0 0,-1 0 0,1 0 0,0-1 0,0 1 0,0 0 0,0-1 0,0 1 0,0 0 0,-1-1 0,1 1 0,0-1 0,0 1 0,-1-1 0,1 0 0,0 1 0,-1-1 0,1 0 0,-1 1 0,1-1 0,-1 0 0,1 0 0,-1 1 0,1-1 0,-1 0 0,0 0 0,1 0 0,-1-1 0,5-11 0,-1-1 0,-1 0 0,0 1 0,0-1 0,-1-21 0,0 14 0,-2 20 0,0 0 0,0 0 0,0 0 0,0 0 0,1 1 0,-1-1 0,0 0 0,0 0 0,0 0 0,1 0 0,-1 1 0,0-1 0,1 0 0,-1 0 0,1 1 0,-1-1 0,1 0 0,-1 1 0,1-1 0,-1 0 0,1 1 0,0-1 0,0 0 0,0 1 0,0 0 0,0 0 0,-1 0 0,1 0 0,0 0 0,0 0 0,0 0 0,-1 0 0,1 0 0,0 1 0,0-1 0,0 0 0,-1 1 0,1-1 0,0 0 0,-1 1 0,1-1 0,0 1 0,0 0 0,5 3 0,-1 1 0,0-1 0,-1 1 0,7 8 0,-3-3 0,0 0 0,1 0 0,17 14 0,-24-22 0,1 0 0,-1 0 0,1-1 0,-1 1 0,1 0 0,0-1 0,-1 0 0,1 0 0,0 0 0,0 0 0,0 0 0,0 0 0,0-1 0,0 1 0,0-1 0,0 0 0,0 0 0,0 0 0,0 0 0,0-1 0,0 1 0,4-2 0,-5 1 0,0-1 0,1 1 0,-1-1 0,0 0 0,0 1 0,0-1 0,0 0 0,-1 0 0,1-1 0,0 1 0,-1 0 0,1-1 0,-1 1 0,0 0 0,0-1 0,0 0 0,1-2 0,-1 2 0,0 0 0,0 0 0,0 0 0,0 0 0,1 0 0,0 1 0,-1-1 0,1 1 0,0-1 0,0 1 0,0 0 0,4-3 0,-5 4 0,0 1 0,0 0 0,0-1 0,0 1 0,0 0 0,0-1 0,0 1 0,0 0 0,0 0 0,0 0 0,0 0 0,0 0 0,0 0 0,0 0 0,0 0 0,0 1 0,0-1 0,0 0 0,0 1 0,0-1 0,0 1 0,0-1 0,2 2 0,20 17 0,-14-11 0,9 7-90,-9-6-165,1 0 0,0-2 0,1 1 0,12 6 0,-12-10-6571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9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9 24575,'-1'-1'0,"0"1"0,1-1 0,-1 0 0,0 0 0,0 1 0,0-1 0,0 1 0,0-1 0,1 0 0,-1 1 0,0 0 0,0-1 0,0 1 0,-2-1 0,3 1 0,0 0 0,-1 0 0,1 1 0,0-1 0,-1 0 0,1 0 0,0 0 0,-1 0 0,1 0 0,0 0 0,0 0 0,-1 1 0,1-1 0,0 0 0,-1 0 0,1 1 0,0-1 0,0 0 0,0 0 0,-1 1 0,1-1 0,0 0 0,0 0 0,0 1 0,-1-1 0,1 0 0,0 1 0,0-1 0,-1 3 0,1 0 0,0-1 0,-1 1 0,1 0 0,0-1 0,0 1 0,1-1 0,-1 1 0,1 4 0,3 4 0,-1 0 0,1 1 0,1-2 0,0 1 0,1-1 0,10 15 0,-16-25 4,0 1 0,0-1 0,1 1 0,-1-1 0,0 1-1,1-1 1,-1 1 0,0-1 0,1 1 0,-1-1 0,1 1 0,-1-1-1,0 0 1,1 1 0,-1-1 0,1 0 0,-1 1 0,1-1 0,0 0-1,-1 0 1,1 0 0,-1 1 0,1-1 0,-1 0 0,1 0 0,0 0 0,-1 0-1,1 0 1,-1 0 0,2 0 0,-2-1-69,1 1 1,-1-1-1,0 0 1,1 1-1,-1-1 1,0 0-1,1 1 0,-1-1 1,0 0-1,1 1 1,-1-1-1,0 0 1,0 0-1,0 1 0,0-1 1,0 0-1,0 0 1,0 0-1,0 1 1,0-1-1,0 0 1,-1-1-1,-1-9-6761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24575,'5'3'0,"2"3"0,-1 3 0,0 3 0,-5 2 0,-2-1-8191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24575,'5'2'0,"1"0"0,-1 0 0,0 1 0,0 0 0,0 0 0,0 0 0,0 1 0,-1 0 0,1 0 0,-1 0 0,0 0 0,0 0 0,-1 1 0,1 0 0,2 5 0,6 11 0,0 0 0,9 28 0,-20-48 0,69 193 0,-17-44 0,-31-92 0,26 71 0,-44-112-1365,-2-3-5461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1 24575,'-26'0'0,"-14"0"0,-2 0 0,0 0 0,3 0 0,5 0 0,3 0 0,2 0 0,0 2 0,3 2 0,3-1 0,3-1 0,5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62 352 24575,'11'-1'0,"7"-1"0,-1 0 0,1-2 0,0 0 0,30-11 0,-44 14 0,-1-1 0,1 0 0,-1 1 0,0-1 0,0 0 0,0-1 0,0 1 0,0-1 0,0 1 0,0-1 0,-1 0 0,1 0 0,-1 0 0,0 0 0,0 0 0,0-1 0,0 1 0,-1-1 0,1 1 0,-1-1 0,0 1 0,0-1 0,0 0 0,-1 0 0,1 1 0,-1-1 0,0 0 0,0 0 0,-1-4 0,0 0 0,-1 0 0,0-1 0,0 1 0,-1 0 0,-1 1 0,1-1 0,-1 0 0,0 1 0,-1 0 0,1 0 0,-1 0 0,-1 1 0,1 0 0,-9-7 0,9 7 0,-1 1 0,0 1 0,0-1 0,0 1 0,-1 0 0,0 0 0,1 1 0,-1 0 0,0 0 0,-1 1 0,1 0 0,0 0 0,-1 1 0,1-1 0,-1 2 0,-7-1 0,13 1 0,-1 0 0,1 1 0,0-1 0,-1 1 0,1-1 0,0 1 0,0 0 0,0 0 0,-1 0 0,1 0 0,0 0 0,0 0 0,0 1 0,1-1 0,-1 1 0,0-1 0,-1 3 0,0-1 0,1 0 0,0 1 0,0-1 0,0 1 0,1-1 0,-1 1 0,1 0 0,0 0 0,-2 5 0,2 1 0,0 0 0,0 1 0,1-1 0,0 0 0,1 0 0,0 1 0,3 10 0,-1-11 0,0-1 0,1 1 0,0-1 0,0 0 0,1 0 0,0 0 0,1 0 0,-1-1 0,2 0 0,-1 0 0,1-1 0,1 0 0,14 11 0,-13-11 0,1-1 0,0 0 0,0 0 0,0-1 0,1 0 0,-1-1 0,1-1 0,0 1 0,0-2 0,1 1 0,21 0 0,-11-3 0,-1-2 0,0-1 0,0 0 0,0-2 0,-1 0 0,22-9 0,-34 11 0,7 0 0,1-1 0,0 2 0,0 0 0,0 1 0,27 2 0,26-2 0,-68 1 0,-1 0 0,1 0 0,0 0 0,0 0 0,0 0 0,0 0 0,0-1 0,0 1 0,0 0 0,0 0 0,0-1 0,0 1 0,0 0 0,0-1 0,0 1 0,-1-1 0,1 0 0,0 1 0,0-1 0,-1 1 0,1-1 0,0 0 0,-1 0 0,1 1 0,0-1 0,-1 0 0,1 0 0,-1 0 0,0 0 0,1 0 0,-1 0 0,0 0 0,1 1 0,-1-1 0,0 0 0,0 0 0,0 0 0,0 0 0,0 0 0,0 0 0,0 0 0,0 0 0,0 0 0,0 0 0,-1 0 0,1-1 0,-3-6 0,0 1 0,0-1 0,-1 1 0,-8-12 0,6 9 0,0-1 0,0 0 0,1 0 0,0 0 0,1-1 0,0 1 0,1-1 0,1 0 0,-2-14 0,4 21 0,-1 0 0,1 0 0,1-1 0,-1 1 0,1 0 0,0 0 0,0 0 0,0 0 0,1 0 0,0 0 0,0 0 0,0 0 0,0 1 0,1-1 0,0 1 0,0 0 0,0-1 0,0 1 0,1 1 0,-1-1 0,7-4 0,-3 3-97,0 1-1,-1-1 1,2 2-1,-1-1 1,0 1-1,1 0 1,0 1-1,0-1 1,-1 2-1,1-1 1,0 1-1,1 0 0,8 1 1,-1 0-6729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4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26 24575,'-1'-1'0,"1"1"0,-1 0 0,0-1 0,1 1 0,-1 0 0,0 0 0,1 0 0,-1-1 0,0 1 0,1 0 0,-1 0 0,0 0 0,1 0 0,-1 0 0,0 0 0,1 0 0,-1 0 0,0 0 0,0 1 0,1-1 0,-1 0 0,0 0 0,1 1 0,-1-1 0,1 0 0,-1 1 0,0-1 0,0 2 0,0-1 0,0 0 0,0 0 0,0 1 0,0-1 0,1 0 0,-1 1 0,0-1 0,1 1 0,-1-1 0,0 4 0,0 4 0,0 1 0,0 0 0,1 11 0,0-17 0,0 18 0,1 38 0,0-54 0,0 0 0,0 0 0,0 0 0,1 0 0,0 0 0,0 0 0,3 6 0,-5-11 0,0-1 0,1 0 0,-1 1 0,0-1 0,0 0 0,0 1 0,1-1 0,-1 0 0,0 1 0,1-1 0,-1 0 0,0 1 0,1-1 0,-1 0 0,0 0 0,1 1 0,-1-1 0,1 0 0,-1 0 0,0 0 0,1 0 0,-1 0 0,1 1 0,-1-1 0,0 0 0,1 0 0,-1 0 0,1 0 0,-1 0 0,1 0 0,-1 0 0,0-1 0,1 1 0,-1 0 0,1 0 0,-1 0 0,1 0 0,-1 0 0,0-1 0,1 1 0,-1 0 0,0 0 0,1-1 0,-1 1 0,0 0 0,1 0 0,-1-1 0,0 1 0,0 0 0,1-1 0,-1 1 0,0-1 0,1 1 0,14-25 0,-14 23 0,26-60 0,0-2 0,-23 57 0,0 0 0,0 0 0,1 0 0,0 1 0,0-1 0,7-5 0,-8 8 0,-1 1 0,1 1 0,0-1 0,0 0 0,0 1 0,0 0 0,0 0 0,0 0 0,1 0 0,-1 1 0,1 0 0,-1 0 0,1 0 0,-1 0 0,1 1 0,0 0 0,-1 0 0,10 1 0,-6 1 0,1 0 0,-1 0 0,0 1 0,0 0 0,-1 0 0,1 1 0,-1 0 0,1 1 0,9 7 0,-17-12 0,44 36 0,-39-32 0,0 1 0,-1 0 0,1 0 0,-1 1 0,0-1 0,3 7 0,-3-1-1365,-3-3-5461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5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48 24575,'1'3'0,"0"0"0,0 0 0,-1-1 0,1 1 0,-1 0 0,0 0 0,0 0 0,0 0 0,0 0 0,0 0 0,-1 0 0,1 0 0,-1 0 0,0 0 0,0-1 0,0 1 0,-2 4 0,-2 3 0,-1 1 0,0-1 0,-7 9 0,5-10 0,1 1 0,-2-2 0,1 1 0,-12 8 0,14-12 0,0-1 0,-1 0 0,1 0 0,-1-1 0,1 1 0,-1-2 0,-14 5 0,19-6 0,0-1 0,0 0 0,0 0 0,0 0 0,0 0 0,0 0 0,0 0 0,0 0 0,0 0 0,0-1 0,1 1 0,-1-1 0,0 0 0,0 1 0,0-1 0,0 0 0,-1-2 0,0 1 0,0 0 0,0-1 0,1 1 0,-1-1 0,1 0 0,0 0 0,-1 0 0,-2-5 0,0-4 0,0 1 0,1-1 0,0 0 0,-3-17 0,6 24 0,0 1 0,1-1 0,-1 0 0,1 0 0,0 0 0,0 0 0,0 1 0,1-1 0,0 0 0,0 0 0,0 1 0,0-1 0,1 0 0,2-5 0,-2 7 0,1 0 0,-1-1 0,1 1 0,-1 0 0,1 0 0,0 0 0,0 1 0,1-1 0,-1 1 0,0-1 0,1 1 0,-1 0 0,1 1 0,0-1 0,0 0 0,0 1 0,5-1 0,-1 0-105,0 0 0,0 1 0,0 0 0,0 1 0,0 0 0,1 0 0,-1 1 0,0 0 0,0 0 0,0 1 0,0 0 0,9 3 0,-4 2-6721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5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24575,'1'0'0,"-1"0"0,1-1 0,0 1 0,0 0 0,0 0 0,-1-1 0,1 1 0,0 0 0,0 0 0,0 0 0,0 0 0,0 0 0,-1 0 0,1 1 0,0-1 0,0 0 0,0 0 0,0 1 0,-1-1 0,1 0 0,0 1 0,0-1 0,-1 1 0,1-1 0,0 1 0,-1-1 0,1 1 0,0-1 0,-1 1 0,1 0 0,-1-1 0,1 1 0,-1 0 0,1-1 0,-1 1 0,0 0 0,1 1 0,2 4 0,0 1 0,-1 0 0,3 11 0,-2-9 0,11 49 0,11 79 0,-9-38 0,-11-53 0,-5-34 0,1-1 0,0 0 0,1 0 0,4 12 0,-6-23 0,0 1 0,0-1 0,0 0 0,0 1 0,0-1 0,0 0 0,1 0 0,-1 1 0,0-1 0,0 0 0,0 1 0,0-1 0,0 0 0,1 0 0,-1 1 0,0-1 0,0 0 0,1 0 0,-1 1 0,0-1 0,0 0 0,1 0 0,-1 0 0,0 0 0,1 1 0,-1-1 0,0 0 0,1 0 0,-1 0 0,7-7 0,1-15 0,-6 8-1365,-1 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6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1 24575,'-31'2'0,"-13"2"0,-2 2 0,3 0 0,5 1 0,4 1 0,6 0 0,4 0 0,4-3 0,6-1-8191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24575,'15'-24'0,"-15"23"0,0 1 0,1 0 0,-1-1 0,0 1 0,0 0 0,1 0 0,-1-1 0,0 1 0,1 0 0,-1 0 0,0-1 0,1 1 0,-1 0 0,1 0 0,-1 0 0,0 0 0,1 0 0,-1 0 0,1 0 0,-1-1 0,0 1 0,2 1 0,-2-1 0,1 0 0,-1 1 0,0-1 0,1 1 0,-1-1 0,1 1 0,-1-1 0,0 1 0,1-1 0,-1 1 0,0-1 0,1 1 0,-1-1 0,0 1 0,0 0 0,0-1 0,0 1 0,0-1 0,1 1 0,-1 1 0,2 21 0,-1 0 0,-2 40 0,-1-15 0,3 26 0,-2 65 0,-7-85 0,5-41 0,1 0 0,1 0 0,0 0 0,1 15 0,0-27 0,0 0 0,0 1 0,0-1 0,1 0 0,-1 1 0,1-1 0,-1 0 0,1 0 0,-1 1 0,1-1 0,0 0 0,-1 0 0,1 0 0,0 0 0,0 0 0,0 0 0,0 0 0,0 0 0,2 1 0,-1 0 0,0-1 0,1 0 0,-1 0 0,1 0 0,-1-1 0,1 1 0,-1 0 0,1-1 0,4 0 0,5 0 0,-1 0 0,0-2 0,20-3 0,-27 4 0,28-5 0,-7 1 0,1 0 0,-1-1 0,0-2 0,35-16 0,-54 21-195,0 0 0,-1-1 0,0 0 0,0 0 0,0 0 0,6-6 0,-2-2-6631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24575,'0'0'0,"0"-1"0,0 1 0,1 0 0,-1 0 0,0 0 0,0 0 0,0 0 0,0 0 0,0 0 0,0 0 0,0 0 0,0 0 0,0 0 0,0 0 0,0 0 0,0 0 0,0 0 0,0 0 0,0 0 0,1 0 0,-1 0 0,0 0 0,0 0 0,0 0 0,0 0 0,0 0 0,0 0 0,0 0 0,0 0 0,0 0 0,0 0 0,0 0 0,0 0 0,0 0 0,1 0 0,-1 0 0,0 0 0,0 0 0,0 0 0,0 0 0,0 0 0,0 1 0,0-1 0,0 0 0,0 0 0,0 0 0,0 0 0,0 0 0,0 0 0,0 0 0,0 0 0,0 0 0,0 0 0,0 0 0,0 0 0,0 0 0,0 0 0,0 1 0,0-1 0,0 0 0,0 0 0,0 0 0,1 9 0,-3 19 0,1-17 0,1 15-195,0 0 0,2-1 0,1 1 0,0-1 0,2 0 0,9 27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82 24575,'-18'-16'0,"-9"-4"0,-2 0 0,1 4 0,3 8 0,1 7 0,-2 3 0,2 6 0,0 2 0,-4 3 0,-3 2 0,-3-2 0,-2-1 0,4-2 0,6-2-8191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24575,'3'18'0,"0"8"0,0 6 0,0-1 0,-1-2 0,-1-5 0,0-2 0,-1-4 0,2-1 0,2-2 0,-1 0 0,-1-1 0,3 1 0,-1-1 0,0-4 0,-1-7 0,-1-7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46 24575,'-13'-8'0,"-7"-2"0,-3 0 0,1 2 0,1 2 0,1 3 0,-1 4 0,1 1 0,1 2 0,1 1 0,3 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12 24575,'-29'-2'0,"-11"-2"0,-2 1 0,6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14 24575,'-2'-2'0,"-4"-2"0,-4 1 0,-1 0 0,-1 1-8191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38 24575,'-22'-37'0,"22"37"0,0 0 0,0 0 0,0 0 0,0 1 0,0-1 0,0 0 0,0 0 0,0 0 0,0 1 0,0-1 0,0 0 0,0 0 0,-1 0 0,1 0 0,0 0 0,0 1 0,0-1 0,0 0 0,0 0 0,0 0 0,-1 0 0,1 0 0,0 0 0,0 1 0,0-1 0,0 0 0,-1 0 0,1 0 0,0 0 0,0 0 0,0 0 0,0 0 0,-1 0 0,1 0 0,0 0 0,0 0 0,0 0 0,-1 0 0,1 0 0,0 0 0,0 0 0,0 0 0,0 0 0,-1 0 0,1 0 0,0 0 0,0 0 0,0 0 0,0-1 0,-1 1 0,1 0 0,0 0 0,0 0 0,0 0 0,0 0 0,0 0 0,0-1 0,-1 1 0,1 0 0,0 0 0,0-1 0,1 18 0,5 24 0,2 61 0,-7-83 0,5 68 0,2 36 0,-8-80 0,0 33 0,0-74 0,0 0 0,1 0 0,-1 0 0,0-1 0,1 1 0,-1 0 0,1 0 0,-1-1 0,1 1 0,0 0 0,0-1 0,0 1 0,0-1 0,0 1 0,0-1 0,1 2 0,0-2 0,-1 0 0,0-1 0,0 1 0,1 0 0,-1-1 0,0 1 0,1-1 0,-1 1 0,1-1 0,-1 0 0,1 0 0,-1 0 0,1 1 0,-1-1 0,1-1 0,-1 1 0,1 0 0,-1 0 0,1 0 0,1-1 0,61-17 0,-38 10 0,1 0 0,1 2 0,-1 1 0,47-2 0,-59 7-1365,-2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24575,'4'174'0,"-1"-138"0,2 0 0,16 64 0,-19-95 0,0 3 0,1-1 0,-2 1 0,1 0 0,-1 0 0,0 9 0,-1-17 0,0 0 0,0 0 0,0 0 0,1 0 0,-1 0 0,0 0 0,0 0 0,0 0 0,0 1 0,0-1 0,0 0 0,0 0 0,0 0 0,-1 0 0,1 0 0,0 0 0,0 0 0,0 0 0,0 0 0,0 0 0,0 0 0,0 1 0,0-1 0,0 0 0,0 0 0,0 0 0,0 0 0,0 0 0,0 0 0,0 0 0,0 0 0,0 0 0,0 0 0,0 0 0,-1 0 0,1 0 0,0 0 0,0 0 0,0 0 0,0 0 0,0 0 0,0 0 0,0 0 0,0 0 0,0 0 0,0 0 0,-1 0 0,1 0 0,0 0 0,0 0 0,-4-4 0,-4-6 0,-5-21-1365,6 18-5461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783 96 24575,'-31'-13'0,"-15"-7"0,-8 1 0,-3 2 0,4 5 0,3 4 0,2 4 0,1 2 0,2 2 0,2 0 0,2 4 0,-1 0 0,-1 3 0,0-1 0,1 2 0,3 0 0,6-2 0,8-2-8191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24575,'0'8'0,"0"8"0,0 3 0,0 1 0,0 1 0,0 0 0,0 1 0,0-2 0,3-1 0,0-2 0,1 0 0,1-2 0,0 1 0,2-4 0,0-1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89 24575,'-28'-11'0,"-15"-5"0,-6 0 0,2 2 0,2 4 0,5 0 0,3 3 0,3 2 0,2 5 0,1 2 0,2 3 0,2 2 0,5-2-8191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13 24575,'-34'-3'0,"-13"0"0,-5-1 0,3 2 0,6 2 0,5 3 0,4-1 0,6 3 0,7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24575,'0'22'0,"1"1"0,1-1 0,9 39 0,0-16 0,7 57 0,-16-78 0,-2 42 0,1 10 0,-1-75 0,0 1 0,0-1 0,0 0 0,0 0 0,0 0 0,0 1 0,1-1 0,-1 0 0,0 0 0,1 0 0,-1 0 0,1 0 0,0 0 0,-1 0 0,1 0 0,0 0 0,-1 0 0,1 0 0,0 0 0,0 0 0,0 0 0,0-1 0,0 1 0,0 0 0,0-1 0,0 1 0,0-1 0,0 1 0,0-1 0,0 1 0,1-1 0,-1 0 0,2 1 0,2-1 0,1-1 0,0 1 0,-1-1 0,1 0 0,11-3 0,5-1 0,4 3 0,46 1 0,12 1 0,-80-1 20,1 0 0,0 1 0,-1-1 0,0-1 0,9-2 0,-12 3-107,1 0-1,0 1 1,-1-1 0,1 0-1,-1-1 1,1 1 0,-1 0-1,0 0 1,1-1-1,-1 1 1,0 0 0,0-1-1,0 1 1,0-1 0,0 0-1,1-2 1,1-6-6739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24575,'0'0'0,"0"0"0,0 0 0,1 0 0,-1 1 0,0-1 0,0 0 0,1 0 0,-1 1 0,0-1 0,0 0 0,0 1 0,0-1 0,0 0 0,1 1 0,-1-1 0,0 0 0,0 1 0,0-1 0,0 0 0,0 1 0,0-1 0,0 0 0,0 1 0,0-1 0,0 0 0,0 1 0,-2 15 0,2-10 0,-1 117 120,3-107-368,-1 0 1,2-1-1,0 1 1,1-1-1,10 26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55 24575,'-23'-11'0,"-11"-2"0,-4 0 0,1 2 0,3 6 0,3 4 0,3 2 0,0 3 0,1 1 0,-2 3 0,0-1 0,0-1 0,-1-2 0,2 1 0,7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24575,'2'21'0,"0"1"0,1-1 0,1 0 0,2 0 0,0 0 0,9 22 0,-6-23 0,0 1 0,1-1 0,1-1 0,13 19 0,-22-36-195,0 1 0,-1-1 0,1 0 0,-1 1 0,0-1 0,2 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85 24575,'-26'-16'0,"-11"-4"0,-2 0 0,3 4 0,5 7 0,6 6 0,4 5 0,3 2 0,4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 24575,'-31'3'0,"-13"0"0,-4 0 0,3 0 0,8-1 0,9-1-8191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2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46 24575,'-1'-1'0,"1"1"0,-1 0 0,0 0 0,1 0 0,-1 0 0,0 0 0,1 0 0,-1 0 0,0 0 0,1 0 0,-1 1 0,0-1 0,1 0 0,-1 0 0,1 1 0,-1-1 0,0 0 0,1 0 0,-1 1 0,1-1 0,-1 1 0,1-1 0,-1 1 0,1-1 0,-1 1 0,1-1 0,-1 1 0,1-1 0,0 1 0,-1-1 0,1 1 0,0 0 0,0-1 0,-1 1 0,1-1 0,0 2 0,-8 26 0,6-16 0,1 0 0,0 0 0,1 1 0,1-1 0,-1 0 0,2 1 0,0-1 0,6 18 0,-8-29 0,0 0 0,0 0 0,0 0 0,1 0 0,-1 0 0,1 0 0,-1 0 0,1 0 0,-1 0 0,1-1 0,-1 1 0,1 0 0,0 0 0,-1 0 0,1-1 0,1 2 0,-2-2 0,0 0 0,1 0 0,-1 0 0,0 0 0,0 0 0,0 0 0,1 0 0,-1 0 0,0 0 0,0 0 0,0 0 0,0 0 0,1 0 0,-1 0 0,0 0 0,0 0 0,0 0 0,0 0 0,0-1 0,1 1 0,-1 0 0,0 0 0,0 0 0,0 0 0,0 0 0,0 0 0,0-1 0,1 1 0,-1 0 0,0 0 0,0 0 0,3-12 0,-1-6 0,1 0 0,1 1 0,1 0 0,0 0 0,9-20 0,-11 31 0,0-1 0,0 1 0,1 1 0,0-1 0,0 0 0,0 1 0,0 0 0,1 0 0,0 0 0,0 0 0,1 1 0,-1 0 0,1 0 0,0 1 0,0-1 0,10-3 0,-12 6 0,-1 0 0,1 0 0,-1 0 0,1 1 0,0-1 0,-1 1 0,1 0 0,0 0 0,-1 1 0,1-1 0,0 1 0,-1 0 0,7 2 0,-4-1 0,-1 1 0,1 0 0,-1 0 0,1 0 0,-1 1 0,0 0 0,7 6 0,-3 0 0,-1-1 0,1 2 0,-2-1 0,1 1 0,-1 0 0,-1 1 0,6 13 0,-10-20-124,-1-1 0,1 1 0,-1 0 0,0 0 0,0 0 0,0 0-1,-1 0 1,1 0 0,-1 0 0,-1 7 0,-2 1-6702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3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2 24575,'0'1'0,"1"-1"0,0 0 0,-1 0 0,1 1 0,0-1 0,-1 1 0,1-1 0,-1 0 0,1 1 0,0-1 0,-1 1 0,1-1 0,-1 1 0,0 0 0,1-1 0,-1 1 0,1-1 0,-1 1 0,0 0 0,1-1 0,-1 1 0,0 0 0,0-1 0,0 1 0,0 0 0,1 0 0,-1 1 0,2 23 0,-1-23 0,-1 7 0,0 0 0,0 0 0,-1 0 0,0 0 0,0-1 0,-1 1 0,-6 16 0,7-22 0,0 0 0,-1 0 0,1 0 0,-1 0 0,0 0 0,1 0 0,-2-1 0,1 1 0,0 0 0,0-1 0,-1 0 0,1 1 0,-1-1 0,0 0 0,0 0 0,0-1 0,0 1 0,0-1 0,0 1 0,0-1 0,0 0 0,-1 0 0,-4 0 0,-9 1 0,-1-1 0,0 0 0,-30-4 0,39 2 0,-1-1 0,1 0 0,0 0 0,0-1 0,0 0 0,1-1 0,-1 1 0,-14-10 0,20 11 0,0-1 0,0 1 0,1-1 0,-1 0 0,1 1 0,-1-1 0,1-1 0,0 1 0,0 0 0,0 0 0,1-1 0,-1 1 0,1-1 0,0 1 0,-2-6 0,3 7 0,-1-1 0,1 1 0,0-1 0,0 1 0,0-1 0,0 1 0,0-1 0,1 1 0,-1 0 0,1-1 0,0 1 0,-1 0 0,1-1 0,0 1 0,0 0 0,1 0 0,-1-1 0,0 1 0,1 0 0,-1 1 0,1-1 0,0 0 0,-1 0 0,3-1 0,4-2 14,-1 0-1,0 1 0,1 0 0,0 0 1,0 1-1,0 0 0,0 1 1,17-4-1,-5 4-508,1 0 0,32 1 0,-39 1-6331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4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39 24575,'-11'-38'0,"41"139"0,31 123 0,-28-76 0,9 41 0,-42-186 0,1 0 0,0 0 0,0-1 0,0 1 0,0 0 0,1 0 0,-1-1 0,1 1 0,0-1 0,0 1 0,0-1 0,0 0 0,0 0 0,3 3 0,-3-4 0,0 0 0,0 0 0,0 0 0,0 0 0,0 0 0,0-1 0,0 1 0,1-1 0,-1 1 0,0-1 0,0 0 0,1 0 0,-1 0 0,0 0 0,1 0 0,-1-1 0,0 1 0,0-1 0,4 0 0,0-2 9,1 0-1,-1 0 1,0-1-1,-1 1 1,1-1 0,-1 0-1,1-1 1,-1 1-1,-1-1 1,1 0-1,-1-1 1,1 1-1,3-9 1,0 2-257,-1 0 1,-1 0-1,0-1 1,-1 0-1,5-22 1,-6 19-6579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4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1 24575,'-31'8'0,"-16"5"0,-4 0 0,3-2 0,8-3 0,5 0 0,6-1 0,5-3 0,5 2 0,2-1 0,4-1-8191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24575,'-2'1'0,"1"1"0,0 0 0,0 0 0,0 0 0,0 0 0,0 0 0,0 0 0,1 0 0,-1 0 0,1 0 0,-1 0 0,1 1 0,0-1 0,0 0 0,0 0 0,0 0 0,1 3 0,0 7 0,7 21 0,-7-27 0,10 43 0,5 61 0,-13-72 0,-4 40 0,2 29 0,0-105 0,-1-1 0,0 1 0,0-1 0,1 1 0,-1-1 0,1 0 0,-1 1 0,1-1 0,0 0 0,-1 1 0,1-1 0,0 0 0,0 0 0,0 0 0,0 1 0,0-1 0,0 0 0,0 0 0,1-1 0,-1 1 0,0 0 0,0 0 0,1-1 0,-1 1 0,0 0 0,1-1 0,-1 1 0,1-1 0,-1 0 0,2 1 0,6 0 0,-1-1 0,1 1 0,-1-1 0,11-2 0,-3 1 0,36 1 0,-20 0 0,36-4 0,-58 3 0,-1 0 0,0-1 0,0-1 0,0 1 0,0-1 0,0-1 0,-1 0 0,12-7 0,-17 9-97,0 0-1,0 0 1,-1 0-1,1-1 1,-1 0-1,0 1 1,1-1-1,-1 0 1,-1 0-1,1 0 1,0 0-1,-1 0 0,3-6 1,-1-3-6729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24575,'3'23'0,"0"11"0,3 1 0,0-1 0,-1-6 0,-1-3 0,-1-5 0,1-2 0,0-2 0,-1-1 0,0-1 0,-2-4 0,0-8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539 0 24575,'-31'0'0,"-16"0"0,-4 0 0,3 0 0,3 0 0,3 0 0,4 0 0,0 3 0,2 0 0,-1 1 0,1 1 0,1 0 0,4 0 0,8-2-8191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24575,'5'23'0,"2"11"0,2 1 0,0-2 0,-2-4 0,0-5 0,0-3 0,-2-3 0,-2-5-8191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32 24575,'-26'-5'0,"-13"-2"0,-6 1 0,0 0 0,2 3 0,6 0 0,5 2 0,1 1 0,2 0 0,3 0 0,6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 24575,'-31'8'0,"-15"2"0,-6 0 0,5-2 0,4-3 0,7-1 0,10-2-8191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31 230 24575,'0'-1'0,"0"1"0,1-1 0,-1 1 0,0-1 0,0 0 0,1 1 0,-1-1 0,0 1 0,1-1 0,-1 1 0,0-1 0,1 1 0,-1-1 0,1 1 0,-1 0 0,1-1 0,-1 1 0,1 0 0,-1-1 0,2 1 0,13-8 0,-9 6 0,98-40 0,-2 1 0,-98 39 0,1-1 0,-1 1 0,0-1 0,0 1 0,0-1 0,0 0 0,-1-1 0,1 1 0,-1-1 0,4-4 0,-6 7 0,-1 0 0,1-1 0,0 1 0,0-1 0,-1 1 0,1-1 0,-1 1 0,0-1 0,1 0 0,-1 1 0,0-1 0,0 1 0,0-1 0,0 0 0,0 1 0,0-1 0,-1 0 0,1 1 0,0-1 0,-1 1 0,1-1 0,-1 1 0,0-1 0,1 1 0,-1-1 0,0 1 0,0 0 0,0-1 0,0 1 0,0 0 0,0 0 0,-1-1 0,0 0 0,-3-2 0,0 0 0,-1 1 0,1-1 0,-1 1 0,0 0 0,1 0 0,-1 1 0,0 0 0,-1 0 0,1 0 0,0 1 0,-9-2 0,-10 1 0,-45 2 0,50 0 0,16 0 0,0 0 0,-1 1 0,1-1 0,0 1 0,-1 0 0,1 0 0,0 0 0,0 0 0,0 1 0,0 0 0,0 0 0,0 0 0,0 0 0,1 1 0,-1-1 0,1 1 0,-1 0 0,1 0 0,0 0 0,0 1 0,1-1 0,-1 1 0,1-1 0,-1 1 0,1 0 0,0 0 0,1 0 0,-1 0 0,1 0 0,-1 0 0,1 1 0,0 6 0,0-3 0,0 1 0,1-1 0,0 0 0,1 1 0,0-1 0,0 0 0,0 0 0,1 0 0,1 0 0,-1 0 0,1 0 0,1 0 0,-1-1 0,1 0 0,1 1 0,-1-1 0,1-1 0,6 7 0,1 1 0,1-1 0,0-1 0,1 0 0,0-1 0,1-1 0,0 0 0,23 11 0,-29-17 0,0-1 0,1 0 0,-1 0 0,1-1 0,0 0 0,15 1 0,-4-2 0,0-1 0,23-3 0,-41 3-57,1-1 0,-1 1 1,0-1-1,1 1 0,-1-1 0,0 0 0,1 0 0,-1 0 0,0-1 0,0 1 0,0-1 1,0 0-1,0 0 0,-1 0 0,1 0 0,-1 0 0,1-1 0,-1 1 0,0-1 1,1 0-1,-1 1 0,-1-1 0,4-5 0,-1-4-6769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2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24575,'8'21'0,"-4"-10"0,1 1 0,0-1 0,0 0 0,1 0 0,1 0 0,0 0 0,0-1 0,1-1 0,0 1 0,1-1 0,0 0 0,13 8 0,-17-13 0,0-1 0,1 0 0,0-1 0,-1 0 0,1 1 0,0-2 0,0 1 0,10 1 0,-13-3 0,0 1 0,0-1 0,1 0 0,-1 0 0,0 0 0,0 0 0,1-1 0,-1 1 0,0-1 0,0 0 0,0 0 0,1 0 0,-1 0 0,0 0 0,-1-1 0,1 1 0,5-4 0,-5 0 0,-1 1 0,1-1 0,-1 1 0,0-1 0,0 0 0,0 0 0,-1 0 0,0 0 0,0 0 0,1-7 0,0 2 0,-1 0 0,-1 6 0,1-1 0,0 1 0,0-1 0,2-6 0,-2 10 0,-1 1 0,0-1 0,0 0 0,1 1 0,-1-1 0,0 1 0,1-1 0,-1 1 0,0-1 0,1 1 0,-1-1 0,1 1 0,-1 0 0,1-1 0,-1 1 0,1-1 0,-1 1 0,1 0 0,-1 0 0,1-1 0,0 1 0,-1 0 0,1 0 0,0 0 0,-1 0 0,1-1 0,-1 1 0,1 0 0,0 0 0,-1 0 0,1 0 0,0 1 0,-1-1 0,1 0 0,-1 0 0,1 0 0,0 0 0,-1 1 0,1-1 0,9 6 0,0 0 0,0 0 0,-1 1 0,0 0 0,-1 0 0,16 17 0,12 11 0,-21-21 0,-4-4 0,0-1 0,1 0 0,-1 0 0,2-1 0,-1 0 0,22 8 0,-34-15 0,1-1 0,-1 0 0,1 0 0,-1 1 0,1-1 0,-1 0 0,1 0 0,-1 0 0,1 0 0,-1 0 0,1 0 0,-1 0 0,1 0 0,-1 0 0,1 0 0,-1 0 0,1 0 0,-1 0 0,1 0 0,-1 0 0,1 0 0,-1 0 0,1-1 0,-1 1 0,1 0 0,-1 0 0,0-1 0,1 1 0,0-1 0,-1 0 0,0 1 0,0-1 0,1 0 0,-1 0 0,0 0 0,0 1 0,0-1 0,0 0 0,0 0 0,0 0 0,0 0 0,0 1 0,-1-1 0,1 0 0,0-1 0,-15-31 0,15 33 0,-17-26-1365,10 15-5461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2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42 24575,'-8'-4'0,"-18"-6"0,-38-11 0,57 19 0,-1 1 0,0 0 0,0 0 0,0 0 0,0 1 0,1 0 0,-1 0 0,0 1 0,-14 3 0,19-3 0,1 0 0,-1 0 0,1 0 0,0 0 0,-1 0 0,1 1 0,0-1 0,0 1 0,0-1 0,0 1 0,0 0 0,1 0 0,-1 0 0,0 0 0,1 0 0,-1 0 0,1 0 0,0 0 0,0 1 0,0-1 0,0 1 0,0-1 0,0 1 0,1-1 0,-1 1 0,1-1 0,0 1 0,-1-1 0,2 4 0,-1-2 0,0-1 0,0 1 0,1 0 0,-1 0 0,1-1 0,0 1 0,1 0 0,-1-1 0,1 1 0,-1-1 0,1 1 0,0-1 0,0 0 0,0 0 0,1 0 0,-1 0 0,1 0 0,0-1 0,3 4 0,1-2 0,1 0 0,0 0 0,-1 0 0,1-1 0,1-1 0,-1 1 0,0-1 0,1-1 0,-1 1 0,0-2 0,1 1 0,0-1 0,-1 0 0,1-1 0,-1 0 0,14-3 0,-20 4 0,1-1 0,-1 0 0,0 0 0,1 0 0,-1 0 0,0 0 0,0-1 0,0 1 0,0 0 0,0-1 0,0 0 0,0 1 0,-1-1 0,1 0 0,0 0 0,-1 0 0,0 0 0,1 0 0,1-5 0,-1 0 0,0-1 0,0 1 0,-1 0 0,0-1 0,1-8 0,-3 15 0,1 1 0,0-1 0,0 1 0,0-1 0,0 1 0,0 0 0,0-1 0,0 1 0,1-1 0,-1 1 0,0-1 0,0 1 0,0-1 0,0 1 0,1 0 0,-1-1 0,0 1 0,0-1 0,1 1 0,-1 0 0,0-1 0,1 1 0,-1-1 0,1 1 0,-1 0 0,1 1 0,-1-1 0,1 0 0,-1 0 0,0 1 0,1-1 0,-1 0 0,1 0 0,-1 1 0,0-1 0,1 1 0,-1-1 0,0 0 0,0 1 0,1-1 0,-1 1 0,0 0 0,16 32 0,-12-23 0,9 13 120,-12-22-194,-1 0-1,1-1 1,0 1 0,-1 0 0,1 0-1,0 0 1,0 0 0,0-1 0,0 1-1,0 0 1,0-1 0,0 1 0,0-1-1,0 1 1,0-1 0,0 1 0,0-1-1,0 0 1,2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3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24575,'3'75'0,"3"-1"0,27 123 0,-25-161 0,1-1 0,1 0 0,27 60 0,-37-95 0,0 0 0,0 0 0,0 0 0,0 0 0,0 0 0,1 0 0,-1 0 0,0 0 0,0 0 0,0 0 0,0 0 0,0 0 0,0 0 0,0 0 0,0 0 0,0 0 0,0 0 0,0 0 0,0 0 0,0 0 0,0 0 0,0 0 0,0 0 0,0 0 0,0 0 0,1 0 0,-4-13 0,-6-17 0,2 10 0,1 5 0,0 0 0,2-1 0,-6-28 0,10 43 0,0 0 0,0 0 0,0 0 0,0 0 0,0-1 0,0 1 0,0 0 0,0 0 0,0 0 0,1 0 0,-1-1 0,0 1 0,1 0 0,-1 0 0,1 0 0,-1 0 0,1 0 0,0 0 0,-1 0 0,1 0 0,0 0 0,2-1 0,-2 1 0,1 0 0,-1 0 0,1 1 0,0-1 0,-1 1 0,1-1 0,0 1 0,-1 0 0,1-1 0,0 1 0,0 0 0,-1 0 0,4 1 0,2 0 0,0 0 0,-1 0 0,1 1 0,-1 0 0,0 1 0,13 5 0,4 6 0,48 29 0,-63-37 0,0 0 0,-1 1 0,1 0 0,-1 0 0,-1 0 0,8 11 0,-13-16 0,0 0 0,1-1 0,-1 1 0,0 0 0,0 0 0,0 0 0,-1 0 0,1 1 0,0-1 0,-1 0 0,0 0 0,1 0 0,-1 0 0,0 1 0,0-1 0,0 0 0,0 0 0,-1 1 0,1-1 0,0 0 0,-2 4 0,0-4 0,1 1 0,-1-1 0,1 0 0,-1 0 0,0 0 0,0 0 0,0 0 0,0 0 0,0-1 0,0 1 0,0-1 0,-1 1 0,1-1 0,0 0 0,-1 0 0,1 0 0,-5 1 0,-8 3 0,0-2 0,0 1 0,0-2 0,0 0 0,-1-1 0,1 0 0,-27-3 0,35-1 0,9 0 0,13-3 0,80-8 0,159-32 0,-241 43 0,4 0 0,0-2 0,0 1 0,-1-2 0,1 0 0,-1-1 0,19-12 0,-34 18 0,1 1 0,-1-1 0,0 0 0,1 0 0,-1 0 0,0 0 0,0-1 0,1 1 0,-1 0 0,0 0 0,0-1 0,0 1 0,-1-1 0,1 1 0,0-1 0,0 1 0,-1-1 0,1 1 0,-1-1 0,0 0 0,1 1 0,-1-1 0,0 0 0,0 1 0,0-1 0,0 0 0,0 1 0,0-1 0,-1 0 0,1 1 0,0-1 0,-1 1 0,1-1 0,-1 1 0,0-1 0,1 1 0,-1-1 0,0 1 0,0-1 0,0 1 0,0 0 0,0-1 0,-2 0 0,-1-3 0,0 2 0,-1-1 0,1 0 0,0 1 0,-1 0 0,0 0 0,0 0 0,0 1 0,0-1 0,0 1 0,-11-2 0,13 3 0,1 1 0,0-1 0,-1 1 0,1 0 0,0 0 0,-1 0 0,1 1 0,0-1 0,-1 1 0,1-1 0,0 1 0,0-1 0,-1 1 0,1 0 0,0 0 0,0 0 0,0 1 0,0-1 0,0 0 0,0 1 0,1-1 0,-1 1 0,0 0 0,1-1 0,-1 1 0,1 0 0,0 0 0,-1 0 0,1 0 0,0 0 0,0 0 0,0 0 0,0 4 0,-1-2 0,1 0 0,1 1 0,-1-1 0,0 0 0,1 1 0,0-1 0,0 0 0,0 1 0,1-1 0,-1 0 0,1 1 0,0-1 0,0 0 0,1 0 0,-1 1 0,1-1 0,3 5 0,1-1 0,1 1 0,0-1 0,1 0 0,-1-1 0,2 1 0,-1-2 0,1 1 0,0-1 0,0 0 0,18 7 0,-11-6 0,0-1 0,1 0 0,0-1 0,0-1 0,34 3 0,-48-6 0,-1-1 0,1 0 0,0 0 0,0 0 0,0 0 0,0 0 0,0-1 0,-1 1 0,1-1 0,0 0 0,0 0 0,-1 0 0,1 0 0,0 0 0,-1 0 0,0-1 0,1 0 0,-1 1 0,0-1 0,1 0 0,-1 0 0,0 0 0,0 0 0,-1 0 0,1-1 0,0 1 0,-1-1 0,0 1 0,1-1 0,-1 1 0,0-1 0,0 0 0,0 1 0,-1-1 0,1 0 0,-1 0 0,1 0 0,-1 0 0,0 0 0,0 1 0,0-1 0,-1 0 0,1 0 0,-1 0 0,1 0 0,-3-5 0,-10-17-1365,7 15-5461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4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169 524 24575,'6'-8'0,"0"-1"0,-1 0 0,0 0 0,-1 0 0,1 0 0,-2-1 0,0 1 0,0-1 0,0 0 0,-2 0 0,3-19 0,-4 9 0,-1 1 0,0-1 0,-2 1 0,0-1 0,-1 1 0,-1 0 0,-11-27 0,4 17 0,-2 1 0,-1 1 0,-35-50 0,24 47 0,24 28 0,0 0 0,0 0 0,0 1 0,-1-1 0,1 0 0,0 1 0,-1 0 0,1-1 0,-1 1 0,1 0 0,-5-1 0,6 2 0,0 0 0,0 0 0,0 0 0,0 0 0,0 0 0,0 0 0,0 0 0,0 0 0,0 0 0,0 1 0,0-1 0,1 0 0,-1 1 0,0-1 0,0 1 0,0-1 0,0 1 0,0-1 0,1 1 0,-2 1 0,0-1 0,1 1 0,0-1 0,0 1 0,0 0 0,0 0 0,0 0 0,0-1 0,1 1 0,-2 4 0,1 3 0,-1-1 0,2 1 0,-1 14 0,1-19 0,0 12 0,1 1 0,0-1 0,1 0 0,0 0 0,1 1 0,1-2 0,1 1 0,0 0 0,2-1 0,10 21 0,2-3 0,2-1 0,0-2 0,50 54 0,-52-64 0,1-2 0,1-1 0,1 0 0,0-2 0,1 0 0,30 13 0,-42-22 0,1-1 0,0-1 0,1 0 0,-1-1 0,1 0 0,-1-1 0,1 0 0,0-1 0,19-1 0,-24 0 0,0-1 0,0 0 0,0 0 0,0 0 0,0-1 0,-1 0 0,12-5 0,-14 4 0,0 0 0,0 0 0,0 0 0,-1 0 0,1 0 0,-1-1 0,0 0 0,0 0 0,0 0 0,-1-1 0,5-6 0,-2 2 0,-2 0 0,1 0 0,-1 0 0,0-1 0,-1 0 0,0 1 0,-1-1 0,0 0 0,0 0 0,-1-1 0,0 1 0,-2-16 0,1 19 0,-1 1 0,0-1 0,0 0 0,-1 1 0,0-1 0,0 1 0,-1 0 0,0 0 0,0 0 0,0 0 0,-1 0 0,0 1 0,0-1 0,0 1 0,-1 0 0,1 0 0,-1 1 0,0-1 0,-1 1 0,-5-3 0,7 4 0,1 1 0,-1 0 0,0 0 0,0 0 0,0 1 0,0-1 0,-9-1 0,11 3 0,0 0 0,-1 0 0,1 0 0,0 0 0,-1 1 0,1-1 0,0 1 0,0 0 0,-1-1 0,1 1 0,0 0 0,0 0 0,0 0 0,0 1 0,0-1 0,-3 3 0,0 1 0,-1-1 0,1 2 0,-1-1 0,1 1 0,1-1 0,-1 1 0,1 1 0,-6 10 0,9-15 0,0 1 0,0-1 0,0 1 0,0-1 0,1 1 0,-1-1 0,1 1 0,-1 0 0,1-1 0,0 1 0,0-1 0,0 1 0,1 0 0,-1-1 0,1 1 0,-1-1 0,1 1 0,0-1 0,0 1 0,0-1 0,0 1 0,0-1 0,0 0 0,1 0 0,-1 0 0,1 0 0,0 0 0,2 2 0,3 3 0,1-1 0,0-1 0,0 1 0,0-1 0,1-1 0,9 5 0,58 17 0,-69-24 0,27 8 0,0-2 0,0-2 0,52 4 0,105-7 0,-171-4 0,-14 1-112,-3 1 15,0-1 1,0 0 0,0 0-1,0-1 1,0 1 0,0-1-1,1 1 1,-1-1-1,-1 0 1,1 0 0,0 0-1,4-3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5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0 24575,'-8'1'0,"1"1"0,0-1 0,0 1 0,-1 0 0,1 1 0,0-1 0,-11 8 0,17-9 0,-1 0 0,0 0 0,1 0 0,-1 1 0,0-1 0,1 1 0,0-1 0,-1 1 0,1 0 0,0 0 0,0-1 0,0 1 0,0 0 0,0 0 0,0 0 0,1 0 0,-1 0 0,1 0 0,-1 0 0,1 0 0,0 1 0,0-1 0,0 0 0,0 0 0,0 0 0,0 0 0,0 0 0,1 0 0,-1 0 0,1 0 0,1 3 0,2 5 0,0-1 0,1 0 0,0 0 0,0-1 0,1 0 0,13 15 0,-3-6 0,35 28 0,43 22 0,-93-67 0,0 1 0,0 0 0,0 0 0,0 0 0,0 0 0,-1 0 0,1-1 0,0 1 0,0 1 0,-1-1 0,1 0 0,-1 0 0,1 0 0,0 2 0,-1-2 0,0-1 0,0 1 0,0 0 0,0-1 0,0 1 0,0-1 0,0 1 0,0 0 0,-1-1 0,1 1 0,0-1 0,0 1 0,-1-1 0,1 1 0,0-1 0,-1 1 0,1-1 0,0 1 0,-1-1 0,1 1 0,-1 0 0,-3 1 0,0 1 0,1-1 0,-1 0 0,0 0 0,0-1 0,-8 3 0,-17 3 0,-51 8 0,34-8 0,-95 11 41,79-12-1447,30-2-5420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5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721 16 24575,'-584'16'0,"484"-16"0,95 0 0,3 0 0,0 0 0,0 0 0,0 0 0,0 0 0,0 0 0,0 0 0,0-1 0,0 1 0,0 0 0,0-1 0,0 0 0,0 0 0,0 1 0,-1-2 0,3 1 0,0 1 0,0 0 0,0 0 0,0 0 0,0-1 0,0 1 0,0 0 0,0 0 0,0-1 0,0 1 0,0 0 0,0 0 0,0 0 0,0-1 0,0 1 0,1 0 0,-1 0 0,0 0 0,0 0 0,0-1 0,0 1 0,0 0 0,1 0 0,-1 0 0,0 0 0,0 0 0,0 0 0,1-1 0,-1 1 0,0 0 0,0 0 0,0 0 0,1 0 0,-1 0 0,0 0 0,1 0 0,10-4 0,-10 3 0,10-2-273,1 0 0,-1 0 0,1 1 0,13 0 0,-8 1-6553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6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316 135 24575,'-92'-46'0,"-126"-42"0,213 88 0,14 7 0,25 13 0,-23-13 0,75 41 0,-42-24 0,-2 1 0,76 59 0,-117-84 0,-1 1 0,1-1 0,0 1 0,-1 0 0,1-1 0,0 1 0,-1 0 0,1-1 0,-1 1 0,1 0 0,-1 0 0,1-1 0,-1 1 0,0 0 0,1 0 0,-1 0 0,0 0 0,0-1 0,1 1 0,-1 0 0,0 0 0,0 2 0,0-3 0,-1 1 0,1 0 0,-1 0 0,1 0 0,-1-1 0,1 1 0,-1 0 0,0-1 0,1 1 0,-1 0 0,0-1 0,1 1 0,-1-1 0,0 1 0,0-1 0,1 1 0,-1-1 0,-1 1 0,-7 2 0,1-1 0,-1 0 0,-15 2 0,16-3 0,-110 13 93,-23 5-1551,121-15-5368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8 24575,'-2'-1'0,"0"0"0,0 0 0,0 0 0,0 0 0,0 0 0,0 1 0,-1-1 0,1 1 0,0-1 0,-1 1 0,1 0 0,-4 0 0,5 0 0,0 1 0,1-1 0,-1 0 0,0 0 0,1 1 0,-1-1 0,1 0 0,-1 1 0,1-1 0,-1 0 0,1 1 0,-1-1 0,1 1 0,0-1 0,-1 1 0,1-1 0,-1 1 0,1 0 0,-1 1 0,0-1 0,1 1 0,0-1 0,-1 1 0,1 0 0,0-1 0,0 1 0,0-1 0,0 1 0,0 2 0,2 6 0,0 0 0,1 1 0,0-1 0,0 0 0,1-1 0,5 10 0,34 54 0,-36-61 0,1-1 0,1 0 0,-1-1 0,2 0 0,18 16 0,-22-22 0,0 1 0,1-1 0,-1 0 0,1-1 0,0 1 0,0-1 0,0-1 0,0 1 0,1-1 0,-1-1 0,14 2 0,-13-2 0,-1-1 0,1 0 0,0 0 0,-1-1 0,1 0 0,-1 0 0,1-1 0,-1 0 0,13-5 0,-16 5 0,1-1 0,-1 0 0,0 0 0,0 0 0,0 0 0,0 0 0,0-1 0,-1 0 0,0 0 0,0 0 0,0 0 0,0 0 0,-1-1 0,1 1 0,2-8 0,-1 0 0,-1 0 0,0 0 0,-1 0 0,0 0 0,-1 0 0,0 0 0,-1-20 0,1 43 0,1 0 0,0 0 0,1 0 0,0 0 0,1 0 0,4 10 0,-4-13 0,0 0 0,0-1 0,0 1 0,1-1 0,0 0 0,0-1 0,1 1 0,0-1 0,11 9 0,-14-13-136,0 0-1,0-1 1,0 1-1,1-1 1,-1 0-1,0 0 1,1 0-1,-1 0 0,6 0 1,3 0-6690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7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 24575,'-19'7'0,"1"1"0,-1 1 0,1 1 0,1 0 0,-20 16 0,32-22 0,0 1 0,1-1 0,0 0 0,0 1 0,0 0 0,1 0 0,0 0 0,0 1 0,-4 8 0,5-10 0,1 0 0,0 0 0,0 1 0,1-1 0,-1 1 0,1-1 0,0 0 0,0 1 0,0-1 0,1 1 0,0-1 0,-1 0 0,1 1 0,3 6 0,-1-4 0,0-1 0,0 0 0,1-1 0,-1 1 0,1 0 0,1-1 0,-1 0 0,1 0 0,-1 0 0,2-1 0,6 6 0,7 2 0,40 21 0,-25-15 0,-33-18 0,0 1 0,0-1 0,0 1 0,-1-1 0,1 1 0,0-1 0,0 1 0,0 0 0,-1 0 0,1-1 0,0 1 0,0 1 0,-1-1 0,0-1 0,0 0 0,1 0 0,-1 1 0,0-1 0,0 0 0,0 0 0,0 1 0,0-1 0,0 0 0,0 0 0,-1 1 0,1-1 0,0 0 0,0 0 0,0 1 0,0-1 0,0 0 0,0 0 0,0 0 0,0 1 0,-1-1 0,1 0 0,0 0 0,0 0 0,0 1 0,-1-1 0,1 0 0,0 0 0,0 0 0,-1 0 0,-2 2 0,0-1 0,0 1 0,0-1 0,0 0 0,-1-1 0,-3 2 0,-18 1-682,-48 2-1,50-5-6143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24575,'1'9'0,"0"0"0,1 0 0,0-1 0,1 1 0,6 15 0,-1-2 0,18 43 0,66 121 0,-9-26 0,-68-127 0,-2 0 0,10 36 0,-26-90-53,1-1 0,2-38 0,1 30-1153,-1 15-5620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10 24575,'-33'3'0,"-17"0"0,-7 0 0,0 0 0,3-1 0,5-1 0,3-3 0,5-1 0,3 0 0,4 0 0,4 1 0,3 0 0,3 2 0,3-1 0,2-1 0,3-2 0,3 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79 24575,'-8'-5'0,"-8"-4"0,-32-14 0,43 21 0,0 0 0,0 1 0,0-1 0,0 1 0,0 1 0,0-1 0,0 1 0,0-1 0,0 2 0,0-1 0,-9 2 0,12-2 0,1 0 0,0 1 0,-1-1 0,1 0 0,0 1 0,0-1 0,0 1 0,0 0 0,-1-1 0,1 1 0,0 0 0,0-1 0,0 1 0,0 0 0,1 0 0,-1 0 0,0 0 0,0 0 0,0 0 0,1 0 0,-1 0 0,0 1 0,0 0 0,1 0 0,0 1 0,0-1 0,-1 0 0,1 0 0,1 0 0,-1 0 0,0 0 0,0 0 0,1 0 0,-1 0 0,1 0 0,0 0 0,1 2 0,2 6 0,2-1 0,-1 0 0,2 0 0,9 11 0,-7-9 0,1-1 0,0-1 0,1 1 0,0-2 0,0 1 0,1-1 0,16 7 0,-19-10 0,1-1 0,0 0 0,-1-1 0,2 0 0,-1-1 0,0 0 0,0 0 0,1-1 0,-1 0 0,16-2 0,-23 1 0,0 0 0,0-1 0,-1 1 0,1-1 0,0 0 0,-1 0 0,1 0 0,-1 0 0,1 0 0,-1-1 0,0 1 0,1-1 0,-1 1 0,0-1 0,0 0 0,0 0 0,0 0 0,-1 0 0,1 0 0,0 0 0,-1-1 0,1 1 0,-1-1 0,0 1 0,0-1 0,0 1 0,0-1 0,0 1 0,-1-1 0,1 0 0,-1 0 0,0-3 0,1-1 0,-1 0 0,0 1 0,-1-1 0,1 0 0,-1 0 0,-1 0 0,1 0 0,-1 1 0,0-1 0,-1 1 0,-5-12 0,3 11 9,1 1 1,0 0-1,-1 0 0,0 0 0,-1 1 1,1-1-1,-1 1 0,0 0 0,-1 1 0,1 0 1,-1 0-1,-14-6 0,10 5-195,-1 2 1,0-1-1,0 2 0,0 0 1,0 0-1,-1 1 1,-15 0-1,11 2-6640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9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24575,'0'7'0,"1"0"0,0 1 0,0-1 0,1 0 0,0 0 0,0-1 0,0 1 0,1 0 0,0-1 0,0 1 0,1-1 0,0 0 0,0 0 0,0 0 0,1-1 0,8 8 0,-3-4 0,1 0 0,0-1 0,0 0 0,0-1 0,1 0 0,0-1 0,25 9 0,-27-12 0,1 0 0,-1 0 0,1-1 0,-1-1 0,21 1 0,-27-2 0,0 0 0,0 0 0,-1 0 0,1-1 0,0 0 0,0 0 0,-1 0 0,1 0 0,-1 0 0,1-1 0,-1 1 0,0-1 0,1 0 0,-1 0 0,0 0 0,0-1 0,0 1 0,-1-1 0,6-5 0,-3-2 0,1 0 0,-2 0 0,1 0 0,-1-1 0,-1 0 0,0 0 0,0 0 0,-1 0 0,1-17 0,-6 11 0,0 10 0,4 15 15,1 1 0,0-1 0,1 0 0,0 0 0,0 0 0,1 0 0,8 14 0,-1-6-510,0 0 0,19 19 0,-16-21-6331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0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 24575,'-5'-1'0,"-1"0"0,0 1 0,0 0 0,0 0 0,1 0 0,-1 0 0,0 1 0,0 0 0,0 0 0,1 1 0,-1 0 0,-5 2 0,8-2 0,0 0 0,0 0 0,0-1 0,0 2 0,1-1 0,-1 0 0,1 0 0,-1 1 0,1-1 0,0 1 0,0 0 0,0 0 0,1 0 0,-1 0 0,1 0 0,-1 0 0,1 0 0,0 0 0,0 1 0,0-1 0,1 0 0,-1 4 0,0 0 0,1 1 0,0-1 0,0 0 0,1 0 0,0 0 0,0 0 0,0 0 0,1 0 0,0 0 0,0-1 0,1 1 0,0-1 0,6 10 0,-1-5 0,0 0 0,1 0 0,0-1 0,1 0 0,21 17 0,86 54 0,-116-80 0,0 0 0,0-1 0,0 1 0,0 0 0,0-1 0,-1 1 0,1 0 0,0 0 0,-1-1 0,1 1 0,0 0 0,-1 0 0,1 0 0,-1 0 0,0 0 0,1 0 0,-1 0 0,0 0 0,1 0 0,-1 1 0,0-1 0,0 0 0,-1 0 0,1-1 0,0 1 0,-1 0 0,1-1 0,0 1 0,-1 0 0,1-1 0,-1 1 0,1-1 0,-1 1 0,1-1 0,-1 1 0,0-1 0,1 1 0,-1-1 0,1 0 0,-1 1 0,0-1 0,0 1 0,-4 1 0,0-1 0,0 1 0,-1-1 0,1 0 0,0 0 0,-8 0 0,8-1 0,-29 0 0,33 0 0,-1 0 0,1 0 0,-1-1 0,1 1 0,0 0 0,-1-1 0,1 1 0,0-1 0,-1 1 0,1-1 0,0 1 0,0-1 0,-1 0 0,1 0 0,0 0 0,0 0 0,0 0 0,0 0 0,-1-1 0,2 1 0,0 0 0,0 1 0,0-1 0,0 0 0,0 1 0,0-1 0,0 0 0,0 1 0,0-1 0,0 0 0,1 0 0,-1 1 0,0-1 0,1 1 0,-1-1 0,0 0 0,1 1 0,-1-1 0,1 1 0,-1-1 0,0 1 0,1-1 0,0 1 0,-1-1 0,1 1 0,-1-1 0,1 1 0,-1 0 0,1-1 0,0 1 0,-1 0 0,1-1 0,1 1 0,24-10 0,43-5 0,-4 1 0,77-27 0,-136 39 0,0-1 0,0 1 0,-1-1 0,1 0 0,-1-1 0,0 1 0,1-1 0,-2 0 0,7-6 0,-9 7 0,1 0 0,-1-1 0,1 0 0,-1 1 0,0-1 0,0 0 0,-1 0 0,1 0 0,-1 0 0,0 0 0,0 0 0,0 0 0,-1-1 0,1-5 0,-1 5 0,0 1 0,0-1 0,0 1 0,-1-1 0,0 1 0,0 0 0,0-1 0,0 1 0,0 0 0,-1 0 0,0 0 0,0 0 0,-3-5 0,3 6 0,-1 1 0,1 0 0,0 0 0,0 0 0,-1 0 0,1 0 0,-1 0 0,0 1 0,1-1 0,-1 1 0,0 0 0,0-1 0,0 2 0,0-1 0,0 0 0,0 0 0,0 1 0,0 0 0,0 0 0,-4 0 0,4 0 0,-1 1 0,0-1 0,0 1 0,0 0 0,1 0 0,-1 0 0,1 1 0,-1 0 0,1-1 0,-1 1 0,1 0 0,0 1 0,0-1 0,0 0 0,0 1 0,1 0 0,-1 0 0,0-1 0,1 2 0,0-1 0,0 0 0,-2 4 0,2-3 0,0-1 0,0 0 0,1 1 0,0-1 0,-1 1 0,1 0 0,1-1 0,-1 1 0,0 0 0,1 0 0,0-1 0,0 1 0,0 0 0,0 0 0,1-1 0,-1 1 0,1 0 0,0 0 0,0-1 0,0 1 0,1-1 0,2 5 0,1-1 0,0-1 0,0 0 0,1 0 0,0-1 0,0 1 0,1-1 0,-1-1 0,1 1 0,0-1 0,11 5 0,1-1 0,0-1 0,39 10 0,-18-11 0,0-1 0,0-2 0,73-4 0,-64 0 0,-42 1-119,-3 0-20,0 0 1,-1 0-1,1 0 1,0-1 0,0 1-1,-1-1 1,1 0-1,7-3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2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27 24575,'-14'-9'0,"12"7"0,-1 0 0,0 0 0,1 0 0,-1 1 0,0-1 0,0 1 0,0-1 0,0 1 0,-1 0 0,-3 0 0,7 1 0,0 0 0,0 0 0,-1 0 0,1 0 0,0 0 0,0 0 0,-1 0 0,1 0 0,0 0 0,0 0 0,-1 1 0,1-1 0,0 0 0,0 0 0,-1 0 0,1 0 0,0 1 0,0-1 0,0 0 0,0 0 0,-1 0 0,1 1 0,0-1 0,0 0 0,0 0 0,0 1 0,0-1 0,0 0 0,0 0 0,-1 1 0,1-1 0,0 0 0,0 1 0,0-1 0,0 0 0,0 0 0,0 1 0,0-1 0,1 0 0,-1 0 0,0 1 0,0-1 0,0 0 0,0 0 0,0 1 0,0-1 0,5 15 0,-4-13 0,12 26 0,1-1 0,1 0 0,2-1 0,28 34 0,-35-49 0,0 1 0,2-1 0,-1-1 0,1 0 0,24 15 0,-36-25 0,1 0 0,-1 1 0,1-1 0,-1 0 0,1 1 0,-1-1 0,1 0 0,-1 0 0,1 0 0,0 1 0,-1-1 0,1 0 0,-1 0 0,1 0 0,-1 0 0,1 0 0,0 0 0,-1 0 0,1 0 0,-1 0 0,1-1 0,0 1 0,-1 0 0,1 0 0,-1 0 0,1-1 0,0 0 0,0 0 0,-1 1 0,1-1 0,0 0 0,-1 0 0,1 0 0,-1 0 0,1 0 0,-1 0 0,0 0 0,1 0 0,-1 0 0,0-2 0,1-4 0,0-1 0,-1 0 0,0-10 0,-1 12 0,-1-27 0,-12-52 0,7 47 0,7 37 0,0 0 0,-1 0 0,1 0 0,0 0 0,0 0 0,0 0 0,0 0 0,0 0 0,0 0 0,0 0 0,0 0 0,1 0 0,-1 0 0,0 0 0,1-1 0,-1 1 0,1 1 0,-1 0 0,0 0 0,0 0 0,1-1 0,-1 1 0,0 0 0,1 0 0,-1 0 0,0 0 0,0 0 0,1 0 0,-1 0 0,0 0 0,1 0 0,-1 0 0,0 0 0,1 0 0,-1 0 0,0 0 0,1 0 0,-1 0 0,0 0 0,1 0 0,-1 0 0,0 0 0,1 0 0,-1 0 0,1 1 0,2 1 0,0 0 0,0 0 0,0 1 0,0-1 0,0 1 0,3 3 0,118 122 0,-101-108 0,1 0 0,1-2 0,47 28 0,-70-45 0,-1 0 0,1 0 0,0 0 0,0 0 0,0-1 0,0 1 0,0-1 0,0 1 0,0-1 0,0 0 0,0 1 0,0-1 0,0 0 0,0 0 0,0-1 0,0 1 0,0 0 0,0-1 0,0 1 0,4-2 0,-4 0 0,-1 1 0,1 0 0,0-1 0,-1 1 0,1-1 0,-1 0 0,0 1 0,1-1 0,-1 0 0,0 0 0,0 0 0,0 0 0,0 0 0,0 0 0,-1 0 0,1 0 0,-1-1 0,1 1 0,-1-3 0,2-16 0,-1 1 0,-3-29 0,1 29 0,0 0 0,3-26 0,-2 46 0,1-1 0,-1 1 0,0 0 0,0-1 0,0 1 0,0 0 0,0-1 0,0 1 0,0 0 0,0-1 0,1 1 0,-1 0 0,0-1 0,0 1 0,0 0 0,1 0 0,-1-1 0,0 1 0,0 0 0,1 0 0,-1 0 0,0-1 0,0 1 0,1 0 0,-1 0 0,0 0 0,1 0 0,-1 0 0,0-1 0,1 1 0,-1 0 0,0 0 0,1 0 0,-1 0 0,0 0 0,1 0 0,-1 0 0,0 0 0,1 0 0,-1 0 0,0 0 0,1 1 0,-1-1 0,0 0 0,0 0 0,1 0 0,-1 0 0,0 0 0,1 1 0,-1-1 0,0 0 0,18 13 0,-16-12 0,45 38 0,-12-9 0,39 25 0,-42-35 0,65 40 0,-89-57-1365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2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2 24575,'-5'-1'0,"0"1"0,0-1 0,0 1 0,-1 0 0,1 0 0,0 1 0,0 0 0,-1 0 0,1 0 0,0 0 0,0 1 0,0 0 0,0 0 0,-7 4 0,9-4 0,0 1 0,0-1 0,0 0 0,0 1 0,1 0 0,-1 0 0,1-1 0,0 1 0,0 1 0,0-1 0,0 0 0,1 0 0,-1 1 0,1-1 0,0 1 0,0-1 0,0 1 0,0-1 0,1 1 0,-1 0 0,1 6 0,0-6 0,0-1 0,1 0 0,-1 0 0,1 0 0,-1 1 0,1-1 0,0 0 0,1 0 0,-1 0 0,0 0 0,1-1 0,-1 1 0,1 0 0,0-1 0,0 1 0,0-1 0,0 1 0,1-1 0,-1 0 0,1 0 0,-1 0 0,1 0 0,0 0 0,-1-1 0,4 2 0,-2-1 0,0-1 0,0 0 0,1 1 0,-1-2 0,0 1 0,0 0 0,0-1 0,1 0 0,-1 1 0,0-2 0,1 1 0,-1-1 0,0 1 0,0-1 0,0 0 0,0 0 0,0-1 0,6-2 0,-4 0 0,0 1 0,0-1 0,0-1 0,0 1 0,-1-1 0,0 0 0,0 0 0,0-1 0,-1 0 0,1 1 0,-2-2 0,1 1 0,0 0 0,-1-1 0,0 1 0,-1-1 0,4-13 0,-6 19 0,0 0 0,0 0 0,1 0 0,-1 0 0,0 0 0,1 0 0,-1 1 0,1-1 0,-1 0 0,1 0 0,0 0 0,-1 0 0,1 0 0,0 1 0,-1-1 0,1 0 0,0 1 0,1-2 0,-1 2 0,-1 0 0,1 0 0,0 0 0,0 0 0,-1 0 0,1 0 0,0 0 0,-1 0 0,1 0 0,0 0 0,-1 0 0,1 0 0,0 1 0,-1-1 0,1 0 0,0 0 0,-1 1 0,1-1 0,-1 0 0,2 2 0,3 2 0,0 0 0,-1 1 0,0 0 0,7 9 0,-7-8 0,9 12-455,1-1 0,19 18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3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24575,'3'2'0,"1"0"0,-1 1 0,0-1 0,0 1 0,0 0 0,0-1 0,-1 1 0,5 6 0,16 29 0,-17-28 0,141 221 0,-51-86 0,-59-84-1365,-31-51-5461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3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15 24575,'-28'-2'0,"-13"-2"0,-4 1 0,4 0 0,5 1 0,4 1 0,5 3 0,1 1 0,4 3 0,2 0 0,2 0 0,4-2-8191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24575,'7'33'0,"1"-1"0,2 0 0,1 0 0,1-1 0,2 0 0,1-1 0,2-1 0,22 31 0,-24-39 0,0-1 0,2-1 0,1 0 0,0-2 0,1 0 0,30 21 0,-48-38 0,0 1 0,0 0 0,0-1 0,0 1 0,0-1 0,0 1 0,0-1 0,0 1 0,0-1 0,0 0 0,0 0 0,0 1 0,0-1 0,0 0 0,0 0 0,1 0 0,-1 0 0,0 0 0,0 0 0,0-1 0,2 1 0,-3-1 0,1 0 0,0 1 0,0-1 0,0 0 0,-1 0 0,1 1 0,0-1 0,0 0 0,-1 0 0,1 0 0,-1 0 0,1 0 0,-1 0 0,0 0 0,1 0 0,-1 0 0,1-2 0,0-6 0,0 0 0,-1 0 0,1-1 0,-3-10 0,2 10 0,-2-12 0,1 15 0,1-1 0,-1 1 0,1 0 0,1-1 0,-1 1 0,1 0 0,2-10 0,-2 15 0,0 1 0,-1 0 0,1 0 0,0 0 0,-1 0 0,1-1 0,0 1 0,0 0 0,0 0 0,0 1 0,0-1 0,0 0 0,0 0 0,0 0 0,1 1 0,-1-1 0,0 0 0,0 1 0,1-1 0,-1 1 0,0 0 0,1-1 0,-1 1 0,0 0 0,1 0 0,-1 0 0,0 0 0,1 0 0,-1 0 0,1 0 0,-1 1 0,0-1 0,0 0 0,1 1 0,1 0 0,6 2 0,0 1 0,-1 0 0,0 0 0,8 6 0,-12-8 0,23 14 0,96 62 0,-98-61 0,-10-6 0,1 0 0,30 14 0,-45-24-65,-1-1 0,1 1 0,0-1 0,0 0 0,-1 1 0,1-1 0,0 0 0,0 0 0,0 0 0,-1 1 0,1-1 0,0 0 0,0 0 0,0 0 0,0 0 0,-1-1 0,1 1 0,0 0 0,0 0 0,1-1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1 291 24575,'16'-1'0,"0"-1"0,-1-1 0,1-1 0,0 0 0,-1-1 0,22-10 0,-32 13 0,-1-1 0,1 1 0,-1-1 0,0 0 0,1 0 0,-2-1 0,1 1 0,0-1 0,-1 0 0,1 0 0,-1 0 0,0 0 0,-1 0 0,1-1 0,-1 1 0,0-1 0,0 0 0,0 0 0,0 0 0,-1 0 0,0 0 0,0 0 0,0-10 0,0 1 0,-1-1 0,0 1 0,-1 0 0,0-1 0,-2 1 0,-6-26 0,8 39 0,1-1 0,-1 1 0,0 0 0,1-1 0,-1 1 0,0 0 0,0-1 0,0 1 0,0 0 0,0 0 0,0 0 0,0 0 0,-1 0 0,1 0 0,0 0 0,0 0 0,-1 0 0,1 1 0,-1-1 0,1 0 0,0 1 0,-1-1 0,1 1 0,-1 0 0,0 0 0,1-1 0,-1 1 0,1 0 0,-1 0 0,1 0 0,-1 1 0,1-1 0,-1 0 0,1 0 0,-1 1 0,1-1 0,-1 1 0,-1 0 0,-1 1 0,0 0 0,0 0 0,0 1 0,0-1 0,0 1 0,1-1 0,-1 1 0,1 0 0,0 1 0,0-1 0,0 0 0,-3 6 0,3-2 0,0 1 0,1-1 0,-1 1 0,1 0 0,1 0 0,0 0 0,0 0 0,0 0 0,1 0 0,0 0 0,1 0 0,0 0 0,0 0 0,0 0 0,1 0 0,1-1 0,-1 1 0,1-1 0,0 1 0,6 7 0,-5-9 0,1-1 0,0 0 0,0-1 0,1 1 0,0-1 0,-1 0 0,1 0 0,1-1 0,-1 0 0,0 0 0,9 3 0,3-1 0,-1 0 0,1 0 0,21 1 0,-7-4-524,33-1 0,-61-1 207,9-1-6509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5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24575,'45'49'0,"-28"-30"0,1 0 0,0-1 0,1-1 0,25 17 0,-42-33 0,-1 0 0,0 0 0,0-1 0,1 1 0,-1 0 0,0-1 0,1 1 0,-1-1 0,1 1 0,-1-1 0,0 0 0,1 1 0,-1-1 0,1 0 0,-1 0 0,1 0 0,-1 0 0,1 0 0,-1-1 0,1 1 0,-1 0 0,1-1 0,-1 1 0,0-1 0,1 1 0,-1-1 0,0 0 0,1 0 0,-1 1 0,0-1 0,0 0 0,0 0 0,1 0 0,-1 0 0,0 0 0,1-3 0,0 0 0,1 1 0,-1-1 0,0-1 0,0 1 0,-1 0 0,0 0 0,1-1 0,-1 1 0,-1-1 0,2-8 0,-2 8 0,0 0 0,0 1 0,1-1 0,0 0 0,0 0 0,2-5 0,-3 9 0,1 1 0,-1-1 0,0 0 0,1 1 0,-1-1 0,1 1 0,-1-1 0,1 0 0,-1 1 0,1-1 0,-1 1 0,1-1 0,-1 1 0,1 0 0,0-1 0,-1 1 0,1-1 0,0 1 0,0 0 0,0 0 0,0-1 0,1 1 0,-1 1 0,0-1 0,0 0 0,0 0 0,0 0 0,0 1 0,0-1 0,0 0 0,0 1 0,0-1 0,0 1 0,0-1 0,0 1 0,2 1 0,41 32 0,-33-25 0,1 0 0,0 0 0,0-1 0,1-1 0,0 0 0,0 0 0,16 5 0,-24-11 0,0 1 0,0-1 0,1 1 0,-1-1 0,0 0 0,1-1 0,5 1 0,-9-1 0,0-1 0,0 1 0,1-1 0,-1 1 0,0-1 0,0 0 0,0 0 0,0 0 0,0 0 0,0 0 0,0-1 0,-1 1 0,1 0 0,0-1 0,-1 0 0,1 1 0,-1-1 0,2-2 0,18-30 0,-18 27 0,0 1 0,1-1 0,0 1 0,10-11 0,-12 15 0,-1 1 0,1-1 0,0 1 0,0 0 0,0-1 0,0 1 0,0 0 0,0 0 0,0 0 0,1 1 0,-1-1 0,0 0 0,0 1 0,1 0 0,-1-1 0,0 1 0,1 0 0,-1 0 0,0 0 0,4 1 0,4 2 0,1 0 0,0 1 0,-1 0 0,1 1 0,-1 0 0,-1 1 0,13 8 0,3 2 0,-1-2-455,-1 2 0,33 28 0,-45-35-6371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1 24575,'-229'31'0,"226"-30"0,-3 0 0,-1 0 0,1 1 0,0 0 0,0 0 0,-9 5 0,14-6 0,-1 0 0,1-1 0,0 1 0,0 0 0,0 0 0,1 0 0,-1 0 0,0-1 0,0 1 0,0 1 0,1-1 0,-1 0 0,0 0 0,1 0 0,-1 0 0,1 0 0,-1 1 0,1-1 0,0 0 0,0 0 0,-1 1 0,1-1 0,0 0 0,0 0 0,0 1 0,0-1 0,0 0 0,1 0 0,-1 1 0,0-1 0,1 0 0,-1 0 0,0 1 0,2 1 0,0 1 0,0 0 0,0-1 0,1 1 0,0-1 0,-1 1 0,1-1 0,0 0 0,1 0 0,-1 0 0,0 0 0,1 0 0,0-1 0,-1 0 0,1 0 0,0 0 0,0 0 0,8 2 0,0-1 0,0 0 0,0-1 0,0 0 0,0-1 0,15 0 0,-17-1 0,0-1 0,0 0 0,0 0 0,0-1 0,10-3 0,-17 4 0,0 0 0,-1-1 0,1 1 0,-1 0 0,1-1 0,-1 1 0,1-1 0,-1 0 0,4-3 0,-5 3 0,0 1 0,0 0 0,0 0 0,-1-1 0,1 1 0,0 0 0,-1-1 0,1 1 0,-1-1 0,1 1 0,-1-1 0,0 1 0,0-1 0,0 1 0,0-1 0,0 1 0,0-1 0,0 1 0,-1-3 0,-1-2 0,-2 8 0,0 12 0,4-11 0,0 1 0,1 0 0,-1-1 0,1 1 0,0-1 0,0 1 0,0-1 0,1 1 0,-1-1 0,1 0 0,0 1 0,0-1 0,0 0 0,0 0 0,0 0 0,6 4 0,-5-3 0,1-1 0,-1 0 0,1 0 0,0-1 0,0 1 0,0-1 0,0 1 0,1-1 0,-1 0 0,0-1 0,1 1 0,8 1 0,-9-3-114,1 1 1,0-1-1,-1 0 0,1-1 0,0 1 1,-1-1-1,1 1 0,0-2 0,-1 1 1,1 0-1,3-3 0,6-3-6712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24575,'27'40'0,"-1"2"0,23 52 0,29 94 0,-53-125 0,-11-33 0,-9-19 0,0 0 0,0 0 0,3 14 0,-9-21 0,-4-7 0,-4-10 0,2-2 0,-1-1 0,2 0 0,0-1 0,-6-27 0,12 42 0,0 0 0,-1 0 0,1 0 0,0 1 0,0-1 0,0 0 0,0 0 0,1 0 0,-1 0 0,0 1 0,1-1 0,-1 0 0,1 0 0,0 1 0,-1-1 0,1 0 0,0 1 0,0-1 0,0 1 0,0-1 0,0 1 0,1-1 0,-1 1 0,0 0 0,1 0 0,-1 0 0,1 0 0,-1 0 0,1 0 0,-1 0 0,3-1 0,0 1 0,0 0 0,1 0 0,-1 0 0,0 0 0,0 1 0,0-1 0,0 1 0,1 1 0,-1-1 0,0 0 0,0 1 0,7 2 0,18 6 0,-1 2 0,41 22 0,49 36 0,-103-60 0,28 16 0,-68-34-1365,13 3-5461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24575,'5'-3'0,"2"2"0,0 4 0,1 6 0,-1 5 0,-1-1-8191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7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 24575,'-4'0'0,"0"0"0,0 0 0,1 0 0,-1 1 0,0 0 0,1-1 0,-1 1 0,0 1 0,1-1 0,-1 0 0,1 1 0,0 0 0,-1 0 0,1 0 0,-5 5 0,5-4 0,0 0 0,0 1 0,0-1 0,1 1 0,0 0 0,0 0 0,0 0 0,0 0 0,0 0 0,1 0 0,-2 9 0,2-1 0,-1-1 0,2 1 0,0 0 0,0 0 0,1 0 0,1-1 0,0 1 0,0 0 0,6 13 0,-4-14 12,0 0 0,1-1 0,0 0 0,1 0 0,0 0 0,0-1 0,1 1 0,1-2 0,10 11 0,-15-15-80,1-1 1,1 1-1,-1-1 1,0 0-1,1 0 1,0 0-1,-1-1 1,1 0-1,0 0 1,0 0-1,1 0 1,-1-1-1,0 0 1,1 0-1,-1 0 1,0-1-1,1 0 1,-1 0-1,0 0 1,1 0-1,7-3 1,0-1-6759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8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144 535 24575,'-15'2'0,"2"-1"0,1 1 0,-1 0 0,1 0 0,0 2 0,-14 4 0,24-7 0,-1 0 0,1 1 0,-1-1 0,1 1 0,0-1 0,-1 1 0,1 0 0,0-1 0,0 1 0,0 0 0,1 1 0,-1-1 0,0 0 0,1 0 0,-1 1 0,1-1 0,0 1 0,0-1 0,0 1 0,0 0 0,0-1 0,1 1 0,-1 0 0,1-1 0,0 1 0,0 0 0,0 0 0,0-1 0,0 5 0,1-1 0,1 0 0,-1 0 0,1 0 0,0-1 0,0 1 0,1 0 0,-1-1 0,1 1 0,1-1 0,-1 0 0,1 0 0,0 0 0,0-1 0,5 6 0,-6-8 0,-1 0 0,1 1 0,0-1 0,0 0 0,0 0 0,0-1 0,0 1 0,0-1 0,0 1 0,0-1 0,1 0 0,-1 0 0,1 0 0,-1-1 0,1 1 0,-1-1 0,1 0 0,-1 0 0,1 0 0,-1 0 0,0-1 0,1 1 0,-1-1 0,1 0 0,-1 0 0,4-2 0,-5 2 0,0 0 0,0-1 0,1 1 0,-1-1 0,0 0 0,-1 0 0,1 1 0,0-1 0,0-1 0,-1 1 0,1 0 0,-1 0 0,0 0 0,1-1 0,0-4 0,0 1 0,0-1 0,0 1 0,-1-1 0,1-12 0,-2 23 0,1-1 0,0 1 0,1-1 0,-1 0 0,0 1 0,1-1 0,0 0 0,0 0 0,0 0 0,0 0 0,0 0 0,5 4 0,-1-1 0,0 1 0,0-1 0,1-1 0,0 1 0,9 4 0,-12-7 0,1-1 0,0 0 0,0 0 0,1 0 0,-1-1 0,0 1 0,0-1 0,1-1 0,-1 1 0,1-1 0,5 0 0,-8 0 0,1-1 0,-1 1 0,0-1 0,0 0 0,1 0 0,-1 0 0,0 0 0,0 0 0,0-1 0,0 1 0,0-1 0,0 0 0,-1 0 0,1 0 0,-1 0 0,1-1 0,-1 1 0,4-5 0,-1-2 0,0 0 0,0 0 0,-1-1 0,0 1 0,-1-1 0,0 0 0,-1 0 0,3-16 0,-2-10 0,0-37 0,-3 64 0,0-35 0,-2-1 0,-1 0 0,-3 1 0,-2 0 0,-1 0 0,-30-81 0,37 121 0,1 1 0,-1-1 0,0 1 0,0 0 0,0-1 0,0 1 0,-5-4 0,7 6 0,-1 1 0,1-1 0,-1 1 0,0-1 0,1 1 0,-1-1 0,0 1 0,1 0 0,-1-1 0,0 1 0,1 0 0,-1-1 0,0 1 0,0 0 0,1 0 0,-1 0 0,0 0 0,0 0 0,0 0 0,1 0 0,-1 0 0,0 0 0,0 0 0,1 0 0,-1 0 0,0 1 0,0-1 0,1 0 0,-1 1 0,0-1 0,1 0 0,-1 1 0,0-1 0,1 1 0,-1-1 0,0 1 0,1-1 0,-1 1 0,1-1 0,-1 1 0,1 0 0,-1-1 0,1 2 0,-3 2 0,0 1 0,0-1 0,1 1 0,0 0 0,0-1 0,0 1 0,1 0 0,-1 0 0,1 1 0,0 7 0,-1 5 0,3 31 0,0-21 0,0-6 0,1 0 0,1 0 0,1-1 0,8 27 0,35 82 0,-46-127 0,7 18 0,2 0 0,12 20 0,-16-32 0,0 0 0,0 0 0,1-1 0,0 0 0,0 0 0,14 10 0,-19-17 0,0 1 0,0-1 0,0 0 0,0 1 0,0-1 0,0 0 0,1-1 0,-1 1 0,0 0 0,1-1 0,-1 1 0,1-1 0,-1 1 0,0-1 0,1 0 0,-1 0 0,1 0 0,-1-1 0,1 1 0,-1-1 0,4 0 0,-3-1 0,0 1 0,-1-1 0,1 1 0,-1-1 0,1 0 0,-1 0 0,1 0 0,-1 0 0,0 0 0,0 0 0,0-1 0,0 1 0,-1-1 0,1 0 0,-1 1 0,3-6 0,-1-2 0,0 1 0,0 0 0,-1-1 0,-1 0 0,1-15 0,-2-51 0,-2 38 0,1-1 0,-2-1 0,-17-73 0,-37-71 0,52 163 0,4 17 0,0 0 0,0 0 0,0 0 0,-1 0 0,1 0 0,-1 1 0,0-1 0,-4-6 0,6 10 0,0 0 0,0 0 0,-1 0 0,1 0 0,0 0 0,0 0 0,0 0 0,0 0 0,-1 0 0,1 0 0,0 0 0,0 0 0,0 0 0,0 1 0,0-1 0,-1 0 0,1 0 0,0 0 0,0 0 0,0 0 0,0 0 0,0 0 0,0 1 0,-1-1 0,1 0 0,0 0 0,0 0 0,0 0 0,0 0 0,0 1 0,0-1 0,0 0 0,0 0 0,0 0 0,0 0 0,0 1 0,0-1 0,0 0 0,0 0 0,0 0 0,0 0 0,0 1 0,0-1 0,0 0 0,0 0 0,-1 10 0,2 189 0,0-175 0,2 0 0,0 0 0,1-1 0,2 1 0,8 23 0,-8-31 0,1 0 0,0-1 0,1-1 0,1 1 0,0-1 0,1-1 0,1 1 0,12 11 0,-15-17 0,0 0 0,0-1 0,1 0 0,13 8 0,-17-13 0,1 1 0,-1-1 0,0 0 0,1 0 0,0-1 0,-1 0 0,1 0 0,0 0 0,-1 0 0,8-1 0,-11 0 0,8 0 0,-1 0 0,0-1 0,16-3 0,-22 3 0,-1 0 0,1 0 0,0 0 0,0 0 0,-1 0 0,1-1 0,-1 0 0,1 1 0,-1-1 0,0 0 0,0 0 0,0 0 0,0 0 0,0 0 0,3-5 0,1-4 0,-1 1 0,-1-1 0,0 0 0,0-1 0,3-16 0,1-3 0,-6 45 0,1 1 0,6 18 0,-2-13 0,0 0 0,12 22 0,-15-34 0,0-1 0,0 0 0,1-1 0,0 1 0,0-1 0,1 0 0,-1 0 0,12 9 0,-16-15 0,1 1 0,-1 0 0,0-1 0,0 1 0,0-1 0,0 1 0,0-1 0,1 1 0,-1-1 0,0 0 0,0 1 0,1-1 0,-1 0 0,0 0 0,1 0 0,-1 0 0,0 0 0,0 0 0,1-1 0,1 1 0,-1-1 0,0 0 0,0 0 0,0-1 0,0 1 0,0 0 0,0-1 0,-1 1 0,1-1 0,0 1 0,2-4 0,2-4 0,0-1 0,0 0 0,8-18 0,-10 19 0,2-1 0,-6 10 0,0 0 0,0 0 0,0 0 0,0 0 0,0 0 0,0 0 0,0 0 0,1-1 0,-1 1 0,0 0 0,0 0 0,0 0 0,0 0 0,0 0 0,0 0 0,0 0 0,0 0 0,0 0 0,1 0 0,-1 0 0,0 0 0,0 0 0,0 0 0,0 0 0,0 0 0,0 0 0,0 0 0,1 0 0,-1 0 0,0 0 0,0 0 0,0 0 0,0 0 0,0 0 0,0 0 0,0 0 0,0 1 0,0-1 0,0 0 0,1 0 0,-1 0 0,0 0 0,0 0 0,4 17 0,-3-9 0,6 51 0,-1 78 0,-2-22 0,-2-90 0,5 105 0,-7-99 0,-1 0 0,-7 36 0,7-63 0,1 1 0,-1-1 0,-1 0 0,1 1 0,-1-1 0,1 0 0,-1 0 0,0 0 0,-6 7 0,7-10 0,0 0 0,0 0 0,0 0 0,0 0 0,0-1 0,0 1 0,-1 0 0,1 0 0,0-1 0,0 1 0,-1-1 0,1 1 0,0-1 0,-1 0 0,1 1 0,-1-1 0,1 0 0,-1 0 0,1 0 0,0 0 0,-1 0 0,1 0 0,-1-1 0,1 1 0,0 0 0,-1-1 0,1 1 0,0-1 0,-1 1 0,1-1 0,0 0 0,0 0 0,-3-1 0,0-1 0,0 0 0,0-1 0,0 0 0,0 1 0,1-1 0,0-1 0,0 1 0,0 0 0,0-1 0,0 1 0,1-1 0,0 0 0,0 0 0,-2-9 0,0-2 0,0 0 0,2-1 0,-2-22 0,4 32 17,0-1 0,0 1 1,1 0-1,0 0 0,0-1 0,5-12 0,-5 16-116,0 0 0,1 1 0,0-1 0,0 1 0,0-1 0,0 1 0,0 0 0,1 0 0,-1 0 0,1 0 0,0 0 0,0 1 0,0-1 0,5-2 0,2-1-6727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9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1 24575,'-17'4'0,"0"1"0,-32 14 0,45-18 0,1 1 0,-1 0 0,0 0 0,1 0 0,0 1 0,-1-1 0,1 1 0,0-1 0,0 1 0,1 0 0,-1 0 0,1 1 0,-1-1 0,1 0 0,0 1 0,0 0 0,1-1 0,-1 1 0,-1 5 0,3-6 0,0-1 0,0 1 0,0 0 0,1 0 0,-1 0 0,1 0 0,-1-1 0,1 1 0,0 0 0,0-1 0,0 1 0,0 0 0,1-1 0,-1 0 0,1 1 0,0-1 0,-1 0 0,1 1 0,0-1 0,0 0 0,3 1 0,6 7 0,1-1 0,22 13 0,-27-17 0,26 14 0,1-1 0,1-1 0,0-2 0,39 11 0,-44-17 0,1-2 0,0-1 0,1-1 0,-1-2 0,43-1 0,-66-2 24,1 0 0,0-2 0,-1 1 0,14-4 0,-18 3-148,0 1 0,0-1 1,0 0-1,-1 0 0,1 0 0,0 0 1,-1 0-1,0-1 0,0 0 0,0 0 1,4-4-1,0-2-6702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0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24575,'15'28'0,"9"18"0,1 5 0,3 3 0,-1-1 0,-3-4 0,0-5 0,-2-2 0,-1-6 0,-3-4 0,2-2 0,-1-3 0,0-5 0,-2-2 0,0-3 0,-1-4 0,-3-1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45 24575,'-6'-1'0,"-1"0"0,1 0 0,0 1 0,-1 0 0,1 0 0,0 1 0,-1 0 0,1 0 0,0 0 0,0 1 0,-8 3 0,12-5 0,0 1 0,-1 0 0,1 1 0,0-1 0,0 0 0,0 1 0,0-1 0,0 1 0,1-1 0,-1 1 0,0 0 0,1 0 0,-1 0 0,1 0 0,0 0 0,0 0 0,0 0 0,0 1 0,0-1 0,0 0 0,0 0 0,1 1 0,-1-1 0,1 1 0,0-1 0,-1 0 0,1 1 0,0-1 0,1 1 0,-1-1 0,1 5 0,1-2 0,-1 0 0,1 0 0,0 0 0,1 0 0,-1 0 0,1-1 0,0 1 0,0-1 0,0 0 0,1 0 0,-1 0 0,1 0 0,0 0 0,0-1 0,1 0 0,5 4 0,3 0 0,1 1 0,0-2 0,0 0 0,20 6 0,-29-10 0,-1-1 0,0 0 0,1 0 0,0-1 0,-1 1 0,1-1 0,-1 0 0,1 0 0,-1-1 0,1 1 0,-1-1 0,1 0 0,-1 0 0,1-1 0,-1 1 0,0-1 0,5-2 0,-6 2 0,0 0 0,0-1 0,0 1 0,-1 0 0,1-1 0,-1 0 0,0 0 0,1 1 0,-1-1 0,0-1 0,-1 1 0,1 0 0,-1 0 0,1-1 0,-1 1 0,0-1 0,0 1 0,0-1 0,-1 1 0,1-1 0,-1 1 0,0-6 0,-1 3 7,1 1 0,-1-1 0,0 1 0,-1-1 0,0 1 1,1-1-1,-2 1 0,1 0 0,0 0 0,-1 0 0,0 0 0,0 1 0,-1-1 0,1 1 0,-1 0 0,-5-5 0,1 1-219,-1 1 0,0 0 0,0 0-1,-1 1 1,0 0 0,-21-8 0,14 7-6614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1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 24575,'-3'2'0,"-1"0"0,0 0 0,1 1 0,0 0 0,-1 0 0,1 0 0,1 0 0,-1 0 0,0 1 0,1-1 0,-1 1 0,1 0 0,0-1 0,0 1 0,1 0 0,-1 0 0,-1 6 0,2-4 0,1-1 0,-1 1 0,1-1 0,1 1 0,-1 0 0,1-1 0,-1 1 0,2-1 0,-1 0 0,0 1 0,1-1 0,0 0 0,3 6 0,8 11 0,1 1 0,1-1 0,0-1 0,36 36 0,-50-56 0,-1-1 0,1 1 0,0-1 0,-1 1 0,1 0 0,0 0 0,-1-1 0,1 1 0,-1 0 0,1 0 0,-1-1 0,0 1 0,1 0 0,-1 0 0,0 0 0,0 0 0,1 0 0,-1 0 0,0 0 0,0-1 0,0 1 0,0 2 0,-1-2 0,1-1 0,-1 1 0,0 0 0,0-1 0,1 1 0,-1 0 0,0-1 0,0 1 0,0-1 0,1 1 0,-1-1 0,0 0 0,0 1 0,0-1 0,0 0 0,0 1 0,0-1 0,0 0 0,0 0 0,0 0 0,-1 0 0,-15 0 0,0-1 0,1 0 0,-1-1 0,1-1 0,-24-7 0,-31-5 0,81 11 0,8-1 0,14 0 0,15-1 0,51-15 0,18-18 0,-100 32 0,0-1 0,0 0 0,-1-1 0,26-21 0,-36 25 0,0 1 0,0-1 0,-1 0 0,0-1 0,5-6 0,-7 10 0,-1-1 0,0 1 0,0 0 0,0 0 0,0-1 0,0 1 0,0-1 0,-1 1 0,1-1 0,-1 1 0,1-1 0,-1 1 0,0-1 0,0 1 0,0-1 0,-1-4 0,1 6 0,-1 1 0,1-1 0,0 0 0,0 0 0,-1 0 0,1 0 0,-1 1 0,1-1 0,0 0 0,-1 0 0,1 1 0,-1-1 0,0 0 0,1 1 0,-1-1 0,0 1 0,1-1 0,-1 1 0,0-1 0,1 1 0,-1-1 0,0 1 0,0 0 0,0-1 0,1 1 0,-1 0 0,0 0 0,0-1 0,0 1 0,0 0 0,0 0 0,1 0 0,-1 0 0,0 0 0,0 0 0,0 1 0,0-1 0,0 0 0,1 0 0,-1 1 0,0-1 0,0 0 0,-1 1 0,0 0 0,-1 1 0,1-1 0,-1 1 0,1 0 0,-1-1 0,1 1 0,0 0 0,0 0 0,0 1 0,0-1 0,-3 5 0,2 0 0,0 0 0,0 0 0,1 0 0,0 1 0,0-1 0,1 1 0,0 0 0,0 0 0,0-1 0,1 1 0,1 0 0,-1 0 0,1-1 0,0 1 0,1 0 0,0-1 0,0 1 0,1-1 0,0 0 0,0 0 0,1 0 0,-1 0 0,2-1 0,-1 1 0,1-1 0,8 9 0,-7-9 0,1 0 0,0-1 0,0 0 0,1-1 0,-1 1 0,1-1 0,0-1 0,0 1 0,16 3 0,-20-6 0,1 0 0,-1 0 0,1-1 0,0 1 0,-1-1 0,1 0 0,0-1 0,-1 1 0,1-1 0,-1 0 0,1 0 0,-1 0 0,1-1 0,-1 0 0,1 1 0,-1-1 0,0-1 0,0 1 0,6-6 0,-1 1-1365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1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94 444 24575,'-13'11'0,"0"1"0,-21 25 0,30-32 0,0 0 0,0 1 0,1-1 0,0 1 0,0-1 0,1 1 0,-1 0 0,1 0 0,1 0 0,-1 0 0,0 9 0,2-12 0,0 0 0,0 0 0,0 0 0,1 0 0,-1 0 0,1 0 0,0-1 0,0 1 0,0 0 0,0 0 0,0 0 0,0-1 0,1 1 0,0-1 0,-1 1 0,1-1 0,0 0 0,0 1 0,0-1 0,1 0 0,-1 0 0,0-1 0,1 1 0,-1 0 0,1-1 0,0 0 0,-1 1 0,1-1 0,0 0 0,0 0 0,0-1 0,0 1 0,0 0 0,0-1 0,0 0 0,0 0 0,0 0 0,0 0 0,0 0 0,0-1 0,-1 1 0,1-1 0,0 0 0,0 0 0,0 0 0,0 0 0,-1 0 0,1-1 0,0 1 0,-1-1 0,1 1 0,-1-1 0,0 0 0,0 0 0,3-3 0,0-2 0,-1 1 0,1-2 0,-1 1 0,0 0 0,-1-1 0,0 0 0,0 0 0,-1 0 0,3-14 0,-2 4 0,-1 1 0,-1-2 0,-1-25 0,-4 1 0,-2 0 0,-16-63 0,-39-78 0,56 170 0,4 9 0,-1 0 0,0 0 0,0 0 0,-1 0 0,1 0 0,-1 0 0,-6-7 0,9 12 0,-1-1 0,1 1 0,0 0 0,0-1 0,-1 1 0,1 0 0,0-1 0,-1 1 0,1 0 0,0 0 0,-1-1 0,1 1 0,-1 0 0,1 0 0,0 0 0,-1 0 0,1-1 0,-1 1 0,1 0 0,0 0 0,-1 0 0,1 0 0,-1 0 0,1 0 0,-1 0 0,1 0 0,0 0 0,-1 1 0,1-1 0,-1 0 0,1 0 0,-1 0 0,1 0 0,0 0 0,-1 1 0,1-1 0,0 0 0,-1 0 0,1 1 0,0-1 0,-1 0 0,1 1 0,0-1 0,0 0 0,-1 1 0,1-1 0,0 0 0,0 1 0,-1-1 0,1 1 0,0-1 0,0 1 0,-2 2 0,1 1 0,0-1 0,0 1 0,0-1 0,0 5 0,-1 19 0,1 0 0,1 1 0,1-1 0,9 50 0,-2-36 0,2-1 0,24 60 0,-21-70 40,1 0 0,22 32 0,42 51-1525,-66-95-5341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71 24575,'-18'-14'0,"-27"-17"0,38 27 0,1 1 0,-1-1 0,0 1 0,0 1 0,0 0 0,-1 0 0,1 0 0,-8-1 0,13 3 0,-1 0 0,1 0 0,0 0 0,0 0 0,-1 0 0,1 1 0,0-1 0,0 0 0,0 1 0,-1 0 0,1-1 0,0 1 0,0 0 0,0 0 0,0 1 0,0-1 0,1 0 0,-1 0 0,-2 3 0,2-1 0,-1 0 0,1 0 0,0 0 0,0 0 0,0 1 0,1-1 0,-1 1 0,1-1 0,0 1 0,-2 5 0,1 5 0,0 0 0,1 0 0,1 1 0,0-1 0,3 15 0,2 7 0,1 1 0,2-1 0,22 58 0,-10-42 0,48 85 0,-53-112 0,0-1 0,35 40 0,-41-53 0,2 0 0,-1-1 0,1-1 0,1 0 0,0 0 0,0-1 0,18 9 0,-28-16-44,-1 0 0,1-1 0,-1 1 0,1 0 0,0-1 0,-1 1 0,1-1 0,0 1 0,-1-1 0,1 0 0,0 0 0,0 0 0,-1 0 0,1 0 0,0 0 0,0 0 0,-1 0-1,1-1 1,0 1 0,-1-1 0,1 1 0,0-1 0,-1 0 0,1 0 0,-1 0 0,1 0 0,-1 0 0,0 0 0,1 0 0,1-2 0,3-6-6782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2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73 24575,'-28'-13'0,"-13"-4"0,-1 0 0,4 4 0,5 4 0,6 5 0,6 7 0,2 3 0,6 2 0,4 3 0,4 0-8191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3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64 24575,'-7'-1'0,"-5"-1"0,-1 0 0,1 1 0,-21 0 0,30 2 0,0-1 0,0 0 0,0 1 0,0 0 0,1 0 0,-1-1 0,0 2 0,0-1 0,-3 2 0,5-2 0,0 0 0,0 0 0,0 0 0,0 0 0,0 0 0,0 0 0,0 0 0,0 0 0,0 1 0,0-1 0,1 0 0,-1 1 0,0-1 0,1 1 0,-1-1 0,1 1 0,0-1 0,-1 3 0,1-1 0,0-1 0,1 0 0,-1 1 0,0-1 0,1 0 0,0 1 0,0-1 0,-1 0 0,1 0 0,0 0 0,1 0 0,-1 1 0,0-2 0,1 1 0,-1 0 0,1 0 0,0 0 0,-1-1 0,1 1 0,0-1 0,2 2 0,2 2 0,1-1 0,-1 0 0,1-1 0,-1 0 0,12 4 0,-10-4 0,1-2 0,-1 1 0,0-1 0,1 0 0,-1-1 0,1 0 0,-1 0 0,13-3 0,-18 3 0,0-1 0,0 0 0,0 0 0,0 0 0,0 0 0,0-1 0,0 1 0,-1-1 0,1 1 0,0-1 0,2-3 0,-3 3 0,-1 1 0,0-1 0,0 1 0,0-1 0,0 0 0,0 1 0,0-1 0,0 0 0,0 0 0,-1 0 0,1 0 0,-1 0 0,0 0 0,1 0 0,-1 0 0,0 0 0,0 0 0,0 0 0,-1-3 0,0 0 0,0 1 0,-1-1 0,0 1 0,0 0 0,0-1 0,0 1 0,0 0 0,-1 0 0,0 0 0,0 1 0,0-1 0,0 1 0,-7-6 0,2 3 0,1 0 0,-1 0 0,0 1 0,-1 0 0,-16-7 0,19 10 30,0 0 0,-1 0 0,-9-1 0,15 3-95,0 0 1,-1 0-1,1 0 1,-1-1-1,1 1 1,0 1-1,-1-1 0,1 0 1,0 0-1,-1 0 1,1 1-1,-1-1 1,1 0-1,0 1 0,0 0 1,-1-1-1,1 1 1,0 0-1,0-1 1,0 1-1,0 0 1,-2 1-1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3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48 315 24575,'4'0'0,"0"1"0,0 0 0,1 0 0,-1 0 0,1-1 0,-1 0 0,1 0 0,-1 0 0,1 0 0,-1-1 0,1 0 0,6-2 0,-10 3 0,0-1 0,-1 1 0,1-1 0,-1 1 0,1-1 0,-1 1 0,1-1 0,-1 1 0,0-1 0,1 0 0,-1 1 0,0-1 0,1 0 0,-1 1 0,0-1 0,0 0 0,1 0 0,-1 1 0,0-1 0,0 0 0,0 1 0,0-1 0,0 0 0,0 0 0,0 1 0,0-1 0,-1 0 0,1 0 0,0 1 0,-1-2 0,-9-21 0,9 21 0,-34-53 0,20 33 0,-23-45 0,35 60 0,0-1 0,0 0 0,0 0 0,1 0 0,1 0 0,-1-1 0,1 1 0,1 0 0,-1-1 0,2-9 0,-1 16-5,0 1 0,0 0 0,0 0-1,0 0 1,1-1 0,-1 1 0,0 0-1,1 0 1,-1 0 0,1 0 0,-1 0-1,1 0 1,0 0 0,-1 0 0,1 0-1,0 0 1,0 0 0,0-1 0,0 2 14,0-1 0,0 1 0,0 0 0,0-1 0,-1 1 0,1 0 0,0 0 0,0 0 0,0 0 0,0 0 0,0 0 0,-1 0 0,1 0 0,0 0 0,0 0 0,0 0 0,0 1 0,0-1 0,0 0 0,6 3-114,-1 1 1,-1-1-1,1 1 1,0 0-1,5 5 1,-3-3-715,5 4-6007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4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24575,'1'7'0,"0"0"0,-1-1 0,2 1 0,-1 0 0,1-1 0,0 1 0,1-1 0,-1 1 0,1-1 0,1 0 0,-1 0 0,1 0 0,0-1 0,0 0 0,1 1 0,9 8 0,-5-6 0,0-1 0,1 1 0,1-2 0,-1 1 0,1-1 0,0-1 0,0 0 0,20 6 0,-25-9 0,-1-1 0,0 0 0,1 0 0,-1 0 0,1-1 0,-1 1 0,1-1 0,-1-1 0,9 0 0,-12 0 0,0 0 0,1 1 0,-1-1 0,0 0 0,0 0 0,0-1 0,0 1 0,0 0 0,0-1 0,0 1 0,-1-1 0,1 1 0,-1-1 0,1 0 0,-1 0 0,1 0 0,-1 0 0,0 0 0,0 0 0,0 0 0,0 0 0,0 0 0,0-1 0,0-2 0,1-10 0,0 0 0,0 0 0,-2 0 0,-2-25 0,2 22 0,0 18 0,0 0 0,0 0 0,0 0 0,0 0 0,0 0 0,0 0 0,0 0 0,0 0 0,0 0 0,0 0 0,0 0 0,0 0 0,0 0 0,0 0 0,0 0 0,0 0 0,0 0 0,0 0 0,0 0 0,0 0 0,0 0 0,0 0 0,1 0 0,-1 0 0,0 0 0,0 0 0,0 0 0,0 0 0,0 0 0,0 0 0,0 0 0,0 0 0,0 0 0,0 0 0,0 0 0,0 0 0,0 0 0,0 0 0,0 0 0,0 0 0,0 0 0,0 0 0,0 0 0,1 0 0,-1 0 0,0 0 0,0 0 0,0 0 0,0 0 0,0 0 0,0 0 0,0 0 0,0 0 0,0 0 0,0-1 0,0 1 0,0 0 0,0 0 0,0 0 0,0 0 0,0 0 0,0 0 0,0 0 0,0 0 0,0 0 0,0 0 0,5 6 0,6 9 0,-3-1 0,2 0 0,0-1 0,0 1 0,1-2 0,1 0 0,0 0 0,1-1 0,0-1 0,1 0 0,26 15 0,-38-24 0,1 0 0,-1 0 0,1 0 0,-1 0 0,1-1 0,-1 1 0,1-1 0,-1 1 0,1-1 0,0 0 0,-1 0 0,1 0 0,0 0 0,-1-1 0,1 1 0,4-2 0,-6 1 0,1 0 0,0 0 0,-1 0 0,1 0 0,-1 0 0,1 0 0,-1-1 0,0 1 0,1 0 0,-1-1 0,0 1 0,0-1 0,0 0 0,0 1 0,0-1 0,-1 0 0,1 1 0,0-1 0,-1 0 0,1 0 0,-1 0 0,0 0 0,1-3 0,-1-15 0,0-7 0,0 26 0,0-1 0,1 1 0,-1 0 0,0-1 0,1 1 0,-1-1 0,1 1 0,-1 0 0,1-1 0,0 1 0,-1 0 0,1 0 0,2-2 0,-2 2 0,0 0 0,0 1 0,0-1 0,0 1 0,0 0 0,0-1 0,0 1 0,0 0 0,0 0 0,1 0 0,-1-1 0,0 1 0,0 0 0,0 1 0,0-1 0,0 0 0,0 0 0,1 0 0,-1 1 0,0-1 0,0 0 0,0 1 0,2 0 0,27 16 0,-21-11 0,113 69-1365,-109-68-5461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4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42 24575,'-23'-11'0,"-40"-11"0,56 20 0,1 0 0,-1 1 0,0 0 0,1 0 0,-1 0 0,0 1 0,0 0 0,1 0 0,-1 1 0,0 0 0,-8 2 0,13-2 0,0 0 0,0 0 0,0 0 0,0 0 0,-1 0 0,1 0 0,1 0 0,-1 1 0,0-1 0,0 1 0,0-1 0,1 1 0,-1 0 0,1 0 0,0 0 0,-1 0 0,0 2 0,1-1 0,-1 0 0,1 1 0,1-1 0,-1 1 0,0-1 0,1 0 0,0 1 0,-1-1 0,2 1 0,-1 4 0,2 4 0,1 0 0,0-1 0,1 0 0,0 1 0,9 17 0,-1-7 0,1 0 0,1-1 0,1 0 0,1-1 0,21 20 0,-9-13 0,1-1 0,54 36 0,-82-61 0,-1-1 0,1 0 0,0 1 0,-1-1 0,1 1 0,-1-1 0,1 0 0,0 1 0,-1-1 0,1 1 0,-1 0 0,0-1 0,1 1 0,-1-1 0,1 1 0,-1 0 0,0-1 0,1 2 0,-1-2 0,-1 1 0,1-1 0,0 0 0,0 0 0,-1 1 0,1-1 0,0 0 0,-1 0 0,1 0 0,0 0 0,-1 1 0,1-1 0,0 0 0,-1 0 0,1 0 0,-1 0 0,1 0 0,0 0 0,-1 0 0,1 0 0,-1 0 0,1 0 0,-1 0 0,-30-4 0,-48-18-35,51 13-231,0 1 0,-1 1 0,0 2 0,-41-3 0,58 8-6560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5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91 105 24575,'-4'-1'0,"0"0"0,0-1 0,0 1 0,0 1 0,0-1 0,0 0 0,0 1 0,0 0 0,0 0 0,0 0 0,0 1 0,-8 1 0,10-1 0,0-1 0,1 1 0,-1 0 0,0 0 0,1-1 0,-1 1 0,1 0 0,-1 1 0,1-1 0,0 0 0,-1 0 0,1 1 0,0-1 0,0 1 0,0-1 0,0 1 0,0-1 0,0 1 0,0-1 0,0 1 0,1 0 0,-1 0 0,1-1 0,-1 1 0,1 0 0,0 0 0,0 0 0,-1 0 0,1-1 0,1 1 0,-1 2 0,0 0 0,1-1 0,0 1 0,-1-1 0,1 1 0,0-1 0,1 0 0,-1 1 0,1-1 0,-1 0 0,1 0 0,0 0 0,0 0 0,0 0 0,0-1 0,5 4 0,-3-2 0,0-1 0,0 0 0,0 0 0,1 0 0,-1 0 0,1-1 0,0 0 0,0 0 0,0 0 0,5 1 0,-6-2 0,0 0 0,0-1 0,0 1 0,1-1 0,-1 0 0,0 0 0,0-1 0,0 1 0,0-1 0,0 0 0,0 0 0,7-2 0,-9 1 0,1 1 0,-1 0 0,1-1 0,-1 0 0,0 0 0,1 1 0,-1-1 0,0-1 0,0 1 0,0 0 0,-1 0 0,1-1 0,0 1 0,-1-1 0,0 1 0,0-1 0,1 0 0,-2 0 0,2-3 0,0-2 11,0 0 0,-1 0 0,0 0 0,0-1 0,-1 1 0,0 0-1,0 0 1,-1-1 0,0 1 0,-4-13 0,3 17-85,1-1-1,-1 1 1,0 0 0,0-1 0,-1 1-1,1 0 1,-1 0 0,0 1 0,0-1-1,0 1 1,-1-1 0,1 1 0,-1 0-1,0 0 1,0 1 0,0-1 0,0 1-1,0 0 1,-7-3 0,-8-1-6752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6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230 707 24575,'5'-38'0,"-1"-1"0,-2 0 0,-2 0 0,-1 0 0,-2 0 0,-2 1 0,-2-1 0,-1 1 0,-24-69 0,9 42 0,10 25 0,-1 1 0,-26-47 0,40 85 0,-1-1 0,0 1 0,1 0 0,-1-1 0,0 1 0,0 0 0,0 0 0,0-1 0,0 1 0,0 0 0,0 0 0,-1 0 0,1 0 0,0 1 0,-1-1 0,1 0 0,0 0 0,-1 1 0,1-1 0,-3 0 0,2 1 0,1 1 0,-1-1 0,1 0 0,-1 1 0,1-1 0,-1 1 0,1 0 0,-1 0 0,1-1 0,0 1 0,-1 0 0,1 0 0,0 0 0,0 0 0,0 0 0,0 1 0,0-1 0,0 0 0,0 1 0,-1 1 0,-3 5 0,0 1 0,1-1 0,0 1 0,0 0 0,1 0 0,0 1 0,1-1 0,-2 12 0,0 8 0,0 41 0,5-55 0,0 0 0,0 1 0,2-1 0,0 0 0,1 0 0,0-1 0,1 1 0,10 20 0,-3-12 0,1-1 0,0 0 0,2 0 0,21 23 0,-27-35 0,1 0 0,0-1 0,0 0 0,1-1 0,0 0 0,1-1 0,0 0 0,12 5 0,-13-7 0,-1-1 0,1-1 0,-1 0 0,1 0 0,0-1 0,0-1 0,0 0 0,0 0 0,1-1 0,12-1 0,-21 1 0,0-1 0,1 0 0,-1 1 0,0-1 0,0 0 0,0-1 0,0 1 0,0 0 0,0-1 0,0 0 0,-1 1 0,1-1 0,0 0 0,3-5 0,-3 4 0,0-1 0,-1 0 0,1 1 0,-1-1 0,0-1 0,0 1 0,0 0 0,-1 0 0,2-7 0,0-7 0,-1 1 0,-1-1 0,0 1 0,-3-25 0,1 30 0,2 23 0,0 0 0,1-1 0,0 1 0,0 0 0,1-1 0,1 0 0,5 12 0,-5-13 0,1-1 0,1-1 0,0 1 0,0-1 0,0 0 0,1 0 0,-1-1 0,2 0 0,11 8 0,-13-9 0,1-1 0,0 0 0,0-1 0,1 0 0,-1 0 0,1 0 0,-1-1 0,1 0 0,0-1 0,0 1 0,12-1 0,-18-1 0,0 0 0,1 0 0,-1 0 0,0-1 0,0 1 0,0-1 0,0 0 0,1 1 0,-1-1 0,0 0 0,0 0 0,0 0 0,-1 0 0,1-1 0,0 1 0,0 0 0,-1-1 0,3-2 0,-1 0 0,0 0 0,-1 0 0,0 0 0,1 0 0,-2-1 0,1 1 0,2-8 0,-4 11 0,0 0 0,0 0 0,0 0 0,1 0 0,-1 0 0,0 0 0,1 0 0,-1 0 0,1 0 0,-1 0 0,1 0 0,0 1 0,-1-1 0,1 0 0,0 0 0,0 1 0,-1-1 0,1 0 0,0 1 0,0-1 0,0 0 0,0 1 0,0 0 0,0-1 0,0 1 0,0-1 0,0 1 0,0 0 0,0 0 0,0 0 0,0-1 0,0 1 0,0 0 0,0 0 0,0 1 0,0-1 0,0 0 0,0 0 0,0 0 0,0 1 0,0-1 0,0 0 0,2 2 0,4 1 0,1 1 0,-1 1 0,0-1 0,10 10 0,-8-7 0,47 36-1365,-46-36-5461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24575,'120'274'0,"-42"-89"0,-72-173 0,-3-6 0,0-1 0,0 2 0,-1-1 0,0 0 0,0 0 0,-1 1 0,2 9 0,-3-16 0,0 0 0,0 1 0,0-1 0,0 1 0,0-1 0,0 0 0,0 1 0,0-1 0,0 1 0,0-1 0,0 1 0,0-1 0,0 0 0,0 1 0,0-1 0,0 1 0,0-1 0,-1 0 0,1 1 0,0-1 0,0 0 0,0 1 0,-1-1 0,1 0 0,0 1 0,-1-1 0,1 0 0,0 1 0,-1-1 0,1 0 0,0 0 0,-1 1 0,1-1 0,0 0 0,-1 0 0,1 0 0,-1 0 0,1 0 0,0 1 0,-1-1 0,1 0 0,-1 0 0,1 0 0,0 0 0,-1 0 0,1 0 0,-1 0 0,1-1 0,-1 1 0,1 0 0,0 0 0,-1 0 0,1 0 0,-1 0 0,1-1 0,-1 1 0,-2-2 0,0 1 0,0-1 0,-1 0 0,2-1 0,-4-1 0,-13-14 0,1-1 0,1-1 0,1 0 0,-19-33 0,33 50 0,0 0 0,0 0 0,1 0 0,0 0 0,-1 0 0,0-6 0,2 8 0,0 1 0,0 0 0,-1-1 0,1 1 0,0-1 0,1 1 0,-1-1 0,0 1 0,0-1 0,0 1 0,0 0 0,0-1 0,0 1 0,0-1 0,1 1 0,-1-1 0,0 1 0,0 0 0,1-1 0,-1 1 0,0 0 0,1-1 0,0 0 0,0 1 0,0 0 0,-1-1 0,1 1 0,0 0 0,0 0 0,0-1 0,0 1 0,0 0 0,0 0 0,0 0 0,0 0 0,0 0 0,0 0 0,1 1 0,14 3 0,0 1 0,-1 0 0,0 1 0,26 13 0,-12-4 0,2-1 0,1-1 0,35 9 0,-52-18 0,-1-1 0,1-1 0,0 0 0,0-1 0,0 0 0,0-1 0,18-3 0,-32 3 0,0-1 0,1 1 0,-1 0 0,0 0 0,0 0 0,0 0 0,0 0 0,0 0 0,0 0 0,0 0 0,0 1 0,0-1 0,0 0 0,0 1 0,0-1 0,0 0 0,0 1 0,0-1 0,0 1 0,0 0 0,0-1 0,-1 1 0,1 0 0,0-1 0,0 1 0,-1 0 0,1 0 0,0 0 0,-1 0 0,1-1 0,-1 1 0,1 0 0,-1 0 0,1 0 0,-1 0 0,0 0 0,1 2 0,0 3 0,-1 1 0,1 0 0,-1-1 0,0 1 0,-2 7 0,1 10 0,5 1-1365,-1-14-5461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24575,'-7'2'0,"-4"4"0,1 1-8191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60 24575,'1'7'0,"0"-1"0,1 1 0,0-1 0,4 13 0,-3-13 0,0 0 0,-1 1 0,0-1 0,-1 1 0,1-1 0,-1 1 0,-1 0 0,1 0 0,-1 10 0,0-15 0,-1-1 0,1 1 0,-1 0 0,1-1 0,-1 1 0,0-1 0,1 1 0,-1-1 0,0 0 0,0 1 0,0-1 0,0 0 0,0 0 0,0 1 0,-1-1 0,1 0 0,0 0 0,0 0 0,-1-1 0,-1 2 0,0-1 0,0 0 0,0 0 0,0 0 0,0 0 0,-1-1 0,1 1 0,0-1 0,0 0 0,-6 0 0,0-1 0,-1-1 0,1 0 0,-1 0 0,1-1 0,-17-7 0,20 7 0,0 0 0,0-1 0,0 1 0,1-1 0,-1-1 0,1 1 0,0-1 0,0 0 0,1 0 0,0 0 0,-7-11 0,9 13 0,1 0 0,-1-1 0,1 1 0,-1-1 0,1 1 0,0-1 0,0 1 0,1-1 0,-1 0 0,1 0 0,-1 1 0,1-1 0,1 0 0,-1 1 0,0-1 0,1 0 0,0 0 0,0 1 0,0-1 0,0 1 0,0-1 0,4-5 0,-3 6 7,0 0 0,0 0 0,0 0 0,1 0 0,-1 0 1,1 1-1,0-1 0,0 1 0,0 0 0,0-1 0,0 1 0,0 1 0,1-1 0,-1 0 0,1 1 0,6-2 0,-4 2-131,-1 0 0,0 0 1,0 1-1,0 0 0,1 0 0,-1 0 1,0 1-1,0-1 0,0 1 0,1 1 1,6 2-1,4 2-6702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24575,'132'208'0,"-103"-166"0,-27-38 0,1-1 0,1 1 0,-1-1 0,0 0 0,1 0 0,0 0 0,-1-1 0,8 5 0,-10-7 0,0 1 0,0-1 0,0 1 0,0-1 0,1 0 0,-1 0 0,0 0 0,0 1 0,0-1 0,0 0 0,0 0 0,0 0 0,0 0 0,0-1 0,0 1 0,0 0 0,0 0 0,1-1 0,-1 1 0,0-1 0,0 1 0,-1-1 0,2 0 0,0 0 0,0-1 0,0 1 0,-1-1 0,1 0 0,-1 0 0,0 0 0,1 0 0,-1 0 0,0 0 0,1-3 0,2-5 0,-1-1 0,-1 0 0,3-16 0,-5 25 0,3-50 0,-4 40 0,2 0 0,0 0 0,3-18 0,-4 29 0,0-1 0,0 1 0,1-1 0,-1 1 0,1-1 0,-1 1 0,1 0 0,0-1 0,-1 1 0,1 0 0,0-1 0,0 1 0,0 0 0,0 0 0,0 0 0,0 0 0,0 0 0,0 0 0,0 0 0,1 0 0,-1 0 0,0 1 0,1-1 0,-1 0 0,0 1 0,1-1 0,-1 1 0,1 0 0,-1-1 0,1 1 0,-1 0 0,1 0 0,-1 0 0,1 0 0,-1 0 0,1 0 0,-1 0 0,2 1 0,4 1 0,-1 0 0,0 0 0,0 1 0,0 0 0,0 0 0,0 0 0,6 6 0,199 152-1365,-190-143-5461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9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47 24575,'-91'-33'0,"79"29"0,0 1 0,0 1 0,0 0 0,-1 0 0,-21 1 0,30 2 0,-1-1 0,0 1 0,0 0 0,1 1 0,-1-1 0,0 1 0,1-1 0,-1 2 0,1-1 0,0 0 0,0 1 0,0 0 0,-4 3 0,6-5 0,1 1 0,-1 0 0,0-1 0,1 1 0,-1 0 0,1 0 0,0 0 0,-1 0 0,1 0 0,0 1 0,0-1 0,1 0 0,-1 0 0,0 1 0,1-1 0,-1 1 0,1-1 0,0 0 0,0 1 0,0-1 0,0 1 0,0-1 0,1 0 0,-1 1 0,1-1 0,-1 0 0,2 5 0,4 3 0,-1 0 0,1 0 0,1 0 0,-1 0 0,2-1 0,-1-1 0,2 1 0,10 9 0,77 54 0,-82-64 0,15 11 0,-28-18 0,1 0 0,-1 0 0,0 1 0,1-1 0,-1 0 0,0 1 0,1-1 0,-1 1 0,0-1 0,0 1 0,0 0 0,-1-1 0,2 3 0,-2-4 0,0 1 0,0-1 0,0 1 0,0-1 0,0 1 0,-1-1 0,1 1 0,0-1 0,0 1 0,0-1 0,0 1 0,-1-1 0,1 1 0,0-1 0,0 1 0,-1-1 0,1 0 0,0 1 0,-1-1 0,1 0 0,-1 1 0,1-1 0,0 0 0,-1 1 0,1-1 0,-1 0 0,1 0 0,-1 0 0,1 1 0,-1-1 0,1 0 0,-1 0 0,1 0 0,-1 0 0,0 0 0,-21 3 0,20-3 0,-143 0 78,72-2-1521,45 2-5383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5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19 24575,'5'-6'0,"-4"5"0,0 0 0,0-1 0,1 1 0,-1 0 0,0-1 0,1 1 0,-1 0 0,1 0 0,2-1 0,-4 2 0,0 0 0,0 0 0,1 0 0,-1 0 0,0 0 0,0 0 0,0 0 0,0 0 0,0 1 0,1-1 0,-1 0 0,0 0 0,0 0 0,0 0 0,0 0 0,0 0 0,0 0 0,0 0 0,0 1 0,1-1 0,-1 0 0,0 0 0,0 0 0,0 0 0,0 0 0,0 1 0,0-1 0,0 0 0,0 0 0,0 0 0,0 0 0,0 0 0,0 1 0,0-1 0,0 0 0,0 0 0,0 0 0,0 0 0,0 0 0,0 1 0,0-1 0,0 0 0,0 0 0,0 0 0,-1 0 0,1 0 0,0 1 0,0-1 0,0 0 0,0 0 0,0 0 0,0 0 0,-4 9 0,-7 14 0,0 1 0,2 0 0,1 0 0,0 1 0,2 0 0,-4 33 0,7-17 0,3 77 0,1-50 0,-1 221 0,-1-274 0,0 0 0,-5 18 0,3-16 0,-1 25 0,5 72 0,-2 46 0,-4-129 0,-13 53 0,11-59 0,2-1 0,0 2 0,-1 42 0,7 14 0,-2 80 0,-6-112 0,3-31 0,0 33 0,3-5 0,3 131 0,24 14 0,-9-94 0,-9-38 0,2 92 0,-3-53 0,1-5 0,-9 233 0,2-311 0,0-1 0,5 18 0,-3-17 0,2 26 0,-5-31-119,1-7 36,-1-1 0,1 1 0,-1-1 0,0 1 0,0-1 0,-1 1 0,1-1 0,-1 1 0,0-1-1,0 1 1,0-1 0,0 1 0,0-1 0,-3 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7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20 24575,'0'-1'0,"0"0"0,-1 1 0,1-1 0,0 0 0,-1 1 0,1-1 0,0 1 0,-1-1 0,1 1 0,-1-1 0,1 0 0,-1 1 0,1 0 0,-1-1 0,1 1 0,-1-1 0,0 1 0,1 0 0,-1-1 0,0 1 0,1 0 0,-1-1 0,0 1 0,1 0 0,-1 0 0,0 0 0,1 0 0,-1 0 0,-1 0 0,-22 0 0,21 0 0,0 1 0,0-1 0,0 0 0,-1 0 0,1 0 0,0 0 0,0 0 0,0-1 0,0 1 0,0-1 0,0 0 0,0 0 0,-4-2 0,6 2 0,0 1 0,0 0 0,0 0 0,0 0 0,0 0 0,0 0 0,0 0 0,0 0 0,0 0 0,0 0 0,0 1 0,0-1 0,0 0 0,0 0 0,0 1 0,1-1 0,-1 1 0,0-1 0,0 1 0,0-1 0,1 1 0,-1 0 0,0-1 0,0 1 0,1 0 0,-1-1 0,1 1 0,-1 0 0,1 0 0,-1 0 0,0 1 0,-3 4 0,1 1 0,0 0 0,-3 7 0,5-9 0,-7 15 0,1 1 0,1 1 0,1-1 0,1 1 0,1 0 0,0 24 0,-4 40 0,-1-2 0,9 55 0,-2 52 0,-6-112 0,-1 29 0,-1 29 0,4-3 0,5-90 0,-7 52 0,0-18 0,4 110 0,4-115 0,2-18 0,19 103 0,-3-35 0,-1 185 0,-9-48 0,-3-130 0,34 249 0,-19-182 0,-17-133 0,2 7 0,-7 136 0,-8-89 0,8 133 0,10-129 0,-3-58 0,0-2 0,4 105 0,-3-76 0,1-8 0,1 76 0,19-5-1365,-25-141-5461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8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24575,'0'47'0,"-1"0"0,-12 67 0,-29 209 0,22 106 0,11-180 0,-12 221 0,20-413 0,0-19 0,1-1 0,8 49 0,-2-48 0,1-1 0,25 70 0,-31-105 10,0 1 0,0 0 0,-1-1 0,1 1 0,0 0 0,-1 0 0,0-1 0,1 1 0,-1 0 0,0 0 0,-1 4 0,0-6-75,1 1 1,0-1-1,-1 1 1,0-1-1,1 0 1,-1 1-1,0-1 0,0 0 1,0 0-1,0 1 1,0-1-1,0 0 1,0 0-1,0 0 0,0 0 1,-1 0-1,1 0 1,0-1-1,0 1 1,-1 0-1,1-1 1,-2 2-1,-9 1-6761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0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58 24575,'-6'-15'0,"5"12"0,0 0 0,0 0 0,-1 0 0,1 0 0,-1 0 0,1 0 0,-1 0 0,0 0 0,0 1 0,-1-1 0,1 1 0,0-1 0,-6-3 0,8 6 0,0 0 0,0 0 0,0 0 0,0 1 0,-1-1 0,1 0 0,0 0 0,0 0 0,0 0 0,0 0 0,0 0 0,-1 0 0,1 0 0,0 0 0,0 0 0,0 0 0,0 1 0,0-1 0,0 0 0,0 0 0,0 0 0,0 0 0,-1 0 0,1 0 0,0 1 0,0-1 0,0 0 0,0 0 0,0 0 0,0 0 0,0 0 0,0 1 0,0-1 0,0 0 0,0 0 0,0 0 0,0 0 0,0 0 0,0 1 0,0-1 0,0 0 0,0 0 0,0 0 0,0 0 0,0 0 0,1 1 0,-1-1 0,0 0 0,0 0 0,0 0 0,0 0 0,0 0 0,0 0 0,0 0 0,1 1 0,2 9 0,4 3 0,0-1 0,1 0 0,0 0 0,19 21 0,47 40 0,-61-61 0,126 107 0,-136-116 0,1 1 0,0 0 0,0-1 0,0 1 0,1-1 0,-1 0 0,7 3 0,-11-6 0,1 0 0,-1 0 0,0 0 0,0 1 0,0-1 0,1 0 0,-1 0 0,0 0 0,0 0 0,1 0 0,-1 0 0,0 0 0,0 0 0,0 0 0,1 0 0,-1 0 0,0 0 0,0 0 0,1 0 0,-1 0 0,0 0 0,0 0 0,0 0 0,1 0 0,-1-1 0,0 1 0,0 0 0,0 0 0,1 0 0,-1 0 0,0 0 0,0-1 0,1-7 0,-8-10 0,7 18 0,-29-60 0,16 34 0,1-1 0,0-1 0,-8-35 0,19 59 0,0 0 0,1 0 0,0 1 0,0-1 0,1-8 0,0-5 0,-1 17 0,0 0 0,0 0 0,0 0 0,0 0 0,0 0 0,0 0 0,0 0 0,0 0 0,0 0 0,0 0 0,0 0 0,0-1 0,0 1 0,0 0 0,0 0 0,0 0 0,0 0 0,0 0 0,0 0 0,0 0 0,0 0 0,0 0 0,0 0 0,0 0 0,0 0 0,0 0 0,0 0 0,0 0 0,0-1 0,0 1 0,0 0 0,0 0 0,0 0 0,0 0 0,-1 0 0,1 0 0,0 0 0,0 0 0,0 0 0,0 0 0,0 0 0,0 0 0,0 0 0,0 0 0,0 0 0,0 0 0,0 0 0,0 0 0,-1 0 0,1 0 0,0 0 0,0 0 0,0 0 0,0 0 0,0 0 0,0 0 0,0 0 0,0 0 0,0 1 0,-6 4 0,-5 8 0,-4 12 0,1 1 0,-19 50 0,19-42 0,-18 33 0,27-59-151,0-1-1,0 0 0,-1 0 0,1-1 1,-2 0-1,1 0 0,-1 0 1,-7 5-1,1-3-6674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1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76 24575,'-16'-10'0,"2"0"0,0 0 0,-1 2 0,-1 0 0,1 0 0,-1 2 0,-24-7 0,38 12 0,0 0 0,-1 1 0,1 0 0,-1-1 0,1 1 0,-1 0 0,1 0 0,-1 0 0,1 1 0,-1-1 0,1 1 0,-1-1 0,1 1 0,0 0 0,-1 0 0,1 0 0,0 0 0,-1 0 0,1 1 0,0-1 0,-3 3 0,2-1 0,1 1 0,-1-1 0,1 1 0,0 0 0,0 0 0,0-1 0,0 1 0,0 1 0,1-1 0,0 0 0,-1 7 0,0 2 0,1 1 0,0-1 0,1 0 0,0 0 0,2 0 0,-1 0 0,6 19 0,31 89 0,-30-98 0,60 188 0,-44-133 0,-22-73 0,-1 0 0,1 0 0,0-1 0,0 1 0,0-1 0,1 0 0,5 8 0,-7-10 0,1-1 0,0 1 0,0-1 0,0 1 0,1-1 0,-1 1 0,0-1 0,1 0 0,-1 0 0,0 0 0,1-1 0,-1 1 0,1 0 0,-1-1 0,1 0 0,4 1 0,36 0 0,52-5 0,-93 4-49,0 0 1,0-1-1,0 1 0,0 0 0,0 0 1,0-1-1,0 0 0,-1 1 0,1-1 1,0 0-1,0 0 0,0 1 0,-1-1 1,1-1-1,-1 1 0,1 0 0,-1 0 1,1-1-1,-1 1 0,0 0 0,1-1 1,-1 0-1,0 1 0,0-1 0,0 0 0,0 1 1,1-5-1,0-4-6777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1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24575,'-1'0'0,"0"1"0,0-1 0,1 0 0,-1 1 0,0-1 0,1 0 0,-1 1 0,1-1 0,-1 1 0,1-1 0,-1 1 0,0-1 0,1 1 0,0-1 0,-1 1 0,1 0 0,-1-1 0,1 1 0,0 0 0,-1-1 0,1 1 0,0 0 0,0-1 0,0 1 0,-1 0 0,1 0 0,0-1 0,0 1 0,0 0 0,0 1 0,0 23 0,1-17 0,1 1 0,-1-1 0,1 0 0,1 0 0,0 0 0,0-1 0,0 1 0,1-1 0,5 9 0,-9-16 0,1 1 0,-1 0 0,1-1 0,-1 1 0,1-1 0,-1 1 0,1-1 0,0 1 0,-1-1 0,1 0 0,-1 1 0,1-1 0,0 0 0,0 1 0,-1-1 0,1 0 0,0 0 0,-1 1 0,1-1 0,0 0 0,0 0 0,0 0 0,-1 0 0,1 0 0,0 0 0,0 0 0,-1-1 0,1 1 0,0 0 0,-1 0 0,1 0 0,0-1 0,0 1 0,-1 0 0,1-1 0,0 1 0,-1-1 0,1 1 0,-1-1 0,1 1 0,-1-1 0,1 1 0,-1-1 0,1 1 0,-1-1 0,1 0 0,4-5 0,-1 0 0,0 0 0,6-13 0,-7 14 0,-1 0 0,1-1 0,0 0 0,1 0 0,0 1 0,5-7 0,-8 11 0,0-1 0,1 1 0,-1 0 0,1 0 0,-1-1 0,1 1 0,-1 1 0,1-1 0,0 0 0,-1 0 0,1 0 0,0 1 0,0-1 0,0 1 0,0 0 0,-1-1 0,1 1 0,0 0 0,0 0 0,2 0 0,3 1 0,-1 1 0,1-1 0,-1 1 0,0 0 0,0 0 0,0 1 0,7 4 0,38 27 0,-5-3 0,-7-8-1365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24575,'7'-3'0,"70"-32"0,-67 31 0,0 1 0,0 0 0,0 0 0,1 1 0,19-1 0,-27 3 0,-1 0 0,1 1 0,0-1 0,0 0 0,0 1 0,-1 0 0,1-1 0,0 1 0,-1 0 0,1 1 0,-1-1 0,1 0 0,-1 1 0,0-1 0,1 1 0,1 2 0,0-1 0,-1 1 0,0 0 0,0 0 0,0 0 0,-1 0 0,1 1 0,-1-1 0,2 7 0,1 5 0,0 0 0,-2 1 0,0-1 0,1 23 0,3 75 0,9 100 0,-9-165 0,17 63 0,-6-38 0,-17-71 0,-1 0 0,1 0 0,-1 1 0,0-1 0,0 0 0,0 0 0,0 0 0,0 0 0,-1 0 0,1 1 0,-1-1 0,0 0 0,0 0 0,0 0 0,-1-1 0,1 1 0,0 0 0,-1 0 0,0-1 0,0 1 0,0-1 0,0 1 0,0-1 0,0 0 0,-1 0 0,1 0 0,-1 0 0,1 0 0,-1-1 0,0 1 0,-6 2 0,-1 0 0,-1-1 0,1 1 0,-1-2 0,0 1 0,0-2 0,0 1 0,-20-2 0,-66-2-1365,81 2-5461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65 24575,'-31'-8'0,"-13"-5"0,-4 0 0,3 2 0,8 2 0,6 4 0,7 2 0,1 2 0,3 0 0,2 2 0,2-1 0,0 1 0,3-3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32 24575,'-31'-5'0,"-15"-2"0,-5 0 0,0 2 0,5 1 0,4 2 0,2 1 0,5 0 0,6 1 0,8 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5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90 24575,'-1'0'0,"1"0"0,0 0 0,-1 0 0,1 0 0,0 0 0,-1 0 0,1 0 0,0 0 0,-1 0 0,1-1 0,-1 1 0,1 0 0,0 0 0,0 0 0,-1 0 0,1 0 0,0-1 0,-1 1 0,1 0 0,0 0 0,0-1 0,-1 1 0,1 0 0,0-1 0,0 1 0,-1 0 0,1 0 0,0-1 0,0 0 0,0-11 0,11-11 0,-7 19 0,0 1 0,0-1 0,0 1 0,0 0 0,1-1 0,-1 2 0,1-1 0,0 1 0,-1-1 0,1 1 0,0 1 0,1-1 0,5-1 0,5 0 0,2 0 0,29 0 0,-23 3 0,0 1 0,0 1 0,0 1 0,0 1 0,34 10 0,-42-9 0,-1 1 0,1 0 0,-1 1 0,-1 1 0,1 0 0,-1 1 0,-1 0 0,25 22 0,-34-27 0,0 1 0,0-1 0,0 1 0,-1 0 0,1 0 0,-1 0 0,0 1 0,-1-1 0,1 1 0,-1-1 0,2 11 0,-3-11 0,-1-1 0,1 1 0,-1-1 0,0 1 0,-1-1 0,1 1 0,-1-1 0,0 0 0,0 1 0,0-1 0,0 0 0,-1 0 0,0 0 0,0 0 0,0 0 0,-4 6 0,-1-2 0,0 1 0,0-1 0,-1 0 0,0 0 0,0-1 0,-1 0 0,0-1 0,0 0 0,0 0 0,-1-1 0,-18 7 0,10-6 0,0 0 0,-1-1 0,1-2 0,-1 1 0,0-2 0,-19 0 0,14-2 0,1-1 0,-1-1 0,1-1 0,-25-6 0,35 5 0,1 0 0,-1 0 0,1-1 0,0 0 0,0-1 0,1-1 0,0 0 0,-19-14 0,23 13 0,-1 1 0,2-1 0,-1 0 0,1-1 0,0 0 0,1 0 0,0 0 0,0-1 0,1 1 0,0-1 0,-2-12 0,2 5 0,0 1 0,2-1 0,0 0 0,1-1 0,0 1 0,3-18 0,-2 32-170,0-1-1,1 0 0,0 1 1,0-1-1,0 0 0,0 1 1,3-5-1,3-4-6655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5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 24575,'-15'13'0,"-6"7"0,-1-1 0,2 1 0,3-2 0,4-1 0,2-4 0,-1-3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80 24575,'-1'0'0,"0"-1"0,1 0 0,-1 1 0,0-1 0,1 0 0,-1 0 0,1 0 0,-1 1 0,1-1 0,0 0 0,-1 0 0,1 0 0,0 0 0,0 0 0,-1 0 0,1 0 0,0 0 0,0 0 0,0 0 0,0 0 0,0-1 0,1 0 0,-1 0 0,1 1 0,0-1 0,0 0 0,-1 1 0,1-1 0,0 1 0,0-1 0,1 1 0,1-3 0,1 0 0,0 1 0,0 0 0,0 0 0,0 0 0,0 0 0,1 1 0,7-4 0,-1 3 0,1 0 0,-1 1 0,1 0 0,0 1 0,18 0 0,-8 2 0,0 0 0,24 6 0,-43-7 0,0 1 0,0-1 0,0 1 0,1 0 0,-2 0 0,1 0 0,0 1 0,0-1 0,0 0 0,0 1 0,-1 0 0,1 0 0,-1 0 0,1 0 0,-1 0 0,0 0 0,0 1 0,0-1 0,0 1 0,0-1 0,-1 1 0,1 0 0,-1 0 0,0 0 0,1-1 0,-1 1 0,-1 0 0,1 1 0,0-1 0,0 6 0,0-2 0,-1 1 0,0-1 0,0 0 0,-1 1 0,1-1 0,-2 0 0,1 1 0,-1-1 0,0 0 0,0 0 0,-6 11 0,-2-1 0,-1 1 0,-22 28 0,16-26 0,-14 28 0,28-45 0,1 1 0,0 0 0,1 0 0,-1 0 0,1 0 0,-1 0 0,1 0 0,1 0 0,-2 6 0,2-8 0,0-1 0,1 1 0,-1 0 0,0-1 0,0 1 0,1-1 0,-1 1 0,1-1 0,0 1 0,-1-1 0,1 1 0,0-1 0,0 1 0,0-1 0,0 0 0,0 0 0,0 1 0,0-1 0,0 0 0,1 0 0,-1 0 0,0 0 0,1 0 0,-1-1 0,1 1 0,-1 0 0,2 0 0,4 1 0,0 1 0,0-2 0,0 1 0,0-1 0,0 0 0,8 0 0,47-2 0,-29 0 0,9 0-1365,-25 1-5461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24575,'-15'26'0,"-6"11"0,-1-1 0,3-3 0,2-8 0,4-6 0,1-6 0,1-4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8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24575,'14'-4'0,"0"0"0,0 2 0,0 0 0,0 0 0,0 2 0,0-1 0,15 3 0,-7 0 0,-1 1 0,1 2 0,39 12 0,-58-16 0,0 0 0,0 1 0,1-1 0,-1 1 0,0 0 0,0 0 0,0 0 0,-1 0 0,1 0 0,0 0 0,3 5 0,-5-5 0,0-1 0,-1 0 0,1 1 0,-1-1 0,1 1 0,-1-1 0,1 0 0,-1 1 0,0-1 0,0 1 0,0-1 0,0 1 0,0-1 0,0 1 0,0-1 0,0 1 0,-1-1 0,1 1 0,0-1 0,-1 0 0,1 1 0,-1-1 0,0 1 0,1-1 0,-1 0 0,0 0 0,0 1 0,0-1 0,-2 2 0,-3 3 0,0 0 0,-1 0 0,0-1 0,0 1 0,-11 5 0,-21 15 0,36-23 0,0-1 0,1 1 0,-1 0 0,1 0 0,0 0 0,-1 0 0,1 0 0,0 0 0,-2 6 0,3-6 0,1 0 0,-1 0 0,1 0 0,-1 0 0,1-1 0,0 1 0,0 0 0,1 0 0,-1 0 0,0 0 0,1-1 0,0 1 0,0 0 0,0 0 0,0-1 0,0 1 0,0 0 0,1-1 0,-1 0 0,1 1 0,2 2 0,5 5 0,0 1 0,1-2 0,11 11 0,-17-17 0,166 142 0,-169-145 0,0 1 0,0 0 0,0 0 0,0 0 0,0 0 0,0 0 0,0 0 0,0 0 0,0 0 0,-1 0 0,1 1 0,0-1 0,-1 0 0,1 0 0,-1 1 0,1-1 0,-1 0 0,0 1 0,0-1 0,0 0 0,1 1 0,-1-1 0,0 1 0,-1-1 0,1 2 0,-1-1 0,0 0 0,0-1 0,0 1 0,0-1 0,0 1 0,0-1 0,0 1 0,-1-1 0,1 0 0,0 0 0,-1 1 0,0-1 0,1 0 0,-1 0 0,1-1 0,-1 1 0,0 0 0,-2 0 0,-7 3 11,-1-1 0,0 0 0,0 0-1,0-2 1,0 1 0,-21-1 0,-74-11-565,74 6-333,13 2-5939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8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0 24575,'-8'13'0,"-2"7"0,-3 2 0,2 1 0,-1-2 0,3-1 0,2-2 0,-1-4 0,2-1 0,0-1 0,-1-3-8191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9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24575,'0'16'0,"3"7"0,0 5 0,3 1 0,0-3 0,2 0 0,2-2 0,2 0 0,4-1 0,-1 0 0,0-1 0,0-1 0,0-2 0,-3-2 0,-3-1 0,-3-1 0,-3-2-8191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1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43 24575,'0'-3'0,"0"-1"0,0 1 0,-1 0 0,1-1 0,-1 1 0,1-1 0,-1 1 0,0 0 0,-1 0 0,-1-6 0,3 9 0,0 0 0,0 0 0,0 0 0,0 0 0,-1 0 0,1 0 0,0 0 0,0 0 0,0 0 0,0 0 0,0 0 0,0 0 0,0 0 0,0 0 0,0 0 0,0 0 0,0-1 0,0 1 0,0 0 0,0 0 0,0 0 0,0 0 0,0 0 0,-1 0 0,1 0 0,0 0 0,0 0 0,0 0 0,0 0 0,0 0 0,0 0 0,0 0 0,0 0 0,0 0 0,0 1 0,0-1 0,0 0 0,0 0 0,0 0 0,0 0 0,0 0 0,-1 0 0,1 0 0,0 0 0,0 0 0,0 0 0,0 0 0,0 0 0,0 0 0,0 0 0,0 0 0,0 0 0,0 0 0,0 0 0,0 0 0,0 0 0,0 0 0,0 1 0,0-1 0,0 0 0,0 0 0,0 0 0,-2 7 0,0 9 0,2 184 0,1-94 0,0-90 0,0 1 0,5 17 0,1 17 0,-22-96 0,-9-18-1365,15 45-5461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2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15 24575,'0'-1'0,"0"0"0,0 1 0,0-1 0,0 0 0,0 1 0,0-1 0,0 0 0,0 1 0,0-1 0,0 0 0,1 1 0,-1-1 0,0 1 0,0-1 0,1 0 0,-1 1 0,1-1 0,-1 1 0,0-1 0,1 0 0,0 1 0,-1 0 0,1-1 0,-1 1 0,1 0 0,-1 0 0,1 0 0,-1 0 0,1 0 0,-1 0 0,1 0 0,-1 0 0,1 0 0,-1 0 0,1 0 0,-1 1 0,1-1 0,-1 0 0,1 0 0,-1 0 0,1 1 0,4 2 0,0 0 0,-1 1 0,8 7 0,-7-7 0,33 32 0,-8-8 0,59 44 0,-88-72 0,0 1 0,0 0 0,0-1 0,0 1 0,0-1 0,0 1 0,0-1 0,0 1 0,0-1 0,0 0 0,0 1 0,2-1 0,-3 0 0,0 0 0,0 0 0,0-1 0,0 1 0,0 0 0,1 0 0,-1-1 0,0 1 0,0 0 0,0 0 0,0 0 0,0-1 0,0 1 0,0 0 0,0 0 0,0-1 0,0 1 0,0 0 0,0 0 0,0-1 0,0 1 0,0 0 0,0 0 0,0-1 0,-1 1 0,1 0 0,0 0 0,0 0 0,0-1 0,0 1 0,0 0 0,-1 0 0,-16-27 0,16 25 0,-11-16 0,-2 1 0,1 1 0,-2 0 0,0 1 0,-34-26 0,48 40 0,0 0 0,0 1 0,-1-1 0,1 0 0,0 0 0,-1 1 0,1-1 0,0 1 0,-1-1 0,1 1 0,-1 0 0,1 0 0,-1-1 0,1 1 0,0 0 0,-1 0 0,1 0 0,-1 0 0,1 1 0,-1-1 0,1 0 0,-1 1 0,1-1 0,0 1 0,-1-1 0,1 1 0,0 0 0,-1-1 0,1 1 0,0 0 0,0 0 0,0 0 0,0 0 0,-1 0 0,2 0 0,-1 0 0,-2 3 0,-1 3 0,-1 1 0,1-1 0,1 1 0,-1 0 0,-2 10 0,3-10 0,-1 6-170,-2 0-1,0-1 0,0 1 1,-2-1-1,1-1 0,-2 0 1,-9 13-1,7-14-6655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3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24575,'0'8'0,"-1"9"0,2 0 0,-1 0 0,2-1 0,0 1 0,9 29 0,-5-22 0,-5-19 0,0 0 0,0 1 0,1-1 0,0 0 0,0 0 0,0 0 0,1 0 0,-1-1 0,4 6 0,-5-10 0,-1 0 0,1 1 0,-1-1 0,0 0 0,1 0 0,-1 1 0,1-1 0,-1 0 0,1 0 0,-1 1 0,1-1 0,0 0 0,-1 0 0,1 0 0,-1 0 0,1 0 0,-1 0 0,1 0 0,-1 0 0,1 0 0,0 0 0,-1 0 0,1 0 0,-1-1 0,1 1 0,-1 0 0,1 0 0,-1 0 0,1-1 0,-1 1 0,1 0 0,-1-1 0,0 1 0,1 0 0,-1-1 0,1 1 0,-1-1 0,0 1 0,1 0 0,-1-1 0,1 0 0,13-23 0,-12 22 0,8-21 0,13-38 0,-19 49 0,-3 11 0,-1-1 0,1 1 0,-1-1 0,1 1 0,0 0 0,0-1 0,-1 1 0,1 0 0,0-1 0,0 1 0,0 0 0,1 0 0,-1 0 0,0 0 0,0 0 0,1 0 0,2-1 0,-3 1 0,0 1 0,0 0 0,0 0 0,0 0 0,0 0 0,0 0 0,0 0 0,0 0 0,0 0 0,0 1 0,0-1 0,0 0 0,0 0 0,0 1 0,0-1 0,0 1 0,0-1 0,0 1 0,-1-1 0,1 1 0,0 0 0,0-1 0,0 1 0,-1 0 0,1 0 0,0-1 0,0 3 0,64 85 0,-45-63 0,-12-15 0,-6-7 0,-3-4 0,-13-13-1365,8 6-5461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3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96 24575,'-8'-5'0,"-5"-2"0,-2 0 0,0-1 0,1 1 0,0 1 0,0 0 0,-1 0 0,0-1 0,0 1 0,0 1 0,3-2 0,0 2 0,0-2 0,2 0-8191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4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0 24575,'-21'0'0,"-9"0"0,-2 0 0,2 0 0,3 0 0,3 0 0,4 0 0,3 0 0,1 0 0,4 0-8191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4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18 24575,'-4'8'0,"0"1"0,0-1 0,1 1 0,0-1 0,1 1 0,0 0 0,1 0 0,-2 18 0,4-22 0,-1 0 0,0 0 0,1 0 0,0 0 0,1-1 0,-1 1 0,1 0 0,0 0 0,0-1 0,0 1 0,0-1 0,1 0 0,0 1 0,0-1 0,0-1 0,0 1 0,7 6 0,1-1 0,0-1 0,0 0 0,1-1 0,0 0 0,1 0 0,-1-1 0,1-1 0,0 0 0,0-1 0,1-1 0,-1 0 0,1 0 0,0-2 0,0 0 0,26-1 0,-38 0 0,1 0 0,0 0 0,0-1 0,-1 0 0,1 1 0,-1-1 0,1 0 0,0 0 0,-1 0 0,0-1 0,1 1 0,-1-1 0,0 1 0,0-1 0,0 0 0,4-4 0,-4 3 0,0 0 0,0 0 0,0 0 0,-1 0 0,1-1 0,-1 1 0,0-1 0,0 1 0,0-1 0,-1 1 0,1-6 0,0-2 0,-2 1 0,1-1 0,-1 0 0,-1 1 0,0-1 0,-1 1 0,-6-18 0,7 21 0,-1 1 0,0 0 0,0-1 0,-1 1 0,0 0 0,0 1 0,0-1 0,-1 1 0,0 0 0,0 0 0,0 0 0,0 1 0,-1-1 0,0 1 0,0 1 0,0-1 0,0 1 0,-1 0 0,1 1 0,-1-1 0,0 1 0,1 0 0,-1 1 0,0 0 0,-12-1 0,-24 1-1365,25 2-5461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24575,'-7'12'0,"1"-1"0,1 1 0,0 1 0,1-1 0,0 1 0,1 0 0,0 0 0,1 0 0,0 15 0,2-4 0,2-1 0,0 1 0,2 0 0,11 38 0,0-14 0,26 53 0,-40-99 0,3 6 0,0-1 0,-1 0 0,-1 1 0,1-1 0,-1 1 0,0 0 0,-1 0 0,1 13 0,-4-16-1365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5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76 24575,'0'-2'0,"0"1"0,1-1 0,0 1 0,-1-1 0,1 1 0,0-1 0,0 1 0,0-1 0,0 1 0,0 0 0,0-1 0,0 1 0,1 0 0,-1 0 0,0 0 0,1 0 0,-1 0 0,0 0 0,1 0 0,1 0 0,0 0 0,-1 1 0,1 0 0,-1-1 0,1 1 0,-1 0 0,1 0 0,-1 0 0,1 1 0,-1-1 0,1 0 0,-1 1 0,3 1 0,7 3 0,0 0 0,0 1 0,-1 0 0,13 10 0,-18-11 0,11 7 0,-13-8 0,1 0 0,0-1 0,0 0 0,10 5 0,-15-12 0,-6-6 0,-9-10 0,4 8 0,-1 1 0,0 1 0,0 0 0,0 0 0,-2 2 0,1-1 0,-22-8 0,32 15 0,0 1 0,-1 0 0,1 0 0,-1 1 0,1-1 0,-1 1 0,1-1 0,-1 1 0,1 0 0,-6 1 0,8-1 0,-1 0 0,1 1 0,-1-1 0,1 1 0,-1 0 0,1-1 0,-1 1 0,1 0 0,-1 0 0,1 0 0,0 0 0,-1 0 0,1 0 0,0 0 0,0 0 0,0 1 0,0-1 0,0 0 0,0 1 0,0-1 0,1 0 0,-1 1 0,0-1 0,0 4 0,-4 16 43,1 1 0,-2 23 0,-3 15-1537,6-44-5332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24575,'-1'0'0,"1"0"0,0 0 0,0 1 0,-1-1 0,1 0 0,0 1 0,0-1 0,-1 0 0,1 0 0,0 1 0,0-1 0,0 0 0,0 1 0,-1-1 0,1 1 0,0-1 0,0 0 0,0 1 0,0-1 0,0 0 0,0 1 0,0-1 0,0 0 0,0 1 0,0-1 0,0 1 0,0-1 0,0 0 0,0 1 0,1-1 0,-1 0 0,0 1 0,0-1 0,0 0 0,0 1 0,1-1 0,5 17 0,-6-16 0,9 18 0,1 1 0,1-2 0,0 0 0,2 0 0,0-1 0,25 26 0,-35-40 0,-1-1 0,0 0 0,1 0 0,0 0 0,-1 0 0,1 0 0,0-1 0,0 1 0,0-1 0,6 2 0,-8-3 0,0 0 0,1 1 0,-1-1 0,0 0 0,0 0 0,0-1 0,0 1 0,1 0 0,-1 0 0,0-1 0,0 1 0,0 0 0,0-1 0,0 1 0,0-1 0,0 1 0,0-1 0,0 0 0,0 1 0,0-1 0,0 0 0,0 0 0,0 0 0,0 0 0,-1 0 0,1 0 0,0 0 0,-1 0 0,1 0 0,-1 0 0,1 0 0,0-2 0,3-11 0,0 0 0,0 0 0,-1 0 0,-1-1 0,-1 1 0,1-19 0,0-5 0,-2 37 0,0 0 0,0 1 0,0-1 0,0 0 0,0 0 0,0 0 0,0 1 0,0-1 0,0 0 0,1 0 0,-1 0 0,0 1 0,1-1 0,-1 0 0,1 1 0,-1-1 0,0 0 0,1 1 0,-1-1 0,1 0 0,0 1 0,-1-1 0,1 1 0,1-1 0,-1 0 0,0 1 0,0 0 0,-1 0 0,1 0 0,0 1 0,0-1 0,0 0 0,0 0 0,0 0 0,0 1 0,0-1 0,-1 0 0,1 1 0,0-1 0,0 1 0,0-1 0,1 2 0,4 3 0,0 0 0,0 0 0,7 11 0,-13-16 0,23 30 8,-1 1-1,26 52 1,-12-20-1396,-31-53-5438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59 24575,'-15'-5'0,"-9"-4"0,-1-1 0,-1 1 0,3 3 0,5-1 0,3 1 0,3-1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18 24575,'-26'-5'0,"-11"-2"0,-2 3 0,1 3 0,4 0 0,5 4 0,5 1 0,7 0-8191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7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24575,'2'31'0,"2"13"0,-1 2 0,2-5 0,1-4 0,1-6 0,2-5 0,0-5 0,1-3 0,-2-2 0,-1-4-8191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8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24575,'9'9'0,"-2"1"0,1 0 0,9 18 0,4 6 0,14 11 0,48 50 0,49 35 0,-65-66 0,28 24 86,22 23-1537,-107-102-5375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8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31 24575,'8'0'0,"86"1"0,-80-1 0,-1 1 0,0 0 0,17 4 0,-44-10 0,-57-19 0,60 21 0,1 1 0,-1 0 0,0 1 0,-19-1 0,29 2 0,-1 0 0,1 0 0,0 0 0,-1 1 0,1-1 0,0 0 0,-1 1 0,1-1 0,0 1 0,0-1 0,0 1 0,0-1 0,-1 1 0,1 0 0,0 0 0,0 0 0,0-1 0,0 1 0,1 0 0,-3 2 0,2 0 0,0-1 0,0 0 0,0 0 0,0 1 0,0-1 0,1 1 0,-1-1 0,1 1 0,0-1 0,-1 4 0,2 4 0,-1 1 0,1-1 0,1 0 0,3 12 0,5 13 23,-5-23-486,-2 1 1,4 20-1,-6-20-6363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24575,'3'25'0,"13"91"0,-12-97 0,0-1 0,2 0 0,0 0 0,11 21 0,-17-38 0,1 0 0,-1 0 0,1 0 0,-1 0 0,1 0 0,-1 0 0,1 0 0,0 0 0,0 0 0,-1 0 0,1 0 0,0 0 0,0-1 0,0 1 0,0 0 0,0-1 0,0 1 0,0 0 0,0-1 0,0 0 0,0 1 0,1-1 0,-1 1 0,0-1 0,0 0 0,0 0 0,1 0 0,-1 0 0,0 0 0,0 0 0,0 0 0,0 0 0,1 0 0,-1 0 0,0-1 0,0 1 0,0-1 0,0 1 0,0 0 0,1-1 0,-1 0 0,0 1 0,0-1 0,0 0 0,-1 1 0,3-3 0,1-1 0,1 0 0,-1-1 0,0 1 0,0-1 0,0 0 0,-1 0 0,6-10 0,6-26 0,-11 29 0,0 0 0,7-12 0,-11 23 0,0 1 0,1-1 0,-1 0 0,1 1 0,-1-1 0,0 1 0,1-1 0,-1 1 0,1-1 0,-1 1 0,1-1 0,-1 1 0,1-1 0,0 1 0,-1 0 0,1-1 0,0 1 0,-1 0 0,1-1 0,0 1 0,-1 0 0,1 0 0,0 0 0,1-1 0,-1 2 0,0-1 0,1 0 0,-1 1 0,0-1 0,0 0 0,1 1 0,-1 0 0,0-1 0,0 1 0,0 0 0,0-1 0,2 3 0,4 3 0,-1 1 0,0 0 0,7 11 0,-8-11 0,9 12-113,49 61-1139,-56-71-5574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88 24575,'-23'-10'0,"-11"-4"0,-1 1 0,2 0 0,4 2 0,4 3 0,7 0 0,4 2 0,4 2-8191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32 24575,'-28'-5'0,"-13"-2"0,-3 0 0,2 2 0,6 1 0,7 2 0,5 1 0,7 0-8191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00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24575,'4'-7'0,"0"0"0,0 1 0,1 0 0,0 0 0,0 0 0,1 1 0,12-10 0,-16 14 0,1-1 0,-1 1 0,1-1 0,-1 1 0,1 0 0,-1 0 0,1 0 0,0 1 0,0-1 0,0 0 0,-1 1 0,1 0 0,0 0 0,0 0 0,0 0 0,0 0 0,-1 1 0,1-1 0,0 1 0,0-1 0,0 1 0,-1 0 0,1 0 0,3 2 0,-1 1 0,1-1 0,-1 1 0,0 0 0,0 0 0,0 1 0,-1-1 0,0 1 0,1 0 0,-2 0 0,1 1 0,-1-1 0,1 1 0,-1 0 0,-1-1 0,1 1 0,-1 1 0,0-1 0,-1 0 0,2 10 0,-2-9 0,0 0 0,-1 1 0,0-1 0,0 1 0,-1-1 0,0 1 0,0-1 0,-1 0 0,0 0 0,0 1 0,0-1 0,-1-1 0,0 1 0,-1 0 0,0-1 0,-7 11 0,5-10 0,-15 20 0,20-25 0,0-1 0,0 1 0,0-1 0,0 1 0,1 0 0,-1-1 0,0 1 0,1 0 0,-1 0 0,1 0 0,0-1 0,-1 1 0,1 0 0,0 3 0,1-4 0,-1 0 0,1 1 0,0-1 0,-1 0 0,1 0 0,0 0 0,0 1 0,0-1 0,0 0 0,0 0 0,0 0 0,0 0 0,0-1 0,0 1 0,1 0 0,-1 0 0,0-1 0,1 1 0,-1 0 0,3 0 0,28 6 0,38 2-682,72-1-1,-127-8-6143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7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24575,'23'43'0,"72"143"0,-90-175 0,0 1 0,2 12 0,8 17 0,-15-66 0,-1 19 0,-4-18 0,0 0 0,0-37 0,5 53 0,0 0 0,1 0 0,0 0 0,4-16 0,-4 20 0,1 1 0,-1-1 0,1 0 0,0 0 0,0 1 0,0-1 0,1 1 0,-1 0 0,1-1 0,5-3 0,-6 5 0,0 0 0,0 0 0,0 1 0,1 0 0,-1-1 0,1 1 0,-1 0 0,1 0 0,-1 0 0,1 0 0,0 1 0,-1-1 0,1 1 0,0-1 0,0 1 0,-1 0 0,1 0 0,0 1 0,0-1 0,-1 0 0,1 1 0,0 0 0,-1-1 0,1 1 0,0 0 0,4 3 0,4 2 0,1 2 0,-1-1 0,-1 1 0,15 14 0,-8-7 0,135 120-1365,-142-125-5461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8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7 24575,'-270'0'0,"238"-3"-1365,21 0-5461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48 24575,'-28'-8'0,"-12"-2"0,-3 0 0,5 2 0,5 3 0,7 1 0,4 2 0,4 1 0,-1 1 0,1 1 0,1-1 0,0 1 0,1-1 0,0 0 0,1 0 0,2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9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24575,'-1'4'0,"-1"1"0,1-1 0,0 1 0,0 0 0,0-1 0,1 1 0,0 0 0,0-1 0,0 1 0,0 0 0,1-1 0,0 1 0,1 5 0,3 9 0,13 31 0,-18-48 0,25 56 0,52 91 0,-5-38 0,-82-125 29,5 8-494,1 0 1,-8-13-1,6 6-6361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9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63 24575,'4'-3'0,"0"0"0,0 1 0,0-1 0,1 1 0,-1 0 0,1 0 0,-1 0 0,1 0 0,0 1 0,0 0 0,7-1 0,-9 2 0,1 0 0,-1 0 0,0 1 0,1-1 0,-1 1 0,0 0 0,0 0 0,0 0 0,1 0 0,-1 0 0,0 1 0,-1 0 0,1-1 0,0 1 0,0 0 0,-1 0 0,1 0 0,2 4 0,11 12 0,-2 2 0,0 0 0,0 0 0,11 26 0,0-1 0,-15-29 0,-3-4 0,0 0 0,6 13 0,-12-22 0,0 0 0,0-1 0,0 1 0,0 0 0,0 0 0,-1-1 0,1 1 0,-1 0 0,0 0 0,0 0 0,0-1 0,0 1 0,-1 0 0,1 0 0,-1 0 0,0 2 0,0-3 0,-1-1 0,1 1 0,0-1 0,0 1 0,0-1 0,-1 0 0,1 1 0,-1-1 0,1 0 0,-1 0 0,0 0 0,1 0 0,-1 0 0,0-1 0,1 1 0,-1 0 0,0-1 0,0 1 0,0-1 0,0 0 0,-3 1 0,-6-1 0,1 1 0,-17-2 0,21 0 0,-10 0 0,0-2 0,-1 0 0,1-1 0,1-1 0,-1 0 0,-20-10 0,11 3 0,1-2 0,-45-32 0,62 41 0,1-1 0,-1 1 0,1-2 0,0 1 0,1-1 0,0 1 0,0-2 0,0 1 0,1 0 0,0-1 0,0 0 0,-4-15 0,7 18 0,0 0 0,0-1 0,0 1 0,1 0 0,-1 0 0,1 0 0,1 0 0,-1-1 0,1 1 0,0 0 0,0 0 0,0 0 0,1 0 0,0 0 0,0 1 0,0-1 0,0 0 0,1 1 0,0-1 0,0 1 0,0 0 0,5-5 0,-4 5-91,0 0 0,1 1 0,-1-1 0,1 1 0,0 0 0,0 0 0,0 0 0,0 1 0,0 0 0,0 0 0,1 0 0,-1 1 0,1 0 0,8-1 0,-1 1-6735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84 24575,'-15'-8'0,"-8"-6"0,-1 1 0,-1 1 0,0 2 0,-44-13 0,65 22 0,1 0 0,-1 1 0,0-1 0,0 1 0,0 0 0,1 0 0,-1 0 0,0 0 0,0 1 0,0-1 0,1 1 0,-1 0 0,0 0 0,1 1 0,-1-1 0,1 1 0,-1 0 0,1-1 0,0 2 0,0-1 0,0 0 0,0 1 0,0-1 0,0 1 0,1 0 0,-1 0 0,1 0 0,0 0 0,-4 6 0,0 1 0,1-1 0,0 1 0,1-1 0,0 2 0,0-1 0,1 0 0,-2 14 0,4-20 0,0 0 0,1 0 0,0 0 0,0 0 0,0 0 0,0-1 0,1 1 0,-1 0 0,1 0 0,0 0 0,0 0 0,1-1 0,-1 1 0,1 0 0,-1-1 0,1 1 0,0-1 0,1 0 0,-1 0 0,1 1 0,-1-2 0,6 6 0,2-1 0,0-1 0,1 0 0,0-1 0,-1 0 0,2-1 0,-1 0 0,0-1 0,1 0 0,0-1 0,22 2 0,-30-3 0,0-1 0,0 0 0,-1-1 0,1 1 0,0-1 0,0 1 0,-1-1 0,1 0 0,-1 0 0,1-1 0,-1 1 0,1-1 0,-1 0 0,0 0 0,0 0 0,0 0 0,0 0 0,0-1 0,0 1 0,0-1 0,3-5 0,-3 3 0,1-1 0,-1 1 0,-1-1 0,1 0 0,-1 0 0,0 0 0,-1 0 0,1 0 0,-1-1 0,-1 1 0,1-12 0,1 7 0,-2 11 0,0 0 0,0-1 0,0 1 0,0 0 0,0 0 0,0 0 0,0 0 0,0 0 0,0 0 0,1 0 0,-1 0 0,0 0 0,0 0 0,0 0 0,0 0 0,0 0 0,0 0 0,0 0 0,0 0 0,0 0 0,1 0 0,-1 0 0,0 0 0,0 0 0,0 0 0,0 0 0,0 0 0,0 0 0,0 0 0,0 0 0,0 0 0,1 0 0,-1 0 0,0 0 0,0 0 0,0 0 0,0 0 0,0 0 0,0 0 0,0 0 0,0 1 0,0-1 0,0 0 0,0 0 0,0 0 0,0 0 0,1 0 0,8 18 0,-4-10 0,4 8-136,1 0-1,1-1 1,0 0-1,1-1 1,1 0-1,0-1 1,1 0-1,0-1 0,25 15 1,-26-20-6690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24575,'3'52'0,"1"0"0,3-1 0,25 93 0,-22-107 0,30 65 0,27 30 0,-61-121-1365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463 64 24575,'-33'-10'0,"-17"-4"0,-5 1 0,2 3 0,5 2 0,2 3 0,5 3 0,0 1 0,3 1 0,6 0 0,7 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24575,'0'5'0,"1"0"0,0 0 0,0 0 0,0 0 0,0 0 0,1 0 0,0 0 0,0 0 0,0 0 0,1-1 0,3 5 0,6 8 0,20 21 0,-23-28 0,12 13 0,27 23 0,-37-36 0,0-2 0,1 0 0,-1 0 0,26 12 0,-33-19 0,-1 1 0,1-1 0,-1 0 0,1 0 0,0-1 0,0 1 0,-1-1 0,1 1 0,0-1 0,6-1 0,-9 1 0,1-1 0,-1 1 0,1 0 0,-1-1 0,1 1 0,-1-1 0,1 0 0,-1 0 0,0 1 0,1-1 0,-1 0 0,0 0 0,0 0 0,1 0 0,-1-1 0,0 1 0,0 0 0,0 0 0,-1-1 0,1 1 0,0 0 0,0-1 0,-1 1 0,1-1 0,-1 1 0,1-1 0,0-1 0,0-4 0,-1 0 0,1 1 0,-1-11 0,0 11 0,0 0 0,0 0 0,2-11 0,-2 17 0,0-1 0,0 1 0,0-1 0,0 1 0,0-1 0,1 1 0,-1 0 0,0-1 0,0 1 0,0-1 0,0 1 0,1 0 0,-1-1 0,0 1 0,1 0 0,-1-1 0,0 1 0,0 0 0,1 0 0,-1-1 0,0 1 0,1 0 0,-1 0 0,1-1 0,-1 1 0,0 0 0,1 0 0,-1 0 0,1 0 0,-1 0 0,0 0 0,1 0 0,-1 0 0,1 0 0,-1 0 0,1 0 0,-1 0 0,0 0 0,1 0 0,-1 0 0,1 0 0,-1 0 0,0 0 0,1 1 0,20 12 0,-13-7 0,-3-4 0,-1 0 0,0 0 0,0 0 0,1 0 0,-1-1 0,1 0 0,0 0 0,-1 0 0,1-1 0,0 1 0,5-1 0,-7 0 0,-1-1 0,1 1 0,0-1 0,0 1 0,-1-1 0,1 0 0,-1 0 0,1 0 0,-1-1 0,1 1 0,-1 0 0,0-1 0,1 0 0,-1 1 0,0-1 0,0 0 0,0 0 0,-1 0 0,1-1 0,2-2 0,-1 0 0,0 0 0,0-1 0,-1 1 0,1-1 0,-1 1 0,0-1 0,-1 0 0,1 0 0,0-11 0,-2 13 0,0 1 0,0-1 0,-1 1 0,1-1 0,-1 1 0,0 0 0,0-1 0,0 1 0,0 0 0,0 0 0,-1 0 0,0 0 0,1 0 0,-1 0 0,0 0 0,-1 0 0,1 1 0,-5-5 0,1 1-195,-1 0 0,0 1 0,-1 0 0,1 0 0,-1 0 0,-15-6 0,6 6-6631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2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24575,'5'53'0,"2"1"0,3-1 0,2-1 0,32 89 0,8-30 0,-42-92 0,2 0 0,1-1 0,21 24 0,-31-37 0,2-1 0,-1 0 0,0 0 0,1-1 0,0 1 0,0-1 0,0 0 0,0 0 0,0-1 0,10 4 0,-12-5 0,-1-1 0,0 1 0,1-1 0,-1 0 0,1 0 0,-1 0 0,1 0 0,-1 0 0,1-1 0,-1 1 0,0-1 0,1 1 0,-1-1 0,1 0 0,-1 0 0,0 0 0,0 0 0,0 0 0,0-1 0,0 1 0,0-1 0,0 1 0,0-1 0,0 0 0,-1 0 0,1 0 0,2-3 0,1-4 0,0 0 0,0 0 0,-1 0 0,0-1 0,3-13 0,7-17 0,-13 39 0,-1 0 0,0 0 0,1 0 0,-1 1 0,1-1 0,0 0 0,-1 0 0,1 0 0,0 0 0,-1 1 0,1-1 0,0 0 0,0 1 0,-1-1 0,1 0 0,0 1 0,0-1 0,0 1 0,0 0 0,0-1 0,0 1 0,0 0 0,0-1 0,1 1 0,1 0 0,-1 0 0,0 0 0,0 1 0,0-1 0,0 1 0,0-1 0,0 1 0,0 0 0,0-1 0,0 1 0,3 2 0,4 3 0,1 1 0,-1 0 0,13 13 0,-20-17 0,11 8 0,-1 0 0,21 12 0,-27-19 0,0 0 0,0-1 0,1 0 0,-1 0 0,1-1 0,0 0 0,-1 0 0,10 1 0,-14-2 0,-1-1 0,1 0 0,0 0 0,-1 0 0,1 0 0,-1-1 0,1 1 0,-1 0 0,1-1 0,0 1 0,-1-1 0,0 1 0,1-1 0,-1 0 0,1 0 0,-1 0 0,0 0 0,1 1 0,-1-2 0,0 1 0,0 0 0,0 0 0,0 0 0,0 0 0,0-1 0,0 1 0,0-1 0,-1 1 0,1 0 0,0-3 0,2-4 0,-1-1 0,0 1 0,0-1 0,0-13 0,1 0 0,-3 22 0,11-51 0,-10 46 0,1 1 0,0 0 0,-1-1 0,1 1 0,1 0 0,-1 0 0,0 0 0,7-7 0,-8 10 0,0 1 0,-1-1 0,1 0 0,0 1 0,0-1 0,0 0 0,0 1 0,0-1 0,0 1 0,0 0 0,0-1 0,0 1 0,0 0 0,1 0 0,-1-1 0,0 1 0,0 0 0,0 0 0,1 1 0,1-1 0,-1 0 0,1 1 0,-1 0 0,0 0 0,1 0 0,-1 0 0,0 0 0,3 2 0,4 4 0,-1 0 0,1 0 0,7 10 0,-10-11 0,66 77 0,-67-76-67,-6-4 235,-12-7-1634,3-3-5360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2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24575,'2'-2'0,"2"1"0,-1 4 0,0 3 0,-2 5 0,-2-1 0,-2 1 0,0-2-8191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3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155 304 24575,'-23'12'0,"-38"26"0,54-34 0,0 1 0,1 0 0,0 1 0,0 0 0,1 0 0,0 0 0,0 0 0,0 1 0,-7 14 0,11-18 0,0 1 0,0-1 0,0 1 0,0-1 0,0 1 0,1-1 0,0 1 0,0 0 0,0-1 0,0 1 0,0 0 0,2 5 0,0-2 0,0-1 0,0 0 0,1 0 0,-1 0 0,1 0 0,6 8 0,1 0 0,1-1 0,1-1 0,-1 0 0,23 17 0,-21-18 0,1-1 0,0 0 0,19 9 0,-30-17 0,1 0 0,0-1 0,0 1 0,0-1 0,0 0 0,0 0 0,0 0 0,1 0 0,-1-1 0,0 0 0,0 0 0,1 0 0,-1 0 0,0-1 0,0 1 0,0-1 0,1 0 0,5-3 0,-8 3 0,1-1 0,-1 0 0,0 1 0,0-1 0,1 0 0,-1-1 0,-1 1 0,1 0 0,0-1 0,0 1 0,-1-1 0,0 1 0,1-1 0,-1 0 0,0 1 0,0-1 0,-1 0 0,1 0 0,0 0 0,-1 0 0,1-5 0,-1-5 0,0 1 0,0-1 0,-4-22 0,-5-6 0,-23-68 0,-2-6 0,29 93 0,-18-94 0,21 101 0,1 0 0,0 0 0,1 0 0,1 0 0,4-25 0,-5 39 0,0 0 0,0 1 0,0-1 0,0 0 0,0 0 0,1 0 0,-1 1 0,0-1 0,1 0 0,-1 0 0,0 0 0,1 1 0,-1-1 0,1 0 0,-1 1 0,1-1 0,1 0 0,-2 0 0,0 1 0,1 0 0,-1 0 0,1 0 0,-1 1 0,0-1 0,1 0 0,-1 0 0,0 0 0,1 0 0,-1 0 0,0 0 0,1 0 0,-1 1 0,0-1 0,1 0 0,-1 0 0,0 0 0,1 1 0,-1-1 0,0 0 0,0 0 0,1 1 0,-1-1 0,0 0 0,1 1 0,2 4 0,0 1 0,0-1 0,3 9 0,-6-13 0,73 217 0,-52-145 0,50 115 0,-69-184 0,0 0 0,0 0 0,1 0 0,-1 0 0,1 0 0,0 0 0,0 0 0,5 3 0,-7-6 0,1 0 0,0 0 0,0 0 0,-1 0 0,1 0 0,0 0 0,0-1 0,0 1 0,0-1 0,0 1 0,0-1 0,0 0 0,0 0 0,-1 0 0,1 0 0,0 0 0,0 0 0,0-1 0,0 1 0,0 0 0,0-1 0,2-1 0,3-1 0,0 0 0,1-1 0,-1 0 0,11-8 0,-11 6 0,1 1 0,14-7 0,-19 11 0,0-1 0,1 1 0,-1 0 0,0 1 0,0-1 0,1 0 0,-1 1 0,1 0 0,-1 0 0,0 0 0,5 1 0,12 3 0,-1 2 0,1 0 0,-2 1 0,28 15 0,19 6 0,-21-12-1365,-27-9-5461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4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24575,'33'91'0,"81"195"0,-83-220 0,30 72 0,-59-126 0,-2-12 0,0 0 0,0 0 0,-1 1 0,1-1 0,0 0 0,0 0 0,0 0 0,0 0 0,-1 0 0,1 0 0,0 0 0,0 0 0,0 0 0,0 0 0,-1 0 0,1 0 0,0 0 0,0 0 0,0-1 0,0 1 0,0 0 0,-1 0 0,1 0 0,0 0 0,0 0 0,0 0 0,0 0 0,0 0 0,-1 0 0,1-1 0,0 1 0,0 0 0,0 0 0,0 0 0,0 0 0,-18-20 0,15 16 0,-21-24 0,-34-41 0,48 57 0,1-1 0,1 0 0,-11-23 0,19 35 0,-1 1 0,1-1 0,-1 0 0,1 0 0,0 0 0,-1 0 0,1 0 0,0 0 0,0 0 0,0 0 0,0 0 0,0 0 0,0 1 0,0-1 0,0 0 0,0 0 0,0 0 0,0 0 0,1 0 0,0-2 0,-1 3 0,1-1 0,0 1 0,-1 0 0,1-1 0,0 1 0,-1 0 0,1-1 0,0 1 0,0 0 0,-1 0 0,1 0 0,0 0 0,0-1 0,-1 1 0,1 0 0,0 0 0,0 1 0,-1-1 0,1 0 0,0 0 0,0 0 0,-1 0 0,1 1 0,0-1 0,1 1 0,30 11 0,53 30 0,-5-3 0,-64-32 0,20 9 0,53 15 0,-78-28 0,0 0 0,1-1 0,-1-1 0,1 0 0,-1 0 0,1-1 0,0 0 0,-1-1 0,15-3 0,-20 2 0,-1 1 0,0-1 0,1 0 0,-1-1 0,0 1 0,0-1 0,0 0 0,0-1 0,-1 1 0,0-1 0,1 0 0,-1 0 0,0 0 0,-1 0 0,1-1 0,-1 0 0,0 1 0,0-1 0,0 0 0,-1-1 0,0 1 0,0 0 0,0-1 0,1-6 0,-3 11 0,0 0 0,0 0 0,0 0 0,1 0 0,-1 0 0,0 0 0,0 0 0,1 1 0,-1-1 0,1 0 0,-1 0 0,1 0 0,-1 0 0,1 1 0,-1-1 0,2 0 0,1 3 0,-1 9 0,2 16-455,0-1 0,10 30 0,-10-42-6371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24575,'5'2'0,"5"4"0,0 4 0,-1 2 0,-3 2 0,-2 1 0,-1 0 0,-2-2-8191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24575,'11'12'0,"-1"0"0,11 18 0,-13-19 0,0 0 0,0 0 0,19 18 0,3-1 0,-17-15 0,1 0 0,0-1 0,1-1 0,24 14 0,-38-24 0,1 0 0,0 0 0,1 0 0,-1 0 0,0-1 0,0 1 0,0 0 0,0-1 0,1 0 0,-1 0 0,0 1 0,0-1 0,1 0 0,-1-1 0,0 1 0,0 0 0,0-1 0,1 1 0,-1-1 0,0 0 0,0 1 0,0-1 0,2-2 0,-1 1 0,0 0 0,-1-1 0,1 1 0,-1-1 0,0 1 0,0-1 0,0 0 0,0 0 0,-1 0 0,1 0 0,-1 0 0,1 0 0,-1-1 0,1-5 0,-1 0 0,1 0 0,-2 1 0,1-1 0,-2-10 0,1 12 0,-1 0 0,2 0 0,-1 0 0,1 0 0,0 1 0,0-1 0,3-10 0,-3 16 0,-1 1 0,0-1 0,0 0 0,1 1 0,-1-1 0,1 0 0,-1 1 0,0-1 0,1 0 0,-1 1 0,1-1 0,0 1 0,-1-1 0,1 1 0,-1-1 0,1 1 0,0 0 0,-1-1 0,1 1 0,0 0 0,-1-1 0,1 1 0,0 0 0,0 0 0,-1 0 0,1 0 0,0-1 0,0 1 0,-1 0 0,1 0 0,0 0 0,0 1 0,-1-1 0,1 0 0,0 0 0,-1 0 0,1 1 0,0-1 0,0 0 0,-1 0 0,1 1 0,0-1 0,-1 1 0,2 0 0,4 3 0,-1 0 0,1 1 0,9 10 0,-6-7 0,20 20 0,-20-19 0,0 1 0,1-1 0,0-1 0,1 0 0,21 13 0,-31-21 0,-1 1 0,1-1 0,0 0 0,0 0 0,0 1 0,0-1 0,0 0 0,0 0 0,-1 0 0,1 0 0,0 0 0,0 0 0,0 0 0,0 0 0,0-1 0,0 1 0,-1 0 0,1-1 0,0 1 0,0 0 0,0-1 0,0 1 0,-1-1 0,1 1 0,0-1 0,-1 1 0,1-1 0,0 1 0,-1-1 0,1 0 0,-1 0 0,1 1 0,-1-1 0,1 0 0,0-1 0,-1 1 0,1 0 0,0 0 0,0 0 0,0 0 0,0 0 0,0 0 0,0 0 0,1 0 0,-1 0 0,0 0 0,0 0 0,1 1 0,-1-1 0,3-1 0,2 2 0,1 0 0,-1 0 0,0 0 0,0 1 0,0-1 0,0 2 0,0-1 0,10 4 0,17 3 0,-9-4 0,4 1 0,48 2 0,-65-7 0,-1-1 0,1 0 0,-1 0 0,1-1 0,-1 0 0,0-1 0,0 0 0,11-6 0,-15 7 0,-1-1 0,1 0 0,-1 0 0,0 0 0,0-1 0,0 0 0,0 0 0,-1 0 0,0-1 0,0 1 0,4-6 0,-6 6 0,0 0 0,0 0 0,0 0 0,0 0 0,-1 0 0,0 0 0,0 0 0,0-1 0,0 1 0,-1 0 0,1-1 0,-1 1 0,0 0 0,-1-1 0,1 1 0,-2-7 0,-1 0 0,-1 0 0,0 0 0,0 0 0,-1 0 0,-1 1 0,1 0 0,-13-16 0,18 26 0,-1-1 0,1 0 0,-1 0 0,1 0 0,-1 1 0,0-1 0,0 0 0,1 0 0,-1 1 0,0-1 0,0 1 0,0-1 0,1 1 0,-1-1 0,0 1 0,0-1 0,0 1 0,0 0 0,0 0 0,-2-1 0,2 1 0,0 1 0,1-1 0,-1 0 0,0 1 0,0-1 0,1 0 0,-1 1 0,0-1 0,1 1 0,-1-1 0,1 1 0,-1-1 0,0 1 0,1-1 0,-1 1 0,1 0 0,0-1 0,-1 1 0,1 0 0,-1 0 0,-1 4 0,0 1 0,0-1 0,1 0 0,-1 1 0,1-1 0,0 7 0,0-2 0,0 0 0,1 0 0,0 0 0,1 1 0,0-1 0,0 0 0,1 0 0,0 0 0,1 0 0,0-1 0,1 1 0,0-1 0,7 12 0,-2-6 30,0-1 0,1-1 0,19 20 0,-24-28-154,0 0 0,0-1 1,0 1-1,1-2 0,0 1 0,0 0 1,0-1-1,0 0 0,1-1 0,-1 1 1,11 1-1,-4-1-6702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231 624 24575,'-6'-1'0,"-78"-20"0,72 19 0,-1 1 0,1 0 0,-1 0 0,-22 3 0,33-2 0,-1 0 0,0 1 0,1 0 0,-1-1 0,1 1 0,-1 0 0,1 0 0,-1 0 0,1 1 0,0-1 0,0 1 0,-1-1 0,1 1 0,0 0 0,0 0 0,1-1 0,-1 1 0,0 1 0,1-1 0,-1 0 0,1 0 0,-1 1 0,1-1 0,0 0 0,0 1 0,0-1 0,1 1 0,-1 0 0,1-1 0,-1 1 0,1 0 0,0 3 0,0-2 0,0 0 0,0 0 0,0 0 0,1 0 0,-1 0 0,1 0 0,0 0 0,1 0 0,-1 0 0,1 0 0,-1 0 0,1-1 0,0 1 0,1-1 0,-1 1 0,1-1 0,-1 0 0,1 0 0,0 0 0,5 3 0,-5-4 0,-1 0 0,1 0 0,1 0 0,-1 0 0,0-1 0,0 0 0,1 0 0,-1 0 0,0 0 0,1 0 0,-1-1 0,7 1 0,-8-1 0,0-1 0,1 1 0,-1-1 0,0 1 0,1-1 0,-1 0 0,0 0 0,0 0 0,0 0 0,0 0 0,0-1 0,0 1 0,0-1 0,0 1 0,-1-1 0,1 1 0,0-1 0,-1 0 0,2-3 0,3-5 0,0 1 0,-1-1 0,0 0 0,-1-1 0,-1 1 0,1-1 0,-2 0 0,1 0 0,-2 0 0,2-13 0,-2-10 0,-1 1 0,-5-38 0,-6-16 0,-4 0 0,-4 1 0,-32-91 0,50 174 0,0 0 0,0 0 0,0 0 0,0 0 0,0 0 0,-1 0 0,-2-3 0,4 6 0,0-1 0,0 1 0,0 0 0,0 0 0,0 0 0,-1 0 0,1 0 0,0 0 0,0 0 0,0 0 0,0 0 0,0 0 0,0 0 0,0 0 0,0 0 0,0 0 0,0 0 0,-1-1 0,1 1 0,0 0 0,0 0 0,0 0 0,0 0 0,0 0 0,0 0 0,0 0 0,0 0 0,-1 0 0,1 0 0,0 1 0,0-1 0,0 0 0,0 0 0,0 0 0,0 0 0,0 0 0,0 0 0,0 0 0,-1 0 0,1 0 0,0 0 0,0 0 0,0 0 0,0 0 0,0 0 0,0 0 0,0 1 0,-3 6 0,1 9 0,6 34 0,1 1 0,2-1 0,28 94 0,-18-87-341,4-2 0,1 0-1,51 88 1,-65-129-6485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7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131 164 24575,'24'2'0,"-1"2"0,24 7 0,-36-7 0,-1-1 0,0 1 0,0 0 0,-1 1 0,1 0 0,15 12 0,-23-14 0,1-1 0,-1 1 0,0-1 0,0 1 0,0 0 0,0 0 0,-1 0 0,1 0 0,-1 0 0,0 0 0,0 0 0,0 1 0,0-1 0,-1 0 0,1 1 0,-1 5 0,1-1 0,-1 1 0,-1-1 0,0 1 0,0-1 0,-4 14 0,4-19 0,0 0 0,0-1 0,0 1 0,-1 0 0,1 0 0,-1-1 0,0 1 0,1-1 0,-1 0 0,-1 1 0,1-1 0,0 0 0,0 0 0,-1 0 0,1 0 0,-1-1 0,0 1 0,1-1 0,-1 0 0,0 1 0,0-1 0,0 0 0,0-1 0,0 1 0,0 0 0,0-1 0,-6 0 0,-4 1 0,1-2 0,-1 0 0,0 0 0,0-1 0,-16-5 0,17 3 0,0 0 0,0-1 0,0 0 0,1-1 0,0 0 0,0-1 0,0 0 0,1-1 0,0 0 0,1 0 0,-1-1 0,-10-15 0,18 22 0,0-1 0,1 1 0,0-1 0,-1 0 0,1 0 0,0 1 0,0-1 0,0 0 0,1 0 0,-1 0 0,1 0 0,0 0 0,0 0 0,0-6 0,0 8 0,0 0 0,1 0 0,-1-1 0,1 1 0,-1 0 0,1 0 0,-1 0 0,1-1 0,0 1 0,0 0 0,-1 0 0,1 0 0,0 0 0,0 1 0,0-1 0,0 0 0,0 0 0,0 0 0,0 1 0,0-1 0,0 0 0,1 1 0,-1-1 0,0 1 0,0 0 0,1-1 0,-1 1 0,0 0 0,0 0 0,1 0 0,-1 0 0,0 0 0,1 0 0,-1 0 0,0 0 0,2 1 0,12 2 0,-1 0 0,0 1 0,0 1 0,0 0 0,-1 1 0,15 9 0,18 7 0,-42-20 0,74 27 0,-66-26 0,-1 0 0,1-1 0,0 0 0,-1-1 0,14 0 0,-18-1 0,-1 0 0,1 0 0,0-1 0,-1 0 0,1 0 0,-1-1 0,1 0 0,-1 0 0,1-1 0,-1 1 0,0-1 0,0-1 0,-1 1 0,1-1 0,-1 0 0,1 0 0,-1 0 0,0-1 0,-1 0 0,8-9 0,-6 4 0,0 1 0,0-1 0,-1 0 0,0-1 0,-1 1 0,0-1 0,-1 0 0,0 0 0,-1 0 0,0-1 0,-1 1 0,1-13 0,-3 18 0,1 1 0,-1 0 0,0-1 0,-1 1 0,1 0 0,-1 0 0,0 0 0,0 0 0,-5-8 0,5 10 0,0-1 0,0 1 0,0 0 0,-1 0 0,0 0 0,1 1 0,-1-1 0,0 0 0,0 1 0,0 0 0,-1 0 0,1 0 0,0 0 0,-5-1 0,6 2 0,1 1 0,-1 0 0,0-1 0,1 1 0,-1 0 0,0 0 0,1 0 0,-1 1 0,1-1 0,-1 0 0,0 0 0,1 1 0,-1-1 0,1 1 0,-1 0 0,1-1 0,-1 1 0,1 0 0,0 0 0,-1 0 0,1 0 0,0 0 0,0 0 0,-1 0 0,1 0 0,0 1 0,0-1 0,0 0 0,1 1 0,-1-1 0,0 1 0,0-1 0,0 3 0,-1 2 0,-1-1 0,2 1 0,-1 0 0,1 0 0,0-1 0,0 1 0,0 0 0,1 7 0,1-4 0,0-1 0,1 0 0,0 1 0,0-1 0,1 0 0,0-1 0,0 1 0,1 0 0,0-1 0,0 0 0,1 0 0,0 0 0,0-1 0,1 1 0,0-1 0,7 6 0,5 3 0,1-1 0,0-1 0,0 0 0,37 16 0,-40-21 0,0-1 0,0-1 0,0 0 0,1-2 0,0 0 0,0 0 0,0-2 0,33 2 0,-48-4-47,1 0 0,-1-1 0,1 1 0,0-1 0,-1 1 0,1-1 0,-1 0 0,1 0 0,-1 0-1,1 0 1,-1 0 0,0 0 0,0-1 0,1 1 0,-1-1 0,0 1 0,0-1 0,-1 0 0,1 0 0,0 0 0,-1 0 0,1 0-1,-1-1 1,1 1 0,-1 0 0,0-1 0,0 1 0,1-4 0,1-7-6779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8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23 24575,'-84'-19'0,"75"18"0,-1 0 0,1 0 0,0 1 0,0 0 0,0 1 0,0 0 0,-11 2 0,18-2 0,0-1 0,0 1 0,0 0 0,0 0 0,0 0 0,1 0 0,-1 0 0,0 0 0,1 0 0,-1 0 0,1 1 0,-1-1 0,1 1 0,0-1 0,-1 1 0,1 0 0,0-1 0,0 1 0,0 0 0,0 0 0,1-1 0,-1 1 0,0 0 0,1 0 0,0 0 0,-1 0 0,1 0 0,0 0 0,0 0 0,0 0 0,0 3 0,1 5 0,0 0 0,1 0 0,0 0 0,7 17 0,-9-24 0,6 12 0,1 0 0,0 0 0,1 0 0,17 25 0,47 49 0,-69-86 0,30 29 0,-25-26 0,0 1 0,-1 1 0,8 9 0,-15-17 0,1 1 0,-1-1 0,1 1 0,-1 0 0,1-1 0,-1 1 0,0 0 0,1-1 0,-1 1 0,0 0 0,1-1 0,-1 1 0,0 0 0,0 0 0,0-1 0,0 1 0,0 0 0,0 0 0,0-1 0,0 1 0,0 0 0,0 0 0,0-1 0,0 1 0,-1 1 0,0-1 0,0 0 0,1 0 0,-1 0 0,0-1 0,0 1 0,0 0 0,0-1 0,0 1 0,0-1 0,0 1 0,0-1 0,0 1 0,0-1 0,0 0 0,-2 1 0,-7 0 0,1 0 0,-1 0 0,-12-2 0,15 1 0,-98-9-41,67 5-1283,18 1-5502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9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24575,'3'16'0,"3"4"0,0 3 0,-2-4 0,-3-5-8191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9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24575,'5'8'0,"2"5"0,0 3 0,-5-2 0,-1 1 0,-2-4-8191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0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24575,'3'29'0,"3"14"0,1 5 0,1 0 0,0-4 0,1-3 0,2-4 0,1-3 0,1-5 0,1-5 0,1 0 0,-2-3 0,-1-5 0,0-2 0,1-3 0,1-5 0,-3-2-8191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0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32 24575,'-18'-5'0,"-9"-2"0,-2 1 0,-1 0 0,2 3 0,0 0 0,2 2 0,1 1 0,-1 0 0,-1 0 0,2 0 0,2 0 0,5 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24575,'0'-11'0,"0"-3"0,0 13 0,1 8 0,7 40 0,2-1 0,2 0 0,1-1 0,37 80 0,-10-46 0,-34-69 0,0-1 0,0 0 0,1 0 0,1 0 0,14 13 0,-21-21 0,0 0 0,0 0 0,0 0 0,0 0 0,1 0 0,-1 0 0,0-1 0,0 1 0,0 0 0,1-1 0,-1 1 0,0-1 0,1 1 0,-1-1 0,0 0 0,1 1 0,-1-1 0,1 0 0,-1 0 0,0 0 0,1 0 0,-1 0 0,1-1 0,-1 1 0,0 0 0,1-1 0,-1 1 0,0-1 0,1 1 0,-1-1 0,0 1 0,0-1 0,1 0 0,-1 0 0,0 0 0,0 0 0,0 0 0,0 0 0,0 0 0,0 0 0,0 0 0,-1 0 0,1 0 0,0 0 0,-1-1 0,1 1 0,0-2 0,7-15 0,-1 0 0,7-30 0,6-15 0,-20 61 0,1 0 0,0 0 0,0 0 0,0 0 0,1 0 0,-1 0 0,0 0 0,1 0 0,-1 1 0,1-1 0,-1 1 0,1-1 0,2-1 0,-3 3 0,0-1 0,0 1 0,0 0 0,0-1 0,0 1 0,0 0 0,0 0 0,0 0 0,0 0 0,0 0 0,0 0 0,0 0 0,0 0 0,0 0 0,0 1 0,0-1 0,0 0 0,0 1 0,0-1 0,0 0 0,-1 1 0,1-1 0,0 1 0,0 0 0,0-1 0,-1 1 0,1-1 0,0 1 0,0 0 0,-1 0 0,2 1 0,41 56 0,-32-42 0,0 0 0,28 27 0,-26-30-227,0 0-1,2-1 1,-1-1-1,2 0 1,29 15-1,-32-21-6598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24575,'-8'2'0,"1"1"0,-1 1 0,0-1 0,1 1 0,-14 10 0,19-13 0,1 0 0,-1 1 0,1-1 0,-1 0 0,1 0 0,0 1 0,0-1 0,0 1 0,-1-1 0,1 1 0,1 0 0,-1-1 0,0 1 0,0 0 0,1 0 0,-1-1 0,1 1 0,-1 0 0,1 0 0,0 0 0,-1 0 0,1 0 0,0 0 0,0-1 0,1 1 0,-1 0 0,0 0 0,1 0 0,-1 0 0,1 0 0,-1-1 0,2 3 0,2 2 0,1 0 0,-1 0 0,1 0 0,1-1 0,-1 0 0,1 0 0,0 0 0,0 0 0,0-1 0,0 0 0,1-1 0,0 1 0,0-1 0,0-1 0,0 1 0,0-1 0,13 2 0,-19-4 0,1 0 0,0 1 0,-1-1 0,1 0 0,-1-1 0,1 1 0,0 0 0,-1 0 0,1-1 0,-1 1 0,1-1 0,-1 1 0,1-1 0,-1 0 0,1 1 0,-1-1 0,0 0 0,0 0 0,1 0 0,-1 0 0,0 0 0,0 0 0,0 0 0,0-1 0,0 1 0,0 0 0,0-1 0,0 1 0,-1 0 0,1-1 0,0 1 0,-1-1 0,1-1 0,1-6 0,-1 0 0,1 0 0,-2 0 0,0-17 0,1 2 0,-1 24 0,0 0 0,0-1 0,-1 1 0,1 0 0,0 0 0,0 0 0,1-1 0,-1 1 0,0 0 0,0 0 0,0 0 0,0-1 0,0 1 0,0 0 0,0 0 0,0 0 0,0-1 0,0 1 0,0 0 0,1 0 0,-1 0 0,0 0 0,0-1 0,0 1 0,0 0 0,0 0 0,1 0 0,-1 0 0,0 0 0,0 0 0,0-1 0,1 1 0,5 4 0,6 15 0,-9-15 0,6 8-91,2-1 0,-1 0 0,1 0-1,1-1 1,17 11 0,-16-11-727,0 0-6008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2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34 24575,'-1'66'0,"0"-16"0,9 91 0,-6-128 0,1-1 0,0-1 0,0 1 0,10 21 0,-13-32 0,1-1 0,-1 1 0,0 0 0,0-1 0,1 1 0,-1-1 0,0 1 0,1-1 0,-1 1 0,1-1 0,-1 1 0,0-1 0,1 1 0,-1-1 0,1 1 0,-1-1 0,1 0 0,0 1 0,-1-1 0,1 0 0,-1 1 0,1-1 0,1 0 0,-2 0 0,1 0 0,-1 0 0,1-1 0,-1 1 0,1 0 0,-1 0 0,1-1 0,-1 1 0,1 0 0,-1-1 0,1 1 0,-1-1 0,1 1 0,-1-1 0,0 1 0,1 0 0,-1-1 0,0 0 0,0 1 0,1-1 0,1-3 0,-1 1 0,0 0 0,1-1 0,-1 0 0,-1 1 0,2-8 0,-3-2 0,-1-1 0,0 1 0,0-1 0,-2 1 0,0 0 0,-8-19 0,-1-4 0,0-1 0,5 15 0,0-1 0,2 0 0,-7-47 0,15 55 0,-2 14 0,0 1 0,0 0 0,0 0 0,1-1 0,-1 1 0,0 0 0,0 0 0,0-1 0,1 1 0,-1 0 0,0 0 0,0 0 0,1-1 0,-1 1 0,0 0 0,1 0 0,-1 0 0,0 0 0,1 0 0,-1-1 0,0 1 0,0 0 0,1 0 0,-1 0 0,1 0 0,0 0 0,0 1 0,1-1 0,-1 1 0,0-1 0,0 1 0,0 0 0,0-1 0,1 1 0,-1 0 0,0 0 0,0-1 0,0 1 0,-1 0 0,1 0 0,0 0 0,0 0 0,1 2 0,4 7 14,0-1-1,0 1 0,-1 1 0,0-1 1,-1 1-1,0 0 0,-1 0 1,4 18-1,-7-25-63,1 0 1,-1 0-1,1-1 1,-1 1-1,0 0 1,-1 0-1,1 0 1,-1 0-1,0-1 1,0 1-1,0 0 1,0 0-1,0-1 1,-1 1-1,0-1 1,0 0-1,0 1 1,0-1-1,0 0 1,0 0-1,-1 0 1,0 0-1,0-1 1,1 1-1,-1-1 1,-1 0-1,1 1 1,0-1-1,-5 2 1,-2 0-6777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2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116 195 24575,'-5'17'0,"-25"82"0,26-84 0,1 0 0,1 0 0,0 0 0,1 26 0,6-25 0,-1-13 0,0-10 0,-3 0 0,0 0 0,-1-1 0,1 1 0,-1 0 0,-1 0 0,1 0 0,-1 0 0,-3-9 0,0-14 0,-5-38 0,-3-35 0,11 87 0,1 1 0,1-1 0,0 1 0,5-25 0,-5 37 0,0 1 0,0-1 0,-1 0 0,2 0 0,-1 1 0,0-1 0,1 1 0,-1-1 0,1 1 0,0-1 0,-1 1 0,1 0 0,0 0 0,1 0 0,-1 0 0,4-2 0,-5 3 0,1 0 0,-1 1 0,1-1 0,0 1 0,-1-1 0,1 1 0,0 0 0,0 0 0,-1 0 0,1-1 0,0 2 0,-1-1 0,1 0 0,0 0 0,0 0 0,-1 1 0,1-1 0,0 1 0,-1 0 0,1-1 0,-1 1 0,1 0 0,-1 0 0,1 0 0,-1 0 0,0 0 0,1 0 0,1 3 0,1 1 0,0 0 0,0 1 0,-1-1 0,0 1 0,0 0 0,-1 0 0,1 0 0,-1 0 0,-1 0 0,1 0 0,-1 1 0,0-1 0,0 1 0,-1-1 0,0 1 0,0-1 0,-2 12 0,0-12 8,0-1-1,0 0 1,0 1-1,-1-1 1,0 0-1,0-1 1,0 1-1,-1 0 1,1-1-1,-1 0 1,0 1-1,0-2 1,-1 1-1,1 0 1,-8 3-1,1 0-255,-1 0 1,0-1-1,0-1 1,-1 0-1,-18 4 1,12-4-6579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3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79 262 24575,'28'-44'0,"-15"25"0,-1-1 0,-1 0 0,0 0 0,-1-1 0,8-28 0,-18 47 0,1 0 0,0 0 0,-1 0 0,0 0 0,0-1 0,1 1 0,-1 0 0,0 0 0,-1 0 0,1 0 0,0-1 0,-1 1 0,1 0 0,-1 0 0,1 0 0,-1 0 0,0 0 0,0 0 0,0 0 0,0 0 0,-1 0 0,-1-1 0,1 1 0,0 0 0,-1 0 0,1 0 0,-1 1 0,1-1 0,-1 1 0,0 0 0,0 0 0,0 0 0,1 0 0,-1 0 0,0 1 0,0-1 0,0 1 0,-4 0 0,1-1 0,-1 1 0,0 0 0,1 0 0,-1 1 0,1 0 0,-1 0 0,1 1 0,0 0 0,0 0 0,-8 3 0,11-3 0,0 0 0,0 0 0,0 0 0,0 0 0,1 1 0,-1-1 0,1 1 0,-1 0 0,1 0 0,0 0 0,0 0 0,0 0 0,0 0 0,1 0 0,-1 1 0,1-1 0,0 1 0,0-1 0,-1 7 0,1-3 0,0 0 0,0 1 0,1-1 0,-1 0 0,2 0 0,-1 0 0,1 0 0,2 9 0,-2-12 0,1 0 0,-1-1 0,1 1 0,0-1 0,-1 0 0,1 1 0,1-1 0,-1 0 0,0 0 0,1 0 0,0-1 0,-1 1 0,1 0 0,0-1 0,1 0 0,-1 0 0,4 2 0,18 7 0,-1-1 0,46 11 0,-53-17 0,-4 0 0,0-2 0,1 0 0,-1 0 0,0-1 0,26-2 0,-37 1 0,-1 0 0,0 0 0,1 0 0,-1 0 0,0-1 0,1 1 0,-1-1 0,0 1 0,0-1 0,1 1 0,-1-1 0,0 1 0,0-1 0,0 0 0,0 0 0,0 0 0,0 0 0,0 0 0,0 0 0,0 0 0,0 0 0,0 0 0,-1 0 0,1 0 0,0-1 0,-1 1 0,2-2 0,-1-3 0,-1 1 0,1 0 0,-1-1 0,1 1 0,-2-11 0,0 12 0,1-1 0,0 0 0,0 1 0,0-1 0,1 0 0,1-5 0,-2 10 0,0-1 0,0 1 0,1-1 0,-1 1 0,0-1 0,0 1 0,1 0 0,-1-1 0,0 1 0,1-1 0,-1 1 0,0 0 0,1-1 0,-1 1 0,0 0 0,1-1 0,-1 1 0,1 0 0,-1 0 0,1 0 0,-1-1 0,1 1 0,-1 0 0,1 0 0,-1 0 0,1 0 0,-1 0 0,1 0 0,-1 0 0,1 0 0,-1 0 0,1 0 0,-1 0 0,1 0 0,-1 0 0,1 0 0,-1 0 0,1 1 0,-1-1 0,1 0 0,-1 0 0,0 1 0,1-1 0,-1 0 0,1 0 0,-1 1 0,0-1 0,1 1 0,-1-1 0,1 1 0,21 21 0,-20-19 0,8 9 0,1 0 0,1 0 0,0-1 0,0-1 0,1 0 0,0-1 0,1 0 0,23 10 0,-35-18 0,0 0 0,0-1 0,0 1 0,0-1 0,0 1 0,0-1 0,0 0 0,0 0 0,0 0 0,0 0 0,0 0 0,0 0 0,1-1 0,2 0 0,-1-1 0,0 1 0,0-1 0,-1-1 0,1 1 0,4-4 0,14-10 0,-19 15 0,0 0 0,0 0 0,0 0 0,0 1 0,0-1 0,0 1 0,1-1 0,-1 1 0,0 0 0,0 0 0,0 1 0,0-1 0,0 1 0,0-1 0,6 3 0,4 2 0,0 0 0,14 8 0,-21-10 0,9 5-1365,-2-1-5461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4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24575,'38'-20'0,"1"3"0,0 1 0,52-13 0,-86 27 0,1 1 0,0 0 0,0 0 0,0 1 0,0 0 0,0 0 0,0 0 0,0 1 0,8 1 0,-12-1 0,0 0 0,0-1 0,0 1 0,-1 0 0,1 0 0,0 0 0,0 0 0,-1 0 0,1 0 0,-1 1 0,1-1 0,-1 0 0,0 1 0,1-1 0,-1 1 0,0-1 0,0 1 0,0 0 0,0 0 0,0-1 0,0 1 0,-1 0 0,1 0 0,-1 0 0,1 0 0,-1 0 0,0 0 0,0 0 0,1 0 0,-1 0 0,-1 2 0,1 1 0,-1 0 0,0 0 0,-1 0 0,1-1 0,-1 1 0,0 0 0,0-1 0,0 1 0,-1-1 0,-5 8 0,4-7 0,1 0 0,0 1 0,0-1 0,0 1 0,1-1 0,0 1 0,-2 7 0,3-10 4,1 0 0,0 0-1,0 1 1,0-1 0,0 0 0,0 0-1,1 0 1,-1 0 0,1 0 0,0 0-1,0 0 1,0 0 0,1 0 0,-1 0-1,0 0 1,3 2 0,2 4-108,1-1 0,0 0 1,12 9-1,-3-1-910,-6-6-5812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4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53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24575,'0'-2'0,"0"1"0,0-1 0,1 1 0,-1-1 0,0 0 0,1 1 0,-1-1 0,1 1 0,-1-1 0,1 1 0,0-1 0,-1 1 0,1 0 0,0-1 0,0 1 0,0 0 0,2-3 0,-2 4 0,0-1 0,0 1 0,0-1 0,-1 1 0,1-1 0,0 1 0,0 0 0,0 0 0,0-1 0,0 1 0,0 0 0,0 0 0,0 0 0,0 0 0,-1 0 0,1 0 0,0 0 0,0 1 0,0-1 0,0 0 0,0 0 0,0 1 0,0-1 0,0 0 0,-1 1 0,1-1 0,0 1 0,0-1 0,-1 1 0,1 0 0,0-1 0,0 2 0,8 6 0,0 1 0,-1 1 0,-1-1 0,1 1 0,6 13 0,26 57 0,-31-59 0,-1 0 0,-1 0 0,0 1 0,-2 0 0,-1 0 0,0 0 0,0 33 0,-4-89 0,0 4 0,4-32 0,-3 52 0,0 0 0,2 1 0,-1-1 0,1 0 0,0 1 0,1-1 0,7-12 0,-5 13 0,-1 0 0,1 0 0,1 1 0,0 0 0,0 0 0,1 0 0,15-11 0,-20 17 0,0 0 0,0 0 0,0 0 0,0 1 0,0-1 0,1 1 0,-1 0 0,0 0 0,1 0 0,-1 1 0,1-1 0,-1 1 0,1-1 0,0 1 0,-1 1 0,1-1 0,-1 0 0,1 1 0,-1-1 0,1 1 0,-1 0 0,0 1 0,1-1 0,-1 0 0,0 1 0,6 3 0,3 5 0,-1 0 0,0 1 0,-1 0 0,0 0 0,-1 1 0,8 13 0,-8-12 0,-7-11 0,52 69 0,-43-59 0,-1-1 0,2 0 0,21 16 0,-11-12-1365,-12-8-5461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4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1047 1899 24575,'-122'-214'-1101,"-14"8"-327,-32-51 642,-27-81-144,-207-489 0,378 770-2086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5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24575,'-16'11'0,"8"-6"0,0 1 0,0 0 0,-7 8 0,13-13 0,1 1 0,-1 0 0,1-1 0,0 1 0,-1 0 0,1-1 0,0 1 0,0 0 0,1 0 0,-1 0 0,0 0 0,1 0 0,-1 0 0,1 0 0,-1 0 0,1 0 0,0 0 0,0 0 0,0 0 0,0 3 0,1-3 0,0 0 0,-1 0 0,1-1 0,0 1 0,0 0 0,0 0 0,0-1 0,0 1 0,1 0 0,-1-1 0,0 0 0,1 1 0,-1-1 0,1 0 0,0 1 0,2 0 0,31 16 0,-24-14 0,138 78 0,-119-64 0,-28-17 0,12 7 0,0 1 0,17 14 0,-27-20 0,-1 0 0,0-1 0,-1 1 0,1 0 0,0 1 0,-1-1 0,0 0 0,0 1 0,0-1 0,0 1 0,0 0 0,-1-1 0,0 1 0,1 0 0,0 6 0,-2-8 0,-1 1 0,1-1 0,0 0 0,-1 1 0,1-1 0,-1 0 0,0 1 0,0-1 0,0 0 0,0 0 0,0 0 0,0 0 0,0 0 0,-1 0 0,1 0 0,-1 0 0,0-1 0,1 1 0,-1 0 0,0-1 0,0 0 0,0 1 0,0-1 0,0 0 0,-2 1 0,-5 2 0,1 0 0,-1 0 0,0-1 0,1-1 0,-11 3 0,1-2 0,1-1 0,-1-1 0,0 0 0,0-1 0,0-1 0,-24-4 0,39 5-85,0-1 0,0 0-1,0 0 1,-1 0 0,1 0-1,0-1 1,1 1 0,-1-1-1,0 0 1,0 0 0,1 0-1,-1 0 1,1 0 0,-1 0-1,-2-5 1,-2-4-6741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11 24575,'-21'-4'0,"-37"-3"0,51 7 0,-1 0 0,1 0 0,0 1 0,0 0 0,0 0 0,-1 1 0,1 0 0,-11 5 0,16-7 0,0 1 0,0 0 0,0 0 0,0 1 0,0-1 0,1 0 0,-1 1 0,0-1 0,1 1 0,-1-1 0,1 1 0,0 0 0,-1-1 0,1 1 0,0 0 0,0 0 0,0 0 0,-1 4 0,1-3 0,1 0 0,0-1 0,0 1 0,0 0 0,0 0 0,0 0 0,0 0 0,1-1 0,-1 1 0,1 0 0,0 0 0,2 4 0,1 0 0,0 1 0,0-1 0,0-1 0,1 1 0,0-1 0,1 0 0,-1 0 0,1 0 0,9 5 0,-8-5 0,1-2 0,0 1 0,1-1 0,-1 0 0,1-1 0,-1 0 0,17 3 0,-21-5 0,0 0 0,1 0 0,-1-1 0,0 0 0,0 0 0,1 0 0,-1 0 0,0-1 0,1 1 0,-1-1 0,0 0 0,0-1 0,0 1 0,0-1 0,0 1 0,0-1 0,0-1 0,4-2 0,-6 2 0,0 1 0,0 0 0,0-1 0,0 0 0,-1 1 0,0-1 0,1 0 0,-1 0 0,0 0 0,0 1 0,-1-1 0,1 0 0,0 0 0,-1 0 0,0-1 0,0 1 0,0-5 0,3-21 0,-3 29 0,0-1 0,0 1 0,0 0 0,0 0 0,0-1 0,0 1 0,0 0 0,1 0 0,-1-1 0,0 1 0,0 0 0,0 0 0,0-1 0,1 1 0,-1 0 0,0 0 0,0-1 0,0 1 0,1 0 0,-1 0 0,0 0 0,0 0 0,1-1 0,-1 1 0,0 0 0,0 0 0,1 0 0,-1 0 0,0 0 0,0 0 0,1 0 0,-1 0 0,0 0 0,1 0 0,-1 0 0,0 0 0,0 0 0,1 0 0,-1 0 0,0 0 0,1 0 0,-1 0 0,0 0 0,0 0 0,1 0 0,-1 1 0,0-1 0,0 0 0,1 0 0,-1 0 0,0 0 0,0 1 0,0-1 0,1 0 0,-1 0 0,0 0 0,0 1 0,0-1 0,0 0 0,1 0 0,-1 1 0,15 20 0,-11-15 0,0-1-195,0 0 0,0 0 0,1-1 0,0 0 0,-1 0 0,8 5 0,1-2-6631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6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24575,'1'2'0,"0"1"0,0-1 0,1 0 0,-1 0 0,0 0 0,1 0 0,-1 0 0,1 0 0,-1 0 0,1 0 0,0-1 0,0 1 0,0-1 0,3 2 0,2 3 0,-2-1 0,13 11 0,31 22 0,-44-35 0,1 1 0,0-1 0,0 0 0,0 0 0,0-1 0,0 0 0,0 0 0,0 0 0,1-1 0,12 1 0,-18-2 0,1 0 0,0 0 0,-1 0 0,1 0 0,0 0 0,0 0 0,-1 0 0,1-1 0,0 1 0,-1-1 0,1 0 0,-1 1 0,1-1 0,-1 0 0,1 0 0,-1 0 0,1 0 0,-1 0 0,0 0 0,1 0 0,-1 0 0,0-1 0,0 1 0,0 0 0,0-1 0,0 1 0,0-1 0,-1 1 0,1-1 0,0-1 0,1-4 0,-1-1 0,0 1 0,0 0 0,-1 0 0,-1-15 0,1-9 0,0 31 0,0 0 0,0-1 0,0 1 0,0 0 0,0 0 0,0-1 0,0 1 0,0 0 0,0 0 0,0-1 0,0 1 0,1 0 0,-1 0 0,0 0 0,0-1 0,0 1 0,0 0 0,0 0 0,1 0 0,-1-1 0,0 1 0,0 0 0,0 0 0,1 0 0,-1 0 0,0 0 0,0 0 0,0-1 0,1 1 0,-1 0 0,0 0 0,0 0 0,1 0 0,-1 0 0,0 0 0,0 0 0,12 4 0,9 11 0,-19-13 0,9 7 0,1-1 0,21 13 0,-30-19 0,0 0 0,1-1 0,-1 1 0,1-1 0,0 0 0,-1 0 0,1 0 0,0 0 0,0-1 0,-1 1 0,1-1 0,0 0 0,0 0 0,0-1 0,5 0 0,-7 0 0,-1 0 0,1 0 0,-1 0 0,1 0 0,-1 0 0,1 0 0,-1-1 0,1 1 0,-1-1 0,0 1 0,0-1 0,0 1 0,0-1 0,0 1 0,0-1 0,1-3 0,-1 2 0,0 1 0,0 0 0,0-1 0,1 1 0,-1 0 0,1 0 0,2-2 0,-3 3 0,-1 1 0,1-1 0,0 0 0,0 1 0,0 0 0,0-1 0,0 1 0,0-1 0,0 1 0,0 0 0,0 0 0,0 0 0,0 0 0,1 0 0,-1 0 0,0 0 0,0 0 0,0 0 0,0 0 0,0 0 0,0 1 0,1 0 0,3 1-2,0 0 0,-1 0 0,1 1 0,-1 0 0,0 0 0,8 6 0,1 2-1349,0-2-5475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7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0 155 24575,'27'27'0,"-1"1"0,-1 1 0,-2 1 0,-1 0 0,-1 2 0,25 54 0,-41-76 0,-3-6 0,0 0 0,0 0 0,-1 1 0,3 7 0,-27-35 0,-15-27 0,-61-108 0,93 147 0,1-1 0,0 1 0,1-1 0,0-1 0,1 1 0,1 0 0,0-1 0,0 1 0,1-1 0,1 0 0,2-19 0,-2 30 0,0-1 0,0 0 0,1 1 0,-1-1 0,1 1 0,0-1 0,0 1 0,0-1 0,0 1 0,0 0 0,1-1 0,-1 1 0,1 0 0,-1 0 0,1 0 0,0 0 0,0 0 0,2-1 0,-1 1 0,0 0 0,0 1 0,0-1 0,0 1 0,0 0 0,0 0 0,1 0 0,-1 0 0,0 1 0,0-1 0,1 1 0,-1 0 0,4 0 0,-2 0 0,0 0 0,0 1 0,0 0 0,0 0 0,0 0 0,-1 1 0,1 0 0,0 0 0,0 0 0,-1 0 0,0 1 0,1-1 0,-1 1 0,0 0 0,0 0 0,-1 1 0,1-1 0,6 9 0,-8-9 0,0 1 0,0 0 0,0 0 0,0 0 0,0 0 0,-1 0 0,0 0 0,0 0 0,0 0 0,1 8 0,-3-10 0,1 1 0,0-1 0,-1 0 0,1 0 0,-1 1 0,1-1 0,-1 0 0,0 0 0,0 0 0,0 0 0,0 0 0,-1 0 0,1 0 0,-1 0 0,1 0 0,-1 0 0,1-1 0,-1 1 0,0-1 0,0 1 0,-2 1 0,-8 3-51,1 0-1,0-1 1,-1 0-1,-22 6 1,15-5-1057,-4 2-5718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231 776 24575,'3'-44'0,"-4"-73"0,-2 89 0,-1-1 0,-1 1 0,-14-43 0,-14-21 0,-70-138 0,40 93 0,61 169 0,3 13 0,12 73 0,-7-90 0,1-1 0,1 1 0,19 45 0,-11-39 0,0-1 0,3 0 0,36 49 0,-46-71 0,0 0 0,0-1 0,1 0 0,1-1 0,0 0 0,0 0 0,0-1 0,1-1 0,0 0 0,1-1 0,-1 0 0,28 8 0,-38-13 0,0 0 0,0-1 0,0 1 0,0-1 0,0 0 0,0 0 0,1 0 0,-1 0 0,0 0 0,0 0 0,0-1 0,0 1 0,0-1 0,0 1 0,0-1 0,0 0 0,4-2 0,-4 2 0,0-1 0,-1 0 0,1 1 0,0-1 0,-1 0 0,0 0 0,1 0 0,-1 0 0,0 0 0,0 0 0,0-1 0,-1 1 0,1 0 0,0-1 0,0-3 0,2-12 0,6-41 0,-9 59 0,0-1 0,0 0 0,0 1 0,0-1 0,0 1 0,0-1 0,0 1 0,1-1 0,-1 1 0,0-1 0,0 1 0,0-1 0,0 1 0,1-1 0,-1 1 0,0-1 0,0 1 0,1 0 0,-1-1 0,0 1 0,1-1 0,-1 1 0,1-1 0,0 1 0,-1 0 0,1 0 0,-1 1 0,1-1 0,-1 0 0,0 0 0,1 0 0,-1 0 0,1 1 0,-1-1 0,1 0 0,-1 0 0,0 1 0,1-1 0,-1 0 0,0 1 0,1-1 0,-1 0 0,0 1 0,1 0 0,17 29 0,-14-23 0,4 5-114,0-1 1,0 0-1,1 0 0,1 0 0,-1-1 1,2-1-1,0 1 0,0-2 0,0 1 1,1-2-1,25 13 0,-22-14-6712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24575,'0'3'0,"0"3"0,2 3 0,2 3 0,-1 2 0,0-2-8191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24575,'5'11'0,"-1"0"0,5 19 0,-6-20 0,0 1 0,0-1 0,9 15 0,-8-17 0,-3-5 0,0 0 0,1 0 0,0 0 0,-1 0 0,1 0 0,0 0 0,1 0 0,-1-1 0,0 1 0,1-1 0,-1 0 0,1 0 0,3 3 0,-5-5 0,-1 0 0,1 0 0,-1 0 0,0 0 0,1 0 0,-1 0 0,1 0 0,-1 0 0,1 0 0,-1 0 0,1 0 0,-1 0 0,1 0 0,-1 0 0,0 0 0,1 0 0,-1-1 0,1 1 0,-1 0 0,1 0 0,-1-1 0,0 1 0,1 0 0,-1 0 0,0-1 0,1 1 0,-1 0 0,0-1 0,1 1 0,-1-1 0,0 1 0,0 0 0,1-1 0,-1 1 0,0-1 0,0 1 0,0 0 0,0-1 0,0 1 0,1-2 0,2-19 0,-3 20 0,-1-53 0,-1 41 0,2 0 0,0 0 0,0 0 0,4-19 0,-4 31 0,0 0 0,0 0 0,1 0 0,-1 0 0,0 0 0,0 0 0,1 0 0,-1 0 0,0 0 0,1 0 0,-1 0 0,1 1 0,-1-1 0,1 0 0,0 0 0,-1 0 0,1 1 0,0-1 0,-1 0 0,1 1 0,0-1 0,0 1 0,0-1 0,0 1 0,-1-1 0,1 1 0,0-1 0,0 1 0,0 0 0,0 0 0,0-1 0,0 1 0,0 0 0,0 0 0,0 0 0,0 0 0,0 0 0,0 0 0,0 0 0,0 1 0,0-1 0,0 0 0,0 0 0,0 1 0,0-1 0,0 1 0,1 0 0,6 4 0,0 0 0,-1 0 0,1 0 0,8 10 0,-5-6 0,107 102-1365,-105-97-5461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9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24575,'-2'1'0,"-1"0"0,1 0 0,-1 0 0,1 0 0,-1 1 0,1-1 0,0 1 0,0 0 0,0 0 0,0 0 0,0 0 0,0 0 0,0 0 0,-2 5 0,2-3 0,0 0 0,0 0 0,1 0 0,-1 1 0,1-1 0,0 0 0,0 1 0,0 7 0,1-5 0,0 0 0,0 0 0,1 0 0,0 0 0,0 0 0,1 0 0,0 0 0,0-1 0,0 1 0,1 0 0,6 10 0,-3-9 0,0 1 0,0-2 0,1 1 0,0-1 0,0 1 0,16 9 0,-21-15 0,0-1 0,0 1 0,0-1 0,0 0 0,0 0 0,1 0 0,-1 0 0,0 0 0,1 0 0,-1-1 0,1 1 0,-1-1 0,1 0 0,-1 1 0,1-1 0,-1 0 0,1-1 0,-1 1 0,1 0 0,-1-1 0,1 1 0,-1-1 0,0 0 0,1 0 0,-1 0 0,0 0 0,0 0 0,1-1 0,-1 1 0,0-1 0,0 1 0,-1-1 0,3-1 0,-1-1 0,-1 1 0,1 0 0,-1-1 0,0 0 0,0 1 0,0-1 0,-1 0 0,1 0 0,-1 0 0,0 0 0,0 0 0,-1-1 0,1-4 0,0-7 0,-1 0 0,-1-17 0,0 26 0,9 107 0,-4-62 0,6 53 0,-2 146 0,-9-230 0,1 1 0,-1 0 0,-1-1 0,0 1 0,0-1 0,0 0 0,-1 1 0,0-1 0,0 0 0,-5 7 0,6-12 0,0 1 0,0 0 0,0-1 0,0 1 0,-1-1 0,1 0 0,-1 0 0,0 0 0,1 0 0,-1 0 0,0 0 0,0-1 0,0 1 0,0-1 0,0 0 0,0 0 0,-1 0 0,1-1 0,0 1 0,0-1 0,-1 1 0,1-1 0,0 0 0,-1-1 0,-4 0 0,2 0 0,0-1 0,0 0 0,0 0 0,0 0 0,0-1 0,1 0 0,0 0 0,-1-1 0,1 1 0,0-1 0,1 0 0,-1-1 0,1 1 0,0-1 0,0 1 0,0-1 0,-4-8 0,6 11 0,1-1 0,-1 0 0,1 0 0,-1 0 0,1-1 0,0 1 0,0 0 0,1 0 0,-1 0 0,0-1 0,1 1 0,0 0 0,0-1 0,0 1 0,0 0 0,1-1 0,-1 1 0,1 0 0,0-1 0,0 1 0,0 0 0,0 0 0,1 0 0,-1 0 0,1 0 0,0 0 0,0 1 0,0-1 0,0 0 0,0 1 0,0-1 0,1 1 0,3-3 0,-2 2 0,1 0 0,0 0 0,0 1 0,0 0 0,0 0 0,0 0 0,7-1 0,39-7 0,-39 8 0,6 1-273,0 0 1,0 1-1,0 1 0,27 4 0,-45-5 272,16 2-6825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0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24575,'31'78'0,"4"-2"0,4-1 0,73 109 0,-23-53 0,-78-112 0,-11-18 0,0-1 0,0 0 0,0 0 0,0 1 0,0-1 0,0 0 0,0 0 0,0 1 0,0-1 0,1 0 0,-1 0 0,0 1 0,-1-1 0,1 0 0,0 1 0,0-1 0,0 0 0,0 0 0,0 1 0,0-1 0,0 0 0,0 0 0,0 1 0,0-1 0,-1 0 0,1 0 0,-1 1 0,1-1 0,-1 0 0,1 0 0,-1 0 0,1 0 0,-1 0 0,1 0 0,-1 0 0,0 0 0,1 0 0,-1-1 0,1 1 0,-1 0 0,1 0 0,-1 0 0,1 0 0,-1-1 0,1 1 0,-21-11 0,2 0 0,0-2 0,0 0 0,-20-19 0,-30-20 0,67 50 0,0 1 0,1 0 0,-1 0 0,0-1 0,1 1 0,-1-1 0,1 0 0,-3-2 0,4 4 0,0-1 0,0 1 0,0 0 0,0 0 0,0 0 0,0 0 0,0 0 0,0-1 0,0 1 0,0 0 0,0 0 0,0 0 0,0 0 0,0 0 0,0-1 0,0 1 0,0 0 0,0 0 0,0 0 0,0 0 0,0-1 0,0 1 0,0 0 0,0 0 0,0 0 0,0 0 0,0 0 0,1 0 0,-1-1 0,0 1 0,0 0 0,0 0 0,0 0 0,0 0 0,0 0 0,0 0 0,1 0 0,-1 0 0,0-1 0,13 1 0,26 6 0,-1-2 0,1-2 0,53-4 0,-86 2 0,1-1 0,-1 0 0,1 0 0,-1-1 0,1 0 0,-1 0 0,0 0 0,12-7 0,-14 7 0,0-1 0,-1 0 0,1 0 0,-1 0 0,1-1 0,-1 1 0,0-1 0,0 1 0,0-1 0,-1 0 0,1 0 0,-1-1 0,2-4 0,9-23 0,-11 32 0,-1 4 0,0 6 0,-1-2 0,0 0 0,1 1 0,0-1 0,1 0 0,-1 1 0,1-1 0,1 0 0,0 0 0,0-1 0,0 1 0,1 0 0,0-1 0,1 0 0,0 0 0,7 8 0,-7-9 0,-3-3 0,1 0 0,0 0 0,-1 0 0,1 0 0,0 0 0,1-1 0,-1 1 0,0-1 0,7 4 0,-9-6-41,-1 0 0,1 0-1,-1 0 1,0 0-1,1 0 1,-1 0 0,1 0-1,-1 0 1,1 0 0,-1 0-1,0 0 1,1 0-1,-1 0 1,1 0 0,-1 0-1,1 0 1,-1-1 0,0 1-1,1 0 1,-1 0-1,0 0 1,1-1 0,-1 1-1,0 0 1,1-1 0,-1 1-1,0 0 1,1 0-1,-1-1 1,0 1 0,0-1-1,1 1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0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24575,'0'-7'0,"2"-1"0,2 4 0,-1 5 0,2 6 0,1 6 0,1 3 0,-1 2 0,0-2-8191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1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 24575,'12'20'0,"2"0"0,0 0 0,23 23 0,-31-37 0,1 1 0,-1-1 0,1-1 0,0 1 0,1-1 0,-1-1 0,1 1 0,0-1 0,0-1 0,1 1 0,-1-1 0,13 2 0,-19-4 0,0-1 0,1 0 0,-1 0 0,0 0 0,1 0 0,-1 0 0,0 0 0,1 0 0,-1-1 0,0 1 0,0-1 0,1 0 0,-1 0 0,0 0 0,0 0 0,0 0 0,3-2 0,-3 1 0,1 0 0,-1-1 0,0 1 0,0 0 0,0-1 0,-1 0 0,1 1 0,-1-1 0,1 0 0,-1 0 0,2-5 0,-1-1 0,0-1 0,-1 1 0,0-1 0,0 1 0,-1-1 0,0 1 0,-3-15 0,3 23 0,0 0 0,0 0 0,-1 0 0,1 0 0,0 1 0,0-1 0,0 0 0,0 0 0,0 0 0,0 0 0,1 1 0,-1-1 0,0 0 0,0 0 0,1 0 0,-1 1 0,0-1 0,1 0 0,0-1 0,-1 2 0,1 0 0,-1 0 0,0 0 0,1-1 0,-1 1 0,1 0 0,-1 0 0,1 0 0,-1 0 0,1 0 0,-1 0 0,1 0 0,-1 0 0,1 0 0,-1 0 0,1 0 0,-1 0 0,1 1 0,-1-1 0,1 0 0,-1 0 0,1 0 0,0 1 0,5 3 0,0 0 0,0 0 0,8 8 0,-7-6 0,0 0 0,0-1 0,0 0 0,1-1 0,-1 1 0,1-1 0,0-1 0,0 0 0,1 0 0,-1 0 0,1-1 0,-1 0 0,1-1 0,0 0 0,9 0 0,-15-2 0,0 1 0,0-1 0,0 0 0,0 0 0,0 0 0,-1 0 0,1-1 0,0 1 0,-1-1 0,4-2 0,-3 2 0,0 0 0,0 0 0,1 0 0,-1 1 0,0-1 0,8-1 0,-4 2 0,0 1 0,0 0 0,0 0 0,0 1 0,0-1 0,0 2 0,9 1 0,23 4 0,-25-6 0,1 0 0,-1-1 0,1 0 0,13-4 0,-23 3 0,0 0 0,0 0 0,0-1 0,0 1 0,-1-1 0,1-1 0,-1 1 0,1-1 0,-1 1 0,0-1 0,0 0 0,0-1 0,0 1 0,6-8 0,-4 2 0,0 1 0,-1-1 0,1 0 0,-2-1 0,1 1 0,-1-1 0,-1 0 0,0 0 0,0 0 0,-1-1 0,1-13 0,-2 18 0,-1-1 0,0 1 0,0-1 0,-1 1 0,0 0 0,0-1 0,0 1 0,-1 0 0,0-1 0,0 1 0,-1 0 0,1 0 0,-1 1 0,-1-1 0,1 1 0,-1-1 0,0 1 0,0 0 0,-7-6 0,10 9 0,-1 1 0,0-1 0,1 1 0,-1 0 0,0 0 0,1 0 0,-1 0 0,0 0 0,0 0 0,0 0 0,0 0 0,0 1 0,0-1 0,0 1 0,0 0 0,0-1 0,0 1 0,0 0 0,-1 0 0,1 0 0,0 1 0,-4 0 0,4 0 0,0 0 0,-1 1 0,1-1 0,0 0 0,0 1 0,-1 0 0,1-1 0,1 1 0,-1 0 0,0 0 0,0 0 0,1 1 0,-1-1 0,1 0 0,0 0 0,-1 1 0,0 3 0,-1 2 0,0 0 0,0 0 0,1 0 0,1 0 0,-1 0 0,1 0 0,0 0 0,1 0 0,0 1 0,1-1 0,0 9 0,1-10 0,0 0 0,0 0 0,0 0 0,1-1 0,0 1 0,0-1 0,0 1 0,1-1 0,0 0 0,1-1 0,-1 1 0,1-1 0,5 6 0,1-3 0,0 0 0,0 0 0,0-1 0,1 0 0,0-1 0,0 0 0,0-1 0,1 0 0,0-1 0,22 4 0,-12-4 0,1-1 0,-1-2 0,1 0 0,-1-1 0,31-5 0,-45 4-136,-1 0-1,0-1 1,1 0-1,-1-1 1,0 1-1,0-2 1,-1 1-1,1-1 0,8-6 1,-7 4-6690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215 137 24575,'-129'-120'0,"128"118"0,0 1 0,-1 0 0,1-1 0,0 1 0,-1 0 0,0 0 0,1 0 0,-1 0 0,0 0 0,1 0 0,-1 1 0,0-1 0,0 0 0,0 1 0,0 0 0,0-1 0,-3 1 0,3 0 0,1 0 0,-1 1 0,0-1 0,1 1 0,-1-1 0,1 1 0,-1 0 0,1-1 0,-1 1 0,1 0 0,-1 0 0,1 0 0,0 0 0,0 1 0,-1-1 0,0 2 0,-2 1 0,1 1 0,1 0 0,-1-1 0,1 1 0,-1 0 0,1 0 0,1 1 0,-1-1 0,1 0 0,0 1 0,-1 6 0,1 21 0,1 0 0,2 0 0,1 0 0,2 0 0,1 0 0,20 60 0,-8-43 0,3-2 0,2 0 0,45 71 0,4 16 0,-41-73 0,-44-102-1365,7 27-5461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441 2 24575,'-28'2'0,"-15"2"0,-8-1 0,0 0 0,3-2 0,5 1 0,7-2 0,7-2 0,6-2 0,4 1 0,3 0 0,1 1 0,1 1 0,1 0 0,1 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159 128 24575,'-3'-3'0,"-6"-5"0,-1 0 0,0 1 0,0 0 0,-1 1 0,0 0 0,0 1 0,0 0 0,-15-5 0,24 10 0,1-1 0,-1 1 0,1 0 0,-1 0 0,0 0 0,1-1 0,-1 1 0,1 1 0,-1-1 0,1 0 0,-1 0 0,1 0 0,-1 1 0,1-1 0,-1 1 0,1-1 0,-1 1 0,1 0 0,0 0 0,-1-1 0,-1 3 0,2-2 0,0 1 0,0-1 0,0 1 0,0 0 0,0 0 0,0-1 0,0 1 0,0 0 0,1 0 0,-1 0 0,1 0 0,-1 0 0,1 0 0,0 2 0,0 6 0,0 0 0,1 0 0,0 0 0,0 0 0,5 13 0,-4-15 0,0 0 0,1 1 0,0-1 0,1 0 0,0-1 0,7 11 0,-9-14 0,1-1 0,0 0 0,0 0 0,0 0 0,0-1 0,0 1 0,1-1 0,-1 1 0,1-1 0,-1 0 0,1 0 0,0-1 0,0 1 0,0-1 0,5 1 0,-1-1 0,0 0 0,0-1 0,0 0 0,0-1 0,0 1 0,0-2 0,0 1 0,0-1 0,-1 0 0,1-1 0,-1 1 0,1-2 0,-1 1 0,0-1 0,9-6 0,-14 9 0,-1 0 0,1-1 0,0 0 0,0 1 0,-1-1 0,1 0 0,-1 0 0,1 0 0,-1 0 0,0 0 0,0 0 0,0 0 0,0 0 0,0-1 0,0 1 0,-1 0 0,1-1 0,-1 1 0,1 0 0,-1-1 0,0 1 0,0 0 0,0-1 0,0 1 0,-1-1 0,1 1 0,-2-4 0,0-1 0,0 1 0,0 0 0,0 0 0,-1 0 0,0 0 0,-1 0 0,1 1 0,-9-10 0,-2 1 0,0 0 0,-2 1 0,1 1 0,-34-18 0,8 4 0,39 24 0,0 1 0,0 0 0,0 0 0,0 0 0,0 0 0,-1 0 0,1 1 0,-3-1 0,5 1 0,0 0 0,-1 0 0,1 0 0,0 0 0,0 0 0,-1 0 0,1 0 0,0 0 0,0 0 0,-1 0 0,1 0 0,0 0 0,0 0 0,0 0 0,-1 0 0,1 0 0,0 0 0,0 1 0,-1-1 0,1 0 0,0 0 0,0 0 0,0 0 0,-1 1 0,1-1 0,0 0 0,0 0 0,0 0 0,0 1 0,-1 0 0,1-1 0,0 1 0,0 0 0,1 0 0,-1 0 0,0-1 0,0 1 0,0 0 0,0 0 0,1-1 0,-1 1 0,0 0 0,1-1 0,-1 1 0,1 1 0,5 7-1365,0 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0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91 302 24575,'1'0'0,"-1"0"0,0 0 0,1 0 0,-1 0 0,0 1 0,1-1 0,-1 0 0,0 0 0,1 0 0,-1-1 0,0 1 0,1 0 0,-1 0 0,0 0 0,1 0 0,-1 0 0,0 0 0,1 0 0,-1 0 0,0-1 0,1 1 0,-1 0 0,0 0 0,1-1 0,-1 1 0,0 0 0,0 0 0,1-1 0,-1 1 0,0 0 0,0 0 0,0-1 0,0 1 0,1 0 0,-1-1 0,0 1 0,0 0 0,0-1 0,0 1 0,0 0 0,0-1 0,0 1 0,0 0 0,0-1 0,0 1 0,0-1 0,0 1 0,0 0 0,0-1 0,0 1 0,0 0 0,0-1 0,0 1 0,-1 0 0,1-1 0,0 1 0,-16-24 0,9 15 0,-7-14 0,1 0 0,1 0 0,0-1 0,-10-37 0,20 57 0,2 0 0,-1 0 0,0 0 0,1 0 0,0 0 0,0 0 0,0 0 0,0 0 0,1 0 0,-1 0 0,1 0 0,0 1 0,1-1 0,-1 0 0,0 0 0,4-5 0,-3 7 0,0-1 0,0 1 0,0 0 0,0 0 0,0 0 0,0 0 0,1 0 0,-1 0 0,1 1 0,-1-1 0,1 1 0,-1-1 0,1 1 0,0 0 0,0 0 0,0 1 0,0-1 0,0 0 0,0 1 0,-1 0 0,1 0 0,6 0 0,-2 1-114,0 0 1,0 0-1,0 1 0,-1-1 0,1 2 1,-1-1-1,1 1 0,-1 0 0,0 0 1,0 1-1,10 6 0,-6 0-6712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274 111 24575,'-4'-10'0,"0"1"0,0 0 0,-1 0 0,-1 1 0,1-1 0,-9-8 0,11 13 0,-1 1 0,0-1 0,1 1 0,-1 0 0,0 0 0,-1 1 0,1-1 0,0 1 0,-1 0 0,1 0 0,-1 0 0,0 1 0,0-1 0,-6 0 0,3 1 0,-1 1 0,1 0 0,-1 0 0,1 0 0,0 1 0,0 1 0,-1-1 0,1 1 0,0 1 0,0-1 0,-10 6 0,15-6 0,-1 0 0,1 0 0,0 0 0,0 0 0,0 0 0,0 1 0,0-1 0,0 1 0,0 0 0,1 0 0,0 0 0,0 0 0,-1 0 0,2 0 0,-1 1 0,0-1 0,1 1 0,-1-1 0,1 1 0,0 0 0,0-1 0,1 1 0,-1 0 0,1 0 0,0-1 0,0 1 0,0 4 0,1-2 0,0 0 0,1 0 0,-1 0 0,1 0 0,1 0 0,-1 0 0,1-1 0,0 1 0,0-1 0,0 0 0,6 8 0,1-3 0,0 1 0,1-1 0,21 15 0,-29-22 0,1 0 0,0-1 0,1 0 0,-1 0 0,0 0 0,0 0 0,1 0 0,-1-1 0,1 0 0,0 0 0,-1 0 0,1-1 0,0 1 0,-1-1 0,1 0 0,0-1 0,-1 1 0,1-1 0,7-2 0,-7 2 0,1-2 0,-1 1 0,0 0 0,0-1 0,0 0 0,0 0 0,0-1 0,-1 1 0,1-1 0,-1 0 0,0 0 0,0-1 0,-1 1 0,1-1 0,3-7 0,0-2 0,-5 10 0,-1 1 0,1 0 0,-1 0 0,1 0 0,0 0 0,5-5 0,-7 7 0,1 1 0,0-1 0,0 1 0,-1-1 0,1 1 0,0 0 0,0-1 0,0 1 0,-1 0 0,1 0 0,0 0 0,0-1 0,0 1 0,0 0 0,-1 0 0,1 0 0,0 0 0,0 0 0,0 1 0,0-1 0,0 0 0,-1 0 0,1 1 0,0-1 0,0 0 0,0 1 0,-1-1 0,1 0 0,0 1 0,-1-1 0,1 1 0,0 0 0,0 0 0,9 7 0,-1 1 0,-1 0 0,1 1 0,-2-1 0,10 15 0,19 24 0,-25-36-1365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2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24575,'9'7'0,"0"0"0,1 0 0,0-1 0,1 0 0,-1-1 0,18 6 0,6 4 0,-2 2 0,-19-9 0,1-2 0,0 1 0,15 4 0,-29-11 0,1 0 0,0 0 0,0 1 0,0-1 0,0 0 0,-1 0 0,1 0 0,0 0 0,0-1 0,0 1 0,0 0 0,0 0 0,-1 0 0,1-1 0,0 1 0,0 0 0,-1-1 0,1 1 0,0-1 0,0 1 0,0-1 0,1-1 0,0 0 0,-1 0 0,1 1 0,-1-1 0,1 0 0,-1 0 0,2-4 0,0-3 0,0 1 0,4-18 0,-3 7 0,-3 10 0,1 0 0,0 1 0,0-1 0,1 1 0,7-15 0,-9 21 0,0 1 0,0-1 0,0 1 0,0 0 0,0-1 0,0 1 0,0 0 0,1 0 0,-1 0 0,0 0 0,1 0 0,-1 0 0,1 1 0,-1-1 0,3 0 0,-2 0 0,0 1 0,0 0 0,0 0 0,0-1 0,1 2 0,-1-1 0,0 0 0,0 0 0,0 1 0,0-1 0,0 1 0,0 0 0,0-1 0,4 3 0,34 18 0,46 33 0,-39-24 0,0 3-1365,-36-25-5461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3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24575,'9'11'0,"1"0"0,-1-1 0,2 0 0,-1 0 0,22 13 0,-26-18 0,1-1 0,-1-1 0,1 1 0,0-1 0,0 0 0,0-1 0,0 1 0,1-2 0,-1 1 0,1-1 0,-1 0 0,12 0 0,-17-1 0,-1 0 0,1-1 0,0 1 0,0-1 0,0 1 0,-1-1 0,1 1 0,0-1 0,-1 0 0,1 0 0,0 0 0,-1 0 0,1 0 0,-1 0 0,3-3 0,-2 1 0,0 0 0,0 0 0,0 0 0,0 0 0,0 0 0,0-1 0,1-4 0,0-5 0,0 0 0,0 0 0,0-18 0,-3 22 0,0 0 0,0 0 0,-1 0 0,-3-11 0,0-10 0,4 30 0,0-1 0,-1 1 0,1-1 0,0 1 0,0 0 0,0-1 0,0 1 0,0-1 0,0 1 0,0-1 0,0 1 0,0-1 0,0 1 0,0-1 0,0 1 0,1-1 0,-1 1 0,0-1 0,0 1 0,0 0 0,1-1 0,-1 1 0,0-1 0,0 1 0,1-1 0,0 1 0,-1 0 0,1 1 0,-1-1 0,1 0 0,-1 0 0,1 1 0,-1-1 0,1 0 0,-1 1 0,1-1 0,-1 1 0,1-1 0,-1 0 0,0 1 0,1-1 0,0 2 0,15 24 0,52 126 0,-24-51 0,69 171 0,-107-255 0,6 29 0,-11-40 0,0-1 0,0 1 0,-1 0 0,1-1 0,-1 1 0,-1 0 0,1-1 0,-1 1 0,-2 8 0,2-13 0,1 1 0,-1-1 0,0 1 0,0 0 0,1-1 0,-1 0 0,0 1 0,0-1 0,0 0 0,-1 1 0,1-1 0,0 0 0,0 0 0,-1 0 0,1 0 0,0 0 0,-1 0 0,1 0 0,-4 1 0,2-2 0,1 1 0,-1-1 0,0 1 0,0-1 0,0 0 0,0 0 0,0 0 0,0-1 0,0 1 0,-4-2 0,-4-1 0,1 0 0,0-2 0,1 1 0,-1-1 0,-10-7 0,4 0 0,0 0 0,1-1 0,0-1 0,1 0 0,0-1 0,2 0 0,-1-1 0,2-1 0,0 0 0,-15-34 0,24 47-136,1 1-1,0-1 1,0 0-1,0 0 1,0 1-1,0-1 1,1 0-1,0 0 0,0-7 1,2-2-6690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4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24575,'-1'2'0,"-1"0"0,1 0 0,0 0 0,0 0 0,0 0 0,0 1 0,0-1 0,1 1 0,-1-1 0,1 0 0,-1 1 0,1-1 0,0 1 0,0-1 0,0 1 0,0-1 0,1 1 0,-1-1 0,1 0 0,0 4 0,3 7 0,0-1 0,7 17 0,-4-11 0,2-1 0,-1 0 0,2 0 0,0-1 0,15 18 0,-25-33 0,0-1 0,1 0 0,-1 0 0,0 1 0,0-1 0,0 0 0,1 0 0,-1 0 0,0 1 0,1-1 0,-1 0 0,0 0 0,0 0 0,1 0 0,-1 1 0,0-1 0,1 0 0,-1 0 0,0 0 0,1 0 0,-1 0 0,0 0 0,1 0 0,-1 0 0,0 0 0,1 0 0,-1 0 0,0 0 0,1 0 0,-1 0 0,1-1 0,6-8 0,0-20 0,-6 25 0,9-50 0,-5 27 0,0 0 0,14-37 0,-19 62 0,1 0 0,0 0 0,0-1 0,0 1 0,0 0 0,0 0 0,1 0 0,-1 0 0,0 1 0,1-1 0,0 0 0,-1 1 0,1-1 0,0 1 0,0-1 0,0 1 0,0 0 0,0 0 0,0 0 0,0 0 0,0 0 0,1 0 0,-1 0 0,0 1 0,0-1 0,1 1 0,-1 0 0,0 0 0,1 0 0,-1 0 0,0 0 0,1 0 0,-1 1 0,0-1 0,1 1 0,-1-1 0,0 1 0,0 0 0,0 0 0,0 0 0,1 0 0,-1 0 0,-1 1 0,4 2 0,113 98 0,-90-70 0,-18-21 0,1 1 0,19 16 0,8-1-1365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7 120 24575,'-3'-14'0,"1"1"0,1-1 0,0 1 0,1-1 0,1 1 0,3-21 0,-4 34 0,0 0 0,0 0 0,0-1 0,-1 1 0,1 0 0,0 0 0,0 0 0,0 0 0,0 0 0,0 0 0,0-1 0,0 1 0,0 0 0,0 0 0,0 0 0,0 0 0,0 0 0,0-1 0,1 1 0,-1 0 0,0 0 0,0 0 0,0 0 0,0 0 0,0 0 0,0 0 0,0-1 0,0 1 0,0 0 0,0 0 0,0 0 0,1 0 0,-1 0 0,0 0 0,0 0 0,0 0 0,0 0 0,0 0 0,0 0 0,0 0 0,1 0 0,-1 0 0,0-1 0,0 1 0,0 0 0,0 0 0,0 0 0,1 0 0,3 7 0,3 12 0,14 154 0,3-46 0,8 48 0,-13-48 0,-14-103 0,1-1 0,1 0 0,14 30 0,-20-51 0,0 0 0,0-1 0,0 1 0,1 0 0,-1-1 0,0 1 0,1-1 0,0 0 0,-1 1 0,1-1 0,0 0 0,-1 0 0,1 0 0,0 0 0,0 0 0,0-1 0,0 1 0,0 0 0,0-1 0,0 0 0,3 1 0,6 0 0,-1-1 0,1 0 0,10-1 0,-2 0 0,-16 1-32,13-1 84,0 0 0,30-5 0,-41 4-166,1 1-1,-1-1 0,0 0 1,0-1-1,0 1 1,0-1-1,-1 0 1,1 0-1,-1 0 1,1-1-1,-1 0 0,4-4 1,1-3-6712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6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47 24575,'-31'-5'0,"-10"-4"0,-1-1 0,4 1 0,7 3 0,5 2 0,4 1 0,4 2 0,3 3 0,3 2-8191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7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 24575,'-3'6'0,"1"0"0,-1 0 0,1 0 0,0 1 0,1-1 0,0 0 0,0 1 0,0-1 0,0 1 0,1-1 0,0 1 0,1-1 0,-1 1 0,1-1 0,1 0 0,-1 1 0,1-1 0,0 0 0,0 0 0,1 0 0,5 9 0,-8-14 0,0 0 0,1-1 0,-1 1 0,0 0 0,1-1 0,-1 1 0,1-1 0,-1 1 0,1 0 0,-1-1 0,1 1 0,0-1 0,-1 0 0,1 1 0,-1-1 0,1 1 0,0-1 0,-1 0 0,1 1 0,0-1 0,0 0 0,-1 0 0,2 0 0,-1 0 0,-1 0 0,1 0 0,0-1 0,-1 1 0,1 0 0,-1-1 0,1 1 0,0-1 0,-1 1 0,1 0 0,-1-1 0,1 1 0,-1-1 0,0 0 0,1 1 0,-1-1 0,1 1 0,-1-1 0,1-1 0,1-4 0,1 0 0,-1 0 0,2-13 0,1-10 0,3-18 0,-8 44 0,1-1 0,1 0 0,-1 1 0,1 0 0,-1-1 0,1 1 0,0 0 0,0 0 0,5-6 0,-6 8 0,1-1 0,1 1 0,-1 0 0,0-1 0,0 1 0,0 0 0,1 0 0,-1 0 0,0 1 0,1-1 0,-1 0 0,1 1 0,-1 0 0,0-1 0,1 1 0,-1 0 0,1 1 0,-1-1 0,1 0 0,-1 0 0,1 1 0,-1 0 0,0-1 0,1 1 0,-1 0 0,4 2 0,5 3 0,-1-1 0,0 1 0,-1 1 0,12 9 0,87 88 0,-100-97 0,-3-1-1365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7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33 24575,'0'1'0,"0"0"0,-1 0 0,1 0 0,-1 0 0,0 0 0,1-1 0,-1 1 0,0 0 0,1 0 0,-1 0 0,0-1 0,0 1 0,0 0 0,0-1 0,1 1 0,-1-1 0,-2 2 0,-17 7 0,5-6 0,1 0 0,-1-1 0,0-1 0,1 0 0,-1-1 0,-19-2 0,-8 0 0,34 2-80,1 0 0,-1-1-1,1 0 1,0-1 0,0 0-1,-1 0 1,1 0 0,0-1-1,1 0 1,-1 0 0,0-1 0,1 0-1,0 0 1,0 0 0,0-1-1,-9-9 1,8 5-6746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8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62 24575,'-4'-4'0,"-1"0"0,1 1 0,-1-1 0,0 1 0,0 0 0,0 0 0,0 0 0,0 1 0,-1 0 0,1 0 0,-1 0 0,0 1 0,1 0 0,-1 0 0,0 0 0,0 1 0,0 0 0,0 0 0,1 0 0,-1 1 0,-8 1 0,2 0 0,0 0 0,1-2 0,-1 1 0,0-1 0,0-1 0,0 0 0,0-1 0,1 0 0,-17-6 0,13 4-455,0 0 0,-27-3 0,27 6-6371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61 24575,'0'-1'0,"-1"0"0,0 1 0,1-1 0,-1 1 0,1-1 0,-1 0 0,0 1 0,1-1 0,-1 1 0,0 0 0,0-1 0,0 1 0,1-1 0,-1 1 0,0 0 0,0 0 0,0 0 0,0-1 0,1 1 0,-1 0 0,0 0 0,0 0 0,0 0 0,0 0 0,0 1 0,-1-1 0,1 1 0,1-1 0,-1 1 0,1-1 0,-1 1 0,1 0 0,-1-1 0,1 1 0,0 0 0,-1-1 0,1 1 0,0 0 0,0 0 0,-1-1 0,1 1 0,0 0 0,0 0 0,0-1 0,0 1 0,0 0 0,0 0 0,0-1 0,0 1 0,0 0 0,0 0 0,1-1 0,-1 1 0,0 0 0,0 0 0,1 0 0,10 26 0,0-1 0,18 29 0,-4-8 0,4 25 0,-29-72 0,0 0 0,0 0 0,0 1 0,0-1 0,0 0 0,0 0 0,0 0 0,0 1 0,0-1 0,0 0 0,0 0 0,0 0 0,0 0 0,0 1 0,1-1 0,-1 0 0,0 0 0,0 0 0,0 0 0,0 1 0,0-1 0,0 0 0,1 0 0,-1 0 0,0 0 0,0 0 0,0 0 0,0 1 0,1-1 0,-1 0 0,0 0 0,0 0 0,0 0 0,1 0 0,-1 0 0,0 0 0,0 0 0,0 0 0,1 0 0,-1 0 0,0 0 0,0 0 0,0 0 0,1 0 0,-1 0 0,0 0 0,0 0 0,0 0 0,1-1 0,3-11 0,-2-19 0,-3 11 0,-6-35 0,4 37 0,0 0 0,2 0 0,0-19 0,1 32 0,1-1 0,0 1 0,0 0 0,0-1 0,0 1 0,1 0 0,0 0 0,0 0 0,0 0 0,1 0 0,0 0 0,0 1 0,0-1 0,5-5 0,-6 9 0,-1-1 0,1 1 0,-1 0 0,1-1 0,0 1 0,-1 0 0,1 0 0,0 0 0,0 0 0,0 1 0,0-1 0,0 0 0,0 1 0,0-1 0,0 1 0,2 0 0,0 0 0,0 0 0,-1 0 0,1 1 0,0-1 0,-1 1 0,1 0 0,-1 0 0,6 3 0,2 2 0,0 0 0,-1 0 0,1 1 0,11 11 0,11 12 0,53 59 0,18 43 0,-90-114-1365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6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27 24575,'-7'-20'0,"3"13"0,2 16 0,2 9 0,2-1 0,0 1 0,5 18 0,0-2 0,3 14 0,2-1 0,3 0 0,19 45 0,6-13 0,-21-44 0,-19-35 0,0 0 0,0-1 0,0 1 0,0 0 0,0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0,1 0 0,-1-7 0,-1-10 0,-3-1-1365,0 1-5461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7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822 62 24575,'0'0'0,"0"0"0,0 0 0,0 0 0,0 0 0,1-1 0,-1 1 0,0 0 0,0 0 0,0 0 0,0 0 0,0 0 0,1-1 0,-1 1 0,0 0 0,0 0 0,0 0 0,0-1 0,0 1 0,0 0 0,0 0 0,0 0 0,0-1 0,0 1 0,0 0 0,0 0 0,0-1 0,0 1 0,0 0 0,0 0 0,0 0 0,0-1 0,0 1 0,0 0 0,0 0 0,0 0 0,-1 0 0,1-1 0,0 1 0,0 0 0,0 0 0,-11-5 0,-16 2 0,26 3 0,-167-1 0,-61-4 0,-23-27 0,239 30 0,-1 0-114,4 0 176,0 1 0,0 0 0,-20 0 0,28 2-122,-1-1 0,1 0 0,0 0 0,0 1 0,0-1 0,0 1 0,0 0 0,0 0 0,0-1 0,0 1 0,1 1 0,-1-1 1,0 0-1,0 0 0,1 1 0,-1-1 0,1 0 0,-1 1 0,1 0 0,0-1 0,-1 1 0,1 0 0,0 0 0,-1 3 0,-2 6-6766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8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45 24575,'1'-1'0,"1"1"0,-1-1 0,0 0 0,0 0 0,0 0 0,0 0 0,0 0 0,0 0 0,0 0 0,0 0 0,0-1 0,0 1 0,0 0 0,-1 0 0,2-2 0,-3 2 0,1 0 0,0 0 0,0 0 0,0 1 0,0-1 0,-1 0 0,1 0 0,0 0 0,-1 1 0,1-1 0,0 0 0,-1 1 0,1-1 0,-1 0 0,1 1 0,-1-1 0,0 1 0,1-1 0,-1 1 0,0-1 0,1 1 0,-1-1 0,0 1 0,1 0 0,-1-1 0,0 1 0,0 0 0,1 0 0,-2-1 0,-4-1 0,0 0 0,0 1 0,0 0 0,-1 0 0,1 0 0,0 1 0,0 0 0,-1 0 0,1 0 0,0 1 0,0 0 0,0 0 0,-1 1 0,1 0 0,1 0 0,-1 0 0,-9 6 0,11-6 0,0 0 0,0 1 0,0-1 0,1 1 0,-1 0 0,1 0 0,0 1 0,0-1 0,0 1 0,0-1 0,-2 6 0,3-6 0,1 0 0,0 0 0,-1 0 0,1 0 0,1 1 0,-1-1 0,0 0 0,1 1 0,0-1 0,0 0 0,0 1 0,0-1 0,0 0 0,1 1 0,-1-1 0,3 5 0,-1-1 0,1-1 0,-1 1 0,2-1 0,-1 0 0,1 0 0,0 0 0,7 8 0,38 35 0,-2-3 0,-23-23 0,-19-18 0,0 0 0,0 0 0,0 0 0,0 1 0,-1-1 0,5 9 0,-8-13 0,-1 0 0,1 0 0,-1 0 0,1 0 0,-1 0 0,0 0 0,1 0 0,-1 0 0,0 0 0,0 0 0,0 0 0,0 0 0,0 0 0,0 0 0,0 1 0,0-1 0,0 0 0,-1 0 0,1 0 0,0 0 0,-1 0 0,0 1 0,0-1 0,0 0 0,0 0 0,0 0 0,0 0 0,0 0 0,0 0 0,0 0 0,-1-1 0,1 1 0,0 0 0,-1-1 0,1 1 0,0-1 0,-3 1 0,-6 0 0,0 1 0,0-2 0,-19 0 0,20-1 0,-39 0 0,-53-9 0,67 6-1365,21 3-5461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6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1251 250 24575,'87'-9'0,"116"3"0,-193 7 0,-12 3 0,-17 3 0,0-6 0,1 0 0,-1 0 0,1-2 0,-1 0 0,-21-5 0,12 2 0,-32-1 0,-91 5 0,64 2 0,68-2 0,-37 0 0,-80-9 0,102 5 0,-55 3 0,-6-1 0,39-5 0,31 3 0,-31 0 0,-278 4 0,321-1 0,0 0 0,-23-6 0,7 1 0,28 6 0,0 0 0,0 0 0,0 0 0,1 0 0,-1 0 0,0-1 0,0 1 0,1 0 0,-1 0 0,0-1 0,0 1 0,1 0 0,-1-1 0,0 1 0,1-1 0,-1 1 0,1-1 0,-1 1 0,0-1 0,1 1 0,-1-1 0,1 0 0,-1 1 0,1-1 0,0 0 0,-1 1 0,0-2 0,2 0 0,-1 1 0,0 0 0,0-1 0,0 1 0,0 0 0,1 0 0,-1-1 0,1 1 0,-1 0 0,1 0 0,-1 0 0,1-1 0,0 1 0,1-2 0,4-4 0,1 0 0,-1 1 0,12-9 0,51-34 0,6-5 0,-53 37 0,-61 41 0,-36 22 0,54-35 0,1 1 0,0 1 0,-28 24 0,39-29 0,5-4 0,0-1 0,0 1 0,0 0 0,0 0 0,1 0 0,0 1 0,-1-1 0,1 1 0,-3 7 0,6-11 0,0 0 0,0-1 0,0 1 0,0 0 0,0 0 0,0 0 0,0 0 0,0 0 0,0 0 0,0 0 0,0 0 0,1 0 0,-1-1 0,0 1 0,1 0 0,-1 0 0,1 0 0,-1 0 0,1-1 0,-1 1 0,1 0 0,0-1 0,-1 1 0,1 0 0,0-1 0,-1 1 0,1-1 0,1 1 0,25 13 0,-21-11 0,43 15 0,0-2 0,95 18 0,-123-28-15,-17-4-108,-1-1 1,1 0-1,-1 0 0,1 0 0,-1 0 1,1-1-1,-1 1 0,1-1 0,0 0 1,4 0-1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7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118 272 24575,'53'1'0,"-11"0"0,80-9 0,-119 8 0,-1-1 0,1 1 0,0-1 0,-1 1 0,1-1 0,-1 0 0,1 0 0,-1 0 0,1-1 0,-1 1 0,0-1 0,0 1 0,0-1 0,0 1 0,2-3 0,-3 2 0,0 1 0,0-1 0,-1 1 0,1-1 0,0 1 0,-1-1 0,1 1 0,-1-1 0,0 0 0,0 1 0,1-1 0,-1 1 0,0-1 0,-1 0 0,1 1 0,0-1 0,0 0 0,-1 1 0,1-1 0,0 1 0,-1-1 0,0 1 0,1-1 0,-1 1 0,-2-3 0,-2-5 0,-2 1 0,1 0 0,-1 0 0,-1 1 0,1 0 0,-14-10 0,8 6 0,-9-5 0,0 0 0,-1 2 0,-1 0 0,-38-15 0,44 21 0,-1 0 0,0 2 0,0 1 0,-1 0 0,-20-2 0,39 7 0,1 0 0,0 0 0,-1 0 0,1-1 0,0 1 0,-1 0 0,1 0 0,0 0 0,-1 0 0,1 0 0,-1 0 0,1 0 0,0 0 0,-1 0 0,1 0 0,0 1 0,-1-1 0,1 0 0,0 0 0,-1 0 0,1 0 0,0 0 0,-1 1 0,1-1 0,0 0 0,-1 0 0,1 1 0,0-1 0,0 0 0,-1 0 0,1 1 0,0-1 0,0 0 0,0 1 0,-1-1 0,1 1 0,0 0 0,1 0 0,-1 0 0,0 0 0,1-1 0,-1 1 0,1 0 0,-1 0 0,1 0 0,-1 0 0,1 0 0,0-1 0,1 2 0,25 22 0,153 83 0,9-15 0,-167-83 0,-14-6 0,-1 0 0,0 0 0,1 1 0,-1 0 0,0 0 0,-1 0 0,7 7 0,-13-11 0,1 0 0,-1 0 0,0 1 0,0-1 0,1 1 0,-1-1 0,0 0 0,0 1 0,1-1 0,-1 0 0,0 1 0,0-1 0,0 1 0,0-1 0,0 1 0,0-1 0,0 0 0,0 1 0,0-1 0,0 1 0,0-1 0,0 1 0,0-1 0,0 0 0,0 1 0,0-1 0,0 1 0,-1-1 0,1 1 0,0-1 0,0 0 0,0 1 0,-1-1 0,1 0 0,0 1 0,-1-1 0,1 0 0,0 1 0,-1-1 0,1 0 0,0 0 0,-1 1 0,1-1 0,0 0 0,-1 0 0,0 1 0,-22 8 0,19-8 0,-7 3-91,0 0 0,1 0 0,-1 1 0,1 1 0,0 0 0,1 0 0,-1 1 0,1 0 0,1 0 0,-1 1 0,1 0 0,1 1 0,-1-1 0,-6 13 0,6-7-6735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8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24575,'10'27'0,"20"36"0,-15-32 0,12 26 0,55 125 0,-74-163 0,16 45 0,-18-50 0,-6-14 0,1 0 0,-1 0 0,0 0 0,0 0 0,0 0 0,0 0 0,0 0 0,0 0 0,1 0 0,-1 0 0,0 1 0,0-1 0,0 0 0,0 0 0,0 0 0,1 0 0,-1 0 0,0 0 0,0 0 0,0 0 0,0 0 0,0 0 0,1 0 0,-1 0 0,0 0 0,0 0 0,0 0 0,0-1 0,0 1 0,1 0 0,-1 0 0,0 0 0,0 0 0,0 0 0,0 0 0,0 0 0,0 0 0,0 0 0,1-1 0,-1 1 0,0 0 0,0 0 0,0 0 0,1-2 0,0 0 0,-1 0 0,1 0 0,0 0 0,-1 0 0,0 0 0,1 0 0,-1 0 0,0-1 0,0-2 0,-2-8-273,0 1 0,0 0 0,-1 0 0,-6-15 0,4 11-6553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1 24575,'-47'0'0,"-138"1"0,41 13 0,4 1 0,-15 1 0,142-13-1365,3 1-5461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9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39 24575,'0'-1'0,"0"0"0,-1 0 0,1 0 0,-1 0 0,1 0 0,-1 0 0,1 0 0,-1 1 0,0-1 0,1 0 0,-1 0 0,0 0 0,0 1 0,0-1 0,1 0 0,-1 1 0,0-1 0,0 0 0,0 1 0,0-1 0,0 1 0,-2-1 0,-23-7 0,22 7 0,-11-3 0,1 1 0,-1 1 0,0 0 0,-25 1 0,36 1 0,0 0 0,1 1 0,-1 0 0,1-1 0,0 1 0,-1 0 0,1 0 0,-1 1 0,1-1 0,0 1 0,0 0 0,0-1 0,0 1 0,0 1 0,0-1 0,1 0 0,-1 1 0,1-1 0,0 1 0,-1 0 0,1 0 0,0 0 0,1 0 0,-1 0 0,-2 7 0,3-7 0,0 0 0,0 0 0,1 0 0,0 0 0,-1 0 0,1 0 0,0 1 0,0-1 0,1 0 0,-1 0 0,1 0 0,-1 0 0,1 0 0,0 0 0,0 0 0,0 0 0,1 0 0,-1 0 0,1 0 0,0-1 0,-1 1 0,1 0 0,4 2 0,4 7 0,2-2 0,-1 0 0,22 15 0,-16-13 0,23 17 0,37 30 0,-76-58 0,-1-1 0,1 1 0,0-1 0,-1 1 0,1 0 0,0-1 0,-1 1 0,1 0 0,-1-1 0,1 1 0,-1 0 0,1 0 0,-1-1 0,0 1 0,1 0 0,-1 0 0,0 0 0,0 0 0,1 0 0,-1-1 0,0 1 0,0 0 0,0 0 0,0 0 0,0 0 0,0 0 0,-1 1 0,1-1 0,-1 0 0,0 0 0,0 0 0,1 0 0,-1 0 0,0 0 0,0 0 0,0 0 0,0 0 0,0-1 0,0 1 0,-1 0 0,1-1 0,0 1 0,0-1 0,0 1 0,-1-1 0,-1 1 0,-12 2 0,-1-1 0,1 0 0,-1-1 0,1-1 0,-23-2 0,-2 1 0,-77 0-1365,103 1-5461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1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12 24575,'17'-3'0,"-12"2"0,-1 0 0,1 0 0,-1 0 0,9-4 0,-20 8 0,0-1 0,0-1 0,1 1 0,-1-1 0,0 0 0,-11-1 0,7 1 0,-1 0 0,-12 2 0,-10 8-49,-10 3 194,40-13-307,0 0-1,0-1 1,-1 1 0,1-1-1,0 0 1,0 0 0,0-1-1,-6 0 1,0-2-6664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1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26 24575,'-13'-5'0,"-6"-2"0,-4 0 0,1 2 0,0 4 0,3 2 0,0 1 0,5 3 0,2 0 0,0 0 0,-1-2 0,3 0-8191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2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24575,'-1'4'0,"-1"0"0,1 0 0,0 0 0,1 0 0,-1 0 0,1 0 0,-1 0 0,1 0 0,1 1 0,-1-1 0,0 0 0,1 0 0,0 0 0,2 5 0,2 9 0,15 30 0,-17-42 0,23 40 0,-19-34 0,1 1 0,-2 0 0,6 16 0,-7-5-1365,-4-12-5461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2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32 24575,'-81'5'0,"-104"-6"0,-80-25 0,121 17-1365,124 8-5461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3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75 24575,'-79'-45'0,"68"40"0,-1-1 0,1 2 0,-1 0 0,0 0 0,-14-2 0,22 6 0,0-1 0,1 1 0,-1 0 0,0 0 0,1 1 0,-1-1 0,1 1 0,-1-1 0,1 1 0,-1 0 0,1 1 0,-1-1 0,1 0 0,0 1 0,0 0 0,0 0 0,0 0 0,0 0 0,0 0 0,0 1 0,1-1 0,-1 1 0,1 0 0,0-1 0,-3 6 0,1-1 0,0-1 0,1 2 0,-1-1 0,2 0 0,-1 1 0,1-1 0,0 1 0,1 0 0,0-1 0,-1 16 0,3-2 0,1-1 0,0 1 0,2-1 0,0 0 0,8 21 0,42 98 0,-16-43 0,-26-66 0,-2 2 0,-1 0 0,-2 0 0,-1 0 0,-1 1 0,0 33 0,-12-119 0,-2-3 0,8 17-1365,0 24-5461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3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47 24575,'-31'-6'0,"-15"-1"0,-3 1 0,4 1 0,6-2 0,6 2 0,6 0 0,5 2 0,4 1 0,5 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4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40 24575,'-30'-8'0,"-6"-2"0,0 2 0,-54-5 0,86 13 0,1 0 0,-1 0 0,0 0 0,0 0 0,1 0 0,-1 1 0,0 0 0,1 0 0,-1 0 0,0 0 0,1 0 0,0 1 0,-1 0 0,1-1 0,0 1 0,-5 4 0,6-3 0,0-1 0,0 1 0,0-1 0,0 1 0,0 0 0,1 0 0,-1-1 0,1 1 0,0 0 0,0 1 0,0-1 0,1 0 0,-1 0 0,1 0 0,-1 0 0,1 1 0,0-1 0,0 0 0,1 5 0,0-4 0,0 1 0,0 0 0,0-1 0,1 1 0,0-1 0,0 1 0,0-1 0,0 0 0,1 0 0,0 0 0,0 0 0,6 6 0,4 4 0,29 21 0,-26-22 0,-4-5 0,-9-6 0,0 1 0,0-1 0,1 1 0,-2-1 0,1 1 0,0 0 0,2 3 0,-5-5 0,1 0 0,-1-1 0,0 1 0,0-1 0,1 1 0,-1-1 0,0 1 0,0 0 0,0-1 0,0 1 0,0 0 0,0-1 0,0 1 0,0-1 0,0 1 0,0 0 0,0-1 0,0 1 0,-1 1 0,0-1 0,1 0 0,-1 0 0,0 0 0,0 0 0,0 1 0,0-1 0,0-1 0,0 1 0,0 0 0,0 0 0,-1 0 0,-1 0 0,-2 2-227,-1-1-1,1 1 1,-1-2-1,0 1 1,-10 1-1,2-1-6598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5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293 130 24575,'-35'-24'0,"-52"-32"0,70 46 0,-1 1 0,0 1 0,-24-8 0,42 16 0,-4-1 0,1-1 0,-1 1 0,0 0 0,-1 1 0,1-1 0,-7 1 0,9 0 0,1 0 0,-1 1 0,1-1 0,0 1 0,-1-1 0,1 1 0,0 0 0,-1-1 0,1 1 0,0 0 0,0 0 0,0 0 0,-1 0 0,1 0 0,0 0 0,1 0 0,-1 0 0,0 1 0,0-1 0,0 0 0,1 0 0,-2 2 0,0 3 0,-1 1 0,1-1 0,0 0 0,1 1 0,0-1 0,0 1 0,-1 10 0,4 49 0,-1-51 0,2 23 0,15 66 0,19 35 0,-33-126 0,51 160 0,-14-49 0,-40-120 0,50 175 0,-49-165 0,-2-14 0,-1 1 0,1-1 0,0 0 0,0 0 0,0 0 0,0 0 0,0 0 0,-1 0 0,1 0 0,0 0 0,0 0 0,0 0 0,0 0 0,0 0 0,-1 0 0,1 0 0,0 0 0,0 0 0,0 0 0,0 0 0,-1 0 0,1 0 0,0 0 0,0-1 0,0 1 0,0 0 0,0 0 0,0 0 0,-1 0 0,1 0 0,0 0 0,0 0 0,0 0 0,0-1 0,0 1 0,0 0 0,0 0 0,0 0 0,0 0 0,0 0 0,-1-1 0,-15-22 0,15 20 0,-34-63-22,23 41-1321,4 9-5483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5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29 24575,'-13'-3'0,"-7"-3"0,-2 0 0,-1 0 0,2 1 0,1 2 0,2 4 0,4 2-8191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7 24575,'-12'-1'0,"-12"-2"0,-36 0 0,53 4 0,1-1 0,-1 1 0,0 0 0,1 0 0,0 1 0,-1-1 0,1 2 0,0-1 0,0 1 0,-9 4 0,13-6 0,0 1 0,0-1 0,1 1 0,-1-1 0,0 1 0,0-1 0,1 1 0,-1 0 0,1 0 0,0 0 0,-1 0 0,1 0 0,0 0 0,0 0 0,0 0 0,0 0 0,1 0 0,-2 5 0,2-4 0,0 0 0,0 0 0,1 0 0,-1 0 0,1 0 0,-1 0 0,1 0 0,0 0 0,0 0 0,0-1 0,1 1 0,2 4 0,2 3 0,1-1 0,1 0 0,0 0 0,0-1 0,0 0 0,13 9 0,4 1 0,-10-9 0,21 21 0,-36-30 0,1 1 0,-1-1 0,1 0 0,-1 1 0,1-1 0,-1 1 0,0-1 0,1 1 0,-1-1 0,1 1 0,-1-1 0,0 1 0,0-1 0,1 1 0,-1-1 0,0 1 0,0 0 0,0-1 0,0 1 0,0-1 0,0 1 0,0 0 0,0-1 0,0 2 0,0-2 0,0 1 0,-1-1 0,1 1 0,-1-1 0,1 1 0,-1-1 0,1 0 0,-1 1 0,1-1 0,-1 0 0,1 1 0,-1-1 0,0 0 0,1 1 0,-1-1 0,1 0 0,-1 0 0,-1 0 0,-5 1 0,1 0 0,-1 0 0,-9-2 0,12 1 0,-64-1-1365,47 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7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49 24575,'-18'-6'0,"-93"-27"0,96 30 0,0 0 0,0 1 0,0 1 0,0 1 0,-25 1 0,38-1 0,0 0 0,0 1 0,0-1 0,0 0 0,1 1 0,-1-1 0,0 1 0,0-1 0,0 1 0,1 0 0,-1 0 0,0 0 0,1 0 0,-1 0 0,1 0 0,-1 1 0,1-1 0,0 0 0,-1 1 0,1-1 0,-1 2 0,1-1 0,1 0 0,0-1 0,-1 1 0,1 0 0,0 0 0,0-1 0,0 1 0,0 0 0,0 0 0,0-1 0,0 1 0,1 0 0,-1 0 0,1-1 0,-1 1 0,1 0 0,0-1 0,0 1 0,0-1 0,0 1 0,0-1 0,1 3 0,9 10 0,1 0 0,0-1 0,26 22 0,48 31 0,-36-30 0,-21-16 0,-17-12 0,0 1 0,0 0 0,-1 1 0,18 20 0,-28-29 0,0-1 0,0 1 0,0 0 0,-1 0 0,1 0 0,0 0 0,-1 0 0,1 0 0,-1 0 0,1 1 0,-1-1 0,0 0 0,1 0 0,-1 0 0,0 0 0,0 1 0,0-1 0,0 0 0,0 0 0,0 0 0,0 0 0,-1 3 0,1-3 0,-1 0 0,0 0 0,0 0 0,0-1 0,1 1 0,-1 0 0,0 0 0,0 0 0,0-1 0,0 1 0,0 0 0,-1-1 0,1 1 0,0-1 0,0 1 0,0-1 0,-2 1 0,-7 0 0,0 1 0,0-1 0,0-1 0,-10 0 0,17 0 0,-22-3 0,0 0 0,1-1 0,-41-13 0,53 13 0,11 4-50,-1-1-1,0 1 1,1-1-1,-1 1 0,1-1 1,-1 0-1,1 0 1,-1 0-1,1 0 1,0 0-1,-1 0 0,1 0 1,0 0-1,0-1 1,0 1-1,0 0 1,0-1-1,0 1 0,0-1 1,0 1-1,1-1 1,-1 0-1,0 1 1,1-1-1,-1 1 1,1-3-1,-2-7-6775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8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4 24575,'-17'-2'0,"-31"0"0,44 2 0,0 1 0,0-1 0,0 1 0,0-1 0,0 1 0,0 0 0,0 1 0,1-1 0,-1 1 0,0-1 0,1 1 0,-1 0 0,-4 4 0,7-5 0,0 0 0,0 0 0,0 0 0,0 0 0,0 0 0,1 1 0,-1-1 0,0 0 0,1 0 0,-1 1 0,1-1 0,-1 0 0,1 1 0,-1-1 0,1 0 0,0 1 0,0-1 0,0 1 0,0 1 0,0 0 0,1 0 0,-1 0 0,1 0 0,0-1 0,0 1 0,0 0 0,0-1 0,1 1 0,1 2 0,3 4 0,1-1 0,0 1 0,16 13 0,-13-14 0,-1 0 0,2-1 0,-1 0 0,1 0 0,19 7 0,-26-12 0,0 0 0,1 0 0,-1-1 0,1 0 0,-1 0 0,1 0 0,0 0 0,-1-1 0,1 1 0,0-1 0,0-1 0,-1 1 0,1-1 0,0 1 0,-1-1 0,1-1 0,8-2 0,-11 2 0,0 1 0,1-1 0,-1 0 0,0 1 0,0-1 0,0 0 0,0 0 0,0-1 0,0 1 0,-1 0 0,1 0 0,-1-1 0,0 1 0,1-1 0,-1 0 0,0 1 0,-1-1 0,1 0 0,0 1 0,-1-1 0,1 0 0,-1 0 0,0 0 0,0 1 0,0-1 0,-1-5 0,0 0 0,-1 0 0,0 0 0,0 1 0,0-1 0,-1 0 0,0 1 0,-1 0 0,-4-8 0,-1 5 0,9 10 0,0 0 0,0 0 0,0 0 0,0 0 0,0 0 0,0 0 0,0-1 0,0 1 0,-1 0 0,1 0 0,0 0 0,0 0 0,0 0 0,0 0 0,0 0 0,0 0 0,0 0 0,-1 0 0,1 0 0,0 0 0,0 0 0,0 0 0,0 0 0,0 0 0,0 0 0,-1 0 0,1 0 0,0 0 0,0 0 0,0 1 0,0-1 0,0 0 0,0 0 0,0 0 0,-1 0 0,1 0 0,0 0 0,0 0 0,0 0 0,0 0 0,0 1 0,0 0 0,-1 0 0,1 0 0,0 1 0,0-1 0,0 0 0,0 0 0,1 0 0,-1 1 0,0-1 0,0 0 0,1 0 0,-1 0 0,1 1 0,0 1 0,7 12 0,0 0 0,1-1 0,1 1 0,0-2 0,1 1 0,0-2 0,1 1 0,1-2 0,25 20 0,-35-29 17,0 0 0,1 0 1,-1 0-1,1-1 0,-1 1 0,6 0 0,-7-1-100,-1-1 1,1 0-1,0 1 1,-1-1-1,1 0 1,-1 0-1,1 0 1,0-1-1,-1 1 1,1 0-1,0-1 1,-1 1-1,1-1 1,-1 1-1,1-1 1,-1 1-1,3-3 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8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24575,'1'5'0,"-1"-1"0,1 1 0,0-1 0,0 0 0,0 1 0,1-1 0,-1 0 0,1 0 0,0 0 0,0 0 0,1 0 0,-1-1 0,1 1 0,0-1 0,5 6 0,4 2 0,-1-1 0,2-1 0,15 10 0,-25-16 0,1-1 0,0-1 0,0 1 0,-1 0 0,1-1 0,0 0 0,0 0 0,0 0 0,0 0 0,6 0 0,-8-1 0,-1 0 0,1 0 0,0 0 0,-1 0 0,1-1 0,-1 1 0,0 0 0,1-1 0,-1 1 0,1-1 0,-1 0 0,0 1 0,1-1 0,-1 0 0,0 0 0,0 0 0,1 0 0,-1 0 0,0 0 0,0 0 0,0 0 0,0 0 0,0-1 0,-1 1 0,1 0 0,0-1 0,-1 1 0,1 0 0,-1-1 0,1 1 0,0-3 0,4-51 0,-5 55 0,0-1 0,1 1 0,-1 0 0,0-1 0,0 1 0,0 0 0,0-1 0,0 1 0,0 0 0,0-1 0,1 1 0,-1 0 0,0 0 0,0-1 0,0 1 0,1 0 0,-1 0 0,0 0 0,0-1 0,1 1 0,-1 0 0,0 0 0,0 0 0,1 0 0,-1-1 0,0 1 0,1 0 0,-1 0 0,0 0 0,0 0 0,1 0 0,-1 0 0,11 5 0,10 16 0,-20-19 0,11 12 0,-4-4 0,0 0 0,1-1 0,0 0 0,0 0 0,1-1 0,0 0 0,13 7 0,-19-13 0,0 0 0,0 0 0,0-1 0,0 1 0,0-1 0,0 0 0,7 2 0,-10-3 0,0 0 0,1-1 0,-1 1 0,0 0 0,0 0 0,0-1 0,1 1 0,-1 0 0,0-1 0,0 1 0,0-1 0,0 1 0,0-1 0,0 0 0,0 0 0,0 1 0,0-1 0,0 0 0,0 0 0,0 0 0,-1 0 0,1 0 0,0 0 0,-1 0 0,1 0 0,-1 0 0,1 0 0,-1 0 0,1-1 0,0-1 0,3-25 0,-3 24 0,-1 0 0,1 0 0,-1-1 0,1 2 0,0-1 0,0 0 0,3-5 0,-3 8 0,-1 0 0,1 0 0,0 0 0,0 0 0,0 0 0,0 0 0,0 0 0,0 1 0,0-1 0,0 0 0,0 1 0,1-1 0,-1 1 0,0-1 0,0 1 0,1-1 0,-1 1 0,0 0 0,0 0 0,1-1 0,-1 1 0,0 0 0,1 0 0,-1 1 0,0-1 0,1 0 0,1 1 0,1 0-105,1-1 0,-1 2 0,1-1 0,-1 1 0,0-1 0,0 1 0,0 0 0,0 1 0,0-1 0,0 1 0,0 0 0,4 5 0,3 3-6721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109 405 24575,'6'9'0,"4"5"0,-1 1 0,0 1 0,0-1 0,10 29 0,-19-43 0,0-1 0,1 1 0,-1 0 0,0 0 0,0 0 0,1-1 0,-1 1 0,0 0 0,0 0 0,0 0 0,0 0 0,0-1 0,0 1 0,0 0 0,0 0 0,-1 1 0,1-2 0,-1 0 0,1 0 0,0 0 0,-1 0 0,1 0 0,0 0 0,-1 0 0,1 0 0,0 0 0,-1 0 0,1 0 0,0 0 0,-1-1 0,1 1 0,0 0 0,-1 0 0,1 0 0,0 0 0,0-1 0,-1 1 0,1 0 0,0 0 0,0-1 0,-1 1 0,1-1 0,-22-22 0,21 22 0,-16-22 0,1 0 0,1 0 0,1-2 0,1 0 0,1 0 0,2-1 0,0-1 0,2 0 0,0 0 0,2 0 0,2-1 0,0 0 0,1 0 0,3-43 0,0 65 0,1 0 0,0 0 0,0 1 0,1-1 0,-1 0 0,1 1 0,5-11 0,-6 15 0,-1 0 0,1-1 0,0 1 0,0 0 0,0 0 0,-1 0 0,1 1 0,0-1 0,0 0 0,0 0 0,0 0 0,1 1 0,-1-1 0,0 0 0,0 1 0,2-1 0,-1 0 0,-1 1 0,0 0 0,1 0 0,-1 1 0,0-1 0,1 0 0,-1 0 0,0 1 0,1-1 0,-1 1 0,0-1 0,0 1 0,0-1 0,1 1 0,-1 0 0,0-1 0,0 1 0,0 0 0,0 0 0,1 1 0,1 1 5,0 0 1,0 1-1,0-1 0,-1 1 0,1 0 0,-1-1 1,0 1-1,0 0 0,0 0 0,-1 1 1,1-1-1,-1 0 0,0 0 0,0 1 0,-1-1 1,1 1-1,-1-1 0,0 0 0,0 1 0,0-1 1,-1 1-1,-1 7 0,0-5-119,0 1 0,-1-1-1,0 0 1,0 0 0,0 0 0,-1 0-1,0-1 1,0 1 0,-1-1 0,0 0-1,0-1 1,-9 9 0,2-5-6712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63 591 24575,'-40'-469'0,"33"363"0,7 105 0,0 0 0,0 0 0,0 0 0,0 0 0,0 0 0,-1 0 0,1 0 0,0 0 0,-1 0 0,1 0 0,-1 0 0,1 0 0,-2-2 0,-1 5 0,0 8 0,0 26 0,2 66 0,2-55 0,-1-12 0,2 0 0,2 0 0,1 0 0,2-1 0,1 0 0,1 0 0,17 36 0,-20-55 0,1 0 0,0-1 0,2 0 0,-1 0 0,2-1 0,14 17 0,-17-22 0,0-1 0,1 1 0,0-2 0,0 1 0,11 6 0,-16-12 0,0 1 0,0-1 0,0 0 0,0 0 0,0 0 0,0 0 0,0 0 0,1-1 0,-1 1 0,0-1 0,1 0 0,-1 0 0,0 0 0,1 0 0,-1-1 0,0 0 0,0 1 0,1-1 0,-1 0 0,3-2 0,-1 1 0,-1 0 0,0-1 0,0 1 0,0-1 0,0 0 0,0 0 0,-1 0 0,1-1 0,4-6 0,-2 2 0,-1 0 0,0-1 0,7-14 0,-12 22 0,0 0 0,0 1 0,1-1 0,-1 0 0,0 1 0,1-1 0,-1 0 0,0 1 0,1-1 0,-1 0 0,1 1 0,-1-1 0,1 1 0,0-1 0,-1 1 0,1-1 0,0 1 0,0-1 0,-1 1 0,1 0 0,-1 0 0,1 0 0,-1 0 0,0 1 0,1-1 0,-1 0 0,0 0 0,1 0 0,-1 0 0,0 1 0,0-1 0,1 0 0,-1 0 0,0 1 0,0-1 0,1 0 0,-1 0 0,0 1 0,0-1 0,1 0 0,-1 1 0,0-1 0,0 0 0,0 1 0,0-1 0,9 33 0,-8-27 0,1 5-110,4 16-518,15 46 1,-17-62-6199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24575,'2'5'0,"2"5"0,-1 0-8191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0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24575,'95'130'0,"-95"-128"0,1-1 0,0 0 0,0 1 0,0-1 0,0 0 0,1 0 0,-1 0 0,0 0 0,0 0 0,1 0 0,-1 0 0,0-1 0,1 1 0,-1 0 0,1-1 0,-1 1 0,1-1 0,-1 1 0,1-1 0,-1 0 0,1 0 0,2 0 0,-2 0 0,-1-1 0,1 1 0,-1-1 0,1 0 0,-1 0 0,1 0 0,-1 0 0,1 0 0,-1 0 0,0 0 0,0 0 0,1-1 0,-1 1 0,0 0 0,0-1 0,0 1 0,0-1 0,-1 1 0,1-1 0,0-1 0,6-12 0,-2 0 0,0 0 0,0 0 0,-1 0 0,1-18 0,-5 31 0,1-1 0,-1 0 0,1 1 0,0-1 0,0 0 0,0 1 0,0-1 0,0 1 0,0-1 0,3-3 0,-3 6 0,-1-1 0,1 1 0,-1-1 0,0 1 0,1 0 0,-1-1 0,1 1 0,-1 0 0,1-1 0,0 1 0,-1 0 0,1 0 0,-1 0 0,1-1 0,-1 1 0,1 0 0,0 0 0,-1 0 0,1 0 0,0 0 0,1 1 0,-1-1 0,0 0 0,0 1 0,0-1 0,0 1 0,1 0 0,-1-1 0,0 1 0,0 0 0,0-1 0,0 1 0,0 0 0,1 1 0,12 15 0,0 1 0,11 20 0,-13-21 0,0 1 0,22 24 0,-25-33-273,0-1 0,1 0 0,-1 0 0,17 9 0,-15-11-6553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0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96 24575,'-1'-3'0,"0"-10"0,-7-26 0,7 37 0,1-1 0,-1 1 0,0-1 0,0 1 0,0-1 0,-1 1 0,1 0 0,0 0 0,-1-1 0,1 1 0,-1 0 0,0 0 0,0 1 0,0-1 0,0 0 0,-4-2 0,6 4 0,-1 0 0,0-1 0,0 1 0,0 0 0,0 0 0,1 0 0,-1 0 0,0 0 0,0 0 0,0 0 0,0 0 0,0 0 0,1 0 0,-1 1 0,0-1 0,0 0 0,0 1 0,1-1 0,-1 0 0,0 1 0,0-1 0,1 1 0,-1-1 0,0 1 0,1-1 0,-1 1 0,1 0 0,-1-1 0,0 1 0,1 0 0,0 0 0,-1-1 0,1 1 0,-1 0 0,1 1 0,-2 2 0,0 0 0,0 0 0,0 1 0,-1 8 0,2-5 0,0 0 0,0-1 0,1 1 0,0 0 0,1 0 0,0-1 0,0 1 0,0 0 0,1-1 0,5 14 0,-6-18 0,0-1 0,0 1 0,0-1 0,1 1 0,-1-1 0,1 0 0,-1 0 0,1 0 0,0 0 0,-1 0 0,1 0 0,0 0 0,1 0 0,-1-1 0,0 1 0,0-1 0,1 0 0,-1 1 0,0-1 0,1 0 0,0 0 0,-1-1 0,1 1 0,-1 0 0,1-1 0,0 0 0,-1 0 0,1 1 0,0-2 0,0 1 0,-1 0 0,1 0 0,5-2 0,-4 0 0,0 0 0,0 0 0,0-1 0,0 1 0,-1-1 0,1 0 0,0 0 0,-1 0 0,0 0 0,0-1 0,0 0 0,0 1 0,-1-1 0,3-5 0,15-30 0,-33 70 0,2 0 0,1 0 0,2 1 0,-4 34 0,0 49 0,6 153 0,6-268 0,0 0 0,-1 0 0,1 0 0,0 0 0,0 1 0,0-1 0,0 0 0,0 0 0,0 0 0,0 0 0,0 1 0,0-1 0,0 0 0,0 0 0,0 0 0,0 0 0,0 0 0,0 1 0,0-1 0,0 0 0,0 0 0,0 0 0,0 0 0,1 1 0,-1-1 0,0 0 0,0 0 0,0 0 0,0 0 0,0 0 0,0 0 0,0 1 0,0-1 0,1 0 0,-1 0 0,0 0 0,0 0 0,0 0 0,0 0 0,1 0 0,3-7 0,2-13 0,-5 15 15,0-1 0,-1 1 0,0-1 0,0 0 0,0 1 0,-1-1 0,-1-9 0,1 12-121,-1-1 0,1 1 0,0 0 0,-1-1 0,0 1 0,0 0-1,0 0 1,0 0 0,0 0 0,0 1 0,-1-1 0,1 1 0,-4-3 0,-4-2-6720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1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70 151 24575,'6'31'0,"2"59"0,-8-89 0,0-1 0,1 1 0,-1 0 0,0-1 0,0 1 0,0 0 0,0-1 0,0 1 0,-1-1 0,1 1 0,0 0 0,0-1 0,0 1 0,0-1 0,-1 1 0,1 0 0,-1 0 0,-4-8 0,-5-22 0,9 26 0,-17-51 0,-27-88 0,44 139 0,1-1 0,-1 1 0,1 0 0,-1-1 0,1 1 0,0 0 0,0-1 0,1 1 0,0-4 0,-1 6 0,0 1 0,0-1 0,1 0 0,-1 1 0,0-1 0,1 0 0,-1 1 0,0-1 0,1 1 0,-1-1 0,1 1 0,-1-1 0,1 1 0,-1-1 0,1 1 0,-1-1 0,1 1 0,-1 0 0,2-1 0,-1 0 0,0 1 0,0 0 0,0 0 0,1 0 0,-1 0 0,0 0 0,0 0 0,0 0 0,0 1 0,0-1 0,0 0 0,0 1 0,0-1 0,0 0 0,0 1 0,2 0 0,3 4-57,1-1 1,-1 1-1,0 0 0,0 1 0,-1-1 0,8 11 0,-5-7-910,3 4-5859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2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16 24575,'-39'-5'0,"-2"0"0,-77 0 0,117 5 0,-1 0 0,1 0 0,0 0 0,-1 0 0,1 1 0,0-1 0,-1 0 0,1 1 0,0-1 0,0 1 0,0-1 0,-1 1 0,1 0 0,0 0 0,0-1 0,0 1 0,0 0 0,0 0 0,0 0 0,0 0 0,-1 2 0,2-2 0,0-1 0,0 1 0,0 0 0,0 0 0,0-1 0,0 1 0,0 0 0,0 0 0,0 0 0,0-1 0,0 1 0,0 0 0,0 0 0,1 0 0,-1-1 0,0 1 0,1 0 0,-1 0 0,0-1 0,1 1 0,-1 0 0,1-1 0,-1 1 0,1-1 0,-1 1 0,1-1 0,0 1 0,-1-1 0,1 1 0,0-1 0,-1 1 0,1-1 0,0 0 0,0 1 0,-1-1 0,2 0 0,1 2 0,0-1 0,0 0 0,0-1 0,0 1 0,0 0 0,1-1 0,-1 0 0,0 0 0,0 0 0,1 0 0,-1 0 0,0-1 0,0 1 0,0-1 0,0 0 0,6-2 0,-3 1 0,0-1 0,0 0 0,-1 0 0,1-1 0,-1 1 0,0-1 0,7-6 0,-12 9 0,0 1 0,1 0 0,-1 0 0,0 0 0,0-1 0,1 1 0,-1 0 0,0 0 0,1 0 0,-1 0 0,0 0 0,0-1 0,1 1 0,-1 0 0,0 0 0,1 0 0,-1 0 0,0 0 0,1 0 0,-1 0 0,0 0 0,1 0 0,-1 0 0,0 0 0,1 0 0,-1 0 0,0 1 0,1-1 0,-1 0 0,0 0 0,0 0 0,1 0 0,-1 1 0,0-1 0,0 0 0,1 0 0,-1 0 0,0 1 0,0-1 0,1 0 0,-1 0 0,0 1 0,0-1 0,0 0 0,0 0 0,1 1 0,-1-1 0,0 0 0,0 1 0,0-1 0,0 1 0,8 22 0,-5-13 0,1 1 0,0-1 0,1 0 0,0 0 0,1 0 0,0 0 0,8 9 0,-10-15 0,-1-1 0,1 1 0,0 0 0,-1-1 0,2 0 0,-1 0 0,0 0 0,1 0 0,-1-1 0,1 0 0,0 0 0,0 0 0,0-1 0,0 1 0,9 0 0,-13-1-4,1-1-1,0 0 0,-1 0 0,1 0 1,-1 0-1,1 0 0,0 0 0,-1-1 1,1 1-1,-1 0 0,1-1 0,-1 1 1,1-1-1,-1 0 0,1 0 1,2-1-1,-3 1 17,0 0-1,0 0 1,-1 0 0,1 0 0,0 0-1,0-1 1,-1 1 0,1 0 0,-1 0 0,1 0-1,-1-1 1,0 1 0,1 0 0,-1-1-1,0 1 1,0-2 0,0-2-177,0-1 0,-1 1 0,0 0 0,0 0 0,0 0 0,0 0 0,-1 0 0,-4-9 0,-3-2-6661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3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24575,'4'34'0,"9"36"0,-4-28 0,-8-31 0,32 141 0,-26-125 0,2 0 0,1-1 0,20 39 0,-13-38 0,-16-26 0,-1 0 0,1 0 0,-1 0 0,1 0 0,0-1 0,-1 1 0,1 0 0,0-1 0,0 1 0,-1 0 0,1-1 0,0 1 0,0-1 0,0 1 0,0-1 0,0 1 0,0-1 0,-1 0 0,1 0 0,0 1 0,0-1 0,0 0 0,0 0 0,0 0 0,0 0 0,0 0 0,0 0 0,2-1 0,-2 0 0,0 0 0,0 0 0,0 0 0,0-1 0,0 1 0,0 0 0,0-1 0,-1 1 0,1-1 0,-1 1 0,1-1 0,-1 1 0,1-1 0,-1 0 0,0 1 0,1-1 0,-1-2 0,0 1 0,0 1 0,1-1 0,-1 1 0,1 0 0,-1-1 0,1 1 0,0 0 0,0 0 0,2-3 0,-2 3 0,1 1 0,0-1 0,0 0 0,0 1 0,0 0 0,1 0 0,-1-1 0,0 1 0,0 1 0,1-1 0,-1 0 0,1 0 0,-1 1 0,0 0 0,6-1 0,5 1 0,24 1 0,-18 0 0,-3 0 0,0-1 0,0 0 0,0-2 0,0 0 0,21-5 0,-33 6 0,1-1 0,-1 1 0,0-1 0,1 0 0,-1-1 0,0 1 0,0-1 0,0 1 0,-1-1 0,1 0 0,-1-1 0,1 1 0,-1-1 0,0 1 0,0-1 0,-1 0 0,1 0 0,-1 0 0,0 0 0,0-1 0,0 1 0,2-7 0,-3 6 0,0 1 0,-1 0 0,1 0 0,-1-1 0,0 1 0,0 0 0,0 0 0,-1-1 0,1 1 0,-2-4 0,1 6 0,1 1 0,0 0 0,-1 0 0,1 0 0,-1 0 0,1 0 0,-1 0 0,1 0 0,-1 0 0,0 0 0,0 0 0,1 0 0,-1 1 0,0-1 0,0 0 0,0 0 0,0 1 0,0-1 0,0 0 0,0 1 0,0-1 0,0 1 0,0 0 0,0-1 0,-1 1 0,1 0 0,0 0 0,0-1 0,0 1 0,0 0 0,0 0 0,-1 0 0,1 0 0,0 1 0,0-1 0,0 0 0,0 0 0,-1 1 0,1-1 0,-2 2 0,-1 0 0,0 0 0,-1 0 0,1 1 0,0 0 0,0 0 0,0 0 0,1 0 0,-1 0 0,1 1 0,0 0 0,0 0 0,0 0 0,0 0 0,1 0 0,-1 0 0,1 1 0,0-1 0,-1 7 0,0-4 0,1 0 0,1 0 0,-1 0 0,1 1 0,0-1 0,1 0 0,0 0 0,0 1 0,1-1 0,-1 0 0,5 13 0,-2-11 0,1 0 0,0-1 0,0 1 0,1-1 0,1-1 0,-1 1 0,1-1 0,0 0 0,1 0 0,0 0 0,0-1 0,10 7 0,3 0 0,-1 0 0,1-2 0,41 17 0,-32-17 0,1-2 0,0-1 0,0-1 0,61 6 0,-73-10-1365,-2 0-5461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7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24575,'0'-1'0,"0"1"0,1 0 0,-1 0 0,0 0 0,1 0 0,-1-1 0,1 1 0,-1 0 0,0 0 0,1 0 0,-1 0 0,1 0 0,-1 0 0,0 0 0,1 0 0,-1 0 0,1 0 0,-1 0 0,0 0 0,1 0 0,-1 1 0,0-1 0,1 0 0,-1 0 0,1 0 0,-1 1 0,0-1 0,1 0 0,-1 0 0,0 1 0,0-1 0,1 0 0,-1 0 0,0 1 0,0-1 0,1 0 0,-1 1 0,0-1 0,0 0 0,0 1 0,1 0 0,10 19 0,-9-16 0,19 44 0,28 89 0,-42-112 0,-5-15 0,1 0 0,7 18 0,-7-53 0,-10-30 0,2 26 0,1-35 0,3 58 0,1-10 0,0 1 0,1-1 0,1 1 0,4-21 0,-5 32 0,0 0 0,1 1 0,-1 0 0,1-1 0,-1 1 0,1 0 0,0 0 0,0 0 0,1 0 0,3-4 0,-5 5 0,2 1 0,-1-1 0,0 1 0,0 0 0,0-1 0,0 1 0,1 0 0,-1 0 0,1 1 0,-1-1 0,1 0 0,-1 1 0,1 0 0,-1-1 0,1 1 0,4 1 0,-3-1 0,1 1 0,-1 0 0,0 0 0,0 0 0,1 0 0,-1 1 0,0 0 0,6 3 0,31 23 0,-18-11 0,-6-6 30,0 1 0,-1 1 0,14 16 0,-23-22-179,-1 0 1,0 0-1,-1 0 1,1 0-1,-2 1 1,1 0-1,-1 0 1,0 1-1,3 10 1,-4-6-6678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5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40 24575,'27'-9'0,"28"-6"0,-44 12 0,-9 2 0,-6 0 0,-13 0 0,-22 0 0,1 3-97,16-1-156,0-1-1,0 0 0,0-2 1,-24-4-1,33 3-6572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6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16 24575,'-11'-2'0,"-5"-2"0,-3 1 0,-1 0 0,1 1 0,0 1 0,2 1 0,0-1 0,1 1 0,1 0 0,-1 1 0,1-1 0,0 0 0,0 3 0,3 0-8191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8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808 16 24575,'39'-7'0,"-29"6"0,0 0 0,17-5 0,-61 11 0,-123 17 0,77-13 0,-51 4 0,66-7 0,-249 29 0,302-34-195,-1 1 0,1 1 0,0-1 0,0 2 0,0 0 0,-18 8 0,20-5-6631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61 24575,'-24'-14'0,"0"1"0,-37-14 0,57 26 0,-1 0 0,0-1 0,1 1 0,-1 1 0,1-1 0,-1 1 0,0-1 0,1 1 0,-1 1 0,0-1 0,1 1 0,-1 0 0,0 0 0,-4 2 0,6-2 0,0 0 0,0 0 0,1 1 0,-1 0 0,1-1 0,-1 1 0,1 0 0,0 0 0,-1 0 0,1 1 0,0-1 0,1 1 0,-1-1 0,0 1 0,1-1 0,-1 1 0,1 0 0,0 0 0,0-1 0,0 1 0,0 0 0,0 5 0,-2 11 0,2 0 0,0 0 0,2 0 0,0 0 0,1 0 0,6 29 0,39 108 0,-17-73 0,32 105 0,-51-117 0,-15-83-273,-1 0 0,0 0 0,-1 1 0,-9-13 0,3 5-6553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 24575,'-109'12'0,"66"-8"0,-5 2-55,36-3-109,0-1 1,-1-1-1,1 0 0,-1 0 0,1-1 1,-1-1-1,-19-4 0,18 2-6662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12 24575,'-7'-3'0,"0"1"0,-1 0 0,1 0 0,-1 1 0,1 0 0,-15 0 0,20 2 0,1-1 0,-1 0 0,0 0 0,0 0 0,0 1 0,1-1 0,-1 1 0,0 0 0,0-1 0,1 1 0,-1 0 0,1 0 0,-1 0 0,1 0 0,-1 0 0,1 0 0,-1 1 0,1-1 0,0 0 0,0 1 0,0-1 0,0 1 0,0-1 0,0 1 0,0 0 0,0-1 0,1 1 0,-1 0 0,1 0 0,-1-1 0,1 1 0,-1 0 0,1 2 0,0 0 0,0 1 0,0-1 0,1 1 0,-1-1 0,1 1 0,0-1 0,0 1 0,1-1 0,-1 0 0,1 0 0,0 0 0,0 0 0,0 0 0,1 0 0,-1-1 0,1 1 0,6 5 0,5 6 0,1-2 0,29 21 0,-23-19 0,-16-11 0,0 1 0,0-1 0,0 1 0,-1 0 0,0 0 0,4 6 0,-7-10 0,0 0 0,-1 0 0,1 0 0,0 0 0,-1 0 0,1 0 0,-1 0 0,0 0 0,1 0 0,-1 0 0,0 0 0,0 1 0,1-1 0,-1 0 0,0 0 0,0 0 0,0 0 0,-1 1 0,1-1 0,0 0 0,0 0 0,-1 0 0,1 0 0,0 0 0,-1 1 0,1-1 0,-1 0 0,0 0 0,1 0 0,-1 0 0,0 0 0,0-1 0,1 1 0,-1 0 0,0 0 0,0 0 0,0-1 0,0 1 0,0 0 0,0-1 0,0 1 0,-1 0 0,-5 1-37,1 0 0,0-1 1,-1 1-1,1-1 0,-1-1 0,1 1 0,-1-1 0,1 0 0,-10-2 0,3 2-959,-1-1-5830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24575,'35'101'0,"-12"-51"0,3-1 0,2-2 0,46 59 0,114 120 0,-168-203 0,2 1-75,-15-18-69,-1 0 1,0 1 0,0-1 0,-1 1-1,0 1 1,0-1 0,-1 1-1,6 13 1,-6-9-6683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28 24575,'-15'-24'0,"14"24"0,1 0 0,0-1 0,0 1 0,-1 0 0,1-1 0,0 1 0,-1 0 0,1 0 0,0-1 0,-1 1 0,1 0 0,0 0 0,-1 0 0,1 0 0,-1-1 0,1 1 0,0 0 0,-1 0 0,1 0 0,-1 0 0,1 0 0,-1 0 0,0 0 0,1 1 0,-1-1 0,1 1 0,0-1 0,-1 1 0,1-1 0,-1 1 0,1-1 0,0 1 0,-1-1 0,1 1 0,0-1 0,0 1 0,-1 0 0,1-1 0,0 1 0,0-1 0,0 1 0,0 0 0,0 0 0,0 5 0,-1-1 0,2 0 0,-1 0 0,1 1 0,0-1 0,0 0 0,2 7 0,3 17 0,-5-26 0,-1-1 0,0 1 0,1 0 0,0-1 0,-1 1 0,1 0 0,0-1 0,1 1 0,-1-1 0,0 0 0,1 1 0,-1-1 0,1 0 0,-1 0 0,1 0 0,0 0 0,0 0 0,0 0 0,0 0 0,1-1 0,-1 1 0,0-1 0,1 1 0,-1-1 0,1 0 0,-1 0 0,1 0 0,0-1 0,-1 1 0,1-1 0,0 1 0,3-1 0,19 3 0,1-2 0,51-4 0,-66 2 0,0 0 0,0-1 0,0 0 0,-1 0 0,1-1 0,-1-1 0,15-6 0,-22 8 0,1 0 0,-1 0 0,0 0 0,0-1 0,0 0 0,0 1 0,0-1 0,0 0 0,-1 0 0,1 0 0,-1-1 0,0 1 0,0 0 0,0-1 0,0 0 0,-1 1 0,1-1 0,-1 0 0,0 0 0,0 0 0,-1 0 0,1 0 0,-1-4 0,1-7-1365,-2 1-5461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24575,'-3'31'0,"0"12"0,0 5 0,0-3 0,1-5 0,4-6 0,0-6 0,1-3 0,0-3 0,2-3 0,-1-2 0,0-1 0,2-3 0,-1-2 0,0 0 0,1-1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33 24575,'-16'-2'0,"0"1"0,0 1 0,-26 2 0,38-2 0,0 1 0,0-1 0,0 1 0,0 0 0,1 0 0,-1 0 0,0 1 0,1-1 0,-1 1 0,1 0 0,-1 0 0,1 0 0,0 0 0,0 1 0,0-1 0,0 1 0,0 0 0,1 0 0,-1 0 0,-3 6 0,6-8 0,-1 1 0,0 0 0,0 0 0,1 0 0,0-1 0,-1 1 0,1 0 0,0 0 0,0 0 0,0 0 0,0 0 0,0 0 0,0 0 0,0 0 0,1 0 0,-1-1 0,1 1 0,-1 0 0,1 0 0,0 0 0,0-1 0,0 1 0,0 0 0,0-1 0,0 1 0,0-1 0,0 1 0,1-1 0,-1 0 0,3 3 0,0-1 0,0-1 0,0 1 0,0-1 0,0 1 0,1-1 0,-1-1 0,1 1 0,-1 0 0,1-1 0,0 0 0,4 0 0,-4 0 0,0-1 0,-1 0 0,1 0 0,0 0 0,-1 0 0,1-1 0,0 0 0,-1 0 0,1 0 0,-1-1 0,6-2 0,-7 2 0,-1 1 0,0-1 0,1 1 0,-1-1 0,0 0 0,0 0 0,0 0 0,0 0 0,-1-1 0,1 1 0,-1 0 0,1-1 0,-1 1 0,0-1 0,0 1 0,0-1 0,0 0 0,0 1 0,-1-1 0,1-3 0,0 1 8,-1 1 0,1 0 0,-1 0 0,-1-1 0,1 1 0,0 0 0,-1 0 0,0-1 0,0 1 0,0 0 0,-1 0 0,1 0 0,-1 0 0,-4-6 0,5 8-63,-1 0 0,1 0 0,-1 0 0,0 0 0,0 0 0,0 1 0,0-1 0,0 1 0,0-1 0,0 1 0,0 0 0,-1 0 0,1 0 0,0 0 0,-1 0 0,1 1 0,-1-1 0,1 1 0,-1-1 0,1 1 0,-1 0 0,1 0 0,-1 0 0,1 0 0,-1 1 0,-2 0 0,-8 2-6771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24575,'-1'7'0,"1"0"0,-1 0 0,-4 12 0,4-14 0,-1 1 0,1-1 0,0 1 0,1 0 0,-1 0 0,2 10 0,1-1 0,1 0 0,1 0 0,0 0 0,7 16 0,-7-24 0,-1 1 0,1-1 0,0 0 0,0 0 0,1-1 0,0 1 0,0-1 0,0 0 0,11 8 0,-14-12 0,0-1 0,0 1 0,0-1 0,0 0 0,0 0 0,0 0 0,1 0 0,-1 0 0,0-1 0,0 1 0,1 0 0,-1-1 0,0 0 0,1 0 0,-1 1 0,1-2 0,-1 1 0,0 0 0,1 0 0,-1-1 0,0 1 0,1-1 0,-1 0 0,0 1 0,0-1 0,1 0 0,-1 0 0,0-1 0,0 1 0,0 0 0,0-1 0,-1 1 0,1-1 0,0 0 0,-1 0 0,3-1 0,0-3 0,0 1 0,0-1 0,-1 0 0,1 0 0,-1 0 0,-1 0 0,1 0 0,-1-1 0,0 1 0,0-1 0,1-11 0,-3 11-76,0 1 1,0-1-1,-1 0 0,0 1 0,0-1 0,-1 1 0,1-1 0,-2 1 1,1 0-1,0 0 0,-1 0 0,0 0 0,-1 0 0,1 1 1,-1-1-1,0 1 0,-8-8 0,0 0-6750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5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32 24575,'-14'2'0,"1"1"0,-18 5 0,26-6 0,1-1 0,0 1 0,0 0 0,0 0 0,0 0 0,0 1 0,0 0 0,0-1 0,1 1 0,-6 6 0,8-7 0,0 0 0,0 0 0,0-1 0,0 1 0,0 0 0,0 0 0,1 0 0,-1 0 0,1 0 0,-1 0 0,1 1 0,0-1 0,0 0 0,0 0 0,0 0 0,0 0 0,0 0 0,1 0 0,-1 0 0,1 0 0,-1 0 0,1 0 0,0 0 0,0 0 0,0 0 0,0 0 0,0-1 0,0 1 0,0 0 0,3 2 0,-1 0 0,1 0 0,0 0 0,0 0 0,0 0 0,1-1 0,-1 0 0,1 1 0,0-2 0,-1 1 0,9 3 0,-5-4 0,0 0 0,0 0 0,0-1 0,0 0 0,10 0 0,-15-1 0,1 0 0,-1 0 0,1 0 0,-1-1 0,1 1 0,-1-1 0,0 0 0,1 0 0,-1 0 0,0 0 0,0-1 0,0 0 0,0 1 0,5-4 0,-6 2 0,0 1 0,-1 0 0,1-1 0,-1 1 0,0-1 0,0 0 0,0 1 0,0-1 0,0 0 0,0 0 0,-1 0 0,1 0 0,-1 1 0,0-6 0,0-6 0,-3-21 0,3 31-57,-1 0 0,0 0 1,0 0-1,0 0 0,-1 1 0,1-1 0,-1 0 0,0 1 0,0 0 0,0-1 1,0 1-1,-1 0 0,1 0 0,-1 0 0,0 0 0,0 1 0,0-1 0,0 1 0,0 0 1,-1 0-1,1 0 0,-1 0 0,-6-2 0,-2 1-6769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67 24575,'0'0'0,"-21"0"0,-31 3 0,47-2 0,0 0 0,0 0 0,0 0 0,0 1 0,0 0 0,0-1 0,0 2 0,1-1 0,-1 1 0,1-1 0,-7 6 0,10-7 0,0 0 0,0 0 0,0 0 0,0 0 0,0 1 0,0-1 0,0 0 0,0 0 0,1 1 0,-1-1 0,0 1 0,1-1 0,-1 1 0,1-1 0,0 1 0,-1-1 0,1 1 0,0-1 0,0 1 0,0 1 0,0-1 0,1 1 0,0-1 0,-1 0 0,1 1 0,0-1 0,0 0 0,0 0 0,0 0 0,1 0 0,-1 0 0,4 3 0,0 1 0,1 0 0,0-1 0,0 0 0,1-1 0,-1 0 0,14 7 0,-12-7 0,1-1 0,-1 1 0,1-2 0,-1 1 0,1-1 0,15 1 0,-22-2 0,0-1 0,0 0 0,0 0 0,0 0 0,0-1 0,0 1 0,-1 0 0,1-1 0,0 1 0,0-1 0,0 0 0,0 0 0,0 0 0,-1 1 0,1-2 0,0 1 0,-1 0 0,1 0 0,-1 0 0,1-1 0,-1 1 0,0-1 0,1 1 0,-1-1 0,0 0 0,0 1 0,0-1 0,0 0 0,0 0 0,-1 1 0,1-1 0,-1 0 0,1 0 0,-1 0 0,1-4 0,0 1 0,-1 0 0,0 0 0,0 0 0,0 0 0,-1 0 0,1 0 0,-1 0 0,0 0 0,-1 0 0,1 0 0,-1 0 0,0 1 0,0-1 0,-1 1 0,1-1 0,-1 1 0,0 0 0,-6-7 0,1 2 0,-1 1 0,0 0 0,-1 1 0,0-1 0,0 2 0,-19-10 0,13 8-1365,4 0-5461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6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57 24575,'-15'2'0,"1"1"0,-1 0 0,1 2 0,-19 7 0,29-10 0,0-1 0,0 1 0,0 0 0,0 0 0,1 1 0,-1-1 0,1 1 0,0 0 0,0 0 0,0 0 0,0 0 0,0 0 0,1 1 0,-1-1 0,1 1 0,0-1 0,0 1 0,0 0 0,-2 7 0,4-8 0,0 1 0,0-1 0,0 0 0,0 1 0,0-1 0,1 0 0,0 0 0,-1 0 0,1 1 0,0-1 0,1 0 0,-1 0 0,0 0 0,1-1 0,0 1 0,-1 0 0,1 0 0,0-1 0,1 1 0,-1-1 0,0 0 0,1 0 0,2 3 0,1-1 0,0 0 0,0 0 0,0 0 0,1 0 0,0-1 0,-1 0 0,1-1 0,0 0 0,10 3 0,-9-4 0,-1 0 0,1 0 0,0-1 0,-1 0 0,1 0 0,0-1 0,-1 0 0,1 0 0,8-3 0,-12 2 0,0 1 0,0-1 0,0 0 0,0 0 0,0-1 0,0 1 0,-1-1 0,1 0 0,-1 0 0,0 0 0,0 0 0,0-1 0,0 1 0,0-1 0,-1 0 0,4-7 0,-3 5 0,0 1 0,-1-1 0,0 0 0,0 0 0,0-1 0,0 1 0,-1 0 0,0-10 0,-1 13 0,0-1 0,-1 0 0,1 1 0,-1-1 0,0 0 0,0 1 0,0-1 0,-1 1 0,1-1 0,-1 1 0,0 0 0,0 0 0,0 0 0,0 0 0,0 0 0,-4-3 0,-3-2-151,0 0-1,-1 1 0,0 0 0,-1 0 1,1 1-1,-1 1 0,0-1 1,-15-3-1,5 2-6674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0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15 125 24575,'-2'-1'0,"1"-1"0,-1 0 0,1 0 0,0 0 0,0 0 0,0 0 0,0 0 0,0-1 0,0 1 0,0 0 0,1-1 0,-1 1 0,1 0 0,-1-1 0,1 1 0,0 0 0,0-1 0,0 1 0,1 0 0,-1-1 0,1-2 0,0 2 0,0 0 0,0 0 0,0 0 0,0 0 0,0 0 0,1 0 0,0 0 0,-1 0 0,1 1 0,0-1 0,0 1 0,1-1 0,-1 1 0,5-4 0,0 2 0,0 0 0,0 1 0,0 0 0,0 0 0,1 0 0,-1 1 0,1 0 0,0 1 0,-1-1 0,1 1 0,11 1 0,-15 0 0,0 0 0,0 0 0,0 0 0,0 1 0,0 0 0,0 0 0,0 0 0,0 0 0,0 1 0,-1-1 0,1 1 0,0 0 0,-1 0 0,0 0 0,1 1 0,-1-1 0,0 1 0,0 0 0,0 0 0,-1 0 0,1 0 0,-1 0 0,4 6 0,-1 3 0,0 0 0,-1 1 0,0-1 0,-1 1 0,0 0 0,-1 0 0,-1 0 0,0 0 0,0 1 0,-1-1 0,-3 14 0,0-12 0,0 0 0,-1-1 0,-1 1 0,0-1 0,-14 26 0,10-23 0,9-16 0,-1-1 0,1 1 0,0 0 0,0-1 0,-1 1 0,1-1 0,0 1 0,0 0 0,0-1 0,0 1 0,0 0 0,0-1 0,0 1 0,0 0 0,0-1 0,0 1 0,0 0 0,0-1 0,0 1 0,1-1 0,-1 1 0,0 0 0,0-1 0,1 1 0,-1-1 0,0 1 0,1-1 0,-1 1 0,0-1 0,1 1 0,-1-1 0,1 1 0,-1-1 0,1 0 0,-1 1 0,1-1 0,0 0 0,-1 1 0,1-1 0,-1 0 0,1 0 0,0 1 0,-1-1 0,1 0 0,-1 0 0,1 0 0,0 0 0,1 0 0,5 1 0,0 0 0,0-1 0,11-1 0,-11 1 0,66-1 0,35-1 0,-79-3-1365,-18 1-5461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0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24575,'-1'0'0,"0"0"0,1 0 0,-1 1 0,0-1 0,1 0 0,-1 1 0,0-1 0,1 1 0,-1-1 0,1 1 0,-1-1 0,1 1 0,-1-1 0,1 1 0,-1-1 0,1 1 0,0 0 0,-1-1 0,1 1 0,-1 0 0,-6 17 0,6-16 0,-1 4 0,0-1 0,1 1 0,-1 0 0,1 0 0,1 0 0,-1 0 0,1 0 0,0 0 0,0 0 0,1 0 0,0 0 0,1 7 0,-1-9 0,1-1 0,-1 1 0,0-1 0,1 1 0,0-1 0,-1 0 0,1 0 0,1 0 0,-1 0 0,0 0 0,1 0 0,-1 0 0,1-1 0,0 1 0,0-1 0,0 0 0,0 0 0,0 0 0,1-1 0,5 4 0,7-2 0,0 0 0,0 0 0,0-2 0,0 0 0,0-1 0,23-2 0,2 1 0,-24 0 40,0 1 0,31-6 0,-44 5-133,1 0 0,-1-1 1,0 1-1,1-1 0,-1 0 0,0 0 0,0 0 0,0 0 1,0-1-1,0 0 0,0 0 0,-1 0 0,0 0 1,1 0-1,2-5 0,1-3-6733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24575,'-5'29'0,"-2"14"0,0 2 0,2-3 0,1-7 0,2-6 0,3-6 0,2-4 0,1-3 0,1-1 0,1-4-8191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1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 24575,'0'0'0,"1"-1"0,0 1 0,-1 0 0,1-1 0,0 1 0,-1 0 0,1 0 0,0 0 0,-1 0 0,1 0 0,0 0 0,0 0 0,-1 0 0,1 0 0,0 0 0,-1 0 0,1 0 0,0 0 0,-1 0 0,1 1 0,0-1 0,-1 0 0,1 1 0,0 0 0,1 0 0,-1 0 0,0 0 0,0 0 0,0 1 0,1-1 0,-1 1 0,-1-1 0,1 1 0,0-1 0,0 2 0,3 7 0,-1-1 0,3 20 0,-4-20 0,25 91 0,-27-99 0,0 0 0,1 1 0,-1-1 0,0 0 0,1 0 0,-1 0 0,0 1 0,0-1 0,0 0 0,0 0 0,0 0 0,-1 0 0,1 1 0,0-1 0,0 0 0,-1 0 0,1 0 0,-1 0 0,1 0 0,-1 0 0,1 0 0,-1 0 0,0 0 0,1 0 0,-1 0 0,0 0 0,0 0 0,0 0 0,0 0 0,0-1 0,-1 2 0,-1-1 0,0 0 0,-1 0 0,1 0 0,0 0 0,0 0 0,-1-1 0,1 0 0,0 0 0,0 0 0,-6 0 0,0-1 0,0-1 0,1 0 0,0 0 0,-1-1 0,1 0 0,0 0 0,-9-5 0,12 5 0,1 1 0,-1-1 0,0 0 0,1-1 0,0 1 0,0-1 0,0 0 0,0 0 0,0 0 0,1-1 0,0 1 0,-3-6 0,5 9-37,1-1 0,-1 1 1,1 0-1,0 0 0,-1-1 0,1 1 0,0 0 0,0-1 0,0 1 0,0 0 0,0-1 0,0 1 1,1 0-1,-1 0 0,0-1 0,0 1 0,1 0 0,-1 0 0,1-1 0,0 1 0,-1 0 0,1 0 1,0 0-1,-1 0 0,1 0 0,0 0 0,0 0 0,0 0 0,0 0 0,0 0 0,0 1 0,0-1 1,0 0-1,1 1 0,-1-1 0,2 0 0,9-4-6789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2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27 24575,'0'-1'0,"0"0"0,0 0 0,0 0 0,0 0 0,0 0 0,0 0 0,0 0 0,0 0 0,1 0 0,-1-1 0,0 1 0,1 0 0,-1 0 0,1 0 0,-1 0 0,1 0 0,-1 0 0,1 1 0,0-1 0,-1 0 0,1 0 0,0 0 0,0 1 0,-1-1 0,1 0 0,1 0 0,-1 1 0,1 0 0,-1 0 0,0 0 0,0 0 0,1 0 0,-1 0 0,0 0 0,0 1 0,0-1 0,1 0 0,-1 1 0,0-1 0,0 1 0,0-1 0,0 1 0,0 0 0,0-1 0,0 1 0,0 0 0,0 0 0,0 0 0,0 0 0,0 1 0,8 7 0,-1 1 0,0 0 0,-1 1 0,7 12 0,-11-16 0,0-1 0,0 1 0,0 0 0,-1 0 0,1 0 0,-2 1 0,1-1 0,0 11 0,-2-16 0,0 0 0,0 0 0,0 0 0,0-1 0,-1 1 0,1 0 0,0 0 0,-1 0 0,0-1 0,1 1 0,-1 0 0,0 0 0,0-1 0,0 1 0,0-1 0,0 1 0,0-1 0,0 1 0,-3 1 0,2-1 0,0-1 0,0 0 0,0 0 0,0 0 0,-1 0 0,1 0 0,0 0 0,0-1 0,-1 1 0,1-1 0,-1 0 0,1 0 0,-4 0 0,0 0 0,0 0 0,1-1 0,-1 0 0,0-1 0,1 1 0,-1-1 0,1 0 0,-1 0 0,1-1 0,0 0 0,0 0 0,-5-3 0,6 3 0,1 0 0,-1-1 0,1 1 0,0-1 0,0 1 0,0-1 0,0 0 0,1 0 0,-1-1 0,1 1 0,-3-9 0,4 11 0,1-1 0,-1 0 0,1 0 0,0 0 0,0 1 0,0-1 0,0 0 0,1 0 0,-1 0 0,1 1 0,-1-1 0,1 0 0,0 1 0,0-1 0,0 0 0,1 1 0,-1-1 0,1 1 0,-1 0 0,1-1 0,2-2 0,-1 1-85,1 1 0,-1-1-1,0 0 1,1 1 0,0 0-1,0 0 1,0 0 0,0 1-1,0-1 1,1 1 0,-1 0-1,1 0 1,-1 1 0,1-1-1,7-1 1,1 2-6741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3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2057 18 24575,'2'-1'0,"0"0"0,-1-1 0,1 1 0,0 0 0,-1 0 0,0-1 0,1 1 0,1-3 0,-3 4 0,0 0 0,0 0 0,0 0 0,0 0 0,0-1 0,0 1 0,0 0 0,0 0 0,0 0 0,0 0 0,0 0 0,0 0 0,0 0 0,0-1 0,0 1 0,0 0 0,0 0 0,0 0 0,0 0 0,0 0 0,0 0 0,0 0 0,0-1 0,0 1 0,-1 0 0,1 0 0,0 0 0,0 0 0,0 0 0,0 0 0,0 0 0,0 0 0,0 0 0,0 0 0,0-1 0,0 1 0,-1 0 0,1 0 0,0 0 0,0 0 0,0 0 0,0 0 0,0 0 0,-13 0 0,-53 15 0,45-10 0,0 0 0,-28 2 0,-178-5 0,119-3 0,78 0 0,-31-6 0,-27-1 0,-171 9 0,238 0 0,0 2 0,1 0 0,-1 2 0,-31 10 0,8-2 0,-14 0 0,-105 10 0,111-16 0,-56 2 0,60-9 0,-75-10 0,88 6 0,1 1 0,0 2 0,-43 3 0,63-1 0,1 1 0,-1 1 0,0 0 0,1 0 0,-1 2 0,1-1 0,0 2 0,1 0 0,-1 0 0,1 1 0,-13 10 0,-12 13-1365,28-23-5461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7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0 24575,'-10'1'0,"-7"-1"0,-2-1 0,-1 1 0,1 1 0,-2-1 0,0-1 0,1 4 0,1 1 0,2-1 0,1-1 0,0 0 0,1-1 0,0 0 0,0-1 0,0 0 0,2 0-8191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7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48 24575,'-29'-7'0,"-14"-4"0,-2 1 0,0 3 0,4 1 0,6 2 0,6 3 0,8 0-8191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0 179 24575,'7'-36'0,"-3"0"0,1-71 0,-5 112 0,1 27 0,7 49 0,-6-70 0,1-1 0,1 0 0,0 0 0,8 15 0,9 22 0,-16-22-1365,-4-13-5461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8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820 31 24575,'0'0'0,"-1"0"0,1-1 0,0 1 0,-1 0 0,1-1 0,-1 1 0,1 0 0,-1 0 0,1-1 0,-1 1 0,1 0 0,-1 0 0,1 0 0,-1 0 0,1 0 0,-1 0 0,1 0 0,-1 0 0,1 0 0,-1 0 0,1 0 0,-1 0 0,0 0 0,-17 2 0,18-2 0,-31 5 0,13-1 0,0-1 0,0-2 0,0 1 0,-23-3 0,-116-17 0,54 5 0,-174 0 0,188 23-1365,69-8-5461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8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24575,'0'-3'0,"0"0"0,1 0 0,-1 0 0,0 0 0,1 0 0,0 0 0,-1 0 0,1 0 0,1 0 0,-1 0 0,0 1 0,1-1 0,-1 0 0,1 1 0,0-1 0,0 1 0,0-1 0,0 1 0,0 0 0,0 0 0,1 0 0,-1 0 0,1 0 0,-1 1 0,1-1 0,0 1 0,0 0 0,-1 0 0,1 0 0,0 0 0,0 0 0,5 0 0,-1 0 0,0 0 0,0 0 0,1 1 0,-1 1 0,0-1 0,0 1 0,0 0 0,0 1 0,0-1 0,-1 1 0,1 1 0,0-1 0,7 5 0,-9-4 0,-1 0 0,1 0 0,-1 0 0,0 0 0,0 0 0,0 1 0,-1 0 0,1 0 0,-1 0 0,0 0 0,4 7 0,-5-6 0,0 1 0,0 0 0,0 0 0,0 0 0,-1 0 0,0 0 0,0 0 0,-1 0 0,0 9 0,0-2 0,0 0 0,-1 0 0,-1 0 0,0 0 0,-1 0 0,0 0 0,-1-1 0,-9 23 0,6-21 0,1-5 0,2 1 0,-1 0 0,-3 13 0,8-22 0,0 0 0,0 0 0,0 0 0,0 0 0,0-1 0,0 1 0,0 0 0,0 0 0,0 0 0,0 0 0,1 0 0,-1-1 0,0 1 0,0 0 0,1 0 0,-1 0 0,1-1 0,-1 1 0,1 0 0,-1 0 0,1-1 0,-1 1 0,1-1 0,0 1 0,-1 0 0,1-1 0,0 1 0,-1-1 0,1 0 0,0 1 0,0-1 0,0 1 0,-1-1 0,1 0 0,0 0 0,0 1 0,0-1 0,0 0 0,1 0 0,5 1 0,1 0 0,-1-1 0,13 0 0,-14-1 0,-2 1-55,6 0-132,1 0 0,-1-1 0,0 0 0,1 0-1,-1-1 1,19-7 0,-16 3-6639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9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91 24575,'-1'-1'0,"-51"-31"0,46 28 0,0 2 0,-1-1 0,1 0 0,-1 1 0,1 1 0,-12-3 0,16 4 0,1 0 0,-1-1 0,0 1 0,1 0 0,-1 0 0,1 0 0,-1 0 0,1 1 0,-1-1 0,0 0 0,1 1 0,-1-1 0,1 1 0,0 0 0,-1-1 0,1 1 0,-1 0 0,1 0 0,0 0 0,0 0 0,-1 0 0,1 0 0,0 0 0,0 0 0,0 0 0,0 1 0,0-1 0,0 0 0,1 1 0,-1-1 0,0 1 0,1-1 0,-1 1 0,1-1 0,-1 1 0,1-1 0,0 1 0,0-1 0,0 1 0,0-1 0,0 3 0,0 2 0,0 0 0,1-1 0,0 1 0,0 0 0,0-1 0,1 1 0,-1-1 0,1 1 0,1-1 0,3 6 0,-3-6 0,0-1 0,0 0 0,1 0 0,-1-1 0,1 1 0,0-1 0,0 0 0,1 0 0,-1 0 0,1-1 0,-1 1 0,1-1 0,0 0 0,0 0 0,0-1 0,0 0 0,5 1 0,1 0 0,1 0 0,-1-2 0,1 1 0,-1-2 0,0 1 0,21-5 0,-28 4 0,0 0 0,1-1 0,-1 1 0,0-1 0,-1 0 0,1 0 0,0 0 0,0-1 0,-1 1 0,0-1 0,1 0 0,-1 0 0,0 0 0,-1-1 0,1 1 0,0-1 0,-1 1 0,0-1 0,0 0 0,0 0 0,2-5 0,-3 6 0,0-1 0,0 1 0,0 0 0,-1-1 0,1 1 0,-1 0 0,0-1 0,0 1 0,0-1 0,0 1 0,-1 0 0,1-1 0,-1 1 0,0 0 0,0-1 0,0 1 0,0 0 0,-1 0 0,1 0 0,-1 0 0,0 0 0,0 0 0,0 1 0,0-1 0,0 1 0,-1-1 0,-4-3 0,-1 1-195,0-1 0,0 2 0,-1-1 0,0 1 0,0 0 0,-12-2 0,6 2-6631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0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22 24575,'4'1'0,"-1"-1"0,1-1 0,-1 1 0,1 0 0,-1-1 0,1 0 0,-1 0 0,1 0 0,-1 0 0,0 0 0,0-1 0,0 1 0,0-1 0,0 0 0,0 0 0,5-5 0,-22 11 0,1 2 0,0-1 0,1 0 0,-2 0 0,1-2 0,0 1 0,-1-2 0,0 0 0,0 0 0,-20-2 0,30 0-151,0-1-1,0 0 0,0 0 0,1 0 1,-1-1-1,0 1 0,1-1 1,-6-4-1,-1 0-6674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1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14 24575,'-3'-2'0,"-3"-2"0,-3 1 0,-3 0 0,-2 2 0,2 2 0,0 2 0,-1 0 0,0-1 0,-1 0 0,-1 2 0,1 1 0,-2-2 0,1 0 0,0-1 0,0-1 0,-1-1 0,3 0-8191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57 24575,'-8'-4'0,"11"6"0,13 9 0,-9-5 0,0 1 0,-1 0 0,0 1 0,-1-1 0,1 1 0,-2 0 0,1 1 0,4 10 0,-7-13 0,0-1 0,0 1 0,0 0 0,-1 0 0,0-1 0,0 1 0,-1 0 0,1 0 0,-1 0 0,-1 0 0,1 0 0,-1 0 0,0-1 0,-3 9 0,4-11 0,-2-1 0,1 1 0,0-1 0,0 0 0,-1 1 0,0-1 0,1 0 0,-1 0 0,0 0 0,0 0 0,0 0 0,0 0 0,0-1 0,0 1 0,-1-1 0,1 1 0,0-1 0,-1 0 0,1 0 0,-1 0 0,0 0 0,1-1 0,-1 1 0,0-1 0,1 1 0,-5-1 0,-1 0 0,0 0 0,0-1 0,0 0 0,0 0 0,0-1 0,0 0 0,-12-5 0,9 2 0,1 0 0,-1-1 0,1 0 0,0 0 0,1-1 0,0-1 0,0 1 0,0-2 0,-8-9 0,12 12 0,1 0 0,-1 0 0,1 0 0,0 0 0,1-1 0,-1 0 0,1 0 0,0 0 0,1 0 0,0 0 0,0 0 0,1-1 0,0 1 0,0-1 0,0-9 0,2 14 6,-1 0 0,1 0-1,0 0 1,-1 0 0,1 0-1,1 0 1,-1 0 0,0 0 0,1 1-1,-1-1 1,1 1 0,0-1-1,0 1 1,0-1 0,0 1-1,0 0 1,1 0 0,-1 0 0,1 0-1,5-2 1,-4 1-120,0 1 0,1 0-1,-1 0 1,1 1 0,0 0 0,-1-1-1,1 1 1,0 1 0,0-1 0,0 1-1,0 0 1,7 0 0,1 3-6712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2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24575,'0'3'0,"-3"0"0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16 24575,'0'0'0,"0"0"0,0 0 0,0 0 0,0 0 0,0 0 0,0 0 0,0 0 0,0 0 0,0 0 0,-1 0 0,1 1 0,0-1 0,0 0 0,0 0 0,0 0 0,0 0 0,0 0 0,0 0 0,0 0 0,0 0 0,0 0 0,0 0 0,0 0 0,0-1 0,0 1 0,-1 0 0,1 0 0,0 0 0,0 0 0,0 0 0,0 0 0,0 0 0,0 0 0,0 0 0,0 0 0,0 0 0,0 0 0,0 0 0,0 0 0,0 0 0,0 0 0,0 0 0,0 0 0,0 0 0,0 0 0,0 0 0,0-1 0,0 1 0,0 0 0,0 0 0,0 0 0,0 0 0,0 0 0,0 0 0,0 0 0,0 0 0,0 0 0,0 0 0,0 0 0,0 0 0,0 0 0,0 0 0,0-1 0,5-2 0,9-4 0,-4 6 0,0 0 0,0 0 0,1 1 0,-1 0 0,0 1 0,0 0 0,1 1 0,-1 0 0,0 0 0,-1 1 0,1 1 0,0-1 0,-1 2 0,0-1 0,17 12 0,-15-8 0,0 0 0,0 1 0,-1 0 0,0 1 0,0 0 0,-1 1 0,-1 0 0,0 0 0,0 1 0,-1 0 0,7 17 0,-11-24 0,-2 0 0,1 0 0,0 1 0,-1-1 0,0 0 0,0 0 0,-1 1 0,0-1 0,0 1 0,-1 7 0,1-11 0,0 0 0,-1 0 0,1 0 0,-1 0 0,0 0 0,0 0 0,0 0 0,0-1 0,0 1 0,0 0 0,0 0 0,0-1 0,-1 1 0,1-1 0,-1 1 0,1-1 0,-1 0 0,0 1 0,1-1 0,-1 0 0,0 0 0,0 0 0,0 0 0,0-1 0,0 1 0,0 0 0,0-1 0,-4 1 0,-4 0 0,1-1 0,-1 0 0,1 0 0,-1-1 0,1 0 0,-1-1 0,1 0 0,0 0 0,0-1 0,-11-5 0,-3-2 0,1-2 0,-36-23 0,52 31 17,0-1 0,1 1 1,-1-1-1,1 0 0,0-1 0,-8-10 0,11 13-100,1 0 1,-1 1-1,0-1 1,1 0-1,0 0 1,0-1-1,0 1 1,0 0-1,0 0 1,1 0-1,-1-1 1,1 1-1,0 0 1,0-1-1,0 1 1,0 0-1,1-5 1,3-2-6744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4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9 24575,'-5'-8'0,"6"12"0,6 13 0,-6-14 0,1 0 0,0 0 0,0 0 0,0-1 0,0 1 0,0-1 0,1 1 0,-1-1 0,1 0 0,-1 0 0,1 0 0,6 3 0,-2-2 0,1 0 0,0-1 0,14 3 0,-2-1 0,-16-2 0,-1-1 0,1 0 0,0 1 0,-1 0 0,0 0 0,1 0 0,-1 0 0,0 1 0,0-1 0,0 1 0,0 0 0,-1 0 0,1 0 0,-1 0 0,0 0 0,4 6 0,-3-2 0,1-1 0,-2 1 0,1 0 0,-1 0 0,0 0 0,0 1 0,1 13 0,-2-16 0,-1-1 0,-1 0 0,1 0 0,0 0 0,-1 0 0,0 1 0,0-1 0,0 0 0,-1 0 0,1-1 0,-1 1 0,0 0 0,0 0 0,0-1 0,-1 1 0,1-1 0,-1 0 0,0 0 0,0 0 0,-4 3 0,1 0 0,-1-2 0,0 1 0,-1-1 0,1 0 0,-1 0 0,0-1 0,0 0 0,-16 4 0,9-3-120,7-2-18,-1 0-1,1 0 1,0-1 0,-1 0-1,1 0 1,-1-1 0,1 0-1,-17-2 1,12-2-6688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4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0 130 24575,'16'-13'0,"7"-7"0,3 0 0,-1 4 0,-2 1 0,-2 4 0,0 1 0,0 2 0,-2 2 0,-1 3 0,-1 1 0,-1 2 0,-1-3 0,-3 0-8191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57 24575,'1'0'0,"0"-1"0,0 1 0,-1-1 0,1 1 0,-1 0 0,1-1 0,0 1 0,-1-1 0,1 1 0,-1-1 0,1 0 0,-1 1 0,1-1 0,-1 1 0,0-1 0,1 0 0,-1 1 0,0-1 0,1 0 0,-1 1 0,0-1 0,0 0 0,0 0 0,0 0 0,0-1 0,0 1 0,0 0 0,0-1 0,-1 1 0,1 0 0,0-1 0,-1 1 0,1 0 0,-1 0 0,0 0 0,1-1 0,-3-1 0,2 1 0,0 0 0,-1 1 0,0-1 0,1 0 0,-1 1 0,0-1 0,0 1 0,0 0 0,0-1 0,0 1 0,0 0 0,0 0 0,0 0 0,0 1 0,-1-1 0,-1 0 0,-4 1 0,-1 1 0,2 0 0,-1 1 0,0 0 0,0 0 0,0 1 0,-13 6 0,12-5 0,0 0 0,0-1 0,-1 0 0,-15 3 0,15-5 0,0 1 0,1-1 0,0 2 0,-1-1 0,1 1 0,0 1 0,-14 7 0,20-10 0,1 1 0,0-1 0,0 1 0,-1 0 0,1 0 0,0-1 0,1 1 0,-1 1 0,0-1 0,0 0 0,1 0 0,0 1 0,-1-1 0,1 0 0,0 1 0,0 0 0,0-1 0,0 1 0,1 0 0,-1-1 0,1 1 0,0 0 0,-1-1 0,1 1 0,0 0 0,1 0 0,-1-1 0,0 1 0,1 0 0,0-1 0,1 5 0,-1-3 0,1-1 0,-1 1 0,1-1 0,0 1 0,0-1 0,1 0 0,-1 0 0,1 0 0,-1 0 0,1 0 0,0 0 0,0-1 0,0 1 0,7 3 0,3 1 0,0-1 0,24 8 0,-6-2 0,107 55 0,-99-47 0,-18-10 0,24 16 0,-40-23 0,1 1 0,-1 0 0,0 0 0,-1 1 0,1-1 0,-1 1 0,0 0 0,0 0 0,3 6 0,-6-9 0,0-1 0,0 1 0,0-1 0,-1 1 0,1 0 0,0-1 0,-1 1 0,0 0 0,1-1 0,-1 1 0,0 0 0,0 0 0,0-1 0,0 1 0,0 0 0,0 0 0,0-1 0,-1 1 0,0 3 0,0-3 0,0-1 0,-1 1 0,1 0 0,0 0 0,-1-1 0,1 1 0,-1-1 0,1 1 0,-1-1 0,0 1 0,0-1 0,0 0 0,-3 2 0,-3 0 0,0 0 0,0-1 0,0 0 0,0 0 0,0-1 0,0 0 0,-10 0 0,-5-1 0,0 0 0,-23-5 0,36 3 0,1 1 0,0-2 0,0 1 0,0-1 0,0-1 0,0 0 0,-13-7 0,21 10 0,0 1 0,0-1 0,1 1 0,-1-1 0,0 0 0,0 1 0,1-1 0,-1 0 0,0 0 0,1 1 0,-1-1 0,1 0 0,-1 0 0,1 0 0,-1 0 0,1 0 0,-1 0 0,1 1 0,0-1 0,0 0 0,-1 0 0,1 0 0,0 0 0,0 0 0,0 0 0,0 0 0,0 0 0,0 0 0,0 0 0,1 0 0,-1 0 0,0 0 0,1 0 0,-1 0 0,0 0 0,1 0 0,-1 0 0,1 0 0,-1 1 0,1-1 0,0 0 0,-1 0 0,1 1 0,0-1 0,1-1 0,2-2 0,0 1 0,1-1 0,-1 1 0,1 0 0,0 0 0,10-4 0,31-9-1365,-33 12-5461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42 24575,'-7'-4'0,"1"-1"0,-1 1 0,0-1 0,0 1 0,-1 1 0,1 0 0,-1 0 0,0 0 0,0 1 0,-14-3 0,21 5 0,0 0 0,-1 0 0,1 0 0,0 0 0,0 0 0,0 0 0,0 0 0,-1 1 0,1-1 0,0 0 0,0 1 0,0-1 0,0 1 0,0-1 0,0 1 0,0-1 0,0 1 0,0 0 0,0 0 0,0-1 0,0 1 0,0 0 0,0 1 0,0 0 0,0 0 0,0 0 0,1 0 0,-1 0 0,1 0 0,-1 0 0,1 0 0,0 0 0,0 0 0,0 0 0,0 0 0,0 3 0,2 4 0,0 0 0,0 0 0,1 0 0,7 16 0,-6-14 0,0 1 0,0 0 0,-2 0 0,1 0 0,0 15 0,2 10 0,-2-13 0,-1 1 0,-1 29 0,-2-30 0,2 0 0,4 32 0,0-18 0,-1 0 0,-3 52 0,-1-82 0,0-6 0,0 0 0,0 1 0,0-1 0,0 0 0,0 1 0,1-1 0,-1 0 0,1 1 0,0-1 0,0 0 0,1 3 0,-1-4 0,-1 0 0,1 0 0,0-1 0,0 1 0,0 0 0,0-1 0,0 1 0,0 0 0,0-1 0,0 0 0,0 1 0,0-1 0,0 0 0,0 1 0,0-1 0,0 0 0,0 0 0,1 0 0,-1 0 0,0 0 0,0 0 0,0 0 0,0 0 0,0 0 0,2-1 0,70-22 0,-58 19-682,29-10-1,-36 9-6143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24575,'-1'34'0,"0"-23"0,1 0 0,0-1 0,0 1 0,1 0 0,0 0 0,1 0 0,3 11 0,-4-20 0,0 1 0,1-1 0,-1 1 0,1-1 0,0 1 0,-1-1 0,4 2 0,-5-3 0,0-1 0,1 1 0,-1-1 0,0 0 0,1 1 0,-1-1 0,0 0 0,1 0 0,-1 1 0,0-1 0,1 0 0,-1 0 0,1 1 0,-1-1 0,1 0 0,-1 0 0,1 0 0,-1 0 0,1 0 0,-1 0 0,1 0 0,-1 0 0,0 0 0,1 0 0,-1 0 0,1 0 0,-1 0 0,1 0 0,-1 0 0,1 0 0,-1-1 0,1 1 0,-1 0 0,1 0 0,-1 0 0,0-1 0,1 1 0,-1 0 0,0-1 0,1 1 0,-1 0 0,0-1 0,1 1 0,-1 0 0,0-1 0,1 1 0,-1-1 0,0 1 0,0-1 0,1 0 0,3-9 0,-1 0 0,4-15 0,-5 16 0,0 1 0,1-1 0,0 0 0,0 1 0,7-12 0,-9 18 0,1 0 0,-1 0 0,1 0 0,0 0 0,-1 1 0,1-1 0,0 0 0,0 1 0,0 0 0,0-1 0,0 1 0,1 0 0,-1 0 0,0 0 0,0 0 0,1 1 0,-1-1 0,0 1 0,1-1 0,-1 1 0,1 0 0,-1 0 0,1 0 0,-1 0 0,3 1 0,2 0 0,1 0 0,-1 1 0,0 0 0,-1 1 0,1-1 0,0 1 0,-1 1 0,1-1 0,-1 1 0,6 5 0,9 7 0,26 28 0,-17-14 0,-20-22-100,-6-6-15,-1 1 0,0-1 0,0 1 0,0 0 0,0 0 0,-1 0 0,1 0 0,-1 1 0,1-1 0,2 6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24575,'3'-7'0,"0"1"0,0-1 0,1 1 0,0-1 0,0 1 0,0 1 0,1-1 0,-1 0 0,8-5 0,-8 7 0,1 1 0,-1 1 0,0-1 0,1 0 0,-1 1 0,1 0 0,0 0 0,-1 1 0,1-1 0,0 1 0,0 0 0,0 0 0,0 1 0,6-1 0,0 2 0,0 0 0,-1 0 0,1 1 0,0 1 0,-1-1 0,0 2 0,0-1 0,0 2 0,0-1 0,0 1 0,-1 1 0,14 10 0,-20-14 0,-1 0 0,0 0 0,-1 0 0,1 0 0,0 0 0,0 0 0,-1 1 0,0-1 0,1 1 0,-1-1 0,0 1 0,0-1 0,0 1 0,-1 0 0,1-1 0,-1 1 0,1 0 0,-1 0 0,0-1 0,0 1 0,0 0 0,-1 5 0,-1 5 0,-1 0 0,-1 0 0,-7 19 0,5-16 0,0 1 0,2 1 0,0-1 0,0 1 0,2 0 0,0 0 0,2 27 0,0-36 0,-1 9 0,2-1 0,0 0 0,1 0 0,8 30 0,32 74 0,-40-113 20,0 1 0,0 0 0,-1-1 0,0 1 0,0 16 0,-1-23-73,0 0 0,0 1 0,-1-1 0,1 0 0,0 0 0,-1 0 0,1 0 0,-1 1 0,0-1 0,0 0 0,0 0 0,0 0 0,0 0-1,0-1 1,0 1 0,-1 0 0,1 0 0,-1-1 0,1 1 0,-1-1 0,1 1 0,-1-1 0,0 0 0,0 1 0,0-1 0,0 0 0,-3 1 0,-6 0-6773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50 24575,'0'0'0,"0"0"0,0 0 0,0 0 0,0 0 0,0 0 0,1 0 0,-1 0 0,0 0 0,0 0 0,0 0 0,0 0 0,0 0 0,0 0 0,0 0 0,0 0 0,0 0 0,0 0 0,0 0 0,0 0 0,0 0 0,0 0 0,0 0 0,1 0 0,-1 0 0,0 0 0,0 0 0,0 0 0,0 0 0,0 0 0,0 0 0,0 0 0,0 0 0,0 0 0,0 0 0,0 0 0,0 0 0,0 0 0,0 0 0,0 0 0,0 0 0,0 0 0,0 0 0,0 0 0,0-1 0,1 1 0,-1 0 0,0 0 0,0 0 0,0 0 0,0 0 0,0 0 0,0 0 0,0 0 0,0 0 0,0 0 0,0 0 0,0 0 0,0 0 0,0 0 0,0 0 0,-1-1 0,1 1 0,-4-3 0,-9-4 0,-1 2 0,-15-5 0,-33-7 0,54 16 0,-1-1 0,1 1 0,-1 0 0,1 1 0,-1 0 0,0 0 0,1 1 0,-16 3 0,21-3 0,-1 1 0,1-1 0,-1 1 0,1-1 0,-1 1 0,1 0 0,0 1 0,0-1 0,0 0 0,0 1 0,1 0 0,-1-1 0,1 1 0,-1 0 0,1 0 0,0 1 0,-2 3 0,3-4 0,0-1 0,0 1 0,0-1 0,0 1 0,1-1 0,-1 1 0,1-1 0,0 1 0,0-1 0,0 1 0,0 0 0,0-1 0,0 1 0,1-1 0,-1 1 0,1-1 0,0 1 0,-1-1 0,1 1 0,0-1 0,1 0 0,-1 1 0,0-1 0,1 0 0,2 4 0,1-1 0,1-1 0,-1 1 0,1-1 0,0 1 0,0-2 0,0 1 0,1-1 0,-1 0 0,1 0 0,0-1 0,10 3 0,-5-2 0,1-1 0,-1 0 0,1-1 0,-1-1 0,23-1 0,-31 0 0,-1 1 0,0 0 0,1-1 0,-1 1 0,0-1 0,0 0 0,1 0 0,-1 0 0,0-1 0,0 1 0,0-1 0,-1 0 0,1 1 0,0-1 0,-1-1 0,1 1 0,-1 0 0,1 0 0,-1-1 0,0 0 0,0 1 0,0-1 0,-1 0 0,1 0 0,-1 0 0,1 0 0,-1 0 0,0 0 0,1-4 0,-1-2 0,-1 7 0,1 0 0,-1 0 0,0 0 0,1 0 0,-1 0 0,1 0 0,0 0 0,0 0 0,-1 0 0,3-3 0,-3 5 0,1 0 0,-1 0 0,0 0 0,0 0 0,1 0 0,-1 0 0,0-1 0,0 1 0,1 0 0,-1 0 0,0 0 0,0 0 0,1 0 0,-1 1 0,0-1 0,0 0 0,1 0 0,-1 0 0,0 0 0,0 0 0,1 0 0,-1 0 0,0 0 0,0 0 0,1 1 0,-1-1 0,0 0 0,0 0 0,0 0 0,1 1 0,-1-1 0,0 0 0,0 0 0,0 1 0,9 9 0,-6-7 0,5 6 0,1-1 0,0 0 0,1-1 0,0 0 0,14 8 0,-17-12 0,1 1 0,-1-1 0,1 0 0,-1-1 0,1 1 0,0-2 0,0 1 0,16 0 0,-17-2 0,0-1 0,0 0 0,12-3 0,-14 2 0,0 1 0,0 0 0,1 0 0,-1 0 0,0 1 0,1-1 0,9 2 0,30 5 0,92 1 0,-124-7-120,2 0-191,-1 0 0,1-1-1,19-4 1,-21 1-6515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44 592 24575,'1'1'0,"0"1"0,0-1 0,0 1 0,-1 0 0,1-1 0,0 1 0,-1 0 0,1 0 0,-1-1 0,0 1 0,0 0 0,0 0 0,0 0 0,0-1 0,0 1 0,0 0 0,0 0 0,-1 3 0,0-2 0,1 0 0,-1 0 0,1 0 0,0 0 0,1 6 0,-1-8 0,0 0 0,1 1 0,-1-1 0,0 0 0,1 1 0,-1-1 0,1 0 0,-1 0 0,1 1 0,0-1 0,-1 0 0,1 0 0,0 0 0,0 0 0,0 0 0,0 0 0,0 0 0,0 0 0,0-1 0,0 1 0,0 0 0,0 0 0,1-1 0,-1 1 0,0-1 0,0 1 0,1-1 0,-1 0 0,0 1 0,1-1 0,-1 0 0,0 0 0,1 0 0,-1 0 0,0 0 0,1 0 0,-1 0 0,0-1 0,1 1 0,-1 0 0,2-1 0,1-1 0,-1 1 0,1-1 0,-1 0 0,0 0 0,1 0 0,-1 0 0,0-1 0,0 1 0,0-1 0,-1 0 0,1 1 0,-1-1 0,4-5 0,-3 2 0,-1 0 0,1 0 0,-1 0 0,0 0 0,-1-1 0,0 1 0,0-1 0,0 1 0,0-1 0,-1 1 0,0-1 0,-2-9 0,-2-8 0,-1 0 0,-8-23 0,6 21 0,-105-368 0,102 360 0,10 34 0,0 0 0,0 0 0,0 0 0,0 0 0,0 0 0,0 0 0,0 0 0,0 0 0,0 0 0,0 0 0,0 0 0,0 0 0,0 0 0,0 0 0,0 0 0,0 1 0,0-1 0,0 0 0,0 0 0,0 0 0,0 0 0,0 0 0,-1 0 0,1 0 0,0 0 0,0 0 0,0 0 0,0 0 0,0 0 0,0 0 0,0 0 0,0 0 0,0 0 0,0 0 0,0 0 0,0 0 0,0-1 0,0 1 0,0 0 0,0 9 0,2 14 0,9 45 0,34 117 0,-30-141 0,2 0 0,2-1 0,37 63 0,-51-98-110,1 2-99,0 0-1,0-1 1,1 1 0,0-1 0,13 11 0,-12-14-6617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278 167 24575,'-79'-82'0,"62"67"0,0 0 0,0 2 0,-21-12 0,35 22 0,0 1 0,-1 0 0,1 1 0,-1-1 0,0 1 0,0 0 0,0-1 0,1 2 0,-9-2 0,10 2 0,0 0 0,1 0 0,-1 1 0,0-1 0,0 1 0,0-1 0,0 1 0,1 0 0,-1-1 0,0 1 0,1 0 0,-1 0 0,0 0 0,1 1 0,-1-1 0,1 0 0,0 0 0,-1 1 0,1-1 0,0 1 0,0-1 0,-1 3 0,-3 5 0,1 0 0,0 0 0,1 0 0,0 0 0,0 1 0,1-1 0,0 1 0,1-1 0,0 1 0,0 0 0,1 0 0,1-1 0,1 14 0,-1-17 0,1 0 0,-1 0 0,1 0 0,0 0 0,0-1 0,1 1 0,0 0 0,0-1 0,0 0 0,1 0 0,0 0 0,0 0 0,0 0 0,0-1 0,1 0 0,7 6 0,8 4 0,1 0 0,42 19 0,-31-17 0,104 65 0,-116-67 0,-1 0 0,-1 2 0,0 1 0,24 28 0,-40-42 0,1 0 0,-1 1 0,0-1 0,0 1 0,0 0 0,0 0 0,-1 0 0,0 0 0,1 0 0,-1 0 0,-1 0 0,1 0 0,-1 0 0,1 0 0,-1 0 0,-1 6 0,1-6 0,-1-1 0,0 0 0,0 1 0,0-1 0,0 0 0,-1 0 0,1 0 0,-1 0 0,1 0 0,-1 0 0,0-1 0,-1 1 0,1 0 0,0-1 0,-1 0 0,1 1 0,-1-1 0,0 0 0,1 0 0,-7 2 0,2-1 0,1 0 0,-1-1 0,0 0 0,-1-1 0,1 1 0,0-1 0,0-1 0,-1 1 0,1-1 0,-13-2 0,6 0 0,-1 0 0,1-1 0,0-1 0,-20-8 0,30 10 0,0 0 0,-1 0 0,1 0 0,0-1 0,0 0 0,1 1 0,-1-1 0,0-1 0,1 1 0,0-1 0,-6-7 0,8 10 0,0-1 0,1 1 0,-1-1 0,0 0 0,0 0 0,1 0 0,-1 1 0,1-1 0,0 0 0,0 0 0,-1 0 0,1 0 0,0 0 0,0 1 0,1-1 0,-1 0 0,0 0 0,1 0 0,-1 0 0,1 0 0,-1 1 0,1-1 0,0 0 0,0 1 0,0-1 0,0 0 0,0 1 0,0-1 0,0 1 0,1 0 0,-1-1 0,2-1 0,4-2-151,1-1-1,-1 1 0,1 1 0,0-1 1,0 1-1,0 0 0,0 1 1,17-4-1,-11 3-6674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64 24575,'-5'-5'0,"-4"-6"0,-19-18 0,26 27 0,0 0 0,0 1 0,0-1 0,0 0 0,-1 1 0,1 0 0,-1-1 0,1 1 0,0 0 0,-1 0 0,0 1 0,1-1 0,-1 0 0,0 1 0,1 0 0,-5-1 0,6 2 0,0-1 0,0 0 0,-1 1 0,1-1 0,0 1 0,0-1 0,0 1 0,0-1 0,0 1 0,0 0 0,0 0 0,0 0 0,0-1 0,0 1 0,0 0 0,1 0 0,-1 0 0,0 0 0,1 0 0,-1 0 0,1 0 0,-1 1 0,1-1 0,-1 0 0,1 0 0,0 0 0,-1 1 0,1-1 0,0 0 0,0 0 0,0 0 0,0 1 0,0 0 0,0 6 0,1-1 0,-1 0 0,1 0 0,3 9 0,27 80 0,-21-72 0,-1 1 0,-2 0 0,7 43 0,-8-17 0,22 90 0,-24-129 0,0 0 0,0-1 0,1 1 0,1-1 0,0 0 0,0-1 0,1 0 0,0 0 0,15 16 0,-18-23 0,0 0 0,0 0 0,0 0 0,0-1 0,1 0 0,-1 0 0,0 0 0,1 0 0,0-1 0,-1 0 0,1 0 0,0 0 0,0 0 0,0-1 0,-1 0 0,1 0 0,0 0 0,0 0 0,0-1 0,0 0 0,-1 0 0,1 0 0,0-1 0,-1 1 0,1-1 0,-1 0 0,0-1 0,0 1 0,0-1 0,7-5 0,-8 6-195,-1-1 0,1 0 0,-1 0 0,1 0 0,-1 0 0,3-6 0,-2 0-6631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8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24575,'-1'0'0,"0"1"0,1-1 0,-1 0 0,0 1 0,1-1 0,-1 0 0,0 1 0,1-1 0,-1 1 0,1-1 0,-1 1 0,1-1 0,-1 1 0,1-1 0,-1 1 0,1 0 0,-1-1 0,1 1 0,0 0 0,0-1 0,-1 1 0,1 0 0,0-1 0,0 1 0,0 0 0,-1 0 0,1-1 0,0 1 0,0 0 0,0 1 0,1 23 0,0-15 0,1 1 0,1-1 0,0 0 0,0 0 0,6 11 0,-6-16 0,0 1 0,0-1 0,1 0 0,-1 0 0,1 0 0,1 0 0,-1-1 0,0 0 0,1 1 0,6 2 0,-10-6 0,0 0 0,0 0 0,0-1 0,0 1 0,1-1 0,-1 1 0,0-1 0,1 1 0,-1-1 0,0 0 0,1 0 0,-1 0 0,0 1 0,1-1 0,-1-1 0,0 1 0,1 0 0,-1 0 0,2-1 0,0 0 0,-1 0 0,0 0 0,0 0 0,0 0 0,0-1 0,-1 1 0,1 0 0,0-1 0,0 0 0,2-2 0,0-2 0,0 0 0,-1 1 0,1-1 0,-1-1 0,-1 1 0,5-13 0,-4 6 0,-2 7 0,1-1 0,-1 1 0,1-1 0,5-8 0,-7 14 0,0 1 0,1-1 0,-1 0 0,1 0 0,-1 0 0,1 0 0,0 1 0,-1-1 0,1 0 0,0 0 0,0 1 0,-1-1 0,1 1 0,0-1 0,0 1 0,0-1 0,0 1 0,0-1 0,0 1 0,-1 0 0,1-1 0,0 1 0,0 0 0,0 0 0,0 0 0,0 0 0,0 0 0,0 0 0,0 0 0,0 0 0,0 0 0,0 0 0,0 0 0,0 1 0,2 0 0,3 2 0,-1 0 0,1 0 0,-1 0 0,1 1 0,-1 0 0,6 6 0,29 32 0,-18-17 0,-3-5-682,32 26-1,-41-39-6143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 24575,'-21'-3'0,"-9"0"0,-2 2 0,1 2 0,7 3 0,2 1 0,2 2 0,1 0 0,3 1 0,0 0 0,3-2-8191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24575,'-1'0'0,"1"0"0,-1 0 0,0 1 0,1-1 0,-1 0 0,1 1 0,-1-1 0,0 1 0,1-1 0,-1 1 0,1-1 0,-1 1 0,1-1 0,-1 1 0,1-1 0,0 1 0,-1 0 0,1-1 0,0 1 0,-1 0 0,1-1 0,0 1 0,0 0 0,0-1 0,-1 1 0,1 0 0,0 1 0,-3 23 0,3-22 0,0 7 0,0 1 0,0 0 0,1-1 0,1 1 0,0 0 0,0-1 0,8 20 0,-3-14 0,0-1 0,1 0 0,1 0 0,13 17 0,-13-20-1365,-3-3-5461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24575,'190'25'0,"-157"-21"0,-23-2 0,-2-1 0,-1 0 0,1 0 0,-1 1 0,11 4 0,-16-5 0,-1-1 0,1 1 0,-1 0 0,1 0 0,-1 0 0,1 0 0,-1 0 0,1 0 0,-1 1 0,0-1 0,0 0 0,0 1 0,0-1 0,0 1 0,0-1 0,0 1 0,0 0 0,0-1 0,-1 1 0,1 0 0,-1-1 0,1 1 0,-1 3 0,3 43 0,-3-25 0,5 24 0,5 2 0,19 55 0,-7-29 0,-16-56 0,-2 0 0,0 0 0,-1 1 0,1 29 0,-4-43 0,0 1 0,-1-1 0,0 0 0,0 0 0,0 0 0,-1 0 0,1 0 0,-6 9 0,5-11 0,0 0 0,-1 0 0,1-1 0,-1 1 0,0-1 0,0 0 0,0 1 0,-1-2 0,1 1 0,-1 0 0,0-1 0,-6 4 0,5-4-273,0 1 0,0-2 0,0 1 0,-6 1 0,-3-1-6553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24575,'-8'15'0,"-2"8"0,-2 3 0,0-1 0,1-2 0,1-2 0,1-5 0,1-4-8191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65 24575,'-7'-7'0,"-1"1"0,1-1 0,-1 1 0,-1 1 0,1 0 0,-1 0 0,0 1 0,0 0 0,0 0 0,-16-3 0,19 5 0,1 1 0,-1 0 0,0 1 0,0-1 0,0 1 0,1 0 0,-1 1 0,0-1 0,0 1 0,1 0 0,-1 1 0,1-1 0,-1 1 0,1 0 0,-1 1 0,1-1 0,0 1 0,0 0 0,-7 6 0,10-8 0,1 1 0,-1 0 0,1-1 0,0 1 0,0 0 0,0 0 0,-1 0 0,2 0 0,-1 0 0,0 0 0,0 0 0,1 0 0,-1 0 0,1 0 0,-1 0 0,1 1 0,0-1 0,0 0 0,0 0 0,0 0 0,1 1 0,-1-1 0,0 0 0,1 0 0,0 0 0,-1 0 0,3 4 0,2 5 0,0 0 0,1 0 0,12 16 0,-13-20 0,50 84 0,-19-30 0,-25-46 0,24 28 0,-24-30 0,1 1 0,14 23 0,-19-25 0,-1-3 0,0 0 0,-1 1 0,0 0 0,5 18 0,-9-27 0,-1 1 0,1 0 0,-1-1 0,1 1 0,-1 0 0,0 0 0,0-1 0,0 1 0,0 0 0,0 0 0,0-1 0,-1 1 0,1 0 0,-1 0 0,1-1 0,-1 1 0,1-1 0,-1 1 0,0 0 0,0-1 0,0 1 0,0-1 0,0 0 0,0 1 0,0-1 0,0 0 0,-1 0 0,1 1 0,0-1 0,-1 0 0,1 0 0,-1-1 0,1 1 0,-1 0 0,0 0 0,-2 0 0,-2 1 0,-1-1 0,1 0 0,-1 0 0,0 0 0,1-1 0,-1 0 0,0 0 0,0-1 0,1 0 0,-1 0 0,-11-4 0,-7-3 0,-38-17 0,61 24 0,-12-5 0,7 3 0,-1 0 0,1 0 0,-1-1 0,1 0 0,0-1 0,0 1 0,-11-12 0,17 15 0,0 1 0,1-1 0,-1 0 0,0 0 0,0 0 0,1-1 0,-1 1 0,1 0 0,-1 0 0,1 0 0,0 0 0,-1 0 0,1-1 0,0 1 0,0 0 0,0 0 0,0 0 0,0-1 0,0 1 0,0 0 0,0 0 0,1-2 0,0 1 0,0 0 0,0 0 0,0 0 0,0 0 0,0 0 0,1 0 0,-1 1 0,0-1 0,1 0 0,0 1 0,2-2 0,2-2 0,1 0 0,0 1 0,0 0 0,1 0 0,12-4 0,27-5-1,-32 10-272,-1-1 0,0 0 1,0-2-1,19-8 0,-24 8-6553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12 24575,'-26'-5'0,"-31"-1"0,50 5 0,0 1 0,0 0 0,0 1 0,0 0 0,1 0 0,-1 0 0,0 1 0,0 0 0,-10 5 0,15-6 0,0 0 0,0 0 0,0 0 0,1 1 0,-1-1 0,0 0 0,1 1 0,-1 0 0,1-1 0,0 1 0,0 0 0,-1 0 0,1 0 0,0 0 0,-1 3 0,1-1 0,0 1 0,0-1 0,0 0 0,1 1 0,-1-1 0,1 1 0,1 5 0,1 4 0,0 0 0,1 0 0,9 25 0,7 6 0,27 51 0,-24-54 0,-4-8 0,16 36 0,-30-59 0,0-1 0,-1 1 0,0 0 0,-1 0 0,1 11 0,12 102 0,-15-121 0,1-1 0,0 1 0,0-1 0,0 1 0,0-1 0,0 1 0,1-1 0,-1 0 0,1 0 0,0 0 0,-1 1 0,1-2 0,0 1 0,0 0 0,0 0 0,1-1 0,-1 1 0,0-1 0,1 1 0,-1-1 0,0 0 0,1 0 0,0 0 0,3 1 0,6 1 0,1 0 0,0-1 0,22 1 0,-28-2-65,8 0 113,0 0 1,0-2-1,22-2 0,-34 3-112,0 0-1,1-1 0,-1 0 0,0 0 0,0 0 0,0 0 0,-1 0 0,1 0 0,0-1 0,0 1 0,-1-1 0,1 0 0,-1 0 0,1 0 0,-1 0 1,0 0-1,0-1 0,0 1 0,0-1 0,0 1 0,0-1 0,2-5 0,0-4-6761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24575,'21'50'0,"-17"-37"0,1-1 0,1 0 0,0 0 0,0 0 0,14 18 0,-18-28 0,-1 0 0,1 0 0,0-1 0,0 1 0,0 0 0,0-1 0,0 1 0,0-1 0,1 0 0,-1 1 0,0-1 0,1 0 0,-1-1 0,1 1 0,-1 0 0,5 0 0,-5-1 0,0 0 0,0-1 0,-1 1 0,1 0 0,0-1 0,0 1 0,-1-1 0,1 1 0,0-1 0,-1 0 0,1 0 0,0 0 0,-1 0 0,0 0 0,1 0 0,-1 0 0,1 0 0,-1-1 0,0 1 0,0-1 0,0 1 0,0-1 0,2-2 0,10-24 0,-10 22 0,-1-1 0,2 1 0,-1 0 0,0 0 0,1 1 0,6-8 0,-8 11 0,-1 1 0,1 0 0,-1 0 0,1 0 0,0 0 0,-1 0 0,1 0 0,0 0 0,0 1 0,0-1 0,-1 1 0,1-1 0,0 1 0,0 0 0,0-1 0,0 1 0,0 0 0,0 0 0,0 1 0,0-1 0,0 0 0,0 1 0,-1-1 0,1 1 0,0-1 0,0 1 0,2 1 0,3 2 0,0-1 0,-1 1 0,0 0 0,1 1 0,-2 0 0,1 0 0,8 9 0,33 45 0,-20-22 0,-8-16-1365,-11-14-5461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63 24575,'-31'-8'0,"-13"-2"0,-4 0 0,1 0 0,6 1 0,5 2 0,5 2 0,6 3 0,2 0 0,3 5 0,1 0 0,2 1 0,1 2 0,1 0 0,2-2-8191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24575,'10'-3'0,"105"-36"0,-95 34 0,1 0 0,-1 1 0,37-1 0,-55 4 0,0 1 0,0 0 0,0 0 0,0 1 0,0-1 0,0 0 0,0 1 0,0-1 0,0 1 0,0-1 0,0 1 0,-1 0 0,1 0 0,0 0 0,0 0 0,-1 0 0,1 0 0,-1 1 0,1-1 0,2 3 0,-4-2 0,1-1 0,0 1 0,0 0 0,-1 0 0,1-1 0,-1 1 0,1 0 0,-1 0 0,0 0 0,1 0 0,-1 0 0,0 0 0,0-1 0,-1 1 0,1 0 0,0 0 0,-1 0 0,1 0 0,-1 0 0,1-1 0,-2 4 0,-6 10 0,-1 1 0,-13 18 0,14-22 0,0 0 0,1 1 0,0-1 0,-7 21 0,13-30 0,0 0 0,0 1 0,0-1 0,1 1 0,-1 0 0,1-1 0,0 1 0,0-1 0,0 1 0,1 0 0,-1-1 0,1 1 0,0-1 0,0 1 0,0-1 0,0 1 0,1-1 0,-1 0 0,1 0 0,0 0 0,2 4 0,0-4 0,-1 0 0,0 0 0,0 0 0,1 0 0,0 0 0,0-1 0,-1 1 0,2-1 0,-1 0 0,0 0 0,0-1 0,0 1 0,1-1 0,-1 0 0,1 0 0,6 0 0,2 0-91,1 0 0,-1-1 0,1-1 0,-1 0 0,1-1 0,-1-1 0,0 0 0,0 0 0,0-2 0,0 1 0,-1-2 0,1 0 0,-1 0 0,15-12 0,-16 10-6735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1 0,-1-1 0,0 0 0,1 1 0,-1-1 0,0 0 0,1 1 0,-1-1 0,1 1 0,-1-1 0,1 1 0,-1-1 0,1 1 0,0-1 0,-1 1 0,1 0 0,-1-1 0,1 1 0,0 0 0,0 0 0,-1-1 0,1 1 0,0 0 0,-1 0 0,1 0 0,1 0 0,23-3 0,-22 3 0,10-1 0,0 1 0,0 0 0,0 1 0,0 0 0,0 1 0,0 1 0,0 0 0,22 9 0,-33-11 0,0 0 0,0 0 0,0 0 0,0 0 0,-1 0 0,1 1 0,-1-1 0,1 0 0,-1 1 0,1 0 0,-1-1 0,0 1 0,1 0 0,-1 0 0,0 0 0,0-1 0,-1 1 0,2 2 0,0 4 0,0-1 0,-1 1 0,1 13 0,1 5 0,54 193 0,-6-29 0,-47-170 0,1-1 0,-1 1 0,-1-1 0,-1 1 0,-1 23 0,-1-38 0,0-1 0,0 1 0,-1-1 0,0 1 0,0 0 0,0-1 0,-1 0 0,1 1 0,-1-1 0,0 0 0,0 0 0,-1 0 0,1 0 0,-1 0 0,0 0 0,0-1 0,0 1 0,-1-1 0,1 0 0,-1 0 0,1 0 0,-1-1 0,-6 4 0,3-3-57,-1-1-1,1 0 0,-1 0 0,0-1 1,0 0-1,0 0 0,0-1 1,0 0-1,-12-1 0,8 0-730,-4 0-6038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24575,'-8'13'0,"-2"7"0,-3 2 0,2 0 0,-1 0 0,3 0 0,-1 0 0,2-2 0,0-2 0,-2 0 0,1-2 0,0-3 0,-2-2 0,-3-2 0,-3-2 0,2-4-8191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24575,'10'-3'0,"6"0"0,4-1 0,-3 2-8191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24575,'72'0'0,"78"-1"0,-131-1 0,0-1 0,27-7 0,-29 5 0,1 2 0,31-4 0,116 8 0,-141 2-110,1 1 0,-1 1-1,25 10 1,-29-9-814,0-1-5902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378 183 24575,'1'-1'0,"-1"1"0,1-1 0,-1 0 0,0 0 0,1 0 0,-1 1 0,0-1 0,0 0 0,0 0 0,0 0 0,0 0 0,0 0 0,0 1 0,0-1 0,0 0 0,0 0 0,0 0 0,0 0 0,-1 1 0,1-1 0,0 0 0,-1 0 0,1 0 0,-1 1 0,1-1 0,0 0 0,-1 0 0,0 1 0,0-2 0,-19-20 0,11 15 0,-1-1 0,-1 2 0,1-1 0,-1 1 0,-17-6 0,14 6 0,0-1 0,-24-15 0,27 14 0,2 0 0,-1 1 0,-1 1 0,1-1 0,-17-6 0,24 12 0,1 0 0,-1 0 0,0 0 0,0 1 0,1-1 0,-1 1 0,0 0 0,0-1 0,0 1 0,0 1 0,0-1 0,1 0 0,-1 1 0,0-1 0,0 1 0,0 0 0,1 0 0,-1 0 0,1 0 0,-1 0 0,0 1 0,1-1 0,0 1 0,-4 3 0,-1 1 0,0 1 0,1-1 0,0 2 0,0-1 0,1 1 0,-7 11 0,11-16 0,-1 1 0,0-1 0,1 1 0,0-1 0,-1 1 0,2 0 0,-1-1 0,0 1 0,1 0 0,-1 0 0,1 0 0,0-1 0,1 1 0,-1 0 0,1 0 0,-1 0 0,1-1 0,1 5 0,1-3 0,-1 0 0,1 0 0,0-1 0,1 1 0,-1-1 0,1 0 0,-1 0 0,1 0 0,0 0 0,1-1 0,-1 1 0,1-1 0,-1 0 0,7 3 0,8 2 0,-1-1 0,32 9 0,-38-13 0,-6-1 0,1 0 0,-1 0 0,1-1 0,0 0 0,0-1 0,12 0 0,-17 0 0,1 0 0,0-1 0,0 0 0,0 0 0,0 0 0,0 0 0,-1 0 0,1 0 0,0-1 0,-1 1 0,0-1 0,1 0 0,-1 0 0,0 0 0,0 0 0,1 0 0,2-4 0,-1-1 0,0 0 0,7-14 0,0-1 0,-11 21 0,0 1 0,0-1 0,1 1 0,-1 0 0,0-1 0,0 1 0,1 0 0,-1-1 0,0 1 0,1 0 0,-1-1 0,0 1 0,1 0 0,-1-1 0,0 1 0,1 0 0,-1 0 0,1 0 0,-1-1 0,1 1 0,-1 0 0,0 0 0,1 0 0,-1 0 0,1 0 0,-1 0 0,1 0 0,0 0 0,0 0 0,0 1 0,0-1 0,0 1 0,0-1 0,-1 1 0,1-1 0,0 1 0,0-1 0,-1 1 0,1 0 0,1 1 0,2 3 0,0 1 0,7 13 0,-8-14 0,3 5-170,0 0-1,0-1 0,1 0 1,0 0-1,1 0 0,0-1 1,12 10-1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100 247 24575,'13'22'0,"-8"-15"0,0 1 0,0 0 0,-1 0 0,3 9 0,-7-17 0,0 0 0,0 0 0,0 0 0,0 0 0,0 0 0,-1 0 0,1 0 0,0 0 0,0 0 0,0 0 0,0 0 0,0 0 0,0 0 0,0 0 0,0 0 0,0 0 0,0 0 0,0 0 0,0 0 0,0 0 0,0 0 0,0 0 0,0 0 0,0 0 0,0 0 0,0 0 0,0 0 0,0 0 0,-1 0 0,1 0 0,0 0 0,0 0 0,0 0 0,0 0 0,0 0 0,0 0 0,0 0 0,0 0 0,0 0 0,0 1 0,0-1 0,0 0 0,0 0 0,0 0 0,0 0 0,0 0 0,0 0 0,0 0 0,0 0 0,0 0 0,0 0 0,0 0 0,-7-6 0,-7-10 0,-4-8 0,-37-54 0,47 64 0,0 1 0,1-1 0,1-1 0,-6-14 0,12 29 0,0-1 0,0 1 0,0 0 0,-1-1 0,1 1 0,0-1 0,0 1 0,0-1 0,0 1 0,0 0 0,0-1 0,0 1 0,0-1 0,0 1 0,0-1 0,0 1 0,0 0 0,0-1 0,0 1 0,0-1 0,0 1 0,1 0 0,-1-1 0,8 3 0,17 21 0,-17-16 0,2 1 0,1-2 0,0 1 0,0-1 0,0-1 0,1 0 0,-1 0 0,1-1 0,1-1 0,-1 0 0,0-1 0,1 0 0,-1-1 0,1 0 0,-1-1 0,1 0 0,22-5 0,-24 3 0,0-2 0,0 1 0,-1-2 0,0 1 0,0-1 0,0-1 0,0 0 0,-1 0 0,0-1 0,-1 0 0,1 0 0,11-15 0,-18 20 0,0-1 0,0 1 0,-1-1 0,1 1 0,-1-1 0,0 0 0,0 1 0,0-1 0,0 0 0,0 0 0,-1 0 0,1 0 0,-1 0 0,0 0 0,0 1 0,0-1 0,0 0 0,0 0 0,-1-4 0,0 5 0,0 0 0,0 0 0,1 0 0,-1 0 0,0 0 0,-1 0 0,1 0 0,0 0 0,-1 0 0,1 1 0,0-1 0,-1 0 0,0 1 0,1 0 0,-1-1 0,0 1 0,0 0 0,0 0 0,0 0 0,0 0 0,0 0 0,0 0 0,0 0 0,-1 1 0,-2-1 0,1 0 0,-1 0 0,0 1 0,1 0 0,-1-1 0,0 2 0,1-1 0,-1 0 0,0 1 0,1 0 0,-1 0 0,1 1 0,-5 1 0,7-2 0,0 0 0,0 1 0,0-1 0,0 1 0,0-1 0,0 1 0,0 0 0,1-1 0,-1 1 0,1 0 0,-1 0 0,1 0 0,0 0 0,0 0 0,0 1 0,0-1 0,0 0 0,0 1 0,1-1 0,-1 0 0,1 1 0,0-1 0,-1 0 0,2 5 0,-1-1 0,1-1 0,0 1 0,0-1 0,0 1 0,1-1 0,0 0 0,0 0 0,0 0 0,1 0 0,-1 0 0,1 0 0,0-1 0,8 8 0,-1 0 0,2 0 0,0-1 0,19 14 0,-9-9 0,2 0 0,-1-2 0,2 0 0,0-2 0,1-1 0,0-1 0,0-1 0,37 7 0,-57-15-273,-1 0 0,0-1 0,1 0 0,8 0 0,1-3-6553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24575,'-1'0'0,"0"0"0,1 0 0,-1 1 0,0-1 0,1 0 0,-1 1 0,1-1 0,-1 1 0,0-1 0,1 1 0,-1-1 0,1 1 0,-1-1 0,1 1 0,-1 0 0,1-1 0,0 1 0,-1-1 0,1 1 0,0 0 0,-1 0 0,1-1 0,0 1 0,0 0 0,0-1 0,0 1 0,0 0 0,-1 0 0,1-1 0,1 2 0,-1 23 0,9 18 0,1-1 0,3-1 0,17 41 0,6 15 0,-30-80 0,-4-13 0,0 1 0,0 0 0,-1 0 0,1 0 0,-1 1 0,0-1 0,-1 0 0,1 0 0,-1 9 0,0-14 0,0 0 0,0 1 0,0-1 0,0 0 0,0 0 0,0 0 0,0 1 0,0-1 0,0 0 0,0 0 0,0 0 0,0 0 0,0 1 0,0-1 0,0 0 0,-1 0 0,1 0 0,0 0 0,0 1 0,0-1 0,0 0 0,0 0 0,0 0 0,0 0 0,0 0 0,-1 0 0,1 1 0,0-1 0,0 0 0,0 0 0,0 0 0,0 0 0,-1 0 0,1 0 0,0 0 0,0 0 0,0 0 0,-1 0 0,1 0 0,0 0 0,0 0 0,0 0 0,0 0 0,-1 0 0,-6-8 0,-3-14 0,5 6 0,0 0 0,1-1 0,1 0 0,1 0 0,0 0 0,1 0 0,1-20 0,0 34 0,0 0 0,0 1 0,1-1 0,-1 1 0,1-1 0,-1 1 0,1-1 0,0 1 0,0-1 0,0 1 0,0 0 0,0-1 0,1 1 0,-1 0 0,1 0 0,0 0 0,-1 0 0,1 0 0,0 0 0,0 1 0,0-1 0,0 0 0,0 1 0,1 0 0,-1-1 0,0 1 0,1 0 0,-1 0 0,1 1 0,-1-1 0,1 0 0,-1 1 0,1 0 0,0-1 0,-1 1 0,1 0 0,-1 0 0,1 0 0,0 1 0,-1-1 0,1 1 0,-1-1 0,1 1 0,-1 0 0,1 0 0,-1 0 0,3 2 0,8 4 0,-1 0 0,0 0 0,0 1 0,-1 1 0,0 0 0,-1 1 0,13 14 0,-19-20 0,0 1 0,-1-1 0,0 1 0,1 0 0,-1 0 0,-1 0 0,1 1 0,-1-1 0,0 1 0,0-1 0,-1 1 0,0 0 0,0 0 0,0-1 0,0 1 0,-1 0 0,0 0 0,-1 0 0,1 0 0,-2 7 0,1-11 0,0 1 0,-1 0 0,1-1 0,0 1 0,-1-1 0,0 0 0,0 1 0,1-1 0,-1 0 0,0 0 0,-1 0 0,1 0 0,0-1 0,0 1 0,-1-1 0,1 1 0,-1-1 0,0 0 0,1 0 0,-1 0 0,0 0 0,1 0 0,-1-1 0,-5 1 0,-1 1 0,-1-1 0,1-1 0,-1 0 0,1 0 0,-1-1 0,-11-2 0,9 1-118,0 0 202,-1-1 0,-12-4 0,23 6-172,-1 0 0,1 0-1,0 0 1,0 0 0,0 0 0,0 0 0,0-1 0,0 1-1,0-1 1,0 1 0,0-1 0,0 0 0,1 0-1,-1 0 1,1 0 0,-3-4 0,1-4-6738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39 24575,'-18'-7'0,"-50"-18"0,61 23 0,1 1 0,0-1 0,0 1 0,-1 1 0,1-1 0,-1 1 0,1 1 0,-12 1 0,17-2 0,-1 0 0,1 0 0,0 0 0,-1 1 0,1-1 0,0 1 0,0-1 0,-1 1 0,1 0 0,0-1 0,0 1 0,0 0 0,0 0 0,0 0 0,0 0 0,0 0 0,0 0 0,-2 2 0,3-2 0,0 0 0,-1 0 0,1 0 0,0 0 0,0 0 0,0 0 0,0 0 0,0 0 0,0 0 0,0 1 0,0-1 0,0 0 0,1 0 0,-1 0 0,0 0 0,1 0 0,-1 0 0,1 1 0,2 3 0,0-1 0,0 0 0,0 0 0,0 0 0,1 0 0,-1-1 0,1 1 0,6 4 0,-2-3 0,0 0 0,0-1 0,1 0 0,0 0 0,0-1 0,0 0 0,0 0 0,0-1 0,0 0 0,1-1 0,-1 0 0,11 0 0,-18-1 0,0-1 0,-1 1 0,1 0 0,0-1 0,-1 1 0,1-1 0,-1 1 0,1-1 0,-1 0 0,1 0 0,-1 1 0,0-1 0,1 0 0,-1 0 0,0 0 0,0-1 0,1 1 0,-1 0 0,0 0 0,1-3 0,1-1 0,-1 0 0,0 0 0,1 0 0,1-8 0,-4 12 0,0 3 10,0 1 0,1-1 0,-1 1 0,1-1 0,0 1 0,-1-1 0,1 1 0,0-1 0,0 0 0,0 0 0,3 5 0,0-1-381,1 1-1,-1-1 1,10 10 0,-5-8-6455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6 24575,'-4'-2'0,"-1"1"0,1 0 0,-1 1 0,0-1 0,1 1 0,-1 0 0,0 0 0,0 0 0,1 1 0,-8 1 0,10-1 0,0 0 0,0 0 0,0 0 0,0 0 0,0 0 0,0 1 0,0-1 0,1 0 0,-1 1 0,1-1 0,-1 1 0,1 0 0,-1 0 0,1-1 0,0 1 0,0 0 0,0 0 0,0 0 0,0 0 0,0 0 0,1 0 0,-1 1 0,1-1 0,-1 4 0,1 0 0,-1-1 0,2 1 0,-1 0 0,1 0 0,0 0 0,0 0 0,0-1 0,1 1 0,0 0 0,0-1 0,0 1 0,1-1 0,5 8 0,5 8 0,30 34 0,-42-54 0,2 3 0,0-1 0,0 1 0,-1-1 0,1 1 0,-1 0 0,0 0 0,0 0 0,-1 0 0,2 5 0,-3-8 0,1 0 0,-1 1 0,0-1 0,0 0 0,0 1 0,0-1 0,-1 0 0,1 1 0,0-1 0,-1 0 0,1 0 0,0 1 0,-1-1 0,0 0 0,1 0 0,-1 0 0,0 0 0,1 1 0,-1-1 0,0 0 0,0 0 0,0-1 0,0 1 0,0 0 0,0 0 0,0 0 0,0-1 0,0 1 0,-1 0 0,1-1 0,0 1 0,0-1 0,0 0 0,-3 1 0,-2 1-91,0 0 0,-1-1 0,1 0 0,0 0 0,-1 0 0,1-1 0,-1 0 0,1 0 0,-1-1 0,1 0 0,0 0 0,-1 0 0,1-1 0,-11-4 0,7-1-6735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24575,'3'10'0,"0"7"0,1 2 0,1 1 0,0-1 0,0 0 0,1-4 0,-1-5-8191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24575,'2'10'0,"2"7"0,2 4 0,0 3 0,-1-2 0,1-3 0,0-6-8191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24575,'0'4'0,"-1"0"0,0 0 0,0 0 0,0 0 0,-2 4 0,-2 8 0,1 0 0,1-6 0,0 1 0,-1 15 0,4-23 0,0 1 0,0 0 0,0-1 0,0 1 0,1 0 0,0-1 0,0 1 0,0 0 0,0-1 0,0 1 0,2 2 0,8 12 0,25 34 0,-5-11 0,-29-38 0,0-1 0,-1 1 0,1 0 0,-1 0 0,1 0 0,-1 0 0,0 1 0,0-1 0,-1 0 0,1 0 0,-1 1 0,1-1 0,-1 0 0,0 1 0,0-1 0,0 0 0,-2 5 0,2-5 0,-1-1 0,-1 1 0,1 0 0,0 0 0,-1-1 0,1 1 0,-1-1 0,0 0 0,0 1 0,0-1 0,0 0 0,0 0 0,0 0 0,-1 0 0,1 0 0,-1-1 0,1 1 0,-1-1 0,-3 2 0,0-1-227,-1 0-1,1 0 1,-1 0-1,0-1 1,-12 1-1,1-1-6598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24575,'4'0'0,"1"0"0,-1 1 0,1 0 0,-1 0 0,0 0 0,0 1 0,1-1 0,-1 1 0,0 0 0,-1 0 0,1 1 0,0-1 0,0 1 0,-1 0 0,4 3 0,6 8 0,-1-1 0,15 22 0,-9-12 0,42 48 0,-49-59 0,0-2 0,0 1 0,1-1 0,13 8 0,-24-18 0,-1 0 0,1 0 0,-1 1 0,1-1 0,-1 0 0,1 0 0,-1 1 0,1-1 0,-1 0 0,1 0 0,0 0 0,-1 0 0,1 0 0,-1 0 0,1 0 0,-1 0 0,1 0 0,0 0 0,-1 0 0,1 0 0,-1 0 0,1 0 0,-1-1 0,1 1 0,-1 0 0,1 0 0,-1-1 0,1 1 0,-1 0 0,1-1 0,-1 1 0,1-1 0,-1 1 0,1 0 0,-1-1 0,0 1 0,1-1 0,-1 1 0,0-1 0,0 1 0,1-1 0,-1 1 0,0-1 0,0 0 0,0 1 0,1-2 0,0-3 0,1-1 0,-1 0 0,1-10 0,-1 7 0,10-82 0,-5 28 0,-2 24 0,11-66 0,-14 103-24,0 5 82,-1 5-1457,0 2-5427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96 270 24575,'6'-11'0,"8"-12"0,17-45 0,-29 61 0,1 0 0,-1 0 0,-1 0 0,1 0 0,-1 0 0,-1 0 0,1-1 0,-1 1 0,0 0 0,-1-1 0,-1-10 0,0 14 0,1 0 0,0 0 0,-1 0 0,0 1 0,0-1 0,0 0 0,0 1 0,0-1 0,-1 1 0,0 0 0,0 0 0,0 0 0,0 0 0,0 1 0,0-1 0,-1 1 0,1-1 0,-1 1 0,0 0 0,1 1 0,-6-2 0,6 2 0,1 0 0,-1 0 0,0 1 0,1 0 0,-1-1 0,0 1 0,0 0 0,0 0 0,1 1 0,-1-1 0,0 1 0,0-1 0,1 1 0,-1 0 0,0 0 0,1 0 0,-1 0 0,1 0 0,0 1 0,-1-1 0,1 1 0,0 0 0,0 0 0,0-1 0,0 1 0,0 0 0,0 1 0,0-1 0,1 0 0,-1 1 0,-1 4 0,0-2 0,1 1 0,0-1 0,0 1 0,1-1 0,0 1 0,0 0 0,0 0 0,1 0 0,-1 0 0,1-1 0,1 1 0,-1 0 0,1 0 0,0 0 0,1 0 0,-1-1 0,1 1 0,0-1 0,0 1 0,1-1 0,0 0 0,0 0 0,0 0 0,0 0 0,7 6 0,2 2 0,1-2 0,1 1 0,0-1 0,0-1 0,1-1 0,0 0 0,1-1 0,0 0 0,26 8 0,-28-13-103,6 3 221,39 6 0,-54-12-243,1 1 0,0-1 1,-1 0-1,1 0 0,0-1 0,-1 0 0,1 0 0,-1 0 0,1 0 1,-1-1-1,10-4 0,-4-1-6701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9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24575,'-10'0'0,"1"0"0,-1 1 0,1 0 0,-1 1 0,1 0 0,0 0 0,-16 7 0,23-8 0,-1 0 0,1 0 0,0 0 0,0 1 0,1-1 0,-1 0 0,0 1 0,0-1 0,1 1 0,-1-1 0,1 1 0,-1 0 0,1 0 0,0 0 0,0 0 0,-1 0 0,1 0 0,1 0 0,-1 0 0,0 0 0,0 0 0,1 1 0,0-1 0,-1 0 0,1 0 0,0 1 0,0-1 0,0 0 0,0 1 0,0-1 0,1 0 0,-1 0 0,1 1 0,-1-1 0,1 0 0,0 0 0,2 4 0,2 5 0,1 0 0,1 0 0,0 0 0,0-1 0,1 0 0,15 14 0,-4-6 0,0-1 0,27 17 0,-42-31 0,0-1 0,1 1 0,-1-1 0,0 0 0,1 0 0,0 0 0,-1-1 0,1 1 0,8 0 0,-11-2 0,0 0 0,0 0 0,0 0 0,0 0 0,-1 0 0,1-1 0,0 1 0,0-1 0,0 1 0,-1-1 0,1 0 0,0 1 0,-1-1 0,1 0 0,0 0 0,-1 0 0,1-1 0,-1 1 0,0 0 0,1 0 0,-1-1 0,0 1 0,0-1 0,0 1 0,0-1 0,0 0 0,0 1 0,1-3 0,0-3-227,0 0-1,0 0 1,-1 0-1,1 1 1,-1-13-1,0 3-6598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24575,'-1'2'0,"0"-1"0,-1 1 0,1 0 0,0 0 0,0 0 0,0 0 0,0 0 0,0 0 0,1 0 0,-1 1 0,0 3 0,-1 27 0,2-23 0,-2 17 0,2 0 0,1 0 0,2 0 0,0 0 0,2-1 0,1 1 0,12 34 0,74 154 0,-87-206-356,0-1-1,10 12 1,-14-18 60,6 7-6530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79 24575,'-28'-12'0,"-15"-6"0,-3 2 0,5 3 0,6 3 0,6 4 0,3 3 0,4 2 0,2 1 0,3 3 0,-1 1 0,-1 0 0,4 2 0,1 0 0,1-1 0,2 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164 103 24575,'-4'-11'0,"-1"0"0,0 1 0,0-1 0,-1 1 0,-12-16 0,17 24 0,0 0 0,-1 0 0,1 1 0,-1-1 0,0 1 0,1-1 0,-1 1 0,0 0 0,0-1 0,0 1 0,1 0 0,-1 0 0,-1 0 0,1 1 0,0-1 0,0 0 0,0 1 0,0 0 0,0-1 0,-1 1 0,1 0 0,0 0 0,0 0 0,0 0 0,-1 0 0,1 1 0,0-1 0,0 1 0,0 0 0,0-1 0,0 1 0,0 0 0,0 0 0,0 0 0,0 0 0,0 1 0,-2 1 0,0 1 0,0-1 0,0 1 0,1 0 0,0 0 0,0 0 0,0 0 0,0 0 0,0 1 0,1 0 0,0-1 0,0 1 0,0 0 0,1 0 0,-1 0 0,1 0 0,0 7 0,0-8 0,1 0 0,0 1 0,0-1 0,0 0 0,1 0 0,-1 1 0,1-1 0,0 0 0,0 0 0,1 0 0,-1 1 0,1-2 0,0 1 0,0 0 0,0 0 0,0-1 0,1 1 0,0-1 0,4 6 0,4 0 0,0-1 0,1 0 0,-1-1 0,1 0 0,1-1 0,16 6 0,-19-8 0,1 0 0,0-1 0,1-1 0,-1 0 0,0 0 0,1-1 0,21-1 0,-32 0 0,1 0 0,-1 0 0,0 0 0,0 0 0,0 0 0,1 0 0,-1-1 0,0 1 0,0 0 0,0-1 0,0 1 0,0-1 0,0 0 0,0 1 0,0-1 0,0 0 0,0 1 0,0-1 0,0 0 0,0 0 0,-1 0 0,1 0 0,0 0 0,-1 0 0,1 0 0,0 0 0,-1 0 0,1 0 0,-1 0 0,0 0 0,1-1 0,-1 1 0,0 0 0,0 0 0,0 0 0,0-1 0,0 1 0,0 0 0,0 0 0,0 0 0,0 0 0,-1-1 0,1 1 0,0 0 0,-1-2 0,-1-3 0,-1 0 0,1 0 0,-1-1 0,0 2 0,-1-1 0,-7-10 0,5 9-97,0 0-1,-1 0 1,0 1-1,-1-1 1,1 2-1,-1-1 1,0 1-1,0 0 1,-1 1-1,1 0 1,-1 0-1,0 1 0,-13-3 1,9 4-6729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81 391 24575,'-1'-12'0,"-1"1"0,0-1 0,-1 0 0,0 1 0,-1 0 0,0 0 0,-9-17 0,-4-13 0,9 19 0,2 1 0,-9-44 0,14 58 0,0-1 0,1 0 0,-1 0 0,1 0 0,1 0 0,0 0 0,0 0 0,0 0 0,1 1 0,0-1 0,6-14 0,-7 20 0,0 1 0,0-1 0,0 0 0,0 0 0,1 1 0,-1-1 0,0 1 0,1-1 0,-1 1 0,1 0 0,-1-1 0,1 1 0,0 0 0,0 0 0,-1 0 0,4-1 0,-3 2 0,-1-1 0,1 1 0,-1 0 0,1 0 0,-1 0 0,1 0 0,0 0 0,-1 1 0,1-1 0,-1 0 0,1 1 0,-1-1 0,1 1 0,-1 0 0,1-1 0,-1 1 0,0 0 0,1 0 0,-1 0 0,0 0 0,3 2 0,1 2-273,1 1 0,0 0 0,-1 1 0,6 10 0,-3-4-6553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16 24575,'-6'-2'0,"0"-1"0,0 1 0,0 0 0,0 0 0,0 1 0,-1-1 0,1 1 0,0 1 0,-1-1 0,1 1 0,-12 2 0,15-2 0,0 1 0,1-1 0,-1 1 0,1 0 0,-1 0 0,1 0 0,-1 0 0,1 0 0,0 1 0,-1-1 0,1 1 0,0-1 0,0 1 0,0 0 0,0 0 0,0 0 0,1 0 0,-1 0 0,1 0 0,-1 1 0,1-1 0,0 0 0,0 1 0,0-1 0,0 1 0,0-1 0,0 1 0,1 0 0,-1-1 0,1 5 0,0-2 0,-1 0 0,1 0 0,1-1 0,-1 1 0,1 0 0,-1-1 0,1 1 0,1-1 0,-1 1 0,1-1 0,0 1 0,0-1 0,0 0 0,0 0 0,1 0 0,-1 0 0,1 0 0,4 4 0,5 2 0,0 0 0,0 0 0,1-1 0,16 9 0,-27-17 0,2 1 0,8 6 0,1 0 0,-1 0 0,11 12 0,-20-18 0,0 1 0,-1 0 0,1 0 0,-1 0 0,0 0 0,0 1 0,2 4 0,-3-7 0,-1 1 0,1 0 0,-1 0 0,1-1 0,-1 1 0,0 0 0,0 0 0,0-1 0,0 1 0,0 0 0,0 0 0,0 0 0,0-1 0,-1 1 0,1 0 0,-2 2 0,0 0 0,0-1 0,0 1 0,-1-1 0,1 0 0,-1 1 0,0-1 0,0-1 0,0 1 0,0 0 0,0-1 0,-1 1 0,-5 2 0,-6 3 0,-26 9 0,38-16 0,-28 12-1365,18-7-5461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3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98 24575,'-4'-5'0,"1"0"0,-1 0 0,-1 0 0,1 0 0,-1 1 0,0 0 0,0 0 0,-8-5 0,-11-10 0,21 16 0,-25-22 0,25 20 0,18 16 0,244 173 0,-141-95 0,-118-89-2,0 0-1,0 0 0,0 0 1,0 0-1,0 0 0,0 0 1,0 0-1,0 0 1,0 0-1,0 0 0,0 0 1,0 0-1,0 0 0,0 0 1,0 0-1,0 0 0,0 0 1,0 0-1,0 0 1,0 0-1,0 0 0,1-1 1,-1 1-1,0 0 0,0 0 1,0 0-1,0 0 0,-7-8 187,-11-10-1659,6 8-5351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3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 24575,'0'0'0,"0"0"0,0-1 0,0 1 0,0 0 0,0 0 0,0 0 0,-1 0 0,1 0 0,0 0 0,0 0 0,0 0 0,0 0 0,0 0 0,0 0 0,0-1 0,0 1 0,0 0 0,0 0 0,0 0 0,0 0 0,0 0 0,0 0 0,0 0 0,0 0 0,0 0 0,-1 0 0,1 0 0,0 0 0,0 0 0,0 0 0,0 0 0,0 0 0,0 0 0,0 0 0,0 0 0,0 0 0,0 0 0,0 0 0,-1 0 0,1 0 0,0 0 0,0 0 0,0 0 0,0 0 0,0 0 0,0 0 0,0 0 0,0 0 0,0 0 0,0 0 0,0 0 0,-1 0 0,1 0 0,0 0 0,0 0 0,0 0 0,0 1 0,0-1 0,-8 6 0,-6 9 0,-14 21 0,-28 48 0,32-46 0,-37 46 0,59-81-151,0-1-1,0 1 0,0 0 0,0 0 1,1 0-1,-1 0 0,1 0 1,-1 4-1,-1 4-6674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0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24575,'22'7'0,"-21"-6"0,0-1 0,0 1 0,0-1 0,0 1 0,0-1 0,0 1 0,0-1 0,0 1 0,0 0 0,0 0 0,-1-1 0,1 1 0,0 0 0,0 0 0,-1 0 0,1 0 0,0 1 0,-1-1 0,0 0 0,0-1 0,-1 1 0,1-1 0,0 1 0,0 0 0,-1-1 0,1 1 0,0 0 0,-1-1 0,1 1 0,-1-1 0,1 1 0,-1-1 0,1 1 0,-1-1 0,1 0 0,-1 1 0,1-1 0,-1 1 0,1-1 0,-1 0 0,0 0 0,1 1 0,-1-1 0,0 0 0,0 0 0,-20 7 0,10-6 0,1 0 0,-1 0 0,0-2 0,0 1 0,0-1 0,0 0 0,0-1 0,0-1 0,-10-3 0,-33-6 0,-9-3-1365,52 13-5461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24575,'37'9'0,"-30"-8"0,0 0 0,0 1 0,0 0 0,11 4 0,-18-6 0,0 0 0,0 0 0,0 0 0,0 0 0,1 0 0,-1 0 0,0 0 0,0 0 0,0 0 0,0 0 0,0 0 0,0 1 0,1-1 0,-1 0 0,0 0 0,0 0 0,0 0 0,0 0 0,0 0 0,0 0 0,0 0 0,0 0 0,1 0 0,-1 0 0,0 1 0,0-1 0,0 0 0,0 0 0,0 0 0,0 0 0,0 0 0,0 0 0,0 1 0,0-1 0,0 0 0,0 0 0,0 0 0,0 0 0,0 0 0,0 0 0,0 1 0,0-1 0,0 0 0,0 0 0,0 0 0,0 0 0,0 0 0,0 0 0,0 1 0,0-1 0,0 0 0,0 0 0,0 0 0,0 0 0,-1 0 0,-9 3 0,-14 0 0,-134-4-1365,145 1-5461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24575,'-8'0'0,"-5"0"0,-2 0 0,-3 0 0,1 2 0,-1 4 0,2 3 0,-1 1 0,1-2 0,3 0 0,1-1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 24575,'-4'-6'0,"-7"-9"0,11 13 0,7 6 0,129 106 0,36 27 0,-126-104 0,61 58 0,-97-77 0,-9-8 0,-10-8 0,-1-4-227,-1 0-1,1-1 1,1 0-1,-1 0 1,-9-11-1,8 6-6598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30 24575,'-2'-3'0,"-1"-1"0,0 1 0,0 0 0,0 0 0,0 0 0,-7-4 0,9 7 0,1-1 0,-1 1 0,0 0 0,1-1 0,-1 1 0,0 0 0,0-1 0,0 1 0,1 0 0,-1 0 0,0 0 0,0 0 0,0 0 0,1 0 0,-1 0 0,0 0 0,0 0 0,0 0 0,1 0 0,-1 0 0,0 0 0,0 1 0,1-1 0,-1 0 0,0 1 0,0-1 0,1 1 0,-1-1 0,0 0 0,1 1 0,-1 0 0,1-1 0,-1 1 0,0-1 0,1 1 0,-1 0 0,1-1 0,0 1 0,-1 0 0,1-1 0,0 1 0,-1 1 0,-2 5 0,1 1 0,1-1 0,-1 0 0,1 0 0,0 12 0,-1 5 0,-1-5 0,-8 47 0,9-58 0,0-1 0,-1 0 0,0 0 0,0 0 0,0 0 0,-8 11 0,8-15-76,0 0 1,-1 0-1,1 0 0,0 0 0,-1-1 0,0 1 0,1-1 0,-1 0 1,0 0-1,0 0 0,0-1 0,-1 1 0,1-1 0,0 0 1,0 0-1,-1-1 0,-4 1 0,-3 0-6750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33 24575,'-1'0'0,"0"0"0,0 1 0,0-1 0,-1 0 0,1 0 0,0 1 0,0-1 0,0 1 0,0-1 0,0 1 0,0-1 0,0 1 0,0-1 0,0 1 0,0 0 0,1 0 0,-1-1 0,0 1 0,0 0 0,1 0 0,-1 0 0,0 0 0,1 0 0,-1 0 0,1 0 0,-1 0 0,0 2 0,-1 4 0,1-1 0,-1 1 0,0 11 0,0-1 0,-1-5 0,1-5 0,1 0 0,-1 0 0,1 0 0,1 1 0,0 6 0,0-12 0,0 0 0,0 0 0,1 0 0,-1 0 0,1-1 0,-1 1 0,1 0 0,0-1 0,0 1 0,0 0 0,0-1 0,0 1 0,0-1 0,0 1 0,0-1 0,0 1 0,1-1 0,-1 0 0,1 0 0,-1 0 0,1 0 0,-1 0 0,1 0 0,2 1 0,6 1 0,1 0 0,-1-1 0,0-1 0,1 1 0,0-2 0,-1 1 0,1-1 0,12-2 0,5 0 0,-22 3 0,1-2 0,-1 1 0,0-1 0,0 0 0,0 0 0,8-4 0,-12 5 0,0-1 0,-1 0 0,1 0 0,0 0 0,0 0 0,-1 0 0,1-1 0,-1 1 0,1-1 0,-1 1 0,0-1 0,1 1 0,-1-1 0,0 1 0,0-1 0,0 0 0,0 0 0,-1 0 0,1 0 0,0 1 0,-1-1 0,1-4 0,0-1 8,0 0-1,-1 1 1,0-1-1,0 0 1,-1 0-1,1 1 1,-2-1-1,1 1 1,-1-1-1,0 1 1,0-1-1,-1 1 1,0 0-1,0 0 1,-5-8-1,4 9-90,1 1 1,-1-1-1,0 1 1,0 0-1,-1 0 1,1 0-1,-1 1 1,0 0-1,0-1 1,0 2-1,0-1 1,0 1-1,-1-1 1,1 1-1,-1 1 1,1-1-1,-12-1 1,3 2-6744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6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24575,'0'-2'0,"0"1"0,0-1 0,0 0 0,0 0 0,1 0 0,-1 0 0,1 1 0,-1-1 0,1 0 0,0 0 0,-1 1 0,1-1 0,0 0 0,0 1 0,0-1 0,2-1 0,-3 3 0,1-1 0,-1 1 0,0 0 0,1 0 0,-1-1 0,1 1 0,-1 0 0,0 0 0,1 0 0,-1 0 0,0 0 0,1 0 0,-1-1 0,1 1 0,-1 0 0,1 0 0,-1 0 0,0 0 0,1 0 0,-1 1 0,1-1 0,-1 0 0,0 0 0,1 0 0,-1 0 0,1 1 0,0-1 0,1 1 0,-1 0 0,0 0 0,0 0 0,0 0 0,0 0 0,-1 1 0,1-1 0,0 0 0,0 0 0,-1 1 0,2 0 0,1 8 0,0 1 0,0-1 0,-1 1 0,0-1 0,1 21 0,2 11 0,10 40 0,-14-77-83,2 8-237,0 0-1,1 0 0,10 23 1,-9-28-6506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15 24575,'2'-1'0,"1"-1"0,-1 0 0,0 1 0,1 0 0,0-1 0,-1 1 0,1 0 0,0 0 0,-1 1 0,1-1 0,0 0 0,0 1 0,0 0 0,3 0 0,1 0 0,0 0 0,0 0 0,0 1 0,12 3 0,-5 0 0,-1 1 0,1 1 0,-1 0 0,-1 1 0,1 0 0,-1 1 0,0 0 0,-1 1 0,19 19 0,-27-24 0,0-1 0,0 1 0,-1 0 0,0 0 0,0 0 0,0 0 0,0 0 0,0 0 0,-1 0 0,0 1 0,0-1 0,0 0 0,0 1 0,-1 4 0,0-6 0,0 0 0,0 0 0,0 0 0,-1 0 0,1 0 0,-1 0 0,0 0 0,0 0 0,0-1 0,0 1 0,0 0 0,-1 0 0,0-1 0,1 1 0,-1-1 0,0 0 0,0 1 0,0-1 0,0 0 0,0 0 0,-5 2 0,1 0 0,0-1 0,0 1 0,-1-2 0,0 1 0,0-1 0,1 0 0,-1 0 0,0-1 0,-1 0 0,1 0 0,0-1 0,0 0 0,0 0 0,0-1 0,0 1 0,-8-3 0,-5-2 0,1 0 0,1-2 0,-1 0 0,-28-15 0,42 19 0,-1-1 0,0 1 0,1-1 0,0 0 0,-8-7 0,11 9 0,1 0 0,-1 0 0,1 0 0,-1 0 0,1 0 0,0 0 0,0 0 0,0 0 0,0 0 0,0 0 0,0-1 0,1 1 0,-1 0 0,1-1 0,-1 1 0,1-1 0,0 1 0,0-4 0,6-23-1365,-3 16-5461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 24575,'0'0'0,"-1"0"0,1 0 0,0-1 0,-1 1 0,1 0 0,0-1 0,0 1 0,-1 0 0,1-1 0,0 1 0,0-1 0,-1 1 0,1 0 0,0-1 0,0 1 0,0-1 0,0 1 0,0 0 0,0-1 0,0 1 0,0-1 0,0 1 0,0 0 0,0-1 0,0 1 0,0-1 0,0 1 0,0-1 0,0 1 0,0 0 0,0-1 0,1 1 0,-1-1 0,0 1 0,0 0 0,0-1 0,1 1 0,-1 0 0,0-1 0,1 1 0,-1 0 0,0-1 0,1 1 0,-1 0 0,0 0 0,1 0 0,-1-1 0,0 1 0,1 0 0,-1 0 0,1 0 0,-1 0 0,0-1 0,1 1 0,2-1 0,0 0 0,-1 1 0,1-1 0,0 1 0,0-1 0,-1 1 0,4 0 0,2 1 0,0 0 0,-1 1 0,1 0 0,-1 0 0,1 1 0,-1 0 0,0 0 0,0 1 0,9 5 0,-2 1 0,0 1 0,-1 0 0,15 15 0,-23-20 0,0 0 0,0 1 0,-1-1 0,0 1 0,0 0 0,0 0 0,-1 0 0,0 1 0,-1-1 0,1 1 0,-2 0 0,1-1 0,0 13 0,-1-16 0,-1-1 0,0 1 0,0 0 0,0-1 0,-1 1 0,1 0 0,-1-1 0,0 1 0,0 0 0,0-1 0,-1 1 0,1-1 0,-1 0 0,0 0 0,1 1 0,-2-1 0,1 0 0,0 0 0,-1-1 0,1 1 0,-1 0 0,0-1 0,1 0 0,-1 1 0,-1-1 0,1 0 0,0-1 0,0 1 0,-1-1 0,-5 3 0,2-3 0,-1 1 0,1-1 0,-1 0 0,0 0 0,1-1 0,-1 0 0,0-1 0,1 0 0,-1 0 0,1 0 0,-1-1 0,-7-3 0,4 2 0,1-1 0,0-1 0,0 0 0,0-1 0,1 1 0,0-2 0,-15-12 0,21 16 0,0 1 0,1-1 0,-1 0 0,1-1 0,-1 1 0,1 0 0,0-1 0,0 0 0,1 1 0,-1-1 0,1 0 0,0 0 0,0 1 0,0-1 0,0 0 0,1 0 0,-1 0 0,1-6 0,1 2 0,0 1 0,0-1 0,1 1 0,0 0 0,0 0 0,1 0 0,0 0 0,7-13 0,-2 5-1365,-1 2-5461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24575,'-6'-4'0,"1"-1"0,-1 0 0,-1 1 0,1 0 0,0 1 0,-1-1 0,0 1 0,0 0 0,0 1 0,0 0 0,0 0 0,0 0 0,0 1 0,-1 0 0,-14 0 0,18 1 0,0 0 0,0 1 0,1-1 0,-1 1 0,0 0 0,0 0 0,1 0 0,-1 0 0,0 1 0,1-1 0,-1 1 0,1 0 0,0 0 0,0 0 0,0 1 0,0-1 0,0 1 0,0 0 0,0-1 0,1 1 0,0 0 0,-1 1 0,1-1 0,0 0 0,1 1 0,-1-1 0,0 1 0,1-1 0,0 1 0,0 0 0,0 0 0,0 3 0,-2 20 0,2 1 0,2 35 0,1-10 0,7 158 0,7-39 0,-1-20 0,0-16 0,-12-106 0,-1 56 0,-1 4 0,6-43 0,-4-30 0,2 26 0,-3-21 0,6 31 0,-3-22 0,2 3 0,-4-22 0,-1 0 0,2 21 0,-5 211 0,0-229 0,0 0 0,-4 18 0,1-17 0,0 26 0,3 117 0,2-74 0,-1-83 0,0 0 0,0 0 0,0 1 0,0-1 0,1 0 0,-1 0 0,1 0 0,-1 0 0,1 0 0,0 0 0,0 0 0,-1 0 0,2 0 0,1 4 0,-2-5 0,1 0 0,0 0 0,-1 1 0,1-1 0,0 0 0,0 0 0,0-1 0,-1 1 0,1 0 0,0-1 0,0 1 0,0-1 0,0 1 0,0-1 0,0 0 0,3 0 0,72-1 118,-30 0-1601,-34 0-5343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1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24575,'0'0'0,"1"-1"0,-1 0 0,0 1 0,0-1 0,1 0 0,-1 1 0,1-1 0,-1 1 0,1-1 0,-1 0 0,1 1 0,-1-1 0,1 1 0,-1-1 0,1 1 0,0 0 0,-1-1 0,1 1 0,0 0 0,-1-1 0,1 1 0,0 0 0,-1 0 0,1-1 0,0 1 0,0 0 0,-1 0 0,1 0 0,0 0 0,1 0 0,23 0 0,-15 2 0,1-1 0,0 1 0,0 0 0,18 6 0,-27-7 0,0 0 0,0 0 0,1 0 0,-1 0 0,0 1 0,0-1 0,0 1 0,0-1 0,0 1 0,-1 0 0,1-1 0,0 1 0,-1 0 0,1 0 0,-1 0 0,0 0 0,0 0 0,0 1 0,0-1 0,0 0 0,0 1 0,0 2 0,49 230 0,-41-195 0,-3 1 0,3 55 0,-7 84 0,-3-101 0,2-64 0,0 0 0,5 17 0,1 21 0,3 59 0,5 68 0,-9-106 0,-5 105 0,-2-83 0,2-57 0,7 53 0,-2-32 0,-5 109 0,-2-84 0,0-36 0,2 53 0,7-65 0,-1 3 0,-3-14 0,0 0 0,2-1 0,1 0 0,16 38 0,-11-31 0,-7-20 0,-3-8 0,0-1 0,-1 1 0,1 0 0,-1 0 0,1 4 0,-2-7 0,0-1 0,0 1 0,0 0 0,0 0 0,0-1 0,0 1 0,0 0 0,0-1 0,0 1 0,0 0 0,-1 0 0,1-1 0,0 1 0,-1 0 0,1-1 0,0 1 0,-1 0 0,1-1 0,-1 1 0,1-1 0,-1 1 0,1-1 0,-1 1 0,1-1 0,-1 1 0,1-1 0,-1 1 0,0-1 0,1 0 0,-1 1 0,0-1 0,0 1 0,-21 5-1365,12-2-5461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 24575,'-5'-7'0,"1"7"0,3 0 0,1 1 0,-1 0 0,1 0 0,-1 0 0,1 0 0,-1 1 0,1-1 0,0 0 0,0 0 0,-1 0 0,1 1 0,-2 35 0,2-37 0,0 12 0,1 0 0,1 0 0,0 0 0,6 20 0,20 46 0,-4-14 0,-24-63 0,27 94 0,-27-131-1365,0 22-5461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2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24575,'-20'0'0,"-13"0"0,-3 0 0,3 0 0,3 2 0,5 2 0,4-1 0,3 0 0,1 1 0,2 1 0,1 1 0,0 1 0,-1-2 0,3-2-8191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24575,'-6'-2'0,"5"3"0,9 8 0,15 11 0,32 15 0,1-3 0,1-2 0,72 25 0,-127-54-101,9 3 335,-11-4-282,0 0-1,1 0 1,-1 0 0,0 0-1,0 0 1,1 1 0,-1-1-1,0 0 1,1 0 0,-1 0-1,0 0 1,0 0 0,1 0-1,-1 0 1,0 0 0,1 0-1,-1 0 1,0 0 0,0-1 0,1 1-1,-1 0 1,0 0 0,0 0-1,1 0 1,-1 0 0,0 0-1,0-1 1,1 1 0,-1 0-1,0-1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 24575,'-2'-1'0,"-1"0"0,0 0 0,0 0 0,0 1 0,0-1 0,0 1 0,0 0 0,1 0 0,-1 0 0,0 0 0,0 0 0,0 0 0,0 1 0,0 0 0,0 0 0,0-1 0,1 1 0,-1 1 0,0-1 0,1 0 0,-1 1 0,1-1 0,-1 1 0,1 0 0,0 0 0,0 0 0,0 0 0,0 0 0,0 1 0,0-1 0,-2 4 0,-2 6 0,0 1 0,0-1 0,1 1 0,1 1 0,-4 16 0,4-16 0,-1 0-170,0 0-1,0 0 0,-2 0 1,1-1-1,-2 0 0,0 0 1,-18 21-1,19-25-6655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4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24575,'-1'0'0,"0"0"0,1 1 0,-1-1 0,0 0 0,1 1 0,-1-1 0,0 0 0,1 1 0,-1-1 0,1 1 0,-1-1 0,1 1 0,-1-1 0,1 1 0,-1 0 0,1-1 0,-1 1 0,1 0 0,0-1 0,-1 1 0,1 0 0,0-1 0,0 1 0,0 0 0,-1 0 0,1-1 0,0 1 0,0 0 0,0 0 0,0 0 0,0 25 0,3-15 0,-1-1 0,1 1 0,1-1 0,0 1 0,0-1 0,7 10 0,38 55 0,-47-72-227,0 0-1,0 0 1,0 0-1,-1 0 1,3 6-1,-2 0-6598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21 24575,'2'-2'0,"0"0"0,0 0 0,0 0 0,1 1 0,-1-1 0,1 1 0,-1-1 0,1 1 0,0 0 0,-1 0 0,1 0 0,0 0 0,0 0 0,0 1 0,0 0 0,0-1 0,0 1 0,-1 0 0,1 0 0,0 0 0,0 1 0,0-1 0,0 1 0,0 0 0,0 0 0,-1 0 0,1 0 0,4 2 0,6 4 0,-1 1 0,0 0 0,0 1 0,16 16 0,-10-9 0,-7-7 0,0 1 0,-1 0 0,0 1 0,14 20 0,-22-28 0,1 0 0,-1 0 0,0 1 0,-1-1 0,1 1 0,-1 0 0,0-1 0,1 1 0,-2 0 0,1 0 0,0 0 0,-1 0 0,0 0 0,1 0 0,-2-1 0,1 1 0,0 0 0,-1 0 0,0 0 0,0 0 0,0 0 0,-2 5 0,1-6 0,0-1 0,1 1 0,-1-1 0,0 0 0,-1 1 0,1-1 0,0 0 0,0 0 0,-1 0 0,0 0 0,1-1 0,-1 1 0,0-1 0,0 0 0,1 1 0,-1-1 0,0-1 0,0 1 0,0 0 0,-4 0 0,-8 0 0,1 0 0,-1 0 0,-15-2 0,10 0 0,4 0 0,0-1 0,0-1 0,0 0 0,1-1 0,-1 0 0,1-2 0,0 0 0,0 0 0,-27-18 0,40 23 0,0-1 0,-1 1 0,1-1 0,0 0 0,0 0 0,0 0 0,0 0 0,0 0 0,1 0 0,-1 0 0,1-1 0,-1 1 0,1-1 0,0 1 0,0-1 0,0 1 0,0-1 0,0-3 0,0 2 0,1 0 0,0 0 0,1 0 0,-1 0 0,1 0 0,-1 1 0,1-1 0,0 0 0,1 0 0,-1 1 0,3-7 0,4-2 0,0 0 0,0 0 0,1 0 0,1 1 0,18-17 0,-19 20-1365,-1 2-5461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18 24575,'-1'-2'0,"0"1"0,0-1 0,0 1 0,0 0 0,-1-1 0,1 1 0,0 0 0,0 0 0,-1 0 0,1 0 0,-1 0 0,-1-1 0,3 2 0,0 0 0,-1 0 0,1 0 0,0 0 0,-1 0 0,1 0 0,0 0 0,-1 0 0,1 0 0,0 0 0,0 0 0,-1 0 0,1 0 0,0 0 0,-1 0 0,1 1 0,0-1 0,0 0 0,-1 0 0,1 0 0,0 0 0,0 0 0,-1 1 0,1-1 0,0 0 0,-5 14 0,4-2 0,1 0 0,0 0 0,1-1 0,1 1 0,4 21 0,0-2 0,-3-17-273,1 0 0,1 0 0,0 0 0,12 24 0,-12-27-6553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14 24575,'6'-2'0,"1"-1"0,0 1 0,-1 0 0,1 1 0,0 0 0,0 0 0,0 0 0,0 1 0,0 0 0,0 0 0,0 1 0,0 0 0,-1 0 0,1 0 0,0 1 0,0 0 0,8 5 0,-1-2 0,-1 2 0,0 0 0,0 1 0,-1 0 0,0 1 0,0 0 0,12 13 0,-19-16 0,0-1 0,0 1 0,0 1 0,-1-1 0,0 0 0,6 14 0,-9-17 0,1 1 0,-1-1 0,0 0 0,-1 0 0,1 0 0,-1 1 0,1-1 0,-1 0 0,0 1 0,0-1 0,0 0 0,-1 1 0,1-1 0,-1 0 0,0 0 0,1 1 0,-2-1 0,0 4 0,-2 0 0,0-1 0,-1 1 0,1-1 0,-1 1 0,0-2 0,-1 1 0,0 0 0,0-1 0,0 0 0,-11 7 0,13-10 0,-1 1 0,0-1 0,0 0 0,0 0 0,-1 0 0,1-1 0,0 0 0,-1 0 0,1 0 0,0-1 0,-1 1 0,1-1 0,-1-1 0,1 1 0,-1-1 0,-6-1 0,0-2 0,0 0 0,0-1 0,0 0 0,1-1 0,-22-14 0,15 7 0,1-1 0,-26-27 0,39 37-50,1 0-1,-1 0 1,1-1-1,0 1 0,1-1 1,-1 0-1,1 0 1,0 0-1,0 0 1,1 0-1,-1 0 0,1-1 1,0 1-1,1 0 1,-1-1-1,1 1 1,0 0-1,0-1 0,1 1 1,0-1-1,0 1 1,0 0-1,0 0 1,1-1-1,0 1 1,3-6-1,4-3-6775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24575,'-14'4'0,"-7"2"0,-22 9 0,38-13 0,0 0 0,0 1 0,1-1 0,-1 1 0,1 0 0,0 0 0,0 1 0,0-1 0,0 1 0,-4 4 0,7-6 0,0 1 0,0-1 0,0 1 0,0-1 0,0 1 0,0-1 0,1 1 0,-1-1 0,1 1 0,0 0 0,-1-1 0,1 1 0,0 0 0,1-1 0,-1 4 0,3 6 0,6 24 0,-4-19 0,8 41 0,8 109 0,-15-100 0,-1 81 0,1 12 0,2-90 0,7 50 0,-11-93 0,2-1 0,13 37 0,2-4 0,17 81 0,-31-105 0,-1 1 0,2 64 0,-1-4 0,1-8 0,3 67 0,-7-116 0,3 9 0,-3-28 0,0 35 0,-5 5 0,2 47 0,-1-106 0,0 0 0,0 0 0,0 0 0,1 1 0,-1-1 0,0 0 0,0 0 0,1 0 0,-1 0 0,1 0 0,-1 0 0,1 0 0,-1 0 0,1 0 0,-1 0 0,1 0 0,0 0 0,0-1 0,-1 1 0,1 0 0,0 0 0,0-1 0,0 1 0,0-1 0,0 1 0,0-1 0,0 1 0,0-1 0,0 1 0,0-1 0,0 0 0,0 1 0,2-1 0,3 0 0,0 0 0,0-1 0,-1 1 0,1-1 0,9-3 0,8-1 0,53-6-1365,-63 8-5461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24575,'9'-6'0,"1"-1"0,0 2 0,0-1 0,0 1 0,20-6 0,-24 9 0,1 0 0,0 1 0,0-1 0,-1 1 0,1 1 0,0 0 0,0 0 0,0 0 0,0 0 0,12 4 0,-17-4 0,0 1 0,0 0 0,0 0 0,0 0 0,0 0 0,0 0 0,-1 1 0,1-1 0,0 0 0,-1 1 0,1-1 0,-1 1 0,0 0 0,1-1 0,-1 1 0,0 0 0,0 0 0,0 0 0,0 0 0,-1 0 0,1 0 0,0 0 0,-1 0 0,1 0 0,-1 4 0,1 6 0,0 0 0,-1 0 0,-2 19 0,0-6 0,2 4 0,1-1 0,7 40 0,-7-58 0,35 257 0,0 8 0,-33-264 0,10 51 0,-3 0 0,4 104 0,-16-38 0,4 142 0,12-124 0,-1-13 0,-9-98 0,3 3 0,-5-27 0,0 1 0,1 17 0,-2-2 0,-1 2 0,5 30 0,-3-48 0,0 0 0,1 0 0,0-1 0,0 1 0,1-1 0,7 12 0,-7-14 0,0 0 0,0-1 0,-1 2 0,5 15 0,-8-22 0,1-1 0,-1 1 0,0-1 0,1 1 0,-1-1 0,0 1 0,0-1 0,0 1 0,0-1 0,-1 1 0,1-1 0,0 1 0,-1-1 0,1 1 0,-1-1 0,1 0 0,-1 1 0,0-1 0,1 0 0,-1 1 0,0-1 0,0 0 0,0 0 0,0 0 0,0 0 0,0 0 0,0 0 0,-1 0 0,1 0 0,0 0 0,0 0 0,-1-1 0,1 1 0,-1 0 0,1-1 0,0 1 0,-3-1 0,-24 4-1365,15-4-5461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24575,'-1'45'0,"2"79"0,6-75 0,-6-45 0,0 1 0,0-1 0,1 0 0,-1 0 0,1 0 0,0-1 0,0 1 0,0 0 0,4 4 0,0-4-1365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24575,'-18'0'0,"-9"0"0,-2 0 0,2 0 0,2 0 0,3 0 0,2 0 0,3 3 0,1 0 0,1 0 0,0 0 0,3-1-8191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24575,'0'0'0,"0"0"0,0 0 0,-1 0 0,1 0 0,0-1 0,-1 1 0,1 0 0,0 0 0,-1 0 0,1 0 0,0 1 0,-1-1 0,1 0 0,0 0 0,-1 0 0,1 0 0,0 0 0,-1 0 0,1 0 0,0 1 0,0-1 0,-1 0 0,1 0 0,0 0 0,0 1 0,-1-1 0,1 0 0,0 0 0,0 1 0,0-1 0,-1 0 0,1 0 0,0 1 0,0-1 0,0 1 0,0 0 0,0 0 0,0-1 0,1 1 0,-1 0 0,0 0 0,1 0 0,-1 0 0,1-1 0,-1 1 0,1 0 0,-1-1 0,2 2 0,20 18 0,54 28 0,7 5 0,-68-43 0,141 99 0,-155-109-117,-1 1 60,1-1 1,-1 0-1,0 1 0,1-1 0,-1 0 1,1 1-1,-1-1 0,1 0 0,-1 0 1,0 0-1,1 1 0,-1-1 1,1 0-1,-1 0 0,1 0 0,-1 0 1,1 0-1,-1 0 0,1 0 0,-1 0 1,2 0-1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24575,'-7'2'0,"0"0"0,0 1 0,1 0 0,-1 0 0,1 0 0,-1 1 0,1 0 0,0 0 0,1 1 0,-1-1 0,1 1 0,0 1 0,0-1 0,0 1 0,1-1 0,0 1 0,0 1 0,-5 9 0,-5 21 0,1 1 0,-14 69 0,25-102-114,1 0 1,-1-1-1,1 1 0,-1-1 0,-1 1 1,1-1-1,0 0 0,-1 0 0,0 0 1,0 0-1,-6 5 0,-2 1-6712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24575,'2'-1'0,"0"-1"0,1 0 0,-1 1 0,0 0 0,1-1 0,-1 1 0,1 0 0,0 0 0,-1 1 0,1-1 0,0 1 0,-1-1 0,1 1 0,5 0 0,2 0 0,-1 0 0,0 1 0,10 2 0,-6 1 0,1-1 0,24 12 0,-31-12 0,-1 0 0,1 0 0,-1 1 0,0 0 0,0 0 0,-1 1 0,8 7 0,-12-11 0,1 1 0,-1-1 0,0 1 0,0 0 0,0-1 0,0 1 0,0 0 0,0 0 0,0-1 0,0 1 0,-1 0 0,1 0 0,-1 0 0,0 0 0,1 0 0,-1 0 0,0 0 0,0 0 0,0 0 0,0 0 0,-1 0 0,1 0 0,0 0 0,-1 0 0,0 2 0,-2 1 0,1-1 0,-1 1 0,0-1 0,0 0 0,-1 1 0,1-1 0,-1-1 0,-5 5 0,8-7 0,0 0 0,0-1 0,0 1 0,1 0 0,-1 0 0,0-1 0,1 1 0,-1 0 0,0 0 0,1 0 0,-1 0 0,1 0 0,0 0 0,-1 0 0,1 0 0,0 0 0,-1 0 0,1 1 0,0-1 0,0 0 0,0-1 0,1 1 0,-1 0 0,0 0 0,0-1 0,1 1 0,-1 0 0,0-1 0,1 1 0,-1-1 0,1 1 0,-1-1 0,1 1 0,-1-1 0,1 1 0,-1-1 0,1 1 0,1 0 0,1 1 0,1-1 0,-1 1 0,1-1 0,0 0 0,-1 0 0,1 0 0,0 0 0,5 0 0,65-2 0,-47 0 0,29 2 0,-44 1-1365,-2 2-5461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41 24575,'-5'-1'0,"1"0"0,-1 0 0,0 0 0,0-1 0,0 0 0,-6-3 0,-7-2 0,-5 0 0,1 2 0,-27-4 0,48 9 0,-1 0 0,1 0 0,0 0 0,0 0 0,0 0 0,-1 0 0,1 1 0,0-1 0,0 0 0,-1 1 0,1-1 0,0 1 0,0-1 0,0 1 0,0-1 0,0 1 0,0 0 0,0-1 0,0 1 0,0 0 0,0 0 0,0 0 0,0 0 0,1 0 0,-1 0 0,0 0 0,1 0 0,-1 0 0,1 0 0,-1 0 0,1 1 0,-1-1 0,1 0 0,0 0 0,0 0 0,0 1 0,-1 0 0,0 8 0,1 0 0,0-1 0,1 20 0,1-14 0,-1 15 0,8 112 0,8-33 0,33 113 0,-45-203 0,14 49 0,19 129 0,-24-73 0,13 57 0,-14-105 0,-4-19 0,3 110 0,-12 147 0,1-292 0,2 0 0,0 0 0,7 23 0,4 25 0,-8-32 0,-2-16 0,1 40 0,-4-49 0,0 0 0,1-1 0,1 1 0,5 16 0,-4-15 0,0 0 0,-1 0 0,1 16 0,-4-27 0,0-1 0,0 0 0,1 1 0,-1-1 0,1 0 0,-1 1 0,1-1 0,0 0 0,-1 0 0,1 1 0,1-1 0,-1 0 0,2 2 0,-2-2 0,1-1 0,-1 0 0,1 0 0,0 0 0,-1 0 0,1 0 0,0 0 0,0 0 0,0 0 0,0-1 0,-1 1 0,1-1 0,0 1 0,0-1 0,0 0 0,3 0 0,5 1-195,0-1 0,0 0 0,0 0 0,0-1 0,0-1 0,17-4 0,-17 3-6631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72 24575,'0'-6'0,"0"0"0,0-1 0,1 1 0,0 0 0,3-12 0,-4 17 0,0 0 0,1-1 0,0 1 0,-1 0 0,1 0 0,0 0 0,0-1 0,-1 1 0,1 0 0,0 0 0,0 0 0,0 0 0,0 0 0,0 1 0,1-1 0,-1 0 0,0 0 0,0 1 0,0-1 0,1 1 0,-1-1 0,0 1 0,1-1 0,-1 1 0,0 0 0,1 0 0,-1 0 0,1 0 0,-1 0 0,0 0 0,1 0 0,2 0 0,2 2 0,0 0 0,1 0 0,-1 0 0,0 1 0,0-1 0,0 1 0,5 4 0,2 2 0,22 19 0,-24-18 0,-1 0 0,0 0 0,-1 2 0,0-1 0,-1 1 0,0 0 0,-1 1 0,10 22 0,-15-29 0,0-1 0,0 0 0,-1 1 0,1-1 0,-1 1 0,-1 0 0,1-1 0,-1 1 0,0 0 0,0-1 0,-1 1 0,0 0 0,0-1 0,0 1 0,0-1 0,-1 1 0,0-1 0,0 0 0,0 0 0,-1 0 0,0 0 0,0 0 0,0 0 0,-8 8 0,8-11 0,0 0 0,0 0 0,0 0 0,0 0 0,-1 0 0,1-1 0,0 1 0,-1-1 0,1 0 0,-1 0 0,0 0 0,1-1 0,-1 1 0,-6-1 0,-5 1 0,0-2 0,-17-2 0,26 2 0,-1 0 0,1-1 0,0 0 0,0 0 0,0-1 0,0 0 0,0 0 0,0 0 0,1-1 0,-8-5 0,6 3 0,1 0 0,-1 0 0,1 0 0,0-1 0,1 0 0,-1-1 0,-3-7 0,6 10 0,1-1 0,0 1 0,1-1 0,-1 0 0,1 0 0,0 1 0,1-1 0,-1 0 0,1 0 0,0 0 0,1 0 0,-1 1 0,1-1 0,1 0 0,-1 0 0,1 1 0,4-11 0,-3 9 0,0-1 0,1 1 0,0 0 0,0 1 0,0-1 0,1 1 0,0 0 0,0 0 0,1 0 0,0 1 0,0 0 0,12-8 0,-16 12-114,-1 0 1,1 0-1,-1 1 0,1-1 0,-1 1 1,1-1-1,-1 1 0,1 0 0,0-1 1,-1 1-1,4 0 0,3 2-6712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42 24575,'-1'-2'0,"1"1"0,0-1 0,0 1 0,0-1 0,1 1 0,-1-1 0,0 0 0,0 1 0,1-1 0,-1 1 0,1-1 0,0 1 0,-1 0 0,1-1 0,0 1 0,0 0 0,0-1 0,0 1 0,0 0 0,0 0 0,0 0 0,0 0 0,0 0 0,0 0 0,1 0 0,-1 0 0,0 0 0,1 0 0,-1 1 0,1-1 0,-1 1 0,1-1 0,-1 1 0,1 0 0,-1-1 0,1 1 0,-1 0 0,1 0 0,0 0 0,1 0 0,4 1 0,0 0 0,0 0 0,-1 1 0,1-1 0,0 1 0,-1 1 0,1 0 0,5 3 0,11 7 0,-1 2 0,-1 1 0,0 1 0,28 28 0,-45-40 0,1 0 0,-1 0 0,0 0 0,0 1 0,-1-1 0,1 1 0,-1 0 0,-1 0 0,1 0 0,-1 0 0,0 1 0,0-1 0,1 11 0,-3-13 0,0 0 0,0 0 0,0-1 0,0 1 0,-1 0 0,1 0 0,-1 0 0,0-1 0,0 1 0,-1-1 0,1 1 0,-1-1 0,0 1 0,1-1 0,-2 0 0,1 0 0,0 0 0,0 0 0,-1 0 0,0 0 0,0-1 0,1 1 0,-1-1 0,-7 4 0,5-3 0,-1-1 0,1 0 0,-1 0 0,0 0 0,1-1 0,-1 0 0,0 0 0,0 0 0,0-1 0,0 0 0,0 0 0,0 0 0,0-1 0,1 0 0,-11-3 0,5 1 0,0 0 0,0-1 0,0-1 0,1 0 0,-1 0 0,1-1 0,-10-8 0,13 8 0,0 0 0,1 0 0,-1 0 0,1-1 0,1 0 0,-1-1 0,1 1 0,1-1 0,-1 0 0,-5-16 0,8 21 0,1-1 0,0 0 0,0 1 0,0-1 0,1 0 0,-1 1 0,1-1 0,0 0 0,0 0 0,0 0 0,1 1 0,-1-1 0,1 0 0,0 0 0,0 1 0,0-1 0,0 1 0,1-1 0,0 1 0,-1-1 0,1 1 0,1 0 0,-1 0 0,0 0 0,1 0 0,-1 0 0,1 1 0,4-4 0,4-2-1365,0 3-5461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 24575,'-6'-8'0,"6"8"0,0 0 0,-1 0 0,1 0 0,0 0 0,0 0 0,0 0 0,0 0 0,0 0 0,-1 0 0,1 0 0,0 0 0,0 0 0,0 1 0,0-1 0,0 0 0,-1 0 0,1 0 0,0 0 0,0 0 0,0 0 0,0 0 0,0 0 0,0 1 0,-1-1 0,1 0 0,0 0 0,0 0 0,0 0 0,0 0 0,0 0 0,0 1 0,0-1 0,0 0 0,-1 2 0,1 0 0,-1-1 0,1 1 0,0 0 0,0-1 0,0 1 0,0 0 0,0-1 0,0 3 0,5 16 0,1-1 0,1 0 0,1 0 0,0 0 0,21 31 0,-16-26 0,0-1-682,21 27-1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11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24575,'0'0'0,"0"-1"0,-1 1 0,1-1 0,0 0 0,-1 1 0,1-1 0,0 0 0,0 1 0,-1-1 0,1 0 0,0 1 0,0-1 0,0 0 0,0 1 0,0-1 0,0 0 0,0 1 0,0-1 0,0 0 0,0 1 0,1-1 0,-1 0 0,0 0 0,1 0 0,-1 1 0,1 0 0,0-1 0,-1 1 0,1 0 0,-1-1 0,1 1 0,0 0 0,-1 0 0,1-1 0,-1 1 0,1 0 0,0 0 0,-1 0 0,1 0 0,0 0 0,-1 0 0,1 0 0,0 0 0,4 1 0,0 0 0,0 0 0,0 0 0,9 4 0,94 43 0,-105-47 0,0 0 0,-1 1 0,1-1 0,0 1 0,-1-1 0,1 1 0,-1 0 0,0 0 0,0 0 0,1 0 0,-1 0 0,-1 1 0,1-1 0,0 1 0,-1-1 0,1 1 0,1 4 0,-1 0 0,0 0 0,-1-1 0,0 1 0,0 0 0,-1 0 0,0 12 0,-1 3 0,1-1 0,1 0 0,1 1 0,5 20 0,53 230 0,-18-31 0,-14-62 0,33 155 0,-23-77 0,-33-210 0,8 122 0,-13-144 0,-1 8 0,2 1 0,8 58 0,7 14 0,-5-49 0,12 84 0,-22-139 0,-1 1 0,0-1 0,1 0 0,-1 0 0,0 0 0,0 0 0,-1 1 0,1-1 0,0 0 0,-1 0 0,1 0 0,-1 0 0,0 0 0,0 0 0,0 0 0,0 0 0,0 0 0,0 0 0,0 0 0,-1 0 0,1-1 0,0 1 0,-1-1 0,0 1 0,1-1 0,-1 1 0,0-1 0,0 0 0,0 0 0,0 0 0,0 0 0,0 0 0,0 0 0,0-1 0,0 1 0,-3 0 0,-25 6-1365,16-4-5461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4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22 24575,'16'-21'0,"-15"33"0,-1 9 0,-1 32 0,0 20 0,-6-32 0,4-30 0,1 0 0,-1 17 0,4 86 0,-2 46 0,-6-109 0,3-33 0,-1 35 0,6 159 0,0-200 0,0-1 0,5 21 0,-4-20 0,1 1 0,0 14 0,-4 49 0,2 30 0,6-59 0,-4-30 0,2 26 0,-4-21 0,5 21 0,-2-23 0,0 32 0,-4 588 0,-2-615 0,-4 32 0,-2 18 0,9 19 0,-2 37 0,-6-70 0,-1 17 0,7 227 0,2-144 0,-2-144 0,-5 32 0,-2 10 0,7-21 0,0-1 0,3 1 0,7 44 0,7 15 0,-11-64 0,-6-57 0,1-33 0,1 13 0,16-332 0,13 59 0,-25 238 0,5-131 0,-11-473 0,-8 559 0,2 52 0,-6-58 0,-4-81 0,18-177 0,-11 278 0,4 61 0,-1 1 0,4 28 0,-2-31 0,4 38 0,-1 0 0,-3-14 0,3 18 0,0 1 0,1-1 0,0 0 0,0 0 0,1 1 0,0-1 0,2-12 0,4-23 0,-1 0 0,-3-77 0,-2 86 0,0 24 17,-2 0 1,-3-19-1,0 7-1434,3 10-5409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7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33 24575,'23'2'0,"-23"-3"0,0 1 0,0 0 0,0 0 0,1 0 0,-1 0 0,0 0 0,0 0 0,0 0 0,0 0 0,0 0 0,0 0 0,1 0 0,-1 1 0,0-1 0,0 0 0,0 0 0,0 0 0,0 0 0,0 0 0,1 0 0,-1 0 0,0 0 0,0 0 0,0 0 0,0 0 0,0 0 0,0 1 0,0-1 0,0 0 0,0 0 0,1 0 0,-1 0 0,0 0 0,0 0 0,0 1 0,0-1 0,0 0 0,0 0 0,0 0 0,0 0 0,-12 5 0,-6-1 0,-1-2 0,-1 0 0,1-1 0,-33-3 0,13 1 0,33 1 17,0 0 0,1 0 1,-1-1-1,1 0 0,-1 0 0,-8-4 0,11 4-123,0 0 0,0-1 0,1 1 0,-1-1 0,0 0 0,1 0-1,-1 0 1,1 0 0,0 0 0,0-1 0,0 1 0,0-1 0,-2-3 0,-1-2-6720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7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16 24575,'-28'-3'0,"-15"0"0,-3-1 0,4 2 0,7 0 0,6 1 0,6 3 0,5 1 0,1 0 0,3 0 0,2 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9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 24575,'-5'-8'0,"1"8"0,3 1 0,1 0 0,-1 0 0,1 0 0,-1 0 0,1 0 0,-1 0 0,1 0 0,0 0 0,0 0 0,-1 0 0,1 2 0,-2 33 0,2-36 0,1 29 0,2 0 0,1 0 0,1-1 0,1 0 0,11 31 0,-14-48-273,0 1 0,-1 0 0,-1-1 0,1 19 0,-2-17-6553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 24575,'38'0'0,"45"1"0,-78 0 0,0 0 0,0 0 0,0 1 0,0-1 0,0 1 0,-1 1 0,1-1 0,-1 1 0,1 0 0,-1 0 0,0 0 0,5 4 0,-3 0 0,1-1 0,-1 1 0,0 0 0,0 1 0,8 15 0,-12-20 0,0 1 0,-1 0 0,1 0 0,-1 0 0,0 0 0,0 0 0,0 0 0,-1 0 0,1 1 0,-1-1 0,0 0 0,0 0 0,0 0 0,-1 1 0,0-1 0,1 0 0,-2 0 0,1 0 0,0 0 0,-1 0 0,0-1 0,1 1 0,-1 0 0,-1-1 0,1 1 0,-1-1 0,-3 4 0,2-3 0,0 0 0,0 0 0,0-1 0,-1 0 0,0 0 0,1 0 0,-1 0 0,0-1 0,0 0 0,-1 0 0,1 0 0,0-1 0,-1 1 0,1-1 0,-1-1 0,1 1 0,-1-1 0,1 0 0,-1 0 0,-7-1 0,2-2 0,1 1 0,-1-1 0,1-1 0,-1 0 0,1 0 0,0-1 0,1-1 0,-1 1 0,-16-14 0,21 14 0,0 1 0,0-1 0,0 0 0,1 0 0,0 0 0,-1-1 0,2 0 0,-1 0 0,1 0 0,0 0 0,0 0 0,1-1 0,0 1 0,0-1 0,0 1 0,1-1 0,-1-7 0,2 12-124,0-1 0,0 1 0,0 0 0,1 0 0,-1-1 0,1 1-1,-1 0 1,1 0 0,0-1 0,1-2 0,5-4-6702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53 24575,'1'-3'0,"0"0"0,0 0 0,0 0 0,0 0 0,0 1 0,1-1 0,-1 0 0,1 1 0,0-1 0,-1 1 0,1-1 0,0 1 0,1 0 0,-1 0 0,0 0 0,1 0 0,3-2 0,-4 3 0,1 0 0,-1 0 0,0 0 0,1 1 0,-1-1 0,1 1 0,-1 0 0,0-1 0,1 1 0,-1 0 0,1 1 0,-1-1 0,1 0 0,-1 1 0,1-1 0,-1 1 0,0 0 0,1 0 0,-1 0 0,0 0 0,5 3 0,4 3 0,0 1 0,0 1 0,-1 0 0,0 0 0,0 1 0,-1 0 0,-1 1 0,0 0 0,0 0 0,-1 1 0,0 0 0,-1 0 0,0 1 0,-1-1 0,4 17 0,-8-25 0,0 1 0,-1 0 0,1-1 0,-1 1 0,0 0 0,0 0 0,-1-1 0,1 1 0,-1 0 0,0 0 0,0-1 0,-4 8 0,4-9 0,-1 0 0,0 0 0,0 0 0,0 0 0,0-1 0,0 1 0,-1 0 0,0-1 0,1 0 0,-1 0 0,0 0 0,0 0 0,0 0 0,0 0 0,0-1 0,0 1 0,-7 1 0,3-2 0,0 0 0,0 0 0,0 0 0,0-1 0,0 0 0,0-1 0,0 1 0,0-1 0,0-1 0,0 1 0,0-1 0,0-1 0,1 1 0,-1-1 0,1 0 0,-1 0 0,1-1 0,-8-6 0,10 7 0,-1-1 0,1 0 0,0 0 0,0 0 0,1 0 0,-1 0 0,1-1 0,0 0 0,0 1 0,-4-10 0,6 10 0,0 0 0,0 0 0,0 0 0,0 0 0,1 0 0,-1 0 0,1 0 0,0 0 0,0 0 0,1-1 0,-1 1 0,1 0 0,0 0 0,0 0 0,3-6 0,-2 6-97,0 0 0,1 0 0,-1 0-1,1 1 1,6-7 0,-6 7-685,4-6-6044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1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67 24575,'-56'-23'0,"-46"-17"0,100 39 0,0 1 0,1-1 0,-1 0 0,0 1 0,0 0 0,0-1 0,0 1 0,0 0 0,1 0 0,-1 0 0,0 0 0,0 1 0,0-1 0,0 0 0,0 1 0,1-1 0,-1 1 0,-3 1 0,4-1 0,-1 1 0,1-1 0,0 1 0,-1-1 0,1 1 0,0-1 0,0 1 0,0 0 0,0 0 0,0-1 0,0 1 0,0 0 0,1 0 0,-1 0 0,1 0 0,0 0 0,-1 3 0,0 9 0,1 0 0,0 0 0,1 0 0,1 0 0,0 0 0,7 22 0,2 21 0,0 23 0,0 106 0,-1 2 0,-5-109 0,13 65 0,-7-59 0,-6-47 0,7 98 0,-13-86 0,-8 52 0,5-66 0,1 0 0,2 0 0,3 36 0,2-42 0,9 33 0,0-5 0,-9-34 0,1-1 0,-2-1 0,1 31 0,-4-18 0,-6 51 0,6-85 0,-1 1 0,1-1 0,0 1 0,0-1 0,0 1 0,0 0 0,0-1 0,1 1 0,-1-1 0,0 1 0,1-1 0,-1 0 0,1 1 0,-1-1 0,1 1 0,0-1 0,0 0 0,-1 1 0,1-1 0,2 2 0,-1-2 0,0 1 0,0-1 0,0 1 0,0-1 0,1 0 0,-1 1 0,0-1 0,1-1 0,-1 1 0,1 0 0,2 0 0,6 0 0,-1 0 0,1 0 0,-1-1 0,20-3 0,-17 0-1365,-3 0-5461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2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24575,'1'-6'0,"0"0"0,0 0 0,1 0 0,0 0 0,0 1 0,1-1 0,-1 0 0,7-9 0,-7 13 0,0 0 0,0 0 0,0 0 0,0 0 0,0 0 0,0 0 0,1 1 0,-1-1 0,0 1 0,1 0 0,0-1 0,-1 1 0,1 0 0,-1 1 0,1-1 0,0 0 0,0 1 0,0 0 0,-1-1 0,1 1 0,3 0 0,8 2 0,-1 0 0,0 1 0,0 0 0,0 1 0,0 1 0,0 0 0,-1 0 0,0 2 0,0-1 0,-1 1 0,1 1 0,11 11 0,-20-17 0,-1 1 0,1 1 0,-1-1 0,0 0 0,0 1 0,0-1 0,0 1 0,-1-1 0,1 1 0,-1 0 0,0 0 0,0-1 0,-1 1 0,1 0 0,-1 0 0,1 0 0,-1 0 0,-1 0 0,1 0 0,-1 5 0,-1 6 0,-1-1 0,-1 1 0,-10 27 0,2-10 0,1 0 0,2 0 0,1 1 0,1 1 0,2-1 0,2 1 0,0-1 0,5 67 0,14 39 0,13 206 0,4 119 0,-21-352 0,-5-56 0,-3-24 0,1 38 0,-5-61 0,1 0 0,1 0 0,-1 0 0,1 0 0,1 0 0,0-1 0,0 1 0,0-1 0,1 0 0,1 0 0,-1 0 0,9 10 0,-11-16 0,-1 0 0,1 1 0,-1-1 0,0 0 0,0 1 0,0-1 0,0 1 0,0-1 0,-1 1 0,1-1 0,-1 1 0,1 4 0,-2-6 0,1 0 0,0 0 0,0 1 0,-1-1 0,1 0 0,-1 0 0,1 0 0,-1 0 0,1 0 0,-1 0 0,0 0 0,1 0 0,-1-1 0,0 1 0,0 0 0,0 0 0,1 0 0,-1-1 0,0 1 0,0 0 0,0-1 0,0 1 0,0-1 0,0 1 0,-1-1 0,1 0 0,0 1 0,0-1 0,0 0 0,0 0 0,-1 0 0,-18 2 0,0 0 0,-34-3 0,-20 1 0,16 6-1365,35-3-5461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4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111 262 24575,'-6'-6'0,"1"0"0,-1 0 0,1 0 0,0-1 0,1 0 0,-7-12 0,10 17 0,0 0 0,0 0 0,1-1 0,-1 1 0,1 0 0,-1 0 0,1-1 0,0 1 0,0 0 0,0-1 0,0 1 0,0 0 0,0-1 0,1 1 0,-1 0 0,1-1 0,-1 1 0,1 0 0,0 0 0,0 0 0,0 0 0,0 0 0,1 0 0,-1 0 0,0 0 0,1 0 0,2-2 0,13-11 0,1 0 0,32-18 0,-27 18 0,-9 6 0,1 0 0,0 1 0,1 1 0,0 0 0,30-8 0,-35 12 0,0 1 0,0 0 0,0 1 0,0 1 0,0-1 0,1 2 0,-1 0 0,0 0 0,22 6 0,-21-3 0,0 2 0,-1-1 0,0 2 0,0 0 0,0 0 0,16 14 0,3 2 0,-12-8 0,-1 1 0,0 0 0,24 32 0,-14-16 0,-15-19 0,-2 0 0,1 1 0,-2 0 0,14 28 0,-20-37 0,-1 0 0,0 1 0,0 0 0,0-1 0,-1 1 0,0 0 0,0 0 0,0 0 0,-1 0 0,0 0 0,0 0 0,0 0 0,-1 0 0,0 0 0,0-1 0,-1 1 0,-2 7 0,2-9 0,-1 0 0,1 0 0,-1 0 0,0-1 0,0 1 0,0-1 0,0 0 0,0 0 0,-1 0 0,-6 4 0,-6 3 0,-20 10 0,26-15 0,-11 4 0,1-1 0,-32 8 0,4-2 0,12-1 0,0-3 0,0 0 0,-51 5 0,51-12 0,-65-6 0,92 2 0,-1 0 0,1-1 0,-1-1 0,1 0 0,0 0 0,0-1 0,0 0 0,1 0 0,-1-1 0,-9-7 0,12 7 0,0 1 0,0-1 0,1-1 0,-1 1 0,1-1 0,1 0 0,-1 0 0,1 0 0,0-1 0,0 0 0,1 1 0,0-1 0,-4-11 0,5 5 0,-1 0 0,1 0 0,1 0 0,1 0 0,0-14 0,1 18 0,0 0 0,0 1 0,1-1 0,0 1 0,0 0 0,1-1 0,0 1 0,7-13 0,-8 17-151,1 0-1,0 0 0,0 1 0,1-1 1,-1 1-1,1-1 0,0 1 1,8-5-1,1 1-6674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5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60 154 24575,'-4'-2'0,"0"0"0,0 0 0,0-1 0,1 1 0,-1-1 0,1 0 0,0 0 0,0 0 0,0 0 0,0 0 0,0-1 0,1 1 0,-1-1 0,1 1 0,0-1 0,0 0 0,1 0 0,-3-7 0,4 9 0,-1 0 0,0 0 0,1 0 0,0 0 0,-1-1 0,1 1 0,0 0 0,0 0 0,1 0 0,-1 0 0,0-1 0,1 1 0,-1 0 0,1 0 0,-1 0 0,1 0 0,0 0 0,0 0 0,2-3 0,-1 3 0,1-1 0,-1 0 0,1 1 0,0 0 0,-1-1 0,1 1 0,0 0 0,0 1 0,1-1 0,5-2 0,3 0 0,1 0 0,-1 1 0,1 1 0,-1 0 0,21 0 0,0 3 0,-1 2 0,1 1 0,-1 2 0,0 0 0,0 3 0,33 13 0,-53-18 0,0 1 0,0 0 0,0 1 0,-1 1 0,0 0 0,0 0 0,-1 1 0,13 12 0,-16-13 0,-1 0 0,0 1 0,0 0 0,0 1 0,-1-1 0,0 1 0,-1 0 0,0 0 0,0 1 0,-1-1 0,3 14 0,-5-16 0,28 164 0,-27-160 0,-2 1 0,1 0 0,-1-1 0,-1 1 0,-2 12 0,2-21 0,0 0 0,0 1 0,0-1 0,0 0 0,-1 0 0,1 0 0,-1 0 0,0 0 0,0 0 0,0-1 0,0 1 0,0 0 0,-1-1 0,1 0 0,-1 0 0,0 0 0,1 0 0,-1 0 0,0 0 0,0 0 0,-6 1 0,0 0 0,0 0 0,0-1 0,0 0 0,0-1 0,-12 1 0,-48-3 0,36 0 0,9 0 0,1-2 0,0 0 0,0-2 0,0-1 0,1 0 0,-1-2 0,1-1 0,-29-15 0,44 20 10,0 0 0,0 0 0,0-1 0,1 0 0,0 0 0,0 0 0,1-1 0,-1 1 0,1-2 0,0 1 0,-5-10 0,7 11-93,1 1 1,-1-1-1,1 0 1,1 0-1,-1 0 1,1 0-1,0-1 1,0 1-1,0 0 1,1-1-1,0 1 1,0 0-1,0 0 1,1-1-1,0 1 1,0 0-1,3-9 1,-1 4-6744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6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18 141 24575,'-1'-3'0,"0"1"0,0 0 0,0 0 0,0 0 0,1-1 0,-1 1 0,1 0 0,-1-1 0,1 1 0,0 0 0,0-1 0,0 1 0,0-1 0,0 1 0,0 0 0,1-1 0,-1 1 0,1 0 0,0-1 0,0 1 0,0 0 0,1-4 0,1 3 0,0-1 0,0 1 0,0 0 0,0 0 0,0 0 0,1 0 0,-1 0 0,1 1 0,0 0 0,0 0 0,6-3 0,14-5 0,1 2 0,0 0 0,0 2 0,0 1 0,1 1 0,0 1 0,-1 1 0,1 1 0,34 3 0,-56-1 0,1-1 0,-1 1 0,0 0 0,1 0 0,-1 1 0,0-1 0,1 1 0,-1 0 0,0 0 0,0 1 0,0-1 0,-1 1 0,1-1 0,-1 1 0,1 0 0,3 5 0,-1 0 0,0 1 0,0 0 0,0 0 0,-1 1 0,7 17 0,46 143 0,-30-84 0,-24-75 0,-1 0 0,0 1 0,0-1 0,-2 1 0,1 0 0,-1 0 0,-2 20 0,1-28 0,0 0 0,-1-1 0,0 1 0,0 0 0,0-1 0,0 1 0,0-1 0,-1 1 0,0-1 0,1 0 0,-1 1 0,0-1 0,-1 0 0,1 0 0,0-1 0,-1 1 0,0 0 0,0-1 0,1 1 0,-1-1 0,-1 0 0,1 0 0,0 0 0,0-1 0,-1 1 0,1-1 0,-8 2 0,-27 5 0,0-3 0,-1-1 0,1-1 0,-1-3 0,1-1 0,-1-1 0,-47-10 0,75 10 0,-1-1 0,1 0 0,-1 0 0,1-1 0,0 0 0,-12-7 0,19 9 0,0-1 0,1 1 0,-1-1 0,1 0 0,0 1 0,-1-1 0,1-1 0,1 1 0,-1 0 0,0-1 0,1 1 0,0-1 0,0 0 0,0 0 0,0 0 0,0 0 0,1 0 0,0 0 0,-1-8 0,0-19-1365,3 17-5461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9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0 24575,'22'0'0,"-17"0"0,-16 0 0,-19 1 0,-50 7 0,57-4 0,-1-2 0,0 0 0,-40-4 0,62 2-105,1 0 0,-1 0 0,1-1 0,-1 1 0,0-1 0,1 1 0,-1-1 0,1 0 0,0 1 0,-1-1 0,1 0 0,-2-1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63 24575,'-28'-10'0,"-13"-4"0,-1 1 0,4 2 0,3 4 0,4 2 0,6 2 0,2 5 0,2 1 0,1 1 0,3 2 0,3 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0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23 24575,'7'-4'0,"0"1"0,0 0 0,1 0 0,0 1 0,-1 0 0,1 0 0,0 0 0,0 1 0,15 1 0,-16 0 0,-1 1 0,0 0 0,0 0 0,0 1 0,0 0 0,0 0 0,0 0 0,0 1 0,-1 0 0,1 0 0,-1 1 0,0-1 0,6 6 0,1 2 0,0 0 0,0 1 0,-1 1 0,10 14 0,-16-19 0,1 1 0,-2-1 0,1 1 0,-1-1 0,0 1 0,-1 1 0,0-1 0,2 13 0,-5-19 0,1 0 0,-1 0 0,0 0 0,0 0 0,-1 0 0,1 0 0,-1 0 0,1 0 0,-1 0 0,0 0 0,0 0 0,0 0 0,0-1 0,-1 1 0,1 0 0,-1-1 0,0 1 0,1-1 0,-1 0 0,0 1 0,-1-1 0,1 0 0,0 0 0,-1 0 0,1-1 0,-1 1 0,1 0 0,-1-1 0,0 0 0,-3 2 0,-5 1 0,0-1 0,0 0 0,0 0 0,0-1 0,0 0 0,-20-1 0,11 0 0,0-2 0,0 0 0,1-2 0,-31-6 0,39 6 0,1-1 0,0 0 0,-1 0 0,1-1 0,1 0 0,-1-1 0,1 0 0,0 0 0,-14-13 0,20 15 0,0 0 0,0 0 0,1 0 0,-1 0 0,1-1 0,0 1 0,0-1 0,0 1 0,1-1 0,0 0 0,-1 0 0,2 0 0,-1 1 0,1-1 0,-1 0 0,1 0 0,1-9 0,0 8 0,0-1 0,0 0 0,0 0 0,1 0 0,0 1 0,1-1 0,-1 1 0,1-1 0,0 1 0,1 0 0,7-11 0,-8 14-76,-1 1 1,1-1-1,-1 1 0,1-1 0,0 1 0,0 0 0,0 0 0,0 0 1,0 0-1,0 1 0,1-1 0,-1 1 0,1 0 0,-1 0 1,1 0-1,-1 0 0,7 0 0,2 3-6750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17 24575,'-2'-2'0,"1"0"0,-1 1 0,1-1 0,-1 0 0,0 0 0,-3-2 0,4 4 0,1-1 0,0 1 0,0 0 0,0 0 0,-1 0 0,1 0 0,0 0 0,0 0 0,-1 0 0,1 0 0,0-1 0,0 1 0,-1 0 0,1 0 0,0 0 0,0 0 0,-1 0 0,1 0 0,0 0 0,0 1 0,-1-1 0,1 0 0,0 0 0,0 0 0,-1 0 0,1 0 0,0 0 0,-1 1 0,1-1 0,0 1 0,-1-1 0,1 1 0,0 0 0,0-1 0,-1 1 0,1 0 0,0-1 0,0 1 0,0-1 0,0 1 0,0 0 0,0-1 0,0 1 0,0 0 0,0 8 0,1-1 0,0 0 0,1 0 0,0-1 0,0 1 0,5 11 0,23 46 0,-18-42 0,-5-9 30,-1-1 0,-1 1 0,6 24 0,-9-34-108,-2 0 0,1 0 0,0 0-1,-1 0 1,0 0 0,0 0 0,0 0 0,0 1 0,-1-1-1,0 0 1,1 0 0,-1 0 0,-1 0 0,1-1 0,-1 1-1,1 0 1,-1 0 0,-3 3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24575,'63'-1'0,"63"2"0,-109 0 0,0 1 0,-1 1 0,0 0 0,1 2 0,21 7 0,-31-8 0,-1-1 0,1 0 0,-1 1 0,0 0 0,0 1 0,0-1 0,-1 1 0,0 1 0,0-1 0,0 0 0,0 1 0,-1 0 0,6 11 0,-7-11 0,-1-1 0,0 0 0,0 0 0,0 1 0,-1-1 0,1 1 0,-1-1 0,-1 1 0,1 0 0,-1-1 0,0 1 0,0 0 0,-1-1 0,1 1 0,-1-1 0,-1 1 0,1-1 0,-3 7 0,1-6 0,0 0 0,0 0 0,0 0 0,-1-1 0,1 1 0,-1-1 0,-1 0 0,1 0 0,-1-1 0,0 1 0,0-1 0,-8 6 0,9-8 0,0 0 0,0 0 0,0-1 0,0 1 0,-1-1 0,1 0 0,0 0 0,-1 0 0,1 0 0,0-1 0,-1 0 0,1 0 0,-1 0 0,1 0 0,-1-1 0,1 0 0,-1 0 0,1 0 0,-6-2 0,-6-4 0,0 0 0,0-1 0,-20-15 0,27 17 0,0 0 0,1-1 0,0 0 0,0-1 0,1 0 0,-12-16 0,16 18 14,0 0-1,0 0 0,0-1 0,1 1 1,0-1-1,0 1 0,0-1 1,0-9-1,1 11-127,1 0 0,0 0-1,0 0 1,0 0 0,1 0 0,0 0-1,0 0 1,0 1 0,0-1 0,1 0-1,0 0 1,2-4 0,3-1-6712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2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66 24575,'-3'-2'0,"-18"-13"0,-29-15 0,45 27 0,-1 0 0,0 1 0,0 0 0,0 0 0,0 0 0,0 0 0,0 1 0,0 0 0,0 1 0,-12-1 0,16 1 0,0 1 0,1-1 0,-1 0 0,1 1 0,-1-1 0,1 1 0,-1-1 0,1 1 0,-1 0 0,1 0 0,0-1 0,-1 1 0,1 0 0,0 0 0,0 0 0,0 1 0,-1-1 0,0 1 0,1 1 0,-1-1 0,1 1 0,0-1 0,0 1 0,0-1 0,0 1 0,1 0 0,-1-1 0,0 6 0,1 4 0,0 0 0,1 0 0,4 22 0,-4-29 0,58 246 0,-17-81 0,-4-7 0,40 204 0,-15 3 0,-47-281 0,28 91 0,-37-156 0,-1 0 0,-2 1 0,0-1 0,-1 1 0,-2 34 0,-1-57 0,0 0 0,0 1 0,0-1 0,0 0 0,1 0 0,-1 0 0,1 0 0,-1 0 0,1 1 0,0-1 0,-1 0 0,1 0 0,0-1 0,3 5 0,-3-5 0,1 0 0,-1 1 0,1-1 0,0 0 0,0 0 0,-1 0 0,1 0 0,0-1 0,0 1 0,0 0 0,0-1 0,0 1 0,0-1 0,0 0 0,0 0 0,3 1 0,28-2 0,0-1 0,0-1 0,0-2 0,32-9 0,-32 5-1365,-19 4-5461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3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24575,'6'-12'0,"0"0"0,1 0 0,1 0 0,0 1 0,15-16 0,-19 23 0,-1 1 0,1 0 0,0 0 0,0 0 0,0 0 0,0 1 0,1 0 0,-1 0 0,1 0 0,-1 0 0,1 0 0,0 1 0,0 0 0,-1 0 0,1 1 0,0-1 0,0 1 0,0 0 0,5 1 0,4 1 0,-1 2 0,1-1 0,-1 2 0,0 0 0,0 0 0,0 1 0,17 12 0,-26-16 0,-1 0 0,0 1 0,1-1 0,-1 1 0,-1 0 0,1 0 0,0 1 0,-1-1 0,1 0 0,-1 1 0,0-1 0,0 1 0,0 0 0,-1 0 0,1 0 0,-1 0 0,0 0 0,1 7 0,0 5 0,-1 1 0,-1 0 0,-2 24 0,0-2 0,2 59 0,5-1 0,3 0 0,30 130 0,46 157 0,-65-286 0,10 155 0,-23-181 0,3 105 0,-9-162 0,1-8 0,-1 0 0,-1 0 0,1 0 0,-1 0 0,-3 13 0,3-18 0,0 0 0,0 0 0,0 0 0,0 0 0,0 0 0,0-1 0,0 1 0,-1 0 0,1-1 0,-1 1 0,1-1 0,-1 0 0,0 1 0,1-1 0,-1 0 0,0 0 0,0 0 0,0 0 0,0 0 0,0-1 0,0 1 0,0 0 0,0-1 0,-3 1 0,-23 1-1365,15-2-5461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5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24575,'3'0'0,"-1"-1"0,1 0 0,-1 0 0,1-1 0,-1 1 0,0 0 0,1-1 0,2-2 0,2-1 0,10-7 0,0-1 0,16-17 0,21-16 0,-47 41 0,0 0 0,1 1 0,0 0 0,0 0 0,0 1 0,9-3 0,2 1 0,-1 0 0,1 2 0,0 0 0,0 2 0,0 0 0,0 1 0,0 1 0,0 0 0,0 2 0,0 0 0,0 1 0,-1 1 0,0 1 0,0 0 0,0 1 0,-1 1 0,31 20 0,-33-17 0,1 1 0,-2 1 0,0 0 0,-1 1 0,0 1 0,-1 0 0,0 0 0,18 35 0,-14-22 0,2 0 0,1-1 0,42 46 0,-59-71 0,0 0 0,0 0 0,0 1 0,-1-1 0,1 1 0,-1-1 0,0 1 0,0-1 0,0 1 0,0 0 0,0 0 0,0-1 0,-1 1 0,1 0 0,-1 0 0,0 0 0,0 0 0,0 0 0,0 0 0,0 0 0,-1-1 0,1 1 0,-1 0 0,0 0 0,0 0 0,0-1 0,-2 4 0,-4 7 0,0-1 0,-1 0 0,0-1 0,-13 15 0,9-12 0,-8 11 0,1-1 0,-1 0 0,-1-1 0,-26 21 0,34-33 0,0 0 0,0-2 0,-1 1 0,0-2 0,-1 0 0,0-1 0,0 0 0,-20 5 0,32-11 0,-14 3 0,-27 4 0,38-8 0,-1 0 0,1 0 0,-1 0 0,1-1 0,0 0 0,-1 0 0,-9-4 0,-7-4 0,0-2 0,1-1 0,0-1 0,1 0 0,-26-23 0,30 21 0,0 0 0,1 0 0,1-2 0,-18-23 0,23 26 0,1 0 0,1 0 0,1 0 0,0-1 0,0 0 0,-6-27 0,11 36-114,1 0 1,-1 0-1,2-1 0,-1 1 0,1 0 1,0-1-1,0 1 0,1-1 0,-1 1 1,2 0-1,2-10 0,-1 7-6712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24575,'0'320'0,"1"-305"0,1 0 0,3 18 0,-2-16 0,2 25 0,-4-20 0,6 21 0,-4-22 0,1 30 0,-2-24 0,4 26 0,-2-26 0,0 27 0,-5 302 0,2-341 0,0 0 0,5 18 0,-3-17 0,2 27 0,-5-25 0,0 8 0,8 51 0,-3-41 0,-2-1 0,-3 70 0,-2-41 0,2-33 0,0 3 0,0 0 0,10 54 0,-6-53 0,-1 0 0,-1 0 0,-4 37 0,1-6 0,1-24 0,9 63 0,-6-70 0,-1 57 0,-1-8 0,7-26 0,-5-38 0,2 31 0,-6 146 0,0-178 0,-6 33 0,4-31 0,-2 24 0,5 174 0,1-103 0,0-104 0,0 1 0,6 23 0,-1-6 0,1 1 0,-4-24 0,-2 0 0,1-1 0,-1 1 0,0 0 0,0 0 0,-1 0 0,0 0 0,-1 6 0,-1-9-1365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8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110 339 24575,'-3'-10'0,"-18"-61"0,19 63 0,1 1 0,0-1 0,0 0 0,0 0 0,1 0 0,1 1 0,0-10 0,1 11 0,0-1 0,1 1 0,-1 0 0,1 0 0,0 0 0,1 0 0,-1 1 0,1-1 0,0 1 0,1 0 0,-1 0 0,1 0 0,0 1 0,9-7 0,8-4 0,1 1 0,30-14 0,-49 26 0,12-6 0,1 2 0,-1 0 0,1 1 0,0 1 0,0 1 0,0 0 0,1 1 0,-1 1 0,1 1 0,29 2 0,-17 2 0,0 1 0,0 1 0,-1 2 0,1 1 0,35 16 0,-25-7 0,-1 2 0,-1 2 0,-1 2 0,62 51 0,-92-69 0,0 1 0,0 0 0,-1 0 0,0 1 0,0 0 0,-1 0 0,0 1 0,-1-1 0,1 1 0,-2 0 0,1 0 0,-1 0 0,2 14 0,-3-9 0,0 1 0,-1-1 0,-1 0 0,0 1 0,-1-1 0,-1 0 0,0 1 0,-6 20 0,-7 22 0,-17 60 0,25-99 0,0 1 0,-1-2 0,-1 1 0,-11 17 0,15-28 0,-1 0 0,0 0 0,0 0 0,0-1 0,-1 0 0,0 0 0,0-1 0,0 1 0,-1-2 0,0 1 0,0-1 0,0 0 0,0-1 0,-13 4 0,8-4 0,-1 0 0,0-1 0,0-1 0,0 0 0,0-1 0,-1 0 0,1-1 0,-21-4 0,-10-5 0,2-1 0,-1-2 0,2-2 0,0-2 0,-42-24 0,52 23 0,1-1 0,1-1 0,1-2 0,1-1 0,1-1 0,-44-50 0,58 57 0,0-1 0,-20-35 0,29 45 0,0 0 0,1-1 0,0 1 0,0 0 0,1-1 0,0 0 0,0 1 0,1-1 0,0-17 0,1 23-62,1 0 0,-1 0 0,1 1 0,-1-1 0,1 0 0,0 0 0,0 1 0,1-1 0,-1 0 0,0 1 0,1-1 0,0 1-1,-1 0 1,1 0 0,0-1 0,0 1 0,0 0 0,1 1 0,-1-1 0,0 0 0,5-2 0,4 0-6764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0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16 258 24575,'1'-12'0,"0"1"0,0-1 0,1 0 0,1 1 0,0 0 0,6-13 0,31-65 0,-29 66 0,-9 20 0,0-1 0,0 1 0,0-1 0,0 1 0,0 0 0,1-1 0,0 1 0,-1 1 0,1-1 0,0 0 0,1 1 0,-1-1 0,0 1 0,7-3 0,-7 4 0,0 0 0,1 0 0,-1 0 0,1 1 0,-1-1 0,1 1 0,-1 0 0,1 0 0,0 0 0,-1 1 0,1-1 0,-1 1 0,1 0 0,-1 0 0,0 0 0,1 0 0,2 2 0,18 10 0,0 1 0,-1 1 0,34 30 0,-26-21 0,-24-18 0,0 0 0,0 0 0,0 1 0,-1 0 0,0 0 0,0 0 0,-1 1 0,0 0 0,0 0 0,-1 0 0,0 1 0,0 0 0,-1-1 0,0 1 0,-1 0 0,1 1 0,-2-1 0,0 0 0,0 0 0,0 10 0,-1-8 0,-1 0 0,1-1 0,-2 1 0,1 0 0,-2-1 0,1 0 0,-1 1 0,-1-1 0,0 0 0,0 0 0,-7 9 0,5-8 0,0-1 0,-1 1 0,0-2 0,-1 1 0,0-1 0,-1 0 0,0-1 0,0 0 0,0 0 0,-1-1 0,0 0 0,-1-1 0,0 0 0,0-1 0,0 0 0,-18 5 0,19-8 0,-1 0 0,1-1 0,0-1 0,-1 1 0,1-2 0,-1 1 0,1-1 0,-1-1 0,1 0 0,0 0 0,0-1 0,-10-5 0,14 6 0,0 0 0,1-1 0,-1 0 0,1 0 0,-1 0 0,1-1 0,0 0 0,1 0 0,-1 0 0,1-1 0,-1 1 0,1-1 0,0 0 0,1 0 0,-1-1 0,1 1 0,0-1 0,1 0 0,-1 1 0,1-1 0,-1-7 0,2 10-80,1 0 0,0 0-1,0 0 1,0 0 0,0 0-1,1 0 1,-1 0 0,1 0-1,-1 0 1,1 0 0,0 0 0,0 0-1,1 1 1,-1-1 0,1 0-1,1-2 1,4-6-6746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1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31 24575,'10'-7'0,"-9"6"0,0 0 0,1 0 0,-1 0 0,0 0 0,0 0 0,1 0 0,-1-1 0,0 1 0,0 0 0,-1-1 0,2-1 0,-26 6 0,5-1 0,-1-1 0,1-1 0,-1 0 0,-30-6 0,-33-2 0,19 9-1365,51-1-5461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22 24575,'0'-1'0,"0"0"0,0 0 0,0 0 0,-1 1 0,1-1 0,0 0 0,-1 0 0,1 1 0,0-1 0,-1 0 0,1 1 0,-1-1 0,1 0 0,-1 1 0,1-1 0,-1 1 0,1-1 0,-1 0 0,0 1 0,1 0 0,-1-1 0,0 1 0,1-1 0,-1 1 0,0 0 0,1-1 0,-1 1 0,0 0 0,0 0 0,0 0 0,1 0 0,-1 0 0,0-1 0,0 1 0,0 1 0,1-1 0,-2 0 0,-6 0 0,1 1 0,-1 0 0,-8 2 0,9-2 0,-18 3 0,0-1 0,-49-2 0,-49-11 0,114 9 0,-18-3-1365,6 0-5461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61 24575,'2'-3'0,"1"1"0,-1-1 0,0 0 0,0 0 0,-1 0 0,3-5 0,-4 6 0,1 0 0,0 0 0,0 0 0,0 0 0,0 0 0,0 0 0,1 0 0,-1 1 0,0-1 0,1 1 0,-1-1 0,1 1 0,0-1 0,-1 1 0,1 0 0,0-1 0,0 1 0,0 0 0,4-1 0,-2 1 0,0 1 0,0-1 0,0 1 0,0 0 0,0 0 0,0 0 0,-1 1 0,1-1 0,0 1 0,0 0 0,0 0 0,0 0 0,-1 1 0,1 0 0,0-1 0,-1 1 0,1 0 0,-1 0 0,0 1 0,0-1 0,3 4 0,2 1 0,0 1 0,-1-1 0,-1 1 0,1 1 0,-1-1 0,9 19 0,-14-25 0,0 0 0,0 0 0,0 1 0,0-1 0,0 0 0,-1 0 0,1 0 0,-1 1 0,0-1 0,0 0 0,0 0 0,0 1 0,0-1 0,0 0 0,0 0 0,-1 1 0,1-1 0,-2 3 0,1-2 0,-1-1 0,1 1 0,-1-1 0,0 0 0,0 0 0,0 1 0,0-1 0,0 0 0,0-1 0,0 1 0,-1 0 0,-4 2 0,-1 0 0,-1-1 0,0 1 0,0-2 0,0 1 0,0-1 0,0-1 0,-18 2 0,6-3 0,1-1 0,-1 0 0,1-2 0,0 0 0,0-1 0,0-2 0,-36-13 0,55 19 5,0-1 0,0 1 0,-1-1 0,1 1 0,0-1 0,0 0 0,0 1 0,0-1 0,0 0 0,0 0 0,0 0 0,0 0 0,0 0 0,0 0 0,1 0 0,-1 0 0,0 0 0,0 0 0,1 0 0,-1-1 0,1 1 0,-1 0 0,1-2 0,0 2-64,0 0-1,1 0 1,-1 0-1,0 0 1,1-1 0,-1 1-1,1 0 1,-1 0-1,1 0 1,0 0 0,-1 0-1,1 0 1,0 0-1,0 1 1,0-1 0,0 0-1,0 0 1,0 0-1,0 1 1,0-1 0,0 1-1,0-1 1,0 1-1,2-1 1,8-5-6767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6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5415 1 24575,'4'1'0,"-2"-1"0,-1 1 0,1-1 0,0 0 0,0 1 0,-1-1 0,1 1 0,0-1 0,-1 1 0,1 0 0,-1 0 0,1 0 0,-1 0 0,1 0 0,-1 0 0,1 0 0,-1 0 0,0 1 0,2 1 0,-3-3 0,0 1 0,0-1 0,0 1 0,0-1 0,0 1 0,-1-1 0,1 0 0,0 1 0,0-1 0,0 1 0,0-1 0,-1 0 0,1 1 0,0-1 0,0 1 0,-1-1 0,1 0 0,0 0 0,-1 1 0,1-1 0,0 0 0,-1 1 0,1-1 0,0 0 0,-1 0 0,1 0 0,0 1 0,-1-1 0,1 0 0,-1 0 0,1 0 0,-1 0 0,1 0 0,0 0 0,-1 0 0,0 0 0,-18 3 0,18-3 0,-114 1 0,57-2 0,-65-8 0,59 2 0,3 2 0,-116-5 0,151 9 0,-248 11 0,121 6 0,-53 6 0,89-8 0,76-7 0,20-4 0,-39 3 0,44-5 0,-29 5 0,33-4 0,1 0 0,-1 0 0,1-2 0,-1 1 0,-18-3 0,-104-12 0,81 8 0,40 3 0,0 1 0,-1 1 0,1 0 0,-1 1 0,1 0 0,-27 5 0,11 1 0,-63 18 0,64-17 0,0-1 0,0 0 0,-47 1 0,-88-7 0,76-1 0,-19-7 0,-5 0 0,77 9 0,-1 2 0,1 0 0,-41 12 0,48-11 0,0 0 0,-34-1 0,-9 2 0,-208 4 0,229-10 0,-48-7 0,-3 0 0,62 9 0,-42 0 0,-150-18 0,-4-10 0,233 27 0,-201-3 0,126 3 0,-50 8 0,9 0 0,-66 1 0,131-5 0,-1-3 0,-99-9 0,-90-26 0,209 31-1365,19 2-5461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7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23 24575,'-2'0'0,"0"-1"0,0 0 0,0 1 0,0 0 0,0-1 0,0 1 0,0 0 0,0 0 0,1 0 0,-1 0 0,0 0 0,0 1 0,0-1 0,0 1 0,0-1 0,0 1 0,0 0 0,0-1 0,1 1 0,-1 0 0,0 0 0,1 0 0,-1 0 0,0 1 0,1-1 0,-1 0 0,1 1 0,0-1 0,0 1 0,-2 1 0,2-1 0,0 0 0,0 0 0,0 1 0,1-1 0,-1 0 0,0 0 0,1 0 0,0 1 0,-1-1 0,1 0 0,0 1 0,0-1 0,0 0 0,1 0 0,-1 1 0,0-1 0,1 0 0,-1 0 0,1 1 0,0-1 0,0 0 0,0 0 0,0 0 0,0 0 0,0 0 0,3 2 0,-2-2 0,0 1 0,0-1 0,1 0 0,0 0 0,-1 0 0,1 0 0,0 0 0,0 0 0,0-1 0,0 1 0,0-1 0,0 0 0,0 0 0,1 0 0,-1 0 0,0-1 0,1 1 0,-1-1 0,5 0 0,-6 0 0,1 0 0,-1-1 0,0 1 0,0 0 0,0-1 0,0 0 0,0 1 0,0-1 0,0 0 0,0 0 0,0 0 0,0 0 0,0 0 0,-1-1 0,1 1 0,0-1 0,-1 1 0,1-1 0,-1 1 0,0-1 0,1 0 0,-1 0 0,0 1 0,0-1 0,0 0 0,0 0 0,-1 0 0,1 0 0,0-1 0,0-2 0,-1 1 0,0 1 0,0 0 0,0-1 0,0 1 0,0-1 0,-1 1 0,1 0 0,-1-1 0,0 1 0,0 0 0,0 0 0,-1-1 0,1 1 0,-1 0 0,0 0 0,0 1 0,0-1 0,0 0 0,0 1 0,0-1 0,-1 1 0,1 0 0,-1-1 0,0 1 0,0 0 0,0 1 0,1-1 0,-2 1 0,1-1 0,-4 0 0,5 1 0,0 1 0,0-1 0,0 1 0,0 0 0,0 0 0,0 0 0,0 0 0,0 1 0,0-1 0,0 0 0,0 1 0,0-1 0,0 1 0,0 0 0,0 0 0,1 0 0,-1 0 0,0 0 0,0 0 0,1 0 0,-1 0 0,1 1 0,-1-1 0,1 1 0,-1-1 0,1 1 0,0-1 0,-2 4 0,-1 1 0,0 0 0,1 1 0,-1-1 0,1 1 0,0 0 0,-2 11 0,4-14 0,0 0 0,0 0 0,1 0 0,0 0 0,0 0 0,0 0 0,0 0 0,0 0 0,1 0 0,0 0 0,0 0 0,0 0 0,2 5 0,-2-7 0,0 0 0,1 0 0,-1 0 0,0 0 0,1-1 0,-1 1 0,1-1 0,-1 1 0,1-1 0,0 1 0,0-1 0,0 0 0,-1 0 0,1 0 0,0 0 0,1 0 0,-1 0 0,0 0 0,0-1 0,0 1 0,0-1 0,0 1 0,1-1 0,-1 0 0,4 0 0,-2-1 0,0 1 0,0-1 0,-1 0 0,1 0 0,0 0 0,-1-1 0,1 1 0,-1-1 0,1 0 0,-1 0 0,0 0 0,0-1 0,0 1 0,0-1 0,0 1 0,0-1 0,-1 0 0,1 0 0,-1 0 0,0-1 0,0 1 0,0 0 0,0-1 0,-1 1 0,2-5 0,-2 5 0,0 0 0,0 0 0,0-1 0,0 1 0,-1 0 0,1 0 0,-1 0 0,0 0 0,0-1 0,0 1 0,0 0 0,-1 0 0,1 0 0,-1 0 0,0-1 0,0 1 0,0 0 0,0 0 0,0 1 0,-1-1 0,0 0 0,1 0 0,-1 1 0,0-1 0,0 1 0,0-1 0,-1 1 0,1 0 0,-1 0 0,-4-3 0,5 3 0,0 1 0,0 0 0,0 0 0,-1 1 0,1-1 0,0 0 0,0 1 0,-1-1 0,1 1 0,0 0 0,-1 0 0,1 0 0,-1 0 0,1 0 0,0 1 0,-1-1 0,-2 1 0,4 0 0,0-1 0,0 1 0,0-1 0,0 1 0,0 0 0,0-1 0,0 1 0,0 0 0,0 0 0,0 0 0,0 0 0,0 0 0,1 0 0,-1 0 0,0 0 0,1 0 0,-1 0 0,1 0 0,-1 0 0,1 0 0,-1 0 0,1 1 0,0-1 0,0 0 0,0 0 0,-1 0 0,1 1 0,0-1 0,0 0 0,1 0 0,-1 1 0,0-1 0,1 2 0,1 4 0,1-8 0,-3-11 0,0 9 0,-1 1 0,1 0 0,-1-1 0,0 1 0,0 0 0,0 0 0,0 0 0,0 0 0,0 0 0,-1 0 0,1 0 0,-1 0 0,1 0 0,-1 1 0,0-1 0,-2-2 0,3 4 0,1 0 0,-1 0 0,1 0 0,-1 0 0,1 0 0,0 0 0,-1 0 0,1 1 0,-1-1 0,1 0 0,0 0 0,-1 0 0,1 0 0,-1 0 0,1 1 0,0-1 0,-1 0 0,1 0 0,0 1 0,-1-1 0,1 0 0,0 1 0,-1-1 0,1 0 0,0 1 0,0-1 0,0 0 0,-1 1 0,1-1 0,0 0 0,0 1 0,0-1 0,0 1 0,0-1 0,-1 1 0,1-1 0,0 1 0,-3 19 0,3-19 0,0 2 0,0 0 0,1 0 0,-1 0 0,0 0 0,1 0 0,0 0 0,-1 0 0,1 0 0,0 0 0,1 0 0,-1 0 0,0 0 0,4 4 0,-4-6 0,0 0 0,0 1 0,0-1 0,0 0 0,1 1 0,-1-1 0,0 0 0,1 0 0,-1 0 0,1 0 0,-1-1 0,1 1 0,0 0 0,-1-1 0,1 1 0,0-1 0,-1 1 0,1-1 0,0 0 0,-1 0 0,1 1 0,0-1 0,0 0 0,-1-1 0,5 1 0,-6-1-52,1 1-1,0 0 1,-1 0-1,1-1 1,0 1-1,-1 0 1,1-1-1,0 1 1,-1 0-1,1-1 1,0 1-1,-1-1 1,1 1-1,-1-1 1,1 0-1,-1 1 1,1-1-1,-1 1 1,0-1-1,1 0 1,-1 1-1,0-1 0,1 0 1,-1 1-1,0-2 1,1-8-6774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0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24575,'1'15'0,"0"1"0,1-1 0,0 0 0,1 0 0,1 0 0,0-1 0,9 18 0,-9-18 0,-3-11 0,-1 0 0,1 0 0,0 0 0,0 0 0,0-1 0,1 1 0,-1 0 0,1-1 0,-1 1 0,1-1 0,3 4 0,-5-6 0,0 0 0,0 0 0,0 0 0,0 0 0,0 0 0,0 0 0,0 0 0,0 0 0,0 0 0,0 0 0,0 0 0,0 0 0,1 0 0,-1 0 0,0 0 0,0 0 0,0 0 0,0 0 0,0 0 0,0 0 0,0 0 0,0 0 0,0 0 0,0 0 0,1 0 0,-1 0 0,0 0 0,0 0 0,0 0 0,0 0 0,0 0 0,0 0 0,0 0 0,0 0 0,0 0 0,0-1 0,0 1 0,0 0 0,0 0 0,1 0 0,-1 0 0,0 0 0,0 0 0,0 0 0,0 0 0,0 0 0,0 0 0,0 0 0,0-1 0,0 1 0,0 0 0,0-8 0,-2-10 0,2 16 0,-2-6 0,-2-19 0,-14-49 0,18 75 0,-1-1 0,1 1 0,-1 0 0,1 0 0,-1 0 0,1 0 0,-1 0 0,0 0 0,1 0 0,-1 0 0,-2-1 0,3 1 0,0 1 0,0 0 0,-1 0 0,1 0 0,0 0 0,0 0 0,-1 0 0,1 0 0,0 0 0,-1-1 0,1 1 0,0 0 0,0 0 0,-1 0 0,1 0 0,0 1 0,-1-1 0,1 0 0,0 0 0,0 0 0,-1 0 0,1 0 0,0 0 0,-1 0 0,1 0 0,0 1 0,0-1 0,-1 0 0,1 0 0,-1 2 0,0-1 0,-1 1 0,1-1 0,0 1 0,1-1 0,-1 1 0,0 0 0,0-1 0,1 1 0,-1 0 0,1 0 0,0 0 0,-1 1 0,1 0 10,0 0 0,-1 0 0,2 0 0,-1 1 0,0-1 0,1 0 0,-1 0 0,1-1 0,0 1 0,0 0 0,2 5 0,1 0-505,1-1 0,9 12 0,-7-10-6331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 24575,'5'0'0,"0"0"0,-1 0 0,1-1 0,0 0 0,8-2 0,-10 2 0,-2 0 0,1 0 0,0 0 0,0 0 0,0 0 0,0 0 0,-1 0 0,1-1 0,0 1 0,-1-1 0,1 1 0,-1-1 0,0 1 0,1-1 0,0-2 0,-2 7 0,0 1 0,1 0 0,-1-1 0,1 1 0,-1-1 0,1 1 0,0-1 0,3 6 0,-3-6 0,0 0 0,15 39 0,-14-38 0,-1 0 0,1 0 0,1-1 0,-1 1 0,1-1 0,-1 1 0,7 5 0,-9-9 0,0 0 0,0 0 0,0 0 0,0 0 0,0 0 0,0 0 0,0 0 0,1 1 0,-1-1 0,0 0 0,0 0 0,0 0 0,0 0 0,0 0 0,0 0 0,0 0 0,1 0 0,-1 0 0,0 0 0,0 0 0,0 0 0,0 0 0,0 0 0,0 0 0,1 0 0,-1 0 0,0 0 0,0 0 0,0 0 0,0 0 0,0 0 0,0-1 0,0 1 0,0 0 0,1 0 0,-1 0 0,0 0 0,0 0 0,0 0 0,0 0 0,0 0 0,0 0 0,0 0 0,0-1 0,3-7 0,-2-9 0,-1 16 0,0-2 0,0-1 0,0 1 0,-1-1 0,1 0 0,-1 1 0,0-1 0,0 1 0,0-1 0,-1 1 0,1 0 0,-3-5 0,3 7 0,0 0 0,0 0 0,1 0 0,-1 1 0,0-1 0,0 0 0,0 0 0,0 1 0,0-1 0,0 0 0,0 1 0,0-1 0,0 1 0,-1-1 0,1 1 0,0 0 0,0-1 0,0 1 0,0 0 0,-1 0 0,1 0 0,0 0 0,0 0 0,-1 0 0,1 0 0,0 0 0,0 0 0,0 1 0,0-1 0,-1 0 0,1 1 0,0-1 0,0 1 0,0 0 0,0-1 0,-2 2 0,0 0 0,0 0 0,1 0 0,-1 0 0,0 0 0,1 1 0,0-1 0,-1 1 0,1-1 0,0 1 0,0 0 0,1 0 0,-1 0 0,1 0 0,-1 0 0,1 0 0,0 0 0,0 1 0,0-1 0,1 0 0,-1 1 0,1-1 0,-1 0 0,1 1 0,0-1 0,2 7 0,-2-6 0,1-1 0,0 1 0,0 0 0,0-1 0,1 1 0,-1-1 0,1 1 0,0-1 0,0 0 0,0 0 0,0 0 0,1 0 0,-1 0 0,1-1 0,0 1 0,0-1 0,0 1 0,0-1 0,0 0 0,0 0 0,1 0 0,5 2 0,-3-2 0,-1-1 0,0 0 0,1 1 0,-1-2 0,1 1 0,-1-1 0,1 0 0,-1 0 0,1 0 0,-1-1 0,1 1 0,7-4 0,-10 4 0,0-2 0,-1 1 0,1 0 0,-1 0 0,1-1 0,-1 1 0,1-1 0,-1 0 0,0 0 0,0 1 0,0-2 0,0 1 0,0 0 0,0 0 0,-1-1 0,1 1 0,-1 0 0,0-1 0,1 0 0,-1 1 0,0-1 0,-1 0 0,1 1 0,0-1 0,0-4 0,-1-1 0,1 0 0,-1-1 0,0 1 0,-1 0 0,0 0 0,0 0 0,-1 0 0,0 0 0,-4-10 0,5 14 0,-1 1 0,1-1 0,-1 0 0,0 1 0,-1-1 0,1 1 0,0 0 0,-1 0 0,0 0 0,0 0 0,0 0 0,0 1 0,0-1 0,0 1 0,-1 0 0,1 0 0,-1 0 0,1 0 0,-1 0 0,-6-1 0,8 3 4,0-1 0,0 1 0,0 0 0,0 0 0,0 0 0,0 0 0,-1 0 0,1 1 0,0-1 0,0 1 0,0-1 0,0 1 0,0 0 0,0-1 0,0 1 0,0 0 0,1 0 0,-1 1 0,0-1 0,0 0 0,1 1 0,-1-1 0,1 1 0,-1-1 0,1 1 0,0 0 0,0-1 0,-1 1 0,0 2 0,-1 4-216,-1-1 0,1 1 0,0-1-1,1 1 1,0 0 0,-2 10 0,3-6-6614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2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39 111 24575,'-4'-4'0,"0"-1"0,0 0 0,0-1 0,0 1 0,1-1 0,0 1 0,0-1 0,0 0 0,-1-7 0,3 11 0,1 0 0,-1 1 0,1-1 0,0 0 0,0 0 0,0 1 0,0-1 0,0 0 0,0 1 0,0-1 0,1 0 0,-1 0 0,1 1 0,-1-1 0,1 1 0,0-3 0,0 3 0,1 0 0,-1-1 0,0 1 0,0 0 0,1 0 0,-1 0 0,0 0 0,1 0 0,-1 0 0,1 0 0,0 0 0,-1 1 0,1-1 0,-1 1 0,1-1 0,0 1 0,0 0 0,-1-1 0,3 1 0,6-1 0,0 0 0,0 1 0,-1 0 0,1 0 0,0 1 0,0 0 0,18 6 0,-24-6 0,-1 0 0,0 1 0,1-1 0,-1 1 0,0 0 0,0 0 0,0 0 0,0 0 0,-1 0 0,1 1 0,0-1 0,-1 1 0,0 0 0,0-1 0,0 1 0,0 0 0,0 0 0,0 1 0,-1-1 0,1 0 0,-1 1 0,0-1 0,0 1 0,1 5 0,-2-3 0,1 0 0,-1 0 0,0-1 0,0 1 0,0 0 0,-1 0 0,0-1 0,0 1 0,-1 0 0,1-1 0,-1 1 0,-3 5 0,-2 1 0,0 0 0,-1-1 0,-17 21 0,24-31 0,-2 1 0,1 1 0,1-1 0,-1 1 0,0-1 0,-2 6 0,4-7 0,0-1 0,-1 1 0,1-1 0,0 1 0,0-1 0,0 1 0,0-1 0,0 1 0,0-1 0,0 1 0,0-1 0,0 1 0,0-1 0,1 1 0,-1-1 0,0 1 0,0-1 0,0 1 0,0-1 0,1 1 0,-1-1 0,0 0 0,1 1 0,-1-1 0,0 1 0,1-1 0,-1 0 0,0 1 0,1-1 0,-1 0 0,1 1 0,-1-1 0,0 0 0,1 0 0,-1 0 0,1 1 0,-1-1 0,1 0 0,-1 0 0,1 0 0,-1 0 0,1 0 0,-1 0 0,2 0 0,13 2 0,1 0 0,0-2 0,-1 0 0,23-2 0,-28 1 0,1 0-114,-1 0 1,0-1-1,0 0 0,0 0 0,0-1 1,0 0-1,-1-1 0,1 0 0,-1-1 1,0 0-1,12-8 0,-11 5-6712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1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68 24575,'-23'-7'0,"14"4"0,0 0 0,0 0 0,0 1 0,-15-1 0,24 3 0,-1 0 0,1 0 0,0 0 0,0 0 0,0 0 0,-1 0 0,1 0 0,0 0 0,0 0 0,0 0 0,-1 0 0,1 0 0,0 0 0,0 0 0,0 0 0,-1 0 0,1 0 0,0 0 0,0 0 0,0 0 0,-1 0 0,1 1 0,0-1 0,0 0 0,0 0 0,0 0 0,-1 0 0,1 0 0,0 1 0,0-1 0,0 0 0,0 0 0,0 0 0,0 0 0,0 1 0,-1-1 0,1 0 0,0 0 0,0 1 0,5 7 0,12 6 0,-8-8 0,-1-1 0,1 0 0,0-1 0,0 0 0,1 0 0,-1-1 0,1 0 0,0-1 0,0 0 0,0-1 0,16 1 0,-25-2 0,0 0 0,0 0 0,0 0 0,0 0 0,0 0 0,0 0 0,0 0 0,0 0 0,0 0 0,0-1 0,-1 1 0,1 0 0,0-1 0,0 1 0,0 0 0,0-1 0,0 1 0,-1-1 0,1 0 0,0 1 0,-1-1 0,1 1 0,0-1 0,-1 0 0,1 0 0,-1 1 0,1-1 0,-1 0 0,1 0 0,-1 0 0,1 0 0,-1 0 0,0 0 0,0 1 0,1-1 0,-1 0 0,0 0 0,0 0 0,0 0 0,0 0 0,0 0 0,0 0 0,0 0 0,0 0 0,-1 0 0,1 0 0,0 0 0,-1 0 0,1 1 0,-1-3 0,-1-1 0,0-1 0,-1 1 0,1-1 0,-1 1 0,0 0 0,0 0 0,0 0 0,-6-5 0,4 5 0,-1-1 0,1 1 0,-1 1 0,0-1 0,0 1 0,0 0 0,0 0 0,-1 1 0,-11-3 0,15 4 0,-1 1 0,1-1 0,-1 1 0,1 0 0,-1 1 0,1-1 0,-1 0 0,1 1 0,-1 0 0,1 0 0,-1 0 0,1 0 0,0 0 0,0 1 0,0-1 0,0 1 0,0 0 0,0 0 0,0 0 0,-3 4 0,4-5 0,-1 2 0,-1 0 0,1 0 0,0 1 0,0-1 0,0 1 0,0-1 0,1 1 0,0 0 0,-4 7 0,6-10 0,0-1 0,0 1 0,-1-1 0,1 1 0,0-1 0,0 0 0,0 1 0,0-1 0,1 1 0,-1-1 0,0 1 0,0-1 0,0 0 0,0 1 0,0-1 0,0 1 0,1-1 0,-1 0 0,0 1 0,0-1 0,1 0 0,-1 1 0,0-1 0,1 0 0,-1 1 0,0-1 0,1 0 0,-1 0 0,0 1 0,1-1 0,-1 0 0,0 0 0,1 0 0,-1 1 0,1-1 0,-1 0 0,0 0 0,1 0 0,-1 0 0,1 0 0,-1 0 0,1 0 0,-1 0 0,1 0 0,24-3 0,-18 2 0,-6 1-114,1 0 1,0 0-1,0 0 0,-1 0 0,1 0 1,0 0-1,-1 0 0,1 1 0,0-1 1,-1 1-1,4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3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25 24575,'1'-2'0,"-1"-1"0,1 1 0,0-1 0,-1 1 0,0-1 0,0 0 0,0-3 0,-5 14 0,-2 6 0,-2 15 0,1 0 0,1 1 0,2 1 0,-3 45 0,9 125 0,14 11 0,-1-80 0,3 45 0,-18 81-1365,1-245-5461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3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255 146 24575,'-9'-11'0,"-43"-50"0,48 56 0,-1 0 0,0 1 0,-1-1 0,1 1 0,-1 1 0,0-1 0,0 1 0,0 0 0,-8-3 0,13 6 0,-1-1 0,1 1 0,-1 0 0,1-1 0,-1 1 0,1 0 0,-1 0 0,0 0 0,1 0 0,-1 0 0,1 1 0,-1-1 0,1 0 0,-1 1 0,1-1 0,-1 1 0,1 0 0,0-1 0,-1 1 0,-1 1 0,1 0 0,0 0 0,0 0 0,0 0 0,0 0 0,1 1 0,-1-1 0,1 0 0,0 1 0,-1-1 0,1 1 0,-1 2 0,1 0 0,-1 0 0,1 0 0,0 0 0,1 0 0,-1 0 0,1 1 0,0-1 0,0 0 0,0 0 0,1 0 0,0 0 0,2 8 0,-2-11 0,0 0 0,0 0 0,0 0 0,0 0 0,1 0 0,-1 0 0,0 0 0,1 0 0,0-1 0,-1 1 0,1 0 0,0-1 0,0 0 0,0 1 0,0-1 0,0 0 0,0 0 0,0 0 0,1 0 0,-1 0 0,0-1 0,0 1 0,1-1 0,-1 1 0,0-1 0,1 0 0,-1 0 0,4 0 0,-3 0 0,0-1 0,-1 1 0,1-1 0,0 0 0,0 0 0,-1 0 0,1 0 0,-1-1 0,1 1 0,-1 0 0,1-1 0,-1 0 0,0 0 0,0 0 0,0 0 0,0 0 0,0 0 0,0 0 0,-1 0 0,1-1 0,-1 1 0,1-1 0,0-3 0,0 2 0,-1-1 0,0 1 0,0 0 0,0-1 0,-1 1 0,1-1 0,-1 1 0,0-1 0,-1 1 0,1-1 0,-1 1 0,0-1 0,0 1 0,0 0 0,-4-8 0,4 10 0,0 0 0,0-1 0,0 1 0,-1 0 0,1 1 0,-1-1 0,1 0 0,-1 0 0,0 1 0,0-1 0,1 1 0,-1-1 0,0 1 0,0 0 0,-1 0 0,1 0 0,0 0 0,0 0 0,-1 0 0,1 0 0,0 1 0,-1-1 0,1 1 0,0 0 0,-1 0 0,1 0 0,-1 0 0,1 0 0,0 0 0,-1 1 0,-2 0 0,0 1 0,0-1 0,0 2 0,0-1 0,1 0 0,-1 1 0,0 0 0,1 0 0,0 0 0,-1 1 0,1-1 0,1 1 0,-1 0 0,1 0 0,-1 1 0,1-1 0,0 1 0,-3 6 0,-2 6 0,0 0 0,1 1 0,-8 28 0,14-44 0,1 1 0,-1-1 0,0 0 0,1 1 0,0-1 0,-1 1 0,1-1 0,0 1 0,0-1 0,0 1 0,1-1 0,-1 1 0,0-1 0,1 1 0,0-1 0,0 0 0,0 1 0,0-1 0,0 0 0,0 0 0,0 1 0,1-1 0,-1 0 0,1 0 0,-1-1 0,1 1 0,0 0 0,0 0 0,0-1 0,0 1 0,0-1 0,0 0 0,0 1 0,0-1 0,1 0 0,-1 0 0,0-1 0,1 1 0,-1 0 0,1-1 0,3 1 0,0-1 0,-1 1 0,1-1 0,-1-1 0,1 1 0,0-1 0,-1 0 0,1 0 0,-1-1 0,1 1 0,-1-1 0,0 0 0,0-1 0,0 1 0,0-1 0,0 0 0,-1 0 0,1-1 0,7-7 0,-5 5 0,-1-1 0,0 1 0,-1-1 0,1 0 0,-1-1 0,-1 1 0,1-1 0,-1 0 0,-1 0 0,1 0 0,2-13 0,-4 7 0,0 0 0,-1 0 0,0 0 0,-1 0 0,-2-18 0,2 31 0,-1-1 0,1 1 0,0 0 0,0-1 0,-1 1 0,1-1 0,-1 1 0,1 0 0,-1-1 0,0 1 0,1 0 0,-1-1 0,0 1 0,0 0 0,0 0 0,0 0 0,-1-1 0,1 2 0,0-1 0,1 1 0,-1 0 0,0 0 0,0-1 0,0 1 0,1 0 0,-1 0 0,0 0 0,0 0 0,1 0 0,-1 0 0,0 0 0,0 0 0,0 1 0,1-1 0,-1 0 0,0 0 0,0 1 0,1-1 0,-1 0 0,0 1 0,1-1 0,-1 1 0,0-1 0,1 1 0,-1-1 0,1 1 0,-1-1 0,1 1 0,-1-1 0,0 2 0,-4 5-227,0 0-1,1 0 1,0 0-1,0 0 1,-3 9-1,0 0-6598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4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94 24575,'-9'-7'0,"1"1"0,-2-1 0,1 2 0,-16-8 0,22 12 0,1 0 0,0 0 0,-1 1 0,1-1 0,-1 1 0,1-1 0,-1 1 0,1 0 0,-1 0 0,1 0 0,-4 1 0,4-1 0,1 1 0,0-1 0,-1 1 0,1 0 0,0-1 0,-1 1 0,1 0 0,0 0 0,0 0 0,0 0 0,0 0 0,0 0 0,0 0 0,0 0 0,0 0 0,1 0 0,-1 0 0,0 1 0,1-1 0,-1 0 0,0 3 0,0-2 0,1-1 0,-1 0 0,1 1 0,0-1 0,0 1 0,-1-1 0,1 1 0,0-1 0,0 1 0,1-1 0,-1 1 0,0-1 0,0 1 0,1-1 0,-1 1 0,1-1 0,-1 1 0,1-1 0,-1 0 0,1 1 0,0-1 0,0 0 0,0 0 0,0 0 0,0 0 0,0 1 0,0-1 0,0 0 0,0-1 0,1 1 0,-1 0 0,0 0 0,0 0 0,1-1 0,-1 1 0,1-1 0,0 1 0,2 1 0,0-1 0,-1 0 0,1 0 0,0-1 0,-1 1 0,1-1 0,0 0 0,0 0 0,-1 0 0,1 0 0,0-1 0,0 1 0,6-3 0,-8 3 0,-1-1 0,0 0 0,1 0 0,-1 0 0,1 0 0,-1 0 0,0 0 0,0 0 0,0 0 0,1 0 0,-1-1 0,0 1 0,-1 0 0,1-1 0,0 1 0,0-1 0,0 1 0,-1-1 0,1 1 0,-1-1 0,1 1 0,-1-1 0,0 0 0,0 1 0,0-1 0,0 1 0,0-1 0,0 0 0,0 1 0,0-1 0,0 0 0,-1 1 0,0-3 0,0-1 0,-1 1 0,1 0 0,-1 0 0,0 0 0,0 0 0,0 0 0,0 1 0,-1-1 0,0 0 0,0 1 0,-4-4 0,2 3 0,1 1 0,-1 0 0,0 1 0,0-1 0,0 1 0,0 0 0,-9-2 0,12 4 0,0-1 0,0 1 0,-1 0 0,1 0 0,0 0 0,0 0 0,-1 0 0,1 0 0,-4 1 0,5 0 0,0-1 0,0 0 0,0 1 0,0-1 0,1 1 0,-1-1 0,0 1 0,0 0 0,0-1 0,0 1 0,1 0 0,-1 0 0,0-1 0,1 1 0,-1 0 0,0 0 0,1 0 0,-1 0 0,1 0 0,0 0 0,-1 1 0,1-1 5,-1 1-1,1-1 0,0 0 0,0 1 1,0-1-1,0 1 0,0-1 0,0 1 1,0-1-1,1 0 0,-1 1 1,1-1-1,-1 0 0,1 1 0,-1-1 1,1 0-1,-1 0 0,1 1 0,0-1 1,0 0-1,0 0 0,0 0 1,0 0-1,0 0 0,0 0 0,0 0 1,2 1-1,2 1-252,-1 0 1,1 0-1,0-1 1,0 1-1,10 2 1,-1-1-6579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5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24575,'0'-1'0,"0"-1"0,1 1 0,-1 0 0,0-1 0,1 1 0,-1 0 0,1 0 0,0-1 0,-1 1 0,1 0 0,0 0 0,0 0 0,-1 0 0,1 0 0,0 0 0,0 0 0,0 0 0,0 0 0,0 0 0,1 1 0,-1-1 0,0 0 0,0 1 0,0-1 0,1 1 0,-1-1 0,0 1 0,1 0 0,-1-1 0,0 1 0,2 0 0,4-1 0,-1 0 0,0 1 0,1 0 0,-1 0 0,9 1 0,1 2 0,-1 2 0,0-1 0,0 2 0,0 0 0,0 0 0,16 12 0,-30-18 0,1 1 0,-1 0 0,1-1 0,-1 1 0,0 0 0,1 0 0,-1 0 0,0 0 0,0 1 0,0-1 0,0 0 0,0 0 0,0 1 0,0-1 0,0 0 0,0 1 0,-1-1 0,1 1 0,-1-1 0,1 1 0,-1-1 0,1 1 0,-1 1 0,0-1 0,-1 0 0,1 0 0,-1-1 0,1 1 0,-1 0 0,0-1 0,0 1 0,0-1 0,1 1 0,-2-1 0,1 1 0,0-1 0,0 1 0,0-1 0,-1 0 0,1 0 0,0 0 0,-1 0 0,1 0 0,-3 1 0,-12 7 0,12-6 0,-1-1 0,0 1 0,0 0 0,1 0 0,-7 7 0,10-9 0,0 0 0,0 1 0,0-1 0,0 0 0,1 1 0,-1-1 0,0 1 0,1 0 0,-1-1 0,0 1 0,1 0 0,0-1 0,-1 1 0,1 0 0,0-1 0,0 1 0,0 0 0,0-1 0,0 1 0,1 0 0,-1-1 0,1 4 0,1-1 0,0 1 0,1 0 0,-1-1 0,1 1 0,0-1 0,7 8 0,12 19 0,-21-30 0,-1 1 0,1-1 0,0 1 0,-1-1 0,1 1 0,-1 0 0,1-1 0,-1 1 0,0 0 0,0-1 0,0 1 0,0 0 0,0-1 0,0 1 0,0 0 0,-1 0 0,0 1 0,0 0 0,0-1 0,0-1 0,-1 1 0,1 0 0,-1 0 0,1 0 0,-1-1 0,0 1 0,0-1 0,1 1 0,-1-1 0,0 0 0,0 0 0,0 0 0,-1 0 0,1 0 0,0 0 0,-4 0 0,-4 2 0,1-1 0,-1-1 0,-10 1 0,-36-1-1365,41-1-5461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8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94 24575,'-4'-8'0,"0"0"0,-1 1 0,0-1 0,0 1 0,-1 0 0,1 1 0,-9-8 0,10 11 0,0 0 0,0 0 0,-1 0 0,1 1 0,0-1 0,-1 1 0,0 0 0,1 1 0,-1-1 0,0 1 0,0 0 0,0 0 0,0 0 0,-5 1 0,-1-1 0,0 1 0,1 1 0,-1 0 0,0 1 0,1 0 0,-1 0 0,-17 7 0,24-7 0,0 0 0,0 0 0,0 0 0,0 1 0,1-1 0,-1 1 0,1 0 0,0 0 0,0 0 0,0 1 0,0-1 0,0 1 0,1-1 0,-1 1 0,1 0 0,0 0 0,1 0 0,-1 0 0,1 0 0,-1 1 0,0 7 0,1-6 0,0 0 0,1 0 0,-1 0 0,1 0 0,1 0 0,-1 0 0,1 0 0,0 0 0,1 0 0,-1 0 0,1 0 0,0-1 0,5 9 0,0-2 0,0-1 0,1 0 0,0-1 0,1 0 0,11 10 0,82 99 0,-56-63 0,-33-39 0,14 20 0,-23-32 0,-1 1 0,0 1 0,0-1 0,0 0 0,-1 1 0,0-1 0,2 11 0,-3-15 0,-1 0 0,0 0 0,0 0 0,0 0 0,0 0 0,-1 0 0,1 0 0,0 0 0,-1 0 0,1 0 0,-1 0 0,0 0 0,0 0 0,0-1 0,0 1 0,0 0 0,0 0 0,0-1 0,0 1 0,-1-1 0,1 1 0,-1-1 0,1 0 0,-1 1 0,0-1 0,1 0 0,-1 0 0,-2 1 0,1 0 0,-1-1 0,1 0 0,0 0 0,0 0 0,-1 0 0,1-1 0,-1 1 0,1-1 0,0 0 0,-1 0 0,1 0 0,-1 0 0,1-1 0,-1 0 0,1 1 0,-4-2 0,-8-4 0,0-1 0,1 0 0,0 0 0,0-2 0,-20-14 0,34 22 5,-1 1 0,1-1 0,-1 1 0,0-1 0,1 0 0,-1 1 0,1-1 0,-1 1 0,1-1 0,0 0 0,-1 1 0,1-1 0,0 0 0,-1 1 0,1-1 0,0 0 0,0 0 0,0 1 0,0-1 0,-1 0 0,1 0 0,0 0 0,1 0 0,-1 0-98,0 0 0,1 0 1,-1 0-1,1 0 0,-1 0 0,1 0 0,0 0 0,0 0 1,-1 0-1,1 0 0,0 1 0,0-1 0,0 0 1,0 0-1,1 0 0,6-4-6733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8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31 24575,'-13'-7'0,"0"2"0,-25-8 0,33 11 0,0 1 0,1 0 0,-1 0 0,0 1 0,0 0 0,0-1 0,0 2 0,0-1 0,0 0 0,0 1 0,-8 2 0,10-1 0,1-1 0,-1 1 0,0 0 0,1 0 0,0 0 0,-1 0 0,1 0 0,0 1 0,0-1 0,0 1 0,0-1 0,1 1 0,-1 0 0,1 0 0,0-1 0,-2 5 0,1-1 0,0 0 0,0 1 0,0-1 0,1 1 0,0-1 0,0 12 0,2-10 0,-1-1 0,2 0 0,-1 1 0,1-1 0,0 0 0,5 11 0,22 39 0,-9-21 0,2 7 0,-6-13 0,-1-1 0,-2 2 0,15 51 0,-20-42 0,-2 2 0,-2-1 0,-1 79 0,-4-118 0,1 0 0,0 0 0,0 1 0,1-1 0,-1 0 0,0 0 0,1 0 0,-1 0 0,1 0 0,0 0 0,-1 0 0,1 0 0,0 0 0,0-1 0,2 4 0,-1-4 0,-1 0 0,1 0 0,0 1 0,-1-1 0,1 0 0,0-1 0,0 1 0,0 0 0,0 0 0,0-1 0,0 1 0,0-1 0,0 0 0,0 0 0,0 1 0,2-1 0,7 0 20,-1 0 0,1-1 0,-1 0 0,1-1 0,16-4 0,-20 4-155,-1 0 0,0 0 0,0-1 0,0 0 0,0-1 0,0 1 0,-1-1 0,0 0 0,1 0 0,4-6 0,-1-1-6691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9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47 24575,'0'0'0,"0"-1"0,0 1 0,0-1 0,0 1 0,-1-1 0,1 1 0,0 0 0,0-1 0,-1 1 0,1-1 0,0 1 0,-1 0 0,1-1 0,0 1 0,-1 0 0,1-1 0,0 1 0,-1 0 0,1-1 0,-1 1 0,1 0 0,0 0 0,-1 0 0,0-1 0,1 2 0,-1-1 0,1 0 0,0 1 0,-1-1 0,1 0 0,0 1 0,-1-1 0,1 1 0,0-1 0,0 0 0,0 1 0,-1-1 0,1 1 0,0-1 0,0 1 0,0-1 0,0 1 0,0-1 0,0 1 0,-1 27 0,13 23 0,-11-47 0,0 0 0,1-1 0,-1 1 0,1 0 0,0 0 0,0-1 0,0 1 0,1-1 0,-1 0 0,5 4 0,-7-7 0,0 1 0,0-1 0,0 0 0,0 0 0,0 0 0,0 0 0,0 0 0,0 0 0,1 0 0,-1 0 0,0 0 0,0 0 0,0 0 0,0 0 0,0 0 0,0 0 0,0 0 0,1 0 0,-1 0 0,0 0 0,0 0 0,0 0 0,0 0 0,0 0 0,0 0 0,0 0 0,1 0 0,-1 0 0,0 0 0,0 0 0,0 0 0,0 0 0,0 0 0,0 0 0,0 0 0,0 0 0,1 0 0,-1-1 0,0 1 0,0 0 0,0 0 0,0 0 0,0 0 0,0 0 0,0 0 0,3-9 0,-2-8 0,-1 17 0,0-16 0,0 3 0,0 0 0,1 0 0,0 0 0,4-14 0,-4 24 0,-1 1 0,1-1 0,0 1 0,-1 0 0,1 0 0,0-1 0,1 1 0,-1 0 0,0 0 0,1 0 0,-1 0 0,1 0 0,-1 0 0,1 1 0,0-1 0,0 1 0,0-1 0,0 1 0,0-1 0,0 1 0,0 0 0,0 0 0,1 0 0,-1 0 0,0 1 0,1-1 0,-1 1 0,4-1 0,-2 1 0,0 0 0,0 1 0,-1-1 0,1 1 0,0 0 0,0 0 0,-1 1 0,1-1 0,-1 1 0,0 0 0,1-1 0,-1 2 0,0-1 0,5 5 0,5 4 0,21 25 0,-31-32 0,53 65 0,-50-59-1365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9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61 24575,'-23'-11'0,"-10"-2"0,-3-1 0,0 4 0,4 2 0,7 4-8191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0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24575,'8'-7'0,"1"-1"0,-1 1 0,1 1 0,1-1 0,16-7 0,-21 11 0,-1 1 0,1 0 0,0 1 0,0-1 0,-1 1 0,1 0 0,0 0 0,0 0 0,0 1 0,1 0 0,-1 0 0,0 0 0,0 1 0,9 1 0,-12-1 0,0 0 0,0-1 0,0 1 0,-1 0 0,1 0 0,0 0 0,-1 0 0,1 1 0,0-1 0,-1 0 0,0 1 0,1-1 0,-1 1 0,0-1 0,0 1 0,0 0 0,0 0 0,0-1 0,0 1 0,0 0 0,0 0 0,-1 0 0,1 0 0,-1 0 0,0 0 0,1 0 0,-1 0 0,0 0 0,0 0 0,0 0 0,0 0 0,-1 3 0,-1 2 0,1 0 0,-1 0 0,0 0 0,0 0 0,-1 0 0,0-1 0,-7 13 0,-8 4 0,14-18 0,0-1 0,0 1 0,0 0 0,1 1 0,0-1 0,0 0 0,1 1 0,-4 9 0,6-14 0,0 0 0,0 0 0,0 0 0,0 0 0,0 0 0,0 0 0,0 0 0,0 0 0,0 0 0,1 0 0,-1 0 0,0 0 0,1 0 0,-1 0 0,1 0 0,-1-1 0,1 1 0,-1 0 0,1 0 0,-1 0 0,1-1 0,0 1 0,0 0 0,-1-1 0,1 1 0,0-1 0,0 1 0,0-1 0,0 1 0,-1-1 0,1 1 0,0-1 0,0 0 0,0 0 0,0 1 0,0-1 0,2 0 0,4 1 0,0 0 0,1-1 0,13 0 0,-15 0 0,1 0-99,0 0 176,1-1 0,14-2 1,-20 3-166,0 0-1,0-1 1,0 0 0,0 1 0,-1-1 0,1 0 0,0 0 0,0 0 0,-1 0 0,1 0 0,-1 0-1,1-1 1,-1 1 0,1 0 0,-1-1 0,2-2 0,1-5-6738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0 102 24575,'14'-16'0,"0"1"0,23-18 0,-32 28 0,0 1 0,1 0 0,0 1 0,0-1 0,0 1 0,0 0 0,1 1 0,-1-1 0,1 1 0,-1 1 0,8-2 0,-9 3 0,0 0 0,-1 1 0,1-1 0,-1 1 0,1 0 0,-1 1 0,1-1 0,-1 1 0,0 0 0,1 0 0,-1 0 0,0 0 0,0 1 0,-1 0 0,5 3 0,7 7 0,-1 1 0,14 16 0,-25-26 0,1 0 0,-1 0 0,-1 0 0,1 0 0,-1 0 0,1 1 0,-1-1 0,-1 1 0,1 0 0,0-1 0,-1 1 0,0 0 0,0 0 0,-1 0 0,1 0 0,-1 0 0,-1 5 0,0-1 0,-1 0 0,0 0 0,0-1 0,-1 1 0,0-1 0,-1 0 0,0 1 0,-7 10 0,5-9 0,-11 17 0,2 0 0,1 1 0,-14 37 0,25-57 0,1-1 0,0 1 0,0 0 0,0 0 0,1 0 0,1 0 0,-1 1 0,1-1 0,1 0 0,-1 0 0,1 0 0,1 0 0,0 0 0,0 0 0,0 0 0,1-1 0,7 15 0,0-6 0,1-1 0,16 17 0,8 11 0,-34-41 0,1 1 0,0-1 0,-1 1 0,1 0 0,-1 0 0,0-1 0,0 1 0,0 0 0,0 0 0,0 0 0,-1 0 0,1 5 0,-1-7 0,0 0 0,-1 1 0,1-1 0,0 1 0,-1-1 0,1 0 0,-1 1 0,1-1 0,-1 0 0,0 0 0,0 1 0,1-1 0,-1 0 0,0 0 0,0 0 0,0 0 0,0 0 0,0 0 0,0 0 0,-1-1 0,1 1 0,0 0 0,0 0 0,0-1 0,-1 1 0,1-1 0,0 1 0,-3-1 0,-10 3-36,-1 0-1,0-1 1,1-1-1,-1-1 1,-26-1-1,14-1-1109,7 2-5680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2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79 24575,'-1'-4'0,"1"-1"0,1 0 0,-1 1 0,1-1 0,0 0 0,0 1 0,0-1 0,2-4 0,-2 7 0,0 0 0,1 0 0,-1 0 0,0 1 0,1-1 0,-1 0 0,1 1 0,0-1 0,-1 1 0,1-1 0,0 1 0,0 0 0,0 0 0,0 0 0,0 0 0,0 0 0,0 0 0,4-1 0,0 1 0,0 0 0,0 0 0,0 0 0,0 0 0,0 1 0,0 0 0,0 0 0,0 1 0,0 0 0,0 0 0,-1 0 0,1 1 0,6 2 0,-9-2 0,1-1 0,-1 1 0,0 0 0,0 0 0,0 0 0,0 0 0,0 1 0,-1-1 0,1 1 0,-1 0 0,0 0 0,1-1 0,-1 2 0,0-1 0,-1 0 0,1 0 0,-1 1 0,1-1 0,-1 0 0,0 1 0,0 0 0,0 4 0,0 1 0,-1 0 0,0 0 0,0 0 0,-1 1 0,0-1 0,-1 0 0,0 0 0,0 0 0,-1-1 0,0 1 0,0-1 0,-1 1 0,-1-1 0,1 0 0,-10 12 0,12-17 0,-1-1 0,1 1 0,-1 0 0,0-1 0,0 1 0,0-1 0,0 0 0,0 0 0,-1 0 0,1 0 0,-1-1 0,-5 2 0,3-1 0,-1-1 0,1 0 0,0 0 0,-1 0 0,1-1 0,-1 0 0,-6-1 0,2-1 0,0 0 0,0 0 0,0-1 0,1-1 0,-1 1 0,1-2 0,0 1 0,-13-10 0,18 11 0,1 0 0,0 0 0,0-1 0,1 0 0,-1 0 0,1 0 0,0 0 0,0 0 0,0-1 0,0 1 0,1-1 0,0 0 0,-3-9 0,4 11 0,0 1 0,1 0 0,-1-1 0,1 1 0,0-1 0,0 1 0,0-1 0,0 1 0,0-1 0,1 1 0,-1 0 0,1-1 0,0 1 0,-1-1 0,1 1 0,0 0 0,0 0 0,1 0 0,-1-1 0,0 1 0,1 0 0,-1 0 0,1 1 0,0-1 0,-1 0 0,1 0 0,0 1 0,0-1 0,0 1 0,0 0 0,3-2 0,2 0-151,0 1-1,-1 0 0,1 0 0,0 0 1,0 1-1,0 0 0,0 0 1,8 1-1,0 0-6674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3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14 24575,'1'-1'0,"0"-1"0,1 1 0,-1 0 0,1 0 0,-1 0 0,1 0 0,0 0 0,-1 0 0,1 0 0,0 1 0,0-1 0,-1 1 0,1-1 0,0 1 0,0 0 0,0-1 0,2 1 0,0 1 0,-1-1 0,0 1 0,0-1 0,0 1 0,0 0 0,0 0 0,0 1 0,-1-1 0,6 3 0,0 2 0,1 1 0,-1 0 0,0 0 0,0 1 0,6 8 0,2 3 0,23 39 0,-33-48 0,0 0 0,-2 1 0,1-1 0,-1 1 0,-1 0 0,4 15 0,-7-24 0,1 1 0,-1-1 0,0 1 0,0 0 0,0-1 0,0 1 0,0-1 0,-1 1 0,1 0 0,-1-1 0,1 1 0,-1-1 0,0 0 0,0 1 0,0-1 0,-1 1 0,1-1 0,0 0 0,-1 0 0,1 0 0,-1 0 0,0 0 0,0 0 0,-3 2 0,2-2 0,0 0 0,0-1 0,0 1 0,0-1 0,0 0 0,-1 0 0,1 0 0,0 0 0,-1-1 0,1 1 0,-1-1 0,1 0 0,0 0 0,-1 0 0,1 0 0,-1-1 0,1 0 0,-5-1 0,-7-3 0,1-1 0,0 0 0,0-1 0,1-1 0,-1-1 0,2 1 0,-1-2 0,1 0 0,1 0 0,0-1 0,0-1 0,-14-19 0,23 26 10,-1 1 0,1 0 0,0-1 0,0 1 0,0-1 0,1 0 0,-1 1 0,1-1 0,0 0 0,1 0 0,-1-5 0,1 8-21,0 1 0,0 0-1,0-1 1,1 1 0,-1-1 0,0 1 0,1 0 0,-1-1-1,1 1 1,-1 0 0,1 0 0,0-1 0,-1 1 0,1 0-1,0 0 1,0 0 0,1-2 0,-1 3-60,1-1-1,-1 0 1,1 0 0,-1 0-1,1 1 1,0-1 0,-1 1-1,1-1 1,0 1 0,-1 0-1,1 0 1,0 0 0,-1 0-1,1 0 1,0 0 0,-1 0-1,4 1 1,8 2-6755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3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24575,'3'36'0,"1"0"0,17 67 0,-9-48 0,-11-53-72,-1 0 1,1-1-1,-1 1 0,1 0 0,-1 0 0,0 0 0,0 0 0,0-1 1,0 1-1,0 0 0,-1 0 0,1 0 0,0-1 0,-1 1 0,0 0 1,1 0-1,-1-1 0,-1 3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258 103 24575,'-13'-10'0,"-66"-47"0,71 52 0,-1 0 0,0 0 0,-1 1 0,1 0 0,-1 1 0,0 0 0,-12-3 0,20 6 0,0 0 0,-1 0 0,1-1 0,-1 1 0,1 1 0,-1-1 0,1 0 0,0 1 0,-1-1 0,1 1 0,-1 0 0,1-1 0,0 1 0,0 0 0,-1 1 0,1-1 0,-3 3 0,2-2 0,1 1 0,-1-1 0,1 1 0,0 0 0,0 0 0,0 0 0,0 0 0,0 1 0,1-1 0,-3 7 0,2-2 0,0 0 0,0 1 0,1-1 0,0 1 0,0 0 0,1-1 0,0 1 0,1-1 0,2 14 0,41 227 0,-35-193 0,9 94 0,-2 275 0,-16-408 0,-1 16 0,2 0 0,7 55 0,8-8 0,-10-47 0,-6-27 0,1 1 0,0-1 0,0 0 0,1 1 0,3 8 0,-3-13 0,-1 1 0,0-1 0,1 0 0,-1 0 0,1 0 0,0 0 0,0 0 0,-1-1 0,1 1 0,0-1 0,1 1 0,-1-1 0,0 0 0,0 1 0,1-1 0,-1 0 0,0-1 0,4 2 0,6 1-1365,-1-2-5461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5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24575,'0'-2'0,"0"1"0,0 0 0,0-1 0,0 1 0,0 0 0,1-1 0,-1 1 0,0 0 0,1-1 0,-1 1 0,0 0 0,1 0 0,0-1 0,-1 1 0,1 0 0,0 0 0,1-2 0,-1 3 0,0-1 0,-1 1 0,1-1 0,0 1 0,0 0 0,0-1 0,0 1 0,0 0 0,-1 0 0,1 0 0,0-1 0,0 1 0,0 0 0,0 0 0,0 0 0,0 1 0,0-1 0,-1 0 0,3 1 0,4 1 0,-1 1 0,1 0 0,-1 0 0,0 1 0,7 5 0,-10-7 0,115 80 0,-116-81 0,-1 1 0,1-1 0,-1 1 0,1-1 0,-1 1 0,0 0 0,0 0 0,1-1 0,-1 1 0,0 0 0,-1 0 0,1 0 0,0 0 0,-1 0 0,1 0 0,-1 1 0,1-1 0,-1 0 0,0 0 0,0 0 0,0 0 0,0 0 0,0 1 0,-1-1 0,0 2 0,-2 7 0,0 0 0,-1 0 0,-10 18 0,1 1 0,5-5 0,1 0 0,1 0 0,-4 45 0,4 79 0,10-35 0,20 121 0,-12-132 0,11 184 0,-16-213 0,1 41 0,-7-92 0,-1-16 0,1 1 0,-1-1 0,0 0 0,-1 0 0,0 0 0,-3 14 0,3-20 0,1 1 0,-1-1 0,0 0 0,0 1 0,0-1 0,0 0 0,-1 0 0,1 0 0,0 0 0,0 0 0,-1 0 0,1 0 0,-1 0 0,1 0 0,-1 0 0,1-1 0,-1 1 0,1-1 0,-1 1 0,1-1 0,-1 0 0,0 0 0,1 1 0,-1-1 0,-3 0 0,-4-1 0,0 1 0,-1-1 0,-11-3 0,15 2 0,-15-2-1365,1 1-5461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 24575,'-5'-3'0,"5"8"0,7 10 0,-2-6 0,1 0 0,1 0 0,0-1 0,0 0 0,0 0 0,1-1 0,10 8 0,67 43 0,-67-47 0,91 49 0,-70-40 0,69 46 0,-91-54 0,-11-8 0,-1-1 0,1 1 0,-1 1 0,0-1 0,8 10 0,-13-14 0,1 1 0,-1-1 0,0 0 0,0 0 0,0 0 0,1 1 0,-1-1 0,0 0 0,0 0 0,0 1 0,0-1 0,0 0 0,1 0 0,-1 1 0,0-1 0,0 0 0,0 1 0,0-1 0,0 0 0,0 0 0,0 1 0,0-1 0,0 0 0,0 1 0,0-1 0,0 0 0,-1 1 0,-5-1 0,-12-7 0,8 1-195,0 1 0,1-1 0,0-1 0,1 0 0,-1 0 0,-13-16 0,11 10-6631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30 24575,'-3'-3'0,"0"0"0,0 0 0,0 1 0,-1 0 0,1 0 0,0-1 0,-1 2 0,0-1 0,1 0 0,-1 1 0,0 0 0,0 0 0,0 0 0,0 0 0,0 0 0,0 1 0,0 0 0,0 0 0,0 0 0,0 0 0,0 1 0,-6 1 0,5 0 0,-1 0 0,0 0 0,1 0 0,-1 1 0,1 0 0,0 0 0,0 1 0,0-1 0,0 1 0,1 0 0,-1 0 0,1 1 0,0-1 0,-4 7 0,-7 14 0,0 0 0,2 0 0,0 2 0,-12 39 0,18-39 14,6-19-289,-1-1-1,0 0 0,-1 1 0,-4 8 0,1-6-6550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77 24575,'-9'-4'0,"0"1"0,-1 0 0,0 0 0,1 1 0,-1 0 0,0 1 0,-14-1 0,20 3 0,1-1 0,0 0 0,-1 1 0,1-1 0,0 1 0,-1 0 0,1 0 0,0 0 0,0 1 0,0-1 0,0 1 0,0 0 0,0 0 0,1 0 0,-1 0 0,0 0 0,1 0 0,0 1 0,-1-1 0,1 1 0,0 0 0,0-1 0,1 1 0,-1 0 0,-1 5 0,-1-1 0,2 0 0,-1 0 0,1 0 0,0 0 0,0 1 0,0 10 0,2-15 0,0-1 0,0 1 0,0-1 0,0 1 0,1-1 0,-1 1 0,1-1 0,0 1 0,0-1 0,0 1 0,0-1 0,0 0 0,0 0 0,1 1 0,-1-1 0,1 0 0,-1 0 0,1 0 0,0-1 0,0 1 0,0 0 0,3 2 0,1 0 0,1-1 0,0 1 0,1-1 0,-1-1 0,1 1 0,-1-1 0,1 0 0,-1-1 0,1 0 0,0 0 0,14-1 0,-9 0 0,0-1 0,-1-1 0,1 0 0,0-1 0,-1 0 0,18-7 0,-25 7 0,0 1 0,0-1 0,0 0 0,0 0 0,0 0 0,-1-1 0,0 0 0,0 1 0,0-2 0,0 1 0,0 0 0,-1-1 0,0 1 0,0-1 0,4-9 0,-6 11 0,0-1 0,1 1 0,-2 0 0,1-1 0,0 1 0,-1-1 0,0 1 0,0-1 0,0 1 0,0 0 0,0-1 0,-1 1 0,1-1 0,-1 1 0,0 0 0,0-1 0,0 1 0,-1 0 0,1 0 0,-1 0 0,1 0 0,-1 0 0,0 0 0,0 0 0,-1 1 0,-3-4 0,-1-1 15,0 2 0,-1-1 0,0 1 0,0 0 0,0 1 0,0 0 0,-13-4 0,3 2-510,0 1 0,-31-5 0,32 8-6331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275 107 24575,'-17'-12'0,"-67"-41"0,69 45 0,0 0 0,-1 0 0,-25-6 0,39 13 0,0 0 0,0 1 0,-1-1 0,1 1 0,0 0 0,0 0 0,0 0 0,0 0 0,-1 0 0,1 0 0,0 1 0,0-1 0,0 1 0,0-1 0,0 1 0,0 0 0,-4 2 0,4-2 0,-1 1 0,1 0 0,0 0 0,0 0 0,0 1 0,0-1 0,0 0 0,0 1 0,1-1 0,-1 1 0,-1 4 0,-1 4 0,0 1 0,1-1 0,1 1 0,0 0 0,-1 16 0,2-16 0,1 0 0,0 1 0,1-1 0,0 0 0,1 1 0,0-1 0,1 0 0,8 20 0,-5-18 0,1 1 0,1-2 0,0 1 0,1-1 0,0 0 0,16 16 0,-7-12 0,0-1 0,39 27 0,-33-27 0,33 31 0,40 36 0,-88-75 0,1 0 0,-2 0 0,1 1 0,10 14 0,-17-20 0,0-1 0,0 1 0,0 0 0,-1-1 0,1 1 0,-1 0 0,0 0 0,1 0 0,-1 0 0,-1 0 0,1 0 0,0 1 0,-1-1 0,0 0 0,1 0 0,-1 0 0,-1 1 0,1-1 0,0 0 0,-1 0 0,-1 5 0,1-6 0,0 0 0,0 0 0,0 0 0,-1 0 0,1 0 0,0 0 0,-1-1 0,0 1 0,1 0 0,-1-1 0,0 0 0,0 1 0,0-1 0,0 0 0,-3 2 0,0-2 0,1 0 0,-1 1 0,1-1 0,-1-1 0,1 1 0,-1-1 0,-5 1 0,-5-2 0,1-1 0,-1 0 0,-26-8 0,23 4 0,-1 0 0,1-1 0,0-1 0,0-1 0,1-1 0,-30-21 0,44 28 0,0 1 0,1-1 0,-1 0 0,1 0 0,-1 0 0,1 0 0,0 0 0,0-1 0,0 1 0,1 0 0,-3-8 0,4 9 0,-1 1 0,1-1 0,-1 0 0,1 1 0,0-1 0,0 0 0,0 1 0,0-1 0,0 0 0,1 0 0,-1 1 0,0-1 0,1 0 0,-1 1 0,1-1 0,0 1 0,-1-1 0,1 1 0,0-1 0,0 1 0,0-1 0,0 1 0,0 0 0,0-1 0,0 1 0,1 0 0,-1 0 0,3-2 0,6-2-227,1 0-1,1 0 1,-1 1-1,0 0 1,20-3-1,-17 4-6598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 24575,'-2'0'0,"-71"2"0,63-1 0,1 1 0,-1 0 0,1 0 0,0 0 0,-15 7 0,20-6 0,-1 0 0,0 1 0,1-1 0,0 1 0,0 0 0,0 0 0,0 0 0,1 1 0,-1-1 0,1 1 0,0 0 0,1 0 0,-1 0 0,1 0 0,0 1 0,0-1 0,1 0 0,-1 1 0,1-1 0,0 1 0,1 0 0,0-1 0,-1 1 0,2 0 0,0 7 0,2-2 0,1-1 0,0 1 0,1-1 0,0 0 0,0-1 0,9 11 0,44 51 0,-10-13 0,-37-45 0,-1 1 0,-1 0 0,0 1 0,-1 0 0,-1 1 0,0 0 0,9 32 0,-10-25 0,-2 1 0,-1 0 0,0 32 0,-3-53 0,0 0 0,0-1 0,0 1 0,1 0 0,-1 0 0,1-1 0,-1 1 0,1 0 0,0-1 0,0 1 0,0-1 0,0 1 0,1-1 0,-1 1 0,3 2 0,-2-3 0,0 0 0,0-1 0,0 1 0,1-1 0,-1 1 0,0-1 0,1 0 0,-1 0 0,1 0 0,-1 0 0,1-1 0,0 1 0,-1-1 0,1 1 0,0-1 0,2 0 0,117-1 0,-42-1 0,-76 2 24,1 0 0,0 0 0,0-1 0,6-1 0,-9 2-117,-1-1 0,1 1 1,0-1-1,-1 0 0,1 0 0,-1 1 0,1-1 0,-1 0 1,0 0-1,1-1 0,-1 1 0,0 0 0,0 0 1,1 0-1,0-3 0,2-5-6733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6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32 24575,'-14'-10'0,"12"12"0,6 8 0,13 18 0,0 0 0,2-1 0,1-1 0,31 32 0,-50-58 0,0 1 0,-1 0 0,1 0 0,0-1 0,-1 1 0,1 0 0,0-1 0,0 1 0,0-1 0,0 1 0,-1-1 0,1 1 0,0-1 0,0 0 0,2 1 0,-3-1 0,0 0 0,1 0 0,-1 0 0,1-1 0,-1 1 0,1 0 0,-1 0 0,0 0 0,1 0 0,-1-1 0,0 1 0,1 0 0,-1 0 0,1-1 0,-1 1 0,0 0 0,0-1 0,1 1 0,-1 0 0,0-1 0,0 1 0,1 0 0,-1-1 0,0 0 0,2-3 0,-1-1 0,1 0 0,-1 1 0,0-1 0,0-5 0,0-3 0,6-40 0,-6 38 0,1-1 0,6-26 0,-8 40 0,1 1 0,-1-1 0,1 0 0,-1 1 0,1-1 0,0 1 0,0-1 0,0 1 0,0-1 0,0 1 0,0 0 0,0-1 0,0 1 0,0 0 0,1 0 0,-1 0 0,0 0 0,1 0 0,-1 0 0,1 0 0,2 0 0,-2 0 0,1 1 0,-1-1 0,1 1 0,0 0 0,-1 0 0,1 0 0,0 0 0,-1 1 0,1-1 0,0 1 0,-1-1 0,4 3 0,5 1 0,1 2 0,-2-1 0,1 2 0,16 12 0,75 64 0,-100-80-109,17 13 352,-19-15-284,1-1 1,-1 0-1,0 1 1,1-1-1,-1 0 1,1 1-1,-1-1 1,0 1-1,0-1 1,1 0-1,-1 1 1,0-1-1,0 1 1,1-1-1,-1 1 1,0-1-1,0 1 1,0 0-1,0-1 1,0 1-1,0-1 1,0 1-1,0-1 1,0 1-1,0-1 1,0 1-1,0-1 1,0 1-1,0-1 1,0 1-1,-1-1 0,1 1 1,0-1-1,0 1 1,-1-1-1,1 1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7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24575,'10'-8'0,"0"0"0,0 2 0,0-1 0,1 1 0,0 1 0,14-6 0,-19 9 0,0 1 0,0-1 0,0 1 0,0 0 0,1 1 0,-1 0 0,0 0 0,0 0 0,1 0 0,-1 1 0,0 0 0,0 0 0,0 1 0,6 2 0,-1 0 0,0 0 0,0 1 0,-1 1 0,0 0 0,0 0 0,0 1 0,-1 0 0,0 0 0,0 1 0,-1 0 0,0 1 0,0 0 0,-1 0 0,-1 1 0,1 0 0,6 15 0,30 65 0,18 43 0,-33-77 0,-18-39 0,-2 0 0,8 21 0,-4-7 0,-7-17 0,0 0 0,0 0 0,2 18 0,-7-31 0,1 0 0,-1 0 0,0 0 0,0 1 0,0-1 0,0 0 0,0 0 0,-1 0 0,1 0 0,0 0 0,0 0 0,-1 0 0,1 0 0,-1 0 0,1 0 0,-1 0 0,1 0 0,-1 0 0,1 0 0,-1 0 0,-1 0 0,1 0 0,-1 1 0,1-1 0,-1 0 0,0-1 0,0 1 0,1 0 0,-1 0 0,0-1 0,0 1 0,0-1 0,-2 1 0,-5 0 0,0-1 0,0 0 0,-18-2 0,26 2 0,-174-29-1365,157 27-5461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7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24575,'-1'2'0,"-1"1"0,0-1 0,1 0 0,0 1 0,-1 0 0,1-1 0,0 1 0,0 0 0,1-1 0,-1 1 0,0 0 0,1 0 0,0 0 0,0 5 0,0 0 0,0 0 0,1 1 0,3 14 0,1-6 0,1-1 0,1 1 0,13 22 0,1 3 0,-12-22 0,-4-7 0,1 0 0,10 17 0,-16-31-20,0 1 1,0 0-1,0 0 0,0 0 0,0 0 1,0 0-1,0 0 0,0-1 0,0 1 0,0 0 1,0 0-1,1 0 0,-1 0 0,0 0 0,0 0 1,0 0-1,0 0 0,0-1 0,0 1 1,0 0-1,0 0 0,1 0 0,-1 0 0,0 0 1,0 0-1,0 0 0,0 0 0,0 0 0,0 0 1,1 0-1,-1 0 0,0 0 0,0 0 1,0 0-1,0 0 0,0 0 0,0 0 0,1 0 1,-1 0-1,0 0 0,0 0 0,0 0 0,0 0 1,0 0-1,0 0 0,0 0 0,1 0 1,-1 0-1,0 0 0,0 1 0,0-1 0,0 0 1,0 0-1,0 0 0,0 0 0,0 0 0,0 0 1,1 0-1,-1 1 0,0-1 0,0 0 0,0 0 1,0 0-1,0 0 0,0 0 0,0 0 1,0 0-1,0 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 24575,'-28'10'0,"-15"4"0,-3 1 0,5-1 0,5-3 0,8-3 0,2-4 0,4-2 0,2-1 0,3-1 0,1-1 0,1 0 0,3 1-8191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 24575,'-13'-10'0,"11"10"0,8 6 0,26 21 0,2-3 0,50 29 0,80 31 0,-112-60 0,102 35 0,-150-58 0,0 0 0,1 0 0,-1-1 0,0 1 0,8-1 0,-11 0 0,-1 0 0,1 0 0,0-1 0,-1 1 0,1 0 0,0 0 0,-1 0 0,1-1 0,0 1 0,-1 0 0,1 0 0,-1-1 0,1 1 0,-1-1 0,1 1 0,-1 0 0,1-1 0,0 0 0,-1 0 0,0 0 0,1 1 0,-1-1 0,0 0 0,0 1 0,0-1 0,0 0 0,0 0 0,0 1 0,0-1 0,0 0 0,0 0 0,0 1 0,-1-1 0,1 0 0,0 1 0,0-1 0,-1 0 0,1 1 0,0-1 0,-1 0 0,-3-6-40,-1 2 0,1-1 0,-1 0-1,0 1 1,-10-8 0,5 4-1084,-4-3-5702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24575,'-41'10'0,"-58"19"0,90-26 0,0 1 0,-1 0 0,2 1 0,-1 0 0,0 1 0,1 0 0,-14 12 0,19-15-6,0 1-1,1 0 1,-1-1-1,0 1 1,1 0-1,0 0 1,0 0-1,0 1 1,-1 6-1,0 2 106,-3 26 0,6-32-249,-1 1 0,0-1 0,0 1 1,-1-1-1,0 0 0,0 0 0,0 0 1,-1 0-1,-6 11 0,1-8-6676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9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24575,'0'11'0,"1"1"0,0-1 0,0 1 0,1-1 0,0 0 0,1 0 0,0 0 0,1 0 0,0 0 0,1-1 0,11 18 0,-11-20 0,-2-3 0,0-1 0,0 1 0,0 0 0,-1 0 0,1 0 0,2 9 0,-5-13-25,0-1 1,0 0-1,0 0 0,0 0 0,0 0 0,0 0 0,0 0 1,0 1-1,0-1 0,0 0 0,0 0 0,0 0 1,0 0-1,0 0 0,0 1 0,0-1 0,0 0 0,0 0 1,0 0-1,0 0 0,0 0 0,0 0 0,0 1 0,-1-1 1,1 0-1,0 0 0,0 0 0,0 0 0,0 0 1,0 0-1,0 0 0,0 0 0,0 0 0,-1 1 0,1-1 1,0 0-1,0 0 0,0 0 0,0 0 0,0 0 0,0 0 1,-1 0-1,1 0 0,0 0 0,0 0 0,0 0 1,0 0-1,0 0 0,-1 0 0,1 0 0,0 0 0,0 0 1,0 0-1,0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490 230 24575,'-129'-120'0,"108"102"0,-1 2 0,-1 1 0,0 0 0,-36-15 0,54 27 0,-1 1 0,0-1 0,0 2 0,0-1 0,0 1 0,0 0 0,0 0 0,-10 0 0,12 1 0,-1 1 0,1 0 0,-1 0 0,1 0 0,-1 1 0,1-1 0,0 1 0,0 0 0,0 0 0,0 1 0,-7 4 0,3-1 0,0 1 0,1-1 0,0 1 0,1 1 0,0-1 0,0 1 0,0 0 0,1 1 0,0-1 0,1 1 0,-1 0 0,2 0 0,0 0 0,0 1 0,0-1 0,1 1 0,-1 11 0,2-9 0,1 0 0,0 0 0,1 0 0,0 0 0,0 0 0,2-1 0,-1 1 0,1-1 0,1 1 0,0-1 0,1 0 0,0 0 0,13 18 0,5 4 0,2-2 0,47 45 0,66 48 0,-119-108 0,5 3 0,-1 1 0,-1 1 0,-1 1 0,23 31 0,-42-51 0,-1 0 0,0-1 0,0 1 0,0 0 0,-1 0 0,1 0 0,0-1 0,-1 1 0,1 0 0,-1 0 0,1 0 0,-1 0 0,0 0 0,0 4 0,0-5 0,-1 0 0,1 1 0,-1-1 0,1 1 0,-1-1 0,0 0 0,1 0 0,-1 1 0,0-1 0,0 0 0,0 0 0,0 0 0,0 0 0,0 0 0,0 0 0,0 0 0,0 0 0,-1-1 0,1 1 0,0 0 0,-2 0 0,-5 2 0,-1 0 0,1 0 0,-1-1 0,1 0 0,-1-1 0,0 0 0,1 0 0,-1-1 0,0 0 0,0 0 0,0-1 0,-9-2 0,-5-2 0,0-1 0,1-1 0,-30-13 0,39 14 0,0 0 0,0-1 0,0 0 0,-15-13 0,24 17 0,1 0 0,-1 0 0,0-1 0,1 0 0,-1 0 0,1 1 0,0-2 0,1 1 0,-1 0 0,1-1 0,0 1 0,0-1 0,0 0 0,0 1 0,1-1 0,-1-7 0,2 10 5,0 0 0,0 0 0,0 0 0,0 0 0,0 0 0,1 0 0,-1 0 0,1 0 0,0 0 0,-1 0 0,1 0 0,0 0 0,0 0 0,0 0 0,0 0 0,1 1 0,-1-1 0,0 0 0,1 1 0,-1-1 0,1 1 0,0 0 0,2-2 0,3-2-302,0 2 0,1-1 0,-1 1 0,14-5 0,-7 4-6529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1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1 24575,'-17'0'0,"0"1"0,0 0 0,0 2 0,1 0 0,-1 0 0,-29 12 0,40-12 0,0-1 0,1 1 0,-1 1 0,0-1 0,1 1 0,0 0 0,0 0 0,0 1 0,-4 5 0,6-6 0,0 0 0,1-1 0,0 1 0,0 0 0,0 0 0,0 1 0,0-1 0,1 0 0,0 1 0,0-1 0,0 1 0,1-1 0,-1 1 0,1 6 0,2 4 0,1 0 0,0 0 0,1 0 0,0-1 0,13 26 0,-8-18 0,8 20 0,23 67 0,-33-89 0,-2 0 0,-1 0 0,3 33 0,-5-13 0,2-1 0,12 52 0,-15-85 0,0-1 0,1 1 0,0-1 0,1 0 0,-1 0 0,1 0 0,0 0 0,0 0 0,5 5 0,-5-7 0,-1-1 0,1 1 0,0-1 0,0 0 0,0 0 0,0 0 0,0 0 0,0-1 0,1 1 0,-1-1 0,1 0 0,-1 0 0,1 0 0,-1-1 0,7 1 0,5 1 24,0-1 0,0-1 0,-1-1 0,23-3 0,-33 3-86,-1 1 0,1-1 0,-1 0 0,1 0 1,-1-1-1,0 1 0,1-1 0,-1 0 0,0 0 0,0 0 0,0 0 0,0 0 1,-1-1-1,1 1 0,0-1 0,-1 1 0,0-1 0,0 0 0,0 0 0,0 0 1,0-1-1,-1 1 0,3-6 0,0-4-6764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2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24575,'21'29'0,"24"27"0,-39-50 0,1 1 0,-1-1 0,1 0 0,1-1 0,13 9 0,-19-13 0,-1 0 0,0-1 0,1 1 0,-1 0 0,1-1 0,-1 1 0,1-1 0,-1 1 0,1-1 0,-1 0 0,1 1 0,0-1 0,-1 0 0,1 0 0,-1 0 0,1 0 0,0-1 0,-1 1 0,1 0 0,-1-1 0,1 1 0,-1-1 0,1 1 0,-1-1 0,1 0 0,-1 0 0,0 0 0,1 1 0,-1-1 0,0 0 0,0-1 0,1 1 0,-1 0 0,0 0 0,0 0 0,-1-1 0,1 1 0,1-3 0,2-5 0,0-1 0,-1 1 0,0-1 0,-1 0 0,2-12 0,1-4 0,-4 22 0,0-1 0,1 1 0,-1-1 0,1 1 0,3-8 0,-5 12 0,1-1 0,-1 1 0,0-1 0,1 0 0,-1 1 0,1-1 0,-1 1 0,1-1 0,-1 1 0,1-1 0,-1 1 0,1 0 0,-1-1 0,1 1 0,0 0 0,-1-1 0,1 1 0,0 0 0,-1 0 0,1-1 0,0 1 0,-1 0 0,1 0 0,0 0 0,-1 0 0,1 0 0,0 0 0,-1 0 0,1 0 0,0 0 0,0 0 0,-1 1 0,1-1 0,0 0 0,-1 0 0,1 1 0,-1-1 0,1 0 0,0 1 0,7 5 0,-1 0 0,-1 0 0,1 0 0,-1 1 0,0 0 0,0 0 0,5 11 0,16 17 0,-8-12-682,26 40-1,-39-53-6143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2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4 24575,'-13'-3'0,"-4"2"0,-2 2 0,2 2 0,2 4 0,1 0 0,2 2 0,1 2 0,0-1 0,-1 0 0,-4 2 0,-1-2 0,2-3-8191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3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24575,'3'18'0,"3"12"0,0 2 0,3-1 0,2-1 0,1-2 0,2-4 0,0-4 0,2-2 0,-3 1 0,-1 0 0,0-1 0,-2-1 0,-2-1 0,-3 0 0,-3-3-8191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24575,'23'5'0,"-6"-2"0,1 1 0,-1 1 0,21 8 0,-34-11 0,-1-1 0,1 1 0,-1 0 0,1 0 0,-1 0 0,0 0 0,0 1 0,0 0 0,0-1 0,0 1 0,-1 0 0,1 0 0,-1 1 0,0-1 0,0 0 0,0 1 0,0-1 0,0 1 0,-1 0 0,2 4 0,6 42 0,20 79 0,33 52 0,-7-23 0,-51-146 0,-1 0 0,1 15 0,-3-22 0,-1-1 0,1 1 0,-1-1 0,0 1 0,-1 0 0,1-1 0,-1 1 0,0 0 0,-2 4 0,2-8 0,1 1 0,-1-1 0,0 0 0,0 0 0,0 1 0,0-1 0,0 0 0,0 0 0,-1 0 0,1 0 0,0 0 0,-1 0 0,1 0 0,0-1 0,-1 1 0,1 0 0,-1-1 0,1 1 0,-1-1 0,1 0 0,-1 1 0,1-1 0,-1 0 0,0 0 0,-2 0 0,-5-1 0,0 1 0,0-2 0,-13-2 0,7 1 0,-76-11-1365,70 10-5461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4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24575,'0'13'0,"0"7"0,0 3 0,3-1 0,0-1 0,3-1 0,0 1 0,2-1 0,-1-1 0,1-1 0,0-1 0,0-3 0,0-2 0,0 0 0,2-3 0,-1 1 0,0-2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4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0 24575,'-28'3'0,"-13"0"0,-1 1 0,1-2 0,5 0 0,6-1 0,6 0 0,3 2 0,4 0 0,5 0-8191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5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24575,'-1'1'0,"0"1"0,0-1 0,0 0 0,0 0 0,0 0 0,0 0 0,1 1 0,-1-1 0,1 0 0,-1 1 0,1-1 0,-1 1 0,1-1 0,-1 0 0,1 1 0,0-1 0,0 1 0,0-1 0,0 1 0,0-1 0,0 1 0,0-1 0,1 0 0,-1 1 0,1-1 0,-1 1 0,1-1 0,-1 0 0,1 1 0,-1-1 0,1 0 0,0 0 0,0 1 0,0-1 0,0 0 0,0 0 0,1 1 0,5 5 0,0-1 0,0 1 0,1-2 0,11 8 0,-12-9 0,96 58 0,133 58 0,-224-114-111,16 7 349,-26-12-362,0 0-1,0-1 1,0 1 0,0-1-1,-1 1 1,1-1 0,0 0-1,0 0 1,0 0 0,0 0-1,4 0 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5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0 24575,'-23'5'0,"-11"2"0,2 2 0,2 3 0,4 1 0,7 1 0,6 1 0,4 1 0,2-1 0,0 1 0,2 0 0,-2-4 0,1 0 0,1 0 0,0 1 0,-3 0 0,0 1 0,2-2-8191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6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24575,'7'-5'0,"1"1"0,0 0 0,1 0 0,-1 1 0,0 0 0,1 0 0,0 1 0,0 0 0,0 1 0,0 0 0,0 0 0,0 1 0,0 0 0,0 1 0,12 2 0,-19-3 0,1 1 0,-1-1 0,0 1 0,0 0 0,1-1 0,-1 1 0,0 0 0,0 1 0,0-1 0,0 0 0,-1 0 0,1 1 0,0-1 0,0 1 0,-1 0 0,1-1 0,-1 1 0,1 0 0,-1 0 0,0 0 0,0 0 0,0 0 0,0 0 0,0 0 0,0 0 0,-1 1 0,1-1 0,-1 0 0,1 0 0,-1 1 0,0-1 0,0 0 0,0 1 0,0-1 0,0 0 0,-1 0 0,1 1 0,-1-1 0,-1 4 0,-1 3 0,0-1 0,-1 0 0,0 0 0,0 0 0,-1 0 0,0-1 0,0 0 0,-1 0 0,-7 7 0,12-13 0,0 0 0,0 0 0,-1 0 0,1 1 0,0-1 0,0 0 0,0 1 0,1-1 0,-1 1 0,0-1 0,0 1 0,1-1 0,-1 1 0,1-1 0,-1 1 0,1 0 0,0-1 0,0 1 0,-1 0 0,1-1 0,0 1 0,1 0 0,-1-1 0,0 1 0,0 0 0,1 1 0,0-1 0,0 0 0,1-1 0,-1 1 0,0 0 0,1 0 0,-1-1 0,1 1 0,-1-1 0,1 0 0,-1 1 0,1-1 0,0 0 0,0 0 0,0 0 0,0 0 0,0 0 0,0 0 0,0-1 0,4 1 0,9 2 0,0-1 0,1-1 0,-1-1 0,1 0 0,17-3 0,-21 0-1365,-2-1-5461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7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319 106 24575,'-36'-20'0,"0"0"0,0 1 0,-64-23 0,97 41 0,-1 0 0,1 0 0,-1 0 0,1 1 0,-1-1 0,1 1 0,-1 0 0,1 0 0,-1 0 0,0 1 0,1-1 0,-1 1 0,1 0 0,0 0 0,-1 0 0,1 1 0,0-1 0,-7 4 0,7-3 0,0 1 0,0 0 0,0-1 0,0 1 0,1 0 0,-1 1 0,1-1 0,0 0 0,0 1 0,0-1 0,0 1 0,0 0 0,1-1 0,0 1 0,0 0 0,-1 6 0,1-3 0,0 0 0,1 0 0,0 0 0,1 0 0,0 1 0,0-1 0,0 0 0,1-1 0,0 1 0,0 0 0,1 0 0,0-1 0,0 0 0,1 1 0,-1-1 0,1-1 0,6 8 0,9 9 0,1-1 0,40 35 0,-58-54 0,39 32 0,67 62 0,-91-80 0,-1 1 0,-1 1 0,-1 1 0,13 21 0,-24-36 0,-1 1 0,0 0 0,0 0 0,0-1 0,-1 1 0,1 0 0,-1 1 0,0-1 0,-1 0 0,1 0 0,-1 0 0,-1 8 0,1-10 0,0-1 0,-1 1 0,1-1 0,-1 1 0,0-1 0,0 1 0,0-1 0,0 0 0,0 0 0,-1 1 0,1-1 0,-1 0 0,1 0 0,-1 0 0,0-1 0,0 1 0,0 0 0,0-1 0,0 1 0,0-1 0,0 1 0,0-1 0,-1 0 0,1 0 0,0 0 0,-1 0 0,-3 0 0,-5 1 0,0-1 0,0 0 0,1 0 0,-1-1 0,0-1 0,0 0 0,0 0 0,0-1 0,0-1 0,1 1 0,-1-2 0,1 1 0,0-2 0,0 1 0,0-1 0,1-1 0,0 0 0,0 0 0,0-1 0,-9-9 0,17 15 0,-1 0 0,1-1 0,0 1 0,0-1 0,-1 1 0,1-1 0,0 1 0,0-1 0,1 0 0,-1 1 0,0-1 0,0 0 0,1 0 0,-1 0 0,1 1 0,0-1 0,0 0 0,-1 0 0,1 0 0,0 0 0,1-2 0,-1 2 0,1 0 0,0 0 0,0 0 0,0 0 0,0 0 0,0 0 0,0 0 0,0 1 0,1-1 0,-1 0 0,1 1 0,-1-1 0,1 1 0,0-1 0,-1 1 0,1 0 0,0 0 0,2-1 0,13-6-175,0 1-1,0 0 0,35-7 1,-41 12-488,0-1-6163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7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65 24575,'-85'-41'0,"71"36"0,1 0 0,0 1 0,-1 1 0,-22-3 0,34 6 0,-1-1 0,1 1 0,-1 0 0,1 0 0,-1 1 0,1-1 0,-1 0 0,1 1 0,-1 0 0,1-1 0,0 1 0,-1 0 0,1 0 0,0 0 0,0 1 0,0-1 0,0 0 0,-2 3 0,1-2 0,1 1 0,0-1 0,0 1 0,0 0 0,1 0 0,-1 0 0,0 0 0,1 0 0,0 0 0,0 0 0,-1 7 0,0 1 0,1-1 0,1 1 0,0 0 0,0-1 0,1 1 0,0 0 0,4 14 0,2-4 0,1 1 0,1-2 0,1 1 0,23 35 0,0 0 0,-17-25 0,-2 0 0,17 58 0,6 71 0,-33-142 0,-1 0 0,1 1 0,0-1 0,11 26 0,-13-39 0,0-1 0,1 1 0,-1 0 0,1-1 0,0 0 0,1 0 0,-1 0 0,0 0 0,1 0 0,0-1 0,0 1 0,0-1 0,1 0 0,-1 0 0,1-1 0,-1 0 0,7 3 0,-6-3-44,0 0 0,0-1 0,1 1 0,-1-1 0,1 0 0,-1-1 0,1 1 0,-1-1 0,1 0 0,-1-1 0,1 1 0,-1-1 0,1 0 0,-1-1 0,0 1 0,1-1 0,-1 0 0,0 0-1,0-1 1,0 1 0,-1-1 0,1 0 0,-1 0 0,1-1 0,-1 0 0,0 1 0,0-1 0,-1-1 0,1 1 0,4-7 0,-1-2-6782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8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14 24575,'-1'0'0,"1"0"0,0 0 0,-1 0 0,1 0 0,0 0 0,-1 0 0,1 0 0,0 0 0,-1 0 0,1 0 0,0 0 0,-1 1 0,1-1 0,0 0 0,-1 0 0,1 0 0,0 1 0,-1-1 0,1 0 0,0 0 0,0 1 0,0-1 0,-1 0 0,1 0 0,0 1 0,0-1 0,0 0 0,0 1 0,-1 0 0,1 13 0,8 13 0,23 32 0,-27-52 0,0-1 0,0 0 0,1 0 0,0 0 0,0 0 0,11 8 0,-15-13 0,0-1 0,0 1 0,0 0 0,0-1 0,0 1 0,1 0 0,-1-1 0,0 1 0,0-1 0,1 0 0,-1 0 0,0 1 0,0-1 0,1 0 0,-1 0 0,0 0 0,0 0 0,1 0 0,-1 0 0,2-1 0,-1 0 0,0 0 0,-1 0 0,1 0 0,0 0 0,-1 0 0,1 0 0,-1 0 0,1 0 0,-1-1 0,0 1 0,1-1 0,0-1 0,2-4 0,0 1 0,-1-1 0,0 0 0,0 0 0,3-13 0,0-5 0,-6 20 0,1-1 0,0 1 0,0-1 0,1 1 0,-1 0 0,1 0 0,0 0 0,1 0 0,-1 0 0,1 0 0,0 1 0,5-6 0,-7 9 0,1 0 0,-1 0 0,1 0 0,-1 0 0,1 0 0,0 1 0,-1-1 0,1 0 0,0 1 0,0 0 0,-1-1 0,1 1 0,0 0 0,0 0 0,0 0 0,-1 0 0,1 0 0,0 0 0,0 1 0,0-1 0,-1 1 0,1-1 0,0 1 0,-1-1 0,1 1 0,0 0 0,2 2 0,4 2 0,0 0 0,0 0 0,12 13 0,17 12-38,-27-22-151,0 0-1,-1 0 0,1 0 1,-2 1-1,1 1 1,12 18-1,-15-16-6636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8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10 24575,'-10'-3'0,"-7"0"0,-2 0 0,-1 3 0,1 1 0,0 1 0,2 0 0,0 3 0,1-1 0,1 0 0,0-1 0,2-1-8191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9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24575,'10'-4'0,"0"1"0,1 0 0,-1 1 0,1 0 0,0 1 0,0 0 0,-1 1 0,1 0 0,0 1 0,0 0 0,-1 0 0,1 1 0,-1 1 0,1 0 0,-1 0 0,0 1 0,0 0 0,0 1 0,-1 0 0,1 0 0,-1 1 0,0 1 0,8 7 0,-14-12 0,-1 0 0,1 1 0,-1-1 0,1 1 0,-1 0 0,0-1 0,0 1 0,0 0 0,0 0 0,-1 0 0,1 1 0,-1-1 0,0 0 0,0 1 0,0-1 0,0 0 0,-1 1 0,1 3 0,-1-2 0,-1 0 0,1 1 0,-1-1 0,0 0 0,-1 0 0,1 0 0,-1-1 0,0 1 0,0 0 0,-1 0 0,-3 5 0,-17 23 0,15-22 0,0-1 0,1 1 0,-7 16 0,13-25 0,0-1 0,0 1 0,1 0 0,-1 0 0,1 0 0,-1 0 0,1 0 0,0 0 0,0 0 0,0 0 0,0 0 0,0-1 0,0 1 0,0 0 0,0 0 0,1 0 0,-1 0 0,1 0 0,0 0 0,1 2 0,-1-2 0,1 0 0,0 0 0,-1 0 0,1 0 0,0-1 0,0 1 0,0-1 0,0 1 0,0-1 0,1 0 0,-1 0 0,0 0 0,1 0 0,-1 0 0,4 1 0,12 1-1,0-1-1,0 0 1,0-2-1,33-2 1,-3 0-1357,-35 2-5468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10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24575,'41'7'0,"-14"-3"0,-1 1 0,0 1 0,0 1 0,36 15 0,-57-19 0,0-1 0,0 1 0,0 0 0,0 1 0,-1-1 0,1 1 0,-1 0 0,0 0 0,6 7 0,-8-8 0,0 1 0,0 0 0,0 0 0,0 0 0,-1 0 0,1 0 0,-1 0 0,0 1 0,0-1 0,0 0 0,-1 0 0,0 9 0,-1 18 0,0-9 0,1 0 0,0-1 0,1 1 0,2 0 0,0 0 0,7 23 0,33 66 0,-25-70 0,20 73 0,-37-111 4,-1-1 0,1 1 0,-1-1 0,0 1 0,1 0-1,-1-1 1,0 1 0,-1 0 0,1-1 0,0 1 0,-1 0 0,0-1-1,1 1 1,-1-1 0,0 1 0,0-1 0,0 1 0,-1-1 0,1 0-1,-1 0 1,1 0 0,-1 1 0,0-1 0,1-1 0,-1 1 0,0 0 0,-1 0-1,1-1 1,0 1 0,-4 1 0,-1 0-153,0 0 1,0 0-1,0-1 1,0 0-1,-1 0 1,1-1-1,-1 0 1,1 0-1,-13 0 1,7-2-6678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47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93 24575,'-16'-1'0,"1"0"0,-17-5 0,23 4 0,0 0 0,-1 1 0,1 0 0,-1 0 0,1 1 0,-1 1 0,1-1 0,-16 4 0,-7 4 0,70-6 0,25-2 0,81 9 0,-69-3 0,116-4 0,-92-4 0,20 3 0,118-2 0,-153-9 0,-39 4 0,-26 3 0,1-1 0,29-11 0,-34 9 0,0 2 0,1 0 0,-1 0 0,1 2 0,17-2 0,315 5 0,-331-2 0,-1 0 0,22-6 0,-3 1 0,0 0 0,-13 2 0,43-2 0,-49 5 0,30-5 0,-28 3 0,23-2 0,138 5 0,-84 1 0,-79-1 0,33 7 0,7 1 0,92 8 0,-47-2 0,-65-11 0,151 10 0,-97-12 0,137-3 0,5-20 0,5 0 0,-89 14 0,78-1 0,147 28 0,69-8 0,-159-10 0,-15 14 0,64 0 0,-189-8 0,-72-2 0,119-7 0,48-17 0,100 12 0,-211 8 0,222 18 0,-266-13 0,191 10 0,218-10 0,-299-7 0,12 0 0,224 2 0,-56 20 0,-266-14 0,-98-6 0,301 16 0,-179-11 0,130 3 0,-137-8 0,196-3 0,-177-5 0,51-1 0,-55 7 0,264 3 0,-143 14 0,-81-3 0,-125-9 0,292 9 0,270-14 0,-449-6 0,-25-1 0,12 0 0,16 0 0,-17 1 0,8-1 0,22-1 0,45 4 0,-50 4 0,-108-6 0,26-1 0,82-1 0,114-22 0,-197 24 0,95 7 0,-81 1 0,980-1 0,-1074 1 0,0 1 0,18 3 0,-18-2 0,27 2 0,-13-2 0,0 0 0,0 2 0,36 12 0,-52-13-1365,-4 0-5461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48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 24575,'-1'1'0,"0"1"0,0-1 0,1 1 0,-1-1 0,0 1 0,1 0 0,-1-1 0,1 1 0,-1 0 0,1 0 0,0-1 0,0 1 0,0 0 0,0 0 0,0 0 0,1 3 0,6 32 0,-6-31 0,6 33 0,-3 0 0,-1 1 0,-3 64 0,0-47 0,-3-12 0,-2 0 0,-13 60 0,-2 13 0,9-46 0,-22 72 0,19-99 0,8-29 0,-6 28 0,4-2 0,0-4 0,2 2 0,-3 69 0,9-92 0,0 29 0,10 68 0,-1-59 0,3 109 0,-12-138 0,0 6 0,-1 1 0,-7 43 0,4-49 0,1 0 0,1 0 0,2 0 0,3 32 0,4-9 0,-3-31 0,0 34 0,-3-36 0,0 0 0,1-1 0,0 1 0,1 0 0,8 21 0,-7-24-120,2 1-191,-2 0 0,0 1-1,4 30 1,-8-34-6515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16835 139 24575,'-321'-15'0,"289"13"0,-34-5 0,20 2 0,-178-23 0,-90-7 0,244 29 0,-72-3 0,108 9 0,-11-1 0,-89 12 0,93-7 0,0-1 0,-61-3 0,35-1 0,34-1 0,0-1 0,-44-11 0,12 3 0,58 10 0,-35-6 0,-70-2 0,-303 10 0,392 0 0,-31 6 0,30-3 0,-29 0 0,32-4 0,-1 2 0,-26 5 0,13-3 0,0-1 0,-68-3 0,38-2 0,39 3 0,-19-1 0,-85-10 0,85 5 0,-1 2 0,-62 4 0,34 0 0,-35 0 0,-125-2 0,120-6 0,-39-2 0,74 9 0,-151 2 0,54 13 0,15 0 0,80-10 0,-165 5 0,110-2 0,5 0 0,-930-9 0,894 9 0,13-1 0,-30 3 0,104-4 0,-227 34 0,306-40 0,-271 55 0,265-54 0,-83 15 0,-106 6 0,-126-18 0,182-6 0,33 1 0,-116 3 0,32 20 0,37-2 0,80-13 0,-94 5 0,-1079-13 0,1081 9 0,13 0 0,-308-18 0,154 5 0,-11-2 0,-75-1 0,129 6 0,3-12 0,100 6 0,-31 0 0,-246 8 0,327 8 0,7 0 0,71-7 0,-254-3 0,144-14 0,37 3 0,86 11 0,-216-13 0,112 14 0,-163 3 0,187 6 0,-40 0 0,-94 0 0,-107 0 0,214-10 0,-530 2 0,643 1 0,0 1 0,-16 3 0,-15 1 0,-91 10-1365,119-15-5461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2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24575,'-6'17'0,"1"-2"0,-9 75 0,9-64 0,-1 0 0,-1 0 0,-1 0 0,-13 23 0,14-28 0,1-1 0,0 1 0,2 0 0,0 1 0,-1 25 0,3-19 0,2 0 0,1-1 0,6 44 0,24 80 0,-15-77 0,6 80 0,-15-108 0,-4-25 0,2 27 0,-5-15 0,-1 138 0,-14-80 0,7-34 0,5-39 0,-2 29 0,4-27 0,-7 31 0,2-16 0,0 2 0,2-15 0,-1 41 0,4-22 0,3 70 0,5-60 0,-4-32 0,2 33 0,-5 495-1365,0-534-5461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5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1 253 24575,'69'-16'0,"24"-8"0,-77 19 0,0-1 0,-1 0 0,24-14 0,-37 19 0,1-1 0,-1 0 0,1 0 0,-1 0 0,0 0 0,0 0 0,0-1 0,0 1 0,-1-1 0,1 1 0,-1-1 0,1 0 0,-1 1 0,0-1 0,0 0 0,0 0 0,0 0 0,-1 0 0,1 0 0,-1 0 0,0 0 0,1 0 0,-1 0 0,-1 0 0,1 0 0,-2-6 0,1 3 0,0 0 0,-1 0 0,0 0 0,-1 0 0,1 0 0,-1 0 0,0 1 0,0-1 0,-1 1 0,0 0 0,-8-9 0,10 12 0,0 0 0,0 0 0,0 0 0,0 0 0,-1 1 0,1-1 0,0 1 0,-1-1 0,0 1 0,1 0 0,-1 0 0,0 0 0,1 0 0,-1 1 0,0-1 0,0 1 0,0 0 0,1-1 0,-1 1 0,0 0 0,0 1 0,0-1 0,0 0 0,1 1 0,-1 0 0,0 0 0,1 0 0,-1 0 0,0 0 0,1 0 0,-3 2 0,0 0 0,1-1 0,0 1 0,0 0 0,1 0 0,-1 0 0,1 1 0,-1-1 0,1 1 0,0 0 0,0 0 0,1 0 0,-1 0 0,-2 7 0,-1 3 0,1 0 0,0 0 0,-2 16 0,5-21 0,0 0 0,1 0 0,0 0 0,0 0 0,1 0 0,2 17 0,-1-23 0,-1 0 0,1 0 0,0 0 0,0 0 0,0 0 0,0-1 0,0 1 0,0 0 0,1-1 0,0 1 0,-1-1 0,1 1 0,0-1 0,0 0 0,0 0 0,1 0 0,-1 0 0,0 0 0,1 0 0,-1-1 0,1 1 0,0-1 0,-1 0 0,5 1 0,11 3 0,2-1 0,37 3 0,-28-4 0,31 6 48,30 2-1461,-77-10-5413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24575,'-3'-5'0,"8"6"0,9 5 0,100 65 0,-70-42 0,51 26 0,-73-43-29,-18-9-104,0-1-1,0 1 0,0-1 1,0 0-1,1 0 1,-1 0-1,1-1 0,0 1 1,5 0-1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6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0 24575,'-26'21'0,"-11"9"0,-2 2 0,6-1 0,6-4 0,5-4 0,6-3 0,3-3 0,4-1 0,4-3-8191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7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76 172 24575,'-1'2'0,"-1"1"0,1-1 0,-1 0 0,1 1 0,0-1 0,0 1 0,0 0 0,0-1 0,0 1 0,0 0 0,1-1 0,-1 5 0,0 33 0,5-9 0,0-1 0,3 0 0,17 54 0,-15-55 0,-9-29 0,0 0 0,0 0 0,0 0 0,0 0 0,0 0 0,0 0 0,0 0 0,0 0 0,0 0 0,0 0 0,0 0 0,0 0 0,0 0 0,0 0 0,0 0 0,0 0 0,0 0 0,0 0 0,0 0 0,0 0 0,0 0 0,0 0 0,0 0 0,0 0 0,0 0 0,-1 0 0,1 0 0,0 0 0,0 0 0,0 0 0,0 0 0,0 0 0,0 0 0,0 0 0,0 0 0,0 0 0,0 0 0,0 0 0,0 0 0,0 0 0,0 0 0,0 0 0,0 0 0,0 0 0,0 0 0,0 1 0,0-1 0,0 0 0,-6-7 0,-6-8 0,-4-12 0,2-1 0,1-1 0,-12-35 0,20 47 0,0 1 0,2-1 0,0 0 0,0 0 0,2-1 0,0 1 0,2-25 0,0 34 0,0 0 0,1 0 0,0 0 0,0 1 0,1-1 0,0 0 0,0 1 0,5-8 0,-6 12 0,0 0 0,0 0 0,0 0 0,1 0 0,-1 0 0,1 1 0,0-1 0,0 1 0,0-1 0,0 1 0,0 0 0,1 0 0,-1 1 0,0-1 0,1 1 0,0 0 0,-1-1 0,1 2 0,4-2 0,3 1 0,1 0 0,-1 0 0,0 1 0,15 2 0,-23-1 0,0-1 0,1 1 0,-1 0 0,1 0 0,-1 0 0,0 0 0,0 1 0,0-1 0,0 1 0,0 0 0,0 0 0,0 0 0,0 0 0,-1 1 0,1-1 0,-1 1 0,0-1 0,3 4 0,-3-3 0,0 0 0,-1 1 0,1-1 0,0 0 0,-1 1 0,0 0 0,0-1 0,0 1 0,0 0 0,-1-1 0,0 1 0,1 7 0,-2-6 0,0 0 0,0 0 0,-1 0 0,1 0 0,-1 0 0,0 0 0,0 0 0,-5 7 0,1-3-124,0 0 0,0-1 0,-1 1 0,-1-1 0,1-1 0,-1 0-1,0 0 1,-1 0 0,1-1 0,-12 6 0,6-4-6702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7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75 24575,'-21'-12'0,"-57"-28"0,68 35 0,0 2 0,0-1 0,0 2 0,0-1 0,0 1 0,-12-1 0,20 3 0,-1 0 0,0 0 0,1 0 0,-1 0 0,0 1 0,1-1 0,-1 1 0,1-1 0,-1 1 0,1 0 0,-1 0 0,1 0 0,-1 0 0,1 1 0,0-1 0,0 0 0,-1 1 0,1 0 0,-2 2 0,2-1 0,0 0 0,0 0 0,0 0 0,1 0 0,-1 0 0,1 0 0,0 0 0,0 0 0,0 1 0,0-1 0,0 1 0,1-1 0,-1 5 0,1-2 0,0 0 0,1 0 0,-1 0 0,1 0 0,0 0 0,1 0 0,-1 0 0,1 0 0,0 0 0,1-1 0,-1 1 0,1-1 0,0 0 0,1 0 0,-1 0 0,8 8 0,-7-10 0,0 0 0,1 0 0,-1-1 0,1 1 0,0-1 0,0 0 0,0 0 0,0-1 0,0 1 0,0-1 0,6 1 0,-3-1 0,0-1 0,-1 0 0,1 0 0,0 0 0,-1-1 0,1 0 0,8-2 0,-13 2 0,-1 0 0,1 0 0,-1 0 0,1-1 0,-1 1 0,1-1 0,-1 1 0,0-1 0,0 0 0,0 1 0,0-1 0,0 0 0,0-1 0,0 1 0,0 0 0,-1 0 0,1-1 0,1-3 0,0-3 0,0-1 0,0 1 0,3-19 0,3-12 0,-9 40 0,1 0 0,-1-1 0,0 1 0,0-1 0,1 1 0,-1-1 0,0 1 0,0 0 0,1-1 0,-1 1 0,0 0 0,1-1 0,-1 1 0,1 0 0,-1 0 0,0-1 0,1 1 0,-1 0 0,1 0 0,-1 0 0,1-1 0,-1 1 0,1 0 0,-1 0 0,1 0 0,-1 0 0,1 0 0,-1 0 0,1 0 0,-1 0 0,1 0 0,-1 0 0,1 0 0,-1 0 0,0 1 0,1-1 0,-1 0 0,1 0 0,-1 0 0,1 1 0,-1-1 0,0 0 0,1 1 0,21 15 0,-20-14 0,19 16 0,1-1 0,40 24 0,-53-37 0,-1 1 0,1-1 0,0-1 0,0 1 0,0-2 0,0 1 0,0-1 0,0-1 0,1 0 0,-1 0 0,17-1 0,-24 0 0,0 0 0,0 0 0,0-1 0,0 1 0,-1-1 0,1 1 0,0-1 0,0 0 0,0 0 0,0 0 0,-1 0 0,1 0 0,0 0 0,-1 0 0,1 0 0,-1-1 0,1 1 0,-1-1 0,1 1 0,-1-1 0,0 1 0,0-1 0,0 0 0,0 0 0,0 1 0,-1-1 0,1 0 0,1-3 0,-1-4 0,0 1 0,0 0 0,-1-1 0,0 1 0,-1-12 0,0 17 0,45 36 0,-29-24 0,1-2 0,0 0 0,0-1 0,1 0 0,0-2 0,0 0 0,0 0 0,21 0 0,-16-3 21,16 2-1407,-25 0-5440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149 505 24575,'-18'0'0,"-34"4"0,46-3 0,1 0 0,-1 0 0,1 1 0,-1 0 0,1 0 0,0 0 0,0 1 0,0 0 0,-9 6 0,12-8 0,1 0 0,0 0 0,0 0 0,-1 0 0,1 0 0,0 1 0,0-1 0,0 0 0,0 1 0,1-1 0,-1 1 0,0-1 0,1 1 0,-1-1 0,1 1 0,-1 0 0,1-1 0,0 1 0,-1 0 0,1-1 0,0 4 0,1-2 0,-1-1 0,1 1 0,0-1 0,0 1 0,0-1 0,0 0 0,1 1 0,-1-1 0,1 0 0,-1 0 0,1 0 0,2 3 0,3 2 0,0-1 0,1-1 0,-1 1 0,1-1 0,0-1 0,15 8 0,-20-11 0,1 0 0,-1 0 0,0 0 0,1 0 0,-1 0 0,1-1 0,-1 1 0,1-1 0,-1 0 0,1 0 0,-1-1 0,0 1 0,1-1 0,-1 1 0,1-1 0,-1 0 0,0-1 0,4 0 0,-3-1 0,-1 1 0,1 0 0,-1-1 0,0 0 0,0 0 0,0 0 0,0 0 0,0 0 0,0-1 0,-1 1 0,0-1 0,0 0 0,0 1 0,2-8 0,0-1 0,0 0 0,-2 0 0,1 0 0,-2 0 0,0-1 0,0 1 0,-1-1 0,-3-22 0,-3-9 0,-15-47 0,18 78 0,-54-255 0,55 261 0,2 4 0,-1-1 0,0 1 0,0-1 0,0 1 0,0-1 0,-1 1 0,1 0 0,-5-6 0,6 9 0,0 0 0,-1 1 0,1-1 0,0 0 0,-1 1 0,1-1 0,0 0 0,0 0 0,-1 1 0,1-1 0,0 0 0,0 1 0,0-1 0,-1 1 0,1-1 0,0 0 0,0 1 0,0-1 0,0 0 0,0 1 0,0-1 0,0 1 0,0-1 0,0 0 0,0 1 0,0-1 0,0 1 0,-1 15 0,3 8 0,1 0 0,1-1 0,0 1 0,13 34 0,44 87 0,-42-107 0,2 0 0,1-1 0,2-1 0,49 57 0,-54-74-1365,-10-13-5461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24575,'3'18'0,"3"8"0,1 3 0,1-1 0,0-8 0,-2-7-8191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24575,'18'41'0,"38"83"0,-55-122 0,1 1 0,-1-1 0,0 1 0,1-1 0,0 0 0,0 0 0,0 0 0,3 3 0,-5-5 0,1 1 0,-1-1 0,0 0 0,1 0 0,-1 1 0,1-1 0,-1 0 0,1 0 0,-1 0 0,1 0 0,-1 0 0,0 0 0,1 0 0,-1 0 0,1 0 0,-1 0 0,1 0 0,-1 0 0,1 0 0,-1 0 0,1-1 0,0 1 0,0-1 0,0 0 0,0 1 0,0-1 0,0 0 0,-1 0 0,1 0 0,0 1 0,-1-1 0,1 0 0,0 0 0,-1 0 0,1-1 0,2-5 0,-1 0 0,0 0 0,0 0 0,-1 0 0,1-9 0,-1 11 0,-1 0 0,1 0 0,0 0 0,0 0 0,0 0 0,1 0 0,-1 0 0,1 0 0,1 1 0,-1-1 0,1 1 0,4-7 0,-5 9 0,0 1 0,0-1 0,0 1 0,0 0 0,0-1 0,1 1 0,-1 0 0,0 0 0,1 0 0,-1 1 0,1-1 0,-1 1 0,1-1 0,-1 1 0,1 0 0,0 0 0,-1 0 0,1 0 0,-1 0 0,1 1 0,-1-1 0,1 1 0,-1-1 0,5 3 0,2 1 0,1 0 0,-1 0 0,1 1 0,13 11 0,11 8-86,75 49-1193,-92-64-5547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67 24575,'-2'-2'0,"-12"-7"0,0 0 0,0 0 0,-1 2 0,0 0 0,-1 0 0,-30-8 0,44 15 0,0-1 0,0 1 0,0 0 0,0 0 0,-1-1 0,1 2 0,0-1 0,0 0 0,0 0 0,0 0 0,0 1 0,0 0 0,0-1 0,0 1 0,0 0 0,0 0 0,-3 2 0,3-2 0,1 0 0,0 1 0,0 0 0,-1-1 0,1 1 0,0 0 0,0-1 0,1 1 0,-1 0 0,0 0 0,1 0 0,-1-1 0,1 1 0,-1 0 0,1 0 0,0 0 0,0 0 0,0 4 0,1 1 0,-1 0 0,1 1 0,1-1 0,0 0 0,0 0 0,0 0 0,1 0 0,0-1 0,0 1 0,6 8 0,-6-10 0,0-1 0,0 0 0,0 0 0,1 0 0,-1 0 0,1 0 0,0-1 0,0 0 0,0 1 0,1-2 0,-1 1 0,1 0 0,0-1 0,-1 0 0,7 2 0,-9-4 0,-1 1 0,1-1 0,-1 0 0,0 0 0,1 0 0,-1 0 0,0 0 0,1 0 0,-1 0 0,1 0 0,-1-1 0,0 1 0,1 0 0,-1-1 0,0 1 0,0-1 0,1 0 0,-1 1 0,0-1 0,2-1 0,-1 0 0,-1 0 0,1 0 0,-1 0 0,1 0 0,-1 0 0,0 0 0,0 0 0,0 0 0,0 0 0,0 0 0,0-3 0,1-4 0,-1 0 0,0-1 0,0 1 0,-2-18 0,1 74 0,1 33 0,6-31 0,3 0 0,23 68 0,0 2 0,-32-114 0,0 0 0,0 0 0,0-1 0,-1 1 0,0 0 0,0 0 0,0 0 0,-2 9 0,1-12 0,1-1 0,-1 1 0,1-1 0,-1 1 0,0-1 0,0 1 0,0-1 0,1 0 0,-2 1 0,1-1 0,0 0 0,0 0 0,0 0 0,0 0 0,-1 0 0,1 0 0,0 0 0,-1 0 0,1 0 0,-1-1 0,1 1 0,-1-1 0,1 1 0,-1-1 0,0 1 0,1-1 0,-1 0 0,0 0 0,-2 0 0,0 0 0,-1-1 0,1 1 0,0-1 0,0 0 0,0 0 0,0 0 0,0-1 0,-5-1 0,-29-18 0,33 18 0,-1 0 0,1-1 0,0 0 0,0 0 0,1 0 0,-1-1 0,1 0 0,-6-7 0,9 10 0,0 0 0,0 0 0,0 1 0,0-1 0,0 0 0,1 0 0,-1 0 0,0 0 0,1 0 0,0 0 0,0 0 0,-1 0 0,1 0 0,0 0 0,1 0 0,-1 0 0,0 0 0,1 0 0,-1 0 0,1 0 0,-1 0 0,1 0 0,0 0 0,0 0 0,0 1 0,0-1 0,0 0 0,0 1 0,0-1 0,3-1 0,-1-1 9,1 1 0,0 0 0,0 0 0,0 0 0,0 0 0,0 0 0,1 1 0,-1 0 0,1 0 0,7-2 0,5 0-472,29-4 0,-37 7-75,10-2-6288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1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1 24575,'-138'0'0,"163"2"0,33 6 0,-11-2 0,-85-6 0,-67-10 0,73 6-152,1 2 0,-38 2 0,47 0-757,9 0-5917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2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24575,'-70'-1'0,"-74"3"0,143-2 0,0 0 0,0 0 0,0 0 0,1 0 0,-1 0 0,0 0 0,0 0 0,1 0 0,-1 1 0,0-1 0,0 0 0,1 1 0,-1-1 0,0 0 0,0 1 0,1-1 0,-1 1 0,1-1 0,-1 1 0,0 0 0,1 0 0,0-1 0,0 1 0,1-1 0,-1 1 0,1-1 0,-1 0 0,0 1 0,1-1 0,-1 1 0,1-1 0,-1 0 0,1 1 0,-1-1 0,1 0 0,-1 0 0,1 1 0,-1-1 0,1 0 0,-1 0 0,1 0 0,-1 0 0,1 0 0,0 0 0,-1 0 0,1 0 0,-1 0 0,1 0 0,0 0 0,8 0 0,1 0 0,-1 0 0,0-1 0,0 0 0,12-3 0,22-3 0,-27 6 0,-6 1 0,-20 0 0,-9 1 0,-32 7 0,15-2 0,-5 1-1365,24-3-5461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3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41 24575,'-6'-3'0,"6"8"0,4 10 0,14 18 0,1 0 0,2-2 0,40 48 0,28 44 0,-164-220 0,37 49 0,-99-138 0,118 160 0,31 54 0,67 79 0,156 162 0,-111-135 0,-257-271-1365,114 118-5461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4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77 24575,'-2'-5'0,"-1"0"0,0 1 0,0-1 0,0 1 0,-7-7 0,10 10 0,-1 1 0,1-1 0,-1 1 0,1-1 0,-1 1 0,1-1 0,-1 1 0,0 0 0,1-1 0,-1 1 0,0 0 0,1 0 0,-1-1 0,0 1 0,1 0 0,-1 0 0,0 0 0,0 0 0,1 0 0,-1 0 0,0 0 0,1 0 0,-1 0 0,0 0 0,1 0 0,-1 1 0,0-1 0,0 0 0,1 0 0,-1 1 0,1-1 0,-1 0 0,0 1 0,1-1 0,-1 1 0,1-1 0,-1 1 0,1-1 0,-1 1 0,1-1 0,-1 1 0,1-1 0,-1 2 0,-7 10 0,0 1 0,2 1 0,-8 16 0,-12 23 0,13-31 0,-1 0 0,-1-2 0,-1 0 0,-27 27 0,78-99 0,142-153 0,-174 201 0,0 0 0,0 1 0,0-1 0,0 0 0,-1 0 0,0 0 0,1-1 0,1-5 0,-15 19 0,-29 39 0,-67 91 0,105-137 0,-25 38 0,1 1 0,-24 52 0,46-86-228,0 0-1,-9 12 1,11-15-452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5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79 24575,'23'-4'0,"-15"3"0,1-1 0,0 0 0,-1 0 0,0-1 0,15-7 0,-23 10 0,1 0 0,-1 0 0,0 0 0,1 0 0,-1 0 0,0-1 0,0 1 0,1 0 0,-1 0 0,0 0 0,0-1 0,1 1 0,-1 0 0,0 0 0,0 0 0,0-1 0,0 1 0,1 0 0,-1 0 0,0-1 0,0 1 0,0 0 0,0-1 0,0 1 0,0 0 0,0 0 0,0-1 0,0 1 0,0 0 0,0-1 0,0 1 0,0-1 0,-8-5 0,-15 1 0,-6 1 0,-8-2 0,0 1 0,0 2 0,-54 3 0,45 8 0,31-5 0,-29 2 0,36-5 0,6 1 0,-1-1 0,0 0 0,1 1 0,-1-1 0,1-1 0,-1 1 0,0 0 0,1-1 0,-1 1 0,1-1 0,-1 0 0,1 1 0,-1-1 0,-2-2 0,5 3 0,0-1 0,0 1 0,0 0 0,0 0 0,0-1 0,0 1 0,0 0 0,0-1 0,0 1 0,0 0 0,0 0 0,0-1 0,0 1 0,0 0 0,0-1 0,0 1 0,1 0 0,-1 0 0,0-1 0,0 1 0,0 0 0,0 0 0,1 0 0,-1-1 0,0 1 0,0 0 0,0 0 0,1 0 0,-1-1 0,0 1 0,0 0 0,1 0 0,-1 0 0,0 0 0,1 0 0,-1 0 0,11-6 0,-2 3 0,-1 0 0,1 1 0,-1 0 0,1 1 0,14-1 0,47 2 0,-34 1 0,21-1 0,54 2 0,-95 2 0,-13-1 0,-10 1 0,-10-1 0,-1-1 0,0-1 0,0 0 0,-24-3 0,1 1 0,13 0 0,-27 0 0,49 2 0,1-1 0,0 1 0,0 0 0,0 0 0,0 1 0,0-1 0,-9 5 0,40-2 0,286-4 0,-374-3 0,-62-11 0,33 3 0,82 10-110,-3 0-99,0-1 0,0 2 0,0 0-1,-1 0 1,-13 3 0,13 1-6617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6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96 121 24575,'-95'-120'0,"141"160"0,58 56 0,11 11 0,-96-87 0,33 24 0,-52-44-3,0 0 0,0 0 0,0 0 0,0 0 0,0 0 0,0 0 0,0 0 0,0 0 0,0 0 0,0 0 0,0 0 0,0 0 0,0 0 0,0 0 0,1 0-1,-1 0 1,0 0 0,0 0 0,0 0 0,0 0 0,0 0 0,0-1 0,0 1 0,-7-7 185,-11-10-1656,6 7-5352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55 24575,'-4'-7'0,"0"1"0,-1 0 0,1 0 0,-1 0 0,-7-7 0,10 12 0,1 0 0,0 0 0,0 0 0,0 0 0,0 0 0,-1 0 0,1 1 0,0-1 0,-1 1 0,1-1 0,-1 1 0,1-1 0,-1 1 0,1 0 0,-1-1 0,1 1 0,-1 0 0,1 0 0,-1 0 0,1 0 0,-1 1 0,1-1 0,-1 0 0,1 1 0,-1-1 0,1 0 0,0 1 0,-1 0 0,1-1 0,0 1 0,-1 0 0,1 0 0,-2 1 0,-12 12 0,1 1 0,0 0 0,1 1 0,1 0 0,0 1 0,1 1 0,1 0 0,1 0 0,0 1 0,-8 29 0,7-14 33,7-20-499,0-1 0,-8 16 0,7-21-6360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7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547 16 24575,'-2'-2'0,"0"1"0,0-1 0,0 1 0,-1 0 0,1-1 0,-1 1 0,1 0 0,-1 0 0,1 1 0,-1-1 0,0 0 0,-3 1 0,-37-2 0,31 2 0,-24 1 0,-58 8 0,40-4 0,-93-3 0,83-3 0,55 1-341,0-1 0,0 0-1,-13-3 1,9 1-6485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11 24575,'-4'0'0,"0"0"0,0 0 0,1 0 0,-1 1 0,0 0 0,0 0 0,1 0 0,-1 0 0,1 0 0,-1 1 0,1-1 0,0 1 0,-1 0 0,-2 3 0,4-3 0,0-1 0,1 1 0,-1 0 0,1 0 0,0 0 0,-1 0 0,1 0 0,0 0 0,0 0 0,0 0 0,1 0 0,-1 1 0,0-1 0,1 0 0,0 0 0,-1 1 0,1-1 0,0 0 0,0 1 0,0-1 0,1 0 0,-1 1 0,0-1 0,2 3 0,0 1 0,0-1 0,0 1 0,0-1 0,1 1 0,0-1 0,0 0 0,0 0 0,1 0 0,-1-1 0,1 1 0,1-1 0,4 5 0,-2-4 0,-1-1 0,0 1 0,1-1 0,0 0 0,0-1 0,0 1 0,1-1 0,12 3 0,-9-3 0,-1-1 0,1-1 0,0 1 0,-1-2 0,1 1 0,19-3 0,-26 1 0,0 0 0,1 0 0,-1 0 0,0 0 0,0-1 0,0 0 0,0 0 0,0 0 0,-1 0 0,1 0 0,-1-1 0,1 0 0,-1 0 0,0 0 0,0 0 0,0 0 0,0-1 0,-1 1 0,5-7 0,-5 5 0,0 0 0,0 1 0,0-1 0,-1 0 0,1 0 0,-1-1 0,-1 1 0,1 0 0,-1 0 0,0-8 0,-1-3 0,-7-32 0,4 28 0,31 46 0,-15-13-100,2 1 158,0 0 0,0-1 1,24 17-1,-34-27-133,0-1 0,0 1 0,0-1 0,1 0 0,-1 0 0,1 0 1,-1-1-1,1 0 0,0 0 0,0 0 0,-1 0 0,1-1 0,0 0 0,0 1 0,0-2 1,-1 1-1,1-1 0,0 0 0,6-1 0,-1-2-6751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24575,'-7'11'0,"1"-2"0,0 0 0,-10 20 0,15-26 0,0-1 0,0 1 0,0 0 0,1 0 0,-1 0 0,1 1 0,-1-1 0,1 0 0,0 0 0,0 0 0,0 0 0,1 0 0,-1 0 0,1 0 0,1 4 0,1 0 0,0 1 0,1-1 0,0 0 0,1 0 0,-1 0 0,1 0 0,1-1 0,-1 0 0,11 9 0,5 2 0,37 22 0,-33-22 0,-23-16 0,-1 0 0,1 0 0,-1 0 0,0 0 0,0 0 0,1 0 0,-1 0 0,0 0 0,0 1 0,0-1 0,0 0 0,0 1 0,-1-1 0,1 1 0,0-1 0,0 3 0,-1-3 0,0 0 0,0 0 0,0 0 0,0 0 0,-1 0 0,1 0 0,-1 0 0,1 0 0,0 0 0,-1 0 0,1 0 0,-1 0 0,0 0 0,1 0 0,-1-1 0,0 1 0,0 0 0,1-1 0,-1 1 0,0 0 0,0-1 0,0 1 0,0-1 0,0 1 0,0-1 0,0 1 0,-1-1 0,-6 3 0,0 0 0,0 0 0,0-1 0,0 0 0,-1-1 0,-13 2 0,-55-4 0,41 0 0,31 1 0,0 0 0,0 0 0,0-1 0,0 1 0,0-1 0,0 0 0,-5-2 0,9 2 0,-1 0 0,1 0 0,0 0 0,0 1 0,0-1 0,0 0 0,-1-1 0,1 1 0,1 0 0,-1 0 0,0 0 0,0-1 0,0 1 0,1 0 0,-1-1 0,0 1 0,1 0 0,-1-1 0,1 1 0,0-1 0,0 1 0,-1-1 0,1 1 0,0-1 0,0 1 0,0-1 0,1-2 0,1-8-1365,2 2-5461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24575,'5'18'0,"5"9"0,2 2 0,3-4 0,-2-6-8191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24575,'0'7'0,"3"6"0,0 3 0,1 1 0,1 4 0,0-1 0,2 0 0,0-3-8191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0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24575,'7'7'0,"32"30"0,-34-33 0,0 0 0,0-1 0,0 1 0,0-1 0,1 0 0,8 3 0,-13-6 0,1 1 0,-1-1 0,0 0 0,1 0 0,-1 1 0,1-1 0,-1 0 0,1 0 0,-1 0 0,1-1 0,-1 1 0,0 0 0,1 0 0,-1-1 0,1 1 0,-1-1 0,0 1 0,1-1 0,-1 0 0,0 0 0,2-1 0,1-1 0,0-1 0,-1 0 0,1 0 0,4-8 0,-6 9 0,0 0 0,0 0 0,0 0 0,1 0 0,-1 0 0,1 0 0,0 1 0,0-1 0,4-2 0,-6 5 0,1-1 0,-1 1 0,1 0 0,-1 0 0,1-1 0,0 1 0,-1 0 0,1 0 0,-1 0 0,1 1 0,0-1 0,-1 0 0,1 1 0,-1-1 0,1 0 0,-1 1 0,1 0 0,-1-1 0,2 2 0,28 20 0,-20-14 0,4 3-273,0-1 0,1 0 0,1-2 0,21 10 0,-24-13-6553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0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14 24575,'-14'-2'0,"-68"-9"0,73 10 0,0 1 0,-1 0 0,1 1 0,0 0 0,0 0 0,-14 4 0,21-5 0,1 1 0,-1-1 0,1 1 0,-1 0 0,1-1 0,-1 1 0,1 0 0,-1 0 0,1 0 0,-1 0 0,1 0 0,0 0 0,0 0 0,0 1 0,-1-1 0,0 3 0,1-3 0,1 0 0,0 0 0,-1 0 0,1 1 0,0-1 0,0 0 0,0 0 0,0 0 0,0 0 0,0 1 0,0-1 0,0 0 0,1 0 0,-1 0 0,0 0 0,1 0 0,-1 0 0,1 2 0,2 2 0,0-1 0,0 0 0,0 0 0,1 0 0,-1 0 0,1-1 0,0 1 0,0-1 0,5 4 0,2 0 0,1-1 0,0 0 0,0 0 0,0-1 0,1 0 0,20 4 0,-27-8 0,0 0 0,0 0 0,0 0 0,0-1 0,0 0 0,0 0 0,0 0 0,0-1 0,0 0 0,0 0 0,0-1 0,0 1 0,0-1 0,-1-1 0,1 1 0,8-6 0,-12 6 0,0 0 0,0 0 0,0 0 0,-1-1 0,1 1 0,0-1 0,-1 1 0,0-1 0,0 0 0,1 0 0,-1 1 0,0-5 0,0 5 0,-1 1 0,0-1 0,0 1 0,0-1 0,0 1 0,0 0 0,0-1 0,0 1 0,0-1 0,0 1 0,-1-1 0,0-1 0,1 3 0,0-1 0,-1 0 0,1 1 0,-1-1 0,1 1 0,0-1 0,-1 1 0,0-1 0,1 1 0,-1-1 0,1 1 0,-1-1 0,0 1 0,1 0 0,-1-1 0,0 1 0,1 0 0,-1-1 0,0 1 0,1 0 0,-1 0 0,0 0 0,0 0 0,-1 0 0,0 0 0,0 0 0,0 1 0,0-1 0,0 1 0,0-1 0,1 1 0,-1 0 0,0 0 0,0 0 0,0 0 0,1 0 0,-1 0 0,0 0 0,1 1 0,-1-1 0,1 0 0,0 1 0,-1 0 0,0 1 0,-3 4 0,0 0 0,1 0 0,-5 10 0,4-6 0,1 1 0,1-1 0,0 0 0,1 1 0,0 0 0,1-1 0,0 1 0,1 14 0,1-2 0,1 0 0,1-1 0,7 26 0,17 39 0,-19-64 0,0 2 0,-1-1 0,-1 1 0,-2 0 0,2 33 0,-6-51 0,0 0 0,0-1 0,-1 1 0,-1 0 0,1 0 0,-1 0 0,-1-1 0,-4 12 0,5-15 0,0 0 0,0-1 0,-1 1 0,1-1 0,-1 0 0,0 0 0,0 0 0,0 0 0,0 0 0,0 0 0,-1-1 0,1 0 0,-1 0 0,0 0 0,0 0 0,1 0 0,-9 1 0,5-1 0,-1 0 0,1-1 0,-1 0 0,0 0 0,1-1 0,-1 0 0,0-1 0,1 1 0,-1-1 0,0-1 0,1 0 0,-1 0 0,-7-3 0,5 1 0,1-1 0,1 1 0,-1-2 0,1 1 0,0-1 0,0 0 0,0-1 0,1 0 0,-11-13 0,15 16 0,1 1 0,-1-1 0,1 0 0,0 1 0,0-1 0,1 0 0,-1 0 0,1 0 0,0 0 0,0-1 0,0 1 0,1 0 0,-1 0 0,1-1 0,0 1 0,0 0 0,1 0 0,-1-1 0,1 1 0,0 0 0,0 0 0,0 0 0,1 0 0,0 0 0,-1 0 0,1 0 0,0 0 0,1 1 0,-1-1 0,1 1 0,0 0 0,0-1 0,0 1 0,0 1 0,0-1 0,0 0 0,1 1 0,-1-1 0,1 1 0,7-3 0,35-12-1365,-32 13-5461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24575,'-1'0'0,"1"1"0,0-1 0,-1 0 0,1 1 0,0-1 0,-1 0 0,1 1 0,0-1 0,0 1 0,0-1 0,-1 0 0,1 1 0,0-1 0,0 1 0,0-1 0,0 1 0,0-1 0,0 0 0,0 1 0,0-1 0,0 1 0,0-1 0,0 1 0,0-1 0,0 1 0,0-1 0,0 0 0,1 1 0,-1 0 0,5 16 0,33 71 0,-32-76 0,1 0 0,0-1 0,1 0 0,0 0 0,11 9 0,-19-18 0,1-1 0,0 0 0,0-1 0,0 1 0,0 0 0,0 0 0,0 0 0,0 0 0,0-1 0,1 1 0,-1-1 0,0 1 0,0-1 0,0 1 0,1-1 0,-1 1 0,0-1 0,1 0 0,-1 0 0,0 0 0,0 0 0,1 0 0,-1 0 0,0 0 0,1 0 0,-1-1 0,0 1 0,1 0 0,-1-1 0,0 1 0,0-1 0,0 1 0,1-1 0,-1 0 0,0 1 0,0-1 0,0 0 0,0 0 0,0 0 0,0 0 0,0 0 0,1-2 0,1-1 0,0 0 0,-1-1 0,0 1 0,1 0 0,-1-1 0,-1 0 0,1 0 0,-1 1 0,0-1 0,1-7 0,-2 6 0,5-28 0,-5 33 0,1-1 0,-1 1 0,0 0 0,1-1 0,-1 1 0,1 0 0,0-1 0,-1 1 0,1 0 0,0-1 0,0 1 0,0 0 0,0 0 0,0 0 0,0 0 0,0 0 0,0 0 0,2-1 0,-2 2 0,0 0 0,0-1 0,0 1 0,-1 0 0,1 0 0,0 0 0,0 0 0,0 1 0,0-1 0,0 0 0,0 0 0,-1 0 0,1 1 0,0-1 0,0 0 0,0 1 0,-1-1 0,1 1 0,0-1 0,0 1 0,-1-1 0,2 2 0,15 16 0,-12-13 0,24 32 0,-17-21 0,23 23 0,-31-35 0,-1-1 0,1 1 0,0-1 0,1 0 0,-1-1 0,0 1 0,1-1 0,-1 0 0,1 0 0,0 0 0,7 1 0,-10-2 0,0-1 0,0 1 0,0-1 0,0 0 0,0 0 0,0 0 0,0 0 0,0 0 0,0-1 0,0 1 0,0-1 0,0 1 0,-1-1 0,1 0 0,0 1 0,0-1 0,0 0 0,-1 0 0,1 0 0,0 0 0,-1-1 0,1 1 0,-1 0 0,0-1 0,1 1 0,-1-1 0,0 1 0,2-4 0,1-3 0,-1 0 0,0 0 0,0 0 0,-1-1 0,2-11 0,4-14 0,-8 34 0,0-1 0,1 1 0,-1 0 0,0-1 0,0 1 0,0 0 0,1-1 0,-1 1 0,0 0 0,0-1 0,1 1 0,-1 0 0,0 0 0,1-1 0,-1 1 0,0 0 0,1 0 0,-1-1 0,0 1 0,1 0 0,-1 0 0,0 0 0,1 0 0,-1 0 0,1 0 0,-1 0 0,0 0 0,1-1 0,-1 1 0,1 0 0,-1 1 0,0-1 0,1 0 0,-1 0 0,1 0 0,-1 0 0,0 0 0,1 0 0,-1 0 0,0 1 0,1-1 0,-1 0 0,1 0 0,-1 0 0,0 1 0,0-1 0,1 1 0,19 16 0,-14-11 0,16 13 0,48 37 0,-59-48 0,1 0 0,0-1 0,0 0 0,17 6 0,-16-10-1365,-4-3-5461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4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0 530 24575,'1'3'0,"0"0"0,0-1 0,0 1 0,0-1 0,1 0 0,-1 1 0,1-1 0,2 3 0,1 2 0,-2-3 0,0 0 0,0 0 0,1 0 0,-1 0 0,1-1 0,0 1 0,0-1 0,0 0 0,1 0 0,4 2 0,6 2 0,29 9 0,-36-13 0,-6-2 0,0-1 0,0 1 0,0-1 0,-1 0 0,1 1 0,0-1 0,0 0 0,0 0 0,0 0 0,0-1 0,0 1 0,0 0 0,0-1 0,0 1 0,0-1 0,-1 1 0,1-1 0,0 0 0,2-2 0,-1 2 0,-1-1 0,0 0 0,0 0 0,0-1 0,0 1 0,0 0 0,0-1 0,0 1 0,-1-1 0,0 1 0,1-1 0,0-3 0,-2 5 0,0 0 0,1 1 0,-1-1 0,0 0 0,1 0 0,-1 0 0,0 1 0,1-1 0,-1 0 0,1 0 0,-1 1 0,1-1 0,0 1 0,-1-1 0,1 0 0,0 1 0,-1-1 0,1 1 0,0-1 0,-1 1 0,1 0 0,0-1 0,0 1 0,0 0 0,-1-1 0,1 1 0,0 0 0,0 0 0,0 0 0,0 0 0,0 0 0,-1 0 0,1 0 0,0 0 0,0 0 0,0 0 0,0 0 0,-1 1 0,1-1 0,1 1 0,4 2 0,-1 0 0,0 0 0,0 0 0,0 1 0,4 4 0,4 2 0,-1-2 0,0-1 0,1 0 0,0-1 0,0 0 0,0-1 0,26 6 0,-30-9 0,0 0 0,0-1 0,1 0 0,-1 0 0,0-1 0,0 0 0,0-1 0,0 0 0,1 0 0,-1-1 0,14-5 0,-18 5 0,0-1 0,0 0 0,-1 1 0,1-2 0,-1 1 0,1-1 0,-1 1 0,0-1 0,0 0 0,-1-1 0,1 1 0,-1-1 0,0 1 0,0-1 0,-1 0 0,1 0 0,-1 0 0,2-6 0,-2 3 0,0 0 0,0-1 0,-1 1 0,0 0 0,0-1 0,-1 1 0,0-1 0,0 1 0,-1-1 0,0 1 0,-4-11 0,-29-89 0,-59-128 0,87 222 0,0-1 0,0 1 0,1-1 0,1 0 0,-4-31 0,9 78 0,0 4 0,8 46 0,5-15 0,4 0 0,35 92 0,-40-131 0,1-1 0,0-1 0,2 0 0,1-1 0,29 32 0,-30-39 0,31 26 0,-39-37 0,0-1 0,1 0 0,0 0 0,0-1 0,1 0 0,12 4 0,-21-8-42,1-1-1,0 1 0,-1-1 1,1 0-1,0 1 0,0-1 1,0 0-1,-1 0 0,1 0 1,0 0-1,0 0 0,-1 0 1,1-1-1,0 1 0,0-1 1,-1 1-1,1-1 0,0 0 1,-1 1-1,1-1 0,-1 0 1,1 0-1,-1 0 0,1 0 1,-1 0-1,0-1 0,0 1 1,1 0-1,-1-1 0,0 1 1,1-3-1,3-4-6783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5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0 24575,'-3'2'0,"-1"0"0,1 0 0,-1 1 0,1-1 0,0 1 0,0 0 0,0 0 0,0 0 0,1 0 0,-1 1 0,-3 5 0,3-3 0,0 1 0,0 0 0,0 0 0,1 0 0,-3 15 0,3-3 0,1 0 0,0 0 0,1 0 0,3 22 0,1-15 0,1 0 0,1-1 0,1 1 0,13 31 0,0-12 0,34 58 0,-51-99 0,-1 0 0,0-1 0,-1 1 0,1 0 0,-1 0 0,1 0 0,-1 1 0,0 5 0,0-9 0,-1 1 0,0-1 0,-1 0 0,1 0 0,0 1 0,0-1 0,0 0 0,-1 0 0,1 0 0,-1 0 0,1 1 0,-1-1 0,1 0 0,-1 0 0,0 0 0,1 0 0,-1 0 0,0 0 0,0 0 0,0-1 0,0 1 0,1 0 0,-1 0 0,0-1 0,-1 1 0,1 0 0,0-1 0,0 1 0,0-1 0,0 0 0,0 1 0,-1-1 0,-1 1 0,-3 0 0,0-1 0,0 1 0,0-1 0,0 0 0,-1 0 0,-8-2 0,12 1 0,0 1 0,-1-1 0,1 0 0,0 0 0,0 0 0,0 0 0,0-1 0,0 1 0,0-1 0,0 1 0,0-1 0,1 0 0,-4-4 0,5 6 0,1-1 0,-1 0 0,1 0 0,-1 1 0,1-1 0,0 0 0,-1 0 0,1 0 0,0 0 0,-1 1 0,1-1 0,0 0 0,0 0 0,0 0 0,0 0 0,0 0 0,0 1 0,0-1 0,0 0 0,0 0 0,1 0 0,-1 0 0,0 0 0,1 1 0,-1-1 0,0 0 0,1 0 0,-1 0 0,1 1 0,-1-1 0,1 0 0,-1 1 0,1-1 0,0 0 0,-1 1 0,1-1 0,0 1 0,-1-1 0,1 1 0,1-1 0,4-3 0,0 0 0,1 1 0,12-5 0,-15 6 0,10-3 0,0 1 0,0 1 0,1 0 0,-1 0 0,1 2 0,-1 0 0,19 1 0,-4 1 0,-1 2 0,49 11 0,-54-8 0,0 1 0,33 14 0,-46-16 0,-1 0 0,1 0 0,-1 0 0,-1 1 0,1 1 0,-1-1 0,0 2 0,8 8 0,-14-13 12,0 0 0,0 0 0,0 0 0,0 0 0,-1 1 0,1-1 0,-1 0 0,0 1 0,1 3 0,-2-6-60,0 0 0,1 0 0,-1 0 0,0 1 0,0-1 1,0 0-1,0 0 0,0 0 0,-1 0 0,1 1 0,0-1 0,0 0 0,-1 0 0,1 0 0,-1 0 1,1 0-1,-1 0 0,1 0 0,-1 0 0,0 0 0,1 0 0,-1 0 0,0 0 0,0 0 0,0 0 0,0-1 1,0 1-1,0 0 0,0-1 0,-1 1 0,-8 3-6778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 24575,'-2'-2'0,"-4"1"0,-3 4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6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258 490 24575,'-63'10'0,"-96"30"0,156-39 0,0 0 0,1 0 0,-1 0 0,1 0 0,-1 1 0,1-1 0,-1 1 0,1-1 0,0 1 0,-1 0 0,-1 3 0,4-5 0,-1 1 0,1 0 0,-1-1 0,1 1 0,0 0 0,0-1 0,-1 1 0,1 0 0,0-1 0,0 1 0,0 0 0,0 0 0,-1-1 0,1 1 0,0 0 0,0-1 0,1 1 0,-1 1 0,0-1 0,1 1 0,-1-1 0,1 0 0,0 0 0,0 0 0,-1 0 0,1 0 0,0 0 0,0 0 0,0 0 0,0 0 0,0 0 0,2 1 0,6 3 0,0 1 0,1-2 0,-1 1 0,1-1 0,0-1 0,0 0 0,21 4 0,-24-6 0,0 0 0,1 0 0,0-1 0,-1 0 0,1 0 0,-1-1 0,1 0 0,-1-1 0,1 1 0,-1-1 0,14-6 0,-16 5 0,-1 0 0,1 0 0,-1-1 0,1 0 0,-1 0 0,0 0 0,-1 0 0,1-1 0,-1 1 0,0-1 0,0 0 0,0 0 0,0 0 0,-1 0 0,0-1 0,0 1 0,-1-1 0,2-6 0,0-4 0,-1 0 0,0 0 0,-2-1 0,1 1 0,-4-20 0,-1 6 0,-1 1 0,-2 0 0,0 0 0,-16-36 0,3 19 0,-44-76 0,56 108 0,5 9 0,0-1 0,-1 1 0,1 0 0,-1 0 0,-7-8 0,11 13 0,0 0 0,0 0 0,-1 0 0,1-1 0,0 1 0,0 0 0,0 0 0,-1 0 0,1 0 0,0-1 0,0 1 0,0 0 0,-1 0 0,1 0 0,0 0 0,0 0 0,-1 0 0,1 0 0,0 0 0,0 0 0,-1 0 0,1 0 0,0 0 0,0 0 0,-1 0 0,1 0 0,0 0 0,0 0 0,-1 0 0,1 0 0,0 0 0,0 0 0,-1 0 0,1 0 0,0 0 0,0 1 0,-4 9 0,6 15 0,9 30 0,2 0 0,3-2 0,1 1 0,47 93 0,-52-125 0,1 0 0,1-1 0,1-1 0,0 0 0,2 0 0,27 24 0,-33-35 0,0 0 0,1-1 0,0 0 0,1-1 0,17 8 0,-20-11 0,-1-1 0,1 0 0,0 0 0,0-1 0,0-1 0,0 0 0,0 0 0,15-1 0,-21 0 0,-1-1 0,1 0 0,0 0 0,0 0 0,0 0 0,-1-1 0,1 1 0,-1-1 0,1 0 0,-1 0 0,0 0 0,1 0 0,-1-1 0,0 1 0,-1-1 0,1 0 0,0 0 0,-1 0 0,0 0 0,1 0 0,-1-1 0,0 1 0,-1-1 0,3-5 0,-2 3 0,0 0 0,0 0 0,0 0 0,-1 0 0,0-1 0,-1 1 0,1 0 0,-1-1 0,0 1 0,-1 0 0,1-1 0,-1 1 0,-1 0 0,-2-9 0,-1 1 0,-1 0 0,0 0 0,-13-18 0,16 28 0,1 0 0,-1 0 0,-1 0 0,1 0 0,0 1 0,-1-1 0,0 1 0,0 0 0,0 0 0,0 0 0,0 1 0,-1 0 0,1 0 0,-8-3 0,11 5 0,-1-1 0,1 1 0,0 0 0,-1-1 0,1 1 0,-1 0 0,1 0 0,-1 0 0,1 0 0,0 0 0,-1 1 0,1-1 0,-1 0 0,1 1 0,0-1 0,-1 1 0,1-1 0,0 1 0,0 0 0,-1-1 0,-1 3 0,2-1 0,-1-1 0,1 1 0,0 0 0,-1 0 0,1 0 0,0 0 0,0 0 0,0 0 0,1 0 0,-1 0 0,0 0 0,0 4 0,1 1 0,-1-1 0,1 1 0,0-1 0,0 1 0,1-1 0,0 1 0,0-1 0,4 12 0,-1-8 0,1 0 0,0-1 0,1 0 0,0 0 0,1-1 0,9 12 0,3-2 0,29 25 0,-41-38 0,0 0 0,0 0 0,1 0 0,0-1 0,0 0 0,0 0 0,1-1 0,-1-1 0,1 1 0,-1-1 0,1 0 0,0-1 0,0 0 0,0-1 0,0 1 0,11-3 0,-17 2 0,1-1 0,-1 0 0,0 0 0,0 0 0,0 0 0,0 0 0,-1-1 0,1 1 0,0-1 0,0 0 0,-1 0 0,1 0 0,-1 0 0,0 0 0,0 0 0,1-1 0,-1 1 0,-1-1 0,3-4 0,0 0 0,0 0 0,-1 0 0,-1 0 0,1-1 0,-1 0 0,2-11 0,0 24 0,5 10 0,-1-1 0,-5-10 0,0 0 0,1 0 0,-1 0 0,1 0 0,0 0 0,0-1 0,1 0 0,-1 0 0,10 5 0,-11-6 0,0-1 0,1 0 0,0 1 0,-1-2 0,1 1 0,-1 0 0,1-1 0,0 1 0,-1-1 0,1 0 0,0 0 0,0 0 0,-1-1 0,1 0 0,3 0 0,19-8 0,-14 5 0,-1 0 0,1 1 0,1 0 0,-1 1 0,15-1 0,-4 4 0,0 0 0,44 9 0,44 17 0,-91-21 0,29 9-1365,-38-13-5461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7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157 117 24575,'-6'-20'0,"-2"0"0,0 1 0,-12-19 0,19 36 0,0 1 0,0-1 0,0 1 0,0 0 0,0 0 0,0-1 0,-1 1 0,1 0 0,0 0 0,-1 0 0,1 0 0,-1 1 0,1-1 0,-1 0 0,1 1 0,-1-1 0,1 1 0,-1-1 0,0 1 0,1 0 0,-3-1 0,-2 1 0,0 1 0,0-1 0,0 1 0,-10 3 0,9-2 0,5-2 0,0 1 0,1-1 0,-1 1 0,0 0 0,1 0 0,-1-1 0,1 1 0,-1 0 0,1 0 0,-1 0 0,1 1 0,0-1 0,-1 0 0,1 0 0,0 1 0,0-1 0,0 1 0,-1 2 0,0-1 0,1 0 0,0 0 0,0 0 0,0 0 0,1 0 0,-1 0 0,1 0 0,0 0 0,0 0 0,0 4 0,0-2 0,1 0 0,0 0 0,0-1 0,0 1 0,0 0 0,1-1 0,0 1 0,-1-1 0,2 0 0,-1 1 0,0-1 0,1 0 0,0-1 0,4 6 0,1-4 0,1 1 0,-1-1 0,1-1 0,0 0 0,0 0 0,1-1 0,14 4 0,-2-1 0,-15-3 0,1-1 0,0 0 0,1 0 0,-1-1 0,0 0 0,0-1 0,17 0 0,-22-1 0,0 1 0,0-1 0,1 0 0,-1 0 0,0 0 0,0 0 0,0-1 0,0 1 0,0-1 0,-1 0 0,1 0 0,0 0 0,-1 0 0,1 0 0,-1 0 0,0-1 0,0 1 0,0-1 0,0 0 0,0 0 0,0 1 0,1-6 0,1 0 0,0-1 0,0 1 0,1 0 0,0 0 0,7-8 0,-11 15 0,0 0 0,0-1 0,1 1 0,-1 0 0,1 0 0,-1-1 0,1 1 0,-1 0 0,1 1 0,-1-1 0,1 0 0,0 0 0,-1 1 0,1-1 0,0 1 0,0-1 0,0 1 0,-1 0 0,1 0 0,0 0 0,0 0 0,0 0 0,0 0 0,-1 0 0,1 0 0,0 1 0,0-1 0,0 1 0,-1 0 0,1-1 0,0 1 0,-1 0 0,3 1 0,4 4 0,-1 0 0,0 0 0,0 1 0,0 0 0,8 11 0,-7-8 0,0-1 0,12 10 0,-17-16 0,1 0 0,0 0 0,-1-1 0,1 0 0,0 0 0,0 0 0,0 0 0,1-1 0,8 3 0,-6-3 13,0-1 0,0 0-1,0 0 1,0-1 0,0 1-1,1-1 1,10-4 0,-12 3-147,0 1 1,0 0 0,0 0-1,0 0 1,0 0 0,1 1-1,-1 0 1,0 1 0,0-1-1,10 3 1,-6 1-6693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 24575,'-5'-1'0,"0"0"0,1 1 0,-1 0 0,0 0 0,0 0 0,0 0 0,1 1 0,-1 0 0,0 0 0,1 0 0,-7 2 0,9-2 0,0 0 0,1 0 0,-1 1 0,0-1 0,1 0 0,-1 0 0,0 1 0,1-1 0,0 1 0,-1 0 0,1-1 0,0 1 0,0 0 0,0 0 0,0-1 0,0 1 0,0 0 0,0 0 0,1 0 0,-1 0 0,1 0 0,0 0 0,-1 1 0,1-1 0,0 0 0,0 0 0,0 0 0,1 3 0,0 1 0,0 1 0,1-1 0,0 1 0,0-1 0,0 0 0,1 0 0,0 0 0,0 0 0,1-1 0,0 1 0,6 7 0,7 6 0,30 27 0,-41-41 0,28 26 0,1-2 0,45 30 0,-78-58 0,3 2 0,-1 0 0,0 0 0,7 6 0,-10-8 0,-1-1 0,0 0 0,1 1 0,-1-1 0,0 0 0,1 1 0,-1-1 0,0 1 0,0-1 0,1 1 0,-1-1 0,0 1 0,0-1 0,0 1 0,0-1 0,0 1 0,0-1 0,0 1 0,0 0 0,0 0 0,0-1 0,-1 1 0,1-1 0,0 1 0,-1-1 0,1 1 0,-1-1 0,1 0 0,0 1 0,-1-1 0,1 1 0,-1-1 0,0 0 0,1 0 0,-1 1 0,1-1 0,-1 0 0,1 0 0,-1 0 0,0 1 0,0-1 0,-8 1 0,0 0 0,0 0 0,-1-1 0,1-1 0,0 1 0,0-1 0,-15-4 0,-13-1 0,-22-3 72,-20-2-1509,66 11-5389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24575,'13'26'0,"4"11"0,2-1 0,-3-4 0,-3-4 0,-2-8 0,-2-6-8191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9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0 24575,'2'17'0,"0"0"0,-1 0 0,0 0 0,-2 1 0,-2 16 0,3-29 0,-1-1 0,0 1 0,0 0 0,-1-1 0,1 1 0,-1-1 0,0 0 0,0 1 0,0-1 0,-1 0 0,1 0 0,-1-1 0,0 1 0,0 0 0,-1-1 0,1 0 0,-1 0 0,1 0 0,-1 0 0,0 0 0,0-1 0,0 0 0,-5 3 0,5-4 0,1 0 0,0-1 0,-1 1 0,1 0 0,0-1 0,-1 0 0,1 0 0,0 0 0,-1 0 0,1 0 0,-1-1 0,1 0 0,0 1 0,-4-3 0,1 1 0,1 0 0,0-1 0,1 1 0,-1-1 0,0-1 0,1 1 0,0-1 0,-6-5 0,5 4 0,1 0 0,-1 0 0,1-1 0,0 0 0,1 0 0,-1 0 0,1 0 0,0 0 0,1-1 0,0 1 0,0-1 0,0 0 0,1 0 0,-1-10 0,2 15 4,0-1 1,0 0-1,0 1 0,1-1 0,-1 1 0,1-1 0,0 1 0,0 0 0,0-1 1,0 1-1,0 0 0,0 0 0,1-1 0,-1 1 0,1 0 0,-1 0 0,1 0 1,0 1-1,0-1 0,0 0 0,0 1 0,0-1 0,0 1 0,0 0 0,0-1 1,1 1-1,-1 0 0,4-1 0,0 1-139,0-1 0,0 1 0,1 0 0,-1 0 0,0 1 0,0 0 0,1 0 0,-1 0 0,0 1 0,10 2 0,-2 1-6691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24575,'15'32'0,"34"56"0,-22-43 0,-19-32 0,0 1 0,1-2 0,12 14 0,-20-25 0,-1 0 0,1-1 0,-1 1 0,1-1 0,0 1 0,-1 0 0,1-1 0,0 1 0,-1-1 0,1 0 0,0 1 0,0-1 0,-1 0 0,1 1 0,0-1 0,0 0 0,0 0 0,-1 0 0,1 0 0,0 0 0,0 1 0,0-2 0,0 1 0,-1 0 0,2 0 0,-1-1 0,0 1 0,1-1 0,-1 0 0,0 1 0,0-1 0,0 0 0,0 0 0,0 0 0,-1 0 0,1 0 0,0 0 0,0 0 0,-1 0 0,2-2 0,2-5 0,-1-1 0,0 0 0,3-14 0,-5 19 0,3-14 0,-3 10 0,1-1 0,0 0 0,1 1 0,5-13 0,-8 20 0,1-1 0,-1 1 0,1 0 0,0 0 0,-1 0 0,1 0 0,0 0 0,0 0 0,0 0 0,0 0 0,0 0 0,0 0 0,0 0 0,0 0 0,0 1 0,0-1 0,0 0 0,1 1 0,-1-1 0,0 1 0,1 0 0,-1-1 0,0 1 0,0 0 0,1 0 0,-1 0 0,0 0 0,1 0 0,-1 0 0,0 0 0,1 0 0,-1 0 0,0 1 0,1-1 0,-1 0 0,2 1 0,2 3 0,1-1 0,0 1 0,-1 0 0,0 1 0,0-1 0,0 1 0,-1 0 0,0 0 0,6 9 0,6 6 0,-3-6-1365,-1-1-5461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88 602 24575,'-6'1'0,"-1"0"0,1 1 0,0 0 0,0 0 0,0 0 0,0 1 0,0 0 0,0 0 0,-5 5 0,9-7 0,0 1 0,0-1 0,1 1 0,-1-1 0,1 1 0,0 0 0,-1-1 0,1 1 0,0 0 0,0 0 0,0 0 0,0 0 0,0 0 0,1 0 0,-1 0 0,0 1 0,1-1 0,0 0 0,-1 0 0,1 0 0,0 0 0,0 1 0,1-1 0,-1 0 0,0 0 0,1 0 0,-1 1 0,1-1 0,-1 0 0,2 2 0,2 4 0,-1-1 0,1 0 0,1 0 0,6 8 0,-9-13 0,0 1 0,0-1 0,0 1 0,0-1 0,1 0 0,-1 0 0,1 0 0,-1 0 0,1-1 0,0 1 0,0-1 0,-1 0 0,7 2 0,-8-2 0,0-1 0,1 0 0,-1 0 0,0 0 0,0-1 0,0 1 0,0 0 0,1 0 0,-1-1 0,0 1 0,0-1 0,0 1 0,0-1 0,0 1 0,0-1 0,0 0 0,0 1 0,0-1 0,0 0 0,0 0 0,0 0 0,0 1 0,-1-1 0,1 0 0,0 0 0,-1 0 0,1 0 0,-1-1 0,1 1 0,-1 0 0,1 0 0,-1 0 0,0 0 0,0 0 0,1-1 0,-1 0 0,1-7 0,0 0 0,0 0 0,-2-16 0,1 19 0,0-5 0,1 17 0,2 16 0,-1-16 0,-1 0 0,1-1 0,1 0 0,-1 1 0,1-1 0,0 0 0,0 0 0,0 0 0,1-1 0,-1 1 0,1-1 0,0 0 0,1 0 0,-1 0 0,1-1 0,0 1 0,-1-1 0,2 0 0,-1-1 0,0 1 0,0-1 0,1 0 0,-1 0 0,1-1 0,11 2 0,-15-3 0,1 0 0,-1 0 0,0-1 0,0 1 0,0 0 0,1-1 0,-1 0 0,0 0 0,0 0 0,0 0 0,0 0 0,0 0 0,0 0 0,0 0 0,-1-1 0,1 1 0,0-1 0,-1 1 0,1-1 0,-1 0 0,1 0 0,-1 0 0,0 0 0,0 1 0,0-2 0,0 1 0,1-2 0,2-8 0,0 1 0,0-1 0,2-19 0,-5 29 0,2-20 0,-1 0 0,-1 1 0,-1-1 0,-1 0 0,-5-34 0,-30-108 0,31 145 0,-6-25 0,-59-195 0,65 224 0,-5-14 0,9 28 0,1-1 0,-1 1 0,0 0 0,1 0 0,-1-1 0,0 1 0,0 0 0,0 0 0,0 0 0,0 0 0,0 0 0,0 0 0,0 0 0,0 0 0,-2 0 0,2 1 0,1 0 0,-1 0 0,0 0 0,1 0 0,-1 0 0,0 0 0,1 0 0,-1 0 0,0 0 0,1 1 0,-1-1 0,0 0 0,1 1 0,-1-1 0,0 0 0,1 1 0,-1-1 0,1 1 0,-1-1 0,1 0 0,-1 1 0,1 0 0,-1-1 0,1 1 0,0-1 0,-1 1 0,1-1 0,0 1 0,-1 0 0,1-1 0,0 2 0,-9 22 0,5-7 0,1 0 0,1 0 0,0 0 0,2 1 0,0-1 0,1 1 0,3 21 0,1-11 0,1 1 0,2-1 0,17 42 0,-12-40 0,2 0 0,2-1 0,0-1 0,2-1 0,1 0 0,1-1 0,46 42 0,46 23-1365,-104-83-5461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1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24575,'1'19'0,"0"0"0,2 0 0,0 1 0,1-2 0,1 1 0,8 21 0,53 104 0,-37-86 0,-27-54 0,0 0 0,0-1 0,-1 1 0,0 0 0,1 1 0,-1-1 0,0 5 0,-2-5 0,-3-7 0,-2-10 0,6 11 0,-1 0 0,1 0 0,-1 0 0,1 1 0,0-1 0,0 0 0,0 0 0,0 0 0,0 0 0,0 0 0,1 1 0,-1-1 0,0 0 0,1 0 0,0 0 0,-1 1 0,1-1 0,0 0 0,0 1 0,0-1 0,0 0 0,0 1 0,0 0 0,1-1 0,-1 1 0,0 0 0,1-1 0,-1 1 0,1 0 0,-1 0 0,1 0 0,0 0 0,-1 0 0,4 0 0,-1-1 0,1 1 0,0 0 0,-1 0 0,1 1 0,0-1 0,0 1 0,-1 0 0,1 0 0,0 1 0,0-1 0,-1 1 0,10 3 0,13 7 0,0 1 0,-1 2 0,0 1 0,42 32 0,-62-42 0,0-1 0,0 1 0,-1 1 0,0-1 0,0 1 0,-1 0 0,1 0 0,-1 0 0,6 13 0,-9-17 0,0 0 0,-1 0 0,1 0 0,-1 0 0,1 1 0,-1-1 0,1 0 0,-1 0 0,0 0 0,0 1 0,0-1 0,0 0 0,-1 0 0,1 0 0,-1 0 0,1 1 0,-1-1 0,0 0 0,1 0 0,-1 0 0,0 0 0,0 0 0,-1 0 0,1-1 0,0 1 0,-1 0 0,1-1 0,-1 1 0,1 0 0,-1-1 0,0 0 0,0 1 0,1-1 0,-1 0 0,0 0 0,0 0 0,-3 0 0,-3 3 0,0-1 0,0-1 0,0 1 0,-1-1 0,1-1 0,-14 1 0,-55-2 0,47-1 0,-40-3 0,61 3 0,1-1 0,-1 1 0,1-2 0,0 1 0,0-1 0,-9-4 0,17 7 3,-1-1 0,0 1 0,0-1 1,0 0-1,0 1 0,1-1 0,-1 0 0,0 0 0,0 1 0,1-1 0,-1 0 0,1 0 0,-1 0 0,1 0 0,-1 0 0,1 0 0,-1 0 1,1 1-1,0-1 0,0-1 0,-1 1 0,1 0 0,0 0 0,0 0 0,0 0 0,0 0 0,0 0 0,0 0 0,1 0 0,-1 0 0,0 0 0,0 0 1,1 0-1,-1 0 0,1 0 0,-1 0 0,1 1 0,0-3 0,2-1-251,0-1 1,0 0-1,1 1 1,0-1-1,6-5 1,-1 2-6579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91 24575,'-20'-10'0,"-79"-37"0,80 39 0,-1 1 0,0 0 0,-24-3 0,42 9 0,0 1 0,-1 0 0,1-1 0,0 1 0,0 0 0,-1 0 0,1 0 0,0 1 0,0-1 0,-1 0 0,1 1 0,0 0 0,0-1 0,0 1 0,0 0 0,0 0 0,0 0 0,0 0 0,-3 2 0,4-1 0,0-1 0,0 1 0,0-1 0,0 1 0,0 0 0,1-1 0,-1 1 0,0 0 0,1-1 0,-1 1 0,1 0 0,0 0 0,-1 0 0,1-1 0,0 1 0,0 0 0,0 0 0,0 0 0,1 0 0,-1-1 0,0 1 0,1 0 0,0 3 0,2 0 0,-1 1 0,1 0 0,0-1 0,0 1 0,0-1 0,1 0 0,0 0 0,0 0 0,0-1 0,1 0 0,0 1 0,-1-1 0,1-1 0,1 1 0,-1-1 0,0 0 0,9 4 0,-2-2 0,1 0 0,0-1 0,-1 0 0,1-1 0,1-1 0,-1 0 0,16 0 0,-24-1 0,0-1 0,0-1 0,1 1 0,-1-1 0,0 0 0,0 0 0,0 0 0,0-1 0,0 0 0,0 0 0,0 0 0,-1 0 0,1-1 0,-1 0 0,6-4 0,-9 6-72,0 1 1,-1-1-1,1 1 0,-1-1 0,1 1 0,0-1 0,0 1 0,-1 0 1,1-1-1,0 1 0,0 0 0,0 0 0,-1-1 0,1 1 0,0 0 1,0 0-1,0 0 0,1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20 24575,'-17'-5'0,"-34"-7"0,47 11 0,-1 0 0,0 1 0,0-1 0,0 1 0,1 0 0,-1 1 0,0-1 0,0 1 0,0 0 0,1 0 0,-1 1 0,-5 2 0,9-4 0,0 1 0,-1 0 0,1 0 0,0 0 0,0 0 0,-1 1 0,1-1 0,0 0 0,0 0 0,0 1 0,1-1 0,-1 1 0,0-1 0,0 1 0,1-1 0,-1 1 0,1-1 0,-1 1 0,1-1 0,0 1 0,0 0 0,0-1 0,-1 1 0,2 0 0,-1-1 0,0 1 0,0 0 0,0-1 0,1 1 0,-1-1 0,1 1 0,0 1 0,2 5 0,0 0 0,1-1 0,-1 1 0,1-1 0,6 7 0,14 18 0,51 49 0,-50-55 0,0-3 0,-18-17 0,0 0 0,0 1 0,-1 0 0,10 12 0,-16-18 0,1 0 0,0 0 0,-1 0 0,1 0 0,-1 0 0,1 0 0,-1 0 0,1 0 0,-1 0 0,0 0 0,0 0 0,1 0 0,-1 0 0,0 0 0,0 0 0,0 0 0,0 0 0,0 1 0,-1-1 0,1 0 0,0 0 0,-1 1 0,0-1 0,1 0 0,-1 0 0,0 0 0,0 0 0,0 0 0,0 0 0,0 0 0,0-1 0,0 1 0,0 0 0,-1-1 0,1 1 0,0-1 0,0 0 0,0 1 0,-2-1 0,-7 2 0,0-1 0,0 0 0,0-1 0,-10-1 0,13 1 0,-8 0-81,7 0-176,1 0 0,0-1 1,0 0-1,-9-2 0,6 0-6569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24575,'0'18'0,"2"6"0,2 2 0,2-1 0,0-3 0,2-2 0,1-2 0,3-1 0,2-4 0,-3-4-8191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24575,'0'-3'0,"-2"2"0,-2 4 0,1 4 0,1 5 0,0 4 0,0-1-8191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3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3 24575,'-3'-1'0,"1"0"0,0 1 0,-1 0 0,1-1 0,-1 1 0,1 0 0,0 0 0,-1 0 0,1 1 0,-1-1 0,1 1 0,0-1 0,-1 1 0,1 0 0,0 0 0,-3 1 0,4-1 0,0 0 0,-1 0 0,1 0 0,1 0 0,-1 0 0,0 0 0,0 0 0,0 0 0,0 0 0,1 1 0,-1-1 0,1 0 0,-1 1 0,1-1 0,-1 0 0,1 1 0,0-1 0,0 1 0,-1-1 0,1 0 0,0 1 0,0-1 0,1 1 0,-1-1 0,0 0 0,0 1 0,1-1 0,-1 0 0,1 2 0,2 5 0,0 0 0,0-1 0,0 1 0,1-1 0,0 0 0,1 0 0,-1-1 0,7 8 0,6 3 0,26 22 0,-29-27 0,0 0 0,-1 1 0,-1 0 0,14 19 0,-25-31 0,0 0 0,-1 0 0,1 0 0,0 0 0,-1 0 0,1 1 0,-1-1 0,1 0 0,-1 0 0,0 1 0,1-1 0,-1 0 0,0 1 0,0-1 0,0 0 0,0 1 0,0-1 0,0 0 0,-1 0 0,1 1 0,0-1 0,-1 0 0,1 0 0,-1 1 0,1-1 0,-1 0 0,1 0 0,-1 0 0,0 0 0,0 0 0,1 0 0,-1 0 0,0 0 0,0 0 0,0 0 0,0 0 0,-2 1 0,-4 2 0,0 1 0,-1-2 0,1 1 0,-15 4 0,20-7 0,-20 6-273,-1-1 0,1-2 0,-1 0 0,-35 2 0,32-5-6553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3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24575,'5'15'0,"0"-1"0,1 1 0,1-1 0,12 18 0,-8-13 0,-3-5 0,1-1 0,0 0 0,1 0 0,0-1 0,1-1 0,0 0 0,1 0 0,1-1 0,-1-1 0,22 13 0,-33-22 0,0 1 0,0-1 0,0 1 0,-1-1 0,1 1 0,0-1 0,0 1 0,0-1 0,0 0 0,0 0 0,0 1 0,0-1 0,0 0 0,0 0 0,0 0 0,0 0 0,0 0 0,0 0 0,-1 0 0,1-1 0,0 1 0,0 0 0,0 0 0,0-1 0,0 1 0,0 0 0,0-1 0,0 1 0,-1-1 0,1 1 0,0-1 0,0 0 0,-1 1 0,1-1 0,0 0 0,-1 0 0,1 1 0,-1-1 0,1 0 0,-1 0 0,1 0 0,-1 1 0,1-1 0,-1-2 0,3-4 0,-1 0 0,0-1 0,-1 0 0,1-12 0,-1 9 0,1-13 0,-2 0 0,0-1 0,-6-34 0,-1-28 0,7 44 0,3 70-1365,0-11-5461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4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136 230 24575,'0'-31'0,"1"5"0,-5-46 0,3 65 0,0 1 0,0-1 0,-1 1 0,0-1 0,0 1 0,-1-1 0,1 1 0,-1 0 0,-1 0 0,1 1 0,-9-11 0,11 15 0,0-1 0,0 1 0,0 0 0,0 0 0,0 0 0,-1 0 0,1 0 0,0 0 0,0 1 0,-1-1 0,1 0 0,-1 1 0,1-1 0,0 1 0,-1-1 0,1 1 0,-1-1 0,1 1 0,-1 0 0,0 0 0,1 0 0,-3 0 0,2 1 0,0 0 0,0-1 0,1 1 0,-1 0 0,0 0 0,0 0 0,1 1 0,-1-1 0,1 0 0,-1 1 0,1-1 0,-1 1 0,1-1 0,-2 4 0,-3 4 0,1 1 0,0 0 0,1 0 0,-6 20 0,8-24 0,0-1 0,1 0 0,0 1 0,0-1 0,1 1 0,0-1 0,0 12 0,1-14 0,-1-1 0,1 1 0,0 0 0,0-1 0,0 1 0,0-1 0,0 1 0,1-1 0,-1 0 0,1 1 0,-1-1 0,1 0 0,0 0 0,0 0 0,0 0 0,0 0 0,4 2 0,16 9 0,1-1 0,0-1 0,39 13 0,-34-14 0,13 6 0,1-2 0,1-2 0,48 7 0,-39-9-1365,-38-7-5461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 24575,'-18'8'0,"-32"18"0,46-23 0,-1-1 0,1 1 0,0 1 0,0-1 0,0 1 0,1-1 0,-1 1 0,1 0 0,0 0 0,0 1 0,0-1 0,-3 8 0,6-11 0,-1 1 0,1-1 0,-1 1 0,1 0 0,0-1 0,0 1 0,0 0 0,0 0 0,0-1 0,0 1 0,0 0 0,0-1 0,1 1 0,-1 0 0,1-1 0,0 3 0,1-1 0,0 0 0,-1 0 0,1 0 0,0-1 0,0 1 0,1-1 0,4 5 0,3 1 0,0-1 0,1-1 0,16 9 0,-26-15 0,11 6 20,-1-1 0,1 0 0,0-1 0,0 0 0,13 2 0,-19-6-126,-1 1 0,1-1 0,0 0 0,-1 0 0,1 0 0,0-1-1,-1 0 1,1 0 0,0 0 0,-1-1 0,1 0 0,-1 0 0,7-4 0,-2 1-6720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5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24575,'24'105'0,"2"16"0,46 127 0,-59-212 0,19 49 0,-28-76 0,0 0 0,1 0 0,1 0 0,0-1 0,0 0 0,10 11 0,-14-17 0,0 0 0,0-1 0,0 1 0,0-1 0,0 1 0,0-1 0,0 1 0,0-1 0,0 0 0,1 0 0,-1 0 0,1-1 0,-1 1 0,0 0 0,1-1 0,-1 0 0,1 1 0,-1-1 0,1 0 0,-1 0 0,1-1 0,-1 1 0,1 0 0,-1-1 0,1 0 0,2 0 0,-2-1 0,-1 1 0,1-1 0,0 0 0,-1 0 0,1 0 0,-1 0 0,0 0 0,0-1 0,1 1 0,-2-1 0,1 1 0,0-1 0,0 0 0,-1 0 0,0 0 0,1 0 0,-1 0 0,0 0 0,-1 0 0,2-3 0,-1 1 0,-1 0 0,1 0 0,-1 0 0,0 0 0,0 0 0,0 0 0,-1 0 0,1 1 0,-1-1 0,-1 0 0,1 0 0,-1 1 0,1-1 0,-1 0 0,0 1 0,-6-8 0,4 7 0,0 0 0,0 1 0,0-1 0,-1 1 0,0 0 0,0 0 0,0 0 0,0 1 0,-1 0 0,1 0 0,-1 0 0,-11-3 0,-8-1 0,0 0 0,0 2 0,-1 1 0,1 0 0,-43 1 0,52 3-118,1 0 202,0 0 0,-15 3 0,26-2-199,0-1-1,0 1 1,0 1 0,0-1-1,0 0 1,0 1 0,1 0-1,-1 0 1,1 0 0,-1 0 0,1 0-1,-4 4 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6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172 276 24575,'-62'-50'0,"53"44"0,1 0 0,-2 1 0,1 0 0,0 0 0,-15-4 0,23 8 0,0 1 0,-1-1 0,1 1 0,0 0 0,-1-1 0,1 1 0,-1 0 0,1 0 0,-1 0 0,1 0 0,-1 0 0,1 0 0,-1 0 0,1 1 0,-1-1 0,1 0 0,0 1 0,-1-1 0,1 1 0,-2 1 0,2-2 0,0 1 0,0 0 0,1 0 0,-1 0 0,0 0 0,1 1 0,-1-1 0,0 0 0,1 0 0,-1 0 0,1 0 0,0 1 0,-1-1 0,1 0 0,0 0 0,0 1 0,0-1 0,0 2 0,0 3 0,1-1 0,0 1 0,0 0 0,0-1 0,1 1 0,-1-1 0,1 1 0,5 8 0,-3-8 0,0-1 0,1 1 0,0-1 0,-1 0 0,1 0 0,1-1 0,-1 0 0,1 0 0,0 0 0,0 0 0,0-1 0,0 0 0,0 0 0,1-1 0,8 3 0,-1-2 0,0 0 0,1 0 0,-1-1 0,0-1 0,1-1 0,19-1 0,-30 1 0,0-1 0,0 1 0,0-1 0,0 0 0,0 0 0,0 0 0,0-1 0,-1 1 0,1-1 0,0 0 0,-1 0 0,7-5 0,-8 4 0,0 1 0,0 0 0,0-1 0,0 0 0,0 0 0,-1 1 0,1-1 0,-1 0 0,1 0 0,-1 0 0,0 0 0,-1-1 0,1 1 0,0 0 0,-1 0 0,0-5 0,-1-19 0,1 21 0,-1 1 0,1-1 0,0 1 0,0-1 0,1 1 0,2-10 0,-3 14 0,0 0 0,0 1 0,1-1 0,-1 0 0,0 1 0,1-1 0,-1 0 0,1 1 0,-1-1 0,1 0 0,-1 1 0,1-1 0,0 1 0,-1-1 0,1 1 0,-1-1 0,1 1 0,0 0 0,0-1 0,-1 1 0,1 0 0,0 0 0,0-1 0,-1 1 0,1 0 0,0 0 0,0 0 0,-1 0 0,1 0 0,0 0 0,0 0 0,0 0 0,-1 0 0,1 0 0,0 1 0,0-1 0,-1 0 0,1 0 0,0 1 0,-1-1 0,1 1 0,1 0 0,5 2 0,-1 1 0,0 1 0,10 7 0,-9-6 0,71 60 0,14 11 0,-56-49 0,-36-28 0,0 0 0,0 0 0,0 0 0,0 0 0,0 0 0,0 0 0,0 0 0,0 0 0,0 0 0,0 0 0,0 0 0,0 0 0,0 0 0,0 0 0,0 0 0,0 0 0,0 0 0,0-1 0,0 1 0,0 0 0,0 0 0,0 0 0,0 0 0,0 0 0,0 0 0,0 0 0,0 0 0,1 0 0,-1 0 0,0 0 0,0 0 0,0 0 0,0 0 0,0 0 0,0 0 0,0 0 0,0 0 0,0 0 0,0 0 0,0 0 0,0 0 0,0 0 0,0 0 0,0 0 0,0 0 0,0 0 0,0 0 0,1 0 0,-1 0 0,0 0 0,0 0 0,0 0 0,0 0 0,0 0 0,0 0 0,0 0 0,0 0 0,0 0 0,0 0 0,0 0 0,0 1 0,0-1 0,0 0 0,0 0 0,0 0 0,-2-7 0,-7-7 0,-62-82 0,66 85 0,-1 1 0,1-1 0,1 1 0,0-1 0,1-1 0,0 1 0,0 0 0,1-1 0,1 1 0,0-1 0,0 0 0,1 1 0,1-1 0,0 0 0,1 1 0,5-22 0,-6 30 0,0-1 0,0 1 0,0 0 0,1 0 0,0-1 0,-1 1 0,1 0 0,0 1 0,1-1 0,-1 0 0,0 0 0,1 1 0,-1 0 0,1-1 0,0 1 0,3-2 0,-1 2 0,0-1 0,0 1 0,0 1 0,0-1 0,1 1 0,-1 0 0,0 0 0,0 0 0,11 0 0,-4 2 0,0 0 0,0 1 0,0 0 0,0 0 0,0 2 0,0-1 0,-1 1 0,20 11 0,-25-12-136,1 1-1,-1 0 1,0 1-1,-1-1 1,1 1-1,-1 0 1,0 1-1,0-1 0,7 12 1,-4-3-6690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6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87 24575,'-116'-55'0,"98"48"0,1 1 0,-1 1 0,-1 0 0,-33-3 0,47 7 0,-1 1 0,1 1 0,-1-1 0,1 1 0,-1-1 0,1 2 0,-1-1 0,1 0 0,0 1 0,0 0 0,0 1 0,0-1 0,0 1 0,0 0 0,-4 3 0,2 0 0,1-1 0,0 1 0,0 1 0,1-1 0,0 1 0,0 0 0,0 0 0,1 0 0,-4 10 0,6-13 0,1-1 0,0 1 0,0 0 0,0-1 0,0 1 0,0 0 0,1 0 0,0 0 0,0-1 0,0 1 0,0 0 0,2 7 0,-1-5 0,1 0 0,0 0 0,0-1 0,1 1 0,0 0 0,0-1 0,5 7 0,5 4 0,1 0 0,0-1 0,27 22 0,-37-34 0,27 21 0,-22-18 0,0 0 0,-1 1 0,0 0 0,8 10 0,-16-17 0,1 1 0,-1-1 0,1 1 0,-1-1 0,1 1 0,-1 0 0,0-1 0,1 1 0,-1-1 0,0 1 0,1 0 0,-1-1 0,0 1 0,0 0 0,0-1 0,0 1 0,0 0 0,0-1 0,0 1 0,0 0 0,0-1 0,0 1 0,0 0 0,0 1 0,-1-2 0,0 1 0,1 0 0,-1-1 0,1 1 0,-1 0 0,0-1 0,0 1 0,1-1 0,-1 1 0,0-1 0,0 1 0,0-1 0,0 0 0,1 1 0,-1-1 0,-1 0 0,-6 2 0,0-1 0,1 0 0,-13 0 0,15-1 0,-110-1-1365,79 1-5461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9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 24575,'13'-3'0,"-8"2"0,0 0 0,0 0 0,-1 0 0,1 0 0,0-1 0,-1 0 0,0 0 0,1 0 0,-1-1 0,0 1 0,6-6 0,-10 8 0,1-1 0,-1 1 0,0 0 0,0-1 0,1 1 0,-1 0 0,0-1 0,0 1 0,1 0 0,-1-1 0,0 1 0,0-1 0,0 1 0,0 0 0,0-1 0,0 1 0,0-1 0,1 1 0,-1-1 0,0 1 0,-1 0 0,1-1 0,0 1 0,0-1 0,0 1 0,0-1 0,0 1 0,-1-1 0,1 0 0,-1 0 0,0 0 0,1 1 0,-1-1 0,0 0 0,0 0 0,0 1 0,0-1 0,0 0 0,1 1 0,-3-1 0,-25-8 0,8 5 0,11 2 0,-1 0 0,0 1 0,0 0 0,-19 0 0,27 1 0,-1 1 0,1-1 0,0 1 0,-1-1 0,1 1 0,0 0 0,-1 0 0,1 0 0,0 0 0,0 0 0,0 0 0,0 1 0,0-1 0,0 1 0,0-1 0,0 1 0,1 0 0,-1 0 0,1 0 0,-1 0 0,1 0 0,0 0 0,0 0 0,0 0 0,-2 3 0,0 4 0,0 0 0,0 0 0,1 0 0,0 0 0,0 0 0,0 17 0,3-21 0,-1 0 0,1 0 0,0 0 0,0 0 0,0 0 0,1 0 0,0 0 0,0 0 0,0 0 0,0-1 0,1 1 0,0-1 0,5 7 0,24 25 0,2-2 0,52 42 0,-49-46 0,-1 3 0,41 47 0,-73-75 0,-1-1 0,1 1 0,-1 0 0,0 0 0,-1 0 0,1 1 0,-1-1 0,0 1 0,2 5 0,-4-9 0,0 0 0,0 1 0,1-1 0,-1 0 0,0 0 0,-1 0 0,1 0 0,0 0 0,-1 0 0,1 0 0,-1 0 0,1 0 0,-1 0 0,0 0 0,0 0 0,0-1 0,0 1 0,0 0 0,-1-1 0,1 1 0,0 0 0,-1-1 0,1 0 0,-1 1 0,1-1 0,-1 0 0,0 0 0,-3 2 0,-1 0 0,0-1 0,0 1 0,-1-1 0,1 0 0,-1-1 0,1 0 0,-1 0 0,0 0 0,-12-1 0,2-1 0,1 0 0,-31-7 0,38 6 0,-7-1 0,0-1 0,0-1 0,0 0 0,0-1 0,-24-13 0,39 18 0,0 0 0,-1 1 0,1-1 0,0 0 0,0 1 0,0-1 0,0 0 0,1 0 0,-1 0 0,0 0 0,0 0 0,0 0 0,1 0 0,-1 0 0,0 0 0,1-1 0,-1 1 0,1 0 0,0 0 0,-1-1 0,1 1 0,0-2 0,0 1 0,0 1 0,1-1 0,-1 1 0,1 0 0,-1-1 0,1 1 0,0-1 0,-1 1 0,1 0 0,0 0 0,0 0 0,0-1 0,0 1 0,0 0 0,0 0 0,2-1 0,5-3 0,-1 0 0,1 1 0,0-1 0,0 2 0,9-4 0,87-26-1365,-94 30-5461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9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72 24575,'-26'-16'0,"-41"-20"0,58 33 0,1 0 0,0 0 0,0 0 0,-1 1 0,0 0 0,1 0 0,-1 1 0,0 1 0,0-1 0,-9 2 0,15-1 0,1 1 0,-1 0 0,0-1 0,0 1 0,0 0 0,0 0 0,1 1 0,-1-1 0,0 1 0,1-1 0,0 1 0,-1 0 0,1 0 0,0 0 0,0 0 0,0 0 0,0 0 0,0 1 0,0-1 0,1 1 0,-1-1 0,1 1 0,0 0 0,-1-1 0,1 1 0,1 0 0,-2 3 0,1 1 0,0 0 0,0-1 0,0 1 0,1 0 0,0 0 0,0 0 0,1 0 0,0-1 0,0 1 0,5 12 0,9 18 0,39 69 0,8 16 0,-55-103 0,-1 0 0,-1 1 0,-1-1 0,0 1 0,-2 0 0,0 0 0,-2 36 0,0-41 0,-1-10 0,1 1 0,0 0 0,0 0 0,0 0 0,2 6 0,-2-10 0,1-1 0,-1 0 0,1 1 0,-1-1 0,1 0 0,0 1 0,-1-1 0,1 0 0,0 0 0,0 0 0,0 0 0,0 0 0,0 0 0,0 0 0,0 0 0,0 0 0,0 0 0,0-1 0,1 1 0,-1 0 0,0-1 0,0 1 0,1-1 0,-1 0 0,0 1 0,3-1 0,13 2 0,0-1 0,28-2 0,-28 0 0,-1 1 0,32 4 0,-32-1-119,1 0 246,28 2-1,-41-5-233,0 1 0,-1-2 0,1 1 0,0 0 0,0-1-1,-1 1 1,1-1 0,-1 0 0,1 0 0,-1-1 0,1 1 0,-1-1 0,6-3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18 24575,'-1'0'0,"0"0"0,0 1 0,1-1 0,-1 0 0,0 1 0,1-1 0,-1 1 0,0-1 0,1 1 0,-1-1 0,1 1 0,-1 0 0,1-1 0,-1 1 0,1 0 0,-1-1 0,1 1 0,0 0 0,-1 0 0,1-1 0,0 1 0,0 0 0,-1 0 0,1 0 0,0-1 0,0 1 0,0 1 0,-2 23 0,2-22 0,0 0 0,1 0 0,-1 0 0,1-1 0,0 1 0,-1 0 0,1-1 0,0 1 0,1-1 0,-1 1 0,0-1 0,1 1 0,-1-1 0,1 0 0,0 0 0,0 0 0,0 0 0,0 0 0,0 0 0,0 0 0,0-1 0,3 2 0,-3-2 0,0 0 0,0 0 0,0 0 0,0-1 0,0 1 0,0-1 0,0 0 0,0 0 0,0 1 0,0-1 0,0 0 0,0-1 0,0 1 0,0 0 0,0 0 0,0-1 0,0 0 0,0 1 0,0-1 0,0 0 0,-1 0 0,1 0 0,0 0 0,0 0 0,-1 0 0,1 0 0,-1-1 0,1 1 0,-1 0 0,3-4 0,-2 2 0,0 0 0,0 0 0,-1 0 0,1-1 0,-1 1 0,0 0 0,0-1 0,0 1 0,-1-1 0,1 1 0,-1-1 0,1 0 0,-2-5 0,1 4 0,1 0 0,-1 0 0,1 1 0,-1-1 0,1 0 0,3-6 0,-4 11 0,0-1 0,1 0 0,-1 1 0,1-1 0,-1 1 0,1-1 0,-1 1 0,1-1 0,0 1 0,-1-1 0,1 1 0,-1-1 0,1 1 0,0 0 0,-1-1 0,1 1 0,0 0 0,-1 0 0,1 0 0,0-1 0,0 1 0,-1 0 0,1 0 0,0 0 0,0 0 0,-1 0 0,1 0 0,0 0 0,0 1 0,-1-1 0,1 0 0,0 0 0,-1 1 0,1-1 0,0 0 0,-1 1 0,2-1 0,24 16 0,-4 3 0,-1 0 0,32 38 0,-39-41 0,1-3 0,-15-13 0,0 0 0,0 0 0,0 0 0,0 0 0,0 0 0,0 0 0,0 1 0,0-1 0,0 0 0,0 0 0,0 0 0,0 0 0,0 0 0,1 0 0,-1 0 0,0 0 0,0 0 0,0 0 0,0 0 0,0 0 0,0 0 0,0 0 0,0 0 0,0 0 0,0 0 0,1 0 0,-1 0 0,0 0 0,0 0 0,0 0 0,0 0 0,0 0 0,0 0 0,0 0 0,0 0 0,0 0 0,0-1 0,0 1 0,1 0 0,-1 0 0,0 0 0,0 0 0,0 0 0,0 0 0,0 0 0,0 0 0,0 0 0,0 0 0,0 0 0,0 0 0,-4-11 0,-1 2-1365,1-2-5461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0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4 24575,'-13'-3'0,"-6"2"0,-4 1 0,1 4 0,0 0 0,3 0 0,-2 1 0,1 1 0,3-1-8191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24575,'-2'28'0,"-2"15"0,1 5 0,0 0 0,4-3 0,1-5 0,1-3 0,2-3 0,3-2 0,0-4 0,-1-4 0,0-4 0,0-2 0,0-2 0,3-1 0,1-4 0,-1-2-8191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 24575,'-9'2'0,"-4"1"0,-1 0 0,1 1 0,0 0 0,1 1 0,-1 0 0,1 1 0,0 1 0,-13 8 0,22-12 0,0-1 0,0 1 0,1-1 0,-1 1 0,1 0 0,-3 4 0,4-7 0,1 1 0,-1-1 0,1 1 0,0-1 0,0 1 0,-1 0 0,1-1 0,0 1 0,0 0 0,0-1 0,0 1 0,0 0 0,0-1 0,0 1 0,0-1 0,0 1 0,0 0 0,0-1 0,0 1 0,0 0 0,0-1 0,1 1 0,-1 0 0,0-1 0,0 1 0,1-1 0,-1 1 0,0-1 0,1 1 0,-1-1 0,1 1 0,-1-1 0,1 1 0,-1-1 0,1 1 0,-1-1 0,1 0 0,-1 1 0,1-1 0,-1 0 0,1 1 0,0-1 0,-1 0 0,2 1 0,8 1 0,-1 0 0,1 0 0,-1 0 0,1-1 0,0-1 0,-1 0 0,17-1 0,12 0 0,99 16 120,-2-1-1605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24575,'4'-3'0,"0"0"0,0 0 0,0 1 0,0 0 0,1-1 0,-1 1 0,1 1 0,-1-1 0,10-1 0,-12 3 0,1-1 0,-1 2 0,1-1 0,-1 0 0,1 0 0,-1 1 0,0-1 0,1 1 0,-1 0 0,1 0 0,-1 0 0,0 0 0,0 0 0,0 0 0,0 1 0,0-1 0,0 1 0,0-1 0,0 1 0,3 3 0,1 3 0,0 0 0,0 0 0,0 1 0,-1 0 0,7 16 0,15 52 0,-17-45 0,69 280 0,-75-293 0,9 52 0,-6-29 0,21 67 0,-27-106 0,0-1 0,0 1 0,-1 0 0,1-1 0,-1 1 0,1 0 0,-1 0 0,0-1 0,0 1 0,0 0 0,-1 0 0,0 4 0,0-5 0,0 0 0,0 0 0,0 0 0,0 0 0,0 0 0,-1-1 0,1 1 0,0 0 0,-1-1 0,0 1 0,1-1 0,-1 1 0,0-1 0,0 1 0,-3 1 0,-11 4-227,0-1-1,0 0 1,0-1-1,-1 0 1,-28 3-1,26-5-6598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7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14 24575,'0'-1'0,"0"1"0,0-1 0,0 1 0,0-1 0,0 1 0,0-1 0,0 1 0,0-1 0,0 1 0,0-1 0,0 1 0,0 0 0,0-1 0,-1 1 0,1-1 0,0 1 0,0-1 0,0 1 0,-1-1 0,1 1 0,0 0 0,-1-1 0,1 1 0,0 0 0,-1-1 0,1 1 0,0 0 0,-1-1 0,1 1 0,-1 0 0,1 0 0,-1-1 0,1 1 0,-1 1 0,1-1 0,-1 0 0,1 1 0,-1-1 0,1 0 0,0 1 0,-1-1 0,1 0 0,0 1 0,-1-1 0,1 1 0,0-1 0,-1 1 0,1-1 0,0 0 0,0 1 0,0-1 0,-1 1 0,1-1 0,0 1 0,0 0 0,0-1 0,0 1 0,0-1 0,0 1 0,0-1 0,0 1 0,0 0 0,1 3 0,-1 1 0,1-1 0,0 0 0,0 0 0,0 0 0,1 0 0,0 0 0,-1 0 0,1 0 0,1 0 0,3 5 0,3 3 0,21 22 0,2-4 0,0-1 0,53 35 0,80 38 0,-86-58 0,-99-60 11,2-1 0,-18-19 0,6 4-1409,16 19-5428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7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1 24575,'-13'21'0,"0"1"0,-17 20 0,14-21 0,-23 40 0,30-44 0,0-1 0,-14 19 0,18-28 0,-1-1 0,1 0 0,-1-1 0,-1 1 0,1-1 0,-1 0 0,-12 6 0,4-3-1365,2-2-5461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8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 24575,'-12'0'0,"0"1"0,0 0 0,0 1 0,0 0 0,1 1 0,-22 7 0,28-8 0,0 0 0,0 1 0,1-1 0,-1 1 0,1 0 0,-1 0 0,1 0 0,0 1 0,0-1 0,0 1 0,1 0 0,0 0 0,-1 1 0,1-1 0,1 1 0,-1-1 0,1 1 0,-3 5 0,4-5 0,1-1 0,-1 1 0,1 0 0,-1-1 0,2 1 0,-1 0 0,0-1 0,1 1 0,0 0 0,0-1 0,0 1 0,0-1 0,3 6 0,4 8 0,18 30 0,-24-44 0,22 40 0,-2 2 0,27 81 0,13 102 0,-59-209 0,2 24 0,-3-23 0,-2-20 0,0 0 0,1 1 0,-1-1 0,0 0 0,0 1 0,1-1 0,-1 0 0,1 0 0,-1 1 0,1-1 0,0 0 0,-1 0 0,1 0 0,0 0 0,0 0 0,0 0 0,0 0 0,0 0 0,0 0 0,0 0 0,0 0 0,0-1 0,0 1 0,0 0 0,0-1 0,1 1 0,-1-1 0,0 1 0,1-1 0,-1 0 0,0 0 0,0 1 0,1-1 0,1 0 0,5 0 0,0-1 0,0 0 0,0 0 0,14-4 0,-1 0 0,0 2 0,0 0 0,-1-2 0,1 0 0,32-14 0,-51 17-85,0 1 0,0 0-1,0 0 1,0-1 0,0 1-1,0-1 1,-1 1 0,1-1-1,0 0 1,-1 0 0,0 0-1,1 0 1,-1 0 0,0 0-1,1-4 1,2-5-6741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8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24575,'0'9'0,"1"-1"0,1 1 0,-1-1 0,1 1 0,1-1 0,0 0 0,0 0 0,0 0 0,1 0 0,0 0 0,8 9 0,-8-10 0,1-1 0,0 0 0,0-1 0,0 1 0,0-1 0,1 0 0,0 0 0,0-1 0,1 1 0,-1-1 0,1-1 0,0 1 0,9 2 0,-15-6 0,1 1 0,-1-1 0,1 1 0,-1-1 0,1 0 0,-1 0 0,1 0 0,-1 0 0,1 0 0,-1 0 0,1 0 0,-1 0 0,1-1 0,-1 1 0,1 0 0,-1-1 0,1 0 0,-1 1 0,0-1 0,1 0 0,-1 1 0,0-1 0,1 0 0,-1 0 0,0 0 0,0 0 0,0 0 0,0-1 0,0 1 0,0 0 0,0 0 0,-1-1 0,1 1 0,1-3 0,1-4 0,-1-1 0,1 1 0,-1-1 0,1-17 0,0 5 0,0 0 0,-2 14 0,-1 0 0,2 1 0,-1-1 0,1 0 0,3-8 0,-4 14 0,0-1 0,-1 1 0,1-1 0,0 1 0,0 0 0,1-1 0,-1 1 0,0 0 0,0 0 0,1-1 0,-1 1 0,0 0 0,1 0 0,-1 1 0,1-1 0,0 0 0,-1 0 0,1 1 0,-1-1 0,1 1 0,0-1 0,0 1 0,-1 0 0,1 0 0,3 0 0,2 0 0,0 1 0,0 0 0,0 0 0,0 1 0,0 0 0,0 0 0,0 1 0,-1 0 0,9 5 0,8 5 0,24 20 0,-38-27 0,16 13 0,0 0 0,32 34 0,-57-53 0,0 0 0,0 0 0,0 0 0,0-1 0,0 1 0,0 0 0,0 0 0,0 0 0,-1 0 0,1 0 0,0 0 0,0 0 0,0 0 0,0 0 0,0 1 0,0-1 0,0 0 0,0 0 0,0 0 0,0 0 0,0 0 0,0 0 0,0 0 0,0 0 0,0 0 0,-1 0 0,1 0 0,0 0 0,0 0 0,0 0 0,0 0 0,0 0 0,0 0 0,0 0 0,0 0 0,0 0 0,0 0 0,0 0 0,0 0 0,0 1 0,0-1 0,0 0 0,0 0 0,0 0 0,0 0 0,0 0 0,0 0 0,0 0 0,0 0 0,0 0 0,0 0 0,-12-4 0,-14-9 0,9 2-1365,1-1-5461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24575,'9'-4'0,"11"-6"0,1 2 0,0 0 0,35-8 0,-50 15 0,0 0 0,1 0 0,-1 1 0,1 0 0,-1 0 0,0 0 0,1 1 0,-1 0 0,0 0 0,1 1 0,-1 0 0,0 0 0,0 0 0,0 1 0,0 0 0,-1 0 0,7 4 0,-11-6 0,13 9 0,1 1 0,-2 0 0,0 1 0,23 26 0,-30-30 0,-1-1 0,0 2 0,0-1 0,-1 0 0,0 1 0,0 0 0,-1 0 0,0 0 0,-1 0 0,2 15 0,12 130 0,22 126 0,-21-178 0,-9-30 0,-8-61 0,0 0 0,0-1 0,-1 1 0,-4 18 0,4-27 0,1 0 0,-1 0 0,0 0 0,-1 0 0,1 0 0,0 0 0,0 0 0,-1-1 0,1 1 0,-1 0 0,0-1 0,1 1 0,-1-1 0,0 0 0,0 1 0,0-1 0,0 0 0,0 0 0,0 0 0,0 0 0,-1-1 0,1 1 0,0-1 0,0 1 0,0-1 0,-1 0 0,-2 0 0,-7 1 0,1-1 0,-1-1 0,1 0 0,-14-3 0,-56-17-1365,64 17-5461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19 24575,'-28'-3'0,"-13"0"0,-1-1 0,1 2 0,5 0 0,6 1 0,6 0 0,3 1 0,4 0 0,2 0 0,1 0 0,0 0 0,0 0 0,-1 0 0,1 0 0,1-2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64 24575,'-28'-10'0,"-15"-4"0,-3 1 0,2 2 0,3 4 0,5 2 0,5 3 0,4 1 0,7 1-8191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684 94 24575,'0'-3'0,"1"0"0,0 0 0,-1 0 0,0 0 0,1 0 0,-1-1 0,0 1 0,-1 0 0,1 0 0,-1 0 0,1 0 0,-1 0 0,0 0 0,0 0 0,0 0 0,-1 0 0,1 0 0,-1 0 0,1 1 0,-3-4 0,1 4 0,1-1 0,-1 0 0,0 1 0,0 0 0,0 0 0,0 0 0,0 0 0,0 0 0,-1 1 0,1 0 0,-1-1 0,1 1 0,-1 0 0,1 1 0,-1-1 0,-7 0 0,-90 2 0,32 1 0,62-2 0,0 1 0,0-1 0,1 1 0,-1 1 0,0-1 0,0 1 0,1 1 0,-1-1 0,1 1 0,-1 0 0,1 0 0,0 1 0,1 0 0,-1 0 0,0 0 0,1 1 0,0-1 0,0 1 0,-4 7 0,1-2 0,2 0 0,-1 1 0,1-1 0,1 1 0,0 0 0,1 1 0,0-1 0,0 1 0,1 0 0,-1 13 0,-2 9 0,3-16 0,1-1 0,-1 20 0,2 15 0,3 86 0,5-82 0,-3-34 0,0 31 0,-5 8 0,2 45 0,6-56 0,-3-31 0,1 33 0,-6 408 0,0-437 0,-6 32 0,3-31 0,0 29 0,5 306 0,-3-342 0,0-1 0,-1 1 0,-1 0 0,0-1 0,-1 0 0,-1 0 0,-11 21 0,13-29 0,0 0 0,-1 0 0,0 0 0,-1 0 0,0-1 0,0 0 0,0 0 0,-1-1 0,0 0 0,0 0 0,-1 0 0,1-1 0,-1 0 0,-1-1 0,1 0 0,-1 0 0,1 0 0,-1-1 0,0-1 0,0 0 0,-15 2 0,17-3 0,-1 1 0,1 0 0,-13 4 0,20-6 0,-1 1 0,1-1 0,0 0 0,0 0 0,0 1 0,0-1 0,0 0 0,0 0 0,0 0 0,0 1 0,0-1 0,0 0 0,0 0 0,0 1 0,0-1 0,0 0 0,0 0 0,0 1 0,0-1 0,0 0 0,0 0 0,0 0 0,0 1 0,1-1 0,-1 0 0,0 0 0,0 0 0,0 1 0,0-1 0,0 0 0,1 0 0,-1 0 0,0 0 0,0 1 0,0-1 0,1 0 0,-1 0 0,0 0 0,0 0 0,0 0 0,1 0 0,-1 0 0,0 0 0,0 0 0,1 0 0,10 7 0,12 7 0,3 0 0,-1 0 0,24 20 0,-32-17 0,0 0 0,0 1 0,-2 1 0,22 35 0,-25-34 0,-2 1 0,0 0 0,-1 1 0,-1 0 0,-1 0 0,-1 1 0,-1 0 0,4 38 0,48 272 0,-33-210 0,1 77 0,-15-104 0,-4-7 0,-5 96 0,-3-78 0,1-43 0,3 72 0,13-45 0,-6-38 0,25 79 0,-32-125 0,1-1 0,0 1 0,0-1 0,1 0 0,0 1 0,0-2 0,0 1 0,1 0 0,0-1 0,0 0 0,6 5 0,1-1 0,-1-1 0,2 0 0,-1 0 0,20 7 0,-27-13-227,0 0-1,0 0 1,1-1-1,-1 0 1,7 1-1,0-1-6598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5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50 119 24575,'-6'-6'0,"-22"-24"0,26 28 0,0 0 0,1-1 0,-1 1 0,1 0 0,-1-1 0,1 1 0,0-1 0,0 1 0,0-1 0,1 1 0,-2-6 0,2 7 0,0-1 0,1 1 0,-1 0 0,0 0 0,1-1 0,-1 1 0,0 0 0,1 0 0,-1-1 0,1 1 0,0 0 0,-1 0 0,1 0 0,0 0 0,0 0 0,0 0 0,0 0 0,0 0 0,0 1 0,0-1 0,0 0 0,0 0 0,0 1 0,0-1 0,2 0 0,4-2 0,0 1 0,0 0 0,10-2 0,-10 2 0,7-1 0,-1 1 0,1 0 0,-1 1 0,1 1 0,-1 0 0,1 0 0,0 2 0,-1 0 0,0 0 0,1 1 0,-1 1 0,0 0 0,0 0 0,-1 2 0,0-1 0,0 2 0,0 0 0,13 10 0,-22-15 0,1 1 0,-1 0 0,0 0 0,-1 0 0,1 1 0,0-1 0,-1 0 0,0 1 0,0 0 0,0 0 0,0 0 0,-1-1 0,1 1 0,-1 1 0,0-1 0,1 6 0,-2-4 0,0 0 0,0 0 0,-1 0 0,0 0 0,0 0 0,0 0 0,-1 0 0,1 0 0,-2 0 0,-4 10 0,-5 4 0,0 0 0,-2-1 0,-29 33 0,-1 1 0,42-51 0,1-1 0,0 1 0,0 0 0,0-1 0,0 1 0,0 0 0,0 0 0,0 0 0,0 0 0,1 0 0,-1 0 0,1 0 0,0 0 0,-1 0 0,1 0 0,0 0 0,0 0 0,0 0 0,1 4 0,0-4 0,0-1 0,-1 1 0,1-1 0,0 1 0,1-1 0,-1 1 0,0-1 0,0 0 0,0 1 0,1-1 0,-1 0 0,1 0 0,-1 0 0,1 0 0,-1 0 0,1 0 0,0-1 0,-1 1 0,1 0 0,0-1 0,0 1 0,3-1 0,8 3 0,0-2 0,0 0 0,0 0 0,1-1 0,17-2 0,66-16 0,-53 9 0,27-7-1365,-58 13-5461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24575,'32'32'0,"-1"0"0,1-1 0,57 42 0,-87-72 0,-1 0 0,0 0 0,1 0 0,-1 0 0,1 0 0,-1-1 0,1 1 0,-1-1 0,1 1 0,0-1 0,-1 1 0,1-1 0,0 0 0,-1 0 0,1 0 0,0 0 0,-1 0 0,1 0 0,0 0 0,-1-1 0,1 1 0,2-1 0,-2 0 0,0-1 0,-1 1 0,0 0 0,1 0 0,-1-1 0,0 1 0,1-1 0,-1 1 0,0-1 0,0 1 0,0-1 0,0 0 0,-1 0 0,1 1 0,0-1 0,-1 0 0,1 0 0,-1 0 0,1-3 0,0-6 0,-1 1 0,-1-15 0,0 17 0,1 1 0,0-1 0,0 1 0,1-1 0,3-15 0,-4 22 0,0 1 0,1-1 0,-1 0 0,1 0 0,-1 0 0,1 0 0,-1 1 0,1-1 0,-1 0 0,1 0 0,0 1 0,-1-1 0,1 0 0,0 1 0,0-1 0,0 1 0,-1-1 0,1 1 0,0 0 0,0-1 0,0 1 0,0 0 0,0-1 0,0 1 0,0 0 0,0 0 0,0 0 0,0 0 0,-1 0 0,1 0 0,0 0 0,0 0 0,0 0 0,0 1 0,0-1 0,0 0 0,0 0 0,0 1 0,0-1 0,1 2 0,4 0 0,0 1 0,-1 0 0,1 1 0,8 6 0,109 95 0,-121-103-151,-1-1-1,1 0 0,0 0 0,0 0 1,0 0-1,-1 0 0,1 0 1,3 1-1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22 24575,'-16'-2'0,"-7"-2"0,-3 1 0,1 0 0,2 1 0,2 1 0,2 1 0,5-3 0,1-1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30 24575,'-28'-8'0,"-13"-2"0,-1 3 0,6 2-8191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46 24575,'-30'-11'0,"-42"-14"0,63 22 0,1 1 0,-1 0 0,-1 1 0,1 0 0,-16 0 0,23 2 0,1-1 0,-1 0 0,0 1 0,1-1 0,-1 1 0,1-1 0,-1 1 0,1 0 0,-1-1 0,1 1 0,0 0 0,-1 0 0,1 0 0,0 0 0,0 0 0,-1 1 0,1-1 0,0 0 0,0 1 0,0-1 0,1 0 0,-1 1 0,0-1 0,0 1 0,1-1 0,-1 1 0,1-1 0,-1 1 0,1 0 0,0-1 0,0 1 0,0 1 0,-1 8 0,1-1 0,0 1 0,3 19 0,-2-21 0,0 5 0,2 1 0,0 0 0,0-1 0,1 0 0,1 0 0,1 0 0,8 16 0,-8-19 0,1-1 0,0-1 0,0 1 0,1-1 0,0-1 0,1 1 0,-1-1 0,2-1 0,15 11 0,-13-11 0,1 0 0,0-1 0,0 0 0,1-1 0,0-1 0,19 4 0,-24-6 0,0-1 0,1 0 0,-1 0 0,0-1 0,1 0 0,-1-1 0,0 0 0,1 0 0,-1-1 0,17-6 0,-22 7 0,0-1 0,0 0 0,0 0 0,-1 0 0,1-1 0,-1 1 0,1-1 0,-1 0 0,0 0 0,0 0 0,0 0 0,-1-1 0,1 1 0,-1-1 0,0 1 0,0-1 0,0 0 0,0 0 0,1-6 0,-1 4 0,-1 0 0,-1 1 0,1-1 0,-1 0 0,0 1 0,0-1 0,-1 0 0,1 1 0,-1-1 0,-1 1 0,1-1 0,-1 1 0,0-1 0,-3-5 0,-1-1 20,0 0 0,-2 1 0,1-1 0,-1 2 0,-16-18 0,17 22-169,1 0 1,-1 0-1,0 1 1,0 0-1,0 1 1,-1-1-1,0 1 1,0 1-1,-15-6 1,2 5-6678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0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0 24575,'1'1'0,"0"0"0,0 0 0,0 0 0,0 0 0,0 1 0,0-1 0,0 0 0,0 0 0,0 1 0,-1-1 0,1 1 0,-1-1 0,1 0 0,-1 1 0,1-1 0,-1 1 0,0-1 0,0 1 0,0-1 0,0 2 0,0-1 0,-1-1 0,1 0 0,-1 0 0,1 0 0,-1 0 0,0-1 0,1 1 0,-1 0 0,0 0 0,0 0 0,0-1 0,0 1 0,0 0 0,0-1 0,0 1 0,0 0 0,0-1 0,0 0 0,0 1 0,0-1 0,0 1 0,0-1 0,0 0 0,0 0 0,-1 0 0,-1 0 0,-28 2 0,-1-1 0,-44-4 0,55 1 0,0 0 0,-1-2 0,-20-6 0,39 9-195,1 0 0,-1 0 0,1 0 0,-1 0 0,1 0 0,-4-3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0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24575,'0'0'0,"0"0"0,0 0 0,0-1 0,0 1 0,0 0 0,0 0 0,0 0 0,0 0 0,0 0 0,0 0 0,0 0 0,0 0 0,0 0 0,0 0 0,0 0 0,0 0 0,0 0 0,0-1 0,0 1 0,0 0 0,0 0 0,0 0 0,0 0 0,0 0 0,0 0 0,0 0 0,0 0 0,0 0 0,0 0 0,0 0 0,0 0 0,0 0 0,0 0 0,0 0 0,0 0 0,1 0 0,-1 0 0,0 0 0,0 0 0,0-1 0,0 1 0,0 0 0,0 0 0,0 0 0,0 0 0,0 0 0,0 0 0,0 0 0,0 0 0,0 0 0,0 0 0,1 0 0,-1 0 0,0 1 0,0-1 0,0 0 0,0 0 0,0 0 0,0 0 0,0 0 0,0 0 0,0 0 0,0 0 0,0 0 0,0 0 0,0 0 0,0 0 0,6 6 0,4 10 0,62 131 0,-13-23 0,-25-49 0,-22-41 130,-5-10-1625,-3-14-5331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24575,'25'24'0,"1"-2"0,51 35 0,-74-55 0,0 0 0,0 0 0,1 0 0,-1-1 0,0 1 0,1-1 0,-1 0 0,1 0 0,0 0 0,-1-1 0,6 1 0,-8-1 0,1 0 0,0 0 0,0-1 0,-1 1 0,1 0 0,0-1 0,-1 0 0,1 1 0,-1-1 0,1 0 0,-1 0 0,1 0 0,-1 0 0,1 0 0,-1 0 0,0 0 0,1 0 0,-1 0 0,0-1 0,0 1 0,0 0 0,0-1 0,0 1 0,0-1 0,0-2 0,3-7 0,0 0 0,-1-1 0,-1 1 0,0-1 0,0 1 0,-1-1 0,-1-20 0,1-10 0,-1 41 0,0 0 0,0 0 0,0 0 0,0 0 0,0 0 0,0 0 0,1 0 0,-1 0 0,0 0 0,0 1 0,1-1 0,-1 0 0,1 0 0,-1 0 0,1 0 0,-1 1 0,1-1 0,-1 0 0,1 0 0,0 1 0,-1-1 0,1 1 0,0-1 0,1 0 0,-1 1 0,0-1 0,0 1 0,0 0 0,1 0 0,-1 0 0,0 0 0,0 0 0,1 0 0,-1 0 0,0 1 0,0-1 0,0 0 0,0 1 0,1-1 0,-1 1 0,1 0 0,5 3 0,0 0 0,0 1 0,-1 0 0,8 7 0,93 92 0,-105-102-83,15 18 297,-17-20-279,1 1 0,-1 0 0,1 0 0,-1-1 0,1 1 0,-1 0 0,0 0-1,1 0 1,-1 0 0,0 0 0,0 0 0,1 0 0,-1 0 0,0 0 0,0 0 0,0 0 0,0-1 0,0 1 0,0 0 0,-1 0 0,1 0 0,-1 1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42 24575,'-29'-7'0,"-11"-4"0,-2 2 0,3 1 0,7 2 0,7 5 0,7 3 0,3 3 0,2 1 0,0-1 0,3 0-8191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13 24575,'-29'-3'0,"-11"0"0,-2-1 0,4 2 0,5 2 0,4 3 0,6 2 0,5 1 0,5-1-8191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2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24575,'10'32'0,"8"23"0,45 95 0,-27-77 0,29 51 0,-62-119-170,0 0-1,0 1 0,-1-1 1,1 1-1,-1 0 0,0 0 1,2 11-1,-3-5-6655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4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24575,'33'1'0,"1"1"0,-1 1 0,0 3 0,0 0 0,42 15 0,-58-16 0,31 10 0,77 36 0,-121-50 0,-1 1 0,0 0 0,0 0 0,0 0 0,-1 0 0,1 0 0,-1 1 0,5 3 0,-7-5 0,1 0 0,-1 0 0,1 0 0,-1-1 0,0 1 0,1 0 0,-1 0 0,0 0 0,0 0 0,1 0 0,-1 0 0,0 0 0,0 0 0,0-1 0,0 1 0,0 0 0,0 0 0,-1 0 0,1 0 0,0 0 0,0 0 0,-1 0 0,1 0 0,0-1 0,-1 1 0,1 0 0,-1 0 0,1 0 0,-1-1 0,1 1 0,-1 0 0,0-1 0,1 1 0,-1 0 0,0-1 0,0 1 0,0 0 0,-3 2 0,0-1 0,-1 1 0,1-1 0,-1 1 0,1-1 0,-1-1 0,-8 3 0,-38 6 0,34-8 0,8 0 0,-2-1 0,0 1 0,-20 7 0,29-9 0,1 1 0,-1-1 0,0 1 0,0 0 0,1-1 0,-1 1 0,1 0 0,-1 0 0,0 0 0,1 1 0,0-1 0,-1 0 0,1 0 0,0 1 0,0-1 0,0 1 0,0-1 0,0 1 0,0 0 0,0-1 0,0 1 0,0 0 0,1-1 0,-1 4 0,1-4 0,0 1 0,0-1 0,0 0 0,1 1 0,-1-1 0,1 0 0,-1 1 0,1-1 0,-1 0 0,1 0 0,0 1 0,-1-1 0,1 0 0,0 0 0,0 0 0,0 0 0,0 0 0,0 0 0,2 2 0,26 15 0,-21-13 0,85 39 0,-68-33 0,0 0 0,46 30 0,-70-40 0,0-1 0,0 1 0,0 0 0,0-1 0,0 1 0,0 0 0,0 0 0,0 0 0,-1 0 0,1 0 0,0 0 0,0 0 0,-1 0 0,1 0 0,-1 0 0,1 1 0,-1-1 0,1 0 0,-1 0 0,0 1 0,0-1 0,1 0 0,-1 0 0,0 1 0,0 0 0,-1 0 0,0-1 0,1 1 0,-1-1 0,0 1 0,0-1 0,0 0 0,0 1 0,0-1 0,0 0 0,0 0 0,0 0 0,-1 0 0,1 0 0,0 0 0,-1 0 0,1 0 0,-1 0 0,-2 1 0,-7 2 0,0 0 0,-1 0 0,1-1 0,-1-1 0,1 0 0,-17 1 0,-73-3 0,56-1 0,-7 0-1365,38 1-5461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 24575,'0'0'0,"0"-1"0,-1 1 0,1 0 0,0 0 0,-1 0 0,1 0 0,-1-1 0,1 1 0,0 0 0,-1 0 0,1 0 0,0 0 0,-1 0 0,1 0 0,-1 0 0,1 0 0,0 0 0,-1 0 0,1 0 0,-1 0 0,1 0 0,0 0 0,-1 0 0,1 0 0,-1 1 0,1-1 0,0 0 0,-1 1 0,1-1 0,-1 1 0,1-1 0,0 1 0,-1 0 0,1-1 0,0 1 0,0 0 0,0-1 0,-1 1 0,1 0 0,0-1 0,0 1 0,0 0 0,1 1 0,5 28 0,-5-28 0,2 10 0,-2-6 0,0 0 0,1-1 0,0 1 0,0-1 0,0 1 0,0-1 0,1 0 0,0 0 0,5 7 0,-7-12 0,0 1 0,-1-1 0,1 1 0,0-1 0,0 0 0,0 1 0,0-1 0,-1 0 0,1 0 0,0 1 0,0-1 0,0 0 0,0 0 0,0 0 0,0 0 0,0 0 0,-1 0 0,1 0 0,0 0 0,0-1 0,0 1 0,0 0 0,0-1 0,0 1 0,-1 0 0,1-1 0,0 1 0,0-1 0,-1 1 0,1-1 0,0 1 0,0-2 0,4-2 0,0-1 0,0 0 0,5-7 0,-3 3 0,-2 4 0,0-1 0,1 1 0,-1 0 0,1 0 0,0 1 0,1 0 0,-1 0 0,1 0 0,13-4 0,-16 6 0,0 1 0,0 0 0,0 1 0,0-1 0,0 1 0,1 0 0,-1 0 0,0 0 0,0 1 0,0-1 0,0 1 0,0 0 0,0 0 0,0 0 0,0 1 0,0-1 0,0 1 0,-1 0 0,7 4 0,-4-1 0,1 0 0,0 1 0,-1 0 0,0 0 0,-1 0 0,8 10 0,-3 0 0,14 30 0,-17-34-1365,-1-3-5461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45 24575,'-21'-8'0,"-9"-2"0,-2 0 0,1 2 0,4 3 0,4 1 0,3 5 0,2 1 0,3 2 0,0-1 0,0-1 0,0 0 0,1-1 0,-1-1 0,3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30 24575,'-31'-5'0,"-13"-2"0,-1 1 0,1 0 0,6 3 0,9 0-8191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7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24575,'19'-36'0,"-16"27"0,2 1 0,9-16 0,-12 22 0,0-1 0,0 1 0,0 0 0,0 0 0,1-1 0,-1 2 0,1-1 0,0 0 0,-1 0 0,1 1 0,0 0 0,5-3 0,-1 3 0,-1-1 0,1 1 0,0 1 0,-1-1 0,1 1 0,0 0 0,0 0 0,-1 1 0,1 0 0,6 2 0,10 3 0,33 14 0,-35-12 0,7 3 0,44 24 0,-62-29 0,0 0 0,-1 1 0,1 0 0,-1 0 0,-1 1 0,1 0 0,9 13 0,-16-19 0,-1 0 0,0 0 0,1 0 0,-1 0 0,0 0 0,0 0 0,0 0 0,0 0 0,-1 1 0,1-1 0,0 0 0,-1 1 0,0-1 0,0 0 0,1 1 0,-1-1 0,-1 0 0,1 1 0,0-1 0,-1 5 0,-1-5 0,1 1 0,0-1 0,-1 1 0,1-1 0,-1 0 0,0 0 0,0 0 0,0 0 0,0 0 0,0 0 0,0 0 0,0 0 0,-1-1 0,1 1 0,-1-1 0,1 0 0,-4 1 0,-21 7 0,-10 3 0,35-11 0,0 0 0,0 0 0,0 0 0,0 0 0,1 0 0,-1 0 0,0 0 0,1 1 0,-1-1 0,1 1 0,-1-1 0,1 1 0,-2 3 0,2-4 0,1 1 0,-1 0 0,1-1 0,0 1 0,0-1 0,0 1 0,0 0 0,0-1 0,0 1 0,0 0 0,1-1 0,-1 1 0,1-1 0,-1 1 0,1-1 0,-1 1 0,1-1 0,0 1 0,0-1 0,0 0 0,0 1 0,1 1 0,4 4 0,0 0 0,10 9 0,-14-14 0,34 28 0,-25-21 0,1 0 0,-2 1 0,18 19 0,-28-28 0,1 0 0,-1-1 0,1 1 0,0 0 0,-1-1 0,0 1 0,1 0 0,-1 0 0,1-1 0,-1 1 0,0 0 0,0 0 0,1 0 0,-1 0 0,0 0 0,0-1 0,0 1 0,0 0 0,0 0 0,0 0 0,0 0 0,0 0 0,0 0 0,-1-1 0,1 1 0,0 0 0,0 0 0,-1 0 0,1-1 0,-1 1 0,1 0 0,0 0 0,-1-1 0,0 1 0,1 0 0,-1-1 0,1 1 0,-1 0 0,0-1 0,1 1 0,-1-1 0,0 1 0,0-1 0,1 0 0,-1 1 0,0-1 0,0 0 0,-1 1 0,-5 2 0,-1-1 0,1 0 0,-1-1 0,-9 2 0,16-3 0,-42 4-312,-54-3 0,81-1-429,-7 0-6085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9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15 24575,'36'14'0,"6"2"0,52 29 0,-72-33 0,0 1 0,-2 1 0,0 1 0,0 0 0,-2 2 0,20 20 0,-35-32 0,1-1 0,-1 1 0,1 1 0,-1-1 0,-1 0 0,1 1 0,-1-1 0,0 1 0,0 0 0,-1 0 0,0-1 0,0 1 0,1 9 0,-2-11 0,-1-1 0,1 0 0,0 0 0,-1 1 0,0-1 0,0 0 0,0 0 0,0 0 0,0 0 0,0 0 0,-1 0 0,1-1 0,-1 1 0,0 0 0,0-1 0,0 1 0,0-1 0,-1 0 0,1 1 0,-1-1 0,1 0 0,-1-1 0,0 1 0,1 0 0,-1-1 0,-5 3 0,-2-1 0,0 0 0,-1 0 0,1-1 0,-1-1 0,1 1 0,-1-2 0,1 1 0,-1-2 0,-13-1 0,8 0 0,1-1 0,0 0 0,-1-1 0,2-1 0,-25-11 0,26 9 0,0 0 0,1-1 0,0-1 0,0 1 0,1-2 0,0 0 0,1 0 0,0-1 0,0 0 0,1-1 0,-13-22 0,19 27 0,0-1 0,1 1 0,-1-1 0,1 0 0,1 1 0,-1-1 0,2 0 0,-1 0 0,1-13 0,1 10 0,0 0 0,0 0 0,1 0 0,0 0 0,1 0 0,6-13 0,-8 22-97,-1 0-1,1 0 1,1 0-1,-1 0 1,0 0-1,0 0 1,1 0-1,-1 0 1,1 0-1,-1 1 1,1-1-1,0 1 0,3-3 1,3 0-6729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34 24575,'14'9'0,"32"24"0,-41-29 0,-1-1 0,0 1 0,0 1 0,0-1 0,-1 0 0,0 1 0,5 7 0,-8-11 0,1 0 0,-1 0 0,1 0 0,-1 0 0,1 0 0,-1 0 0,0 0 0,1 0 0,-1 1 0,0-1 0,0 0 0,0 0 0,0 0 0,0 0 0,0 0 0,0 1 0,0-1 0,-1 0 0,1 0 0,0 0 0,-1 0 0,0 1 0,0-1 0,0 1 0,0-1 0,0 0 0,0 0 0,0 0 0,0 0 0,0-1 0,-1 1 0,1 0 0,0 0 0,-1-1 0,1 1 0,0-1 0,-3 1 0,-6 1 0,0-1 0,1 0 0,-1 0 0,-11-2 0,14 1 0,-17 0 0,1-2 0,0-1 0,-1 0 0,-22-8 0,33 7 0,-1 0 0,1-2 0,0 1 0,0-2 0,1 0 0,-1 0 0,-20-17 0,32 23 0,-1 0 0,1 0 0,0 0 0,0 0 0,0-1 0,0 1 0,0 0 0,0 0 0,0-1 0,0 1 0,0-1 0,1 1 0,-1-1 0,0 1 0,1-1 0,-1 1 0,1-1 0,0 1 0,0-1 0,-1 0 0,1 1 0,0-1 0,0 1 0,1-1 0,-1 0 0,0 1 0,0-1 0,1-2 0,1 2 0,-1 0 0,0 0 0,0 1 0,1-1 0,-1 0 0,1 0 0,-1 1 0,1-1 0,0 1 0,0 0 0,0-1 0,0 1 0,0 0 0,0 0 0,0 0 0,0 0 0,0 0 0,0 1 0,4-1 0,11-2-170,-1 2-1,1 0 0,0 1 1,0 1-1,-1 0 0,1 1 1,20 6-1,-22-5-6655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24575,'102'219'0,"7"13"0,-72-156-1365,-31-65-5461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32 24575,'-29'-2'0,"-11"-4"0,-5-1 0,3 1 0,6 2 0,7 0 0,5 3 0,5 0 0,2 1 0,2 0 0,1 0 0,3 0-8191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1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24575,'22'26'0,"0"1"0,33 53 0,-31-42 0,189 248 0,-199-267 0,6 10 0,-18-27 0,0 0 0,-1-1 0,1 1 0,0 0 0,0-1 0,0 1 0,0-1 0,0 0 0,0 0 0,4 2 0,-6-3 0,1 0 0,-1 0 0,0 0 0,1 0 0,-1 1 0,1-1 0,-1 0 0,0 0 0,1 0 0,-1 0 0,1 0 0,-1 0 0,1 0 0,-1-1 0,0 1 0,1 0 0,-1 0 0,1 0 0,-1 0 0,0 0 0,1-1 0,-1 1 0,0 0 0,1 0 0,-1-1 0,0 1 0,1 0 0,-1-1 0,1 1 0,2-14 0,-6-15 0,-7-1 0,8 24 0,0 0 0,0 1 0,0-1 0,1 0 0,-1-10 0,2 16 0,0 0 0,0 0 0,0-1 0,0 1 0,0 0 0,0 0 0,0 0 0,0 0 0,0 0 0,0 0 0,0 0 0,0 0 0,0 0 0,0 0 0,0 0 0,0 0 0,0-1 0,0 1 0,0 0 0,1 0 0,-1 0 0,0 0 0,0 0 0,0 0 0,0 0 0,0 0 0,0 0 0,0 0 0,0 0 0,0 0 0,0 0 0,0 0 0,0 0 0,1 0 0,-1 0 0,0 0 0,0 0 0,0 0 0,0 0 0,0 0 0,0 0 0,0 0 0,0 0 0,0 0 0,0 0 0,1 0 0,-1 0 0,0 0 0,0 0 0,0 0 0,7 4 0,7 7 0,-13-10 0,16 13 0,2-1 0,0 0 0,0-1 0,1-1 0,0-1 0,1-1 0,0-1 0,0-1 0,27 6 0,-35-10 0,1-1 0,-1 0 0,1-1 0,-1 0 0,1-1 0,0-1 0,-1 0 0,1-1 0,-1 0 0,1-1 0,-1-1 0,0 0 0,0-1 0,-1 0 0,1-1 0,17-11 0,-26 14 0,0 0 0,0-1 0,0 1 0,0-1 0,-1 0 0,1 0 0,-1 0 0,0-1 0,0 1 0,-1-1 0,1 0 0,-1 0 0,0 0 0,-1 0 0,3-10 0,-3 8 0,0 1 0,0-1 0,-1 0 0,0 0 0,0 0 0,-1 0 0,0 0 0,0 0 0,-1 0 0,1 1 0,-6-13 0,5 16 0,1 1 0,0 0 0,-1-1 0,1 1 0,-1 0 0,0 0 0,0 0 0,0 0 0,0 0 0,0 1 0,0-1 0,0 1 0,-1-1 0,1 1 0,-5-2 0,6 2 0,-1 1 0,1-1 0,-1 1 0,1 0 0,-1-1 0,1 1 0,-1 0 0,1 0 0,-1 0 0,1 0 0,-1 0 0,1 0 0,-1 1 0,1-1 0,0 0 0,-1 1 0,1-1 0,-1 1 0,1 0 0,0-1 0,-1 1 0,1 0 0,0 0 0,0 0 0,0 0 0,0 0 0,0 0 0,0 0 0,-2 2 0,0 1 0,1 0 0,-1 1 0,1-1 0,0 0 0,0 1 0,0-1 0,1 1 0,0 0 0,0-1 0,0 1 0,0 0 0,1 0 0,-1-1 0,2 10 0,0-8 0,0 0 0,0 0 0,1 0 0,0 0 0,0 0 0,1 0 0,0-1 0,0 1 0,0-1 0,6 8 0,-3-6 0,0 0 0,0-1 0,0 0 0,1 0 0,0-1 0,0 1 0,0-1 0,0-1 0,1 0 0,0 0 0,0 0 0,0-1 0,1 0 0,-1-1 0,1 0 0,12 2 0,1-3 0,0-1 0,0-1 0,0 0 0,42-10 0,-51 8 0,-1 0 0,0-2 0,0 1 0,0-2 0,0 1 0,-1-1 0,0-1 0,-1 0 0,19-17 0,-26 22 0,-1-1 0,0 1 0,0-1 0,0 0 0,-1 0 0,1 0 0,-1 0 0,0 0 0,1 0 0,-1 0 0,-1-1 0,1 1 0,0 0 0,-1-1 0,0 1 0,1 0 0,-1-1 0,-1 1 0,1 0 0,0-1 0,-2-5 0,-1-1 0,0 0 0,0 0 0,-1 1 0,0-1 0,-10-15 0,11 19-151,-1 1-1,0 0 0,0 0 0,0 0 1,0 1-1,-1-1 0,0 1 1,-9-6-1,2 3-6674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24575,'5'15'0,"1"0"0,1 0 0,1-1 0,0 0 0,1-1 0,0 0 0,1 0 0,17 16 0,-14-14 0,-5-6 0,-1-1 0,19 15 0,-25-21 0,1-1 0,0 1 0,0-1 0,0 0 0,0 0 0,0 0 0,0 0 0,1 0 0,-1 0 0,0-1 0,0 1 0,1-1 0,-1 0 0,0 1 0,1-1 0,-1 0 0,0 0 0,1-1 0,-1 1 0,3-1 0,-3 0 0,-1 1 0,1-1 0,-1 0 0,1 0 0,-1 0 0,0 0 0,1-1 0,-1 1 0,0 0 0,0 0 0,0-1 0,0 1 0,0-1 0,0 1 0,0-1 0,-1 1 0,1-1 0,-1 1 0,1-1 0,-1 0 0,1 1 0,-1-1 0,0 0 0,0-2 0,1-7 0,0 0 0,-2-18 0,0 15 0,0 5 0,1 7 0,-1-1 0,1 1 0,0-1 0,0 0 0,0 1 0,0-1 0,0 1 0,1-1 0,-1 0 0,1 1 0,-1-1 0,1 1 0,0 0 0,2-4 0,-3 6 0,1-1 0,-1 1 0,1 0 0,0-1 0,-1 1 0,1 0 0,-1 0 0,1 0 0,-1 0 0,1 0 0,0-1 0,-1 1 0,1 0 0,-1 0 0,1 0 0,-1 0 0,1 1 0,0-1 0,-1 0 0,1 0 0,-1 0 0,1 0 0,-1 1 0,1-1 0,-1 0 0,1 0 0,-1 1 0,2 0 0,15 12 0,-13-9 0,23 17 0,-11-6 0,34 21 0,-45-33 0,0 0 0,1 0 0,-1-1 0,0 1 0,1-1 0,0-1 0,-1 1 0,1-1 0,0 0 0,0 0 0,9-1 0,-11 0 0,0-1 0,0 0 0,0 0 0,-1 0 0,1-1 0,0 1 0,-1-1 0,1 0 0,-1 0 0,0 0 0,1 0 0,-1-1 0,0 1 0,-1-1 0,1 0 0,0 0 0,-1 0 0,1 0 0,-1 0 0,0-1 0,0 1 0,2-8 0,0 4 0,-1-1 0,0 0 0,-1 0 0,0 0 0,0 0 0,-1-1 0,0 1 0,0 0 0,-1-16 0,0 22 5,0 0-1,-1 0 1,1 0 0,0 0-1,-1 0 1,0 0-1,1 0 1,-1 1-1,0-1 1,0 0-1,0 0 1,0 1 0,0-1-1,-1 0 1,1 1-1,0-1 1,-1 1-1,1 0 1,-1-1 0,-2 0-1,-1-1-149,-1 0-1,1 1 1,-1 0 0,0 1-1,-8-3 1,6 3-444,-7-3-6237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24575,'13'20'0,"6"11"0,4 1 0,-3-2 0,-5-3 0,-5-4 0,-3-5-8191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24575,'11'2'0,"5"4"0,1 4 0,-1 2 0,-2-1-8191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3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29 24575,'-2'-3'0,"-1"-1"0,0 1 0,0 0 0,0 0 0,0 0 0,-5-3 0,7 5 0,0 1 0,1-1 0,-1 1 0,0 0 0,0-1 0,1 1 0,-1 0 0,0 0 0,0 0 0,1-1 0,-1 1 0,0 0 0,0 0 0,0 0 0,1 0 0,-1 0 0,0 1 0,0-1 0,0 0 0,1 0 0,-1 0 0,0 1 0,0-1 0,1 0 0,-1 1 0,0-1 0,1 0 0,-1 1 0,0-1 0,1 1 0,-1-1 0,1 1 0,-1 0 0,1-1 0,-1 1 0,1 0 0,-1-1 0,1 1 0,-1 0 0,1-1 0,-1 3 0,-1 1 0,1 1 0,-1 0 0,1 0 0,0 1 0,0-1 0,0 0 0,1 0 0,0 0 0,0 1 0,0-1 0,0 0 0,1 0 0,1 6 0,2 5 0,0-1 0,1 0 0,8 15 0,-6-16 0,2 0 0,-1 0 0,2-2 0,0 1 0,14 13 0,-13-13 0,-10-12 0,0-1 0,0 1 0,-1 0 0,1 0 0,0 0 0,0 0 0,-1 1 0,1-1 0,0 0 0,-1 0 0,1 0 0,-1 0 0,0 1 0,1-1 0,-1 0 0,0 0 0,0 3 0,0-3 0,-1-1 0,1 1 0,0 0 0,-1 0 0,0-1 0,1 1 0,-1-1 0,1 1 0,-1 0 0,0-1 0,1 1 0,-1-1 0,0 0 0,0 1 0,1-1 0,-1 0 0,0 1 0,0-1 0,0 0 0,1 0 0,-1 0 0,0 1 0,0-1 0,0 0 0,0 0 0,0 0 0,0-1 0,-4 2 0,0-1 0,1 0 0,-1 0 0,1 0 0,-1 0 0,1-1 0,-1 0 0,1 0 0,-1 0 0,1 0 0,-1-1 0,-4-2 0,9 4 0,0 0 0,0 0 0,0 0 0,0-1 0,-1 1 0,1 0 0,0 0 0,0 0 0,0 0 0,0 0 0,0 0 0,0 0 0,0 0 0,0 0 0,0 0 0,0 0 0,0 0 0,0 0 0,0 0 0,0 0 0,0-1 0,0 1 0,0 0 0,0 0 0,0 0 0,0 0 0,0 0 0,0 0 0,0 0 0,0 0 0,0 0 0,0 0 0,0 0 0,0 0 0,0-1 0,0 1 0,0 0 0,0 0 0,0 0 0,0 0 0,0 0 0,0 0 0,0 0 0,0 0 0,0 0 0,1 0 0,-1 0 0,0 0 0,0 0 0,0 0 0,0 0 0,0 0 0,0 0 0,0 0 0,0 0 0,0 0 0,0 0 0,0-1 0,8-1 0,9 0 0,134-12 0,-107 11 0,0-1 0,-1-2 0,84-23 0,-114 25 0,0-1 0,-1 1 0,0-2 0,12-7 0,-21 12 0,0-1 0,0 0 0,-1 0 0,1 0 0,0 0 0,-1-1 0,0 1 0,0-1 0,0 1 0,0-1 0,0 0 0,0 0 0,0 0 0,-1 0 0,0 0 0,1 0 0,-1 0 0,-1-1 0,1 1 0,0 0 0,0-5 0,-1 7 0,0-1 0,0 0 0,-1 1 0,1-1 0,0 0 0,-1 0 0,1 1 0,-1-1 0,1 1 0,-1-1 0,0 0 0,1 1 0,-1-1 0,0 1 0,0 0 0,0-1 0,-1 1 0,0-2 0,0 1 0,-1 1 0,1-1 0,-1 1 0,1-1 0,-1 1 0,1 0 0,-1 0 0,0 0 0,1 0 0,-5-1 0,3 2 0,-1-1 0,1 1 0,-1-1 0,1 1 0,0 0 0,-1 1 0,1-1 0,0 1 0,-1 0 0,1 0 0,0 0 0,0 1 0,0-1 0,-6 4 0,6-2 0,1 0 0,-1 1 0,1-1 0,-1 1 0,1 0 0,0 0 0,1 0 0,-1 0 0,1 0 0,0 1 0,0-1 0,0 1 0,0 0 0,1-1 0,0 1 0,0 0 0,0 0 0,0 0 0,1 0 0,0 0 0,0-1 0,1 1 0,-1 0 0,1 0 0,0 0 0,0 0 0,0-1 0,1 1 0,0 0 0,0-1 0,3 6 0,-1-5 0,1 0 0,-1 0 0,1 0 0,0-1 0,0 0 0,1 0 0,-1-1 0,1 1 0,0-1 0,7 3 0,11 3 0,28 8 0,41 5-1365,-80-19-5461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8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 24575,'-5'-3'0,"7"11"0,8 10 0,12 14 0,1-2 0,2-1 0,44 41 0,96 67 0,-148-124 0,-11-7 0,1 0 0,0-1 0,1 0 0,9 5 0,-17-10-25,1 0 0,-1 0-1,0 1 1,0-1 0,0 0 0,0 0-1,0 0 1,0 0 0,1 0-1,-1 0 1,0 0 0,0 0 0,0 0-1,0 0 1,1 0 0,-1 0-1,0 1 1,0-1 0,0 0 0,0 0-1,0 0 1,1 0 0,-1 0-1,0 0 1,0-1 0,0 1 0,0 0-1,1 0 1,-1 0 0,0 0 0,0 0-1,0 0 1,0 0 0,0 0-1,1 0 1,-1 0 0,0 0 0,0 0-1,0-1 1,0 1 0,0 0-1,0 0 1,0 0 0,1 0 0,-1 0-1,0-1 1,0 1 0,0 0-1,0 0 1,0 0 0,0 0 0,0 0-1,0-1 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8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 24575,'-5'2'0,"-1"0"0,1 1 0,0 0 0,0 0 0,0 0 0,0 0 0,0 1 0,1 0 0,0 0 0,0 0 0,-6 8 0,-2 5 0,1 0 0,-9 20 0,-7 10 0,20-37-124,1 0 0,-2 0 0,1-1 0,-2 0 0,1 0 0,-1-1-1,0 0 1,-1-1 0,0 0 0,-10 6 0,10-8-6702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9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94 24575,'-51'-22'0,"-55"-21"0,84 36 0,0 0 0,0 2 0,-23-3 0,40 7 0,1 0 0,-1 1 0,1 0 0,-1 0 0,1 1 0,-1-1 0,-6 2 0,9-1 0,1-1 0,-1 1 0,1 0 0,0-1 0,-1 1 0,1 0 0,0 0 0,0 0 0,-1 0 0,1 0 0,0 0 0,0 0 0,0 0 0,0 0 0,0 0 0,1 1 0,-1-1 0,0 0 0,0 1 0,1-1 0,-1 1 0,1-1 0,-1 1 0,1-1 0,-1 3 0,1 6 0,0-1 0,0 1 0,0-1 0,1 1 0,1-1 0,0 0 0,0 0 0,0 0 0,1 0 0,1 0 0,7 15 0,7 7 0,39 52 0,-33-49 0,9 12 0,-5-10 0,-3 2 0,-1 0 0,27 59 0,-43-71 0,0-1 0,-2 2 0,-1-1 0,1 28 0,-5-43 0,-1-8 0,0 1 0,1 0 0,0 0 0,-1 0 0,1 0 0,2 3 0,-2-5 0,-1-1 0,1 0 0,0 0 0,0 0 0,0 0 0,0 0 0,-1 0 0,2 0 0,-1 0 0,0 0 0,0 0 0,0-1 0,0 1 0,0 0 0,1-1 0,-1 1 0,0-1 0,1 1 0,-1-1 0,0 0 0,3 1 0,8 1 0,2-1 0,-1-1 0,0 0 0,0 0 0,0-2 0,14-2 0,6-3 0,37-14 0,-66 20-76,1-1 1,0 0-1,0 0 0,-1 0 0,1 0 0,-1-1 0,0 0 0,0 1 1,0-2-1,0 1 0,0 0 0,-1-1 0,1 0 0,-1 0 1,0 0-1,0 0 0,3-8 0,-1 0-6750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24575,'0'3'0,"1"0"0,-1 0 0,1 0 0,-1 0 0,1-1 0,0 1 0,0 0 0,0 0 0,0-1 0,1 1 0,-1-1 0,1 1 0,0-1 0,-1 0 0,1 1 0,0-1 0,0 0 0,1 0 0,-1 0 0,0-1 0,1 1 0,3 2 0,0-1 0,0 0 0,0-1 0,1 1 0,-1-1 0,0 0 0,1-1 0,0 1 0,11-1 0,-13 0 0,1-1 0,-1 0 0,0-1 0,1 1 0,-1-1 0,0 0 0,0-1 0,0 1 0,0-1 0,5-2 0,-7 2 0,1 0 0,-1 0 0,-1 0 0,1 0 0,0-1 0,-1 1 0,1-1 0,-1 0 0,0 1 0,1-1 0,-2 0 0,1 0 0,0-1 0,0 1 0,1-7 0,-1 5 0,-1 1 0,0 1 0,1-1 0,-1 0 0,1 1 0,0-1 0,4-5 0,-5 8 0,0 0 0,0 0 0,0 0 0,0 0 0,0 1 0,0-1 0,1 0 0,-1 1 0,0-1 0,0 1 0,1-1 0,-1 1 0,0 0 0,0 0 0,1-1 0,-1 1 0,0 0 0,1 0 0,-1 0 0,0 1 0,1-1 0,-1 0 0,0 0 0,1 1 0,0 0 0,14 4 26,-1 1-1,-1 0 1,1 2-1,14 9 1,30 14-1519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24575,'15'-10'0,"63"-38"0,-70 44 0,0 0 0,1 0 0,-1 1 0,1 0 0,-1 1 0,1 0 0,17-1 0,-20 3 0,-1 0 0,1 1 0,-1 0 0,0 0 0,1 0 0,-1 1 0,0 0 0,0 0 0,0 0 0,0 1 0,0-1 0,-1 1 0,6 4 0,2 3 0,0 1 0,-1-1 0,14 17 0,-17-17 0,-1 1 0,0 0 0,-1 0 0,0 0 0,-1 0 0,0 1 0,-1 0 0,0 0 0,-1 0 0,0 1 0,1 13 0,0 19 0,-3 80 0,-2-73 0,1 196 0,0-244 11,0-1 0,-1 1 0,1-1 0,0 0 0,-1 1 0,0-1-1,0 0 1,0 0 0,0 0 0,-3 6 0,3-8-85,0 1-1,0-1 1,-1 1 0,1-1 0,0 1-1,-1-1 1,0 0 0,1 0 0,-1 0-1,0 0 1,1 0 0,-1 0 0,0 0-1,0-1 1,0 1 0,0-1 0,1 1-1,-1-1 1,-3 1 0,-7 0-6752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43 24575,'-18'-5'0,"-11"-2"0,-4 1 0,2 0 0,1 3 0,2 0 0,2 2 0,2 0 0,3 1 0,2 1 0,-1-1 0,1 0 0,3-2 0,2-1 0,3-3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1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64 24575,'-31'-8'0,"-15"-5"0,-6 0 0,2 2 0,4 2 0,4 4 0,7 2 0,9 1-8191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0 24575,'-6'13'0,"1"0"0,0 0 0,1 0 0,0 0 0,1 1 0,1 0 0,0-1 0,1 27 0,2-19 0,0-1 0,2 0 0,0 0 0,2 0 0,9 27 0,-8-30 0,15 49 0,-18-57 0,-1 1 0,-1-1 0,0 1 0,1 18 0,-2-27-6,-1 1 0,1-1 0,0 0 0,0 1-1,0-1 1,-1 0 0,1 0 0,-1 1 0,1-1-1,-1 0 1,1 0 0,-2 2 0,2-3 15,0 0-1,-1 1 1,1-1 0,0 0-1,-1 1 1,1-1 0,-1 0-1,1 0 1,0 1 0,-1-1 0,1 0-1,-1 0 1,1 0 0,-1 1-1,1-1 1,-1 0 0,1 0-1,-1 0 1,1 0 0,-1 0 0,1 0-1,-1 0 1,-1 0-83,1-1-1,0 1 1,-1-1 0,1 0 0,0 1-1,0-1 1,-1 0 0,1 0 0,0 0-1,0 1 1,0-1 0,0 0 0,0-1-1,0 1 1,0 0 0,1 0 0,-1 0-1,0 0 1,-1-3 0,-2-8-6752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0 24575,'-19'9'0,"-140"68"0,155-75 0,1 0 0,-1 1 0,1-1 0,-1 1 0,1 0 0,-4 5 0,6-7 0,1-1 0,-1 1 0,1-1 0,-1 1 0,1 0 0,0-1 0,-1 1 0,1 0 0,0 0 0,0-1 0,-1 1 0,1 0 0,0 0 0,0-1 0,0 1 0,0 0 0,0 0 0,0-1 0,0 1 0,0 0 0,0 0 0,0 0 0,1-1 0,-1 1 0,0 0 0,0 0 0,1-1 0,-1 1 0,0 0 0,1-1 0,-1 1 0,1 0 0,-1-1 0,1 1 0,-1-1 0,1 1 0,0-1 0,-1 1 0,1-1 0,-1 1 0,2 0 0,6 3 0,-1 0 0,0-1 0,1 1 0,0-1 0,0-1 0,0 1 0,13 1 0,62 3 0,-31-4 0,123 6-1365,-161-10-5461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688 51 24575,'62'-5'0,"0"-3"0,74-19 0,-133 27 0,0-1 0,0 0 0,0 0 0,-1-1 0,1 1 0,5-4 0,-46 14 0,4 0 0,0-2 0,-1-2 0,-44 2 0,-108-6 0,101-3 0,67 2 0,-224 9 0,220-6 0,0-1 0,-1 2 0,1 0 0,-33 11 0,45-12 0,9-3 0,0 0 0,0 0 0,0 1 0,0-1 0,0 1 0,0 0 0,1-1 0,-1 1 0,0 0 0,1 0 0,-1 0 0,0 0 0,-2 3 0,4-4 0,0 1 0,0-1 0,0 0 0,0 0 0,0 0 0,0 1 0,0-1 0,0 0 0,0 0 0,0 1 0,1-1 0,-1 0 0,0 0 0,0 1 0,0-1 0,0 0 0,0 0 0,0 0 0,1 1 0,-1-1 0,0 0 0,0 0 0,0 0 0,1 0 0,-1 0 0,0 1 0,0-1 0,0 0 0,1 0 0,-1 0 0,0 0 0,0 0 0,0 0 0,1 0 0,-1 0 0,0 0 0,0 0 0,1 0 0,-1 0 0,0 0 0,1 0 0,11 2 0,-11-2 0,60 4 0,40 5 0,-49-1 0,-1 2 0,0 3 0,-1 1 0,-1 3 0,64 30 0,-103-41 0,0-1 0,0 1 0,-1 1 0,0-1 0,0 2 0,15 15 0,-21-20 0,0 1 0,-1 0 0,1 0 0,-1 0 0,1 0 0,-1 0 0,-1 1 0,1-1 0,0 0 0,-1 1 0,0 0 0,0-1 0,-1 1 0,1-1 0,-1 1 0,0 0 0,0 0 0,0-1 0,-2 6 0,0 0 0,-1 0 0,-1 0 0,0 0 0,0-1 0,-1 0 0,0 0 0,-1 0 0,1 0 0,-13 12 0,-1 0 0,-1 0 0,-29 21 0,25-24 0,0-2 0,-2 0 0,1-2 0,-2 0 0,0-2 0,0-1 0,-1-1 0,-50 10 0,-143 37 0,218-56 0,1-1 0,0 1 0,-1 0 0,1 0 0,0 0 0,0 0 0,-1 1 0,1-1 0,0 0 0,0 1 0,-3 3 0,5-5 0,0 1 0,-1-1 0,1 0 0,0 1 0,-1-1 0,1 1 0,0-1 0,0 1 0,0-1 0,0 1 0,-1-1 0,1 1 0,0-1 0,0 1 0,0-1 0,0 1 0,0-1 0,0 1 0,0-1 0,0 1 0,0-1 0,0 1 0,1 0 0,0 0 0,-1 0 0,1 0 0,0 0 0,0-1 0,-1 1 0,1 0 0,0 0 0,0-1 0,0 1 0,0 0 0,0-1 0,0 1 0,0-1 0,0 1 0,2-1 0,9 4 0,0-2 0,0 0 0,0 0 0,0-1 0,1 0 0,-1-1 0,13-2 0,20 1 0,63 7 0,75-1 0,-75-10-48,152-3-1269,-229 8-5509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24575,'2'4'0,"-1"-1"0,0 0 0,1 0 0,-1 0 0,1 0 0,0 0 0,0 0 0,0 0 0,0 0 0,1-1 0,-1 1 0,4 2 0,-3-2 0,22 19 0,1-1 0,0-1 0,49 26 0,-52-32 0,60 34 0,34 21 0,-117-69-2,3 2-225,0 0 0,0 0 0,1 0-1,-1-1 1,6 3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0 24575,'-13'16'0,"-4"7"0,-2 3 0,0-1 0,3-2 0,1-2 0,4-2 0,1-2 0,2-1 0,0-1 0,1 0 0,0-3 0,0-1 0,-1 1 0,-1 0 0,-2 2 0,0-3-8191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5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338 106 24575,'-29'-20'0,"-1"2"0,0 1 0,-1 1 0,-36-12 0,61 26 0,0 1 0,0 0 0,0 0 0,-1 0 0,1 1 0,0 0 0,0 0 0,0 1 0,0-1 0,0 1 0,0 0 0,0 1 0,0 0 0,0 0 0,0 0 0,1 1 0,-7 3 0,9-4 0,1-1 0,-1 1 0,1 0 0,-1 0 0,1 0 0,0 0 0,0 1 0,0-1 0,0 1 0,0-1 0,0 1 0,1 0 0,-1 0 0,1-1 0,0 1 0,0 0 0,0 0 0,0 0 0,1 0 0,-1 1 0,1-1 0,0 0 0,-1 0 0,1 0 0,1 0 0,-1 0 0,0 0 0,1 1 0,0-1 0,0 0 0,0 0 0,0 0 0,0-1 0,3 6 0,7 12 0,2-1 0,0 0 0,1-1 0,29 29 0,7 9 0,-34-37 0,-1 1 0,-1 0 0,0 1 0,-2 1 0,-1 0 0,0 0 0,14 46 0,-12-3 0,4 11 0,-17-74 0,1-1 0,0 1 0,-1-1 0,1 1 0,0 0 0,0-1 0,0 1 0,0-1 0,0 0 0,1 1 0,-1-1 0,0 0 0,0 0 0,1 0 0,-1 0 0,1 0 0,-1 0 0,1 0 0,0 0 0,2 1 0,3 0 0,0-1 0,0 0 0,0 0 0,8 0 0,10 2 0,-10-1-170,0 0-1,0-1 0,0 0 1,0-1-1,0-1 0,0-1 1,18-3-1,-20 2-6655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6 24575,'0'0'0,"0"0"0,0 0 0,0-1 0,0 1 0,0 0 0,0 0 0,0-1 0,0 1 0,-1 0 0,1-1 0,0 1 0,0 0 0,0 0 0,-1 0 0,1-1 0,0 1 0,0 0 0,0 0 0,-1 0 0,1-1 0,0 1 0,0 0 0,-1 0 0,1 0 0,0 0 0,-1 0 0,1 0 0,0 0 0,-1 0 0,-2 7 0,1 15 0,9 24 0,1 0 0,22 68 0,-22-87 0,0 3 0,1-1 0,1 0 0,2-1 0,20 36 0,-30-61-136,0 0-1,0-1 1,0 1-1,0-1 1,1 1-1,-1-1 1,1 0-1,0 0 0,3 2 1,5 1-6690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6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24575,'-9'13'0,"-57"81"0,64-91 0,0 1 0,0 0 0,0 0 0,1-1 0,-1 1 0,1 0 0,0 0 0,0 0 0,1 0 0,-1 6 0,1-8 0,0-1 0,0 1 0,0 0 0,1 0 0,-1-1 0,1 1 0,-1 0 0,1-1 0,0 1 0,-1-1 0,1 1 0,0-1 0,0 1 0,0-1 0,0 0 0,0 1 0,1-1 0,-1 0 0,0 0 0,0 0 0,1 0 0,-1 0 0,1 0 0,-1 0 0,1 0 0,3 1 0,9 2 0,0 1 0,1-2 0,0 0 0,0-1 0,0 0 0,0-1 0,16-1 0,104-14 0,-134 14 0,36-8-1365,-23 4-5461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7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24575,'21'-8'0,"2"2"0,-1 0 0,1 2 0,0 0 0,0 2 0,0 0 0,33 3 0,-50-1 0,-1 1 0,1-1 0,0 2 0,-1-1 0,1 1 0,-1-1 0,10 6 0,-14-6 0,1 0 0,-1 0 0,1 0 0,-1 0 0,1 0 0,-1 1 0,0-1 0,0 0 0,0 1 0,0-1 0,0 1 0,0 0 0,0-1 0,0 1 0,0 0 0,-1-1 0,1 1 0,-1 0 0,1 0 0,-1 0 0,0 0 0,0-1 0,1 1 0,-1 0 0,-1 0 0,1 0 0,0 2 0,-4 17 0,-6 69 0,9-76 0,1 0 0,1 0 0,0 0 0,4 21 0,1-15 0,0 0 0,1-1 0,1 1 0,17 29 0,52 67 0,-53-82 0,-2 1 0,24 46 0,-44-77 0,-1 0 0,1 0 0,-1 1 0,0-1 0,0 0 0,0 0 0,-1 1 0,1-1 0,-1 0 0,0 1 0,0-1 0,-1 0 0,1 1 0,-1-1 0,-1 5 0,1-7 0,0 1 0,-1 0 0,1 0 0,0-1 0,-1 1 0,0-1 0,0 1 0,1-1 0,-1 0 0,-1 0 0,1 0 0,0 0 0,0 0 0,-1 0 0,1-1 0,-1 1 0,0-1 0,1 1 0,-1-1 0,0 0 0,0 0 0,0 0 0,-3 0 0,-5 0-113,-1 0 0,0 0 1,-15-2-1,16 1-801,-2 0-5912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7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 24575,'-2'-3'0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8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138 182 24575,'-6'-12'0,"-59"-121"0,62 128 0,0 0 0,-1 0 0,1 1 0,-6-7 0,8 10 0,1 1 0,-1-1 0,1 1 0,0 0 0,-1-1 0,1 1 0,-1-1 0,1 1 0,-1 0 0,1-1 0,-1 1 0,1 0 0,-1 0 0,1 0 0,-1-1 0,1 1 0,-1 0 0,0 0 0,1 0 0,-1 0 0,1 0 0,-1 0 0,1 0 0,-1 0 0,0 0 0,1 0 0,-1 0 0,1 0 0,-1 1 0,1-1 0,-1 0 0,0 0 0,1 1 0,-1-1 0,1 0 0,-1 0 0,1 1 0,0-1 0,-1 1 0,1-1 0,-1 0 0,1 1 0,0-1 0,-1 1 0,1-1 0,0 1 0,-1-1 0,1 1 0,0-1 0,0 1 0,0 0 0,-1-1 0,1 1 0,0-1 0,0 2 0,-5 15 0,1 1 0,0 0 0,1 0 0,1 1 0,1-1 0,0 1 0,4 27 0,-1-32 0,0 0 0,2 1 0,0-1 0,0 0 0,1 0 0,1-1 0,0 0 0,1 0 0,0 0 0,1-1 0,1 0 0,0 0 0,11 11 0,15 11 0,1-2 0,65 45 0,-33-27 0,-52-38 0,0 2 0,25 27 0,-37-37 0,-1 0 0,1 1 0,-1-1 0,0 1 0,0 0 0,-1 0 0,1 0 0,-1 0 0,0 0 0,0 0 0,-1 1 0,0-1 0,0 1 0,0-1 0,0 8 0,-1-11 0,-1 0 0,1 0 0,-1 0 0,1 0 0,-1 0 0,0 0 0,1 0 0,-1 0 0,0-1 0,0 1 0,0 0 0,-1 0 0,1-1 0,0 1 0,-1-1 0,1 0 0,0 1 0,-1-1 0,0 0 0,1 0 0,-1 0 0,0 0 0,0 0 0,0 0 0,1 0 0,-1 0 0,0-1 0,0 1 0,-2-1 0,-7 2 0,0 0 0,-1-1 0,1 0 0,-11-2 0,13 1 0,-11 0 0,0-1 0,1-1 0,-20-5 0,29 5 0,1-1 0,-1 0 0,1-1 0,0 1 0,0-2 0,0 1 0,1-2 0,-9-5 0,16 10 0,-1 0 0,1 0 0,0 0 0,0 0 0,-1 0 0,1 0 0,0 0 0,0 0 0,0-1 0,0 1 0,0 0 0,0-1 0,1 1 0,-1-1 0,0 1 0,1-1 0,-1 1 0,1-1 0,0 1 0,-1-1 0,1 1 0,0-1 0,0 0 0,0 1 0,0-1 0,0 0 0,0 1 0,1-1 0,-1 1 0,0-1 0,1 1 0,-1-1 0,1 1 0,0-1 0,-1 1 0,1-1 0,0 1 0,0 0 0,0-1 0,0 1 0,0 0 0,2-1 0,1-3 0,1 1 0,0 0 0,0 0 0,0 1 0,0-1 0,1 1 0,-1 0 0,1 1 0,10-4 0,-5 4-273,0 0 0,1 0 0,-1 1 0,16 1 0,-11 0-6553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11 24575,'0'0'0,"0"-1"0,0 1 0,0-1 0,-1 1 0,1-1 0,0 0 0,0 1 0,-1-1 0,1 1 0,0-1 0,-1 1 0,1 0 0,0-1 0,-1 1 0,1-1 0,-1 1 0,1 0 0,-1-1 0,1 1 0,-1 0 0,1-1 0,-1 1 0,1 0 0,-1 0 0,1 0 0,-1-1 0,0 1 0,1 0 0,-1 0 0,1 0 0,-1 0 0,1 0 0,-1 0 0,0 0 0,-22 3 0,19-1 0,0 0 0,0 0 0,0 1 0,1 0 0,-1-1 0,1 1 0,-1 1 0,1-1 0,0 0 0,0 1 0,0 0 0,1-1 0,-1 1 0,1 0 0,-3 6 0,0 2 0,0 0 0,0 1 0,1 0 0,-2 14 0,5-20 0,0 0 0,1-1 0,0 1 0,0 0 0,1 0 0,0-1 0,0 1 0,0 0 0,1-1 0,0 1 0,4 8 0,4 6 0,25 39 0,-16-29 0,10 15 0,-12-19 0,-1 0 0,-1 1 0,21 57 0,-34-80 0,16 63 0,-18-67 0,1 0 0,-1 0 0,0 0 0,1 0 0,-1 0 0,1 0 0,0 0 0,-1 0 0,1 0 0,0 0 0,-1 0 0,1-1 0,0 1 0,0 0 0,0 0 0,0-1 0,0 1 0,0-1 0,0 1 0,0-1 0,0 1 0,0-1 0,0 1 0,0-1 0,0 0 0,0 0 0,0 1 0,0-1 0,0 0 0,2 0 0,5 0 0,0 0 0,0-1 0,11-2 0,1 0 0,-3 3 30,-1 1-1,1 0 0,18 4 1,18 2-1513,-40-6-5343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24575,'1'8'0,"-1"0"0,1 0 0,0 0 0,0 0 0,1-1 0,0 1 0,1-1 0,0 1 0,7 13 0,-9-19 0,0 0 0,1 0 0,-1 0 0,1 0 0,-1 0 0,1 0 0,0 0 0,0-1 0,0 1 0,0-1 0,0 1 0,0-1 0,0 0 0,0 0 0,1 0 0,-1 0 0,0 0 0,1-1 0,-1 1 0,0 0 0,1-1 0,-1 0 0,1 0 0,-1 0 0,1 0 0,-1 0 0,1 0 0,-1-1 0,0 1 0,1-1 0,-1 1 0,1-1 0,-1 0 0,0 0 0,4-2 0,-3 1 0,0 0 0,0 1 0,0-2 0,0 1 0,0 0 0,0-1 0,0 1 0,-1-1 0,1 0 0,3-5 0,-1-2 0,0 1 0,5-14 0,6-10 0,-15 31 0,0 1 0,0-1 0,0 1 0,0-1 0,0 1 0,1 0 0,-1-1 0,1 1 0,-1 0 0,1 0 0,-1 0 0,1 0 0,-1 0 0,1 1 0,0-1 0,0 0 0,-1 1 0,1-1 0,0 1 0,0 0 0,0-1 0,0 1 0,0 0 0,-1 0 0,1 0 0,0 1 0,0-1 0,0 0 0,0 1 0,2 0 0,6 2 0,0 0 0,-1 1 0,1 1 0,9 5 0,-15-7 0,34 17-341,-2 1 0,-1 2-1,40 34 1,-61-43-6485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61 24575,'-31'-11'0,"-13"-2"0,-1 0 0,4 2 0,6 4 0,7 2 0,6 5 0,3 2 0,3 4 0,2 1 0,0 1 0,3 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0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24575,'14'52'0,"58"184"0,-50-174 0,52 103 0,-65-150-119,0 4-296,1-2-1,19 26 1,-21-33-6411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0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0 24575,'-23'3'0,"-44"11"0,60-12 0,-1 0 0,1 0 0,0 1 0,0 1 0,0-1 0,0 1 0,1 0 0,0 1 0,-11 8 0,16-11 0,-1-1 0,0 1 0,1 0 0,-1 0 0,1 0 0,-1 0 0,1 0 0,0 0 0,0 0 0,0 0 0,0 0 0,1 1 0,-1-1 0,0 0 0,1 0 0,0 1 0,-1-1 0,1 1 0,0-1 0,0 0 0,0 1 0,1-1 0,-1 0 0,1 1 0,-1-1 0,1 0 0,1 3 0,0-1 0,0 0 0,1 0 0,0 0 0,-1-1 0,1 1 0,1-1 0,-1 0 0,0 0 0,1 0 0,0 0 0,-1-1 0,1 1 0,6 1 0,9 5 0,1-1 0,0-1 0,0-1 0,25 4 0,88 8 0,-62-10 0,-18-2-1365,-32-4-5461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1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24575,'150'-11'0,"-101"5"0,-47 6 0,-1 0 0,0 0 0,1 0 0,-1 0 0,1 0 0,-1 0 0,1 0 0,-1 0 0,1 1 0,-1-1 0,0 0 0,1 1 0,-1-1 0,0 1 0,1 0 0,-1-1 0,0 1 0,0 0 0,1 0 0,-1 0 0,0 0 0,1 1 0,1 2 0,-1 0 0,0 0 0,0 0 0,0 0 0,2 9 0,-2-9 0,109 248 0,-87-201 0,-3 2 0,-1 0 0,19 88 0,-36-121 0,2 37 0,-3-28 0,0-13 0,-1-14 0,-1 0 0,0 1 0,1-1 0,-1 1 0,0 0 0,0-1 0,-1 1 0,0 2 0,1-4 0,-1 0 0,1 1 0,-1-1 0,0 0 0,0 0 0,0 0 0,0 0 0,0 1 0,0-1 0,0-1 0,0 1 0,0 0 0,0 0 0,0 0 0,-1-1 0,1 1 0,0 0 0,-3 0 0,-5 2 7,-1 0 0,0-1 0,0 0 0,0 0 0,-11 0 0,-11 1-1414,11 1-5419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4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489 13 24575,'-3'3'0,"0"1"0,0-1 0,-1 1 0,1-1 0,-1 0 0,1 0 0,-1-1 0,0 1 0,0-1 0,-1 0 0,1 0 0,0 0 0,-1-1 0,1 1 0,-1-1 0,-6 1 0,-8 1 0,0-2 0,-31 0 0,40-1 0,-25-2 0,0-2 0,-42-9 0,-3-1 0,67 12-61,-1-2-1,-22-8 0,19 6-1118,7 3-5646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4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48 24575,'-29'-7'0,"-14"-4"0,-5 1 0,0 2 0,4 3 0,6 1 0,5 2 0,2 2 0,4 0 0,7 0-8191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 24575,'24'-16'0,"44"-22"0,-57 34 0,0-1 0,0 2 0,0-1 0,0 2 0,1-1 0,-1 1 0,14 0 0,4 3 0,1 0 0,-2 2 0,1 1 0,0 1 0,28 10 0,-54-15 0,0 1 0,0 0 0,0 1 0,0-1 0,0 1 0,0-1 0,0 1 0,-1 0 0,1 0 0,0 0 0,-1 0 0,0 0 0,1 1 0,-1-1 0,0 1 0,0 0 0,-1-1 0,1 1 0,2 5 0,-3-4 0,0 0 0,0 0 0,0 0 0,0 0 0,-1 0 0,0 0 0,0 0 0,0 0 0,0 0 0,0 0 0,-1 0 0,0 0 0,0 0 0,0 0 0,-3 6 0,-8 15 0,-1 1 0,-2-2 0,-18 24 0,-11 20 0,36-57 0,1 2 0,-12 22 0,18-32 0,0 0 0,0 0 0,0 0 0,0 0 0,0 0 0,1 0 0,-1 0 0,1 0 0,0 0 0,0 0 0,0 0 0,0 0 0,1 0 0,0 5 0,0-7 0,0 0 0,0 1 0,-1-1 0,1 0 0,0 0 0,0 1 0,0-1 0,0 0 0,1 0 0,-1 0 0,0 0 0,0 0 0,1-1 0,-1 1 0,0 0 0,1-1 0,-1 1 0,1-1 0,-1 1 0,1-1 0,-1 1 0,1-1 0,-1 0 0,1 0 0,-1 0 0,1 0 0,-1 0 0,1 0 0,2-1 0,4 0 0,0-1 0,0 1 0,0-2 0,9-2 0,152-53 0,-154 52-1365,-2-1-5461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90 24575,'-22'-15'0,"-5"-2"0,-35-18 0,54 31 0,0 1 0,-1 0 0,1 0 0,-1 0 0,1 1 0,-1 1 0,0-1 0,1 1 0,-13 1 0,18 0 0,1 0 0,-1 1 0,0-1 0,0 1 0,1 0 0,-1 0 0,1 0 0,-1 0 0,1 0 0,-1 1 0,1-1 0,-1 1 0,1 0 0,-3 2 0,2-1 0,0 1 0,0 0 0,0 0 0,0 0 0,0 0 0,1 1 0,-4 6 0,3-2 0,0 1 0,0-1 0,1 0 0,1 1 0,-1 0 0,1-1 0,1 18 0,1-21 0,0-1 0,0 0 0,1 0 0,-1 0 0,1 0 0,1 0 0,-1-1 0,1 1 0,-1-1 0,1 1 0,0-1 0,1 0 0,5 5 0,7 7 0,31 24 0,-41-36 0,23 16 0,0-2 0,33 16 0,-33-20 0,-1 2 0,42 31 0,-68-45 0,0-1 0,0 1 0,-1-1 0,1 1 0,-1-1 0,1 1 0,-1 0 0,1 0 0,-1 0 0,0 0 0,0 0 0,0 0 0,0 0 0,0 0 0,-1 1 0,1-1 0,-1 0 0,1 3 0,-1-2 0,0-1 0,-1 0 0,1 0 0,-1 0 0,0 0 0,1 1 0,-1-1 0,0 0 0,0 0 0,0 0 0,0-1 0,-1 1 0,1 0 0,0 0 0,-1-1 0,1 1 0,-1 0 0,-3 2 0,-4 2 0,0-1 0,0 1 0,0-1 0,-1-1 0,1 0 0,-1 0 0,0-1 0,-1 0 0,-11 1 0,-1 0 0,-1-2 0,-46 0 0,53-3 0,0 0 0,0-1 0,0-1 0,-28-7 0,44 9 0,0 1 0,0 0 0,0-1 0,0 1 0,0-1 0,0 1 0,0-1 0,0 1 0,0-1 0,0 0 0,0 1 0,0-1 0,1 0 0,-1 0 0,0 0 0,0 0 0,1 0 0,-1 0 0,1 0 0,-1 0 0,1 0 0,-1 0 0,0-2 0,1 2 0,0 0 0,1 0 0,-1 0 0,0-1 0,0 1 0,1 0 0,-1 0 0,1 0 0,-1 0 0,1 0 0,0 0 0,-1-1 0,1 2 0,0-1 0,0 0 0,-1 0 0,1 0 0,0 0 0,0 0 0,0 1 0,0-1 0,2-1 0,7-4 27,1 1-1,0 0 1,0 0-1,15-4 1,-11 4-776,21-10 0,-26 9-6077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0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67 24575,'-11'-11'0,"0"1"0,0 0 0,-15-9 0,23 17 0,1 0 0,-1 0 0,0 1 0,0-1 0,0 1 0,0 0 0,-1 0 0,1 0 0,0 0 0,0 0 0,-1 1 0,1-1 0,0 1 0,-1 0 0,1 0 0,-1 0 0,1 1 0,0-1 0,-1 1 0,-3 1 0,5-1 0,0 0 0,0 0 0,1 1 0,-1-1 0,0 1 0,1-1 0,-1 1 0,1 0 0,0-1 0,-1 1 0,1 0 0,0 0 0,0 0 0,0 0 0,0 0 0,1 0 0,-1 0 0,0 0 0,1 0 0,0 1 0,-1-1 0,1 3 0,-1 7 0,1 1 0,2 21 0,-1-27 0,1 5 0,0 0 0,0 1 0,2-1 0,-1 0 0,8 15 0,32 57 0,-6-15 0,19 65 0,-50-115 0,-1 0 0,0 0 0,-1 0 0,-2 0 0,2 28 0,-5-45 0,1 0 0,0 0 0,0 0 0,1 0 0,-1 0 0,0 1 0,1-1 0,-1 0 0,1 0 0,0 0 0,0 0 0,0 0 0,-1-1 0,4 5 0,-3-5 0,0-1 0,1 1 0,-1 0 0,0 0 0,1-1 0,-1 1 0,0 0 0,1-1 0,-1 1 0,1-1 0,-1 0 0,1 0 0,-1 1 0,1-1 0,-1 0 0,1 0 0,-1 0 0,1-1 0,-1 1 0,1 0 0,1-1 0,43-8 0,63-10 0,-106 19-195,1-1 0,-1 1 0,0-1 0,0 0 0,0 0 0,5-4 0,2-1-6631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0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24575,'0'4'0,"1"0"0,-1 1 0,1-1 0,0 0 0,0 0 0,1 0 0,-1 0 0,1 0 0,0 0 0,0-1 0,4 7 0,3 1 0,0 0 0,11 11 0,-18-20 0,-1 0 0,1-1 0,-1 1 0,1-1 0,0 0 0,-1 1 0,1-1 0,0 0 0,0 0 0,0 0 0,0 0 0,0-1 0,0 1 0,0-1 0,0 1 0,0-1 0,0 1 0,1-1 0,-1 0 0,0 0 0,0 0 0,0 0 0,0-1 0,0 1 0,0 0 0,1-1 0,-1 0 0,2 0 0,-1-1 0,-1 0 0,1 1 0,-1-1 0,0 0 0,1 0 0,-1-1 0,0 1 0,0 0 0,0-1 0,-1 1 0,1-1 0,0 0 0,-1 1 0,0-1 0,0 0 0,0 0 0,0 0 0,0 0 0,0-4 0,2-12 0,-3 13 0,1-1 0,0 1 0,0 0 0,1-1 0,0 1 0,3-8 0,-4 13 0,0-1 0,0 1 0,0 0 0,0 0 0,0 0 0,0-1 0,0 1 0,0 0 0,0 1 0,1-1 0,-1 0 0,0 0 0,1 0 0,-1 1 0,0-1 0,1 1 0,-1-1 0,1 1 0,-1-1 0,1 1 0,-1 0 0,1 0 0,-1 0 0,1 0 0,0 0 0,-1 0 0,1 0 0,-1 0 0,1 1 0,-1-1 0,1 1 0,1 0 0,15 5 0,0 2 0,-1 0 0,0 1 0,0 0 0,29 24 0,18 9 0,-59-40 60,-10-7-1485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24575,'8'-12'0,"1"1"0,0 0 0,1 0 0,0 1 0,19-16 0,-25 24 0,0-1 0,0 1 0,0-1 0,0 1 0,0 0 0,1 1 0,-1-1 0,1 1 0,-1 0 0,1 0 0,-1 0 0,1 0 0,0 1 0,0 0 0,-1 0 0,1 0 0,0 1 0,-1 0 0,1 0 0,-1 0 0,6 2 0,9 6 0,-1 0 0,0 2 0,-1 0 0,0 1 0,18 16 0,-17-13 0,-13-11 0,1 1 0,-1 0 0,0 0 0,-1 1 0,1 0 0,-1-1 0,0 2 0,0-1 0,-1 0 0,0 1 0,0-1 0,-1 1 0,0 0 0,0 0 0,0 0 0,-1 0 0,1 13 0,3 20 0,-1-8 0,1 33 0,-5-54 0,1 0 0,1 0 0,-1 0 0,2 0 0,-1-1 0,2 1 0,7 18 0,1-6 0,1 0 0,18 24 0,-20-31 0,17 33 0,-25-43 0,-1 0 0,1 0 0,-1 1 0,0-1 0,0 1 0,-1 0 0,0-1 0,0 14 0,-1-17 0,0-1 0,0 1 0,-1-1 0,0 1 0,1-1 0,-1 1 0,0-1 0,0 1 0,0-1 0,-1 0 0,1 0 0,0 1 0,-1-1 0,1 0 0,-1 0 0,0 0 0,0-1 0,0 1 0,0 0 0,0-1 0,0 1 0,0-1 0,0 0 0,-5 2 0,-4 1 0,0-1 0,0 0 0,0 0 0,-16 1 0,14-2 0,-13 1-682,-38-1-1,50-2-6143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2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0 24575,'-21'0'0,"-9"0"0,-2 0 0,1 0 0,4 0 0,4 0 0,3 0 0,2 0 0,3 0 0,0 0 0,0 3 0,0 0 0,1 0 0,2 0-8191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98 24575,'-15'-11'0,"-62"-44"0,69 50 0,1 1 0,-1 0 0,0 0 0,0 1 0,-1 0 0,1 0 0,-1 1 0,-12-2 0,18 4 0,0 0 0,-1 0 0,1 0 0,0 1 0,0-1 0,0 1 0,0-1 0,0 1 0,0 0 0,0 0 0,0 1 0,0-1 0,0 1 0,1-1 0,-6 5 0,5-3 0,-1 0 0,1 1 0,0 0 0,0-1 0,0 1 0,0 0 0,1 1 0,-1-1 0,-2 8 0,2-5 0,1 1 0,0-1 0,0 1 0,1-1 0,0 1 0,0 0 0,1 0 0,0-1 0,0 1 0,1 0 0,0 0 0,3 12 0,-2-14 0,1 0 0,0 0 0,0-1 0,0 1 0,0-1 0,1 0 0,0 0 0,6 6 0,6 4 0,18 13 0,-16-13 0,24 16 0,56 32 0,-23-17 0,-60-36 0,-1-1 0,0 0 0,17 16 0,-28-22 0,0 0 0,-1-1 0,1 1 0,-1 0 0,1 0 0,-1 1 0,0-1 0,0 0 0,-1 1 0,1-1 0,-1 1 0,1 0 0,-1-1 0,0 1 0,1 7 0,-2-9 0,0 1 0,-1-1 0,1 1 0,0-1 0,-1 1 0,1-1 0,-1 0 0,0 1 0,0-1 0,0 0 0,0 1 0,0-1 0,0 0 0,-1 0 0,-2 3 0,1-1 0,-1-1 0,1 0 0,-1 0 0,0 0 0,0 0 0,0-1 0,-8 4 0,2-1 0,-1-2 0,1 1 0,-1-2 0,0 1 0,0-1 0,-15 0 0,13-2 0,1-1 0,0 0 0,-1 0 0,1-2 0,0 1 0,0-2 0,0 0 0,1 0 0,-15-8 0,23 11 0,1 0 0,0-1 0,0 1 0,0-1 0,0 0 0,0 1 0,0-1 0,1 0 0,-1 0 0,0 0 0,1 0 0,0-1 0,-1 1 0,1 0 0,0-1 0,0 1 0,1 0 0,-1-1 0,0 1 0,1-1 0,-1 1 0,1-1 0,0 0 0,0 1 0,0-1 0,0 1 0,0-1 0,1 1 0,-1-1 0,1 1 0,0-1 0,-1 1 0,1-1 0,0 1 0,1 0 0,-1-1 0,0 1 0,1 0 0,-1 0 0,1 0 0,-1 0 0,1 0 0,3-2 0,22-15-1365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5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67 24575,'-10'-7'0,"-1"-1"0,0 0 0,-1 0 0,0 1 0,0 1 0,-1 0 0,-24-8 0,35 13 0,1 1 0,-1 0 0,1-1 0,-1 1 0,1 0 0,-1 0 0,1 0 0,-1 0 0,1 0 0,-1 0 0,1 0 0,0 1 0,-1-1 0,1 0 0,-1 1 0,1-1 0,-1 1 0,1 0 0,-2 0 0,3 0 0,-1 0 0,0 0 0,0 0 0,0 0 0,1 0 0,-1 0 0,0 1 0,1-1 0,-1 0 0,1 0 0,0 0 0,-1 1 0,1-1 0,0 0 0,0 0 0,0 1 0,0 1 0,0 5 0,1 0 0,0 0 0,1 0 0,0 0 0,3 9 0,-5-16 0,14 53 0,11 74 0,3 18 0,27 56 0,-49-173 0,-5-21 0,0 0 0,1-1 0,0 1 0,4 10 0,-5-16 0,0-1 0,0 1 0,0 0 0,0-1 0,0 1 0,0-1 0,1 1 0,-1-1 0,1 1 0,-1-1 0,1 0 0,-1 0 0,1 1 0,0-1 0,-1-1 0,1 1 0,0 0 0,0 0 0,0-1 0,0 1 0,0-1 0,2 1 0,8 0 0,0 0 0,0-1 0,0 0 0,18-3 0,48-13 0,-5 1 0,-70 15-136,0-1-1,0 1 1,0-1-1,0 0 1,0 0-1,0 0 1,0-1-1,0 1 0,3-3 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5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24575,'6'7'0,"0"1"0,9 13 0,0 1 0,-6-10 0,1-1 0,14 13 0,-20-20 0,0-1 0,0 0 0,0 0 0,0 0 0,0-1 0,1 1 0,-1-1 0,1 0 0,-1 0 0,9 1 0,-11-3 0,0 0 0,0 0 0,0 0 0,0 0 0,0 0 0,0-1 0,0 1 0,0-1 0,0 1 0,0-1 0,0 0 0,0 0 0,-1 0 0,1 0 0,0 0 0,0 0 0,-1-1 0,1 1 0,-1 0 0,1-1 0,-1 1 0,0-1 0,1 0 0,-1 1 0,0-1 0,0 0 0,0 0 0,0 0 0,0-2 0,3-7 0,0 0 0,0-1 0,2-20 0,-5 27 0,-1 3 0,1-1 0,0-1 0,0 0 0,0 1 0,0-1 0,0 0 0,2-3 0,-2 7 0,-1-1 0,1 0 0,0 0 0,-1 0 0,1 1 0,0-1 0,-1 0 0,1 1 0,0-1 0,0 1 0,0-1 0,0 1 0,0-1 0,-1 1 0,1-1 0,0 1 0,0 0 0,0 0 0,0-1 0,0 1 0,0 0 0,0 0 0,0 0 0,0 0 0,0 0 0,0 0 0,0 0 0,2 1 0,7 2 0,0 1 0,1 0 0,-1 0 0,0 1 0,-1 1 0,0 0 0,1 0 0,9 9 0,20 12 0,-27-19-115,-6-5-63,1 1-1,0 1 1,-1-1-1,0 1 0,0 0 1,6 7-1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6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15 24575,'-29'-5'0,"-11"0"0,-2 2 0,6 1-8191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6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24575,'5'18'0,"5"9"0,2 5 0,3-1 0,-2 0 0,0-3 0,-3-1 0,0-2 0,-2-4 0,1-2 0,-2-1 0,-2-2 0,-2-1 0,-1-3-8191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7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24575,'8'-2'0,"22"-7"0,1 2 0,45-5 0,-66 11 0,0 0 0,0 2 0,1-1 0,-1 1 0,0 1 0,0-1 0,0 2 0,0 0 0,0 0 0,-1 0 0,15 8 0,-10-3 0,0 1 0,-1 0 0,0 0 0,-1 1 0,0 1 0,14 15 0,-19-17 0,0-1 0,-1 2 0,0-1 0,-1 1 0,1 0 0,-2 0 0,0 0 0,0 1 0,5 20 0,-2 16 0,2 64 0,-9-95 0,2 2 0,0 1 0,1-1 0,1 1 0,9 23 0,-2-10 0,26 45 0,-23-50 0,-1-4 0,-1 1 0,-1 0 0,13 44 0,-23-65 0,0 0 0,-1-1 0,1 1 0,-1-1 0,0 1 0,0 0 0,0-1 0,0 1 0,-1 0 0,1-1 0,-1 1 0,0-1 0,1 1 0,-1-1 0,0 1 0,0-1 0,-1 1 0,1-1 0,0 0 0,-1 0 0,-3 4 0,1-2 0,0-1 0,0 0 0,0 0 0,0 0 0,-1 0 0,1-1 0,-1 0 0,0 0 0,0 0 0,-7 1 0,7-1-85,-12 3-341,-1-1-1,-19 2 0,24-5-6399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8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24575,'0'7'0,"0"19"0,1 1 0,1-1 0,7 38 0,-3-42-227,0 1-1,1-1 1,2 0-1,0-1 1,21 35-1,-24-46-6598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8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3 24575,'-26'-2'0,"-11"1"0,-4 1 0,2 3 0,2 2 0,5 1 0,6 3 0,4 0 0,6-1-8191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24575,'10'-6'0,"1"0"0,0 1 0,0 0 0,1 1 0,-1 0 0,1 1 0,0 0 0,0 1 0,0 0 0,0 1 0,0 1 0,0 0 0,0 0 0,24 5 0,-4 1 0,0 2 0,0 1 0,-1 1 0,39 19 0,-69-29 0,6 3 0,-1 0 0,1 1 0,-1-1 0,1 1 0,6 6 0,-12-9 0,0 0 0,0 0 0,0-1 0,-1 1 0,1 0 0,0 0 0,-1 0 0,1 0 0,-1 0 0,1 0 0,-1 0 0,1 0 0,-1 0 0,1 0 0,-1 1 0,0-1 0,0 0 0,0 0 0,0 0 0,0 0 0,0 0 0,0 1 0,0-1 0,0 0 0,0 0 0,0 0 0,-1 0 0,1 0 0,0 0 0,-1 0 0,1 0 0,-1 0 0,0 0 0,1 0 0,-1 0 0,0 0 0,1 0 0,-1 0 0,0 0 0,0-1 0,-2 2 0,-5 5 0,0 0 0,-1-1 0,-10 6 0,11-8 0,0 1 0,1 0 0,-1 1 0,-10 10 0,16-14 0,1 0 0,0-1 0,-1 1 0,1 0 0,0 0 0,0 0 0,0 0 0,0 0 0,1 0 0,-1 0 0,0 0 0,1 0 0,0 0 0,-1 0 0,1 0 0,0 5 0,0-4 0,1 1 0,0-1 0,0 1 0,0-1 0,0 1 0,0-1 0,1 0 0,-1 1 0,4 3 0,1 2 0,1 0 0,0-1 0,1 0 0,0 0 0,14 11 0,13 5 0,1-2 0,60 28 0,-30-17 0,-65-32 0,17 10 0,-18-10 0,1-1 0,-1 0 0,0 0 0,0 1 0,1-1 0,-1 0 0,0 1 0,0-1 0,0 0 0,1 1 0,-1-1 0,0 0 0,0 1 0,0-1 0,0 0 0,0 1 0,0-1 0,0 0 0,0 1 0,0-1 0,0 1 0,0-1 0,0 0 0,0 1 0,0-1 0,0 0 0,0 1 0,0-1 0,0 0 0,0 1 0,-1-1 0,1 0 0,0 1 0,0-1 0,0 0 0,-1 1 0,1-1 0,0 0 0,0 1 0,-1-1 0,1 0 0,0 0 0,-1 0 0,1 1 0,0-1 0,-1 0 0,1 0 0,0 0 0,-1 0 0,1 1 0,-6 1 0,1 0 0,0 0 0,-1 0 0,0 0 0,1-1 0,-1 0 0,-8 1 0,-44-1 0,36-2 0,12 1-77,-42 0-567,-62 8 0,95-5-6182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0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276 122 24575,'-14'-11'0,"-64"-50"0,65 52 0,0 1 0,-1 0 0,-29-12 0,41 19 0,0 0 0,0 1 0,0-1 0,0 1 0,0-1 0,0 1 0,0 0 0,0 0 0,0 0 0,0 0 0,0 0 0,0 0 0,0 0 0,0 1 0,0-1 0,0 1 0,0 0 0,0-1 0,0 1 0,0 0 0,1 0 0,-1 0 0,0 0 0,1 1 0,-1-1 0,0 0 0,1 1 0,0-1 0,-1 1 0,-1 2 0,-2 4 0,0 1 0,1-1 0,0 1 0,1 0 0,-4 12 0,3-7 0,2-8 0,0 0 0,0-1 0,1 1 0,0 0 0,0 0 0,0 0 0,1 0 0,0 0 0,0 0 0,1 0 0,0 0 0,0 0 0,0 0 0,1 0 0,-1 0 0,1 0 0,1-1 0,-1 1 0,1-1 0,0 0 0,0 1 0,1-1 0,5 6 0,130 108 0,-36-35 0,-80-63 0,-1 1 0,24 31 0,-43-48 0,1 1 0,-1-1 0,1 1 0,-2 0 0,1 0 0,-1 0 0,0 0 0,0 0 0,0 0 0,-1 0 0,0 1 0,0-1 0,-1 11 0,0-15 0,0 1 0,0 0 0,-1 0 0,1 0 0,-1-1 0,0 1 0,0 0 0,0-1 0,0 1 0,0 0 0,-1-1 0,1 0 0,-1 1 0,0-1 0,1 0 0,-1 0 0,0 0 0,0 0 0,0 0 0,-1 0 0,1 0 0,0-1 0,-1 1 0,1-1 0,-1 0 0,1 0 0,-1 0 0,0 0 0,0 0 0,1 0 0,-1-1 0,-4 1 0,-6 1 0,-1-2 0,1 1 0,-1-1 0,1-1 0,-1-1 0,1 0 0,-1 0 0,1-2 0,0 1 0,0-2 0,-24-11 0,35 15 0,0 0 0,-1-1 0,1 1 0,0-1 0,0 0 0,1 0 0,-1 0 0,0 1 0,0-2 0,1 1 0,-1 0 0,1 0 0,0 0 0,0-1 0,-1-2 0,1 4 0,1 0 0,0-1 0,0 1 0,-1 0 0,1-1 0,0 1 0,0 0 0,1-1 0,-1 1 0,0-1 0,0 1 0,1 0 0,-1-1 0,0 1 0,1 0 0,-1 0 0,1-1 0,0 1 0,-1 0 0,1 0 0,0 0 0,0 0 0,0 0 0,0 0 0,0 0 0,0 0 0,0 0 0,0 0 0,3-1 0,1-1 14,0 0-1,1 1 0,-1-1 0,1 1 1,0 0-1,0 1 0,0-1 1,6 0-1,6 1-756,25 0 1,-29 1-6084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1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83 24575,'-6'-10'0,"1"-1"0,-2 1 0,-7-11 0,12 19 0,0-1 0,0 1 0,-1-1 0,1 1 0,0 0 0,-1 0 0,0 0 0,1 0 0,-1 1 0,0-1 0,0 1 0,0-1 0,0 1 0,0 0 0,0 0 0,-5-1 0,5 3 0,0-1 0,1 1 0,-1-1 0,1 1 0,-1 0 0,1 0 0,-1 0 0,1 0 0,-1 0 0,1 0 0,0 1 0,0-1 0,0 1 0,0 0 0,0-1 0,0 1 0,-3 4 0,-1 1 0,1 0 0,0 0 0,1 0 0,-6 10 0,8-10 0,-1-1 0,1 1 0,0 0 0,1 0 0,0 0 0,0 0 0,0 0 0,1 0 0,0 0 0,0 0 0,1 0 0,1 9 0,4 8 0,0 0 0,13 27 0,4 20 0,65 260 0,-83-308 0,-4-15 0,1 0 0,0-1 0,0 1 0,4 10 0,-5-16 0,0 0 0,0-1 0,0 1 0,0 0 0,1-1 0,-1 1 0,0-1 0,1 1 0,-1-1 0,1 1 0,0-1 0,-1 0 0,1 0 0,0 0 0,0 0 0,0 0 0,-1 0 0,1 0 0,0-1 0,0 1 0,3 0 0,15 0 0,0 0 0,35-3 0,-6 0 0,82 2-1365,-118 0-5461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2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24575,'1'1'0,"0"-1"0,-1 0 0,1 0 0,0 1 0,0-1 0,0 0 0,0 1 0,-1-1 0,1 1 0,0-1 0,-1 1 0,1 0 0,0-1 0,-1 1 0,1 0 0,-1-1 0,1 1 0,-1 0 0,2 1 0,8 19 0,-6-13 0,21 36 0,47 64 0,-71-107 0,-1 0 0,1 0 0,-1 0 0,1 0 0,0 0 0,0 0 0,0-1 0,0 1 0,-1 0 0,1 0 0,0-1 0,0 1 0,0 0 0,1-1 0,-1 1 0,0-1 0,0 1 0,0-1 0,0 0 0,0 1 0,1-1 0,-1 0 0,0 0 0,0 0 0,0 0 0,1 0 0,-1 0 0,0 0 0,0-1 0,0 1 0,0 0 0,1 0 0,-1-1 0,0 1 0,0-1 0,0 1 0,0-1 0,0 0 0,0 1 0,0-1 0,0 0 0,0 0 0,0 0 0,-1 1 0,1-1 0,0 0 0,0-1 0,4-5 0,-1 1 0,0-1 0,0 1 0,0-1 0,-1 0 0,3-8 0,3-20 0,-6 26 0,-1-1 0,1 1 0,0 0 0,1 0 0,9-17 0,-12 25 0,-1 0 0,1 0 0,0 0 0,0 0 0,0 1 0,0-1 0,-1 0 0,1 0 0,0 1 0,0-1 0,0 1 0,0-1 0,1 1 0,-1-1 0,0 1 0,0 0 0,0-1 0,0 1 0,0 0 0,0 0 0,1 0 0,-1 0 0,0 0 0,0 0 0,0 0 0,0 0 0,0 1 0,1-1 0,-1 0 0,0 1 0,0-1 0,2 2 0,3 1 0,0 0 0,0 1 0,-1 0 0,8 7 0,-5-4 0,-7-6 0,82 68 0,-69-55 0,0 1 0,-1-1 0,17 24 0,-24-26-1365,-2-2-5461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2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10 24575,'-10'-3'0,"-6"0"0,-4-1 0,1 4 0,-1 2 0,2 2 0,0 2 0,2 1 0,0 1 0,3-2-8191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3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24575,'25'-5'0,"0"2"0,0 0 0,0 2 0,1 1 0,-1 1 0,0 1 0,31 6 0,-15 1 0,-1 2 0,0 1 0,60 28 0,-95-38 0,21 12 0,-25-14 0,0 1 0,0-1 0,0 1 0,0 0 0,0 0 0,0-1 0,0 1 0,0 0 0,-1 0 0,1 0 0,0 0 0,-1 0 0,1 0 0,-1 0 0,1 0 0,-1 0 0,1 0 0,-1 0 0,0 1 0,1 0 0,-1-1 0,-1 0 0,1 0 0,0 0 0,-1-1 0,1 1 0,0 0 0,-1 0 0,1 0 0,-1-1 0,1 1 0,-1 0 0,1 0 0,-1-1 0,0 1 0,1 0 0,-1-1 0,0 1 0,1-1 0,-1 1 0,-1 0 0,-19 9 0,16-8 0,-9 4 0,0-2 0,-23 6 0,25-8 0,0 1 0,0 0 0,0 2 0,-17 7 0,27-11 0,0 0 0,0 0 0,0 0 0,0 1 0,1-1 0,-1 0 0,1 1 0,-1-1 0,1 1 0,-1-1 0,1 1 0,0 0 0,0 0 0,0 0 0,0-1 0,0 1 0,0 0 0,0 2 0,0-1 0,1-1 0,0 0 0,0 0 0,0 0 0,0 0 0,1 0 0,-1 0 0,1 0 0,-1 0 0,1 0 0,0 0 0,-1 0 0,1 0 0,3 4 0,2 3 0,1 0 0,1-1 0,0 0 0,0 0 0,12 8 0,-19-15 0,41 32 0,76 44 0,-116-76 0,-1 0 0,1 0 0,-1 0 0,1 0 0,-1 0 0,0 0 0,1 0 0,-1 0 0,0 1 0,0-1 0,0 0 0,0 1 0,0-1 0,0 1 0,0-1 0,-1 1 0,1 0 0,1 2 0,-3-3 0,1 0 0,0 1 0,0-1 0,0 0 0,-1 0 0,1 0 0,-1 0 0,1 0 0,-1 0 0,1 0 0,-1 0 0,1-1 0,-1 1 0,0 0 0,1 0 0,-1 0 0,0-1 0,0 1 0,0 0 0,0-1 0,0 1 0,1 0 0,-1-1 0,0 1 0,0-1 0,0 0 0,-1 1 0,1-1 0,0 0 0,-1 1 0,-16 2 0,1 0 0,-1-1 0,1 0 0,-1-2 0,-30-2 0,6 0 0,-11 2-1365,40 0-5461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3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24575,'4'-6'0,"1"1"0,0 0 0,0 0 0,0 0 0,0 1 0,1 0 0,0 0 0,-1 0 0,1 1 0,1 0 0,-1 0 0,1 1 0,-1-1 0,1 1 0,-1 1 0,1-1 0,0 1 0,0 1 0,0-1 0,0 1 0,0 0 0,0 0 0,0 1 0,-1 0 0,1 1 0,0-1 0,0 1 0,-1 0 0,9 4 0,172 96 0,-185-102 0,-1 1 0,1 0 0,0 0 0,0 0 0,-1 1 0,1-1 0,-1 0 0,1 1 0,-1-1 0,1 1 0,-1-1 0,0 1 0,0-1 0,0 1 0,0 0 0,0 0 0,0 0 0,0-1 0,-1 1 0,1 0 0,-1 0 0,1 0 0,-1 0 0,0 0 0,0 0 0,0 2 0,-1 4 0,0 0 0,0 0 0,-1 0 0,-1 0 0,-3 10 0,2-8 0,1-1 0,-3 14 0,3 14 0,1 0 0,2 1 0,1-1 0,10 57 0,-2-44 0,28 82 0,-3-13 0,-28-94 0,-1 1 0,2 44 0,-7-66 0,0 0 0,0 0 0,-1 0 0,1 0 0,-1 0 0,0-1 0,0 1 0,0 0 0,0 0 0,-1-1 0,1 1 0,-1-1 0,0 1 0,0-1 0,-1 0 0,-4 6 0,4-6 0,0 0 0,-1 0 0,0-1 0,1 1 0,-1-1 0,0 0 0,0 0 0,0-1 0,-1 1 0,1-1 0,0 1 0,-1-1 0,1-1 0,-8 1 0,-109-1 64,63-1-1493,35 1-5397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5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16 132 24575,'-2'2'0,"0"0"0,1 1 0,-1-1 0,1 0 0,0 1 0,0-1 0,0 0 0,0 1 0,0-1 0,1 1 0,-1 0 0,1-1 0,-1 1 0,1-1 0,0 1 0,0 0 0,0-1 0,0 1 0,1 2 0,1 5 0,0-1 0,1 1 0,6 16 0,-3-14 0,0 0 0,0 0 0,1-1 0,1 0 0,0 0 0,1 0 0,0-1 0,0-1 0,1 0 0,20 15 0,-21-18 0,1 1 0,0-1 0,0-1 0,0 0 0,1-1 0,0 0 0,0 0 0,0-1 0,0-1 0,0 0 0,1 0 0,-1-1 0,13 0 0,-20-2 0,-1 1 0,1-1 0,0 1 0,-1-1 0,1 0 0,0-1 0,-1 1 0,0-1 0,1 1 0,-1-1 0,0 0 0,0 0 0,0 0 0,0-1 0,0 1 0,0-1 0,0 0 0,-1 1 0,0-1 0,1 0 0,-1-1 0,0 1 0,-1 0 0,3-6 0,0 0 0,-1-1 0,0 0 0,0 0 0,-1 0 0,-1 0 0,0 0 0,0-19 0,-1 29 0,0 0 0,0-1 0,0 1 0,0 0 0,0-1 0,0 1 0,0 0 0,0-1 0,0 1 0,0 0 0,0-1 0,0 1 0,0 0 0,0-1 0,0 1 0,0 0 0,0-1 0,0 1 0,0 0 0,1-1 0,-1 1 0,0 0 0,0 0 0,0-1 0,1 1 0,-1 0 0,0 0 0,0-1 0,0 1 0,1 0 0,-1 0 0,0 0 0,1-1 0,-1 1 0,1 0 0,0 0 0,0 1 0,-1-1 0,1 0 0,0 1 0,0-1 0,0 1 0,-1-1 0,1 1 0,0-1 0,0 1 0,-1 0 0,2 0 0,22 31 0,-21-29 0,12 19 0,1-1 0,37 36 0,-48-52 0,1 0 0,0 0 0,0 0 0,0-1 0,1 0 0,-1 0 0,1-1 0,0 1 0,0-2 0,0 1 0,1-1 0,-1 0 0,0 0 0,1-1 0,8 0 0,-14-1 0,1 0 0,-1 0 0,0 0 0,0 0 0,0-1 0,0 1 0,0-1 0,0 0 0,0 0 0,0 1 0,0-1 0,0 0 0,0-1 0,-1 1 0,1 0 0,0-1 0,-1 1 0,4-4 0,-3 2 0,0 0 0,0 0 0,0 0 0,-1-1 0,1 1 0,-1-1 0,0 0 0,0 1 0,0-1 0,0-4 0,0-2 0,0 0 0,-1 0 0,0 0 0,-1 0 0,0 0 0,-1 0 0,-3-13 0,-3 0-105,-1 0 0,-1 1 0,-1 0 0,-1 0 0,-1 1 0,-1 1 0,-1 0 0,0 1 0,-2 1 0,0 0 0,-1 1 0,-38-27 0,40 34-6721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59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24575,'92'189'0,"-66"-136"0,48 81 0,-62-116 0,0 0 0,1-1 0,1-1 0,1 0 0,18 15 0,-30-29 0,0 1 0,0-1 0,0 0 0,1 0 0,-1 0 0,1 0 0,-1-1 0,1 0 0,-1 1 0,1-1 0,0 0 0,0-1 0,5 1 0,-7-1 0,0 0 0,0 0 0,1-1 0,-1 1 0,0-1 0,0 1 0,0-1 0,0 0 0,0 0 0,0 0 0,0 0 0,0 0 0,0 0 0,0-1 0,0 1 0,-1-1 0,1 1 0,0-1 0,-1 1 0,0-1 0,1 0 0,-1 0 0,0 0 0,1-2 0,2-3 0,-1 0 0,0 0 0,0 0 0,-1-1 0,0 1 0,1-9 0,-2 11 0,-1 1 0,0-1 0,1 1 0,-2-1 0,1 1 0,0 0 0,-1-1 0,0 1 0,0 0 0,0-1 0,-4-7 0,11 23 0,1-1 0,0 0 0,1 0 0,0-1 0,0 0 0,1 0 0,0-1 0,1 0 0,0 0 0,0-2 0,0 1 0,13 5 0,-10-5 0,1-2 0,-1 1 0,1-2 0,0 0 0,0 0 0,0-2 0,1 1 0,-1-2 0,1 0 0,17-1 0,-27-1 0,-1 1 0,1-1 0,-1 0 0,0 0 0,1 0 0,-1 0 0,0-1 0,1 0 0,-1 0 0,4-3 0,-6 4 0,0-1 0,0 0 0,0 1 0,0-1 0,-1 0 0,1 0 0,0 0 0,-1 0 0,0-1 0,1 1 0,-1 0 0,0-1 0,0 1 0,0-1 0,0 1 0,-1-1 0,1 1 0,0-5 0,0-15 0,-3-30 0,2 41 0,14 45 0,-12-26 0,3 8 0,2 1 0,0-1 0,10 18 0,-15-30 0,0-1 0,0 0 0,0 1 0,1-1 0,0 0 0,0 0 0,0 0 0,0 0 0,0-1 0,0 1 0,1-1 0,-1 0 0,1 0 0,-1 0 0,1 0 0,0-1 0,0 1 0,0-1 0,6 1 0,-8-2 0,1 0 0,-1 0 0,1 0 0,0 0 0,-1 0 0,1-1 0,0 1 0,-1-1 0,1 0 0,-1 0 0,1 0 0,-1 0 0,0 0 0,1 0 0,1-2 0,0 0 0,-1 0 0,0 0 0,0 0 0,0 0 0,-1 0 0,1-1 0,-1 1 0,4-7 0,-2 1 0,0 0 0,-1 1 0,0-1 0,-1-1 0,0 1 0,-1 0 0,2-18 0,-3 24 0,1-21 0,-1 23 0,1 0 0,-1-1 0,0 1 0,0 0 0,1 0 0,-1 0 0,0 0 0,1 0 0,0 0 0,-1 0 0,1 0 0,-1 0 0,1 0 0,0 0 0,0 0 0,1-1 0,-2 2 0,0 0 0,1 0 0,-1 0 0,1 0 0,-1 0 0,0 0 0,1 0 0,-1 0 0,1 0 0,-1 0 0,0 0 0,1 0 0,-1 0 0,1 0 0,-1 0 0,0 0 0,1 0 0,-1 0 0,1 1 0,-1-1 0,0 0 0,1 0 0,-1 1 0,0-1 0,1 0 0,-1 0 0,0 1 0,0-1 0,1 0 0,-1 1 0,0-1 0,0 0 0,1 1 0,-1-1 0,0 1 0,0-1 0,8 17 0,-8-16 0,134 412 0,-126-386 0,20 73 0,-25-84 0,0 0 0,-2 0 0,1 0 0,-2 21 0,0-34 0,-1 1 0,1-1 0,0 0 0,-1 0 0,0 1 0,0-1 0,0 0 0,0 0 0,0 0 0,0 0 0,-1 0 0,0 0 0,0 0 0,-3 4 0,2-5 0,0 0 0,1 0 0,-1 0 0,0 0 0,0-1 0,0 0 0,0 1 0,0-1 0,0 0 0,0 0 0,0-1 0,-1 1 0,1-1 0,-6 1 0,-3-1 0,0 0 0,0-1 0,0 0 0,0-1 0,0 0 0,1-1 0,-1-1 0,1 1 0,-1-2 0,1 0 0,1 0 0,-1-1 0,1 0 0,0 0 0,-12-11 0,14 10 0,0 0 0,1-1 0,0 0 0,0 0 0,0 0 0,1-1 0,1 0 0,0 0 0,0 0 0,0-1 0,1 0 0,1 0 0,0 0 0,0 0 0,1 0 0,0-1 0,0-15 0,2 9-1365,0 2-5461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24575,'0'21'0,"3"9"0,3 2 0,3-1 0,3-5 0,2-2 0,1-4 0,1-5 0,0-3 0,0-3 0,-3-5 0,-4-7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24575,'0'3'0,"3"3"0,0 3 0,0 3 0,3 4 0,2 5 0,-1 2 0,3 1 0,0 0 0,0-2 0,-2-5-8191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24575,'-8'0'0,"-1"0"0,0 0 0,0 1 0,0 1 0,-15 4 0,22-6 0,0 1 0,0 0 0,0 0 0,0 0 0,0 0 0,0 0 0,0 0 0,1 0 0,-1 1 0,0-1 0,1 1 0,-1-1 0,1 1 0,-1 0 0,1-1 0,0 1 0,0 0 0,0 0 0,0 0 0,0 0 0,0 0 0,1 0 0,-1 0 0,0 0 0,1 0 0,0 1 0,-1-1 0,1 0 0,0 3 0,1 4 0,1 0 0,-1 0 0,1 0 0,1-1 0,-1 1 0,2-1 0,-1 1 0,1-1 0,0 0 0,9 11 0,6 7 0,36 37 0,-38-44 0,-15-17 0,-1-1 0,1 1 0,-1 0 0,0 0 0,1 0 0,1 4 0,-3-5 0,0-1 0,0 1 0,0-1 0,0 0 0,0 1 0,0-1 0,0 1 0,0-1 0,0 1 0,0-1 0,0 1 0,0-1 0,0 0 0,0 1 0,-1-1 0,1 1 0,0-1 0,0 0 0,0 1 0,-1-1 0,1 0 0,0 1 0,0-1 0,-1 0 0,1 1 0,0-1 0,-1 0 0,1 1 0,0-1 0,-1 0 0,1 0 0,-1 0 0,1 1 0,0-1 0,-1 0 0,1 0 0,-1 0 0,1 0 0,0 0 0,-1 0 0,1 0 0,-1 0 0,0 0 0,-16 3 0,-1-2 0,0 0 0,-28-2 0,11-1 0,-142-8-1365,152 7-5461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24575,'0'34'0,"2"18"0,4 9 0,4-1 0,2-3 0,1-4 0,2-3 0,1-1 0,0-6 0,2 0 0,2-4 0,-2-3 0,1-5 0,-5-5 0,-3-7-8191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585 31 24575,'-73'-13'0,"0"4"0,0 3 0,-110 4 0,124 9 5,45-4-201,1-1 1,0 0-1,0-1 0,-1 0 0,1-2 1,-18-1-1,19-1-6630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24575,'0'3'0,"-11"254"0,12-226 0,2-1 0,1 1 0,1-1 0,1 0 0,2 0 0,16 38 0,-19-54 0,-2-6 0,0 0 0,0-1 0,1 1 0,0-1 0,0 0 0,1 0 0,0 0 0,8 9 0,-12-15 0,0-1 0,-1 1 0,1 0 0,0-1 0,0 1 0,-1-1 0,1 1 0,0-1 0,0 0 0,0 1 0,0-1 0,0 0 0,-1 0 0,1 0 0,0 1 0,0-1 0,0 0 0,0 0 0,0 0 0,0 0 0,0-1 0,0 1 0,1 0 0,-1-1 0,1 0 0,-1 0 0,1 0 0,-1 0 0,0 0 0,1 0 0,-1 0 0,0 0 0,0 0 0,0-1 0,0 1 0,1-2 0,2-3 0,-1-1 0,0 0 0,0 0 0,3-13 0,-3-7 0,-3 23 0,0 1 0,0-1 0,1 0 0,-1 0 0,1 1 0,0-1 0,0 0 0,0 1 0,0-1 0,1 1 0,3-7 0,-4 9 0,1 0 0,-1 0 0,1 0 0,-1 0 0,1 0 0,-1 1 0,1-1 0,-1 1 0,1-1 0,-1 1 0,1 0 0,0-1 0,-1 1 0,1 0 0,0 0 0,-1 0 0,1 0 0,0 1 0,-1-1 0,1 0 0,-1 1 0,3 0 0,5 2 0,0 0 0,13 6 0,-21-8 0,82 44 0,4 1 0,-71-39-1365,-3-3-5461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45 215 24575,'7'2'0,"12"3"0,29 6 0,-44-10 0,0-1 0,1 1 0,0-1 0,-1 0 0,1 0 0,-1-1 0,1 1 0,-1-1 0,0 0 0,1 0 0,-1-1 0,6-2 0,-9 4 0,1-1 0,-1 0 0,0 1 0,0-1 0,0 0 0,0 0 0,0 0 0,0 0 0,0 0 0,0 0 0,0 0 0,0-1 0,0 1 0,-1 0 0,1 0 0,-1-1 0,1 1 0,-1 0 0,1-1 0,0-2 0,-1 2 0,0-1 0,0 1 0,-1-1 0,1 1 0,0-1 0,-1 1 0,0-1 0,1 1 0,-1 0 0,0-1 0,-2-1 0,0-2 0,0 0 0,-1 0 0,0 1 0,-1-1 0,1 1 0,-1 0 0,0 1 0,-6-6 0,6 7 0,0 0 0,-1 0 0,1 0 0,-1 1 0,0 0 0,1 0 0,-1 0 0,0 1 0,0-1 0,0 1 0,0 1 0,-8-1 0,12 1 0,-1 0 0,0 1 0,0-1 0,0 1 0,1-1 0,-1 1 0,0 0 0,1 0 0,-1 0 0,1 0 0,-1 0 0,1 1 0,-1-1 0,1 1 0,0-1 0,0 1 0,-1 0 0,1 0 0,1 0 0,-1 0 0,0 0 0,0 1 0,1-1 0,-1 0 0,1 1 0,0 0 0,0-1 0,-1 4 0,1-3 0,0 1 0,0-1 0,1 1 0,-1-1 0,1 1 0,0 0 0,0-1 0,1 1 0,-1-1 0,1 1 0,-1 0 0,1-1 0,0 1 0,0-1 0,1 0 0,-1 1 0,1-1 0,0 0 0,-1 0 0,1 0 0,1 0 0,-1 0 0,3 2 0,6 6 0,1 0 0,0-1 0,1-1 0,14 9 0,-16-11 0,28 20 0,-25-16 0,0-1 0,0-1 0,1 0 0,0-1 0,22 7 0,-35-14 0,0 0 0,0-1 0,0 1 0,0-1 0,0 1 0,0-1 0,0 0 0,0 0 0,1 0 0,-1 0 0,0 0 0,0-1 0,0 1 0,0-1 0,0 1 0,0-1 0,0 0 0,0 0 0,0 0 0,0 0 0,0 0 0,2-2 0,-1 0 0,0 0 0,-1 0 0,1-1 0,-1 1 0,0 0 0,0-1 0,0 0 0,-1 1 0,1-1 0,1-8 0,0 4 0,1-7 0,0 0 0,13-25 0,-16 37 0,0 0 0,1 0 0,0 0 0,-1 1 0,1-1 0,0 1 0,0-1 0,0 1 0,1 0 0,-1-1 0,1 1 0,-1 1 0,1-1 0,0 0 0,-1 0 0,1 1 0,0 0 0,0 0 0,6-2 0,-5 3 0,-1 0 0,1 0 0,-1 1 0,1-1 0,-1 1 0,0 0 0,1 0 0,-1 0 0,0 0 0,0 1 0,1-1 0,-1 1 0,0 0 0,5 4 0,1 1 0,1 1 0,-2 1 0,9 8 0,55 78 0,-53-68 0,-76-121 0,36 64 0,-27-55 0,41 71 0,1 0 0,1-1 0,0 0 0,1 0 0,1 0 0,-3-26 0,6 39 0,-1 1 0,1-1 0,0 0 0,0 0 0,1 0 0,-1 0 0,0 0 0,1 0 0,-1 0 0,1 0 0,-1 0 0,1 0 0,0 0 0,0 1 0,0-1 0,0 0 0,2-2 0,-2 3 0,1 0 0,-1 0 0,0 0 0,1 1 0,-1-1 0,1 0 0,-1 1 0,1-1 0,0 0 0,-1 1 0,1 0 0,-1-1 0,1 1 0,0 0 0,-1 0 0,1 0 0,0 0 0,-1 0 0,1 0 0,0 1 0,2 0 0,6 2 0,0 0 0,0 1 0,0 1 0,0 0 0,13 9 0,15 7 0,12 2 0,64 21 0,-88-36 0,0-1 0,1-2 0,-1 0 0,42 1 0,-65-6 0,0 1 0,0-1 0,0-1 0,0 1 0,0 0 0,0-1 0,0 1 0,0-1 0,0 0 0,0 0 0,5-3 0,-7 3 0,1 0 0,-1-1 0,0 1 0,1 0 0,-1-1 0,0 1 0,0-1 0,0 0 0,0 1 0,-1-1 0,1 0 0,0 1 0,-1-1 0,1 0 0,-1 0 0,1 0 0,-1 1 0,0-1 0,0 0 0,0-3 0,0-3 0,0 0 0,-1 1 0,0-1 0,0 0 0,-1 1 0,0-1 0,0 1 0,-4-8 0,6 13 0,-1 0 0,0 0 0,0 0 0,0 0 0,0 1 0,0-1 0,-1 0 0,1 0 0,0 1 0,-1-1 0,1 1 0,-1-1 0,0 1 0,1 0 0,-1 0 0,0 0 0,0 0 0,0 0 0,0 0 0,0 0 0,0 0 0,0 1 0,0-1 0,0 1 0,0 0 0,0-1 0,0 1 0,-1 0 0,1 0 0,0 0 0,0 1 0,0-1 0,0 0 0,-3 2 0,3-1 0,0 0 0,0 0 0,0 0 0,0 0 0,0 1 0,0-1 0,0 1 0,0-1 0,1 1 0,-1 0 0,1 0 0,-1 0 0,1 0 0,0 0 0,-1 0 0,1 0 0,0 0 0,0 0 0,1 1 0,-1-1 0,0 0 0,1 1 0,-1 3 0,0 5 0,0-1 0,0 1 0,3 21 0,-1-24 0,1 1 0,-1 0 0,2-1 0,-1 1 0,1-1 0,1 0 0,-1 0 0,1 0 0,1-1 0,0 1 0,6 8 0,-3-7 0,0 0 0,1 0 0,0-1 0,1 0 0,-1 0 0,2-1 0,13 8 0,-23-15-15,60 30 152,-56-28-286,0 0 1,1 0-1,-1-1 0,1 0 0,-1 0 1,1 0-1,-1 0 0,1-1 1,9 0-1,-5-3-6677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98 24575,'1'6'0,"0"0"0,0-1 0,0 1 0,0 0 0,1-1 0,0 1 0,0-1 0,1 1 0,-1-1 0,1 0 0,0 0 0,1 0 0,-1 0 0,7 6 0,7 6 0,0 0 0,24 16 0,-30-25 0,-4-2 0,0 0 0,1-1 0,0 0 0,0-1 0,0 0 0,1 0 0,11 4 0,-18-8 0,0 1 0,0-1 0,1 1 0,-1-1 0,0 0 0,0 0 0,1 0 0,-1 0 0,0 0 0,0 0 0,0-1 0,1 1 0,-1-1 0,0 0 0,0 1 0,0-1 0,0 0 0,0 0 0,0 0 0,0-1 0,0 1 0,0 0 0,-1-1 0,1 1 0,0-1 0,-1 1 0,1-1 0,-1 0 0,0 0 0,1 0 0,-1 0 0,0 0 0,0 0 0,1-4 0,1-6 0,0 0 0,0-1 0,-2 1 0,1-1 0,-2 1 0,0-1 0,-2-18 0,1-1 0,0 3 0,0 18 0,0 1 0,1-1 0,0 1 0,1-1 0,3-16 0,-4 26 0,0 1 0,0 0 0,0-1 0,0 1 0,0 0 0,0-1 0,0 1 0,1 0 0,-1 0 0,0-1 0,0 1 0,0 0 0,0 0 0,1-1 0,-1 1 0,0 0 0,0 0 0,1-1 0,-1 1 0,0 0 0,0 0 0,1 0 0,-1 0 0,0-1 0,1 1 0,-1 0 0,0 0 0,0 0 0,1 0 0,-1 0 0,0 0 0,1 0 0,-1 0 0,0 0 0,1 0 0,-1 0 0,0 0 0,1 0 0,-1 0 0,0 0 0,1 0 0,-1 0 0,0 1 0,0-1 0,1 0 0,-1 0 0,0 0 0,1 0 0,-1 1 0,15 12 0,-12-10 0,31 32 0,124 118 0,-133-132 0,0-1 0,2-2 0,0 0 0,50 23 0,-70-37 0,1-1 0,-1-1 0,1 1 0,-1-1 0,1-1 0,0 1 0,14-1 0,-18-1 0,-1 0 0,1 0 0,0-1 0,-1 0 0,1 1 0,0-1 0,-1-1 0,1 1 0,-1-1 0,1 1 0,-1-1 0,0 0 0,0 0 0,0 0 0,0-1 0,0 1 0,0-1 0,2-3 0,-1 2 0,0-1 0,-1 0 0,0 0 0,0-1 0,0 1 0,-1-1 0,0 1 0,0-1 0,0 0 0,-1 0 0,1-8 0,0-6 0,-1 0 0,-2-22 0,0 12 0,-3-5 0,4 33 0,0 1 0,0-1 0,-1 0 0,1 1 0,0-1 0,-1 1 0,0-1 0,1 1 0,-1-1 0,0 1 0,0-1 0,0 1 0,0 0 0,0-1 0,0 1 0,0 0 0,0 0 0,-2-2 0,2 3 0,1 0 0,-1 0 0,0 0 0,1 0 0,-1 0 0,1 0 0,-1 0 0,0 0 0,1 0 0,-1 0 0,1 0 0,-1 1 0,0-1 0,1 0 0,-1 0 0,1 0 0,-1 1 0,1-1 0,-1 0 0,1 1 0,-1-1 0,1 1 0,-1-1 0,1 0 0,-1 1 0,1-1 0,0 1 0,-1-1 0,1 1 0,0-1 0,0 1 0,-1-1 0,1 1 0,0 0 0,0-1 0,-1 2 0,-6 22 0,6-14 0,0 1 0,0-1 0,1 0 0,0 0 0,1 0 0,0 1 0,1-1 0,0 0 0,0 0 0,1 0 0,8 18 0,-8-21 0,1 0 0,0 0 0,0 0 0,1-1 0,0 1 0,0-1 0,0 0 0,1-1 0,0 1 0,0-1 0,1 0 0,-1 0 0,1-1 0,0 0 0,13 5 0,-17-7 0,1-1 0,-1 0 0,1 0 0,-1 0 0,1 0 0,-1 0 0,1-1 0,0 0 0,-1 0 0,1 0 0,-1 0 0,1 0 0,0-1 0,-1 1 0,1-1 0,-1 0 0,1 0 0,-1-1 0,0 1 0,1-1 0,-1 0 0,0 1 0,0-1 0,0-1 0,0 1 0,-1 0 0,1-1 0,0 1 0,-1-1 0,0 0 0,0 0 0,1 0 0,-2 0 0,1 0 0,0 0 0,-1-1 0,1 1 0,1-7 0,-2 4 0,1-1 0,-1 1 0,0-1 0,0 0 0,-1 1 0,0-1 0,0 0 0,-1 1 0,0-1 0,0 1 0,0-1 0,-1 1 0,0-1 0,0 1 0,-1 0 0,1 0 0,-2 0 0,1 0 0,0 0 0,-1 1 0,0 0 0,0-1 0,-1 2 0,0-1 0,0 0 0,0 1 0,0 0 0,0 0 0,-1 0 0,0 1 0,0 0 0,0 0 0,-10-3 0,-5 0-1365,3 3-5461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5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288 146 24575,'-37'-31'0,"13"9"0,-1 2 0,-1 1 0,-43-24 0,66 42 0,0-1 0,0 1 0,-1-1 0,1 1 0,0 0 0,-1 1 0,1-1 0,-1 1 0,1-1 0,-1 1 0,-4 0 0,6 0 0,0 1 0,0-1 0,0 1 0,0 0 0,1-1 0,-1 1 0,0 0 0,0 0 0,0 0 0,1 0 0,-1 0 0,1 1 0,-1-1 0,1 0 0,-1 1 0,1-1 0,0 1 0,-1-1 0,1 1 0,-1 2 0,-3 6 0,1-1 0,1 0 0,-1 1 0,2 0 0,-1-1 0,1 1 0,1 0 0,-1 0 0,2 13 0,0-7 0,1 0 0,0 0 0,1-1 0,1 1 0,6 17 0,-2-12 0,2 1 0,0-1 0,2 0 0,0-1 0,2 0 0,0-1 0,22 25 0,15 9 0,57 48 0,-25-25 0,-78-73 0,-1 1 0,1 0 0,-1 0 0,0 0 0,0 0 0,-1 0 0,4 8 0,-5-11 0,-1 0 0,1 0 0,-1 0 0,0 1 0,1-1 0,-1 0 0,0 0 0,0 0 0,0 1 0,0-1 0,0 0 0,0 0 0,0 1 0,0-1 0,-1 0 0,1 0 0,0 0 0,-1 1 0,1-1 0,-1 0 0,1 0 0,-1 0 0,0 0 0,1 0 0,-1 0 0,0 0 0,0 0 0,0 0 0,0 0 0,0-1 0,0 1 0,0 0 0,0 0 0,0-1 0,-1 1 0,-4 2 0,0-1 0,1 0 0,-1 0 0,0 0 0,0-1 0,0 0 0,-9 0 0,-46-1 0,35-1 0,7 2 0,0-2 0,0 0 0,-1-2 0,1 0 0,1-1 0,-35-11 0,52 15 0,1-1 0,-1 1 0,0 0 0,0-1 0,0 1 0,1-1 0,-1 1 0,0-1 0,1 1 0,-1-1 0,0 1 0,1-1 0,-1 0 0,1 1 0,-1-1 0,1 0 0,-1 1 0,1-1 0,-1 0 0,1 0 0,0 0 0,-1 1 0,1-1 0,0 0 0,0-1 0,0 0 0,0 0 0,0 1 0,1-1 0,-1 1 0,0-1 0,1 1 0,0-1 0,-1 1 0,1-1 0,0 1 0,0-1 0,2-1 0,2-3 0,0 0 0,1 0 0,0 1 0,11-8 0,1 2 53,21-10 0,-21 12-788,27-18-1,-35 20-6090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215 171 24575,'-17'-28'0,"-32"-45"0,43 64 0,0 1 0,-1 1 0,-1-1 0,1 1 0,-1 1 0,-10-8 0,17 13 0,-1 0 0,1 0 0,-1 0 0,0 0 0,1 0 0,-1 0 0,0 1 0,1-1 0,-1 1 0,0-1 0,0 1 0,0-1 0,1 1 0,-1 0 0,0 0 0,0 0 0,0 0 0,0 0 0,0 0 0,1 1 0,-1-1 0,0 1 0,0-1 0,0 1 0,1 0 0,-1-1 0,0 1 0,1 0 0,-1 0 0,1 0 0,-1 1 0,1-1 0,-1 0 0,1 0 0,0 1 0,0-1 0,-3 4 0,1 1 0,0 0 0,0 0 0,0 0 0,1 1 0,0-1 0,0 1 0,0-1 0,1 1 0,0 7 0,-1 11 0,2 0 0,1 0 0,1 0 0,1 0 0,1-1 0,11 38 0,7 4 0,33 67 0,-47-114 0,26 57 0,42 138 0,-65-144 0,0-3 0,-11-65 0,1-1 0,0 1 0,-1 0 0,1-1 0,0 1 0,0-1 0,0 1 0,0-1 0,0 1 0,0-1 0,0 1 0,1-1 0,-1 0 0,0 0 0,1 0 0,-1 0 0,1 0 0,-1 0 0,1 0 0,0 0 0,-1-1 0,1 1 0,0 0 0,-1-1 0,1 0 0,2 1 0,5 0 0,0 0 0,0-1 0,1 0 0,9-2 0,2 0 0,-11 2-101,5 0 179,0-1 0,17-4 0,-28 5-178,-1-1 0,1 0 0,-1 0 0,1 0 1,-1-1-1,1 1 0,-1-1 0,0 0 0,0 0 0,0 0 0,0 0 1,0-1-1,0 1 0,2-4 0,2-4-6726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24575,'-1'0'0,"1"0"0,0 0 0,-1 0 0,1 1 0,0-1 0,-1 0 0,1 0 0,0 0 0,0 0 0,-1 0 0,1 0 0,0 1 0,0-1 0,-1 0 0,1 0 0,0 0 0,0 1 0,-1-1 0,1 0 0,0 0 0,0 1 0,0-1 0,0 0 0,-1 1 0,1-1 0,0 0 0,0 0 0,0 1 0,0-1 0,0 0 0,0 1 0,0-1 0,0 0 0,0 1 0,0-1 0,0 0 0,0 1 0,0-1 0,0 0 0,0 1 0,0-1 0,0 0 0,0 0 0,1 1 0,-1-1 0,0 1 0,7 16 0,-6-16 0,5 13 0,1 0 0,1-1 0,1 0 0,0 0 0,0-1 0,1 0 0,1-1 0,0 0 0,0-1 0,1 0 0,0-1 0,1 0 0,25 13 0,-36-21 0,1 0 0,-1-1 0,0 1 0,1 0 0,-1-1 0,1 1 0,-1-1 0,1 0 0,-1 0 0,1 0 0,-1 0 0,4-1 0,-4 1 0,-1 0 0,0-1 0,1 1 0,-1-1 0,0 0 0,0 1 0,0-1 0,1 0 0,-1 0 0,0 0 0,0 1 0,0-1 0,0 0 0,-1 0 0,1-1 0,0 1 0,0 0 0,-1 0 0,1 0 0,0 0 0,-1-1 0,1 1 0,-1 0 0,1-2 0,28-119 0,-29 120 0,0 1 0,1 0 0,-1 0 0,0-1 0,1 1 0,-1 0 0,1 0 0,0-1 0,-1 1 0,1 0 0,0 0 0,0 0 0,0 0 0,0 0 0,0 0 0,0 0 0,0 0 0,0 1 0,0-1 0,0 0 0,0 1 0,2-2 0,-1 2 0,0 0 0,-1-1 0,1 1 0,0 0 0,0 0 0,0 1 0,0-1 0,0 0 0,-1 0 0,1 1 0,0-1 0,0 1 0,-1 0 0,3 1 0,5 3 0,0 0 0,0 1 0,-1 1 0,11 9 0,18 16-95,-6-6-328,-2 1-1,31 37 1,-49-50-6403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406 61 24575,'-31'-8'0,"-13"-2"0,-2-2 0,5 0 0,7 3 0,6 3 0,3 2 0,3 5 0,0 2 0,-1 0 0,-2 0 0,0 2 0,3 1 0,4-2-8191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7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1 111 24575,'11'-14'0,"2"0"0,-1 1 0,2 0 0,16-12 0,-24 21 0,0 0 0,0 1 0,1-1 0,-1 1 0,1 1 0,0-1 0,0 1 0,0 0 0,0 0 0,0 1 0,1 0 0,-1 1 0,10-1 0,-5 2 0,0 0 0,-1 1 0,1 0 0,0 1 0,0 0 0,-1 1 0,0 0 0,11 6 0,-18-8 0,0 0 0,0 1 0,0-1 0,-1 1 0,1 0 0,-1 0 0,0 1 0,1-1 0,-2 1 0,5 5 0,-6-6 0,1 0 0,-1 0 0,0 0 0,0 1 0,0-1 0,0 1 0,0-1 0,-1 1 0,1-1 0,-1 1 0,0-1 0,0 1 0,-1-1 0,1 1 0,-1 3 0,-2 2 0,1 1 0,-1-1 0,-1 0 0,0 0 0,0 0 0,-10 14 0,-38 45 0,-1 1 0,52-68 0,0 0 0,1 0 0,-1 0 0,0 0 0,1 1 0,-1-1 0,1 0 0,-1 0 0,1 1 0,-1-1 0,1 0 0,0 1 0,0-1 0,-1 0 0,1 1 0,0-1 0,1 1 0,-1-1 0,0 0 0,0 1 0,0-1 0,1 0 0,-1 1 0,1-1 0,0 2 0,1-1 0,-1 0 0,1-1 0,0 1 0,0 0 0,0-1 0,0 0 0,0 1 0,0-1 0,0 0 0,0 0 0,0 0 0,0-1 0,1 1 0,2 0 0,14 3 0,1-2 0,-1 0 0,1-1 0,32-3 0,-7 0 0,119 2-1365,-150 0-5461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24575,'9'-9'0,"0"0"0,1 1 0,0 0 0,0 0 0,1 1 0,21-11 0,-27 16 0,-1 1 0,1-1 0,0 1 0,0 0 0,0 0 0,0 0 0,0 1 0,0-1 0,1 1 0,-1 1 0,0-1 0,0 1 0,0 0 0,0 0 0,0 0 0,0 1 0,-1-1 0,1 1 0,0 0 0,4 3 0,1 2 0,0-1 0,0 2 0,-1-1 0,0 1 0,0 1 0,-1-1 0,0 1 0,-1 1 0,0-1 0,0 1 0,-1 1 0,0-1 0,-1 1 0,0 0 0,-1 0 0,0 1 0,-1-1 0,0 1 0,-1 0 0,0 0 0,-1 0 0,0 13 0,4 36 0,1 0 0,4 0 0,23 79 0,-19-86 0,28 122 0,-37-145 0,-1 1 0,-1-1 0,-3 54 0,0-78 0,0 1 0,-1-1 0,-1 0 0,1 0 0,-1 0 0,0 0 0,0 0 0,-1 0 0,0-1 0,0 1 0,-1-1 0,0 0 0,0 0 0,0 0 0,-1 0 0,0-1 0,0 0 0,0 0 0,-1 0 0,0-1 0,1 0 0,-2 0 0,-7 4 0,-76 28-1365,77-31-5461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5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24575,'0'0'0,"0"-1"0,-1 1 0,1 0 0,0 0 0,-1 0 0,1-1 0,0 1 0,-1 0 0,1 0 0,-1 0 0,1 0 0,0 0 0,-1 0 0,1 0 0,-1 0 0,1 0 0,0 0 0,-1 0 0,1 0 0,0 0 0,-1 0 0,1 0 0,-1 0 0,1 1 0,0-1 0,-1 0 0,1 0 0,-1 0 0,1 1 0,0 0 0,-1-1 0,1 1 0,0-1 0,-1 1 0,1 0 0,0-1 0,0 1 0,0 0 0,0-1 0,0 1 0,0 0 0,0-1 0,0 1 0,0 0 0,6 30 0,-5-26 0,32 96 0,-5-18 0,-12-23 0,-17-59-57,-2-3 199,-5-6-1592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6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32 24575,'-29'-3'0,"-14"-3"0,-2-1 0,1 1 0,2 2 0,7 1 0,3 1 0,6 1 0,0 3 0,4 2 0,-1 2 0,2 0 0,1 2 0,5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7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12 24575,'-9'-3'0,"0"1"0,-1 0 0,1 0 0,0 1 0,-1 0 0,1 0 0,-1 1 0,1 1 0,-1-1 0,1 1 0,-1 1 0,1 0 0,-12 4 0,15-4 0,0 1 0,0 0 0,0 0 0,1 0 0,-1 1 0,1 0 0,0 0 0,0 0 0,0 0 0,1 1 0,0 0 0,-1 0 0,2 0 0,-1 1 0,1-1 0,-1 1 0,2 0 0,-1 0 0,1 0 0,-3 8 0,1 6 0,1 0 0,1 0 0,1 0 0,0 0 0,4 30 0,-2-39 0,1 0 0,0-1 0,1 1 0,0-1 0,1 0 0,0 0 0,0 0 0,1 0 0,0-1 0,8 12 0,-1-6 0,-1-1 0,2 1 0,0-2 0,0 0 0,18 12 0,-22-18 0,1-1 0,0-1 0,0 0 0,0 0 0,0-1 0,1 0 0,0-1 0,0 0 0,0 0 0,17 0 0,-20-2 0,0-1 0,-1 0 0,1 0 0,-1-1 0,1 0 0,-1-1 0,11-3 0,-14 4 0,0-1 0,1 0 0,-1 0 0,0 0 0,0-1 0,0 1 0,-1-1 0,1 0 0,-1 0 0,1-1 0,-1 1 0,4-7 0,-4 5 0,0 0 0,0 0 0,-1 0 0,0-1 0,0 0 0,0 1 0,-1-1 0,0 0 0,0 1 0,0-1 0,-1 0 0,0 0 0,0 0 0,0 0 0,-1 1 0,-1-9 0,-4-9 0,0 1 0,-17-38 0,16 40 0,-11-21 0,-23-43 0,29 62 0,-1 1 0,-1 1 0,-27-30 0,40 49 6,0 0-1,0 0 1,0 0-1,0 0 0,0 0 1,0 0-1,-1 0 1,1 0-1,0 1 1,-1-1-1,1 0 1,0 1-1,-1-1 0,1 1 1,0-1-1,-1 1 1,1 0-1,-1 0 1,1 0-1,-1 0 1,-1 0-1,1 0-104,0 1 0,0 0 0,0 0 0,0-1 0,0 1 0,0 1 0,1-1 0,-1 0 0,0 0 0,1 1 0,-1-1 0,1 0 0,0 1 0,-2 2 0,-6 8-6727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24575,'-5'0'0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8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16 24575,'-2'0'0,"-17"-5"0,0 1 0,0 2 0,-31-2 0,45 4 0,0 0 0,-1 1 0,1-1 0,0 1 0,0 0 0,0 1 0,0-1 0,0 1 0,0 0 0,0 1 0,0-1 0,1 1 0,-1 0 0,1 0 0,0 0 0,0 0 0,0 1 0,-4 4 0,3-2 0,0 1 0,0-1 0,1 1 0,0 0 0,0 1 0,1-1 0,-4 11 0,6-16 0,0 1 0,1 0 0,-1 0 0,1 0 0,-1 0 0,1 0 0,0 0 0,0 0 0,0 0 0,1 0 0,-1 0 0,1 0 0,-1 0 0,1 0 0,0 0 0,0 0 0,1 0 0,-1-1 0,0 1 0,1 0 0,0-1 0,2 4 0,6 2 0,0 1 0,0-2 0,0 0 0,1 0 0,0-1 0,0 0 0,16 5 0,23 14 0,0 3 0,-1 3 0,46 37 0,-84-59 0,-3-4 0,-1 1 0,0 0 0,-1 1 0,1-1 0,5 9 0,-11-14 0,0 0 0,0 1 0,-1-1 0,1 0 0,0 1 0,-1-1 0,1 1 0,-1-1 0,1 1 0,-1-1 0,0 1 0,1-1 0,-1 1 0,0-1 0,0 1 0,0-1 0,0 1 0,0-1 0,-1 1 0,1-1 0,0 1 0,-1-1 0,1 1 0,-1-1 0,0 1 0,1-1 0,-1 0 0,0 1 0,0-1 0,0 0 0,0 1 0,0-1 0,0 0 0,0 0 0,0 0 0,-2 1 0,-2 1 0,0 0 0,0 0 0,0 0 0,-1-1 0,1 0 0,-1 0 0,1 0 0,-1-1 0,0 0 0,1 0 0,-1 0 0,-12-1 0,-3 0 0,0-1 0,-25-6 0,31 5 0,1-1 0,0 0 0,1-1 0,-23-10 0,32 13 0,1-1 0,0 0 0,-1 0 0,1-1 0,0 1 0,1 0 0,-1-1 0,0 0 0,1 0 0,-3-3 0,3 4 0,1 0 0,0 0 0,0-1 0,1 1 0,-1 0 0,0 0 0,1-1 0,-1 1 0,1 0 0,0-1 0,0 1 0,0 0 0,0-1 0,0 1 0,0 0 0,1-1 0,0-3 0,0 4 7,0 0-1,-1 1 0,1-1 0,0 1 1,0-1-1,0 1 0,0-1 1,0 1-1,0-1 0,0 1 1,0 0-1,1 0 0,-1-1 0,0 1 1,1 0-1,-1 0 0,1 0 1,1 0-1,1-1-218,0 1 0,0-1 0,0 1-1,0 1 1,0-1 0,7 0 0,2 0-6614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8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49 24575,'-2'-1'0,"-10"-9"0,-25-15 0,34 24 0,0-1 0,0 0 0,0 1 0,0 0 0,0 0 0,0 0 0,0 0 0,0 0 0,-1 1 0,1-1 0,0 1 0,-1 0 0,1 0 0,0 0 0,-6 1 0,7 0 0,0 0 0,0 0 0,0 1 0,-1-1 0,1 1 0,0-1 0,1 1 0,-1 0 0,0 0 0,0-1 0,1 1 0,-1 0 0,1 1 0,0-1 0,-1 0 0,1 0 0,0 1 0,0-1 0,1 0 0,-2 3 0,-1 6 0,1 0 0,0 0 0,-1 13 0,1-6 0,1-1 0,1 1 0,0 0 0,2 0 0,0-1 0,1 1 0,0-1 0,2 0 0,0 0 0,1 0 0,15 30 0,8 4 0,41 80 0,-58-105 0,-1 0 0,-2 1 0,9 33 0,-16-38 0,-1-17 0,-1-1 0,1 1 0,-1 0 0,1-1 0,3 7 0,-4-10 0,1 0 0,-1 0 0,1 1 0,0-1 0,0 0 0,0 0 0,0 0 0,0 0 0,0 0 0,0 0 0,0 0 0,0-1 0,0 1 0,0 0 0,0 0 0,1-1 0,-1 1 0,0-1 0,1 1 0,-1-1 0,0 0 0,2 1 0,18 1 0,0-1 0,0-1 0,33-4 0,-48 3 0,7 0 40,-1 0 0,25-7 0,-33 6-146,0 1 0,-1 0 0,1-1 0,0 0 0,-1 1 0,0-1-1,1-1 1,-1 1 0,0 0 0,0-1 0,0 0 0,0 0 0,4-5 0,-1-3-6720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24575,'1'4'0,"0"0"0,1-1 0,-1 1 0,1-1 0,0 0 0,0 1 0,0-1 0,0 0 0,1 0 0,2 3 0,-4-5 0,12 14 0,0-2 0,1 1 0,0-2 0,1 0 0,0-1 0,24 13 0,-37-23 0,0 0 0,0 0 0,0 0 0,0 0 0,0 0 0,0-1 0,0 1 0,1-1 0,-1 0 0,0 1 0,0-1 0,1 0 0,-1 0 0,0 0 0,0-1 0,0 1 0,1-1 0,-1 1 0,0-1 0,0 0 0,0 1 0,0-1 0,4-2 0,-4 1 0,0 0 0,1 0 0,-1 0 0,0 0 0,0 0 0,-1-1 0,1 1 0,0-1 0,-1 1 0,0-1 0,1 1 0,-1-1 0,0 0 0,0 1 0,0-1 0,-1 0 0,1-6 0,-1-27 0,-1 30 0,1 1 0,-1 0 0,1 0 0,1 0 0,-1-1 0,0 1 0,1 0 0,0 0 0,1 0 0,-1 0 0,3-6 0,-3 10 0,-1 0 0,1 1 0,0-1 0,-1 0 0,1 1 0,0-1 0,-1 1 0,1-1 0,0 0 0,0 1 0,-1 0 0,1-1 0,0 1 0,0-1 0,0 1 0,0 0 0,0 0 0,0 0 0,-1-1 0,1 1 0,0 0 0,0 0 0,0 0 0,0 0 0,0 0 0,0 1 0,0-1 0,0 0 0,0 0 0,-1 1 0,1-1 0,0 0 0,0 1 0,0-1 0,0 1 0,-1-1 0,2 1 0,4 3 0,-1 0 0,1 1 0,8 8 0,-10-10 0,158 141 0,-155-137-1365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25 24575,'-21'-5'0,"-9"-2"0,-2 0 0,1 2 0,4 4 0,4 2 0,3 4 0,3 0 0,1 3 0,3 0-8191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30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24575,'11'-12'0,"2"0"0,0 1 0,0 1 0,1 0 0,0 0 0,17-7 0,-27 15 0,1 0 0,-1 0 0,1 0 0,-1 1 0,1 0 0,-1 0 0,1 0 0,0 1 0,0-1 0,0 1 0,-1 0 0,1 0 0,0 1 0,0-1 0,-1 1 0,1 0 0,0 1 0,-1-1 0,1 1 0,-1 0 0,1 0 0,-1 0 0,0 1 0,0-1 0,0 1 0,4 4 0,-4-4 0,-1 1 0,1-1 0,-1 1 0,0-1 0,0 1 0,-1 0 0,1 0 0,-1 0 0,0 0 0,0 1 0,0-1 0,-1 0 0,0 1 0,0 0 0,0-1 0,0 1 0,0 0 0,-1-1 0,0 1 0,0 0 0,-1 7 0,-2 2 0,0-1 0,-1 0 0,-1-1 0,0 1 0,0-1 0,-10 16 0,3-8 0,-14 29 0,24-44 0,0 1 0,0 0 0,0-1 0,1 1 0,-1 0 0,0 11 0,2-15 0,0-1 0,0 0 0,0 0 0,1 0 0,-1 1 0,0-1 0,0 0 0,1 0 0,-1 0 0,1 0 0,-1 0 0,1 1 0,-1-1 0,1 0 0,0 0 0,-1-1 0,1 1 0,0 0 0,0 0 0,0 0 0,2 1 0,-1 0 0,0-1 0,1 0 0,-1 0 0,1 0 0,0 0 0,-1 0 0,1-1 0,0 1 0,3-1 0,4 1 0,0-1 0,-1-1 0,1 0 0,15-3 0,-16 2-151,0-1-1,0 0 0,0-1 0,-1 0 1,1 0-1,-1-1 0,0 0 1,9-8-1,-7 5-6674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3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24575,'27'-4'0,"1"1"0,-1 1 0,1 1 0,-1 1 0,40 6 0,-46-3 0,-1 2 0,0 0 0,0 1 0,0 0 0,-1 2 0,0 0 0,33 21 0,-40-21 0,-1 0 0,0 1 0,0 1 0,-1 0 0,0 0 0,-1 1 0,14 19 0,-21-26 0,0 0 0,0 1 0,-1-1 0,1 1 0,-1-1 0,0 1 0,0 0 0,0-1 0,0 7 0,-3 45 0,1-26 0,1-19 0,1 113 0,1-104 0,0 0 0,2 0 0,0 0 0,8 21 0,-6-23 0,1-1 0,1 0 0,1 0 0,0 0 0,1-1 0,0-1 0,2 0 0,0 0 0,0-1 0,2-1 0,16 14 0,-26-23 0,-1-2 0,0 0 0,-1 0 0,1 0 0,-1 0 0,3 5 0,-4-7 0,-1 1 0,0-1 0,0 1 0,1-1 0,-1 1 0,0-1 0,0 1 0,0-1 0,0 1 0,1 0 0,-1-1 0,0 1 0,0-1 0,0 1 0,0-1 0,0 1 0,-1-1 0,1 1 0,0-1 0,0 1 0,0-1 0,0 1 0,-1-1 0,1 1 0,0-1 0,0 1 0,-1-1 0,1 1 0,0-1 0,-1 0 0,1 1 0,0-1 0,-1 1 0,1-1 0,-1 0 0,1 1 0,-1-1 0,1 0 0,-1 0 0,1 1 0,-1-1 0,-10 5 0,0-1 0,0-1 0,0 0 0,-1 0 0,1-1 0,-16 1 0,2 0 0,-87 15-1365,80-12-5461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6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48 24575,'4'-17'0,"-4"13"0,1-1 0,0 1 0,1-1 0,2-7 0,-2 12 0,-1 4 0,0 6 0,-16 84 0,7-26 0,4-40 0,0 33 0,4 463 0,1-510 0,5 29 0,-4-34 0,-1 0 0,1 1 0,-2-1 0,1 0 0,-1 1 0,-1-1 0,-1 11 0,-4 20 0,2 1 0,1 0 0,5 59 0,-1-24 0,0-51 0,6 31 0,-3-31 0,0 30 0,-3-30 0,6 27 0,-4-27 0,1 28 0,-4-23 0,0 13 0,9 70 0,-4-63 0,-2 0 0,-4 60 0,0-32 0,1-50 0,-1 23 0,11 84 0,-8-118 0,0 0 0,-1 1 0,-1-1 0,-1 1 0,0-1 0,-5 22 0,1 1 0,2-1 0,3 77 0,2-43 0,-2 495 0,-1-553 0,0 0 0,-5 18 0,3-17 0,-2 26 0,5-26 0,1 120 0,2-120 0,1-1 0,0 0 0,1 0 0,1 0 0,8 15 0,-12-24-119,5 11 372,-11-12-565,-7-6-875,1-2-5639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8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24575,'17'-33'0,"-14"27"0,0-1 0,0 1 0,0 0 0,7-9 0,-10 15 0,0 0 0,0 0 0,0 0 0,0 0 0,1 0 0,-1-1 0,0 1 0,0 0 0,0 0 0,0 0 0,0 0 0,0 0 0,0 0 0,0 0 0,0 0 0,0 0 0,1 0 0,-1 0 0,0 0 0,0 0 0,0-1 0,0 1 0,0 0 0,0 0 0,0 0 0,1 0 0,-1 0 0,0 0 0,0 0 0,0 0 0,0 0 0,0 0 0,0 0 0,0 0 0,1 1 0,-1-1 0,0 0 0,0 0 0,0 0 0,0 0 0,0 0 0,0 0 0,0 0 0,0 0 0,1 0 0,-1 0 0,2 8 0,-1 8 0,-9 34 0,5-33 0,-3 28 0,-8 86 0,13-70 0,11 87 0,8 32 0,-11-111 0,5 103 0,-13 497 0,3-613 0,12 62 0,-7-62 0,1 60 0,-18 192 0,-11 40 0,21 225 0,1-550 0,7 36 0,-2-15 0,0-1 0,-1-10 0,0 40 0,-6-30 0,-1-28 0,2-1 0,0 1 0,0 0 0,5 23 0,2-20-1365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29 24575,'-2'-20'0,"0"12"0,1 8 0,1 0 0,0 0 0,0 0 0,0 0 0,0 0 0,0 0 0,-1 0 0,1 0 0,0 0 0,0 0 0,0 0 0,0 0 0,0 0 0,-1 0 0,1 0 0,0 0 0,0 0 0,0 0 0,0 0 0,0 0 0,0 0 0,-1 0 0,1 1 0,0-1 0,0 0 0,0 0 0,0 0 0,0 0 0,0 0 0,0 0 0,0 0 0,0 1 0,-1-1 0,1 0 0,0 0 0,0 0 0,0 0 0,0 0 0,0 0 0,0 1 0,0-1 0,0 0 0,0 0 0,0 0 0,0 0 0,0 1 0,-4 13 0,0 1 0,0-1 0,2 1 0,-2 23 0,0 203 0,5-142 0,-1 1157 0,32-852 0,-23-328 0,12 246 0,-22 586 0,2-890 0,2 0 0,0 0 0,1-1 0,12 33 0,-11-33 0,11 22 0,-11-28 0,0-1 0,5 19 0,-14-30-1365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2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24575,'1'0'0,"-1"-1"0,1 1 0,-1-1 0,1 1 0,0-1 0,-1 1 0,1-1 0,-1 1 0,1 0 0,0-1 0,0 1 0,-1 0 0,1-1 0,0 1 0,-1 0 0,1 0 0,0 0 0,0 0 0,-1 0 0,1 0 0,0 0 0,0 0 0,-1 0 0,2 0 0,-1 1 0,0-1 0,0 1 0,0-1 0,0 1 0,0 0 0,0-1 0,0 1 0,0 0 0,0 0 0,0 0 0,0 0 0,-1 0 0,2 1 0,0 2 0,0 1 0,0-1 0,0 0 0,-1 0 0,1 1 0,-1-1 0,1 5 0,4 38 0,-1-17 0,0 31 0,2 22 0,1 2 0,-18 285 0,2-185 0,1-24 0,0-24 0,-7 76 0,-2 49 0,16 1 0,1-117 0,1-87 0,12 66 0,1-5 0,-10-57 0,5 99 0,-10-131 0,8 229 0,24 8 0,-27-219 0,-3 1 0,-3 52 0,0-25 0,1-48-119,-2 64 372,1-78-628,-1 1 0,-1-1 1,-9 29-1,8-31-6451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29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40 24575,'-25'-36'0,"20"33"0,5 9 0,3 13 0,-3-17 0,32 176 0,-27-130 0,1 84 0,-6-180 0,-1 1 0,-17-94 0,16 130 0,-1-8 0,-2 0 0,-7-20 0,9 36 0,1 9 0,-1 16 0,2-14 0,-2 6 0,1 0 0,0 0 0,1 0 0,0 0 0,1 1 0,1-1 0,4 23 0,-4-35-195,-1 1 0,1 0 0,-1-1 0,0 1 0,0-1 0,0 5 0,-2 2-6631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29 24575,'1'19'0,"0"-1"0,1 1 0,1-1 0,1 0 0,1 0 0,9 25 0,-9-30 0,5 13 0,-1 0 0,-1 1 0,5 34 0,-12-61 0,-1 1 0,0 0 0,0-1 0,0 1 0,0-1 0,0 1 0,0 0 0,0-1 0,0 1 0,0-1 0,0 1 0,0 0 0,0-1 0,0 1 0,0-1 0,-1 1 0,1 0 0,0-1 0,-1 2 0,1-2 0,-1 0 0,1 0 0,-1 0 0,1 0 0,0-1 0,-1 1 0,1 0 0,0 0 0,-1 0 0,1 0 0,0 0 0,-1 0 0,1-1 0,0 1 0,-1 0 0,1 0 0,0-1 0,0 1 0,-1 0 0,1 0 0,0-1 0,-1 0 0,-14-21 0,3-3 0,1 0 0,1 0 0,2-1 0,-9-42 0,16 64 0,0-1 0,1 0 0,-1 0 0,1 0 0,0 0 0,1 0 0,-1 0 0,1 0 0,0 0 0,0 0 0,0 0 0,1 1 0,0-1 0,0 0 0,0 1 0,0-1 0,1 1 0,0 0 0,0 0 0,5-6 0,-4 6 0,1-1 0,0 1 0,0 0 0,1 0 0,-1 0 0,1 1 0,-1 0 0,1 0 0,0 0 0,0 1 0,0 0 0,1 0 0,-1 0 0,0 1 0,9-1 0,-10 2 0,-1 1 0,1-1 0,-1 1 0,0-1 0,0 1 0,1 1 0,-1-1 0,0 1 0,0-1 0,0 1 0,0 0 0,-1 1 0,1-1 0,-1 1 0,1-1 0,-1 1 0,5 6 0,2 0 0,-2 2 0,0-1 0,0 1 0,8 18 0,87 170 0,-100-192-1365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24575,'-3'0'0,"-3"0"0,-3 0 0,-3 2 0,-2 2 0,-1-1 0,0 2 0,-1 1 0,0-2 0,0-1 0,1-1 0,-1 0 0,1-2 0,2-2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0 24575,'-26'0'0,"-11"0"0,-1 0 0,2 0 0,5 0 0,3 0 0,3 0 0,4 0 0,2 3 0,3 0 0,3 0-8191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17 24575,'-33'-3'0,"-17"0"0,-2-1 0,2 2 0,8 0 0,8 1 0,7 0 0,5 1 0,5 0 0,2 0 0,1 0 0,0 0 0,3 0-8191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24575,'12'-10'0,"0"1"0,1 0 0,0 1 0,0 1 0,1 0 0,0 0 0,0 1 0,16-4 0,-22 8 0,1 0 0,0 1 0,-1 0 0,1 0 0,0 1 0,0 0 0,0 1 0,-1 0 0,1 0 0,0 1 0,-1 0 0,1 0 0,-1 1 0,1 0 0,10 6 0,-16-8 0,-1 1 0,0-1 0,0 0 0,0 1 0,0-1 0,0 1 0,0 0 0,0 0 0,0 0 0,-1 0 0,1 0 0,-1 0 0,0 0 0,1 0 0,-1 1 0,0-1 0,0 0 0,0 1 0,-1-1 0,1 1 0,0 3 0,-1-1 0,0-1 0,0 0 0,-1 1 0,1-1 0,-1 1 0,0-1 0,0 0 0,-1 0 0,1 1 0,-1-1 0,-4 6 0,-44 66 0,33-52 0,-27 51 0,30-43 0,13-29 0,0 0 0,0 0 0,1-1 0,-1 1 0,1 0 0,-1 0 0,1 0 0,0 0 0,0 4 0,0-6 0,1 0 0,-1 0 0,1 0 0,-1 0 0,1-1 0,-1 1 0,1 0 0,-1 0 0,1 0 0,0-1 0,-1 1 0,1 0 0,0-1 0,0 1 0,-1-1 0,1 1 0,0-1 0,0 1 0,0-1 0,0 0 0,0 1 0,-1-1 0,1 0 0,0 0 0,0 1 0,0-1 0,0 0 0,0 0 0,0 0 0,1 0 0,5-1 0,-1 1 0,1-1 0,9-3 0,-7 2 0,4 0 0,26-6 0,1 2 0,47-2 0,-70 8 60,32 3 0,-43-2-225,0 1 0,0-1 0,0 1 0,0 0 0,-1 0 0,1 0 0,-1 1 0,9 6 0,-4-2-6661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5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24575,'0'-3'0,"0"1"0,1 0 0,-1 0 0,1 0 0,-1 0 0,1 0 0,0 0 0,-1 0 0,1 0 0,0 0 0,2-2 0,-3 4 0,1 0 0,-1 0 0,0 0 0,0 0 0,0-1 0,0 1 0,0 0 0,1 0 0,-1 0 0,0 0 0,0 0 0,0 0 0,0 0 0,1 0 0,-1 0 0,0 0 0,0 0 0,0 0 0,1 0 0,-1 0 0,0 0 0,0 0 0,0 0 0,0 0 0,1 1 0,-1-1 0,0 0 0,0 0 0,0 0 0,0 0 0,0 0 0,1 0 0,-1 0 0,0 0 0,0 1 0,0-1 0,0 0 0,0 0 0,0 0 0,0 0 0,0 0 0,1 1 0,-1-1 0,5 9 0,-5-8 0,10 20 0,-1 0 0,7 30 0,10 23 0,-12-42 0,-1 0 0,22 36 0,-34-67 0,-1 1 0,1-1 0,0 1 0,1-1 0,-1 1 0,0-1 0,0 0 0,1 0 0,-1 1 0,0-1 0,1 0 0,-1-1 0,1 1 0,0 0 0,-1 0 0,1 0 0,0-1 0,-1 1 0,1-1 0,2 1 0,-1-1 0,0 0 0,-1 0 0,1-1 0,0 1 0,0-1 0,0 1 0,0-1 0,-1 0 0,1 0 0,0 0 0,3-3 0,3-1 0,1-2 0,-1 1 0,-1-1 0,1-1 0,8-10 0,-9 9 0,-1 0 0,0-1 0,-1 0 0,0 0 0,0 0 0,-1-1 0,5-13 0,-4 5 0,-1-1 0,-1 1 0,3-29 0,-6 55 0,0 0 0,0 0 0,0 0 0,1-1 0,0 1 0,4 8 0,-1-4-97,0 1-1,1-1 1,0 0-1,1 0 1,0-1-1,0 0 1,1 0-1,1-1 1,0 0-1,0 0 1,0-1-1,1 0 0,14 8 1,-10-9-6729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474 16 24575,'-399'-16'0,"396"16"0,-1 0 0,1 0 0,-1 1 0,0-1 0,1 1 0,-1 0 0,1 0 0,0 0 0,-1 0 0,1 1 0,0-1 0,0 1 0,-4 2 0,5-2 0,0 0 0,0 0 0,0 0 0,0 0 0,1 1 0,-1-1 0,1 1 0,-1-1 0,1 1 0,0-1 0,0 1 0,0 0 0,0 0 0,1-1 0,-1 1 0,0 5 0,1 0 0,0-1 0,0 1 0,1-1 0,0 1 0,0-1 0,0 0 0,1 1 0,0-1 0,1 0 0,5 10 0,4 7 0,26 36 0,-11-20 0,7 19 0,-3 1 0,-2 2 0,-3 0 0,-3 2 0,20 88 0,-39-124 0,-4-23 0,0 0 0,1 0 0,0 0 0,-1 0 0,2 0 0,-1 0 0,0-1 0,1 1 0,0-1 0,0 1 0,4 6 0,-4-10 0,1 1 0,-1-1 0,0 1 0,1-1 0,-1 0 0,1 0 0,-1 0 0,1 0 0,-1 0 0,1-1 0,0 1 0,-1-1 0,1 0 0,0 0 0,4 0 0,2 0 0,1-1 0,-1 0 0,11-2 0,-14 1-57,0 1 0,1-1 1,-1 0-1,0 0 0,0-1 0,0 0 0,-1 0 0,1-1 0,-1 1 0,1-1 0,-1 0 1,0-1-1,-1 1 0,1-1 0,-1 0 0,0 0 0,0 0 0,0-1 0,-1 1 1,0-1-1,0 0 0,0 0 0,2-7 0,-2 0-6769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24575,'-2'2'0,"1"0"0,0 0 0,-1 1 0,1-1 0,0 0 0,0 0 0,0 1 0,0-1 0,0 0 0,1 1 0,-1-1 0,1 1 0,-1-1 0,1 1 0,0-1 0,0 1 0,0-1 0,1 1 0,-1-1 0,0 1 0,1-1 0,0 1 0,0-1 0,-1 0 0,3 3 0,0 2 0,0 1 0,1-2 0,0 1 0,0 0 0,0-1 0,10 11 0,-9-12 0,0-1 0,1 1 0,-1-1 0,1 0 0,0 0 0,0-1 0,0 0 0,0 0 0,1 0 0,-1-1 0,1 1 0,-1-2 0,1 1 0,0-1 0,0 0 0,0 0 0,0-1 0,0 0 0,13-2 0,-17 2 0,0-1 0,-1 0 0,1 1 0,0-1 0,-1 0 0,1-1 0,0 1 0,-1 0 0,1-1 0,-1 0 0,0 1 0,0-1 0,1 0 0,-1 0 0,0 0 0,-1 0 0,1-1 0,0 1 0,1-4 0,3-4 0,-1-1 0,-1 0 0,6-17 0,-1-1 0,-8 28 0,-1 0 0,1 0 0,-1-1 0,1 1 0,-1 0 0,1 0 0,0 0 0,0 0 0,-1 0 0,1 0 0,0 0 0,0 0 0,0 0 0,0 0 0,0 1 0,0-1 0,0 0 0,0 1 0,1-1 0,-1 1 0,0-1 0,0 1 0,0-1 0,1 1 0,-1 0 0,0 0 0,1 0 0,-1-1 0,0 1 0,0 0 0,1 1 0,-1-1 0,0 0 0,1 0 0,-1 0 0,0 1 0,0-1 0,0 1 0,1-1 0,-1 1 0,1 0 0,7 4 0,-1 0 0,0 0 0,0 1 0,10 9 0,-9-7 0,42 40 0,-36-33 0,0-1 0,31 22 0,-37-31-1365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422 0 24575,'-33'0'0,"-17"0"0,-5 0 0,5 0 0,5 0 0,5 0 0,7 0 0,4 0 0,5 0 0,0 0 0,2 0 0,5 0-8191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24575,'-1'0'0,"0"1"0,1-1 0,-1 0 0,0 0 0,0 1 0,0-1 0,1 0 0,-1 1 0,0-1 0,1 1 0,-1-1 0,0 1 0,1-1 0,-1 1 0,1 0 0,-1-1 0,1 1 0,-1-1 0,1 1 0,-1 0 0,1 0 0,0-1 0,-1 1 0,1 0 0,0 0 0,0-1 0,0 1 0,0 0 0,-1 0 0,1 0 0,0 0 0,0-1 0,0 1 0,1 1 0,1 30 0,4-2 0,16 49 0,-12-49 0,24 82 0,-34-111 0,0 0 0,1 1 0,-1-1 0,1 0 0,-1 0 0,1 1 0,0-1 0,-1 0 0,1 0 0,0 0 0,0 0 0,0 0 0,0 0 0,0 0 0,0 0 0,0 0 0,0 0 0,0-1 0,0 1 0,0 0 0,1-1 0,-1 1 0,0-1 0,0 1 0,1-1 0,-1 1 0,0-1 0,1 0 0,-1 0 0,0 0 0,2 0 0,5 0 0,-1-1 0,0 0 0,1-1 0,12-3 0,-3 0 0,76-11 0,-67 14 0,-1-2 0,0-1 0,42-14 0,-65 18-136,0 0-1,1 0 1,-1 0-1,0 0 1,0 0-1,0-1 1,0 1-1,0 0 0,1-3 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7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24575,'0'11'0,"0"5"0,0 3 0,2 4 0,2 0 0,2-2 0,0 0 0,1 0 0,1-1 0,0 0 0,-1-2 0,2-2 0,-2 1 0,1-5 0,0 0 0,0-3 0,-1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8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24575,'146'-18'0,"-119"17"0,-1 0 0,0 2 0,41 7 0,-57-6 0,-1 0 0,0 0 0,0 1 0,0 0 0,0 1 0,-1 0 0,17 9 0,-22-10 0,1 0 0,0 0 0,-1 1 0,0-1 0,0 1 0,0-1 0,0 1 0,0 0 0,-1 0 0,0 0 0,0 0 0,0 1 0,0-1 0,-1 1 0,1-1 0,-1 1 0,1 7 0,1 23 0,-2 37 0,-2-51 0,1 1 0,1-1 0,0 1 0,2-1 0,11 41 0,139 334 0,-153-395 0,1 0 0,-1 1 0,1-1 0,-1 0 0,1 0 0,-1 1 0,0-1 0,1 0 0,-1 1 0,0-1 0,0 1 0,0-1 0,0 0 0,0 1 0,0-1 0,-1 0 0,1 1 0,0-1 0,-1 0 0,1 1 0,-1-1 0,1 0 0,-1 0 0,0 1 0,0-1 0,1 0 0,-1 0 0,0 0 0,0 0 0,0 0 0,0 0 0,0 0 0,0 0 0,0-1 0,-1 1 0,1 0 0,0-1 0,0 1 0,-1-1 0,-1 2 0,-7 1 0,0-1 0,0 0 0,0 0 0,-16 1 0,11-2 0,-8 2-119,-9 0-504,-56 14 0,71-12-6203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1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85 24575,'-5'6'0,"0"1"0,1-1 0,0 1 0,1 0 0,-5 10 0,7-15 0,1 1 0,-1 0 0,0 0 0,1-1 0,0 1 0,0 0 0,-1 0 0,2 0 0,-1 0 0,0-1 0,0 1 0,1 0 0,0 0 0,-1-1 0,1 1 0,0 0 0,3 4 0,2 3 0,1-1 0,0 0 0,1 0 0,0 0 0,0-1 0,1 0 0,0-1 0,0 0 0,19 10 0,-9-6 0,2-1 0,0-1 0,0-1 0,25 6 0,-37-11 0,1 0 0,1-1 0,-1-1 0,0 0 0,0 0 0,21-2 0,-29 0 0,1 1 0,0 0 0,-1-1 0,1 0 0,0 0 0,-1 0 0,1 0 0,-1 0 0,1 0 0,-1-1 0,0 1 0,1-1 0,-1 1 0,0-1 0,0 0 0,0 0 0,-1 0 0,1 0 0,0 0 0,-1-1 0,1 1 0,-1 0 0,0-1 0,1 1 0,-1-1 0,-1 1 0,1-1 0,0 0 0,-1 1 0,1-6 0,-1-33 0,0 34 0,-1 0 0,1 0 0,0 0 0,1 0 0,1-8 0,-2 15 0,0 0 0,0 0 0,0-1 0,0 1 0,0 0 0,0-1 0,1 1 0,-1 0 0,0-1 0,0 1 0,0 0 0,0 0 0,0-1 0,1 1 0,-1 0 0,0 0 0,0-1 0,1 1 0,-1 0 0,0 0 0,0 0 0,1 0 0,-1-1 0,0 1 0,1 0 0,-1 0 0,0 0 0,0 0 0,1 0 0,-1 0 0,0 0 0,1 0 0,-1 0 0,0 0 0,1 0 0,-1 0 0,0 0 0,1 0 0,-1 0 0,0 0 0,1 0 0,-1 0 0,0 0 0,0 0 0,1 0 0,-1 1 0,1-1 0,14 11 0,-11-7 0,14 10 0,0-1 0,1-1 0,0-1 0,0-1 0,1 0 0,1-1 0,0-1 0,0-2 0,29 7 0,-46-13 0,0 1 0,1-1 0,-1 1 0,0-1 0,1-1 0,-1 1 0,0-1 0,1 1 0,-1-1 0,0 0 0,0-1 0,0 1 0,0-1 0,0 0 0,0 0 0,0 0 0,-1 0 0,1-1 0,-1 1 0,1-1 0,-1 0 0,0 0 0,0 0 0,0 0 0,-1-1 0,1 1 0,-1-1 0,0 0 0,0 0 0,0 0 0,0 0 0,-1 0 0,1 0 0,-1 0 0,0 0 0,0-8 0,-1 7 0,0-1 0,-1 0 0,1 0 0,-1 1 0,-1-1 0,1 1 0,-1-1 0,0 1 0,0 0 0,-1 0 0,0 0 0,1 0 0,-2 0 0,1 0 0,-7-7 0,-3-2 0,-1 0 0,-1 1 0,-19-14 0,-41-22-1365,56 39-5461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1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24575,'29'86'0,"3"-1"0,45 80 0,-71-152 0,1-1 0,1-1 0,0 1 0,1-1 0,0-1 0,1 0 0,0 0 0,1-1 0,0 0 0,0 0 0,1-1 0,0-1 0,15 7 0,-23-12 0,0-1 0,0 0 0,0 0 0,1 0 0,-1 0 0,0 0 0,1-1 0,-1 0 0,0 0 0,8-1 0,-9 0 0,-1 1 0,1-1 0,-1 0 0,1 0 0,-1 0 0,0 0 0,0 0 0,0 0 0,0-1 0,0 1 0,0-1 0,0 1 0,0-1 0,0 0 0,0 0 0,-1 0 0,1 0 0,-1 0 0,3-4 0,1-8 0,-3 10 0,-1 0 0,1 0 0,0 0 0,5-7 0,-7 10 0,1 1 0,-1-1 0,1 0 0,0 1 0,0-1 0,-1 0 0,1 1 0,0-1 0,0 1 0,0-1 0,0 1 0,0-1 0,0 1 0,0 0 0,0-1 0,0 1 0,0 0 0,0 0 0,0 0 0,0-1 0,0 1 0,0 0 0,0 1 0,0-1 0,1 0 0,11 4 0,0 0 0,-1 1 0,20 10 0,-17-7 0,23 8 0,-10-8 0,0 0 0,0-2 0,35 3 0,-45-8 0,-1 0 0,0-2 0,1 1 0,-1-2 0,0 0 0,27-8 0,-38 8 0,0 0 0,0 0 0,-1 0 0,1-1 0,-1 0 0,10-7 0,-14 9 0,0 0 0,0 0 0,1 0 0,-2 0 0,1 0 0,0 0 0,0 0 0,0 0 0,0 0 0,-1-1 0,1 1 0,-1 0 0,1-1 0,-1 1 0,1 0 0,-1-1 0,0 1 0,1-1 0,-1 1 0,0-1 0,0 1 0,0 0 0,0-1 0,-1 1 0,1-1 0,0 1 0,0 0 0,-1-1 0,1 1 0,-1 0 0,1-1 0,-1 1 0,0 0 0,-1-3 0,-2 0 0,1-1 0,-1 1 0,0-1 0,-1 1 0,1 0 0,-1 1 0,0-1 0,0 1 0,0 0 0,-7-3 0,1 1 0,0 0 0,0 1 0,0 1 0,-16-3 0,25 5 0,0 1 0,0-1 0,1 1 0,-1 0 0,0 0 0,0 0 0,0 0 0,0 0 0,1 0 0,-1 1 0,0-1 0,0 1 0,1-1 0,-1 1 0,0 0 0,1-1 0,-1 1 0,-2 2 0,2-1 0,1-1 0,0 1 0,0 0 0,-1-1 0,1 1 0,0 0 0,1 0 0,-1 0 0,0 0 0,1 0 0,-1 0 0,1 0 0,-1 0 0,1 0 0,0 0 0,0 3 0,-1 0 0,1 0 0,0 0 0,0 0 0,1-1 0,0 1 0,-1 0 0,1 0 0,1-1 0,-1 1 0,1 0 0,0-1 0,0 1 0,0-1 0,0 0 0,1 0 0,0 0 0,0 0 0,0 0 0,0-1 0,1 1 0,-1-1 0,1 0 0,0 0 0,0 0 0,0 0 0,6 2 0,9 5 0,0-1 0,1-1 0,0-1 0,0-1 0,0 0 0,1-2 0,39 4 0,-25-6 0,-1-1 0,1-2 0,0-2 0,34-6 0,-57 6 0,0 0 0,-1 0 0,1-1 0,-1-1 0,0 0 0,-1 0 0,1-1 0,-1 0 0,0-1 0,0 0 0,-1-1 0,0 0 0,0 0 0,13-17 0,-17 17 0,-1 0 0,1 0 0,-2 0 0,1-1 0,-1 0 0,0 1 0,-1-1 0,0 0 0,0 0 0,-1 0 0,0 0 0,-1 0 0,0-1 0,-1-9 0,-2 13-1365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2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156 292 24575,'6'-17'0,"0"0"0,-2 0 0,0-1 0,0 0 0,-2 0 0,1-28 0,-3 40 0,0 0 0,-1 0 0,1 1 0,-1-1 0,-1 0 0,1 1 0,-1-1 0,0 1 0,0-1 0,0 1 0,-1 0 0,0 0 0,0 0 0,0 0 0,-1 1 0,0-1 0,0 1 0,0 0 0,0 0 0,0 0 0,-1 0 0,0 1 0,0 0 0,-5-3 0,4 3 0,0 1 0,0-1 0,-1 1 0,1 0 0,-1 1 0,1-1 0,-10 0 0,15 2 0,-1 0 0,0 0 0,0 0 0,0 0 0,0 0 0,0 1 0,1-1 0,-1 0 0,0 1 0,0-1 0,1 1 0,-1 0 0,0 0 0,1-1 0,-1 1 0,0 0 0,1 1 0,-1-1 0,1 0 0,0 0 0,-1 0 0,1 1 0,0-1 0,0 1 0,0-1 0,0 1 0,0 0 0,0-1 0,0 1 0,0 3 0,-1 2 0,1 0 0,0 0 0,0 1 0,1-1 0,0 0 0,0 0 0,1 1 0,0-1 0,0 0 0,1 0 0,0 0 0,0 0 0,0 0 0,1-1 0,0 1 0,1 0 0,-1-1 0,7 8 0,0 0 0,0-1 0,1-1 0,1 0 0,0 0 0,0-1 0,1 0 0,15 8 0,-13-10 0,1 0 0,0-1 0,1-1 0,0 0 0,0-1 0,1-1 0,-1-1 0,1 0 0,0-2 0,0 0 0,0-1 0,30-1 0,-41-1 24,-1 0 0,0 0 0,1 0 0,9-4 0,-14 4-138,1 0 0,-1 0-1,1-1 1,-1 1 0,1 0 0,-1-1-1,0 0 1,0 0 0,0 0 0,0 0-1,0 0 1,3-4 0,1-5-6712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3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356 549 24575,'-26'-7'0,"-53"-13"0,-111-14 0,185 34 0,0-1 0,-1 1 0,1 0 0,0 0 0,-9 2 0,13-2 0,0 0 0,0 1 0,0-1 0,0 0 0,0 1 0,0-1 0,0 1 0,0-1 0,0 1 0,1 0 0,-1-1 0,0 1 0,0 0 0,0 0 0,1-1 0,-1 1 0,0 0 0,1 0 0,-1 0 0,1 0 0,-1 0 0,1 0 0,-1 0 0,1 0 0,0 0 0,-1 0 0,1 0 0,0 0 0,0 0 0,0 0 0,0 1 0,0-1 0,0 1 0,0 2 0,1 1 0,0-1 0,0 0 0,0 1 0,1-1 0,0 0 0,-1 0 0,1 0 0,1 0 0,-1 0 0,0-1 0,1 1 0,0-1 0,0 1 0,0-1 0,0 0 0,1 0 0,3 3 0,9 5 0,0-1 0,31 16 0,-47-26 0,13 6 0,1 0 0,-1 0 0,1-2 0,0 0 0,23 4 0,-32-7 0,1-1 0,0 0 0,0 0 0,-1 0 0,1 0 0,0-1 0,8-2 0,-10 2 0,-1-1 0,0 1 0,0 0 0,0-1 0,0 0 0,0 0 0,0 0 0,-1 0 0,1 0 0,0 0 0,-1-1 0,0 1 0,4-6 0,-3 4 0,-1 0 0,0-1 0,0 0 0,0 1 0,-1-1 0,0 0 0,1 0 0,-2 0 0,1 1 0,-1-1 0,1 0 0,-1 0 0,0 0 0,-1 0 0,-1-9 0,-2-3 0,0 1 0,-2-1 0,-8-19 0,-12-17 0,-2 1 0,-38-53 0,-1 0 0,-12-37 0,73 133 0,6 9 0,0 0 0,0 0 0,0 0 0,0 0 0,0 0 0,0 0 0,-1 0 0,1 0 0,0 0 0,0 0 0,0 0 0,0 0 0,0 0 0,0 0 0,0 0 0,0 0 0,0 0 0,0 0 0,0 0 0,0 0 0,-1 0 0,1 0 0,0 0 0,0 0 0,0 0 0,0 0 0,0 0 0,0 1 0,0-1 0,0 0 0,0 0 0,0 0 0,0 0 0,0 0 0,0 0 0,0 0 0,0 0 0,0 0 0,0 0 0,0 0 0,0 0 0,0 1 0,0-1 0,0 0 0,0 0 0,0 0 0,0 0 0,0 0 0,0 0 0,0 0 0,0 0 0,0 0 0,0 0 0,0 0 0,0 1 0,5 20 0,9 22 0,2 0 0,1-1 0,35 59 0,44 47 0,-77-123 0,1 0 0,2-1 0,34 30 0,-52-51-273,-1 0 0,1-1 0,-1 1 0,7 2 0,0-1-6553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63 24575,'15'-2'0,"1"0"0,-1 1 0,0 1 0,1 1 0,16 2 0,-27-2 0,1 0 0,0 1 0,0 0 0,0 0 0,-1 0 0,1 1 0,-1 0 0,0 0 0,0 0 0,0 1 0,0 0 0,-1 0 0,1 0 0,-1 0 0,7 10 0,-5-5 0,0-1 0,-1 1 0,0 0 0,-1 1 0,0-1 0,0 1 0,-1 0 0,-1 0 0,1 0 0,-1 0 0,0 15 0,-2-24 0,0 1 0,0 0 0,0 0 0,-1-1 0,1 1 0,-1 0 0,1-1 0,-1 1 0,1 0 0,-1-1 0,0 1 0,0-1 0,0 1 0,0-1 0,0 0 0,0 1 0,-2 2 0,0-3 0,1 1 0,0-1 0,0 0 0,-1 1 0,1-1 0,-1 0 0,1 0 0,-1-1 0,0 1 0,-3 0 0,-4 0 0,1 0 0,-1-1 0,1-1 0,-1 1 0,-13-4 0,3 0 0,-1-1 0,1-1 0,1-1 0,-1 0 0,1-2 0,-33-20 0,49 27 0,0 0 0,0-1 0,0 1 0,1-1 0,-1 0 0,1 0 0,0 0 0,0 0 0,0-1 0,0 1 0,1 0 0,-1-1 0,1 1 0,-2-7 0,3 9 0,0-1 0,-1 1 0,1-1 0,0 1 0,0-1 0,0 1 0,0-1 0,0 0 0,1 1 0,-1-1 0,0 1 0,1-1 0,-1 1 0,1-1 0,0 1 0,-1 0 0,1-1 0,0 1 0,0 0 0,0-1 0,0 1 0,0 0 0,0 0 0,0 0 0,0 0 0,0 0 0,1 0 0,-1 0 0,0 0 0,1 0 0,-1 1 0,1-1 0,-1 1 0,0-1 0,1 1 0,3-1 0,-1 0 0,1 0 0,-1 1 0,1 0 0,-1 0 0,1 0 0,-1 0 0,1 1 0,0 0 0,-1 0 0,5 2 0,10 3 0,19 10 0,-7-2 0,14 3 0,72 25 0,-55-30 0,-32-8 0,-24-3 0,1 0 0,-1-1 0,0 0 0,1 0 0,-1-1 0,0 1 0,1-2 0,-1 1 0,0 0 0,0-1 0,0-1 0,0 1 0,-1-1 0,1 1 0,-1-2 0,1 1 0,-1-1 0,0 1 0,0-2 0,0 1 0,-1 0 0,0-1 0,0 0 0,0 0 0,0 0 0,-1 0 0,1-1 0,-2 1 0,1-1 0,0 0 0,-1 0 0,0 0 0,1-8 0,-2 9 0,-1-1 0,0 1 0,0-1 0,0 1 0,-1-1 0,0 1 0,0 0 0,0-1 0,0 1 0,-1 0 0,0 0 0,0 0 0,-6-9 0,6 11 0,0 0 0,0 0 0,0 1 0,-1-1 0,1 0 0,-1 1 0,0-1 0,0 1 0,0 0 0,0 0 0,0 0 0,0 1 0,-1-1 0,1 1 0,0-1 0,-1 1 0,1 0 0,-1 1 0,0-1 0,1 0 0,-6 1 0,8 0 0,-1 0 0,1 0 0,0 0 0,0 0 0,-1 0 0,1 1 0,0-1 0,0 1 0,-1-1 0,1 1 0,0-1 0,0 1 0,0-1 0,0 1 0,0 0 0,-1 0 0,1-1 0,1 1 0,-1 0 0,0 0 0,-1 2 0,0-1 0,1 1 0,0-1 0,0 1 0,0-1 0,0 1 0,0-1 0,1 1 0,-1 0 0,1-1 0,0 4 0,-1 0 0,2 1 0,-1-1 0,0 0 0,1 0 0,1 1 0,-1-1 0,1 0 0,4 10 0,-1-7 0,1 1 0,0-1 0,1-1 0,0 1 0,1-1 0,0-1 0,0 1 0,15 10 0,-10-9 0,1-1 0,0 0 0,0 0 0,1-2 0,21 8 0,-20-10 30,0 0 0,0-1 0,32 1 0,-39-4-195,1 0 0,-1 0 0,1-1 0,-1-1 0,1 1 0,-1-2 0,0 1 0,10-5 0,-6 1-6661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24575,'-4'5'0,"-1"0"0,2 1 0,-1 0 0,1 0 0,-1 0 0,2 0 0,-1 1 0,1-1 0,0 1 0,-2 10 0,3-12 0,1 1 0,0 0 0,0 0 0,1 0 0,0-1 0,0 1 0,0 0 0,0 0 0,1-1 0,0 1 0,0-1 0,6 9 0,1 2 0,2 0 0,0-1 0,15 14 0,14 21 0,-39-49 0,0 0 0,-1-1 0,1 1 0,0 0 0,-1 0 0,1 0 0,-1 0 0,1 0 0,-1 0 0,0 0 0,1 0 0,-1 0 0,0 0 0,0 0 0,0 0 0,0 0 0,0 0 0,0 0 0,0 0 0,0 2 0,-1-2 0,1 0 0,-1 0 0,1-1 0,-1 1 0,1 0 0,-1-1 0,0 1 0,0 0 0,1-1 0,-1 1 0,0-1 0,0 1 0,1-1 0,-1 0 0,0 1 0,0-1 0,0 0 0,-1 1 0,-7 1 0,1-1 0,0-1 0,0 1 0,-11-2 0,10 1 0,-239-2-1365,222 2-5461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24575,'3'5'0,"3"5"0,3 2 0,3 0 0,-1-2-8191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31 24575,'-3'-11'0,"0"0"0,0 4 0,0 6 0,1 5 0,1 5 0,0 4 0,1 1 0,0 2 0,0 1 0,0-4-8191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24575,'34'38'0,"-2"1"0,-2 2 0,-2 1 0,-2 1 0,-1 2 0,-3 0 0,-1 1 0,19 65 0,13 62 0,-53-172 0,0 0 0,1 0 0,-1 0 0,0 0 0,1 0 0,-1 0 0,1 0 0,-1 0 0,1 0 0,-1 0 0,1 0 0,0-1 0,-1 1 0,3 1 0,-3-2 0,0 0 0,0 0 0,1 0 0,-1 0 0,0 0 0,1 0 0,-1 0 0,0 0 0,1 0 0,-1 0 0,0 0 0,0 0 0,1-1 0,-1 1 0,0 0 0,0 0 0,1 0 0,-1 0 0,0-1 0,0 1 0,0 0 0,1 0 0,-1-1 0,0 1 0,0 0 0,0 0 0,0-1 0,1 1 0,-1 0 0,0 0 0,0-1 0,10-32 0,-10 30 0,5-16 0,-2 0 0,0 0 0,0-24 0,-3 39 0,0-1 0,0 0 0,-1 0 0,1 1 0,-1-1 0,0 1 0,0-1 0,-1 0 0,1 1 0,-1 0 0,0-1 0,0 1 0,0 0 0,-1 0 0,0 0 0,1 0 0,-1 1 0,-1-1 0,-3-2 0,4 3 0,0 1 0,0 1 0,-1-1 0,1 0 0,-1 1 0,0 0 0,1 0 0,-1 0 0,0 0 0,1 1 0,-1-1 0,0 1 0,-5 0 0,-6 1 0,0 1 0,-15 3 0,14-2 0,-71 12-1365,63-11-5461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24575,'5'33'0,"5"20"0,2 5 0,3-2 0,1-2 0,2-6 0,2-6 0,2-1 0,0-4 0,1-2 0,0-5 0,1-2 0,-1-3 0,-2-7 0,-5-5-8191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 32 24575,'-31'-2'0,"-16"-2"0,-4 1 0,-2 0 0,3-1 0,3-1 0,3 1 0,7 1 0,5 2 0,5 0 0,2 0 0,3 1 0,2 0 0,2 0 0,4 0-8191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6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24575,'-1'3'0,"0"1"0,0 0 0,0-1 0,0 1 0,0 0 0,1-1 0,0 1 0,-1 0 0,1 0 0,1-1 0,-1 1 0,0 0 0,1 0 0,0-1 0,0 1 0,0 0 0,1-1 0,-1 1 0,1-1 0,-1 0 0,1 1 0,0-1 0,1 0 0,-1 0 0,4 3 0,-2 0 0,1-1 0,1 0 0,-1 0 0,1-1 0,-1 1 0,1-1 0,0 0 0,1-1 0,-1 0 0,1 0 0,0 0 0,11 3 0,-12-5 0,0 0 0,0 0 0,1-1 0,-1 0 0,0 0 0,0 0 0,1-1 0,-1 1 0,0-2 0,0 1 0,0-1 0,6-2 0,-9 3 0,1-1 0,-1 0 0,0 0 0,0 0 0,0-1 0,0 1 0,0-1 0,0 0 0,-1 1 0,0-1 0,1 0 0,-1-1 0,0 1 0,0 0 0,-1 0 0,1-1 0,-1 1 0,1-1 0,-1 0 0,1-6 0,-1 4 0,-1 4 0,1 0 0,-1 0 0,0 0 0,1 0 0,0 1 0,-1-1 0,1 0 0,1-2 0,-2 4 0,0 0 0,0 0 0,1-1 0,-1 1 0,0 0 0,0 0 0,0 0 0,1 0 0,-1 0 0,0 0 0,0-1 0,0 1 0,1 0 0,-1 0 0,0 0 0,0 0 0,0 0 0,1 0 0,-1 0 0,0 0 0,0 0 0,1 0 0,-1 0 0,0 0 0,0 0 0,1 0 0,-1 1 0,10 6 0,42 63 0,-7-10 0,-43-58-195,1 1 0,-1-1 0,0 0 0,1 0 0,0 0 0,3 2 0,5 1-6631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6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202 330 24575,'0'1'0,"0"-1"0,0 0 0,0 0 0,0 0 0,0 0 0,0 0 0,0 0 0,0 0 0,0 0 0,0 0 0,0 0 0,0 1 0,0-1 0,0 0 0,0 0 0,0 0 0,0 0 0,0 0 0,0 0 0,0 0 0,0 0 0,-1 0 0,1 0 0,0 0 0,0 1 0,0-1 0,0 0 0,0 0 0,0 0 0,0 0 0,0 0 0,0 0 0,0 0 0,0 0 0,0 0 0,-1 0 0,1 0 0,0 0 0,0 0 0,0 0 0,0 0 0,0 0 0,0 0 0,0 0 0,0 0 0,0 0 0,-1 0 0,1 0 0,0 0 0,0 0 0,0 0 0,0 0 0,0 0 0,-7-5 0,-7-8 0,13 12 0,-90-105 0,76 86 0,1-2 0,1 0 0,-16-33 0,26 47 0,0 0 0,1 0 0,-3-12 0,5 18 0,-1 0 0,1 0 0,0 0 0,-1 0 0,1 0 0,0 0 0,0 0 0,1 0 0,-1 0 0,0 1 0,1-1 0,-1 0 0,1 0 0,-1 0 0,1 0 0,0 1 0,0-1 0,0 0 0,0 1 0,2-3 0,-2 3-52,0 1-1,0-1 1,0 1-1,0-1 1,0 1-1,0 0 1,0 0-1,0-1 1,0 1-1,0 0 1,0 0-1,0 0 1,0 0-1,0 0 1,0 0-1,0 1 1,0-1-1,0 0 1,0 0-1,0 1 1,0-1-1,0 1 1,0-1-1,0 1 0,1 0 1,8 5-6774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7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24575,'20'23'0,"-17"-19"0,1 1 0,0 0 0,0-1 0,0 1 0,1-1 0,0 0 0,0-1 0,0 1 0,0-1 0,9 5 0,-13-8 0,0 0 0,0 0 0,0 0 0,0 0 0,0 0 0,0 0 0,0 0 0,0 0 0,0 0 0,0 0 0,0-1 0,0 1 0,0 0 0,0-1 0,0 1 0,0-1 0,0 1 0,0-1 0,0 1 0,0-1 0,-1 1 0,1-1 0,0 0 0,0 0 0,-1 1 0,1-1 0,0 0 0,-1 0 0,1 0 0,-1 0 0,1 0 0,0-1 0,2-5 0,-1 0 0,1-1 0,2-11 0,-2 6 0,0 2 0,-2 6 0,0 0 0,1 0 0,0 0 0,0 0 0,2-5 0,-3 9 0,-1 0 0,1 1 0,0-1 0,-1 0 0,1 0 0,-1 1 0,1-1 0,0 0 0,0 1 0,-1-1 0,1 1 0,0-1 0,0 1 0,0-1 0,0 1 0,-1 0 0,1-1 0,0 1 0,0 0 0,0 0 0,0 0 0,0 0 0,0 0 0,0 0 0,0 0 0,0 0 0,0 0 0,0 0 0,0 0 0,-1 0 0,1 1 0,0-1 0,2 1 0,3 2 0,0 0 0,0 1 0,0 0 0,0 0 0,-1 0 0,6 6 0,30 33 0,-31-32 0,14 15-682,44 34-1,-59-53-6143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8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51 24575,'0'8'0,"-1"-1"0,0 1 0,0-1 0,0 1 0,-1-1 0,0 1 0,-3 6 0,4-11 0,0-1 0,0 1 0,0-1 0,-1 1 0,1-1 0,-1 0 0,1 0 0,-1 0 0,0 0 0,0 0 0,0 0 0,0 0 0,0-1 0,0 1 0,-1-1 0,1 1 0,0-1 0,-1 0 0,1 0 0,-1 0 0,0 0 0,-3 0 0,-3 0 0,0-1 0,0 0 0,0 0 0,0-1 0,1 0 0,-1-1 0,0 0 0,1 0 0,-1-1 0,-9-4 0,1-1 0,0-1 0,0-1 0,-25-18 0,38 25 0,1 0 0,-1 0 0,0-1 0,1 1 0,0-1 0,0 0 0,0 0 0,-3-6 0,6 9 0,-1 0 0,1 0 0,-1 0 0,1 0 0,0 0 0,-1 0 0,1 0 0,0 0 0,0 0 0,0 0 0,0-1 0,0 1 0,0 0 0,0 0 0,0 0 0,0 0 0,0 0 0,1 0 0,-1 0 0,1 0 0,-1 0 0,0-1 0,1 1 0,0 1 0,-1-1 0,1 0 0,-1 0 0,1 0 0,0 0 0,0 0 0,0 1 0,-1-1 0,1 0 0,0 1 0,0-1 0,0 0 0,0 1 0,0-1 0,0 1 0,2-1 0,4-1 0,-1 0 0,1 0 0,-1 1 0,1 0 0,0 0 0,-1 0 0,1 1 0,8 0 0,54 9 0,-68-9 0,41 10-1365,-25-5-5461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8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24575,'76'137'0,"-75"-136"0,0 1 0,0-1 0,0 0 0,0 0 0,0 1 0,0-1 0,0 0 0,0 0 0,0 0 0,1 0 0,-1-1 0,0 1 0,1 0 0,-1 0 0,0-1 0,1 1 0,-1-1 0,1 1 0,-1-1 0,3 1 0,-2-2 0,-1 1 0,0 0 0,1 0 0,-1-1 0,0 1 0,1-1 0,-1 1 0,0-1 0,1 0 0,-1 1 0,0-1 0,0 0 0,0 0 0,0 0 0,0 0 0,0 0 0,0 0 0,0 0 0,0 0 0,0 0 0,-1-1 0,2-1 0,17-42 0,-15 35 0,0 1 0,0-1 0,0 1 0,1 0 0,6-9 0,-9 16 0,1-1 0,-1 1 0,0 0 0,1 0 0,-1 0 0,1 0 0,-1 0 0,1 1 0,0-1 0,0 1 0,0-1 0,0 1 0,0 0 0,0 0 0,0 1 0,0-1 0,0 1 0,0-1 0,0 1 0,6 0 0,3 1 0,0 1 0,0 0 0,0 1 0,0 0 0,0 0 0,14 8 0,68 36 0,-60-28 0,-17-10-115,56 33 364,-66-37-416,-1-1 1,0 1-1,-1 0 1,1 0-1,-1 1 1,0 0-1,0 0 1,6 10-1,-5-3-6659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9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24575,'57'-75'0,"-48"64"0,1 1 0,1 0 0,0 0 0,17-11 0,-25 19 0,-1 0 0,1 1 0,1-1 0,-1 1 0,0 0 0,0-1 0,0 1 0,1 1 0,-1-1 0,0 0 0,1 1 0,-1 0 0,0 0 0,1 0 0,-1 0 0,4 1 0,-5-1 0,1 1 0,-1 0 0,0 0 0,0 0 0,0 0 0,0 0 0,0 0 0,0 1 0,0-1 0,0 1 0,0 0 0,0-1 0,-1 1 0,1 0 0,-1 0 0,1 0 0,-1 0 0,0 0 0,0 0 0,0 0 0,0 0 0,0 1 0,0 2 0,1 1 0,0 0 0,-1 1 0,0-1 0,0 1 0,-1-1 0,0 1 0,0-1 0,0 1 0,-1-1 0,0 1 0,-3 9 0,-1 1 0,-2 0 0,-15 28 0,12-24 0,8-18 8,0 1-1,1-1 1,-1 1-1,1-1 1,0 1-1,0 0 1,0-1-1,1 1 1,-1 0-1,1 0 1,0 0-1,0-1 1,1 1-1,-1 0 1,2 4-1,-1-4-121,1 0 0,-1 0-1,1 0 1,1 0 0,-1 0 0,0-1-1,1 1 1,0-1 0,0 1 0,0-1-1,0 0 1,6 4 0,4 3-6712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24575,'-3'3'0,"0"3"0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24575,'0'0'0,"-1"-1"0,1 0 0,-1 1 0,0-1 0,1 1 0,-1-1 0,0 1 0,1-1 0,-1 1 0,0-1 0,0 1 0,1 0 0,-1-1 0,0 1 0,0 0 0,0 0 0,1 0 0,-1 0 0,0-1 0,0 1 0,0 0 0,0 0 0,1 1 0,-1-1 0,0 0 0,0 0 0,0 0 0,0 0 0,1 1 0,-1-1 0,0 0 0,0 1 0,1-1 0,-1 1 0,0-1 0,0 1 0,1-1 0,-1 1 0,0 1 0,-1 0 0,1-1 0,-1 1 0,1 0 0,0 0 0,-1 1 0,1-1 0,0 0 0,1 0 0,-1 0 0,0 1 0,1-1 0,-1 0 0,1 3 0,0 3 0,0-1 0,1 1 0,0-1 0,0 1 0,1-1 0,5 14 0,21 43 0,-13-33 0,-2 0 0,15 29 0,-28-60 0,0 1 0,0-1 0,0 0 0,0 0 0,0 0 0,0 1 0,0-1 0,0 0 0,1 0 0,-1 0 0,0 1 0,0-1 0,0 0 0,0 0 0,0 0 0,0 0 0,0 0 0,0 1 0,1-1 0,-1 0 0,0 0 0,0 0 0,0 0 0,0 0 0,1 0 0,-1 1 0,0-1 0,0 0 0,0 0 0,0 0 0,1 0 0,-1 0 0,0 0 0,0 0 0,0 0 0,1 0 0,-1 0 0,0 0 0,0 0 0,0 0 0,1 0 0,-1 0 0,0 0 0,0 0 0,0 0 0,3-11 0,-2-20 0,-1 29 0,0-31 0,1-62 0,0 85 0,0 1 0,1-1 0,0 1 0,0 0 0,1-1 0,1 1 0,6-14 0,-8 21 0,-1-1 0,0 1 0,1 0 0,0 0 0,-1 0 0,1 0 0,0 0 0,0 1 0,0-1 0,0 1 0,0-1 0,1 1 0,-1-1 0,0 1 0,1 0 0,-1 0 0,4-1 0,-2 2 0,0-1 0,0 1 0,0 0 0,0 0 0,0 0 0,0 0 0,0 1 0,-1 0 0,1 0 0,6 2 0,0 1 0,0 0 0,0 1 0,0 0 0,-1 1 0,0 0 0,0 1 0,10 9 0,4 8 0,-1 1 0,-1 1 0,27 44 0,-44-64-195,0 0 0,-1 0 0,0 1 0,0-1 0,-1 1 0,4 13 0,-5-11-6631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8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4 24575,'-3'2'0,"-5"2"0,-5-4 0,-5-1 0,-2 0 0,0 0 0,0-1 0,-1 1 0,1 1 0,0-1 0,2 1 0,0 0 0,2 0 0,1 0 0,-1 0 0,1 0 0,3-2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95 24575,'-29'-13'0,"-14"-4"0,-5-2 0,0 3 0,7 3 0,3 4 0,7 4 0,4 3 0,3 1 0,3 2 0,3-1 0,4 1-8191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9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24575,'0'31'0,"-1"22"0,11 86 0,-5-71 0,-3-23 0,-2-44 0,0 0 0,0 1 0,1-1 0,-1 0 0,0 0 0,0 1 0,1-1 0,-1 0 0,1 0 0,-1 1 0,1-1 0,0 0 0,-1 0 0,1 0 0,0 0 0,0 0 0,0 0 0,0 0 0,0 0 0,0 0 0,0-1 0,0 1 0,0 0 0,0 0 0,0-1 0,0 1 0,0-1 0,1 1 0,-1-1 0,0 0 0,1 1 0,-1-1 0,2 0 0,4 0 0,0 0 0,0 0 0,0-1 0,0 0 0,8-3 0,-2 2 0,250-37 0,-253 39 0,6-2 0,1 0 0,-1 0 0,28-9 0,-42 10-72,0 0 1,-1 0-1,1 0 0,0 0 0,-1 0 0,1 0 0,0 0 0,-1 0 1,0-1-1,1 1 0,-1-1 0,0 1 0,0-1 0,1 1 0,-1-1 1,-1 0-1,1 1 0,1-4 0,1-7-6754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9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24575,'-6'31'0,"2"15"0,1 3 0,4-2 0,1-4 0,3-6 0,1-5 0,2-3 0,2-3 0,0-3 0,0-1 0,-1-2 0,-3-1 0,1-2 0,-1 0 0,1-2 0,-1-2-8191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4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24575,'1'22'0,"2"-1"0,1 0 0,0-1 0,11 33 0,-2-9 0,41 127 0,-48-157 0,-3-5 0,0-1 0,0 0 0,1-1 0,1 1 0,5 8 0,-9-15 0,1 1 0,-1 0 0,1-1 0,0 1 0,0-1 0,-1 1 0,1-1 0,0 0 0,0 0 0,0 0 0,0 0 0,1 0 0,-1 0 0,0 0 0,0-1 0,1 1 0,-1-1 0,0 0 0,0 0 0,1 0 0,-1 0 0,0 0 0,1 0 0,2-1 0,3-1 0,1 1 0,-1-2 0,0 1 0,0-1 0,0 0 0,0-1 0,0 0 0,-1 0 0,1-1 0,-1 1 0,0-2 0,-1 1 0,1-1 0,-1 0 0,0 0 0,-1-1 0,1 0 0,-1 0 0,-1 0 0,1 0 0,-1-1 0,-1 0 0,1 0 0,-1 0 0,-1 0 0,1 0 0,-1-1 0,-1 1 0,1-15 0,-1 5 0,-2-1 0,0 1 0,-1 0 0,-1-1 0,-1 1 0,0 1 0,-8-19 0,4 21 0,5 12 0,3 11 0,4 8 0,0 0 0,1 0 0,1 0 0,1-1 0,0 0 0,9 14 0,61 82 0,-50-75 0,-5-10-1365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5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61 24575,'-12'-9'0,"-1"0"0,-1 0 0,0 2 0,0 0 0,-16-6 0,26 11 0,0 1 0,0 0 0,1 0 0,-1 1 0,0-1 0,0 1 0,0-1 0,0 1 0,0 1 0,0-1 0,1 0 0,-1 1 0,0 0 0,0 0 0,0 0 0,1 0 0,-1 1 0,0-1 0,1 1 0,0 0 0,-1 0 0,1 0 0,0 1 0,0-1 0,0 1 0,-3 3 0,1 0 0,0 1 0,0 0 0,1 0 0,0 0 0,0 1 0,1-1 0,0 1 0,0 0 0,0 0 0,1 0 0,1 0 0,-2 10 0,1 9 0,1 1 0,4 36 0,0-38 0,1 1 0,1-1 0,10 33 0,33 75 0,-4-13 0,31 151 0,-71-252 0,-2-9 0,0-1 0,1 0 0,0 0 0,5 10 0,-7-18 0,0 0 0,0-1 0,0 0 0,1 1 0,-1-1 0,1 0 0,-1 0 0,1 1 0,-1-1 0,1 0 0,0 0 0,-1-1 0,1 1 0,0 0 0,0-1 0,0 1 0,-1-1 0,1 1 0,0-1 0,3 0 0,6 1 0,0-1 0,17-2 0,-11 1 0,17 1 0,-23 1 0,-1-1 0,0 0 0,0-1 0,0 0 0,12-3 0,-20 3-54,0 0-1,0 1 0,0-1 1,0 0-1,-1-1 1,1 1-1,0 0 0,-1 0 1,1-1-1,-1 1 1,0-1-1,1 1 0,-1-1 1,0 0-1,0 1 0,0-1 1,0 0-1,0 0 1,0 0-1,-1 0 0,1 0 1,-1 0-1,1 0 1,-1-2-1,2-9-6771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6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71 24575,'-3'-3'0,"0"-1"0,-1 1 0,0-1 0,1 0 0,-1-1 0,-4-8 0,8 13 0,0 0 0,0-1 0,0 1 0,-1 0 0,1-1 0,0 1 0,0 0 0,0-1 0,0 1 0,0 0 0,0-1 0,0 1 0,1 0 0,-1-1 0,0 1 0,0 0 0,0-1 0,0 1 0,0 0 0,0 0 0,1-1 0,-1 1 0,0 0 0,0 0 0,0-1 0,1 1 0,-1 0 0,0 0 0,0-1 0,1 1 0,-1 0 0,0 0 0,0 0 0,1 0 0,-1-1 0,0 1 0,1 0 0,-1 0 0,0 0 0,1 0 0,-1 0 0,0 0 0,1 0 0,16-2 0,-15 2 0,45 1 0,48 7 0,29 1 0,-78-8 0,72-3 0,-117 2 0,0 0 0,0 0 0,0 0 0,-1 0 0,1 0 0,0 0 0,0-1 0,0 1 0,-1 0 0,1 0 0,0-1 0,-1 1 0,1 0 0,0-1 0,0 1 0,-1-1 0,1 1 0,-1-1 0,1 1 0,0-2 0,-1 2 0,0-1 0,0 1 0,-1-1 0,1 1 0,-1 0 0,1-1 0,0 1 0,-1-1 0,1 1 0,-1 0 0,1-1 0,-1 1 0,1 0 0,-1-1 0,1 1 0,-1 0 0,1 0 0,-1 0 0,1 0 0,-1-1 0,0 1 0,1 0 0,-1 0 0,1 0 0,-1 0 0,1 0 0,-2 0 0,-28-2 0,-31 1 0,33 2 0,-43-6 0,7-1 70,42 5-787,-41-8-1,50 6-6108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7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28 24575,'0'-1'0,"-1"1"0,1-1 0,-1 0 0,0 1 0,1-1 0,-1 1 0,0-1 0,1 1 0,-1-1 0,0 1 0,1-1 0,-1 1 0,0 0 0,0-1 0,0 1 0,-1 0 0,2 0 0,0 0 0,0 0 0,-1 1 0,1-1 0,0 0 0,0 0 0,0 1 0,0-1 0,-1 0 0,1 0 0,0 1 0,0-1 0,0 0 0,0 1 0,0-1 0,0 0 0,0 1 0,0-1 0,0 0 0,0 1 0,0-1 0,0 0 0,0 1 0,0-1 0,0 0 0,0 1 0,1-1 0,8 30 0,100 239 0,-106-305 0,-3 32 0,0-10 0,0 0 0,0-1 0,1 1 0,1 0 0,6-26 0,0 18 0,-1-3 0,13-28 0,-17 47 0,0-1 0,1 1 0,0 0 0,0 0 0,0 1 0,0-1 0,1 1 0,0 0 0,7-6 0,-10 10 0,0-1 0,0 1 0,0-1 0,1 1 0,-1 0 0,0 0 0,1 0 0,-1 1 0,1-1 0,-1 0 0,1 1 0,-1 0 0,1-1 0,-1 1 0,1 0 0,-1 0 0,1 0 0,2 1 0,0 0 0,-1 1 0,0-1 0,0 1 0,1 0 0,-1 0 0,0 1 0,-1-1 0,1 1 0,5 4 0,3 5 0,1 1 0,-2 0 0,0 1 0,10 17 0,3 6 0,50 55 0,-66-84-1365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8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24575,'0'18'0,"-1"15"0,2 1 0,1-1 0,1 0 0,10 39 0,49 103 0,-59-165 0,1 0 0,-1 0 0,-1 0 0,2 15 0,-6-25 0,-2-5 0,-5-9 0,-6-12-1365,7 15-5461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8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0 24575,'-31'3'0,"-15"0"0,-6-2 0,2-2 0,6 0 0,6-1 0,4 1 0,5 0 0,2 1 0,4-1 0,2 4 0,3 0 0,2 3 0,0 0 0,4-1-8191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9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24575,'5'-3'0,"-1"-1"0,0 1 0,1 0 0,-1 1 0,1-1 0,0 1 0,0 0 0,0 0 0,0 0 0,0 1 0,1-1 0,-1 1 0,0 1 0,8-1 0,9 0 0,0 2 0,26 3 0,-39-2 0,60 6 0,115 30 0,-177-36 0,0 1 0,0-1 0,0 1 0,0 0 0,10 7 0,-16-9 0,0 0 0,0-1 0,0 1 0,0 0 0,0 0 0,0 0 0,0 0 0,-1 0 0,1 0 0,0 0 0,-1 0 0,1 0 0,-1 0 0,1 0 0,-1 0 0,1 0 0,-1 2 0,0-1 0,0-1 0,0 0 0,-1 1 0,1-1 0,0 0 0,-1 1 0,1-1 0,-1 0 0,0 0 0,1 0 0,-1 0 0,0 1 0,0-1 0,0 0 0,1 0 0,-1-1 0,0 1 0,0 0 0,-1 0 0,0 1 0,-9 5 0,-1 0 0,0 0 0,0-1 0,-25 8 0,1 1 0,35-15 0,-1 1 0,0 0 0,1-1 0,-1 1 0,0 0 0,1 0 0,-1 1 0,1-1 0,0 0 0,-1 0 0,1 1 0,0-1 0,0 0 0,0 1 0,0 0 0,0-1 0,0 1 0,-1 2 0,2-3 0,0 1 0,0 0 0,0-1 0,0 1 0,0-1 0,0 1 0,0 0 0,0-1 0,1 1 0,-1-1 0,1 1 0,-1-1 0,1 1 0,-1-1 0,1 1 0,0-1 0,0 1 0,0-1 0,0 0 0,0 0 0,1 2 0,12 10 0,1 0 0,0-1 0,1-1 0,0 0 0,32 16 0,29 19 0,-70-41 0,50 38 0,-50-36 0,0 0 0,0 0 0,0 0 0,-1 1 0,6 9 0,-11-16 0,-1 0 0,1 1 0,0-1 0,-1 1 0,1-1 0,0 1 0,-1-1 0,0 1 0,1-1 0,-1 1 0,0-1 0,0 1 0,0-1 0,0 1 0,0 0 0,0-1 0,-1 1 0,1-1 0,0 1 0,-2 2 0,1-2 0,-1 1 0,1-1 0,-1 1 0,0-1 0,1 0 0,-1 1 0,-1-1 0,1 0 0,0-1 0,-4 4 0,-2 0 0,-1 0 0,1-1 0,-1 0 0,0 0 0,-17 3 0,13-4 45,1-2-1,-18 1 1,-12 2-1544,27-1-5327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0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24575,'43'-5'0,"0"3"0,0 2 0,59 6 0,-95-5 0,-1 0 0,0 0 0,0 0 0,1 1 0,-1 0 0,0 1 0,9 4 0,-15-6 0,1 0 0,0-1 0,0 1 0,-1 1 0,1-1 0,-1 0 0,1 0 0,-1 0 0,1 0 0,-1 0 0,0 0 0,1 1 0,-1-1 0,0 0 0,0 0 0,0 0 0,0 1 0,0-1 0,0 1 0,-5 26 0,5-25 0,-28 150 0,26-128 0,0 0 0,2 0 0,1 0 0,5 30 0,11 37 0,5-2 0,57 152 0,-68-216 0,-5-13 0,-1 0 0,-1 0 0,6 24 0,-10-36 0,1 1 0,-1 0 0,0-1 0,0 1 0,0 0 0,0 0 0,-1-1 0,1 1 0,0 0 0,-1-1 0,1 1 0,-1 0 0,1-1 0,-1 1 0,0-1 0,0 1 0,0-1 0,0 0 0,0 1 0,0-1 0,0 0 0,0 1 0,-1-1 0,1 0 0,0 0 0,-1 0 0,1 0 0,0 0 0,-1-1 0,-2 2 0,-4 1 0,0 0 0,0-1 0,-1 0 0,-15 2 0,5-1 0,-5 0-455,0 0 0,-36-1 0,47-3-6371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4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54 24575,'-4'-4'0,"0"-1"0,-1 0 0,0 1 0,0-1 0,0 1 0,0 0 0,-1 0 0,1 1 0,-1 0 0,-12-6 0,17 9 0,0 0 0,1 0 0,-1 0 0,0 0 0,1-1 0,-1 1 0,0 0 0,0 0 0,1 0 0,-1 0 0,0 1 0,1-1 0,-1 0 0,0 0 0,1 0 0,-1 0 0,0 1 0,1-1 0,-1 0 0,0 1 0,1-1 0,-1 1 0,1-1 0,-2 1 0,1 1 0,1-1 0,-1 0 0,0 0 0,1 1 0,-1-1 0,1 0 0,-1 0 0,1 1 0,-1-1 0,1 1 0,0 2 0,0 2 0,0 0 0,0 1 0,1-1 0,1 9 0,2-3 0,0-1 0,0 1 0,1-1 0,0 0 0,1-1 0,0 1 0,1-1 0,0 0 0,1-1 0,0 0 0,0 0 0,1-1 0,0 0 0,1 0 0,-1-1 0,1 0 0,1-1 0,-1 0 0,1-1 0,19 7 0,-27-11 0,0 0 0,0 0 0,0-1 0,0 1 0,0-1 0,0 0 0,0 1 0,0-2 0,0 1 0,0 0 0,0 0 0,0-1 0,0 0 0,0 0 0,0 0 0,0 0 0,0 0 0,-1 0 0,1-1 0,0 1 0,-1-1 0,1 0 0,-1 0 0,0 0 0,4-4 0,-2 2 0,-1 0 0,0-1 0,0 1 0,0-1 0,-1 0 0,0 0 0,0 0 0,0 0 0,0 0 0,-1 0 0,0-1 0,0 1 0,0-10 0,-1-41 0,0 57 0,0-1 0,0 0 0,0 0 0,0 0 0,0 0 0,1 0 0,-1 1 0,0-1 0,0 0 0,0 0 0,0 0 0,0 0 0,0 0 0,0 0 0,1 1 0,-1-1 0,0 0 0,0 0 0,0 0 0,0 0 0,1 0 0,-1 0 0,0 0 0,0 0 0,0 0 0,0 0 0,1 0 0,-1 0 0,0 0 0,0 0 0,0 0 0,0 0 0,1 0 0,-1 0 0,0 0 0,0 0 0,0 0 0,0 0 0,1 0 0,-1 0 0,0-1 0,0 1 0,0 0 0,0 0 0,0 0 0,0 0 0,1 0 0,-1 0 0,0-1 0,0 1 0,0 0 0,0 0 0,0 0 0,0 0 0,0 0 0,0-1 0,0 1 0,0 0 0,1 0 0,-1 0 0,0 0 0,0-1 0,0 1 0,10 17 0,-6-11 0,2 4 0,1-1 0,1 0 0,0 0 0,0 0 0,1-1 0,0 0 0,1-1 0,-1 0 0,14 7 0,-16-10 0,0-1 0,1 0 0,-1 0 0,1-1 0,-1 0 0,1 0 0,0 0 0,0-1 0,0 0 0,-1-1 0,1 0 0,0 0 0,0-1 0,16-3 0,-20 3 0,-1 0 0,1 0 0,0-1 0,0 1 0,-1-1 0,1 0 0,-1 0 0,1-1 0,-1 1 0,0-1 0,0 1 0,0-1 0,0 0 0,-1 0 0,1 0 0,-1-1 0,0 1 0,0-1 0,0 1 0,0-1 0,0 0 0,1-5 0,-2 4 0,0 0 0,0 1 0,-1-1 0,1 1 0,-1-1 0,0 0 0,-1 1 0,1-1 0,-1 0 0,0 1 0,0-1 0,0 1 0,-1-1 0,1 1 0,-1 0 0,0-1 0,0 1 0,-1 0 0,-3-5 0,-2 0-195,-1 0 0,1 1 0,-1 0 0,-1 0 0,1 1 0,-16-8 0,7 5-6631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5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24575,'0'46'0,"2"1"0,3-1 0,1-1 0,20 71 0,-21-99 0,1 0 0,1-1 0,1 0 0,14 23 0,-2-11 0,28 33 0,-45-57 0,8 9 0,22 20 0,-31-31 0,1 0 0,0 0 0,-1 0 0,1 0 0,0 0 0,0 0 0,0-1 0,0 0 0,0 1 0,0-1 0,0 0 0,1-1 0,-1 1 0,0-1 0,6 1 0,-7-1 0,0-1 0,0 1 0,0-1 0,0 0 0,0 0 0,-1 1 0,1-1 0,0 0 0,0 0 0,-1-1 0,1 1 0,-1 0 0,1-1 0,-1 1 0,1-1 0,-1 1 0,0-1 0,0 1 0,0-1 0,0 0 0,0 0 0,0 0 0,0 1 0,0-4 0,3-5 0,-2 0 0,1 0 0,1-14 0,-3 20 0,-1 0 0,0 1 0,1 0 0,0 0 0,0 0 0,0 0 0,0 0 0,0 0 0,1 0 0,1-4 0,-2 7 0,0-1 0,0 0 0,0 0 0,0 0 0,0 0 0,0 1 0,0-1 0,0 0 0,0 1 0,0-1 0,0 1 0,0-1 0,1 1 0,-1 0 0,0-1 0,0 1 0,0 0 0,1 0 0,-1 0 0,0 0 0,0 0 0,1 0 0,-1 0 0,0 0 0,0 1 0,2 0 0,23 6 0,35 16 0,20 6 0,-62-24 0,1-1 0,40 3 0,-51-7 0,1 0 0,-1 0 0,1-1 0,-1 0 0,0-1 0,1 0 0,-1 0 0,13-5 0,-19 5 0,0 0 0,1 1 0,-1-1 0,0 0 0,0-1 0,-1 1 0,1 0 0,0-1 0,-1 0 0,1 0 0,-1 1 0,0-1 0,0-1 0,2-2 0,-3 4 0,-1 0 0,1 0 0,-1 1 0,1-1 0,-1 0 0,0 0 0,0 1 0,1-1 0,-1 0 0,-1 0 0,1 0 0,0 1 0,0-1 0,-1 0 0,1 0 0,0 0 0,-1 1 0,0-1 0,0 0 0,1 1 0,-1-1 0,0 1 0,0-1 0,0 1 0,0-1 0,-1 1 0,1 0 0,0-1 0,-3-1 0,-2-1 0,0-1 0,0 2 0,-1-1 0,1 1 0,-1-1 0,1 2 0,-11-4 0,13 5 0,0 0 0,-1 0 0,1 0 0,0 1 0,0 0 0,-1-1 0,1 1 0,0 1 0,-1-1 0,1 1 0,0 0 0,-1 0 0,-5 2 0,8-2 0,1-1 0,0 1 0,0-1 0,-1 1 0,1 0 0,0 0 0,0-1 0,0 1 0,0 0 0,0 0 0,0 0 0,0 0 0,0 1 0,0-1 0,1 0 0,-1 0 0,0 0 0,1 1 0,-1-1 0,1 0 0,-1 2 0,1-1 0,0 0 0,0 0 0,0 0 0,0 0 0,0 0 0,0 0 0,1 0 0,-1 0 0,1 0 0,0 0 0,-1 0 0,1 0 0,1 1 0,2 4 0,1-1 0,-1 0 0,1 0 0,0 0 0,0 0 0,10 6 0,1 0 0,1 0 0,0-1 0,1-1 0,0-1 0,1-1 0,0 0 0,0-1 0,23 5 0,-7-5 0,0-2 0,0-1 0,66-1 0,-65-2 0,-14-1 0,34-2 0,-50 1 0,-1 0 0,1 0 0,0 0 0,-1-1 0,1 0 0,-1 0 0,0 0 0,1-1 0,-1 1 0,8-7 0,-11 7 0,0 0 0,-1 1 0,1-1 0,-1 0 0,1 0 0,-1 0 0,0-1 0,0 1 0,0 0 0,0 0 0,0-1 0,-1 1 0,1 0 0,-1-1 0,1 1 0,-1-1 0,0 1 0,0 0 0,0-1 0,0 1 0,0-1 0,-1 1 0,1-1 0,-2-3 0,-2-6 0,0 0 0,0 1 0,-10-17 0,12 25 0,-9-16 0,-1 1 0,-1 1 0,0 0 0,-27-26 0,33 37-1365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6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140 277 24575,'7'-12'0,"42"-70"0,-42 69 0,-1 0 0,0 0 0,-1-1 0,4-20 0,-8 31 0,-1 0 0,1 0 0,-1 0 0,0 0 0,0 0 0,0 0 0,0 0 0,0 0 0,-1 0 0,1 0 0,-1 0 0,0 0 0,0 1 0,0-1 0,0 0 0,-1 0 0,1 1 0,-3-5 0,1 4 0,0 0 0,0 0 0,0 1 0,-1-1 0,1 1 0,0-1 0,-1 1 0,0 0 0,1 1 0,-1-1 0,0 1 0,-8-3 0,6 3 0,-1 0 0,1-1 0,0 2 0,-1-1 0,1 1 0,-1 0 0,1 0 0,-1 1 0,1 0 0,-1 0 0,1 0 0,-8 4 0,10-4 0,0 1 0,0 1 0,0-1 0,0 0 0,0 1 0,1 0 0,-1 0 0,1 0 0,0 0 0,0 1 0,0-1 0,0 1 0,0 0 0,1-1 0,0 1 0,-1 1 0,2-1 0,-3 4 0,2-1 0,-1 0 0,1 1 0,0-1 0,1 0 0,0 0 0,0 1 0,1-1 0,-1 1 0,2-1 0,-1 0 0,1 1 0,0-1 0,0 0 0,1 1 0,0-1 0,1 0 0,-1 0 0,1-1 0,1 1 0,-1 0 0,1-1 0,0 0 0,1 0 0,-1 0 0,1 0 0,0-1 0,9 7 0,3 1 0,1-1 0,1 0 0,-1-2 0,2 0 0,25 9 0,4-3 0,52 11 0,-96-26-227,-1 0-1,1 0 1,-1 0-1,1-1 1,4 0-1,2-2-6598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6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105 505 24575,'-7'4'0,"1"0"0,-1 1 0,1-1 0,0 1 0,1 0 0,-1 1 0,1-1 0,0 1 0,-4 6 0,7-9 0,0 0 0,1 0 0,0 0 0,-1-1 0,1 1 0,0 0 0,0 0 0,1 1 0,-1-1 0,1 0 0,-1 0 0,1 0 0,0 0 0,0 0 0,1 1 0,-1-1 0,1 0 0,-1 0 0,1 0 0,0 0 0,0 0 0,0 0 0,1 0 0,1 3 0,1 0 0,0 0 0,1 0 0,-1-1 0,1 1 0,0-1 0,1-1 0,-1 1 0,1-1 0,0 0 0,0 0 0,0 0 0,1-1 0,-1 0 0,1 0 0,0-1 0,0 0 0,0 0 0,0 0 0,8 0 0,-13-2 0,-1 0 0,1 0 0,0 0 0,-1 0 0,1-1 0,-1 1 0,1 0 0,0-1 0,-1 1 0,1-1 0,-1 1 0,1-1 0,-1 0 0,0 0 0,1 0 0,-1 0 0,0 0 0,3-2 0,-3 1 0,1 0 0,0-1 0,-1 1 0,1-1 0,-1 1 0,0-1 0,0 1 0,0-1 0,1-5 0,0-5 0,-1 1 0,0-1 0,-2-23 0,0 29 0,-1-18 0,-1 0 0,-12-45 0,-22-48 0,33 109 0,-27-80 0,-81-159 0,112 247 0,0 1 0,0-1 0,-1 0 0,1 1 0,0-1 0,-1 1 0,1-1 0,0 0 0,-1 1 0,1-1 0,0 1 0,-1-1 0,1 1 0,-1-1 0,1 1 0,-1 0 0,0-1 0,1 1 0,-2-1 0,2 13 0,8 22 0,72 201 0,-55-177 0,63 105 0,-70-135-682,29 33-1,-30-41-6143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71 24575,'16'-10'0,"52"-28"0,-60 34 0,1 0 0,-1 1 0,1 0 0,0 1 0,0 0 0,10-2 0,-18 4 0,1 0 0,-1 0 0,1 0 0,0 0 0,-1 0 0,1 0 0,-1 1 0,1-1 0,-1 0 0,1 1 0,-1-1 0,1 1 0,-1 0 0,1-1 0,-1 1 0,0 0 0,0 0 0,3 2 0,-3-2 0,1 1 0,-1 0 0,1 0 0,-1 0 0,0 1 0,0-1 0,0 0 0,0 0 0,0 1 0,0-1 0,0 3 0,0 6 0,0 1 0,0-1 0,-1 1 0,-1 13 0,0-13 0,1 5 0,0-9 0,0-1 0,0 1 0,-1-1 0,0 1 0,-3 10 0,3-16 0,0 0 0,0-1 0,1 1 0,-1 0 0,0-1 0,0 1 0,-1-1 0,1 1 0,0-1 0,0 1 0,-1-1 0,1 0 0,-1 1 0,1-1 0,-1 0 0,0 0 0,1 0 0,-1-1 0,0 1 0,0 0 0,1-1 0,-1 1 0,0-1 0,0 1 0,0-1 0,-3 0 0,-1 1 0,0-2 0,-1 1 0,1-1 0,0 1 0,0-2 0,-1 1 0,1-1 0,0 0 0,0 0 0,1 0 0,-1-1 0,0 0 0,1 0 0,-1-1 0,1 0 0,-8-7 0,5 4 0,1-1 0,0 1 0,1-1 0,-1-1 0,1 1 0,1-1 0,0 0 0,0-1 0,-5-13 0,10 21-68,-1 0 0,0 1-1,1-1 1,-1 0 0,1 0 0,-1 1-1,1-1 1,0 0 0,0 0 0,0 0-1,0 0 1,0 1 0,0-1 0,0 0-1,1 0 1,-1 0 0,1 1 0,-1-1-1,2-2 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1 334 24575,'52'-28'0,"-6"4"0,66-46 0,-107 67 0,0-1 0,-1 0 0,0 0 0,0 0 0,0-1 0,0 1 0,-1-1 0,1 0 0,-1 0 0,-1 0 0,1-1 0,3-8 0,-5 10 0,0 0 0,-1 0 0,1 0 0,-1 0 0,1 0 0,-1-1 0,-1 1 0,1 0 0,0 0 0,-1 0 0,0 0 0,0 0 0,0 0 0,-1 0 0,1 0 0,-1 0 0,0 0 0,-4-5 0,2 4 0,0 0 0,-1 0 0,1 0 0,-1 1 0,0-1 0,0 1 0,-1 1 0,1-1 0,-1 1 0,0 0 0,0 0 0,0 1 0,0-1 0,-1 1 0,1 1 0,-1-1 0,1 1 0,-8 0 0,10 0 0,1 1 0,0 0 0,-1 0 0,1 0 0,-1 1 0,1-1 0,-1 1 0,1 0 0,0 0 0,-1 0 0,1 0 0,0 0 0,0 1 0,0-1 0,0 1 0,0 0 0,0 0 0,0 0 0,1 1 0,-1-1 0,1 0 0,0 1 0,-1 0 0,1-1 0,0 1 0,1 0 0,-1 0 0,0 0 0,1 1 0,0-1 0,0 0 0,0 0 0,0 1 0,0-1 0,0 5 0,1-2 0,0-1 0,0 0 0,1 1 0,-1-1 0,1 0 0,0 1 0,1-1 0,-1 0 0,1 0 0,0 0 0,1 0 0,-1 0 0,1-1 0,0 1 0,0-1 0,0 0 0,8 8 0,4 3 0,1 0 0,0-1 0,20 13 0,-7-7 0,35 18 0,-54-32 0,1-1 0,0 0 0,0-1 0,1 0 0,-1-1 0,1 0 0,12 1 0,-19-4 11,0 0 0,-1 0 0,1-1 0,-1 1 0,0-1 0,1 0-1,-1 0 1,1-1 0,-1 1 0,6-4 0,-3 1-308,1-1 0,-1 1 0,-1-1 0,11-10 0,-5 3-6529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 24575,'-5'-1'0,"-1"0"0,0 1 0,0-1 0,1 1 0,-1 1 0,0-1 0,0 1 0,-7 2 0,11-3 0,0 1 0,1-1 0,-1 1 0,0 0 0,1 0 0,-1 0 0,1 0 0,-1 0 0,1 0 0,-1 0 0,1 0 0,0 0 0,-1 1 0,1-1 0,0 1 0,0-1 0,0 1 0,0-1 0,1 1 0,-1 0 0,0-1 0,0 1 0,1 0 0,0-1 0,-1 1 0,1 0 0,0 0 0,-1 0 0,1-1 0,1 4 0,-1 3 0,1 0 0,1 0 0,0 0 0,0 0 0,0 0 0,1 0 0,7 13 0,32 49 0,-18-38 0,-18-26 0,0 1 0,0 0 0,-1 1 0,-1-1 0,1 1 0,5 14 0,-10-20 0,1-1 0,-1 0 0,0 1 0,1-1 0,-1 1 0,0-1 0,0 0 0,0 1 0,-1-1 0,1 1 0,0-1 0,0 0 0,-1 1 0,1-1 0,-1 1 0,1-1 0,-1 0 0,1 0 0,-2 2 0,0 0 0,0-1 0,0 0 0,0 0 0,0 0 0,-1 0 0,1 0 0,0-1 0,-6 4 0,-2-1 0,0 0 0,0 0 0,0-1 0,-13 2 0,-35 4-455,0-2 0,-70-2 0,94-5-6371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24575,'-2'2'0,"1"4"0,4 4 0,3 2 0,5-1 0,1 0 0,0-1-8191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43 24575,'-3'-13'0,"0"-2"0,-1 5 0,2 6 0,0 6 0,1 9 0,0 4 0,1 3 0,0-2-8191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0 24575,'32'27'0,"51"56"0,-69-67 0,-2 0 0,0 0 0,0 2 0,-2-1 0,15 33 0,-18-26 0,0-1 0,6 48 0,-8-41 0,10 35 0,-12-55 0,1-1 0,0 1 0,0-1 0,1 0 0,7 10 0,-10-16 0,0 0 0,1 0 0,-1 0 0,1 0 0,0 0 0,-1-1 0,1 1 0,1-1 0,-1 0 0,0 0 0,0 0 0,1 0 0,-1 0 0,1-1 0,0 0 0,7 2 0,-9-3 0,0 0 0,0 0 0,0 0 0,0 0 0,0 0 0,0 0 0,0-1 0,0 1 0,0-1 0,0 1 0,-1-1 0,1 0 0,0 0 0,0 0 0,0 0 0,2-2 0,-1 0 0,0 1 0,-1-1 0,1 0 0,-1 0 0,0 0 0,1 0 0,-2 0 0,4-6 0,-2 2 0,0-1 0,-1 1 0,0-1 0,0 1 0,-1-1 0,0 0 0,0 1 0,-1-12 0,0 16 0,-1 1 0,1-1 0,-1 0 0,0 1 0,1-1 0,-1 0 0,-1 1 0,1-1 0,0 1 0,-1-1 0,1 1 0,-1 0 0,1 0 0,-1 0 0,0 0 0,0 0 0,0 0 0,0 0 0,-1 0 0,1 1 0,0-1 0,-1 1 0,1 0 0,-1 0 0,1 0 0,-4-1 0,-7-2 0,0 1 0,0 0 0,-1 1 0,-13-1 0,17 2 0,-147-6 120,125 8-615,0 2 0,-58 11 0,70-9-6331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24575,'21'58'0,"18"52"0,60 117 0,-78-187-119,37 67 370,-50-95-465,0 0 0,1-1 0,0 0 0,0-1 1,1 0-1,16 13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9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 24575,'-31'3'0,"-13"0"0,-1 0 0,4 0 0,7 1 0,6 1 0,5-1 0,5-1 0,4-1-8191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0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0 160 24575,'41'51'0,"-17"-19"0,53 53 0,-73-81 0,1 0 0,0 0 0,0 0 0,0-1 0,0 0 0,8 4 0,-11-7 0,-1 1 0,0-1 0,0 1 0,1-1 0,-1 0 0,0 1 0,1-1 0,-1 0 0,0 0 0,1 0 0,-1 0 0,1 0 0,-1 0 0,0-1 0,1 1 0,-1 0 0,0-1 0,0 1 0,1-1 0,-1 1 0,0-1 0,0 0 0,0 1 0,1-1 0,-1 0 0,0 0 0,0 0 0,0 0 0,-1 0 0,1 0 0,0 0 0,0 0 0,0 0 0,0-2 0,2-3 0,0 0 0,0 0 0,-1-1 0,0 1 0,0-1 0,-1 0 0,0 0 0,1-8 0,-2 0 0,0 1 0,-3-27 0,2 40 0,1 0 0,0 0 0,0 0 0,0 0 0,-1-1 0,1 1 0,0 0 0,1 0 0,-1 0 0,0 0 0,0 0 0,0-1 0,1 1 0,-1 0 0,0 0 0,1 0 0,-1 0 0,1 0 0,0 0 0,-1 0 0,1 0 0,0 0 0,1-1 0,-1 1 0,0 1 0,1-1 0,-1 1 0,1-1 0,-1 1 0,0 0 0,1-1 0,-1 1 0,1 0 0,-1 0 0,1 0 0,-1 0 0,1 0 0,-1 0 0,3 1 0,6 2 0,0 0 0,0 1 0,18 9 0,-26-12 0,161 67 0,-102-45 0,-61-23 0,0 0 0,0 0 0,0 0 0,0 0 0,0 0 0,1 0 0,-1 0 0,0 0 0,0 0 0,0 0 0,0 0 0,0 0 0,0 0 0,0 0 0,1 0 0,-1 0 0,0 0 0,0 0 0,0 0 0,0 0 0,0 0 0,0 0 0,0 0 0,1 0 0,-1 0 0,0 0 0,0 0 0,0 0 0,0 0 0,0 0 0,0 0 0,0 0 0,0 0 0,1 0 0,-1 0 0,0-1 0,0 1 0,0 0 0,0 0 0,0 0 0,0 0 0,0 0 0,0 0 0,0 0 0,0 0 0,0 0 0,0-1 0,0 1 0,0 0 0,0 0 0,0 0 0,0 0 0,0 0 0,-2-10 0,-9-13 0,10 22 0,-12-22 0,2-1 0,-15-41 0,23 53 0,0-1 0,0 1 0,1-1 0,1 1 0,0-1 0,0 0 0,3-20 0,-2 32 0,0 1 0,0-1 0,0 0 0,0 0 0,1 0 0,-1 0 0,0 0 0,0 0 0,1 0 0,-1 1 0,0-1 0,1 0 0,-1 0 0,1 0 0,-1 1 0,1-1 0,0 0 0,-1 1 0,1-1 0,0 0 0,-1 1 0,1-1 0,1 0 0,0 1 0,-1-1 0,0 1 0,1 0 0,-1 0 0,0 0 0,1 0 0,-1 0 0,0 0 0,1 0 0,-1 1 0,0-1 0,0 0 0,1 1 0,1 0 0,5 3 0,0 0 0,0 1 0,13 10 0,-18-12 0,27 22 0,52 55 0,-66-62 0,-13-15 0,0 0 0,1 0 0,-1 0 0,1 0 0,-1 0 0,1-1 0,5 3 0,-8-5 0,0 1 0,0-1 0,1 1 0,-1-1 0,0 0 0,0 0 0,1 1 0,-1-1 0,0 0 0,1 0 0,-1 0 0,0-1 0,0 1 0,1 0 0,-1 0 0,0-1 0,0 1 0,1-1 0,-1 1 0,0-1 0,0 1 0,0-1 0,0 0 0,0 1 0,0-1 0,0 0 0,0 0 0,0 0 0,1-1 0,2-3 0,0 0 0,1 1 0,0-1 0,-1 1 0,1 0 0,6-4 0,-9 7 0,0 1 0,0-1 0,0 0 0,1 0 0,-1 1 0,0-1 0,0 1 0,0 0 0,0 0 0,0 0 0,1 0 0,-1 0 0,0 0 0,0 0 0,0 1 0,0-1 0,0 1 0,1 0 0,-1-1 0,0 1 0,3 2 0,-3-1 0,0-1 0,0 0 0,0 0 0,0 0 0,0 0 0,0-1 0,0 1 0,0 0 0,0-1 0,0 1 0,0-1 0,0 0 0,0 0 0,1 0 0,-1 0 0,0 0 0,0 0 0,0-1 0,0 1 0,0-1 0,0 1 0,0-1 0,0 0 0,0 0 0,0 0 0,3-1 0,1-1 0,1 0 0,-1 1 0,0-1 0,1 2 0,0-1 0,0 1 0,-1 0 0,1 0 0,0 1 0,0 0 0,0 0 0,11 2 0,6 2 0,0 2 0,26 9 0,-45-14 0,25 10-1365,-17-7-5461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24575,'8'-3'0,"21"-8"0,0 2 0,1 2 0,51-8 0,-77 15 0,-1 0 0,1 0 0,-1 0 0,1 1 0,-1-1 0,1 1 0,-1 0 0,1 0 0,-1 0 0,0 1 0,0-1 0,1 1 0,-1-1 0,0 1 0,0 0 0,-1 0 0,5 4 0,1 3 0,0 0 0,-1 0 0,12 20 0,-12-18 0,1 0 0,10 13 0,-17-23 0,-1-1 0,1 0 0,-1 1 0,1-1 0,-1 1 0,0-1 0,1 0 0,-1 1 0,0-1 0,0 1 0,1-1 0,-1 1 0,0-1 0,0 1 0,0 0 0,0-1 0,1 1 0,-1-1 0,0 1 0,0-1 0,0 1 0,0-1 0,0 1 0,0 0 0,-1-1 0,1 1 0,0-1 0,0 1 0,0-1 0,-1 2 0,0-1 0,0 0 0,0 0 0,0 0 0,0 0 0,0 0 0,-1 0 0,1 0 0,0 0 0,0-1 0,-1 1 0,-1 0 0,-5 2 0,0 0 0,0-1 0,-10 1 0,12-2 0,0 0 0,0-1 0,0 1 0,0-1 0,0 0 0,-1-1 0,-8-2 0,13 3 0,0-1 0,0 0 0,0 0 0,0 0 0,0 0 0,0 0 0,1 0 0,-1 0 0,0-1 0,1 1 0,-1-1 0,1 1 0,-1-1 0,1 0 0,0 1 0,-1-1 0,1 0 0,0 0 0,0 0 0,1 0 0,-1 0 0,0 0 0,1 0 0,-1-3 0,0-2-124,0 0 0,0 0 0,1 0 0,0-1 0,1 1 0,0 0-1,0 0 1,0 1 0,1-1 0,2-8 0,-1 5-6702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1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24575,'3'18'0,"1"1"0,1-1 0,9 23 0,-12-34 0,2 0 0,-1-1 0,1 1 0,0-1 0,0 1 0,1-1 0,0 0 0,0-1 0,0 1 0,12 8 0,-16-13 0,1 0 0,-1 1 0,1-1 0,0-1 0,-1 1 0,1 0 0,0 0 0,-1 0 0,1-1 0,0 1 0,0-1 0,0 0 0,-1 1 0,1-1 0,0 0 0,0 0 0,0 0 0,0 0 0,0 0 0,-1-1 0,1 1 0,0-1 0,0 1 0,0-1 0,-1 1 0,1-1 0,0 0 0,2-2 0,2-2 0,-1 0 0,0 0 0,0-1 0,0 0 0,-1 0 0,5-7 0,-6 8 0,0 0 0,0 0 0,1 0 0,-1 1 0,1-1 0,0 1 0,1 0 0,8-7 0,-11 10-57,1 0 0,-1 0 1,0 0-1,0 1 0,1-1 0,-1 1 0,0-1 0,1 1 0,-1 0 0,0 0 0,1 0 1,-1 0-1,1 0 0,-1 0 0,0 1 0,0-1 0,1 1 0,-1 0 0,0 0 1,0 0-1,1 0 0,-1 0 0,3 2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2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24575,'1'0'0,"37"-18"0,70-21 0,-97 36 0,0 0 0,0 1 0,1 0 0,-1 1 0,0 0 0,1 0 0,-1 2 0,0-1 0,1 1 0,-1 1 0,19 5 0,-27-6 0,0 0 0,-1 0 0,1 0 0,0 1 0,0-1 0,-1 1 0,1-1 0,-1 1 0,1 0 0,-1 0 0,0 0 0,0 1 0,0-1 0,0 0 0,0 1 0,2 3 0,-2-1 0,0-1 0,-1 1 0,0 0 0,0 0 0,0 0 0,-1-1 0,1 1 0,-1 0 0,-1 7 0,1-6 0,0-1 0,-1 1 0,2-1 0,-1 1 0,1-1 0,0 1 0,0-1 0,0 1 0,1-1 0,0 0 0,0 1 0,0-1 0,1 0 0,-1 0 0,1-1 0,1 1 0,-1-1 0,0 1 0,1-1 0,7 6 0,5 2 66,27 16 0,0-1-1563,-33-19-5329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24575,'-3'0'0,"0"3"0,0 3 0,0 3 0,1 3 0,1 2 0,0 1 0,1 1 0,0-3-8191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3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 24575,'-2'5'0,"0"0"0,0 0 0,0 1 0,1-1 0,0 0 0,0 1 0,0-1 0,0 1 0,1-1 0,0 1 0,0-1 0,2 7 0,-2-8 0,1 0 0,0-1 0,0 1 0,0 0 0,1-1 0,-1 0 0,1 1 0,0-1 0,0 0 0,0 0 0,0 0 0,1 0 0,-1 0 0,1 0 0,-1-1 0,1 1 0,0-1 0,4 3 0,-6-5 0,-1 1 0,1-1 0,-1 0 0,0 0 0,1 0 0,-1 1 0,0-1 0,1 0 0,-1 0 0,1 0 0,-1 0 0,1 0 0,-1 0 0,0 0 0,1 0 0,-1 0 0,1 0 0,-1 0 0,0 0 0,1 0 0,-1 0 0,1 0 0,-1 0 0,1-1 0,-1 1 0,0 0 0,1 0 0,-1 0 0,0-1 0,1 1 0,-1 0 0,0-1 0,1 1 0,-1 0 0,0 0 0,0-1 0,1 1 0,-1-1 0,0 1 0,0 0 0,0-1 0,1 1 0,-1 0 0,0-1 0,0 1 0,0-1 0,0 0 0,4-25 0,-3 16 0,2-6 0,-2 9 0,0 0 0,0-1 0,1 1 0,0 0 0,1 0 0,3-8 0,-5 14 0,0-1 0,1 0 0,-1 1 0,0-1 0,1 1 0,-1-1 0,0 1 0,1 0 0,0 0 0,-1 0 0,1 0 0,0 0 0,-1 0 0,1 0 0,0 0 0,0 1 0,0-1 0,0 1 0,0-1 0,0 1 0,0 0 0,0 0 0,0 0 0,0 0 0,0 0 0,0 0 0,0 0 0,2 1 0,15 4 0,1 0 0,-1 0 0,-1 2 0,26 12 0,67 44 0,-106-60-341,0 1 0,0 0-1,7 6 1,-2 1-6485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4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4 0,0 4 0,0 3 0,0 2 0,0 3 0,0 0 0,2 1 0,4-3 0,1 0 0,1-3 0,3-3 0,-1-3-8191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3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24575,'24'32'0,"18"21"0,3-2 0,1-1 0,3-3 0,107 79 0,-43-48-271,236 120 0,-5-38 271,-337-156 89,17 8 338,-23-12-522,0 1-1,1 0 1,-1-1 0,0 1 0,0 0-1,0 0 1,0 0 0,-1 0-1,1 0 1,0 0 0,0 0-1,0 0 1,-1 1 0,2 1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27 24575,'1'-2'0,"0"0"0,1 0 0,-1 1 0,0-1 0,1 0 0,-1 1 0,1-1 0,0 1 0,0-1 0,-1 1 0,1 0 0,0 0 0,0 0 0,0 0 0,0 0 0,0 0 0,0 1 0,1-1 0,-1 0 0,0 1 0,0 0 0,0 0 0,1 0 0,-1 0 0,0 0 0,0 0 0,1 0 0,-1 1 0,3 0 0,4 1 0,-1 0 0,1 1 0,-1 0 0,0 1 0,0-1 0,8 7 0,-2-1 0,-1 0 0,-1 1 0,0 1 0,0 0 0,16 20 0,-21-23 0,-1 1 0,0 0 0,0 0 0,-1 1 0,0-1 0,-1 1 0,0 0 0,-1 0 0,4 14 0,-7-21 0,0 1 0,1-1 0,-1 1 0,0-1 0,0 1 0,-1-1 0,1 1 0,-1-1 0,0 0 0,0 1 0,0-1 0,0 0 0,-1 1 0,1-1 0,-1 0 0,0 0 0,1 0 0,-1-1 0,-1 1 0,1 0 0,0-1 0,-1 1 0,1-1 0,-1 0 0,0 0 0,-3 2 0,-2 1 0,0-1 0,1 0 0,-1-1 0,-1 0 0,1 0 0,0 0 0,-1-1 0,1-1 0,-12 2 0,1-3 0,1 0 0,0 0 0,0-2 0,0 0 0,-28-8 0,35 7 0,-1-1 0,1 0 0,-1 0 0,1-2 0,0 1 0,1-1 0,-1-1 0,1 0 0,-10-10 0,17 15 0,0 0 0,1-1 0,-1 1 0,1-1 0,0 0 0,0 1 0,0-1 0,0 0 0,0 0 0,1-1 0,-1 1 0,1 0 0,0 0 0,0-1 0,0 1 0,1-1 0,-1 1 0,1-1 0,0 1 0,0-1 0,0 1 0,0-1 0,0 1 0,1-1 0,0 1 0,-1-1 0,2 1 0,-1 0 0,0 0 0,0-1 0,1 1 0,0 0 0,0 0 0,0 0 0,0 0 0,0 1 0,0-1 0,4-3 0,1 0-124,1 0 0,-1 0 0,1 0 0,0 1 0,1 0 0,-1 1-1,1 0 1,0 0 0,0 1 0,15-4 0,-10 4-6702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18 24575,'-10'-4'0,"0"1"0,0 0 0,0 1 0,0 0 0,0 0 0,0 1 0,-15 0 0,21 1 0,1 0 0,-1 1 0,0 0 0,0-1 0,1 1 0,-1 1 0,0-1 0,1 0 0,-1 1 0,1 0 0,0 0 0,0 0 0,-1 0 0,1 0 0,1 0 0,-1 1 0,0 0 0,0-1 0,1 1 0,0 0 0,-1 1 0,1-1 0,-1 4 0,-3 5 0,1 0 0,1 0 0,0 1 0,1 0 0,0 0 0,1 0 0,-1 25 0,3 1 0,7 55 0,-1-56 0,1 0 0,2 0 0,2-1 0,17 40 0,74 136 0,-95-199-116,-1-1-92,1 0-1,1 0 1,0-1 0,0 1 0,20 20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44 24575,'-31'-5'0,"-15"-2"0,-3 0 0,5 0 0,7-1 0,7 3 0,6 1 0,8 4 0,5 2-8191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185 163 24575,'-10'-15'0,"-6"-11"0,0 1 0,-2 0 0,-23-23 0,38 45 0,0 0 0,-1 0 0,1 0 0,-1 0 0,-5-2 0,8 4 0,0 1 0,0-1 0,0 1 0,0 0 0,1-1 0,-1 1 0,0 0 0,0 0 0,0 0 0,0-1 0,0 1 0,0 0 0,0 0 0,0 0 0,0 1 0,0-1 0,0 0 0,0 0 0,0 0 0,0 1 0,0-1 0,0 1 0,0-1 0,1 0 0,-1 1 0,0-1 0,0 1 0,0 0 0,1-1 0,-2 2 0,-1 2 0,1 0 0,-1 0 0,1 0 0,0 0 0,0 0 0,0 0 0,1 1 0,-1-1 0,1 1 0,-1 7 0,-3 52 0,4-50 0,0 35 0,3 0 0,13 93 0,-1-73 0,31 95 0,-30-116 0,18 50 0,-28-85 0,1 0 0,0-1 0,1 0 0,0-1 0,12 15 0,-11-18-1365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420 127 24575,'-28'-16'0,"-18"-7"0,-5-3 0,0 4 0,4 5 0,4 5 0,5 5 0,4 4 0,1 2 0,6 4 0,5 2-8191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2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 24575,'0'0'0,"0"-1"0,0 1 0,0-1 0,-1 1 0,1-1 0,0 1 0,0 0 0,0-1 0,-1 1 0,1-1 0,0 1 0,-1 0 0,1-1 0,0 1 0,-1 0 0,1-1 0,0 1 0,-1 0 0,1 0 0,0-1 0,-1 1 0,1 0 0,-1 0 0,1 0 0,-1-1 0,0 2 0,1-1 0,0 0 0,-1 1 0,1-1 0,0 0 0,-1 1 0,1-1 0,0 0 0,0 1 0,-1-1 0,1 1 0,0-1 0,0 1 0,0-1 0,-1 1 0,1-1 0,0 1 0,0 0 0,-2 27 0,5-7 0,0 0 0,2 0 0,10 29 0,4 23 0,-17-65 0,0 1 0,1-1 0,3 10 0,-3-43 0,-3 5 0,0-9 0,4-34 0,-3 55 0,0-1 0,1 1 0,0 0 0,1-1 0,0 1 0,0 1 0,0-1 0,8-12 0,-10 19 0,0 0 0,-1 0 0,1 0 0,0 0 0,0 0 0,0 0 0,-1 1 0,1-1 0,0 0 0,0 0 0,0 1 0,0-1 0,0 1 0,1-1 0,-1 1 0,0-1 0,0 1 0,0 0 0,0-1 0,2 1 0,-1 0 0,0 0 0,0 1 0,-1-1 0,1 0 0,0 1 0,0-1 0,-1 1 0,1 0 0,0 0 0,-1-1 0,1 1 0,1 2 0,4 2 0,0 1 0,0 1 0,0 0 0,6 8 0,-11-12 0,67 91 104,8 10-1573,-68-94-5357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3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8 24575,'-1'-1'0,"0"0"0,-1 0 0,1 1 0,-1-1 0,1 0 0,-1 1 0,0-1 0,1 1 0,-1-1 0,1 1 0,-4-1 0,5 1 0,0 1 0,0-1 0,0 0 0,-1 0 0,1 0 0,0 0 0,0 0 0,0 0 0,-1 0 0,1 0 0,0 0 0,0 0 0,0 0 0,0 0 0,0 0 0,-1 1 0,1-1 0,0 0 0,0 0 0,0 0 0,0 0 0,0 0 0,0 0 0,0 1 0,-1-1 0,1 0 0,0 0 0,0 0 0,0 0 0,0 1 0,0-1 0,0 0 0,0 0 0,0 0 0,0 1 0,5 11 0,2-3 0,0-1 0,1 0 0,0 0 0,0-1 0,0 0 0,15 10 0,61 30 0,-80-45 0,40 22 0,2-2 0,0-3 0,64 19 0,-109-38 0,0 0 0,0 0 0,0 0 0,0 1 0,0-1 0,0 1 0,0-1 0,0 1 0,0-1 0,0 1 0,1 1 0,-1-2 0,-1 0 0,0 0 0,0 0 0,0 0 0,0 1 0,0-1 0,0 0 0,0 0 0,0 0 0,0 1 0,0-1 0,0 0 0,0 0 0,0 0 0,0 0 0,0 1 0,0-1 0,0 0 0,-1 0 0,1 0 0,0 0 0,0 0 0,0 1 0,0-1 0,0 0 0,0 0 0,0 0 0,0 0 0,-1 0 0,1 1 0,0-1 0,0 0 0,0 0 0,0 0 0,0 0 0,-1 0 0,1 0 0,0 0 0,-3 1 0,0 1 0,0-1 0,0-1 0,1 1 0,-1 0 0,-5 0 0,-42 5 0,-1 2 0,-78 24 0,80-13-1365,36-14-5461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1 24575,'-31'5'0,"-13"2"0,-1 0 0,1-2 0,6-1 0,7 1 0,3-1 0,5 0 0,2-1 0,3 1 0,2 0 0,4 0-8191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4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24575,'0'0'0,"0"-1"0,0 1 0,0 0 0,0 0 0,0 0 0,0 0 0,0 0 0,0 0 0,0 0 0,-1 0 0,1 0 0,0 0 0,0 0 0,0 0 0,0 0 0,0-1 0,0 1 0,0 0 0,0 0 0,0 0 0,-1 0 0,1 0 0,0 0 0,0 0 0,0 0 0,0 0 0,0 0 0,0 0 0,0 0 0,0 0 0,-1 0 0,1 0 0,0 0 0,0 0 0,0 0 0,0 0 0,0 1 0,0-1 0,0 0 0,0 0 0,0 0 0,0 0 0,-1 0 0,1 0 0,0 0 0,0 0 0,0 0 0,0 0 0,0 0 0,0 0 0,0 0 0,0 1 0,0-1 0,0 0 0,0 0 0,0 0 0,0 0 0,0 0 0,0 0 0,0 0 0,0 0 0,0 1 0,0-1 0,0 0 0,0 0 0,0 0 0,0 0 0,0 14 0,5 14 0,33 82 0,-20-27 0,-14-60 0,-4-22 0,1 1 0,-1 0 0,1 0 0,-1-1 0,1 1 0,0 0 0,0-1 0,0 1 0,0-1 0,0 1 0,0-1 0,1 1 0,-1-1 0,0 0 0,1 0 0,-1 0 0,1 0 0,-1 0 0,1 0 0,0 0 0,-1 0 0,1 0 0,0-1 0,-1 1 0,1-1 0,0 1 0,0-1 0,0 0 0,-1 0 0,4 0 0,6 1 0,0-2 0,0 1 0,21-5 0,-18 3 0,26-4 0,72-12 0,-93 14 0,0-1 0,-1 0 0,31-15 0,-21 3-1365,-18 11-5461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24575,'-5'31'0,"1"15"0,1 3 0,1-5 0,3-4 0,2-7 0,0-6 0,3-2 0,-1-4 0,0-2 0,1-2 0,0 2 0,-2-1 0,-1-2-8191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24575,'21'53'0,"-8"-10"0,-8-27 0,0-1 0,9 22 0,-10-61 0,-4 15 0,0-1 0,1 1 0,0 0 0,1 0 0,0 0 0,1 0 0,4-11 0,-6 16 0,1 1 0,-1-1 0,1 1 0,0 0 0,1 0 0,-1-1 0,0 1 0,1 1 0,0-1 0,-1 0 0,1 1 0,0-1 0,1 1 0,-1 0 0,0 0 0,1 0 0,-1 0 0,1 1 0,-1 0 0,6-2 0,-1 1 0,11-2 0,-1 0 0,36-1 0,-48 5 0,1 0 0,-1 1 0,1 0 0,0 0 0,-1 0 0,0 1 0,1 0 0,-1 0 0,0 1 0,0-1 0,0 2 0,5 3 0,-1 0-2,-2 1 0,1 0 0,-1 0 0,0 1 0,0 0 0,-1 1 0,10 18 0,8 10-1347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7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23 24575,'-8'-4'0,"3"1"0,1 1 0,-1-1 0,0 1 0,0 0 0,0 0 0,0 1 0,-1 0 0,-7-2 0,13 3 0,0 0 0,-1 0 0,1 0 0,0 0 0,0 0 0,0 0 0,0 0 0,0 0 0,0 0 0,0 0 0,0 0 0,0 0 0,0 1 0,0-1 0,-1 0 0,1 0 0,0 0 0,0 0 0,0 0 0,0 0 0,0 0 0,0 0 0,0 0 0,0 0 0,0 0 0,0 0 0,0 0 0,0 0 0,0 0 0,0 0 0,0 1 0,0-1 0,0 0 0,0 0 0,0 0 0,0 0 0,0 0 0,0 0 0,0 0 0,0 0 0,0 0 0,0 0 0,0 0 0,0 0 0,0 1 0,0-1 0,0 0 0,0 0 0,0 0 0,0 0 0,0 0 0,0 0 0,0 0 0,0 0 0,0 0 0,5 6 0,7 4 0,28 13 0,2-2 0,84 29 0,-18-7 0,-91-37 0,-13-5 0,0 0 0,-1 0 0,1 1 0,-1-1 0,1 1 0,-1 0 0,0 0 0,1 0 0,-1 1 0,4 3 0,-7-6 0,1 1 0,-1-1 0,0 1 0,0-1 0,1 1 0,-1-1 0,0 1 0,0-1 0,0 1 0,1-1 0,-1 1 0,0-1 0,0 1 0,0-1 0,0 1 0,0-1 0,0 1 0,0-1 0,0 1 0,0-1 0,-1 1 0,1 0 0,0-1 0,0 1 0,-1 0 0,1 0 0,-1 0 0,0 0 0,0 1 0,0-1 0,0 0 0,0 0 0,0 0 0,-1 0 0,-1 1 0,-2 1 0,0 0 0,-1-1 0,-8 4 0,-29 6 0,-76 10 0,-23 6 0,122-23-81,12-3-176,0 0 0,-1 1 1,1 0-1,-15 8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 24575,'0'10'0,"-3"4"0,-3 2 0,-3 0 0,-3 1 0,-2-3 0,-1-1 0,-1 0 0,0-3 0,1 0 0,-1-2 0,0 1 0,1-2 0,-3 1 0,-1-1 0,1-2 0,2-1-8191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8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1 24575,'-5'0'0,"-4"0"0,-6 0 0,-3 0 0,-4 0 0,-3 3 0,0 0 0,0 0 0,-2 0 0,1 1 0,0 1 0,-1-1 0,0 1 0,-2 1 0,2-2 0,3 2 0,3-1 0,5 0-8191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8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1 155 24575,'14'-27'0,"-3"7"0,22-32 0,-29 47 0,0 0 0,0 0 0,1 1 0,-1 0 0,1 0 0,0 0 0,0 0 0,0 0 0,1 1 0,-1 0 0,7-2 0,-10 4 0,0 0 0,-1 1 0,1-1 0,0 0 0,1 1 0,-1 0 0,0-1 0,0 1 0,0 0 0,0 0 0,0 0 0,0 0 0,0 0 0,0 1 0,0-1 0,0 1 0,0-1 0,0 1 0,0 0 0,0 0 0,0 0 0,0 0 0,0 0 0,-1 0 0,1 0 0,0 1 0,-1-1 0,1 0 0,-1 1 0,1 0 0,-1-1 0,0 1 0,0 0 0,0 0 0,0-1 0,0 1 0,1 2 0,0 2 0,0 1 0,0-1 0,-1 1 0,0-1 0,0 1 0,0 0 0,-1-1 0,0 1 0,0 0 0,-2 10 0,-2 1 0,-2 0 0,0 0 0,0-1 0,-19 33 0,14-27 0,-16 40 0,26-61 0,1 1 0,-1-1 0,0 0 0,1 0 0,0 0 0,0 0 0,-1 1 0,1-1 0,0 0 0,1 0 0,-1 0 0,0 1 0,1-1 0,-1 0 0,1 0 0,1 3 0,-1-3 0,0-1 0,0 1 0,0-1 0,1 0 0,-1 1 0,0-1 0,1 0 0,-1 0 0,1 0 0,0 0 0,-1 0 0,1 0 0,0 0 0,0 0 0,-1-1 0,1 1 0,0-1 0,0 1 0,2-1 0,11 2 0,0-1 0,0 0 0,0-1 0,17-2 0,59-13 0,-3 1 0,-41 6 0,-33 5 0,1 0 0,21 0 0,-36 3-25,1 0 0,-1 0-1,0 0 1,0 0 0,0 0 0,0 0-1,1 0 1,-1 0 0,0-1-1,0 1 1,0 0 0,0 0 0,0 0-1,1 0 1,-1 1 0,0-1-1,0 0 1,0 0 0,0 0 0,0 0-1,1 0 1,-1 0 0,0 0-1,0 0 1,0 0 0,0 0 0,0 0-1,1 0 1,-1 0 0,0 1-1,0-1 1,0 0 0,0 0 0,0 0-1,0 0 1,0 0 0,0 0 0,0 1-1,1-1 1,-1 0 0,0 0-1,0 0 1,0 0 0,0 1 0,0-1-1,0 0 1,0 0 0,0 0-1,0 0 1,0 0 0,0 1 0,0-1-1,0 0 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9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217 139 24575,'3'-2'0,"0"0"0,0 0 0,0 0 0,0-1 0,-1 1 0,1-1 0,2-3 0,-4 6 0,-1-1 0,0 1 0,1-1 0,-1 1 0,0 0 0,1-1 0,-1 1 0,0-1 0,0 1 0,1-1 0,-1 1 0,0-1 0,0 1 0,0-1 0,0 1 0,0-1 0,1 1 0,-1-1 0,0 1 0,0-1 0,0 1 0,0-1 0,-1 1 0,1-1 0,0 1 0,0-1 0,0 1 0,0-1 0,0 1 0,-1-1 0,1 1 0,0-1 0,0 1 0,-1-1 0,1 1 0,0-1 0,-1 1 0,1 0 0,-1-1 0,1 1 0,0 0 0,-1-1 0,1 1 0,-1 0 0,1 0 0,-1-1 0,1 1 0,-1 0 0,1 0 0,-1 0 0,1 0 0,-1-1 0,1 1 0,-1 0 0,1 0 0,-1 0 0,0 0 0,-6 0 0,1 0 0,-1 0 0,1 1 0,-1-1 0,1 1 0,-1 1 0,1-1 0,-1 1 0,-10 5 0,8-4 0,-1 1 0,-20 2 0,-47 8 0,76-14 0,0 0 0,-1 1 0,0-1 0,1 0 0,-1 0 0,0 0 0,1 0 0,-1 0 0,0 0 0,1 0 0,-1 0 0,0-1 0,1 1 0,-1 0 0,0-1 0,1 0 0,-2 0 0,3 1 0,0-1 0,0 1 0,0 0 0,0-1 0,0 1 0,0 0 0,0 0 0,0-1 0,0 1 0,0 0 0,0-1 0,0 1 0,0 0 0,0 0 0,0-1 0,1 1 0,-1 0 0,0 0 0,0-1 0,0 1 0,0 0 0,1 0 0,-1 0 0,0-1 0,0 1 0,1 0 0,-1 0 0,0 0 0,0 0 0,1-1 0,-1 1 0,0 0 0,0 0 0,1 0 0,10-6 0,73-20 0,-57 19 0,0-1 0,49-23 0,-49 17-682,25-18-1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0 24575,'1'0'0,"40"17"0,-39-17 0,0 1 0,0 0 0,0 1 0,-1-1 0,1 0 0,0 0 0,0 1 0,-1-1 0,1 1 0,-1-1 0,0 1 0,1 0 0,-1 0 0,0-1 0,0 1 0,2 4 0,-3-5 0,0-1 0,0 0 0,0 1 0,0-1 0,0 1 0,0-1 0,0 1 0,0-1 0,0 0 0,0 1 0,0-1 0,0 1 0,0-1 0,0 0 0,0 1 0,-1-1 0,1 1 0,0-1 0,0 0 0,0 1 0,-1-1 0,1 0 0,0 1 0,-1-1 0,1 0 0,0 0 0,-1 1 0,1-1 0,0 0 0,-1 0 0,0 1 0,-18 3 0,-216-2 0,143-4 0,83 2-278,-1 1 0,1 1 0,-18 4 0,25-6 25,-9 3-6573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6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24575,'-1'3'0,"1"0"0,0 0 0,-1 0 0,0 0 0,-2 5 0,-3 13 0,6-9 0,1-1 0,0 0 0,0 1 0,1-1 0,0 0 0,6 15 0,-2-7 0,2 0 0,16 31 0,-12-29 0,-3-5 0,14 20 0,-23-36 0,0 0 0,0 0 0,0 0 0,0 0 0,0 1 0,0-1 0,0 0 0,0 0 0,0 0 0,0 0 0,1 0 0,-1 0 0,0 0 0,0 0 0,0 0 0,0 0 0,0 0 0,0 0 0,0 0 0,0 0 0,0 1 0,0-1 0,1 0 0,-1 0 0,0 0 0,0 0 0,0 0 0,0 0 0,0 0 0,0 0 0,0 0 0,0 0 0,0 0 0,1 0 0,-1 0 0,0 0 0,0 0 0,0 0 0,0-1 0,0 1 0,0 0 0,0 0 0,0 0 0,0 0 0,0 0 0,1 0 0,-1 0 0,0 0 0,0 0 0,0 0 0,0 0 0,0 0 0,0 0 0,0 0 0,0-1 0,2-7 0,-1-11 0,-10-37 0,7 45 0,0 0 0,0 0 0,1 0 0,0 0 0,0-1 0,2 1 0,2-20 0,-3 30 0,1-1 0,-1 1 0,1-1 0,-1 0 0,1 1 0,0-1 0,0 1 0,0-1 0,0 1 0,0 0 0,0-1 0,0 1 0,0 0 0,0 0 0,1-1 0,-1 1 0,0 0 0,1 0 0,2-1 0,-1 1 0,0 0 0,0 0 0,1 1 0,-1-1 0,0 0 0,0 1 0,1 0 0,-1 0 0,6 1 0,3 1 0,1 0 0,-1 1 0,0 0 0,16 8 0,5 4 0,-1 3 0,0 0 0,-1 2 0,39 33 0,-65-50-170,-1 1-1,0 0 0,1 0 1,-1 1-1,-1-1 0,1 1 1,3 6-1,-1 1-6655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24575,'-4'3'0,"-1"1"0,1-1 0,0 0 0,0 1 0,0 0 0,0 0 0,1 0 0,-1 1 0,1-1 0,0 1 0,1 0 0,-1 0 0,1 0 0,0 0 0,0 0 0,0 0 0,0 8 0,1-3 0,0 0 0,1 0 0,0 1 0,1-1 0,0 0 0,0 0 0,1 0 0,5 14 0,5 11 0,2-1 0,18 32 0,-7-15 0,-23-45-120,-1-3 31,0-1 0,0 1 0,0-1 0,0 0 0,1 1 0,-1-1 1,1 0-1,-1 0 0,1 0 0,0 0 0,0 0 0,-1 0 0,5 3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7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1 24575,'-31'13'0,"-15"4"0,-6-1 0,2-2 0,4-2 0,4-3 0,7-3 0,4-2 0,5-2 0,4-1 0,6-1-8191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24575,'1'-5'0,"1"1"0,-1 0 0,1 0 0,0-1 0,0 1 0,0 0 0,1 0 0,0 1 0,-1-1 0,1 1 0,0-1 0,1 1 0,-1 0 0,1 0 0,-1 0 0,1 1 0,0-1 0,0 1 0,0 0 0,0 0 0,0 0 0,1 0 0,-1 1 0,0 0 0,1 0 0,-1 0 0,1 1 0,-1-1 0,8 1 0,3 0 0,0 1 0,-1 0 0,1 1 0,0 1 0,18 6 0,-10-2 0,-1 1 0,35 19 0,-52-24 0,0 0 0,-1 0 0,1 0 0,-1 1 0,0-1 0,0 1 0,0 0 0,5 7 0,-8-9 0,0-1 0,0 1 0,0-1 0,0 1 0,-1 0 0,1 0 0,0-1 0,-1 1 0,1 0 0,-1 0 0,1 0 0,-1-1 0,0 1 0,0 0 0,0 0 0,0 0 0,0 0 0,0-1 0,-1 1 0,1 0 0,-1 0 0,1 0 0,-1-1 0,1 1 0,-1 0 0,0 0 0,0-1 0,0 1 0,-1 1 0,-5 3 0,1 0 0,-1 0 0,1 0 0,-1-1 0,-1 0 0,1-1 0,-9 4 0,5-2 0,1 0 0,-18 14 0,26-19 0,1 0 0,0 0 0,-1 1 0,1-1 0,0 0 0,0 1 0,0-1 0,0 1 0,0-1 0,0 1 0,1-1 0,-1 1 0,0 0 0,1 0 0,-1-1 0,1 1 0,0 0 0,-1 3 0,2-2 0,-1 0 0,1-1 0,-1 1 0,1 0 0,0-1 0,0 1 0,0-1 0,0 1 0,0-1 0,1 1 0,1 2 0,4 4 0,1 0 0,0-1 0,1 0 0,14 12 0,0-4 0,0-1 0,39 18 0,-33-18 0,34 23 0,-60-36 0,0-1 0,-1 1 0,0 0 0,1 1 0,-1-1 0,0 0 0,0 1 0,0-1 0,0 1 0,-1 0 0,2 2 0,-2-3 0,-1-1 0,0 0 0,1 0 0,-1 0 0,0 1 0,0-1 0,0 0 0,0 0 0,0 1 0,0-1 0,0 0 0,-1 0 0,1 0 0,0 1 0,-1-1 0,1 0 0,-1 0 0,1 0 0,-1 0 0,1 0 0,-1 0 0,0 0 0,0 0 0,1 0 0,-1 0 0,0 0 0,0 0 0,0-1 0,0 1 0,0 0 0,-1 0 0,-4 3 0,0-1 0,-1 0 0,1 0 0,-1 0 0,1-1 0,-1 0 0,-8 1 0,-51 6 0,63-8 0,-198 13 0,127-9-1365,57-5-5461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9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17 24575,'-18'-13'0,"14"10"0,13 7 0,35 17 0,55 19 0,-28-13 0,33 13 0,-102-39 0,-1 0 0,1-1 0,0 1 0,-1 0 0,1 0 0,-1 0 0,1 0 0,-1 0 0,1 1 0,-1-1 0,0 0 0,1 1 0,-1-1 0,0 0 0,1 3 0,-2-4 0,0 1 0,1 0 0,-1 0 0,0 0 0,0 0 0,0 0 0,0-1 0,0 1 0,0 0 0,0 0 0,0 0 0,0 0 0,-1-1 0,1 1 0,0 0 0,0 0 0,-1 0 0,1-1 0,-1 1 0,1 0 0,-1 0 0,1-1 0,-1 1 0,1 0 0,-1-1 0,1 1 0,-1-1 0,0 1 0,1-1 0,-1 1 0,0-1 0,0 1 0,1-1 0,-2 1 0,-4 2 0,-1 0 0,1 0 0,-1 0 0,1-1 0,-1 0 0,0 0 0,-9 0 0,-53 2 0,5 0 0,-29 5-1365,79-9-5461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0 24575,'-28'5'0,"-13"5"0,-1 0 0,4 1 0,5 1 0,6 2 0,5 0 0,4-2 0,5 0 0,4-2-8191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0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50 24575,'1'-3'0,"0"-1"0,-1 1 0,1 0 0,1 0 0,-1-1 0,0 1 0,1 0 0,-1 0 0,1 0 0,4-4 0,-6 6 0,1 0 0,0 0 0,0 0 0,1 0 0,-1 1 0,0-1 0,0 0 0,0 1 0,0-1 0,1 0 0,-1 1 0,0 0 0,1-1 0,-1 1 0,0 0 0,1-1 0,-1 1 0,0 0 0,1 0 0,-1 0 0,0 0 0,1 1 0,-1-1 0,0 0 0,1 0 0,-1 1 0,0-1 0,0 1 0,3 0 0,2 3 0,0 0 0,0 0 0,0 1 0,0-1 0,-1 1 0,0 0 0,0 1 0,0-1 0,-1 1 0,5 8 0,2 3 0,-1 1 0,11 28 0,-16-34 0,-1 0 0,0 1 0,0 0 0,-1 0 0,1 17 0,-4-26 0,1 0 0,-1 0 0,0 0 0,-1 0 0,1-1 0,0 1 0,-1 0 0,0 0 0,0-1 0,0 1 0,-1-1 0,1 1 0,-1-1 0,1 1 0,-1-1 0,0 0 0,-1 0 0,1 0 0,-1 0 0,1 0 0,-1 0 0,-6 4 0,1-3 0,0 1 0,0-1 0,-1-1 0,0 0 0,0 0 0,0-1 0,0 0 0,0 0 0,0-1 0,-13 0 0,0-1 0,-1-1 0,1 0 0,-26-7 0,33 5 0,-1-1 0,1-1 0,0-1 0,0 0 0,0 0 0,1-2 0,-18-11 0,24 14 0,1-1 0,0 1 0,0-1 0,1-1 0,-1 1 0,1-1 0,1 0 0,-1 0 0,2 0 0,-1-1 0,1 0 0,0 0 0,0 0 0,-4-15 0,7 18-54,0-1-1,0 0 0,1 1 1,0-1-1,0 0 1,0 1-1,1-1 0,0 0 1,0 1-1,0-1 1,0 1-1,1 0 0,0-1 1,0 1-1,1 0 0,0 0 1,-1 0-1,2 0 1,-1 1-1,0-1 0,1 1 1,0 0-1,0 0 1,5-4-1,7-3-6771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4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24575,'1'0'0,"-1"0"0,1 0 0,0 1 0,-1-1 0,1 0 0,-1 1 0,1-1 0,0 1 0,-1-1 0,1 1 0,-1-1 0,1 1 0,-1-1 0,1 1 0,-1-1 0,0 1 0,1 0 0,-1-1 0,0 1 0,1 0 0,-1-1 0,0 1 0,0 0 0,0-1 0,1 1 0,-1 0 0,0 1 0,3 23 0,-3-22 0,1 13 0,1 0 0,1-1 0,0 1 0,1 0 0,1-1 0,0 0 0,14 28 0,-17-41 0,-1 0 0,0 0 0,1 0 0,-1 0 0,1 0 0,0 0 0,-1 0 0,1-1 0,0 1 0,0 0 0,4 1 0,-5-2 0,0-1 0,0 0 0,0 0 0,0 1 0,1-1 0,-1 0 0,0 0 0,0 0 0,0 0 0,0 0 0,0 0 0,1-1 0,-1 1 0,0 0 0,0-1 0,0 1 0,0 0 0,0-1 0,0 1 0,0-1 0,0 0 0,0 1 0,0-1 0,0 0 0,0 0 0,0 1 0,0-2 0,8-8 0,-1-1 0,-1 1 0,0-1 0,-1-1 0,0 1 0,0-1 0,4-13 0,9-19 0,-5 11 0,-12 26 0,1-1 0,0 1 0,0 0 0,0 1 0,1-1 0,0 0 0,1 1 0,6-7 0,-10 12 0,1 0 0,-1 0 0,1 0 0,-1 0 0,1 0 0,0 0 0,-1 0 0,1 1 0,0-1 0,0 1 0,0-1 0,0 1 0,-1 0 0,1 0 0,0 0 0,0 0 0,0 0 0,0 0 0,0 0 0,-1 1 0,1-1 0,0 1 0,0-1 0,0 1 0,-1 0 0,1-1 0,0 1 0,-1 0 0,3 2 0,5 3 0,0 1 0,-1 0 0,15 15 0,-17-16 0,79 71 109,7 8-1583,-82-75-5352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5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29 24575,'10'-22'0,"-10"22"0,0 0 0,1 0 0,-1 0 0,0-1 0,0 1 0,0 0 0,0 0 0,0-1 0,0 1 0,0 0 0,0 0 0,0 0 0,0-1 0,0 1 0,0 0 0,0 0 0,0-1 0,0 1 0,0 0 0,0 0 0,-1 0 0,1-1 0,0 1 0,0 0 0,0 0 0,0 0 0,0-1 0,0 1 0,-1 0 0,1 0 0,-1 0 0,1 0 0,-1 0 0,0 0 0,0 0 0,1 0 0,-1 1 0,0-1 0,1 0 0,-1 0 0,0 1 0,1-1 0,-1 0 0,1 1 0,-1-1 0,0 2 0,-28 18 0,14-8 0,-1-1 0,0-1 0,-33 16 0,27-18 0,-1-1 0,0-1 0,0 0 0,0-2 0,-1-1 0,1-1 0,-1 0 0,-24-3 0,89 11 0,-15-3 0,93 26-12,-72-17-326,1-3-1,0-2 1,51 4 0,-79-13-6488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24575,'4'2'0,"0"1"0,0-1 0,0 0 0,0 0 0,0-1 0,0 1 0,0-1 0,1 0 0,-1 0 0,7 0 0,5 2 0,373 123 0,-374-120-1365,-5 0-5461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6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24575,'14'-6'0,"0"1"0,0 0 0,0 1 0,1 0 0,0 1 0,27-1 0,-17 3 0,0 1 0,-1 1 0,33 5 0,-31-1 0,1 0 0,41 16 0,-66-21 0,0 1 0,0 0 0,0 0 0,0 0 0,0 0 0,0 1 0,0-1 0,-1 0 0,1 1 0,-1 0 0,4 2 0,-5-3 0,0 0 0,1-1 0,-1 1 0,0 0 0,0 0 0,0-1 0,1 1 0,-1 0 0,0 0 0,0 0 0,0-1 0,0 1 0,0 0 0,0 0 0,0-1 0,-1 1 0,1 0 0,0 0 0,0-1 0,0 1 0,-1 0 0,1 0 0,-1-1 0,1 1 0,0 0 0,-1-1 0,1 1 0,-1-1 0,1 1 0,-1 0 0,0-1 0,1 1 0,-1-1 0,1 0 0,-1 1 0,-1 0 0,-4 2 0,0 1 0,0-1 0,0 0 0,0 0 0,-1-1 0,-13 4 0,-44 5 0,37-8 0,4 1 0,3-2 0,0 2 0,-25 7 0,43-11 0,1 0 0,-1 1 0,1-1 0,-1 1 0,1 0 0,-1-1 0,1 1 0,0 0 0,0 0 0,-1-1 0,1 1 0,0 0 0,0 0 0,0 1 0,0-1 0,0 0 0,0 0 0,0 0 0,0 1 0,1-1 0,-1 0 0,0 1 0,1-1 0,-1 1 0,0 1 0,2-1 0,-1 1 0,0-1 0,0 1 0,1-1 0,0 1 0,-1-1 0,1 0 0,0 1 0,0-1 0,0 0 0,0 0 0,1 0 0,-1 0 0,4 4 0,4 5 0,0-1 0,1 0 0,0-1 0,19 14 0,51 28 0,-44-29 0,22 12 0,-16-9 0,47 35 0,-85-56 0,1 0 0,-1 0 0,0 0 0,0 0 0,0 1 0,0 0 0,-1-1 0,4 7 0,-7-10 0,1 0 0,-1 1 0,1-1 0,-1 0 0,0 1 0,1-1 0,-1 1 0,0-1 0,0 0 0,0 1 0,0-1 0,0 1 0,0-1 0,0 0 0,0 1 0,-1-1 0,1 0 0,-1 1 0,1-1 0,-1 0 0,1 0 0,-1 1 0,0-1 0,1 0 0,-1 0 0,0 0 0,0 0 0,0 0 0,0 0 0,0 0 0,0 0 0,0 0 0,0 0 0,-1-1 0,1 1 0,0 0 0,0-1 0,-3 2 0,-9 2 0,1 0 0,-1-1 0,1 0 0,-1 0 0,-26 0 0,19-1 0,-30 0-20,0-3 0,-89-11-1,57 4-1283,46 5-5522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0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24575,'-6'-8'0,"5"11"0,5 16 0,20 36 0,11 29 0,-29-66 0,2 8 0,15 32 0,-19-51 0,-1 0 0,1 0 0,1 0 0,-1-1 0,1 0 0,1 1 0,-1-2 0,13 11 0,-16-14 0,1 0 0,0-1 0,0 1 0,0-1 0,0 0 0,0 0 0,0 0 0,0 0 0,0-1 0,0 1 0,1-1 0,-1 0 0,0 0 0,0 0 0,1 0 0,-1-1 0,0 1 0,0-1 0,0 0 0,0 0 0,0 0 0,0 0 0,0 0 0,0-1 0,0 1 0,3-3 0,2-1 0,0-1 0,-1 0 0,0 0 0,0 0 0,-1-1 0,0 0 0,0 0 0,5-8 0,-3 2 0,-1 0 0,0 0 0,-2-1 0,1 1 0,-2-1 0,0-1 0,0 1 0,-1 0 0,1-29 0,-4 42 0,0 1 0,0 0 0,0-1 0,0 1 0,0 0 0,0-1 0,0 1 0,0-1 0,0 1 0,0 0 0,0-1 0,0 1 0,0 0 0,0-1 0,0 1 0,1 0 0,-1-1 0,0 1 0,0 0 0,0-1 0,0 1 0,1 0 0,-1-1 0,0 1 0,0 0 0,1 0 0,-1-1 0,7 9 0,6 24 0,-11-27 0,8 16 0,0-1 0,1 0 0,1 0 0,1-2 0,1 1 0,0-2 0,2 1 0,0-2 0,23 19 0,-37-33-170,0-1-1,0 1 0,0-1 1,0 0-1,0 1 0,0-1 1,5 2-1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1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58 24575,'-19'-12'0,"0"1"0,-26-11 0,39 20 0,0 0 0,0 0 0,0 0 0,-1 0 0,1 1 0,-1 0 0,1 1 0,-1-1 0,1 1 0,-1 1 0,1-1 0,-9 2 0,13-1 0,-1 0 0,0 0 0,1 0 0,-1 0 0,1 0 0,-1 0 0,1 1 0,0-1 0,-1 1 0,1 0 0,0-1 0,0 1 0,0 0 0,0 1 0,0-1 0,1 0 0,-1 0 0,1 1 0,-1-1 0,1 1 0,0-1 0,0 1 0,0-1 0,0 1 0,1 0 0,-2 3 0,2-1 0,0 1 0,-1-1 0,1 0 0,1 0 0,-1 0 0,1 1 0,0-1 0,0 0 0,1 0 0,-1 0 0,1 0 0,0 0 0,3 4 0,21 34 0,-9-14 0,0 1 0,21 53 0,6 71 0,-17-49 0,-23-92 0,-1-1 0,1 0 0,0 0 0,1 0 0,9 16 0,-12-25 0,0 0 0,1 1 0,0-1 0,0 0 0,0 0 0,0 0 0,0-1 0,0 1 0,1-1 0,-1 1 0,1-1 0,0 0 0,0-1 0,0 1 0,-1-1 0,2 1 0,5 0 0,-5-1-59,-1 0 0,1-1-1,-1 1 1,1-1-1,0 0 1,0-1 0,-1 1-1,1-1 1,-1 0 0,1 0-1,-1 0 1,1 0 0,-1-1-1,1 0 1,-1 0-1,0 0 1,0-1 0,0 1-1,0-1 1,-1 0 0,1 0-1,5-7 1,-1 1-6767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2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28 24575,'0'0'0,"-1"-1"0,1 1 0,0 0 0,-1 0 0,1-1 0,-1 1 0,1 0 0,-1 0 0,1 0 0,-1-1 0,1 1 0,-1 0 0,1 0 0,-1 0 0,0 0 0,1 0 0,-1 0 0,1 0 0,-1 0 0,1 0 0,-1 0 0,1 0 0,-1 1 0,1-1 0,-1 0 0,1 0 0,-1 0 0,1 1 0,-1-1 0,0 1 0,1 0 0,0 0 0,-1 0 0,1-1 0,0 1 0,0 0 0,0 0 0,-1 0 0,1 0 0,0 0 0,0 0 0,0-1 0,1 1 0,-1 0 0,0 2 0,2 3 0,-1 0 0,1 0 0,5 10 0,-3-9 0,0-1 0,0 1 0,1-1 0,-1 0 0,1-1 0,0 1 0,1-1 0,7 6 0,-11-10 0,-1 0 0,1 1 0,0-1 0,0 0 0,-1 0 0,1 0 0,0-1 0,0 1 0,0 0 0,0-1 0,0 1 0,0-1 0,0 0 0,0 1 0,0-1 0,0 0 0,0 0 0,0-1 0,1 1 0,-1 0 0,0-1 0,0 1 0,0-1 0,0 1 0,-1-1 0,1 0 0,0 0 0,0 0 0,0 0 0,-1 0 0,1-1 0,0 1 0,-1 0 0,3-3 0,-2 1 0,1 0 0,-1 0 0,0 0 0,0-1 0,0 1 0,-1 0 0,1-1 0,-1 1 0,0-1 0,1-4 0,0-3 0,1-22 0,-2 16 0,-1 15 0,0 1 0,0-1 0,1 1 0,-1 0 0,0-1 0,0 1 0,1 0 0,-1-1 0,1 1 0,-1 0 0,1-1 0,0 1 0,-1 0 0,1 0 0,0 0 0,0 0 0,1-2 0,-1 2 0,0 1 0,0-1 0,0 1 0,0 0 0,0-1 0,0 1 0,0 0 0,0 0 0,0-1 0,0 1 0,0 0 0,0 0 0,0 0 0,0 0 0,0 0 0,0 1 0,0-1 0,2 1 0,2 1 0,1 0 0,-1 1 0,0-1 0,0 1 0,0 1 0,8 6 0,50 44 0,-21-17 0,52 34 0,-80-62-1365,-1-2-5461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24575,'4'-3'0,"0"-1"0,0 0 0,0 1 0,1 0 0,-1 0 0,1 0 0,0 1 0,0 0 0,0 0 0,8-3 0,-11 5 0,1-1 0,0 1 0,-1 0 0,1-1 0,0 1 0,-1 0 0,1 1 0,-1-1 0,1 0 0,0 1 0,-1 0 0,1-1 0,-1 1 0,1 0 0,-1 0 0,1 1 0,-1-1 0,0 0 0,0 1 0,0-1 0,0 1 0,0 0 0,2 2 0,13 15 0,-1 0 0,-1 1 0,-1 1 0,-1 1 0,18 40 0,-9-7 0,19 74 0,18 83 0,-54-194 0,14 30 0,1 4 0,-19-51 0,-1 0 0,1 0 0,-1 1 0,0-1 0,0 0 0,0 0 0,1 1 0,-1-1 0,-1 0 0,1 1 0,0-1 0,0 0 0,0 0 0,-1 1 0,1-1 0,0 0 0,-1 0 0,1 0 0,-1 1 0,0-1 0,1 0 0,-1 0 0,0 0 0,0 0 0,0 0 0,1 0 0,-1 0 0,0-1 0,0 1 0,0 0 0,-1 0 0,1-1 0,0 1 0,0-1 0,-2 2 0,-5 0 0,0 1 0,0-1 0,0 0 0,-13 1 0,6-1 0,-89 25 0,99-26 0,-6 3-1365,2 1-5461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3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 24575,'-54'-1'0,"-60"2"0,87 3 0,20-2 0,0-1 0,0 0 0,0-1 0,-14 0 0,6-2-1365,2 0-5461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0 24575,'-29'0'0,"-11"0"0,-2 0 0,3 0 0,7 0 0,5 0 0,5 0 0,4 0 0,2 0 0,1 0 0,1 3 0,0 1 0,0-1 0,-1-1 0,3 0-8191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6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94 24575,'-12'-12'0,"0"1"0,-1 1 0,0 0 0,-27-16 0,33 22 0,-1 1 0,0 0 0,0 0 0,0 0 0,0 1 0,0 0 0,-1 0 0,1 1 0,0 0 0,-1 1 0,-10 0 0,16 1 0,-1 0 0,1 0 0,0 0 0,0 0 0,0 0 0,0 1 0,0-1 0,0 1 0,0 0 0,1 0 0,-1 0 0,1 0 0,-1 0 0,1 1 0,0-1 0,0 1 0,0-1 0,0 1 0,0 0 0,1 0 0,-3 4 0,1 1 0,-1 0 0,2 0 0,-1 0 0,1 0 0,0 0 0,1 0 0,-1 12 0,2-13 0,1 0 0,-1 0 0,1 0 0,1 0 0,0 0 0,0 0 0,0-1 0,1 1 0,0-1 0,0 1 0,6 8 0,7 8 0,31 35 0,-16-21 0,135 170 0,-159-198 0,-1 0 0,0 1 0,0-1 0,-1 1 0,0 0 0,5 19 0,-9-27 0,0 0 0,-1 1 0,1-1 0,-1 0 0,0 1 0,0-1 0,1 1 0,-2-1 0,1 1 0,0-1 0,0 0 0,-1 1 0,0-1 0,1 0 0,-1 1 0,0-1 0,0 0 0,0 0 0,0 0 0,-1 0 0,1 0 0,-1 0 0,1 0 0,-1 0 0,1 0 0,-1-1 0,0 1 0,0-1 0,0 1 0,0-1 0,0 0 0,0 0 0,0 1 0,-1-2 0,1 1 0,-4 1 0,0 0 0,0-1 0,0 0 0,-1 0 0,1-1 0,0 0 0,0 0 0,0 0 0,0-1 0,0 0 0,0 0 0,0 0 0,-11-5 0,4 2 0,0-2 0,1 0 0,-1 0 0,-17-14 0,26 18 0,1-1 0,-1 0 0,1 0 0,0 0 0,0 0 0,0-1 0,0 1 0,1-1 0,-1 1 0,-2-6 0,5 7 0,-1 1 0,1-1 0,-1 1 0,1 0 0,0-1 0,0 1 0,0-1 0,0 1 0,0-1 0,0 1 0,0-1 0,0 1 0,0-1 0,1 1 0,-1 0 0,1-1 0,-1 1 0,1-1 0,-1 1 0,1 0 0,0 0 0,0-1 0,-1 1 0,1 0 0,0 0 0,0 0 0,0 0 0,1 0 0,-1 0 0,0 0 0,0 0 0,0 0 0,1 1 0,0-2 0,9-3-227,-1 0-1,1 1 1,0 0-1,0 1 1,13-2-1,-10 2-6598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68 24575,'-6'-7'0,"0"-1"0,-1 1 0,0 1 0,0-1 0,0 1 0,-14-8 0,18 12 0,0 0 0,0 1 0,0 0 0,0-1 0,-1 1 0,1 0 0,0 1 0,-1-1 0,1 0 0,-1 1 0,1 0 0,-1 0 0,1 0 0,0 0 0,-1 1 0,1-1 0,-1 1 0,1 0 0,0 0 0,-1 0 0,-3 2 0,-1 2 0,0-1 0,0 1 0,0 0 0,1 1 0,-1 0 0,1 0 0,1 1 0,-10 10 0,12-12 0,1 1 0,-1 0 0,1-1 0,0 1 0,0 0 0,1 1 0,0-1 0,0 0 0,0 1 0,1-1 0,0 1 0,-1 10 0,2-5 0,1 0 0,0 0 0,1 0 0,0 0 0,1 0 0,4 11 0,31 68 0,-24-62 0,16 49 0,-21-44 0,-2-1 0,4 49 0,-4-32 0,1 22 0,-8-68 0,0-1 0,0 1 0,0-1 0,1 1 0,0-1 0,-1 0 0,1 1 0,1-1 0,-1 0 0,2 4 0,-2-6 0,0 1 0,0-1 0,1 1 0,-1-1 0,0 0 0,1 1 0,-1-1 0,1 0 0,0 0 0,-1 0 0,1 0 0,0 0 0,-1-1 0,1 1 0,0 0 0,0-1 0,0 0 0,0 1 0,-1-1 0,3 0 0,36 2 0,49-3 0,-18-1 0,-64 2-115,-1 0-135,-1 0 0,1 0 0,-1-1 0,8-1 0,-3-1-6576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7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 24575,'-1'-1'0,"1"1"0,-1 0 0,0-1 0,1 1 0,-1 0 0,0-1 0,1 1 0,-1 0 0,0 0 0,1 0 0,-1 0 0,0-1 0,1 1 0,-1 0 0,0 0 0,1 0 0,-1 1 0,0-1 0,1 0 0,-1 0 0,0 0 0,1 0 0,-1 1 0,0-1 0,1 0 0,-2 1 0,2 0 0,-1 0 0,1-1 0,-1 1 0,0 0 0,1 0 0,0 0 0,-1 0 0,1 0 0,0 0 0,-1 0 0,1 0 0,0 0 0,0 0 0,0 0 0,0 1 0,0 3 0,0 1 0,1-1 0,-1 0 0,1 0 0,0 0 0,3 5 0,-1-3 0,1 1 0,0-1 0,0 1 0,1-1 0,0-1 0,1 1 0,6 6 0,-9-10 0,0 0 0,0 0 0,1 0 0,0 0 0,-1-1 0,1 1 0,0-1 0,0 0 0,0 0 0,0 0 0,1-1 0,-1 0 0,0 0 0,10 2 0,-13-3 0,1 0 0,0 0 0,0-1 0,0 1 0,0 0 0,-1 0 0,1-1 0,0 1 0,0-1 0,-1 0 0,1 0 0,0 1 0,-1-1 0,1 0 0,-1 0 0,1 0 0,-1-1 0,1 1 0,-1 0 0,2-3 0,0-1 0,0 1 0,0-1 0,-1 0 0,0-1 0,3-6 0,-4 6 0,1 1 0,0 0 0,1 0 0,5-9 0,-7 13 0,0-1 0,0 1 0,0 0 0,0 0 0,0 0 0,1 0 0,-1 0 0,0 1 0,1-1 0,-1 0 0,1 0 0,-1 1 0,1-1 0,-1 1 0,1 0 0,-1-1 0,1 1 0,-1 0 0,1 0 0,0 0 0,-1 0 0,1 0 0,-1 0 0,1 0 0,-1 1 0,1-1 0,0 1 0,-1-1 0,0 1 0,3 0 0,4 3 0,1 1 0,-1-1 0,15 12 0,-16-10 0,65 49 67,28 19-1499,-90-68-5394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7.8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24575,'9'-5'0,"0"1"0,1 0 0,-1 1 0,1-1 0,0 2 0,0 0 0,0 0 0,0 0 0,0 2 0,1-1 0,-1 1 0,0 0 0,15 3 0,-17-1 0,1 0 0,-1 0 0,0 1 0,10 5 0,-15-7 0,0 1 0,0 0 0,-1 0 0,1 0 0,-1 0 0,1 1 0,-1-1 0,0 1 0,0-1 0,0 1 0,0 0 0,-1 0 0,1 0 0,1 4 0,35 98 0,31 143 0,-59-210 0,-6-17 0,2-1 0,1 0 0,0 0 0,11 20 0,-12-30 0,-4-7 0,0 0 0,0 1 0,0-1 0,-1 1 0,3 6 0,-4-10 0,0 1 0,0 0 0,0 0 0,0 0 0,0 0 0,0 0 0,0 0 0,0 0 0,0 0 0,0 0 0,-1 0 0,1-1 0,0 1 0,0 0 0,-1 0 0,1 0 0,-1 0 0,1-1 0,-1 1 0,1 0 0,-1 0 0,0-1 0,1 1 0,-1 0 0,0-1 0,1 1 0,-1-1 0,0 1 0,-1 0 0,-5 2-136,-1 1-1,1-1 1,-1-1-1,0 0 1,0 0-1,0 0 1,0-1-1,-1 0 0,-14 0 1,7-1-6690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8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24575,'1'17'0,"1"-1"0,0 1 0,1-1 0,0 0 0,12 31 0,38 74 0,-46-107 0,-6-11-68,0-1 0,0 1-1,0-1 1,1 0 0,-1 1 0,1-1-1,-1 0 1,1 0 0,0 0 0,0 0-1,0 0 1,0 0 0,0-1 0,0 1-1,0-1 1,1 1 0,-1-1 0,0 0-1,4 1 1,4 1-6758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8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32 24575,'-31'-5'0,"-16"-2"0,-4 1 0,3 0 0,8 3 0,7 0 0,8 2 0,2 1 0,3 2 0,2 2 0,4-1-8191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9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30 24575,'-24'-8'0,"-36"-9"0,52 15 0,1 1 0,-1 0 0,0 0 0,1 1 0,-1 0 0,0 1 0,1-1 0,-1 1 0,-8 3 0,13-4 0,1 1 0,-1 0 0,1 0 0,-1 1 0,1-1 0,0 0 0,0 1 0,0 0 0,-1-1 0,1 1 0,1 0 0,-1 0 0,0 0 0,0 0 0,-2 5 0,2-3 0,0 0 0,0 1 0,1-1 0,-1 0 0,1 1 0,0 0 0,1-1 0,-1 8 0,1 2 0,0 0 0,2 0 0,-1 0 0,2 0 0,4 15 0,-1-12 0,1 1 0,1-1 0,1 0 0,0 0 0,1-1 0,1 0 0,18 20 0,-7-13 0,48 39 0,-60-53 0,-2-3 0,6 5 0,-1 1 0,0 0 0,-1 0 0,17 23 0,-27-32 0,1 1 0,-1-1 0,0 1 0,-1 0 0,1 0 0,-1 0 0,0 0 0,0 0 0,0 0 0,1 7 0,-2-7 0,-1-1 0,1 0 0,0 0 0,-1 0 0,0 0 0,0 0 0,0-1 0,0 1 0,0 0 0,0 0 0,-1-1 0,0 1 0,1 0 0,-1-1 0,0 0 0,-3 4 0,1-3 0,1 0 0,-1-1 0,0 1 0,0-1 0,0 0 0,0 0 0,0 0 0,-1-1 0,1 1 0,-1-1 0,1 0 0,-1 0 0,1-1 0,-8 1 0,-1-1 0,0 0 0,0-1 0,-25-4 0,29 3 0,-1-1 0,1 0 0,0 0 0,-13-7 0,19 8 0,-1 0 0,1 0 0,0 0 0,0 0 0,0-1 0,0 1 0,0-1 0,0 0 0,1 0 0,-1 1 0,1-2 0,0 1 0,0 0 0,-2-4 0,4 6 0,-1 0 0,1-1 0,0 1 0,-1 0 0,1 0 0,0-1 0,0 1 0,0 0 0,0 0 0,0-1 0,0 1 0,0 0 0,1 0 0,-1 0 0,0-1 0,1 1 0,-1 0 0,2-2 0,-1 1 0,0 0 0,1 0 0,-1 0 0,1 1 0,0-1 0,0 0 0,-1 1 0,1 0 0,3-3 0,5 0 0,-1-1 0,1 2 0,17-6 0,-19 7 0,79-24-1365,-77 22-5461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0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11 24575,'-13'-3'0,"0"0"0,0 1 0,0 1 0,0 0 0,0 1 0,0 0 0,0 1 0,0 1 0,-22 5 0,33-7 0,1 1 0,-1-1 0,0 1 0,0 0 0,1-1 0,-1 1 0,0 0 0,1 0 0,-1 0 0,1 0 0,-1 1 0,1-1 0,0 0 0,-1 0 0,1 1 0,0-1 0,0 1 0,0-1 0,0 1 0,0 0 0,0-1 0,1 1 0,-1 0 0,0 0 0,1-1 0,0 1 0,-1 0 0,1 0 0,0 0 0,0 0 0,0 0 0,0-1 0,0 1 0,0 0 0,0 0 0,2 2 0,1 7 0,1-1 0,0 0 0,0 0 0,1 0 0,8 10 0,-2-1 0,55 118 0,-55-109 0,-2 1 0,13 60 0,-4 59 0,-17-116 0,3-1 0,0 0 0,18 60 0,-21-89 0,0 1 0,0 0 0,1 0 0,-1-1 0,1 1 0,0 0 0,0-1 0,0 0 0,0 1 0,0-1 0,0 0 0,1 0 0,-1 0 0,1-1 0,0 1 0,-1-1 0,1 1 0,0-1 0,0 0 0,0 0 0,0 0 0,4 1 0,5 0 0,1-1 0,-1-1 0,0 1 0,18-3 0,2 0 0,-13 2-113,-13 1-12,1-1 0,0 0-1,0 0 1,-1-1 0,1 0 0,0 0 0,-1-1-1,1 1 1,11-6 0,-8 1-6701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 24575,'-1'0'0,"0"0"0,0 0 0,0 0 0,0 0 0,0 0 0,0 0 0,0 0 0,0 1 0,0-1 0,0 0 0,1 1 0,-1-1 0,0 1 0,0-1 0,0 1 0,0-1 0,1 1 0,-1-1 0,0 1 0,1 0 0,-1-1 0,0 1 0,1 0 0,-1 1 0,0 0 0,0 0 0,1 0 0,-1 0 0,0 0 0,1 0 0,0 0 0,0 0 0,-1 0 0,1 0 0,1 4 0,0 2 0,0 1 0,1-1 0,0 0 0,5 12 0,-4-12 0,1-1 0,0 1 0,0-1 0,1 0 0,-1 0 0,2 0 0,-1-1 0,11 11 0,-14-15 0,0 0 0,1 0 0,-1-1 0,1 1 0,-1 0 0,1-1 0,-1 0 0,1 1 0,0-1 0,0 0 0,0 0 0,0-1 0,-1 1 0,1-1 0,0 1 0,0-1 0,0 0 0,0 0 0,0 0 0,0-1 0,0 1 0,0-1 0,0 1 0,0-1 0,0 0 0,0 0 0,4-3 0,-5 3 0,0 0 0,0-1 0,0 1 0,0-1 0,0 1 0,0-1 0,0 0 0,-1 0 0,1 0 0,0 0 0,-1 0 0,0 0 0,0 0 0,1 0 0,-1-1 0,-1 1 0,3-5 0,-2-1 0,0 1 0,-1-1 0,1 1 0,-2-12 0,0 14 0,1 0 0,-1 0 0,1 1 0,0-1 0,1 0 0,-1 0 0,1 1 0,0-1 0,0 0 0,1 1 0,-1-1 0,1 1 0,2-6 0,-3 10 0,0-1 0,-1 0 0,1 0 0,-1 1 0,1-1 0,0 0 0,0 1 0,-1-1 0,1 1 0,0-1 0,0 1 0,0-1 0,0 1 0,0 0 0,0-1 0,0 1 0,-1 0 0,1 0 0,0-1 0,2 1 0,-1 0 0,0 1 0,0-1 0,0 0 0,0 1 0,0-1 0,0 1 0,0 0 0,0 0 0,3 1 0,1 2 0,-1 0 0,1 1 0,-1-1 0,9 10 0,49 59 0,25 27 0,-80-91-1365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1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13 24575,'-8'-5'0,"-5"1"0,-3 1 0,2 3 0,-1 3 0,1 2 0,-2 1 0,-2 0 0,0-2 0,3-2-8191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1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24575,'5'31'0,"5"16"0,0 1 0,1-1 0,-1-6 0,0-8 0,-2-7 0,1-5 0,-1-3 0,0-3 0,1-1 0,0 0 0,-2-3-8191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2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1 132 24575,'50'-69'0,"-43"61"0,0 1 0,0-1 0,1 1 0,0 1 0,0-1 0,9-4 0,-15 10 0,1-1 0,-1 1 0,0 0 0,0 1 0,0-1 0,1 0 0,-1 1 0,0-1 0,1 1 0,-1 0 0,1-1 0,-1 1 0,0 0 0,1 1 0,-1-1 0,1 0 0,3 2 0,-3-1 0,0 1 0,1-1 0,-1 1 0,0 0 0,0 0 0,0 0 0,0 1 0,0-1 0,0 1 0,3 3 0,3 6 0,-1 1 0,1 0 0,-2 0 0,8 19 0,-15-32 0,9 21 0,-1 0 0,-1 0 0,6 37 0,4 70 0,-4-26 0,14 19 0,-21-102 0,1 0 0,0-1 0,2 1 0,11 18 0,-14-29 0,-1 0 0,-1 1 0,1 0 0,-1 0 0,-1 0 0,1 1 0,-2-1 0,1 1 0,-1 0 0,-1-1 0,0 1 0,0 16 0,-2-24 0,1 0 0,-1 0 0,1 0 0,-1 0 0,0 0 0,0 0 0,0 0 0,0 0 0,0 0 0,0 0 0,0-1 0,-1 1 0,1 0 0,-1-1 0,1 1 0,-1-1 0,1 0 0,-1 1 0,0-1 0,0 0 0,0 0 0,0 0 0,0 0 0,0-1 0,0 1 0,0 0 0,0-1 0,-3 1 0,-7 1 0,0 0 0,0-1 0,-21-1 0,24 0 0,-50-1-1365,43 0-5461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2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24575,'0'10'0,"0"6"0,0 3 0,0 1 0,0 0 0,2 1 0,2 0 0,2-1 0,0-2 0,1-1 0,3 0 0,0-2 0,-1 1 0,0-4-8191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3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48 24575,'-28'-8'0,"-15"-2"0,-3 0 0,4 2 0,7 2 0,7 3 0,5 1 0,4 1 0,2 4 0,3 1 0,2 2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3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96 24575,'-14'-12'0,"-45"-37"0,53 44 0,-1 0 0,-1 1 0,1 0 0,0 0 0,-1 1 0,-14-5 0,21 8 0,0 0 0,0-1 0,0 1 0,0 0 0,0 0 0,0 0 0,-1 0 0,1 0 0,0 0 0,0 0 0,0 0 0,0 1 0,0-1 0,0 0 0,0 1 0,0-1 0,0 0 0,0 1 0,0-1 0,0 1 0,1 0 0,-1-1 0,0 1 0,0 0 0,0-1 0,1 1 0,-1 0 0,0 0 0,1 0 0,-1 0 0,1 0 0,-1 0 0,1-1 0,-1 1 0,1 0 0,-1 0 0,1 1 0,0-1 0,0 1 0,-2 6 0,1-1 0,1 1 0,0-1 0,1 12 0,-1-13 0,1 9 0,1 0 0,0-1 0,1 0 0,1 1 0,0-1 0,1-1 0,1 1 0,13 23 0,-3-10 0,3-1 0,0 0 0,22 22 0,-27-32 0,74 74 0,-82-85 0,11 11 0,20 21 0,-33-33 0,0 1 0,0-1 0,-1 1 0,0 0 0,0 0 0,0 1 0,-1-1 0,0 0 0,0 1 0,2 8 0,-4-13 0,1 0 0,-1 0 0,0 0 0,0 0 0,0 0 0,0 0 0,0 0 0,-1 0 0,1 0 0,0 0 0,0 0 0,-1 0 0,1 0 0,0 0 0,-1 0 0,1-1 0,-1 1 0,1 0 0,-1 0 0,1 0 0,-2 1 0,0-1 0,1 0 0,-1 0 0,0 0 0,1 0 0,-1 0 0,0 0 0,0-1 0,1 1 0,-1 0 0,-4 0 0,-3 0 0,1-1 0,-1 0 0,-17-1 0,15-1 0,0 0 0,1 0 0,-1-1 0,1 0 0,-1-1 0,1 0 0,-11-7 0,3 1 0,0-2 0,-28-23 0,45 34 0,-1 0 0,1 0 0,-1-1 0,1 1 0,-1-1 0,1 1 0,0-1 0,0 0 0,0 1 0,0-1 0,0 0 0,-1-2 0,2 3 0,0 0 0,0 1 0,0-1 0,0 0 0,1 0 0,-1 0 0,0 1 0,0-1 0,0 0 0,1 0 0,-1 0 0,0 1 0,1-1 0,-1 0 0,1 0 0,-1 1 0,1-1 0,-1 1 0,1-1 0,-1 0 0,1 1 0,-1-1 0,1 1 0,0-1 0,-1 1 0,1-1 0,0 1 0,0 0 0,-1-1 0,1 1 0,0 0 0,1-1 0,4-1 17,0 0-1,1 1 0,0-1 1,-1 1-1,1 0 1,12 1-1,16-3-1496,-21 0-5346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4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85 24575,'-19'-12'0,"-55"-33"0,65 40 0,-1 1 0,0 0 0,0 0 0,0 1 0,-19-3 0,26 5 0,0 1 0,1 0 0,-1 0 0,0 0 0,0 0 0,1 0 0,-1 1 0,1-1 0,-1 1 0,0 0 0,1-1 0,-1 1 0,1 1 0,-1-1 0,1 0 0,0 0 0,-3 3 0,2-2 0,0 1 0,1 0 0,-1 0 0,1 0 0,-1 1 0,1-1 0,0 1 0,0-1 0,1 1 0,-3 5 0,1 2 0,0 1 0,0 0 0,1 0 0,1 0 0,0 0 0,1 20 0,2-15 0,0-1 0,1 0 0,1 0 0,0 0 0,7 16 0,38 76 0,-17-39 0,40 104 0,-65-154 0,-2 1 0,0 1 0,2 26 0,3 12 0,-10-57 0,1 1 0,-1-1 0,1 0 0,0 0 0,0 0 0,-1 1 0,2-1 0,-1 0 0,0 0 0,0 0 0,1 0 0,-1-1 0,1 1 0,-1 0 0,1-1 0,0 1 0,0-1 0,0 1 0,0-1 0,0 0 0,0 0 0,0 0 0,0 0 0,0 0 0,1 0 0,-1-1 0,0 1 0,0-1 0,5 1 0,5-1 0,0 0 0,0-1 0,0 0 0,22-6 0,6 0 0,-11 5-10,-13 1-667,26-4-1,-28 1-6148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4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24575,'1'6'0,"-1"-1"0,1 0 0,0 0 0,1 0 0,-1 0 0,1 0 0,0 0 0,0-1 0,0 1 0,4 4 0,6 9 0,14 17 0,-18-25 0,-1 0 0,1-2 0,0 1 0,0-1 0,1 0 0,0 0 0,11 6 0,-18-12 0,1-1 0,0 1 0,0-1 0,0 0 0,0 0 0,0 0 0,0 0 0,0 0 0,0-1 0,1 0 0,4 1 0,-5-2 0,-1 1 0,1 0 0,-1-1 0,0 0 0,1 0 0,-1 0 0,0 0 0,0 0 0,0 0 0,0 0 0,0-1 0,0 1 0,0-1 0,0 1 0,0-1 0,0 0 0,1-2 0,0-1 0,0 0 0,-1 1 0,0-1 0,0 0 0,0 0 0,-1 0 0,0 0 0,0 0 0,0 0 0,0-1 0,-1-5 0,0 6 0,0 0 0,1 0 0,0 1 0,-1-1 0,1 0 0,1 0 0,-1 1 0,1-1 0,0 1 0,0-1 0,0 1 0,5-8 0,-6 11 0,0 1 0,0-1 0,0 0 0,0 0 0,0 1 0,0-1 0,0 0 0,0 1 0,0-1 0,0 1 0,0-1 0,0 1 0,0 0 0,0-1 0,0 1 0,1 0 0,-1 0 0,0 0 0,2 0 0,-1 0 0,0 1 0,0-1 0,1 1 0,-1-1 0,0 1 0,0 0 0,0 0 0,0 0 0,3 2 0,3 4 0,0-1 0,0 1 0,10 13 0,-12-13 0,27 30 0,34 34 0,-35-39-1365,-21-18-5461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5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82 24575,'-28'-18'0,"-13"-6"0,-1 4 0,4 7 0,5 7 0,6 6 0,3 6 0,2 5 0,6 0-8191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24575,'23'-2'0,"12"-2"0,-1 2 0,1 1 0,46 5 0,-77-4 0,0 1 0,0 0 0,0 0 0,0 0 0,0 0 0,0 1 0,0 0 0,0 0 0,-1 0 0,1 0 0,4 4 0,-7-5 0,1 1 0,-1-1 0,0 0 0,0 1 0,0-1 0,0 0 0,-1 1 0,1 0 0,0-1 0,0 1 0,-1-1 0,1 1 0,-1 0 0,0-1 0,1 1 0,-1 0 0,0-1 0,0 1 0,0 0 0,0 0 0,0-1 0,-1 1 0,1 0 0,0-1 0,-1 1 0,1 0 0,-1-1 0,0 1 0,-1 2 0,-3 5 0,-1 0 0,0-1 0,-1 1 0,0-1 0,-15 13 0,14-14 0,0 1 0,0 0 0,1 0 0,0 1 0,-8 13 0,14-19 0,-1 1 0,1-1 0,0 0 0,0 1 0,0-1 0,0 1 0,1-1 0,0 1 0,-1 0 0,1-1 0,0 1 0,1-1 0,-1 1 0,1-1 0,-1 1 0,1-1 0,0 1 0,0-1 0,1 0 0,-1 1 0,3 2 0,-1 0 0,1 0 0,-1-1 0,2 0 0,-1 1 0,0-2 0,1 1 0,0 0 0,0-1 0,1 0 0,-1 0 0,1-1 0,-1 0 0,1 0 0,13 5 0,4 0 0,1-2 0,41 7 0,-47-10 0,2 1 60,31 0 0,-43-3-246,-1-2 1,0 1-1,1-1 0,-1 0 1,0 0-1,1-1 1,10-4-1,-5 0-6640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6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24575,'56'9'0,"-27"-5"0,0 1 0,50 16 0,-79-21 0,0 0 0,1 0 0,-1 0 0,0 1 0,1-1 0,-1 0 0,0 0 0,0 0 0,1 0 0,-1 1 0,0-1 0,1 0 0,-1 0 0,0 0 0,0 1 0,0-1 0,1 0 0,-1 1 0,0-1 0,0 0 0,0 0 0,0 1 0,1-1 0,-1 0 0,0 1 0,0-1 0,0 0 0,0 1 0,0-1 0,0 0 0,0 1 0,0-1 0,0 0 0,0 1 0,0-1 0,0 0 0,0 1 0,0-1 0,0 0 0,0 1 0,-1-1 0,1 0 0,0 0 0,0 1 0,0-1 0,-1 1 0,-13 15 0,4-5 0,6-4 0,1-1 0,1 1 0,-1-1 0,1 1 0,0 0 0,0 0 0,1 0 0,0 0 0,0 0 0,1 0 0,0 10 0,2 6 0,1 0 0,6 27 0,1-11 0,2-1 0,22 52 0,43 68 0,-74-152 0,12 23 0,-1 1 0,15 45 0,-28-73 0,-1 0 0,1 0 0,-1 0 0,0 0 0,1 0 0,-1-1 0,0 1 0,0 0 0,-1 0 0,1 0 0,0 0 0,0 0 0,-1 0 0,1 0 0,-1-1 0,0 1 0,0 0 0,1 0 0,-3 2 0,2-3 0,-1 1 0,0 0 0,1-1 0,-1 1 0,0-1 0,0 0 0,0 1 0,0-1 0,0 0 0,0 0 0,0 0 0,0-1 0,-1 1 0,1 0 0,0-1 0,-3 1 0,-11 0-52,-1 0 0,-21-2 0,19 1-1157,5-1-5617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7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24575,'5'26'0,"2"13"0,-1 3 0,2 0 0,-1-5 0,1-6 0,0-4 0,0-3 0,-1-3 0,-1-3 0,0-2 0,0-3-8191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7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16 24575,'-31'-3'0,"-13"0"0,-4 0 0,4 0 0,3 1 0,7 1 0,7 0 0,5 1 0,3 0 0,0 0 0,4 3 0,1 1 0,3-1-8191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8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24575,'208'63'0,"-197"-60"0,0 0 0,0 0 0,0-1 0,0-1 0,22 1 0,53-10 0,-55 3 0,113-10 0,15 11 0,-99 5 0,-34 0 0,-1 2 0,1 1 0,33 10 0,1-1 0,36 3 60,104 3 0,96-13-1545,-265-6-5341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0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0 24575,'-1'93'0,"2"104"0,7-104 0,-4-55 0,-1 0 0,-5 73 0,-26 80 0,2-14 0,24-157 0,-32 393 0,34-279 0,22 174 0,-18-270 0,-1 0 0,-2 0 0,-1 0 0,-8 50 0,-20 82 0,-8 70 0,31-165 0,7 88 0,8-81 0,-5-39 0,2 1 0,-3-22 0,1 38 0,-6 4 0,2 54 0,13-27-1365,-13-78-5461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1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10 24575,'-1'-9'0,"-3"13"0,-3 15 0,-7 71 0,-6 156 0,11-62 0,1-66 0,-6 52 0,-2 54 0,17 2 0,0-80 0,-1 431 0,9-457 0,-2-50 0,-1-4 0,3 57 0,-8-56 0,-3 112 0,-2-145 0,-15 64 0,12-69 0,1 0 0,1 1 0,0 30 0,4-31 0,3 130 0,2-123 0,2 0 0,12 41 0,-3-15 0,-10-43 0,-3-14 0,0 0 0,-1 0 0,0 0 0,0 0 0,-1 0 0,1 6 0,-1-11 1,0 1 1,0-1-1,0 0 0,0 0 0,0 0 0,0 1 0,0-1 0,0 0 0,0 0 1,0 0-1,0 1 0,0-1 0,0 0 0,0 0 0,0 0 0,0 1 0,0-1 1,0 0-1,0 0 0,0 0 0,-1 0 0,1 1 0,0-1 0,0 0 0,0 0 1,0 0-1,0 0 0,0 1 0,-1-1 0,1 0 0,0 0 0,0 0 0,0 0 1,0 0-1,-1 0 0,1 0 0,0 1 0,0-1 0,0 0 0,-1 0 0,1 0 1,0 0-1,0 0 0,0 0 0,-1 0 0,1 0 0,0 0 0,0 0 0,0 0 1,-1 0-1,1 0 0,0 0 0,0 0 0,0-1 0,0 1 0,-1 0 1,1 0-1,0 0 0,0 0 0,-11-10-553,9 7-329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24575,'-1'7'0,"0"1"0,-1 0 0,1 0 0,-6 12 0,-1 10 0,1 16 0,-2 66 0,4-31 0,-73 443 0,63-431 0,4 1 0,4 0 0,6 125 0,16 12 0,2 77 0,-17-249 0,-10 236 0,-10-47 0,18-178 0,12 107 0,8 12 0,-14-139 0,-4 76 0,-1-52 0,1-65 0,-9 227 0,2-137 0,7-97-124,-1 0 0,1-1 0,0 1 0,0-1 0,-1 1 0,1 0-1,-1-1 1,1 1 0,-1-1 0,-1 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4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4 24575,'2'-3'0,"-2"5"0,-5 14 0,-9 26 0,13-41 0,-23 75 0,4 1 0,-15 102 0,18 13 0,14-147 0,-2 256 0,5-80 0,-9-75 0,3-54 0,1-9 0,-6 168 0,11-235 0,10 258 0,24-13 0,-29-180 0,2 20 0,-3-54 0,-3 68 0,0 2 0,6-50 0,1 22 0,-8-61 0,1 27 0,7 61 0,8-8 0,-15-103-78,5 43 286,-5-45-308,-1 0 1,0-1-1,0 1 0,0 0 1,-1 0-1,1-1 0,-1 1 1,1 0-1,-1-1 0,0 1 1,0-1-1,0 1 0,0-1 1,-3 4-1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5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45 24575,'-1'0'0,"1"0"0,-1 0 0,1 0 0,-1 1 0,0-1 0,1 0 0,-1 0 0,1 1 0,-1-1 0,1 1 0,-1-1 0,1 0 0,-1 1 0,1-1 0,0 1 0,-1-1 0,1 1 0,0-1 0,-1 1 0,1 0 0,0-1 0,0 1 0,-1-1 0,1 1 0,0 0 0,0-1 0,0 2 0,-4 21 0,4-16 0,-7 28 0,3-17 0,-3 33 0,7-47 0,0 1 0,0 0 0,0-1 0,1 1 0,-1 0 0,1-1 0,0 1 0,1-1 0,-1 1 0,1-1 0,0 0 0,2 5 0,-4-9 0,0 1 0,1-1 0,-1 0 0,0 1 0,0-1 0,1 1 0,-1-1 0,0 0 0,0 1 0,1-1 0,-1 0 0,0 0 0,1 1 0,-1-1 0,1 0 0,-1 0 0,0 1 0,1-1 0,-1 0 0,1 0 0,-1 0 0,0 0 0,1 0 0,-1 0 0,1 0 0,-1 0 0,1 0 0,-1 0 0,1 0 0,-1 0 0,1 0 0,0 0 0,0-1 0,0 0 0,0 1 0,0-1 0,0 0 0,0 1 0,-1-1 0,1 0 0,0 0 0,0 0 0,-1 0 0,1-1 0,14-29 0,5-38 0,-13 40 0,2 1 0,16-36 0,-24 62 0,-1 0 0,1 1 0,0-1 0,0 0 0,0 1 0,1-1 0,-1 1 0,0-1 0,1 1 0,-1-1 0,0 1 0,1 0 0,0 0 0,-1 0 0,1 0 0,0 0 0,-1 0 0,1 0 0,0 0 0,0 1 0,2-1 0,-1 1 0,-1 0 0,0 0 0,0 0 0,1 0 0,-1 1 0,0-1 0,1 1 0,-1 0 0,0-1 0,0 1 0,0 0 0,0 0 0,0 1 0,0-1 0,0 0 0,0 1 0,3 2 0,14 16 0,0 1 0,16 24 0,-10-13 0,-12-15-227,0 1-1,-1 0 1,-1 0-1,-1 1 1,9 21-1,-16-29-6598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9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49 24575,'2'-4'0,"0"1"0,0 1 0,0-1 0,0 0 0,0 0 0,0 1 0,1-1 0,-1 1 0,1 0 0,0 0 0,-1 0 0,1 0 0,0 0 0,0 0 0,1 1 0,-1 0 0,4-2 0,2 1 0,-1 1 0,0-1 0,0 1 0,1 1 0,15 0 0,-155 2 0,114-1 0,0 1 0,-22 4 0,5 0 0,-26 6-1365,46-10-5461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9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7 24575,'-3'0'0,"-1"1"0,1-1 0,0 1 0,0 0 0,-5 2 0,-12 3 0,-8-3 0,1-2 0,-38-1 0,-55-11 0,65 6 0,34 2-1365,3-1-5461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12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932 31 24575,'17'-7'0,"1"2"0,0 0 0,0 1 0,29-3 0,73 4 0,-314 3 0,183 1 0,0 0 0,-21 5 0,20-3 0,-1-1 0,-14 1 0,-85-4 0,-38 2 0,93 6 0,34-3 0,-31 0 0,33-3 0,0 0 0,-28 6 0,26-4 0,0-1 0,-45-2 0,-15 1 0,42 7 0,30-6 0,-1 0 0,-15 2 0,-2-5 0,21 0 0,-1 1 0,1 0 0,0 0 0,0 1 0,-10 2 0,11 1 0,12 0 0,16 2 0,-17-5 0,28 8 0,1 2 0,-1 1 0,-1 2 0,-1 1 0,0 1 0,0 2 0,26 21 0,-36-24 0,-1 2 0,0 0 0,-2 1 0,0 0 0,16 23 0,-25-29 0,0 0 0,-1 1 0,0-1 0,-1 1 0,-1 1 0,0-1 0,-1 1 0,0 0 0,-1 0 0,2 20 0,-5-30 0,0 0 0,0 0 0,0 0 0,-1-1 0,1 1 0,-1 0 0,0 0 0,0 0 0,-1-1 0,1 1 0,-1-1 0,0 1 0,0-1 0,0 0 0,0 0 0,0 1 0,-1-1 0,1-1 0,-1 1 0,0 0 0,0-1 0,-5 4 0,-6 3 0,-1-1 0,1 0 0,-33 11 0,10-4 0,19-7 0,0 1 0,0 2 0,1-1 0,1 2 0,0 0 0,1 1 0,-24 26 0,16-17 0,13-12 0,-15 18 0,25-28 0,0 1 0,-1-1 0,1 0 0,0 1 0,0-1 0,-1 1 0,1-1 0,0 0 0,0 1 0,0-1 0,0 1 0,-1-1 0,1 0 0,0 1 0,0-1 0,0 1 0,0-1 0,0 0 0,0 1 0,0-1 0,0 1 0,0-1 0,0 1 0,0-1 0,1 0 0,-1 1 0,0-1 0,0 1 0,1 0 0,-1-1 0,1 1 0,0-1 0,-1 1 0,1-1 0,0 1 0,0-1 0,-1 1 0,1-1 0,0 0 0,0 1 0,0-1 0,1 0 0,30 3 0,-30-3 0,67 0 0,250-3 0,-35-22 0,-186 14 0,43-9 0,-28 3 0,-99 15-227,1 1-1,-1 0 1,1 1-1,-1 0 1,19 4-1,-19-1-6598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0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36 24575,'0'-11'0,"-1"9"0,1 0 0,0-1 0,0 1 0,0 0 0,0-1 0,0 1 0,0 0 0,2-5 0,-1 9 0,0 0 0,1 0 0,-1 1 0,0-1 0,0 0 0,-1 0 0,2 4 0,2 10 0,10 36 0,3 0 0,24 51 0,17 25 0,-51-118 120,-6-10-159,-1 0 0,0 0 0,0 1 0,1-1 0,-1 0 0,0 0-1,0 0 1,1 0 0,-1 0 0,0 0 0,1 1 0,-1-1 0,0 0 0,0 0 0,1 0 0,-1 0 0,0 0 0,1 0-1,-1 0 1,0 0 0,0 0 0,1-1 0,-1 1 0,0 0 0,1 0 0,-1 0 0,0 0 0,0 0 0,1 0 0,-1-1 0,0 1-1,0 0 1,0 0 0,1 0 0,-1 0 0,0-1 0,1 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0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 24575,'-10'0'0,"0"0"0,0 1 0,0 0 0,-20 6 0,26-6 0,0 1 0,-1 0 0,1 0 0,0 0 0,0 0 0,0 0 0,0 1 0,0 0 0,0 0 0,1 0 0,0 0 0,-6 7 0,8-9 0,1-1 0,-1 1 0,1-1 0,0 1 0,-1-1 0,1 1 0,0-1 0,-1 1 0,1-1 0,0 1 0,0 0 0,-1-1 0,1 1 0,0-1 0,0 1 0,0 0 0,0-1 0,0 1 0,0-1 0,0 1 0,0 0 0,0-1 0,0 1 0,0 0 0,0-1 0,0 1 0,0-1 0,1 1 0,-1-1 0,0 1 0,0 0 0,1-1 0,-1 1 0,0-1 0,1 1 0,-1-1 0,1 1 0,-1-1 0,1 0 0,-1 1 0,1-1 0,-1 1 0,1-1 0,-1 0 0,1 1 0,-1-1 0,2 0 0,3 2 0,0 0 0,0-1 0,0 0 0,10 1 0,-7-1 0,117 11 0,-41-4 0,-58-5-682,38 9-1,-53-9-6143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1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72 24575,'-29'-10'0,"-11"-4"0,-2 1 0,3 2 0,7 4 0,5 2 0,5 2 0,4 3 0,2-1 0,1-1 0,4-3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2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32 24575,'-20'-5'0,"-10"-2"0,-3 1 0,3 0 0,3 3 0,4 0 0,3 2 0,2 1 0,2 0 0,1 0 0,1 0 0,-1 0 0,1 1 0,-1-1 0,3 0-8191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2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0 24575,'8'1'0,"0"0"0,1 0 0,-1 1 0,0 0 0,0 0 0,-1 1 0,1 0 0,0 0 0,-1 1 0,0 0 0,13 9 0,-13-8 0,0 1 0,-1-1 0,1 1 0,-1 0 0,0 1 0,-1 0 0,0 0 0,0 0 0,0 0 0,-1 1 0,4 10 0,-6-15 0,-1 0 0,0 0 0,-1 0 0,1 0 0,0 0 0,-1 0 0,0 1 0,0-1 0,0 0 0,0 0 0,0 0 0,-1 1 0,1-1 0,-1 0 0,0 0 0,0 0 0,0 0 0,0 0 0,-1 0 0,1 0 0,-1-1 0,1 1 0,-1 0 0,0-1 0,0 1 0,-1-1 0,1 0 0,0 0 0,-1 0 0,1 0 0,-1 0 0,0 0 0,1-1 0,-1 1 0,0-1 0,0 0 0,0 1 0,0-2 0,0 1 0,0 0 0,-1-1 0,1 1 0,0-1 0,0 0 0,0 0 0,-1 0 0,1 0 0,-6-2 0,-5-1 0,-1-1 0,1-1 0,0 0 0,1-1 0,-1 0 0,-24-16 0,32 18 0,0 0 0,0-1 0,0 0 0,1 0 0,0 0 0,0-1 0,-5-6 0,9 10 0,0 0 0,0 1 0,0-1 0,0 0 0,0 0 0,0 0 0,0 0 0,1 0 0,-1-1 0,1 1 0,0 0 0,-1 0 0,1 0 0,0 0 0,0-1 0,1 1 0,-1 0 0,0 0 0,1 0 0,-1 0 0,1 0 0,0 0 0,-1 0 0,1 0 0,0 0 0,0 0 0,3-3 0,0-1-97,1 1-1,0 1 1,0-1-1,1 1 1,-1 0-1,1 0 1,0 1-1,0-1 1,0 1-1,0 1 1,1-1-1,-1 1 0,13-3 1,-5 3-6729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6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564 107 24575,'0'-1'0,"1"1"0,-1-1 0,1 1 0,-1-1 0,1 0 0,-1 1 0,1-1 0,-1 0 0,0 1 0,1-1 0,-1 0 0,0 0 0,0 1 0,1-1 0,-1 0 0,0 0 0,0 1 0,0-1 0,0 0 0,0 0 0,0 0 0,0 1 0,0-1 0,-1 0 0,1 0 0,0 1 0,0-1 0,-1 0 0,1 0 0,0 1 0,-1-1 0,1 0 0,-1 1 0,1-1 0,-1 1 0,1-1 0,-1 0 0,1 1 0,-1-1 0,1 1 0,-2-1 0,-3-3 0,-1 0 0,1 0 0,-1 1 0,-6-3 0,4 2 0,-11-6 0,0 1 0,-1 1 0,0 0 0,-26-5 0,44 13 0,0-1 0,0 1 0,-1-1 0,1 1 0,0 0 0,0 0 0,-1 0 0,1 0 0,0 0 0,-1 1 0,1-1 0,0 1 0,0-1 0,-1 1 0,1 0 0,0 0 0,0 0 0,-3 1 0,2 1 0,1 0 0,-1-1 0,0 1 0,1 0 0,0 0 0,0 0 0,0 1 0,0-1 0,0 0 0,-1 6 0,-14 37 0,12-28 0,-2 0 0,-10 21 0,14-35 0,1 0 0,-1 1 0,0-1 0,0 0 0,0 0 0,0-1 0,-1 1 0,0-1 0,1 0 0,-1 0 0,-1 0 0,1 0 0,-6 3 0,3-4 0,1 0 0,-1-1 0,0 1 0,1-1 0,-1-1 0,0 1 0,0-1 0,0 0 0,0-1 0,0 0 0,1 0 0,-1 0 0,0-1 0,1 0 0,-1 0 0,1 0 0,0-1 0,-1 0 0,1 0 0,-8-7 0,7 4 0,0-1 0,0-1 0,1 1 0,0-1 0,1 0 0,-1 0 0,-7-17 0,10 17 0,-1 0 0,1 0 0,1 0 0,0 0 0,0 0 0,0 0 0,1-1 0,1 1 0,-1-13 0,1 20 0,0-1 0,0 1 0,0 0 0,0 0 0,1 0 0,-1 0 0,0-1 0,0 1 0,1 0 0,-1 0 0,1 0 0,-1 0 0,1 0 0,-1 0 0,1 0 0,0 0 0,-1 0 0,1 0 0,0 0 0,0 0 0,0 0 0,0 1 0,0-1 0,0 0 0,0 1 0,0-1 0,0 1 0,0-1 0,0 1 0,0-1 0,0 1 0,0 0 0,1-1 0,-1 1 0,0 0 0,0 0 0,0 0 0,1 0 0,-1 0 0,1 0 0,3 1 0,-1 0 0,0 0 0,0 1 0,0-1 0,0 1 0,-1-1 0,1 1 0,0 1 0,-1-1 0,5 4 0,40 40 0,-38-34 0,1-1 0,0 0 0,1-1 0,17 11 0,-12-11 0,0-1 0,0-1 0,1 0 0,0-2 0,0 0 0,1-1 0,0-1 0,-1 0 0,1-2 0,1 0 0,20-1 0,-34-1 0,1 0 0,-1-1 0,1 1 0,-1-1 0,0-1 0,0 1 0,0-1 0,0 0 0,6-4 0,-10 5 0,0 0 0,0 0 0,-1 0 0,1 0 0,0-1 0,-1 1 0,1-1 0,-1 1 0,1-1 0,-1 0 0,0 1 0,0-1 0,0 0 0,0 0 0,0 0 0,0 0 0,0 0 0,-1 0 0,1 0 0,-1 0 0,1 0 0,-1-1 0,0 1 0,0 0 0,0 0 0,0 0 0,0 0 0,0 0 0,-1 0 0,0-4 0,-1 0-136,-1 0-1,1 0 1,-1 0-1,0 1 1,-1-1-1,1 0 1,-1 1-1,0 0 0,-6-5 1,1 0-6690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65 24575,'-4'-2'0,"-114"-45"0,105 44 0,1-1 0,-1 1 0,0 1 0,0 1 0,0-1 0,0 2 0,-22 1 0,26 1 0,1 0 0,0 0 0,0 1 0,0 0 0,0 1 0,0 0 0,1 0 0,-1 0 0,1 1 0,0 0 0,1 0 0,-1 1 0,1 0 0,0 0 0,-6 8 0,11-11 0,0-1 0,-1 0 0,1 1 0,0-1 0,0 1 0,0 0 0,1-1 0,-1 1 0,1 0 0,-1 0 0,1-1 0,0 1 0,0 0 0,0 0 0,1-1 0,-1 1 0,1 0 0,-1 0 0,1-1 0,0 1 0,2 4 0,2 4 0,1 0 0,0-1 0,13 17 0,-5-7 0,38 51 0,83 86 0,-126-147 0,0 0 0,-1 1 0,0 0 0,0 0 0,-2 1 0,1 0 0,-1 0 0,6 20 0,-11-30 0,-1 0 0,1 0 0,-1 0 0,0 0 0,1 0 0,-1 0 0,0 0 0,0 0 0,-1 0 0,1 0 0,0 0 0,-1-1 0,1 1 0,-1 0 0,1 0 0,-1 0 0,0 0 0,0-1 0,0 1 0,0 0 0,0-1 0,0 1 0,-1-1 0,1 1 0,0-1 0,-1 1 0,-1 0 0,0 0 0,0-1 0,1 1 0,-1-1 0,0 0 0,-1 0 0,1 0 0,0 0 0,0-1 0,0 1 0,0-1 0,-1 0 0,1 0 0,0 0 0,0 0 0,0-1 0,-4 0 0,-4-2 0,-1 0 0,1-1 0,0-1 0,0 0 0,1 0 0,-1-1 0,1 0 0,1-1 0,-1 0 0,-14-15 0,22 21 0,1 0 0,-1-1 0,1 1 0,-1-1 0,1 0 0,0 1 0,0-1 0,0 0 0,0 0 0,0 1 0,0-1 0,1 0 0,-1 0 0,0 0 0,1 0 0,0 0 0,-1 0 0,1-3 0,0 3 0,1 0 0,-1 1 0,0-1 0,1 0 0,-1 1 0,1-1 0,0 0 0,0 1 0,0-1 0,0 1 0,0 0 0,0-1 0,0 1 0,0 0 0,0-1 0,0 1 0,1 0 0,-1 0 0,1 0 0,-1 0 0,1 0 0,1 0 0,12-6 40,1 0 0,28-6-1,3-2-1523,-33 9-5342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9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0 24575,'-22'5'0,"1"0"0,-1 2 0,1 1 0,0 0 0,1 1 0,0 2 0,-26 16 0,43-25 0,0 0 0,1 1 0,-1-1 0,1 0 0,-1 1 0,1-1 0,0 1 0,0 0 0,0 0 0,0 0 0,1 0 0,-1 0 0,1 0 0,0 0 0,-1 1 0,2-1 0,-1 0 0,0 1 0,1-1 0,-1 0 0,1 1 0,0-1 0,0 1 0,0-1 0,1 1 0,-1-1 0,1 0 0,0 1 0,0-1 0,0 0 0,2 5 0,8 12 0,-1-1 0,2-1 0,1 0 0,22 26 0,-21-29 0,-1 1 0,-1 1 0,0 0 0,-1 1 0,11 26 0,-9-3 0,-1 0 0,-3 0 0,6 57 0,-13-82 0,2 13 0,-4-19 0,1 1 0,1-1 0,0 0 0,0 0 0,1 0 0,0 0 0,6 12 0,-7-20 0,-1 0 0,1 0 0,0-1 0,0 1 0,0 0 0,0-1 0,0 1 0,0-1 0,0 1 0,0-1 0,1 0 0,-1 0 0,0 0 0,1 0 0,-1-1 0,1 1 0,-1-1 0,1 1 0,-1-1 0,1 0 0,0 0 0,-1 0 0,1 0 0,3-1 0,1 0 0,-1 0 0,1 0 0,-1-1 0,0 0 0,1 0 0,-1 0 0,0-1 0,8-5 0,-9 5-273,-1 0 0,0 0 0,0-1 0,6-6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9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24575,'0'4'0,"0"0"0,1 1 0,0-1 0,0 0 0,0 0 0,0-1 0,1 1 0,-1 0 0,3 4 0,23 33 0,-8-13 0,-19-28 0,4 8 0,1-1 0,0-1 0,0 1 0,6 6 0,-10-12 0,1 1 0,-1-1 0,0 0 0,1 0 0,-1 0 0,1 0 0,-1 0 0,1 0 0,0 0 0,-1 0 0,1-1 0,0 1 0,0-1 0,-1 1 0,1-1 0,0 0 0,0 0 0,0 0 0,0 0 0,-1 0 0,1 0 0,0 0 0,0 0 0,0-1 0,1 0 0,-1 0 0,-1 1 0,0-1 0,1 0 0,-1 0 0,0 0 0,0 0 0,0 0 0,0 0 0,0-1 0,0 1 0,0 0 0,0 0 0,0-1 0,0 1 0,-1-1 0,1 1 0,0-3 0,8-31 0,-6 20 0,-2 10 0,1-1 0,-1 1 0,1-1 0,0 1 0,1 0 0,5-9 0,-7 12 0,0 1 0,0 0 0,0-1 0,0 1 0,1 0 0,-1 0 0,0 0 0,1 0 0,-1 0 0,1 0 0,-1 0 0,1 1 0,-1-1 0,1 0 0,0 1 0,-1-1 0,1 1 0,0 0 0,-1 0 0,1-1 0,0 1 0,0 0 0,-1 0 0,1 1 0,0-1 0,-1 0 0,3 1 0,2 1 0,1 1 0,-1 0 0,0 0 0,0 1 0,0-1 0,0 1 0,8 8 0,9 6 0,-5-6-227,0 1-1,0 1 1,-2 1-1,0 0 1,21 27-1,-31-34-6598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0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0 24575,'-3'1'0,"-1"0"0,1 0 0,0 1 0,0-1 0,0 1 0,0-1 0,-4 4 0,-3 1 0,-2-1 14,0 0-1,0-1 0,0 0 0,-1-1 1,1-1-1,-1 0 0,0 0 1,-14-1-1,6-1-310,1-1 0,-1-1 0,0-1 0,-24-7 0,26 4-6529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1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41 24575,'-2'-5'0,"-7"-17"0,8 21 0,1 0 0,0 0 0,-1 0 0,1 1 0,-1-1 0,1 0 0,-1 0 0,0 0 0,1 1 0,-1-1 0,0 0 0,1 1 0,-1-1 0,0 1 0,0-1 0,0 1 0,-1-1 0,2 1 0,0 0 0,-1 0 0,1 0 0,0 0 0,0 1 0,-1-1 0,1 0 0,0 0 0,0 1 0,-1-1 0,1 0 0,0 0 0,0 1 0,0-1 0,0 0 0,0 1 0,-1-1 0,1 0 0,0 1 0,0-1 0,0 0 0,0 1 0,0-1 0,0 0 0,0 1 0,0-1 0,0 0 0,0 1 0,0-1 0,0 0 0,0 1 0,0-1 0,1 1 0,1 15 0,-2-15 0,18 86 0,51 152 0,-43-160 0,36 87 0,-60-162-1365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 24575,'-1'3'0,"0"0"0,-1 0 0,1-1 0,-1 1 0,1 0 0,-1-1 0,0 1 0,0-1 0,-1 1 0,1-1 0,-5 4 0,0 0 0,-10 11 0,11-12 0,0 0 0,0 1 0,1 0 0,0 0 0,0 0 0,-6 11 0,10-16 0,1 0 0,0 0 0,-1-1 0,1 1 0,0 0 0,0 0 0,0 0 0,-1 0 0,1 0 0,0 0 0,0 0 0,0-1 0,1 1 0,-1 0 0,0 0 0,0 0 0,0 0 0,1 0 0,-1-1 0,0 1 0,1 1 0,0 0 0,1-1 0,-1 1 0,0-1 0,1 1 0,-1-1 0,1 0 0,-1 1 0,1-1 0,2 1 0,4 2 0,1 0 0,0 0 0,11 2 0,-13-3 0,40 9 0,67 10 0,-12-3 0,-49-9-1365,-40-9-5461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2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48 24575,'-1'-1'0,"1"0"0,-1 0 0,1 0 0,0 0 0,-1 0 0,1 0 0,0 0 0,0 0 0,0 0 0,0 0 0,0 0 0,0 0 0,0 0 0,0 0 0,0 0 0,0-1 0,1 1 0,-1 0 0,0 0 0,1 0 0,-1 0 0,1 0 0,-1 1 0,1-1 0,0 0 0,-1 0 0,1 0 0,0 0 0,-1 1 0,1-1 0,0 0 0,0 0 0,0 1 0,0-1 0,0 1 0,0-1 0,0 1 0,0-1 0,1 1 0,3-2 0,0 0 0,0 0 0,0 0 0,0 1 0,0 0 0,9 0 0,-8 0 0,18 0 0,26 2 0,-44-1 0,0 1 0,1 0 0,-1 0 0,0 1 0,0-1 0,0 1 0,0 1 0,0-1 0,7 5 0,-11-6 0,0 1 0,-1-1 0,1 1 0,0 0 0,-1-1 0,0 1 0,1 0 0,-1 0 0,0 0 0,0 0 0,0 0 0,0 0 0,0 0 0,1 3 0,4 35 0,-4-20 0,8 49 0,-3-13 0,3 0 0,27 91 0,34 10 0,-34-80 0,-34-72 0,-1 0 0,0 1 0,-1-1 0,1 0 0,-1 1 0,0-1 0,0 1 0,0 7 0,-1-11 0,0 0 0,-1 1 0,1-1 0,0 0 0,-1-1 0,1 1 0,-1 0 0,0 0 0,0 0 0,1 0 0,-1 0 0,0 0 0,-1-1 0,1 1 0,0-1 0,0 1 0,-1-1 0,1 1 0,-1-1 0,1 1 0,-1-1 0,0 0 0,1 0 0,-1 0 0,0 0 0,-3 1 0,-8 2-227,-1 1-1,0-2 1,-1 0-1,1-1 1,-29 1-1,24-3-6598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9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24575,'-259'0'-1365,"246"0"-5461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9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 24575,'-18'0'0,"-9"0"0,-2 0 0,1 0 0,3 0 0,3 0 0,3 0 0,1 0 0,0 0 0,-1 0 0,1 0 0,1-2 0,3-2-8191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1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1069 16 24575,'248'0'0,"-215"-5"0,-24 3 0,-24 3 0,-39 5 0,1-3 0,-59-4 0,31-1 0,-32 3 0,-115-2 0,131-7 0,-29 0 0,-199 9 0,313 0 0,1 0 0,-21 5 0,20-4 0,0 1 0,-15-1 0,26-1 0,-2-2 0,-1 1 0,0 0 0,1 1 0,-1-1 0,1 1 0,-1 0 0,1-1 0,-1 2 0,1-1 0,-7 3 0,10-4 0,0 1 0,0-1 0,-1 0 0,1 1 0,0-1 0,0 1 0,0-1 0,-1 0 0,1 1 0,0-1 0,0 1 0,0-1 0,0 0 0,0 1 0,0-1 0,0 1 0,0-1 0,0 0 0,0 1 0,0-1 0,0 1 0,0-1 0,0 1 0,0-1 0,0 0 0,1 1 0,-1-1 0,0 0 0,0 1 0,0-1 0,1 1 0,-1-1 0,0 0 0,0 1 0,1-1 0,-1 0 0,0 0 0,1 1 0,-1-1 0,0 0 0,1 0 0,0 1 0,19 13 0,-15-12 0,51 30 0,93 38 0,-31-16 0,-71-31 0,-15-9 0,-1 1 0,-1 2 0,54 39 0,-83-55 0,0 0 0,1 0 0,-1 1 0,0-1 0,0 0 0,0 0 0,0 1 0,0-1 0,0 0 0,0 1 0,0-1 0,-1 1 0,1-1 0,-1 1 0,1 0 0,-1-1 0,1 1 0,-1 0 0,0-1 0,0 1 0,0-1 0,0 1 0,0 0 0,0-1 0,0 1 0,-1 0 0,1-1 0,-1 1 0,1-1 0,-1 1 0,1 0 0,-1-1 0,0 0 0,0 1 0,0-1 0,0 1 0,0-1 0,-1 2 0,-4 3 0,0 0 0,0 0 0,0-1 0,-1 0 0,0 0 0,-10 5 0,-69 40 0,-141 109 0,208-143 0,-18 22 0,26-26 0,-1 0 0,0 0 0,-1-1 0,-25 16 0,77-33 0,-2 0 0,1 2 0,1 1 0,64 4 0,-40 0 0,681-1 0,-678 0 0,92-14 0,-158 14-26,2 0-96,0 0 0,0 0 0,0-1 1,-1 1-1,1-1 0,0 1 1,0-1-1,-1 0 0,1 0 1,2-1-1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2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24575,'0'8'0,"3"5"0,0 3 0,3-1 0,0-1 0,2-3 0,-1 0 0,1-2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2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24575,'5'2'0,"2"4"0,2 4 0,3 2 0,1 1 0,1 5 0,1 1 0,-2 0 0,-1 2 0,-2 0 0,-3-1 0,-3-1 0,-2-4-8191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3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24575,'0'0'0,"0"0"0,0-1 0,0 1 0,0 0 0,0 0 0,-1 0 0,1 0 0,0-1 0,0 1 0,0 0 0,0 0 0,-1 0 0,1 0 0,0 0 0,0 0 0,0 0 0,-1-1 0,1 1 0,0 0 0,0 0 0,0 0 0,-1 0 0,1 0 0,0 0 0,0 0 0,-1 0 0,1 0 0,0 0 0,0 0 0,0 1 0,-1-1 0,1 0 0,0 0 0,0 0 0,-1 0 0,1 0 0,0 0 0,0 0 0,-5 10 0,3 14 0,4-5 0,1 1 0,1-1 0,1 0 0,0 0 0,14 30 0,0 4 0,5 19 0,42 146 0,-62-197 0,-5-18 0,-3-13 0,-2-17-1365,4 14-5461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3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24575,'-22'15'0,"-26"13"0,-13 10 0,60-38 0,0 1 0,0-1 0,0 1 0,0-1 0,0 1 0,1 0 0,-1-1 0,0 1 0,0 0 0,1 0 0,-1-1 0,1 1 0,-1 0 0,1 0 0,-1 0 0,1 0 0,-1 0 0,1 0 0,0 0 0,-1 0 0,1 0 0,0 0 0,0 0 0,0 0 0,0 2 0,0-2 0,1 0 0,-1 0 0,1 1 0,0-1 0,0 0 0,-1 0 0,1 0 0,0 0 0,0 0 0,0 0 0,0 0 0,0 0 0,1 0 0,-1 0 0,0 0 0,2 0 0,5 3 0,1 0 0,0 0 0,1-1 0,10 3 0,9-1 0,42 3 0,-13-2 0,-50-5-120,-5 0 42,0 0 1,0-1-1,0 1 0,0-1 0,0 0 0,0 0 0,0 0 1,0 0-1,0 0 0,-1-1 0,1 1 0,0-1 0,0 0 1,0 0-1,4-2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4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34 24575,'-16'-6'0,"-7"0"0,-3-1 0,1 2 0,2 1 0,2 2 0,2 0 0,2 2 0,1 0 0,1 0 0,0 0 0,3-2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1 24575,'-31'0'0,"-16"0"0,-2 0 0,2 0 0,7 0 0,4 0 0,6 0 0,6 0 0,2 0 0,1 0 0,2 0 0,5 0-8191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5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24575,'25'-2'0,"-1"1"0,26 2 0,-41 0 0,0 0 0,0 0 0,0 1 0,-1 0 0,1 1 0,-1 0 0,1 0 0,14 9 0,-20-10 0,-1 0 0,0-1 0,0 1 0,0 0 0,0 0 0,-1 1 0,1-1 0,0 0 0,-1 0 0,0 1 0,1-1 0,-1 1 0,0-1 0,0 1 0,-1 0 0,1-1 0,0 1 0,-1 0 0,1 4 0,-1 5 0,0 0 0,-1-1 0,-2 16 0,1-17 0,2-7 0,0 0 0,0 0 0,-1 0 0,1-1 0,-1 1 0,0 0 0,0 0 0,0-1 0,-1 1 0,1 0 0,0-1 0,-1 1 0,0-1 0,1 0 0,-1 1 0,0-1 0,0 0 0,-1 0 0,1 0 0,0-1 0,-1 1 0,1 0 0,-1-1 0,1 0 0,-1 1 0,1-1 0,-1 0 0,0 0 0,0-1 0,0 1 0,0-1 0,1 1 0,-1-1 0,0 0 0,0 0 0,0 0 0,0 0 0,0-1 0,0 1 0,0-1 0,1 0 0,-5-1 0,-4-2 0,-1 0 0,1-1 0,0 0 0,1-1 0,-13-8 0,18 10 0,0 1 0,0-1 0,1 0 0,-1-1 0,1 1 0,0-1 0,0 0 0,0 0 0,1 0 0,0 0 0,-5-12 0,7 15-50,0 1-1,1-1 1,-1 0-1,1 0 0,-1 0 1,1 0-1,0 0 1,0 1-1,0-1 1,0 0-1,0 0 0,0 0 1,1 0-1,-1 0 1,1 0-1,-1 1 1,1-1-1,0 0 0,0 0 1,-1 1-1,1-1 1,0 0-1,1 1 1,-1-1-1,0 1 1,3-3-1,6-3-6775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6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718 151 24575,'-19'-19'0,"-2"0"0,0 2 0,-1 0 0,-1 2 0,0 0 0,-1 1 0,-35-14 0,55 27 0,1 0 0,-1 0 0,0 0 0,1 0 0,-1 0 0,0 1 0,0-1 0,1 1 0,-1 0 0,0 0 0,-5 1 0,6 0 0,1 0 0,0 0 0,-1 0 0,1 0 0,0 0 0,-1 0 0,1 0 0,0 1 0,0 0 0,0-1 0,0 1 0,1 0 0,-1 0 0,0 0 0,1 0 0,-1 0 0,-1 4 0,-2 4 0,1 0 0,0 0 0,0 1 0,1 0 0,-2 18 0,-7 22 0,11-47 0,0-1 0,-1 1 0,1-1 0,-1 0 0,0 1 0,0-1 0,0 0 0,0 0 0,-1-1 0,1 1 0,-1 0 0,1-1 0,-1 1 0,0-1 0,-6 4 0,4-4 0,0 0 0,-1 0 0,1 0 0,0 0 0,-1-1 0,0 0 0,1 0 0,-1-1 0,-8 1 0,11-1 0,-11 0 0,0 0 0,1 0 0,-1-1 0,0-1 0,1 0 0,0-1 0,-16-6 0,-6-3 0,23 8 0,1 0 0,0 0 0,0-2 0,-14-7 0,22 11 0,0-1 0,0 1 0,0-1 0,0 0 0,0 0 0,0 0 0,1 0 0,-1-1 0,1 1 0,0-1 0,0 0 0,0 1 0,1-1 0,-1 0 0,1 0 0,-2-7 0,2 3 0,0 0 0,0 0 0,0 0 0,1 1 0,0-10 0,0 16 0,1-1 0,-1 0 0,0 1 0,0-1 0,1 0 0,-1 1 0,1-1 0,0 1 0,-1-1 0,1 1 0,0-1 0,0 1 0,0-1 0,0 1 0,0 0 0,0-1 0,0 1 0,1 0 0,-1 0 0,0 0 0,1 0 0,-1 0 0,1 0 0,-1 0 0,1 1 0,-1-1 0,1 0 0,-1 1 0,3-1 0,3 0 0,-1 1 0,1-1 0,0 1 0,-1 1 0,1-1 0,-1 1 0,1 0 0,-1 1 0,13 4 0,4 3 0,29 17 0,-21-9 0,79 36 0,195 66 0,-302-118 0,39 10 0,-38-10 0,-1-1 0,0 1 0,1-1 0,-1 0 0,1 0 0,-1 0 0,0-1 0,1 1 0,-1-1 0,4-1 0,-5 2 0,-1-1 0,0 0 0,0 0 0,0 1 0,1-1 0,-1 0 0,0 0 0,0 0 0,-1 0 0,1 0 0,0 0 0,0 0 0,0-1 0,-1 1 0,1 0 0,0 0 0,-1-1 0,1 1 0,-1 0 0,0-1 0,1 1 0,-1 0 0,0-1 0,0 1 0,0-1 0,0 1 0,0 0 0,0-1 0,0 1 0,-1 0 0,1-1 0,0 1 0,-1 0 0,0-3 0,-1-2 0,0 1 0,-1 0 0,1-1 0,-1 1 0,0 0 0,0 1 0,-5-6 0,-22-21-1365,15 18-5461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9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351 156 24575,'-47'-43'0,"32"28"0,0 0 0,-1 2 0,-1 0 0,0 0 0,-30-15 0,37 24 0,-2 1 0,1 1 0,0-1 0,-1 2 0,1 0 0,-1 0 0,1 1 0,-1 0 0,-16 3 0,26-3 0,-1 1 0,1-1 0,0 0 0,1 1 0,-1 0 0,0-1 0,0 1 0,0 0 0,0 0 0,0 0 0,1 0 0,-1 0 0,0 0 0,1 1 0,-1-1 0,1 0 0,-1 1 0,-1 2 0,2-2 0,-1 1 0,1 0 0,0 0 0,0 0 0,0 0 0,0 0 0,0 0 0,0 0 0,1 0 0,-1 6 0,2 1 0,-1 0 0,1 0 0,1-1 0,0 1 0,0 0 0,5 13 0,0-8 0,0-1 0,0 0 0,1 0 0,1-1 0,0 0 0,1 0 0,0-1 0,21 18 0,81 74 0,-99-91 0,-1 0 0,0 1 0,-1 0 0,-1 1 0,0 0 0,8 17 0,-16-30 0,-1 1 0,0 0 0,1 0 0,-1 0 0,-1-1 0,1 1 0,0 0 0,-1 0 0,1 0 0,-1 1 0,0-1 0,0 0 0,0 0 0,0 0 0,-1 0 0,1 0 0,-1 0 0,0 0 0,0 0 0,0 0 0,0-1 0,0 1 0,-3 3 0,2-3 0,0 0 0,-1 0 0,0 0 0,0-1 0,0 1 0,0 0 0,0-1 0,-1 0 0,1 0 0,-1 0 0,1 0 0,-1-1 0,0 1 0,1-1 0,-1 0 0,0 0 0,-5 0 0,-1 0 0,-1 0 0,1-1 0,-1-1 0,1 1 0,0-2 0,0 1 0,-17-6 0,20 5 0,0 0 0,0-1 0,0 0 0,1 0 0,-1-1 0,1 1 0,0-1 0,0-1 0,0 1 0,1-1 0,-8-8 0,11 12 0,1-1 0,0 1 0,0 0 0,0-1 0,0 1 0,1-1 0,-1 1 0,0-1 0,1 1 0,-1-1 0,0 1 0,1-1 0,0 0 0,-1 1 0,1-1 0,0 0 0,0 1 0,0-1 0,0 0 0,0 1 0,1-1 0,-1 0 0,0 1 0,1-1 0,-1 0 0,1 1 0,0-1 0,-1 1 0,3-3 0,-1 1 0,0 1 0,0 0 0,0 0 0,1 0 0,-1 0 0,1 0 0,0 0 0,0 1 0,-1-1 0,1 1 0,0 0 0,0 0 0,0 0 0,0 0 0,4 0 0,47-11-1365,-43 10-5461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9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14 24575,'-10'-3'0,"-34"-6"0,41 9 0,0-1 0,1 1 0,-1 0 0,0 0 0,1 0 0,-1 0 0,0 1 0,1-1 0,-1 1 0,0 0 0,1 0 0,-1-1 0,-2 3 0,3-1 0,0-1 0,1 1 0,-1 0 0,1 0 0,0 0 0,-1 0 0,1 0 0,0 0 0,0 0 0,0 0 0,1 0 0,-1 0 0,0 0 0,1 1 0,-1-1 0,1 0 0,0 1 0,0-1 0,0 4 0,0 5 0,1-1 0,0 0 0,3 11 0,66 365 0,-64-345 0,3 26 0,-4-43 0,-4-15 0,1 0 0,0 1 0,0-1 0,8 16 0,-9-22 0,1 0 0,0-1 0,0 1 0,0 0 0,0-1 0,0 1 0,0-1 0,1 0 0,-1 0 0,1 0 0,0 0 0,0 0 0,-1 0 0,1-1 0,0 1 0,0-1 0,7 2 0,4 0 0,1-1 0,-1-1 0,1 0 0,-1-1 0,1 0 0,14-3 0,-26 2-124,0 1 0,0-1 0,0 1 0,0-1 0,0 0 0,0 0-1,-1 0 1,1 0 0,0-1 0,2-1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0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57 24575,'2'8'0,"0"-1"0,1 1 0,0-1 0,0 1 0,1-1 0,-1 0 0,11 13 0,-12-17 0,1 0 0,0 0 0,0-1 0,0 1 0,0-1 0,1 0 0,-1 0 0,0 0 0,1 0 0,0 0 0,4 1 0,-6-2 0,0-1 0,0 1 0,0-1 0,0 0 0,0 0 0,-1 1 0,1-1 0,0 0 0,0-1 0,0 1 0,0 0 0,0 0 0,0-1 0,-1 1 0,1-1 0,0 0 0,0 1 0,-1-1 0,1 0 0,0 0 0,-1 0 0,1 0 0,-1-1 0,1 1 0,1-2 0,2-5 0,1 0 0,-1 0 0,-1 0 0,1-1 0,-2 0 0,5-13 0,-4 11 0,1-1 0,0 1 0,7-12 0,-11 22 0,0-1 0,-1 1 0,1 0 0,0 0 0,0 0 0,0 0 0,0 0 0,0 0 0,1 0 0,-1 1 0,0-1 0,0 0 0,1 1 0,-1-1 0,0 1 0,1-1 0,-1 1 0,2-1 0,0 1 0,0 0 0,-1 0 0,1 0 0,-1 0 0,1 1 0,0-1 0,-1 1 0,1 0 0,3 1 0,4 3 0,0 0 0,-1 1 0,17 11 0,-23-15 0,41 34 0,53 55 0,-93-86-1365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32 24575,'0'-3'0,"-3"0"0,-3-1 0,-5 2 0,-5 0 0,-4 1 0,-1 0 0,-2 1 0,-3-3 0,1 0 0,2 0 0,2 0 0,3 1 0,1 1 0,1 1 0,1 0 0,2 0-8191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1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24575,'-1'2'0,"0"-1"0,1 0 0,-1 0 0,1 0 0,-1 1 0,1-1 0,0 0 0,-1 0 0,1 1 0,0-1 0,0 0 0,0 0 0,0 1 0,0-1 0,0 3 0,5 22 0,-4-21 0,60 205 0,-44-160 0,5 8 0,-15-42 0,-1 0 0,0 0 0,-1 0 0,-1 1 0,-1 0 0,3 32 0,-6-44-105,0-1 0,1 0 0,-1 0 0,1 0 0,0 1 0,0-1 0,0 0 0,0 0 0,1 0 0,0 0 0,0-1 0,3 5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0 24575,'-10'0'0,"-5"0"0,0 0 0,-28 5 0,39-4 0,0 0 0,1 0 0,-1 0 0,0 0 0,1 1 0,-1-1 0,1 1 0,-1 0 0,1 0 0,0 0 0,0 1 0,0-1 0,0 1 0,0-1 0,1 1 0,-4 5 0,5-8 0,1 1 0,-1 0 0,1 0 0,0-1 0,-1 1 0,1 0 0,0 0 0,0 0 0,0 0 0,0 0 0,-1 0 0,1-1 0,0 1 0,0 0 0,1 0 0,-1 0 0,0 0 0,0 0 0,0 0 0,1-1 0,-1 1 0,0 0 0,1 0 0,-1 0 0,0 0 0,1-1 0,-1 1 0,1 0 0,0-1 0,-1 1 0,1 0 0,-1-1 0,1 1 0,0-1 0,0 1 0,-1-1 0,1 1 0,0-1 0,0 1 0,1-1 0,4 4 0,1-2 0,-1 1 0,13 3 0,-17-6 0,76 18 0,-46-11 0,-1 0 0,57 23 0,-45-11-1365,-33-13-5461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2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24575,'5'-6'0,"0"1"0,0 0 0,0 0 0,1 0 0,0 0 0,0 1 0,0 0 0,0 1 0,1-1 0,-1 1 0,1 0 0,0 1 0,0-1 0,11-1 0,-14 3 0,0 1 0,-1-1 0,1 1 0,0 0 0,0 0 0,0 0 0,0 0 0,0 1 0,-1 0 0,1-1 0,0 1 0,0 1 0,-1-1 0,1 0 0,-1 1 0,1 0 0,-1 0 0,0 0 0,1 0 0,-1 1 0,0-1 0,0 1 0,-1 0 0,1 0 0,-1 0 0,1 0 0,-1 0 0,0 0 0,2 4 0,-2-1 0,0-1 0,0 1 0,0 0 0,0 0 0,-1 0 0,0 0 0,0 8 0,-2 46 0,0-45 0,0 1 0,4 28 0,1-25 0,0 0 0,1-1 0,14 31 0,30 49 0,-33-69 0,-1 1 0,-1 1 0,16 51 0,-22-52 0,6 23 0,-13-48 0,0-1 0,0 1 0,-1 0 0,0 0 0,0-1 0,-1 1 0,1 0 0,-3 8 0,3-11 0,-1-1 0,0 1 0,0 0 0,0 0 0,0 0 0,0-1 0,0 1 0,-1-1 0,1 1 0,-1-1 0,1 1 0,-1-1 0,1 0 0,-1 0 0,0 0 0,1 0 0,-1 0 0,0 0 0,0 0 0,0 0 0,0-1 0,0 1 0,0-1 0,-3 1 0,-7 0 0,1 0 0,0-1 0,-18-2 0,-3 1 0,-4 6-1365,19-2-5461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24575,'-1'24'0,"1"-12"0,0 1 0,0 0 0,3 13 0,49 201-329,-2-15-252,-49-208 581,1 4 0,-1 0 0,0 0 0,0 1 0,-1 15 0,0-24 14,0 1-1,0-1 1,0 1-1,0-1 1,0 1 0,0-1-1,0 0 1,0 1-1,0-1 1,0 1-1,0-1 1,0 0 0,-1 1-1,1-1 1,0 1-1,0-1 1,0 0-1,0 1 1,-1-1 0,1 1-1,0-1 1,-1 0-1,1 0 1,0 1-1,0-1 1,-1 0 0,1 1-1,0-1 1,-1 0-1,1 0 1,-1 0 0,1 1-1,0-1 1,-1 0-1,1 0 1,-1 0-1,1 0 1,0 0 0,-1 0-1,1 0 1,-1 0-1,1 0 1,-1 0-1,1 0 1,0 0 0,-1 0-1,1 0 1,-1 0-1,1 0 1,-1 0-1,1-1 1,0 1 0,-1 0-1,1 0 1,0 0-1,-1-1 1,1 1-1,0 0 1,-1 0 0,1-1-1,0 1 1,-1 0-1,1-1 1,-4-3-4,1 1 1,-1-1-1,-5-8 0,-21-39-446,25 42-493,-4-10-5897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24575,'53'-13'0,"230"-49"0,-266 59 0,-4 2 0,1-1 0,0-1 0,-1-1 0,19-6 0,-32 10 0,0 0 0,0 0 0,1 0 0,-1 0 0,0 0 0,0 0 0,0 0 0,1 0 0,-1 0 0,0 0 0,0 0 0,0-1 0,1 1 0,-1 0 0,0 0 0,0 0 0,0 0 0,0 0 0,0 0 0,1-1 0,-1 1 0,0 0 0,0 0 0,0 0 0,0-1 0,0 1 0,0 0 0,0 0 0,0 0 0,0 0 0,1-1 0,-1 1 0,0 0 0,0 0 0,0 0 0,0-1 0,-8-2 0,-13 2 0,21 1 0,-31 0-1365,17 0-5461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24575,'31'0'0,"13"0"0,1-3 0,-4 0 0,-6 0 0,-8 0 0,-4 1 0,-5 1 0,-7 0 0,-8 1 0,-10 0 0,-7 0 0,-5 0 0,-3 1 0,0-1 0,4 0-8191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2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24575,'26'16'0,"11"4"0,2 0 0,-4-2 0,-4-3 0,-5-5 0,-8-6 0,-6-6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2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24575,'-2'13'0,"0"1"0,1 0 0,0 0 0,1 0 0,1-1 0,2 18 0,-2-26 0,1 1 0,-1-1 0,1 1 0,0-1 0,0 0 0,1 0 0,-1 0 0,1 0 0,0 0 0,1-1 0,-1 1 0,1-1 0,0 0 0,0 0 0,0 0 0,0 0 0,10 5 0,-9-6 0,1 0 0,0 0 0,0 0 0,0-1 0,0 0 0,0 0 0,0-1 0,0 1 0,1-1 0,-1-1 0,0 1 0,10-1 0,-11-1 0,0 0 0,0 0 0,0 0 0,0-1 0,-1 1 0,1-1 0,0-1 0,-1 1 0,1 0 0,-1-1 0,0 0 0,0 0 0,0 0 0,0-1 0,7-7 0,-5 2 0,0 1 0,-1-2 0,0 1 0,0 0 0,-1-1 0,0 0 0,-1 0 0,0 0 0,2-13 0,-5 23 0,0-1 0,0 0 0,0 0 0,1 1 0,-1-1 0,0 0 0,0 0 0,0 1 0,1-1 0,-1 0 0,0 1 0,1-1 0,-1 0 0,0 1 0,1-1 0,-1 0 0,1 1 0,-1-1 0,1 1 0,-1-1 0,1 1 0,0-1 0,-1 1 0,1 0 0,0-1 0,-1 1 0,1 0 0,1-1 0,-1 1 0,0 1 0,0-1 0,1 1 0,-1-1 0,0 1 0,0 0 0,0-1 0,0 1 0,0 0 0,0 0 0,0-1 0,0 1 0,-1 0 0,1 0 0,0 0 0,0 0 0,0 2 0,63 84-1365,-57-76-5461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3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60 814 24575,'25'-41'0,"32"-78"0,-48 97 0,-1-2 0,-1 1 0,-2-1 0,0 0 0,2-33 0,-4 1 0,-2 0 0,-8-59 0,4 91 0,0 1 0,-2 0 0,-1 0 0,0 1 0,-2-1 0,-1 1 0,-18-34 0,24 52 0,0 0 0,0-1 0,0 1 0,0 1 0,-6-7 0,8 9 0,0 1 0,1-1 0,-1 1 0,0-1 0,1 1 0,-1-1 0,0 1 0,0 0 0,1-1 0,-1 1 0,0 0 0,0-1 0,0 1 0,1 0 0,-1 0 0,0 0 0,0 0 0,0 0 0,0 0 0,0 0 0,1 0 0,-1 0 0,0 0 0,0 0 0,0 1 0,0-1 0,1 0 0,-1 1 0,0-1 0,0 0 0,1 1 0,-1-1 0,0 1 0,0-1 0,1 1 0,-1-1 0,1 1 0,-1 0 0,1-1 0,-1 1 0,0 1 0,-3 4 0,0 0 0,0 1 0,1 0 0,0 0 0,0 0 0,-2 10 0,-8 47 0,9-38 0,-1 2 0,1 1 0,1-1 0,2 1 0,0 0 0,3 0 0,5 40 0,-3-52 0,0 1 0,1-1 0,1-1 0,0 1 0,1-1 0,1 0 0,0 0 0,2-1 0,-1 0 0,2-1 0,20 21 0,-14-17 0,1-2 0,1 0 0,0-1 0,2-1 0,-1-1 0,2-1 0,30 13 0,-37-18 0,0-2 0,1 0 0,0-1 0,0 0 0,0-2 0,0 0 0,1 0 0,-1-2 0,1 0 0,-1-1 0,32-5 0,-42 4 0,-1 1 0,1-1 0,-1 0 0,0 0 0,0 0 0,0-1 0,0 0 0,0 0 0,0 0 0,-1-1 0,1 0 0,-1 1 0,0-2 0,0 1 0,4-7 0,-4 5 0,0-1 0,0 0 0,-1 0 0,0 0 0,-1 0 0,1-1 0,-1 1 0,-1-1 0,1 0 0,0-13 0,-2 18 0,1-12 0,-1 1 0,0-1 0,-4-21 0,4 32 0,-1 1 0,0 0 0,1-1 0,-1 1 0,-1 0 0,1 0 0,0 0 0,-1 0 0,1 0 0,-1 0 0,0 1 0,0-1 0,0 0 0,-1 1 0,1-1 0,0 1 0,-1 0 0,0 0 0,1 0 0,-1 0 0,-5-2 0,7 4 0,-1-1 0,1 1 0,-1-1 0,0 1 0,1-1 0,-1 1 0,0 0 0,1 0 0,-1 0 0,0 0 0,1 0 0,-1 0 0,0 0 0,1 0 0,-1 1 0,0-1 0,1 1 0,-1-1 0,-1 2 0,0 0 0,1-1 0,0 1 0,0 0 0,0-1 0,0 1 0,0 1 0,0-1 0,0 0 0,1 0 0,-3 5 0,0 0 0,1 1 0,0 0 0,0-1 0,1 1 0,0 0 0,0 0 0,0 9 0,1-1 0,0 0 0,1 0 0,1 0 0,0 0 0,1 0 0,4 16 0,-4-27 0,0 1 0,0-1 0,0 1 0,0-1 0,1 0 0,0 0 0,0 0 0,1 0 0,-1-1 0,1 1 0,0-1 0,0 0 0,0 0 0,1-1 0,0 1 0,-1-1 0,1 0 0,0 0 0,11 4 0,-6-3 0,1-1 0,-1-1 0,1 0 0,0 0 0,0-1 0,0 0 0,0-1 0,13-2 0,-3 0 0,1-1 0,-1-1 0,24-8 0,-1-3 0,-28 9 0,-1 0 0,1 2 0,1 0 0,-1 0 0,32-1 0,-23 6 0,-19 0 0,1-1 0,-1 0 0,1 0 0,-1 0 0,1-1 0,11-2 0,-17 2 0,0 1 0,-1 0 0,1-1 0,0 1 0,0-1 0,0 1 0,0-1 0,0 0 0,-1 1 0,1-1 0,0 0 0,-1 1 0,1-1 0,0 0 0,-1 0 0,1 0 0,-1 1 0,1-1 0,-1 0 0,0 0 0,1-1 0,-1 0 0,1-1 0,-1 1 0,0 0 0,0 0 0,0 0 0,0 0 0,0 0 0,-1 0 0,0-4 0,-2-2 0,0 0 0,0 0 0,-9-14 0,-65-111-1365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4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24575,'0'13'0,"0"9"0,3 4 0,0 3 0,1 1 0,1-2 0,0-3 0,0-5-8191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4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54 24575,'-10'-6'0,"-12"-6"0,-29-12 0,45 22 0,0 0 0,0 0 0,0 0 0,0 1 0,-1 0 0,1 0 0,0 1 0,-1-1 0,1 1 0,-9 2 0,14-2 0,-1 0 0,1 1 0,-1-1 0,1 0 0,0 1 0,-1 0 0,1-1 0,0 1 0,-1 0 0,1 0 0,0 0 0,0 0 0,0 0 0,0 0 0,0 0 0,0 0 0,0 0 0,-2 3 0,2-2 0,0 1 0,0-1 0,1 1 0,-1-1 0,0 1 0,1 0 0,-1-1 0,1 1 0,0 5 0,1-1 0,-1 1 0,2 0 0,-1 0 0,1-1 0,0 1 0,4 9 0,2-1 0,0 0 0,2 0 0,-1-1 0,2-1 0,23 27 0,71 56 0,-96-90 0,7 12 0,-16-19 0,0 0 0,1 1 0,-1-1 0,0 0 0,0 1 0,1-1 0,-1 1 0,0-1 0,0 1 0,0-1 0,0 0 0,0 1 0,0-1 0,0 1 0,0-1 0,0 1 0,0-1 0,0 1 0,0-1 0,0 0 0,0 1 0,0-1 0,0 1 0,0-1 0,-1 1 0,1-1 0,0 0 0,0 1 0,0-1 0,-1 1 0,1-1 0,0 0 0,-1 1 0,1-1 0,0 0 0,-1 1 0,1-1 0,0 0 0,-1 0 0,1 1 0,-1-1 0,1 0 0,0 0 0,-1 0 0,1 0 0,-1 0 0,1 1 0,-1-1 0,-8 2 0,1 0 0,-1-1 0,0 0 0,1-1 0,-10 0 0,-46-4 0,52 3 0,-99-14-34,70 8-1297,13 3-5495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24575,'3'16'0,"3"7"0,3 3 0,0-1 0,2-2 0,1-2 0,1-2 0,-2-2 0,0-1 0,1-1 0,1-3 0,-2-3-8191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6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261 547 24575,'-20'-11'0,"-59"-30"0,66 35 0,-1 1 0,0 0 0,-26-6 0,37 11 0,0-1 0,0 1 0,0-1 0,0 1 0,0 0 0,0 0 0,0 1 0,0-1 0,0 1 0,0-1 0,1 1 0,-1 0 0,0 0 0,0 0 0,0 0 0,1 1 0,-5 2 0,5-2 0,-1 0 0,1 1 0,0-1 0,0 1 0,1-1 0,-1 1 0,1 0 0,-1-1 0,1 1 0,0 0 0,0 0 0,0 0 0,0 0 0,0 0 0,1 0 0,-1 5 0,1-1 0,0 0 0,0 1 0,1-1 0,0 0 0,0 0 0,0 0 0,1 0 0,0 0 0,1 0 0,0 0 0,0 0 0,0-1 0,1 0 0,5 8 0,-3-5 0,1-1 0,0 0 0,1 0 0,0-1 0,0 0 0,0 0 0,1-1 0,0 0 0,12 6 0,-16-10 0,0 1 0,1-1 0,0-1 0,-1 1 0,1-1 0,0 0 0,0 0 0,0-1 0,0 1 0,-1-1 0,1-1 0,0 1 0,10-3 0,-12 2 0,-1 0 0,1 0 0,0 0 0,-1-1 0,1 1 0,0-1 0,-1 0 0,0-1 0,0 1 0,1 0 0,-1-1 0,-1 0 0,1 1 0,0-1 0,-1 0 0,1 0 0,-1-1 0,0 1 0,0-1 0,0 1 0,1-4 0,1-6 0,-1 0 0,0 0 0,-1 0 0,0 0 0,-1-1 0,0-16 0,-3 2 0,0 0 0,-7-27 0,-7-15 0,-4 1 0,-2 0 0,-62-127 0,77 180 0,6 13 0,-1-1 0,1 0 0,-1 1 0,0-1 0,0 1 0,0 0 0,-4-5 0,6 8 0,0 0 0,0 0 0,0 0 0,0 0 0,0 0 0,0 0 0,0 0 0,0 0 0,0 0 0,0 0 0,0 0 0,0-1 0,-1 1 0,1 0 0,0 0 0,0 0 0,0 0 0,0 0 0,0 0 0,0 0 0,0 0 0,0 0 0,0 0 0,0 0 0,0 0 0,-1 0 0,1 0 0,0 0 0,0 0 0,0 0 0,0 0 0,0 0 0,0 0 0,0 0 0,0 0 0,0 0 0,0 0 0,-1 0 0,1 0 0,0 1 0,0-1 0,0 0 0,0 0 0,0 0 0,0 0 0,0 0 0,0 0 0,0 0 0,0 0 0,0 0 0,-1 7 0,2 8 0,-1-14 0,5 26 0,0 0 0,2 0 0,16 39 0,41 73 0,-45-103 0,1-2 0,2 0 0,2-2 0,44 49 0,-44-57 0,0-1 0,2-1 0,0-1 0,1-2 0,57 31 0,-83-50 0,21 12 0,42 13 0,-59-23 0,1 0 0,0-1 0,0 1 0,0-1 0,0-1 0,0 1 0,1-1 0,-1 0 0,0 0 0,0-1 0,0 0 0,0 0 0,6-2 0,-9 1 0,0 0 0,0 0 0,0 0 0,0 0 0,0 0 0,-1 0 0,1-1 0,-1 1 0,0-1 0,0 0 0,0 0 0,0 0 0,0 0 0,0 0 0,-1 0 0,0 0 0,1-1 0,-1 1 0,-1 0 0,2-6 0,0 0 0,-1 0 0,0 0 0,-1 1 0,0-1 0,0 0 0,-1 0 0,-1-9 0,-1 8 0,1 1 0,-1-1 0,-1 1 0,1 0 0,-1 0 0,-1 1 0,0-1 0,0 1 0,-1 0 0,0 1 0,0-1 0,-1 1 0,-14-12 0,18 17 0,1 0 0,0 1 0,-1-1 0,0 1 0,1 0 0,-1 0 0,0 0 0,0 0 0,0 0 0,1 0 0,-1 1 0,0 0 0,0-1 0,0 1 0,0 0 0,0 0 0,0 1 0,-5 0 0,5 0 0,1 0 0,0 0 0,0 0 0,0 0 0,0 0 0,0 0 0,0 1 0,0-1 0,0 1 0,0-1 0,1 1 0,-1 0 0,1-1 0,-1 1 0,1 0 0,-1 0 0,1 0 0,0 0 0,0 1 0,0-1 0,1 0 0,-1 0 0,-1 4 0,1 2 0,0 0 0,0 0 0,0 0 0,1 0 0,0 0 0,1 0 0,0 0 0,0 0 0,1 0 0,0 0 0,0 0 0,1-1 0,0 1 0,6 11 0,-1-5 0,1-1 0,1 1 0,0-1 0,1-1 0,0 0 0,15 12 0,-19-19 0,-1 0 0,1-1 0,0 1 0,0-1 0,0-1 0,0 1 0,1-1 0,-1 0 0,1-1 0,12 2 0,-16-3 0,1 0 0,-1-1 0,0 1 0,0-1 0,1-1 0,-1 1 0,0 0 0,0-1 0,1 0 0,-1 0 0,0 0 0,0 0 0,0-1 0,0 0 0,0 0 0,-1 0 0,1 0 0,0 0 0,-1-1 0,0 0 0,4-3 0,-4 2 0,1 0 0,-2 0 0,1 0 0,0 0 0,-1 0 0,1-1 0,-1 1 0,-1-1 0,3-7 0,-1-1 0,-1 0 0,0-17 0,-2 28 0,0 1 0,0 0 0,0 0 0,1 0 0,-1 0 0,0 0 0,0 0 0,0 0 0,1 0 0,-1 0 0,0 0 0,1 0 0,-1 0 0,1 0 0,-1 0 0,1 0 0,0 1 0,0-2 0,0 1 0,-1 1 0,1 0 0,-1 0 0,1 0 0,-1 0 0,1 0 0,-1-1 0,1 1 0,-1 0 0,1 0 0,-1 0 0,1 1 0,-1-1 0,1 0 0,-1 0 0,1 0 0,-1 0 0,1 0 0,-1 0 0,1 1 0,-1-1 0,1 0 0,-1 0 0,1 1 0,4 3 0,0 0 0,-1 0 0,1 0 0,5 8 0,-6-8 0,6 8 0,2-1 0,0 0 0,18 13 0,-25-19 0,1-2 0,0 1 0,1-1 0,-1 0 0,0 0 0,1 0 0,0-1 0,-1 0 0,1-1 0,9 2 0,-14-3 0,0 0 0,0 0 0,0 0 0,0 0 0,0 0 0,-1 0 0,1-1 0,0 1 0,0-1 0,0 1 0,0-1 0,0 0 0,-1 0 0,1 0 0,0 0 0,-1 0 0,1 0 0,-1 0 0,1 0 0,-1-1 0,1 1 0,-1-1 0,2-2 0,0-1 0,0-1 0,-1 0 0,1 0 0,-1 0 0,2-10 0,1-4 0,-5 20 0,1 0 0,-1-1 0,0 1 0,0-1 0,0 1 0,0-1 0,1 1 0,-1 0 0,0-1 0,0 1 0,1-1 0,-1 1 0,0 0 0,1-1 0,-1 1 0,0 0 0,1-1 0,-1 1 0,1 0 0,-1 0 0,0-1 0,1 1 0,-1 0 0,1 0 0,-1 0 0,1 0 0,-1 0 0,1 0 0,0-1 0,0 2 0,0-1 0,0 0 0,0 0 0,1 1 0,-1-1 0,0 1 0,0-1 0,0 1 0,0-1 0,0 1 0,2 0 0,3 4 0,0 1 0,10 9 0,-14-12 0,13 13-273,1 0 0,0-1 0,1 0 0,25 15 0,-28-22-6553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24575,'19'73'0,"70"230"0,-50-202 0,-21-57 0,16 56 0,-33-100 0,-1 0 0,0 0 0,0 1 0,0-1 0,0 0 0,0 0 0,0 0 0,1 0 0,-1 0 0,0 1 0,0-1 0,0 0 0,0 0 0,0 0 0,0 1 0,0-1 0,0 0 0,0 0 0,0 0 0,0 1 0,0-1 0,0 0 0,0 0 0,0 0 0,0 0 0,0 1 0,0-1 0,0 0 0,0 0 0,0 0 0,-1 1 0,1-1 0,0 0 0,0 0 0,0 0 0,0 0 0,0 0 0,-1 1 0,-4-8 0,-8-15 0,10 15 0,1 0 0,-1 0 0,1 0 0,1 0 0,-1 0 0,1-1 0,1 1 0,-1-15 0,2 19 0,-1 0 0,0 1 0,1-1 0,-1 0 0,1 1 0,0-1 0,0 0 0,0 1 0,0-1 0,0 1 0,1 0 0,-1-1 0,1 1 0,-1 0 0,1 0 0,0 0 0,0 0 0,0 0 0,0 0 0,0 0 0,1 1 0,-1-1 0,0 1 0,1 0 0,-1 0 0,6-2 0,-1 1 0,1 0 0,-1 1 0,1 0 0,0 1 0,-1-1 0,1 1 0,0 1 0,0 0 0,-1 0 0,1 0 0,-1 1 0,15 5 0,-9-2 0,-1 1 0,1 0 0,-1 1 0,0 1 0,-1-1 0,15 14 0,-23-17 0,1-1 0,0 1 0,-1 0 0,0 0 0,0 0 0,0 1 0,-1-1 0,1 1 0,-1-1 0,2 7 0,0 3 0,-1 0 0,2 19 0,3 12 0,-7-42-105,-1-3 26,0 1 1,0 0-1,0-1 0,0 1 0,1 0 1,-1-1-1,0 1 0,0 0 0,1-1 1,-1 1-1,0-1 0,1 1 0,-1 0 1,0-1-1,1 1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24575,'-3'3'0,"0"5"0,-3 3 0,0 0 0,0 0-8191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24575,'1'1'0,"0"-1"0,0 0 0,0 0 0,0 1 0,-1-1 0,1 0 0,0 1 0,0-1 0,0 1 0,0-1 0,0 1 0,0-1 0,-1 1 0,1 0 0,0-1 0,0 1 0,-1 0 0,2 1 0,10 18 0,-9-14 0,15 31 0,-1 0 0,21 73 0,-20-54 0,25 93 0,-37-122 0,-1 0 0,-2 1 0,1 43 0,-5-39-1365,1-19-5461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76 24575,'-28'-13'0,"-13"-4"0,-3 1 0,2 2 0,6 5 0,7 3 0,5 6 0,5 2 0,2 4 0,2 0 0,3 3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8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24575,'0'0'0,"0"0"0,0 0 0,0 0 0,0 0 0,0 0 0,0 0 0,0 0 0,0 0 0,0 0 0,0 1 0,0-1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0,1 8 0,5 12 0,-2-11 0,1 0 0,0 0 0,1-1 0,0 1 0,0-1 0,1 0 0,0-1 0,0 0 0,1 0 0,11 8 0,-16-13 0,0 0 0,0 0 0,0-1 0,0 1 0,1-1 0,-1 0 0,0 1 0,1-2 0,-1 1 0,1 0 0,-1-1 0,1 1 0,0-1 0,-1 0 0,6-1 0,-4 0 0,-1 0 0,1 0 0,-1-1 0,0 0 0,1 0 0,-1 0 0,0 0 0,0-1 0,-1 1 0,7-6 0,-1-1 0,-1 0 0,0 0 0,0-1 0,-1 0 0,0 0 0,-1 0 0,10-23 0,-10 23 0,-6 10 0,1 0 0,-1 0 0,0 0 0,0 0 0,0 1 0,0-1 0,0 0 0,1 0 0,-1 0 0,0 0 0,0 0 0,0 0 0,0 0 0,0 0 0,0 0 0,0 1 0,1-1 0,-1 0 0,0 0 0,0 0 0,0 0 0,0 0 0,0 0 0,0 1 0,0-1 0,0 0 0,0 0 0,0 0 0,0 0 0,0 0 0,0 1 0,0-1 0,0 0 0,0 0 0,0 0 0,0 1 0,1 23 0,-1-18 0,0 54 0,5 178 0,14 148 0,-17-352 0,-2 0 0,-4 40 0,3-64 0,0 0 0,-1-1 0,-1 1 0,1 0 0,-1-1 0,-1 0 0,0 0 0,0 0 0,-1 0 0,0-1 0,0 0 0,-9 11 0,11-16 0,-1-1 0,1 1 0,-1 0 0,1-1 0,-1 0 0,0 0 0,1 0 0,-1 0 0,0-1 0,-1 1 0,1-1 0,0 0 0,0 0 0,0 0 0,-1-1 0,1 0 0,0 0 0,-1 0 0,1 0 0,0-1 0,-1 1 0,1-1 0,0 0 0,0 0 0,0-1 0,0 1 0,-5-3 0,5 2 0,0 0 0,-1-1 0,1 1 0,0-1 0,0 0 0,0 0 0,1 0 0,-1 0 0,1-1 0,0 0 0,0 1 0,0-1 0,0 0 0,0-1 0,1 1 0,0 0 0,0-1 0,0 1 0,1-1 0,-1 1 0,1-1 0,0 0 0,0-9 0,1 9 0,1 1 0,0-1 0,0 1 0,0-1 0,1 1 0,-1 0 0,1-1 0,0 1 0,1 0 0,-1 0 0,1 0 0,-1 1 0,1-1 0,5-4 0,2-2 0,1 0 0,0 1 0,17-12 0,3 5-1365,-17 12-5461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58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0 24575,'-1'0'0,"0"1"0,0-1 0,1 0 0,-1 1 0,1-1 0,-1 1 0,0-1 0,1 1 0,-1-1 0,1 1 0,-1-1 0,1 1 0,-1 0 0,1-1 0,-1 1 0,1 0 0,0-1 0,-1 1 0,1 1 0,-8 19 0,6-16 0,-2 7 0,1 0 0,1 0 0,0 1 0,1-1 0,0 0 0,2 21 0,-1-15 0,0 0 0,-4 22 0,3-32 0,0 1 0,-1-1 0,0 0 0,0 0 0,-1 0 0,0 0 0,0-1 0,-1 1 0,0-1 0,0 0 0,-7 8 0,6-8 0,-1-1 0,0 0 0,0 0 0,0 0 0,-1-1 0,0 0 0,0 0 0,0-1 0,0 0 0,-1 0 0,0 0 0,0-1 0,0-1 0,0 1 0,0-1 0,-1-1 0,-13 2 0,14-2 0,-1-1 0,1 0 0,-1 0 0,1-1 0,-1 0 0,-11-4 0,15 4 0,0-1 0,0 0 0,1-1 0,-1 1 0,1-1 0,0 0 0,0 0 0,0 0 0,0 0 0,0-1 0,1 1 0,-4-5 0,1-1 0,0 0 0,1 0 0,0 0 0,1 0 0,0-1 0,0 0 0,1 1 0,1-1 0,-1 0 0,1-1 0,1 1 0,0-14 0,1 22 0,0-1 0,0 1 0,0-1 0,1 1 0,-1-1 0,1 1 0,-1-1 0,1 1 0,0 0 0,0-1 0,0 1 0,0 0 0,1 0 0,-1 0 0,1 0 0,-1 0 0,4-3 0,-3 3 0,1 0 0,0 0 0,0 1 0,0-1 0,0 1 0,0-1 0,0 1 0,0 0 0,0 0 0,1 0 0,5 0 0,0 0 0,1 1 0,0 0 0,0 1 0,0 0 0,0 1 0,-1 0 0,19 6 0,-14-3 0,-1 1 0,0 0 0,0 1 0,-1 1 0,22 16 0,-12-5 0,-2 1 0,19 22 0,37 35 0,-43-47 0,-32-28-80,0-1 0,0 0-1,0 0 1,1 0 0,-1 0-1,0 0 1,1 0 0,-1 0-1,1-1 1,-1 1 0,1 0 0,-1-1-1,1 1 1,0-1 0,-1 0-1,3 1 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59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 24575,'0'-1'0,"-1"0"0,1 1 0,-1-1 0,1 0 0,-1 1 0,1-1 0,-1 1 0,1-1 0,-1 1 0,0-1 0,1 1 0,-1-1 0,0 1 0,0 0 0,1-1 0,-1 1 0,0 0 0,0 0 0,1 0 0,-1-1 0,0 1 0,0 0 0,0 0 0,1 0 0,-1 0 0,0 0 0,0 1 0,0-1 0,1 0 0,-1 0 0,0 0 0,0 1 0,1-1 0,-1 0 0,0 1 0,0-1 0,1 1 0,-1-1 0,0 1 0,1-1 0,-1 1 0,1-1 0,-1 1 0,1-1 0,-1 1 0,1 0 0,-1-1 0,1 1 0,0 0 0,-1 0 0,1-1 0,-1 2 0,-1 3 0,0 1 0,0-1 0,1 1 0,-1 0 0,0 10 0,0 166 0,4-96 0,-2 193 0,0-274-136,0 0-1,-1 0 1,1 0-1,-1 0 1,0 0-1,0 0 1,-1 0-1,1 0 0,-4 6 1,-1-1-6690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32 24575,'-4'-4'0,"-1"0"0,1 0 0,-1 0 0,0 1 0,-10-6 0,15 9 0,-1-1 0,0 1 0,0-1 0,0 1 0,0-1 0,-1 1 0,1 0 0,0 0 0,0-1 0,0 1 0,0 0 0,0 0 0,0 0 0,0 0 0,0 0 0,0 1 0,0-1 0,0 0 0,-1 0 0,1 1 0,0-1 0,0 1 0,0-1 0,0 1 0,1-1 0,-1 1 0,0-1 0,0 1 0,0 0 0,0 0 0,1-1 0,-1 1 0,0 0 0,1 0 0,-1 0 0,0 0 0,1 0 0,-1 0 0,0 1 0,-2 7 0,-1 1 0,1-1 0,1 1 0,0 0 0,0 0 0,0 14 0,2 64 0,2-41 0,-2-31 0,9 196 0,-5-175 0,-1-1 0,-4 71 0,-8-71-1365,6-26-5461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1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4 24575,'-2'-3'0,"-3"7"0,-9 18 0,1-4 0,8-12 0,-1 0 0,-1-1 0,1 1 0,-1-1 0,0-1 0,0 1 0,0-1 0,-13 5 0,-8 1 0,-31 8 0,38-12 0,-28 6 0,29-8 0,0 1 0,1 1 0,-33 15 0,51-21 0,1 0 0,0 0 0,-1 1 0,1-1 0,0 0 0,-1 0 0,1 0 0,0 1 0,-1-1 0,1 0 0,0 0 0,0 1 0,-1-1 0,1 0 0,0 0 0,0 1 0,-1-1 0,1 0 0,0 1 0,0-1 0,0 0 0,0 1 0,-1-1 0,1 1 0,0-1 0,0 0 0,0 1 0,0 0 0,0-1 0,1 1 0,-1 0 0,0-1 0,1 1 0,-1-1 0,0 1 0,1-1 0,-1 1 0,1-1 0,-1 1 0,1-1 0,-1 1 0,1-1 0,-1 0 0,2 1 0,27 11 0,-24-10 0,116 39 0,0 0 0,-28-9-1365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2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 24575,'0'0'0,"0"0"0,0-1 0,-1 1 0,1 0 0,0 0 0,0-1 0,0 1 0,-1 0 0,1 0 0,0-1 0,0 1 0,-1 0 0,1 0 0,0 0 0,0-1 0,-1 1 0,1 0 0,0 0 0,-1 0 0,1 0 0,0 0 0,-1 0 0,1-1 0,0 1 0,-1 0 0,1 0 0,0 0 0,-1 0 0,1 0 0,0 0 0,-1 1 0,1-1 0,0 0 0,-1 0 0,1 0 0,0 0 0,-1 0 0,1 0 0,0 1 0,-1-1 0,1 0 0,0 0 0,0 0 0,-1 1 0,1-1 0,0 0 0,0 0 0,-1 1 0,1-1 0,0 0 0,0 0 0,0 1 0,0-1 0,-1 0 0,1 1 0,0-1 0,0 0 0,0 1 0,0-1 0,0 0 0,0 1 0,0-1 0,0 0 0,0 1 0,-1 3 0,1-1 0,0 1 0,0-1 0,0 0 0,1 6 0,18 82 0,-10-53 0,-2 1 0,4 52 0,-9-68 0,1 0 0,9 39 0,-10-55-227,1 0-1,0 0 1,0 0-1,0-1 1,7 11-1,-3-7-6598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5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241 459 24575,'1'0'0,"1"0"0,-1 0 0,0 0 0,0 0 0,0 0 0,1 0 0,-1 0 0,0-1 0,0 1 0,0 0 0,0-1 0,0 1 0,0-1 0,1 0 0,-1 1 0,1-2 0,-1 1 0,-1 1 0,0-1 0,1 0 0,-1 1 0,0-1 0,1 0 0,-1 1 0,0-1 0,0 0 0,1 1 0,-1-1 0,0 0 0,0 1 0,0-1 0,0 0 0,0 0 0,0 1 0,0-1 0,0 0 0,-1-1 0,1 0 0,-1 0 0,0 0 0,0 0 0,0 0 0,0 0 0,0 0 0,0 0 0,-1 1 0,1-1 0,-1 0 0,1 1 0,-1-1 0,0 1 0,1 0 0,-1-1 0,-4-1 0,-1-1 0,-1 1 0,1 0 0,-1 0 0,0 1 0,1 0 0,-1 1 0,-16-2 0,19 3 0,0 0 0,-1 1 0,1-1 0,0 1 0,0 0 0,0 1 0,0-1 0,0 1 0,0 0 0,0 1 0,0-1 0,1 1 0,-6 3 0,0 2 0,-1 1 0,1 0 0,-9 10 0,15-14 0,-1 1 0,1-1 0,0 1 0,0 0 0,1 0 0,-1 1 0,-2 9 0,5-14 0,0 0 0,1 1 0,0-1 0,-1 0 0,1 1 0,0-1 0,0 0 0,0 1 0,1-1 0,-1 0 0,0 0 0,1 1 0,0-1 0,-1 0 0,3 4 0,-1-3 0,0 1 0,1 0 0,-1 0 0,1-1 0,0 1 0,0-1 0,6 5 0,2 0 0,0 0 0,1-1 0,0 0 0,17 6 0,-22-9 0,0-2 0,1 1 0,0-1 0,0 0 0,-1-1 0,1 1 0,0-2 0,0 1 0,14-2 0,-17 1 0,-1-1 0,0 1 0,0-1 0,1-1 0,-1 1 0,0 0 0,0-1 0,0 0 0,0 0 0,-1 0 0,1-1 0,0 1 0,-1-1 0,0 0 0,1 0 0,-1 0 0,0 0 0,-1 0 0,4-5 0,-2 0 0,1-1 0,-2 0 0,1 0 0,-1 0 0,-1-1 0,1 1 0,-2-1 0,1 1 0,-1-1 0,-1 1 0,0-1 0,0 0 0,-1 1 0,-3-15 0,-3-13 0,-2 0 0,-18-45 0,27 82 0,-79-224 0,73 203 0,5 17 0,1 0 0,-1 0 0,-1 0 0,1 0 0,0 0 0,-1 0 0,0 1 0,0-1 0,-3-4 0,5 8 0,-1 0 0,1 0 0,0 0 0,0 0 0,-1 0 0,1 1 0,0-1 0,-1 0 0,1 0 0,0 0 0,0 0 0,-1 0 0,1 1 0,0-1 0,0 0 0,-1 0 0,1 0 0,0 1 0,0-1 0,0 0 0,0 0 0,-1 0 0,1 1 0,0-1 0,0 0 0,0 1 0,0-1 0,0 0 0,0 0 0,0 1 0,0-1 0,-1 0 0,1 1 0,-4 11 0,1 5 0,0-1 0,1 1 0,0 0 0,2 0 0,0 0 0,1 0 0,5 27 0,-1-17 0,1-1 0,2-1 0,0 1 0,14 26 0,-17-40 0,1-1 0,0 0 0,1 0 0,0-1 0,0 1 0,1-1 0,0-1 0,1 0 0,0 0 0,1-1 0,-1 0 0,15 8 0,-8-8 0,0 0 0,0-1 0,1-1 0,0-1 0,0 0 0,1-2 0,0 0 0,-1 0 0,1-2 0,0 0 0,20-2 0,-34 1 0,-1-1 0,0 1 0,1 0 0,-1-1 0,0 0 0,0 0 0,1 0 0,-1 0 0,0 0 0,0-1 0,0 1 0,0-1 0,-1 0 0,1 0 0,0 0 0,-1 0 0,1 0 0,-1-1 0,0 1 0,0-1 0,0 1 0,0-1 0,0 0 0,0 0 0,-1 0 0,1 0 0,-1 0 0,0 0 0,0 0 0,0-1 0,0 1 0,-1 0 0,1-6 0,0 0 0,-1 0 0,0 0 0,0 0 0,-1 0 0,0 1 0,-1-1 0,-2-9 0,2 13 0,0 0 0,0 0 0,0 1 0,-1-1 0,1 1 0,-1 0 0,0-1 0,0 1 0,-1 1 0,1-1 0,-1 0 0,0 1 0,-7-5 0,10 7 0,0 0 0,-1 0 0,1 0 0,0 0 0,-1 1 0,1-1 0,-1 0 0,0 1 0,1 0 0,-1-1 0,1 1 0,-1 0 0,0 0 0,1-1 0,-3 2 0,3-1 0,0 0 0,0 0 0,0 1 0,0-1 0,0 1 0,0-1 0,0 1 0,0-1 0,0 1 0,0 0 0,0-1 0,0 1 0,1 0 0,-1 0 0,0 0 0,1 0 0,-2 1 0,0 2 0,0 0 0,0 0 0,1 1 0,0-1 0,0 0 0,0 1 0,0-1 0,0 1 0,1 6 0,-1 5 0,2 0 0,3 29 0,-2-37 0,-1-1 0,1 0 0,1 0 0,-1-1 0,1 1 0,0 0 0,1-1 0,7 11 0,0-4 0,0 0 0,1-1 0,1 0 0,0-1 0,0 0 0,1-1 0,1 0 0,-1-1 0,2-1 0,-1-1 0,1 0 0,0-1 0,1 0 0,-1-2 0,1 0 0,0 0 0,25 0 0,-38-3-62,-1-1 0,0 0 0,1 0 0,-1-1 0,1 1 0,-1-1 0,0 0 0,0 0 0,1 0 0,-1 0 0,0 0 0,0-1-1,0 1 1,0-1 0,0 0 0,-1 0 0,1 0 0,0 0 0,-1 0 0,0-1 0,5-4 0,1-4-6764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15 24575,'-8'-2'0,"-16"-2"0,-31-3 0,48 6 0,1 1 0,-1 0 0,1 0 0,-1 1 0,1 0 0,-1 0 0,1 1 0,0 0 0,-1 0 0,-5 3 0,10-5 0,1 1 0,-1 0 0,1 0 0,-1 0 0,1 0 0,-1 1 0,1-1 0,0 0 0,0 1 0,-1-1 0,1 0 0,0 1 0,0 0 0,0-1 0,1 1 0,-1-1 0,0 1 0,1 0 0,-2 3 0,2-2 0,0 0 0,0 1 0,0-1 0,0 0 0,0 1 0,1-1 0,-1 0 0,1 0 0,0 0 0,2 5 0,0-1 0,0 0 0,1 0 0,0 0 0,0-1 0,0 1 0,1-1 0,0 0 0,10 8 0,3 0 0,2-1 0,0-1 0,0-1 0,1 0 0,1-2 0,0 0 0,0-2 0,36 8 0,-48-13 15,0 0 0,-1-1 0,1-1 0,0 0 0,-1 0 0,1-1 0,18-3 0,-23 3-102,0-1-1,0 0 1,0 1 0,0-2-1,-1 1 1,1 0 0,-1-1-1,1 0 1,-1 0-1,0 0 1,0-1 0,-1 1-1,1-1 1,-1 0 0,0 0-1,5-7 1,-1-1-6739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58 24575,'-47'-20'0,"-55"-14"0,100 33 0,-1 0 0,0 1 0,0-1 0,0 1 0,0 0 0,0 0 0,0 0 0,1 0 0,-1 0 0,0 0 0,0 1 0,0 0 0,0-1 0,0 1 0,1 0 0,-6 3 0,5-2 0,0 0 0,0 1 0,0-1 0,1 1 0,-1 0 0,0-1 0,1 1 0,0 1 0,0-1 0,0 0 0,0 0 0,-2 6 0,2-4 0,1-1 0,-1 1 0,1 0 0,0 0 0,0 0 0,0 0 0,0 0 0,1 0 0,0 0 0,0 0 0,2 8 0,-2-10 0,1-1 0,0 0 0,-1 1 0,1-1 0,0 0 0,0 0 0,0 0 0,1 1 0,-1-1 0,0-1 0,1 1 0,-1 0 0,1 0 0,0 0 0,0-1 0,-1 1 0,1-1 0,0 1 0,0-1 0,1 0 0,-1 0 0,0 0 0,0 0 0,0 0 0,5 0 0,11 2 0,-1-1 0,1-2 0,0 1 0,34-6 0,-48 5 0,0-1 0,1 0 0,-1 0 0,0-1 0,0 0 0,0 1 0,0-1 0,0-1 0,0 1 0,0 0 0,-1-1 0,1 0 0,4-5 0,2 0 0,-10 8 0,1-1 0,-1 1 0,1-1 0,-1 1 0,1 0 0,-1-1 0,1 1 0,-1 0 0,1 0 0,0-1 0,-1 1 0,1 0 0,0 0 0,-1 0 0,1 0 0,0 0 0,-1 0 0,1 0 0,0 0 0,-1 0 0,1 0 0,-1 0 0,1 0 0,0 1 0,-1-1 0,1 0 0,0 0 0,-1 1 0,1-1 0,-1 0 0,1 1 0,-1-1 0,1 0 0,-1 1 0,1-1 0,0 1 0,2 3 0,0-1 0,-1 1 0,1 0 0,2 6 0,1 0 0,4 3-227,1 0-1,0 0 1,0-1-1,1 0 1,14 10-1,-18-16-6598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24 24575,'-1'1'0,"0"-1"0,1 1 0,-1-1 0,0 1 0,1 0 0,-1 0 0,1 0 0,-1-1 0,1 1 0,-1 0 0,1 0 0,0 0 0,-1 0 0,1 0 0,0-1 0,0 1 0,0 0 0,0 0 0,0 0 0,0 0 0,0 0 0,0 0 0,0 0 0,0 0 0,0 1 0,1 0 0,0-1 0,0 1 0,0 0 0,0-1 0,0 1 0,1-1 0,-1 1 0,0-1 0,1 1 0,-1-1 0,3 2 0,4 1 0,-1 1 0,0-1 0,1-1 0,12 5 0,-16-7 0,0 0 0,1 0 0,-1 0 0,1 0 0,-1-1 0,1 1 0,-1-1 0,1-1 0,0 1 0,-1-1 0,1 1 0,-1-1 0,1 0 0,-1-1 0,0 1 0,0-1 0,1 0 0,-1 0 0,0 0 0,0-1 0,-1 1 0,1-1 0,0 0 0,-1 0 0,0 0 0,0-1 0,0 1 0,0-1 0,0 1 0,-1-1 0,0 0 0,1 0 0,-1 0 0,-1-1 0,1 1 0,-1 0 0,2-8 0,0 2 0,-3 18 0,0 6 0,2 12 0,2-1 0,1 0 0,0 0 0,11 26 0,41 93 0,-13-52 0,8 21 0,-51-109 0,1-1 0,-1 1 0,0 0 0,0 0 0,0 0 0,0 0 0,-1 1 0,1 7 0,-2-11 0,1 0 0,0 0 0,-1 0 0,1 0 0,0 0 0,-1 0 0,0 0 0,1 0 0,-1 0 0,1 0 0,-1 0 0,0 0 0,0 0 0,0 0 0,0 0 0,1 0 0,-1-1 0,0 1 0,0-1 0,0 1 0,-1 0 0,1-1 0,0 1 0,0-1 0,0 0 0,0 1 0,0-1 0,-1 0 0,1 0 0,0 0 0,0 0 0,0 0 0,0 0 0,-2 0 0,-2-1 0,-1 1 0,1-1 0,-1 0 0,1 0 0,0 0 0,0-1 0,0 0 0,0 0 0,0 0 0,-8-6 0,-5-4 0,-23-19 0,26 19 0,-7-4 0,-16-13 0,35 27 0,1 0 0,0-1 0,0 1 0,0 0 0,0-1 0,0 0 0,0 1 0,1-1 0,-1 0 0,1 0 0,-2-5 0,3 7 0,-1-1 0,1 1 0,0-1 0,0 1 0,0 0 0,0-1 0,0 1 0,0-1 0,0 1 0,1 0 0,-1-1 0,0 1 0,1-1 0,-1 1 0,1 0 0,-1 0 0,1-1 0,0 1 0,1-2 0,0 1 0,0 0 0,0 0 0,0 0 0,1 1 0,-1-1 0,0 0 0,1 1 0,-1 0 0,5-2 0,2 0 0,1 0 0,-1 1 0,1 0 0,17 0 0,26-5-1365,-39 4-5461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24575,'0'8'0,"0"5"0,0 3 0,0 1 0,3-2 0,0-4-8191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24575,'-2'-3'0,"-4"2"0,-1 4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3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24575,'31'56'0,"-22"-38"0,16 24 0,-25-41 0,1 0 0,0 1 0,0-1 0,-1 0 0,1 0 0,0 0 0,0 0 0,0 0 0,0 0 0,1 0 0,-1 0 0,0 0 0,0 0 0,1-1 0,-1 1 0,0 0 0,1-1 0,-1 1 0,0-1 0,1 0 0,-1 1 0,1-1 0,-1 0 0,1 0 0,-1 0 0,1 0 0,-1 0 0,1 0 0,-1 0 0,0-1 0,1 1 0,1-1 0,0-1 0,0 0 0,0 0 0,-1 1 0,1-2 0,-1 1 0,0 0 0,0 0 0,1-1 0,-1 1 0,-1-1 0,1 0 0,0 0 0,2-5 0,6-20 0,-8 22 0,0 0 0,0 0 0,1 0 0,-1 1 0,1-1 0,0 0 0,1 1 0,-1 0 0,1 0 0,0 0 0,7-6 0,-8 10 0,-1 0 0,0 0 0,1 0 0,-1 0 0,1 1 0,0-1 0,-1 1 0,1-1 0,-1 1 0,1 0 0,0 0 0,-1 0 0,1 1 0,-1-1 0,1 1 0,0-1 0,-1 1 0,1 0 0,2 1 0,8 3 0,-1 1 0,16 9 0,56 37 120,-68-41-615,0 1 0,27 27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2 24575,'-79'-1'0,"-86"2"0,164-1 0,0 0 0,1 0 0,-1 0 0,0 0 0,0 0 0,0 0 0,1 0 0,-1 1 0,0-1 0,1 0 0,-1 0 0,0 0 0,0 1 0,1-1 0,-1 0 0,0 1 0,1-1 0,-1 1 0,1-1 0,-1 1 0,0 0 0,1 0 0,0-1 0,0 1 0,0-1 0,0 1 0,0-1 0,0 1 0,1-1 0,-1 1 0,0-1 0,0 1 0,0-1 0,1 1 0,-1-1 0,0 0 0,1 1 0,-1-1 0,0 1 0,1-1 0,-1 0 0,1 1 0,-1-1 0,1 1 0,6 4 0,1 0 0,11 5 0,-16-8 0,12 6 0,0 0 0,1-1 0,0-1 0,0 0 0,0-1 0,0-1 0,1-1 0,0 0 0,33 1 0,-43-4 0,1 0 0,0 0 0,0 0 0,12-3 0,-18 3 0,-1-1 0,1 1 0,-1 0 0,1-1 0,-1 1 0,0-1 0,1 1 0,-1-1 0,0 0 0,1 0 0,-1 1 0,0-1 0,0 0 0,0 0 0,0 0 0,0 0 0,0-1 0,0 1 0,0 0 0,0 0 0,-1 0 0,1-1 0,0 1 0,-1-1 0,1-1 0,-2-3 0,-4 9 0,-5 10 0,7-4 0,1-1 0,0 0 0,0 1 0,1 0 0,0-1 0,0 1 0,1 9 0,1 0 0,1 0 0,5 25 0,2-5 0,2-1 0,2 0 0,25 50 0,66 97 0,-100-178 0,13 24 0,-16-29 0,-1 0 0,1 0 0,-1 0 0,1 0 0,-1 1 0,1-1 0,-1 0 0,0 0 0,0 1 0,0-1 0,0 0 0,0 0 0,0 1 0,0-1 0,0 0 0,0 0 0,-1 1 0,1-1 0,0 0 0,-1 0 0,0 2 0,1-3 0,-1 1 0,0 0 0,0-1 0,0 1 0,0-1 0,1 1 0,-1-1 0,0 1 0,0-1 0,0 0 0,0 1 0,0-1 0,0 0 0,0 0 0,0 1 0,0-1 0,0 0 0,0 0 0,0 0 0,0-1 0,0 1 0,0 0 0,0 0 0,0 0 0,0-1 0,0 1 0,-1-1 0,-26-12 0,8 1 0,2-1 0,-1-1 0,1 0 0,1-1 0,1-1 0,0-1 0,1 0 0,-22-34 0,34 46 0,0 0 0,0 0 0,1 0 0,0 0 0,0 0 0,0-1 0,1 1 0,-2-7 0,3 10 0,0 1 0,0-1 0,0 1 0,0 0 0,0-1 0,0 1 0,0-1 0,0 1 0,1 0 0,-1-1 0,1 1 0,-1 0 0,1-1 0,-1 1 0,1 0 0,0 0 0,-1-1 0,1 1 0,0 0 0,0 0 0,0 0 0,0 0 0,0 0 0,0 0 0,0 0 0,0 1 0,0-1 0,1 0 0,-1 1 0,0-1 0,0 0 0,1 1 0,-1 0 0,0-1 0,1 1 0,-1 0 0,2-1 0,11 0-1365,-1 0-5461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11 24575,'-12'-3'0,"0"0"0,0 1 0,0 1 0,0 0 0,-21 0 0,28 2 0,1-1 0,-1 1 0,1 0 0,0 0 0,0 1 0,0-1 0,0 1 0,0 0 0,0 0 0,0 0 0,0 0 0,1 1 0,-1-1 0,1 1 0,0 0 0,-1 0 0,2 1 0,-1-1 0,-3 4 0,2 2 0,-1-1 0,2 1 0,-1 0 0,1 0 0,0 0 0,1 1 0,0-1 0,0 1 0,1-1 0,1 1 0,0 18 0,3 5 0,1 1 0,8 33 0,6 8-146,3-2-1,38 90 0,84 130-293,-138-284 476,2 4 261,16 23-1,-21-33-393,1 0 0,0 0 0,-1 0 0,1 0 0,0-1 0,0 1 0,0-1 0,1 0 0,-1 0 0,0 0 0,1 0 0,4 1 0,4 0-6582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457 154 24575,'-31'-12'0,"-15"-8"0,-6 0 0,2 1 0,3 3 0,6 3 0,6 2 0,4 2 0,5 1 0,4 0 0,4 2 0,1 1 0,2 2 0,1 1 0,5 1 0,6 1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5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59 24575,'-15'-3'0,"11"2"0,0 0 0,0 0 0,0 0 0,0 1 0,0 0 0,0-1 0,0 1 0,0 1 0,0-1 0,-5 2 0,9-2 0,0 0 0,0 0 0,0 0 0,0 0 0,0 0 0,-1 0 0,1 0 0,0 0 0,0 0 0,0 0 0,0 0 0,0 0 0,0 0 0,0 0 0,0 0 0,0 0 0,0 0 0,0 0 0,0 1 0,0-1 0,-1 0 0,1 0 0,0 0 0,0 0 0,0 0 0,0 0 0,0 0 0,0 0 0,0 0 0,0 0 0,0 1 0,0-1 0,0 0 0,0 0 0,0 0 0,0 0 0,0 0 0,0 0 0,0 0 0,0 0 0,0 0 0,0 1 0,0-1 0,1 0 0,-1 0 0,0 0 0,0 0 0,0 0 0,5 4 0,8 2 0,4-1 0,0 0 0,0 0 0,0-2 0,0 0 0,1-1 0,0-1 0,28-2 0,-42 1 0,0-1 0,0 0 0,-1 1 0,1-1 0,-1 0 0,1-1 0,-1 1 0,1-1 0,-1 0 0,0 1 0,1-2 0,-1 1 0,0 0 0,-1 0 0,1-1 0,0 0 0,-1 1 0,1-1 0,-1 0 0,0 0 0,0-1 0,0 1 0,0 0 0,-1-1 0,1 1 0,-1-1 0,0 1 0,0-1 0,1-4 0,-2 7 0,0 1 0,-1-1 0,1 0 0,1 1 0,-1-1 0,0 0 0,0 1 0,0-1 0,0 0 0,0 1 0,0-1 0,1 0 0,-1 1 0,0-1 0,1 1 0,-1-1 0,0 0 0,1 1 0,-1-1 0,1 1 0,-1-1 0,1 1 0,-1 0 0,1-1 0,0 0 0,0 2 0,0-1 0,0 1 0,0 0 0,0 0 0,0-1 0,0 1 0,0 0 0,0 0 0,0 0 0,0 0 0,0 0 0,0 1 0,8 9-79,73 79 288,-74-82-375,1 0 0,1-1 0,-1 0 0,1 0 0,0-1-1,0-1 1,1 1 0,13 3 0,-11-5-6660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5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24575,'24'25'0,"-8"-8"0,1-1 0,0 0 0,21 14 0,-36-29 0,0 0 0,0 0 0,0 0 0,-1 0 0,1 0 0,0-1 0,0 1 0,0 0 0,0-1 0,1 0 0,-1 1 0,0-1 0,0 0 0,0 0 0,0 0 0,0-1 0,0 1 0,0 0 0,0-1 0,0 1 0,0-1 0,0 0 0,0 1 0,0-1 0,0 0 0,-1 0 0,1-1 0,2-1 0,4-4 0,0 0 0,0-1 0,-1 0 0,10-13 0,6-8 0,-21 28 0,0-1 0,0 0 0,0 0 0,0 1 0,0-1 0,1 1 0,-1 0 0,0 0 0,1 0 0,-1 0 0,1 0 0,-1 0 0,1 1 0,-1-1 0,1 1 0,2-1 0,-1 1 0,0 1 0,0-1 0,0 1 0,0 0 0,0 0 0,-1 0 0,1 0 0,0 0 0,6 4 0,-1 1 0,1 1 0,-1 0 0,0 0 0,-1 1 0,1 0 0,10 13 0,-16-16-341,0-1 0,0 1-1,5 9 1,-3-1-6485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24575,'-16'8'0,"0"0"0,-22 14 0,32-17 0,0-1 0,0 1 0,0 1 0,1-1 0,0 1 0,0 0 0,0 0 0,-4 8 0,8-12 0,-1 0 0,1 1 0,0-1 0,0 1 0,1 0 0,-1-1 0,0 1 0,1-1 0,-1 1 0,1 0 0,0 0 0,0-1 0,0 1 0,1 0 0,0 4 0,0-2 0,1-1 0,0 0 0,-1 0 0,1 0 0,1 0 0,-1 0 0,1 0 0,5 6 0,1 0 0,1-1 0,0 0 0,1-1 0,0 0 0,16 9 0,-14-10 0,-1 0 0,1-1 0,1 0 0,-1-1 0,1-1 0,16 4 0,-26-8 0,1 1 0,-1-1 0,0 1 0,0-1 0,0 0 0,0-1 0,0 1 0,0-1 0,0 1 0,0-1 0,0-1 0,0 1 0,0 0 0,0-1 0,-1 0 0,1 0 0,-1 0 0,1 0 0,-1-1 0,0 1 0,0-1 0,0 0 0,0 0 0,0 0 0,-1 0 0,3-4 0,0-2-151,0-1-1,-1 1 0,0-1 0,-1 0 1,0 0-1,-1 0 0,0 0 1,1-19-1,-1 8-6674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24575,'6'60'0,"4"-1"0,1-1 0,3 0 0,3-1 0,2 0 0,3-1 0,2-2 0,2 0 0,42 62 0,-60-108 0,-8-8 0,0 0 0,0 0 0,1 0 0,-1 0 0,0 0 0,0 0 0,0 0 0,0 0 0,1 0 0,-1 0 0,0 0 0,0 0 0,0 0 0,0-1 0,0 1 0,1 0 0,-1 0 0,0 0 0,0 0 0,0 0 0,0 0 0,0 0 0,0-1 0,1 1 0,-1 0 0,0 0 0,0 0 0,0 0 0,0 0 0,0-1 0,0 1 0,0 0 0,0 0 0,0-1 0,3-22 0,-2 11 0,-1 8 0,1 1 0,0-1 0,0 0 0,0 0 0,0 0 0,1 1 0,0-1 0,0 1 0,0-1 0,0 1 0,0 0 0,1 0 0,-1 0 0,1 0 0,6-5 0,-5 5 0,1 1 0,0-1 0,-1 1 0,1 0 0,1 0 0,-1 0 0,0 1 0,0-1 0,0 1 0,1 1 0,6-1 0,-5 0 0,-1 1 0,1 0 0,0 0 0,-1 1 0,1 0 0,9 2 0,-11-1 0,0 0 0,-1 0 0,1 0 0,-1 1 0,0-1 0,0 1 0,0 0 0,0 1 0,5 4 0,-1 1 0,-1 1 0,0 0 0,0 0 0,-1 0 0,0 1 0,8 21 0,-8-16 0,1-1 0,13 20 0,-17-32 94,-3-6-1553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24575,'6'13'0,"0"7"0,1 2 0,-2 1 0,2-2 0,-2-4-8191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7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57 24575,'2'10'0,"0"-1"0,0 1 0,-1 0 0,0 0 0,-1-1 0,0 1 0,0 0 0,-3 14 0,2-20 0,0 0 0,-1 0 0,1 1 0,-1-1 0,0-1 0,0 1 0,0 0 0,0 0 0,-1-1 0,1 1 0,-1-1 0,0 0 0,0 0 0,0 0 0,0 0 0,-1-1 0,1 1 0,-1-1 0,0 0 0,0 0 0,-6 3 0,5-3 0,0-1 0,0 1 0,0-1 0,0 0 0,0 0 0,0-1 0,-1 1 0,1-1 0,0 0 0,0-1 0,-1 1 0,1-1 0,0 0 0,-6-2 0,7 2 0,1-1 0,-1 0 0,1 1 0,0-1 0,-1 0 0,1-1 0,0 1 0,0-1 0,0 1 0,1-1 0,-1 0 0,1 0 0,-1 0 0,1 0 0,0 0 0,0-1 0,0 1 0,1-1 0,-3-6 0,1 2 0,1 0 0,0 0 0,1-1 0,-1 1 0,2-1 0,-1 1 0,2-17 0,0 20 0,-1 1 0,1 0 0,0 0 0,1-1 0,-1 1 0,1 0 0,0 0 0,0 0 0,0 1 0,0-1 0,1 0 0,0 1 0,0-1 0,-1 1 0,2 0 0,-1 0 0,5-3 0,-4 3 0,0 0 0,0 1 0,0 0 0,0-1 0,0 2 0,0-1 0,1 0 0,-1 1 0,1 0 0,-1 0 0,1 0 0,0 1 0,-1-1 0,10 1 0,-7 1 0,1 1 0,0 0 0,-1 0 0,0 0 0,1 1 0,-1 0 0,0 1 0,8 4 0,152 109 0,-119-81 0,18 8 0,-57-39 0,1 0 0,-1 0 0,1-1 0,0 0 0,15 3 0,-23-7 0,0 0 0,1 1 0,-1-1 0,0 0 0,1 0 0,-1 0 0,0 0 0,0-1 0,1 1 0,-1-1 0,0 1 0,0-1 0,0 0 0,0 0 0,0 0 0,0 0 0,0 0 0,0 0 0,0-1 0,0 1 0,0-1 0,-1 1 0,1-1 0,-1 0 0,1 1 0,-1-1 0,0 0 0,3-4 0,1-5 0,0 0 0,-1 0 0,0 0 0,3-18 0,1-3 0,-7 30 0,0-1 0,0 0 0,0 0 0,0 1 0,1-1 0,-1 1 0,1-1 0,0 1 0,-1 0 0,1 0 0,0 0 0,0 0 0,1 0 0,-1 0 0,4-2 0,-4 3 0,0 0 0,1 0 0,-1 0 0,1 1 0,0-1 0,-1 1 0,1-1 0,-1 1 0,1 0 0,0 0 0,-1 0 0,1 1 0,-1-1 0,1 0 0,-1 1 0,1 0 0,3 1 0,18 8 0,41 22 0,-21-9 0,-26-14-119,13 6-504,55 20 0,-72-31-6203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8 24575,'-7'-8'0,"7"8"0,0 0 0,0 0 0,0 0 0,-1 0 0,1 0 0,0 0 0,0 0 0,0 0 0,0 1 0,-1-1 0,1 0 0,0 0 0,0 0 0,0 0 0,0 0 0,0 0 0,-1 0 0,1 1 0,0-1 0,0 0 0,0 0 0,0 0 0,0 0 0,0 1 0,0-1 0,0 0 0,-1 0 0,1 0 0,0 0 0,0 1 0,0-1 0,-1 21 0,3-9 0,1 0 0,0 0 0,1-1 0,0 1 0,8 14 0,34 54 0,-23-42 0,-18-30 0,1 1 0,0-1 0,0 0 0,1 0 0,0 0 0,0-1 0,1 0 0,14 9 0,-19-14 0,0 0 0,1 0 0,-1 0 0,0 0 0,1-1 0,0 0 0,-1 0 0,1 0 0,0 0 0,0 0 0,0-1 0,-1 1 0,1-1 0,0 0 0,0-1 0,0 1 0,0-1 0,0 1 0,-1-1 0,1 0 0,0 0 0,-1-1 0,1 1 0,-1-1 0,7-3 0,-5 0 0,0 1 0,1-1 0,-1 0 0,-1 0 0,1 0 0,6-12 0,6-5 0,-16 21 0,0-1 0,0 1 0,0 0 0,0 0 0,0 0 0,0 0 0,0 0 0,1 0 0,-1 1 0,0-1 0,0 0 0,1 1 0,-1-1 0,1 0 0,-1 1 0,1 0 0,-1-1 0,1 1 0,-1 0 0,1 0 0,-1 0 0,1 0 0,-1 0 0,1 0 0,-1 0 0,1 0 0,-1 1 0,1-1 0,-1 1 0,0-1 0,3 2 0,2 1 0,1 1 0,-1 1 0,0-1 0,0 1 0,6 7 0,12 8 0,-20-18 0,0 1 0,0-1 0,1 0 0,-1-1 0,1 1 0,-1-1 0,1 1 0,0-1 0,-1-1 0,1 1 0,0-1 0,0 0 0,-1 0 0,1 0 0,0 0 0,0-1 0,-1 0 0,1 0 0,8-3 0,-7 2 0,-1-1 0,0 1 0,0-1 0,0 0 0,0 0 0,-1-1 0,1 0 0,-1 1 0,0-1 0,0 0 0,-1-1 0,1 1 0,-1-1 0,0 0 0,0 0 0,3-6 0,-3 3 0,0 1 0,0 0 0,-1-1 0,0 0 0,1-10 0,-3 14 0,1 0 0,-2 0 0,1 0 0,0 0 0,-1 0 0,0 0 0,0 0 0,0 0 0,0 0 0,-1 0 0,0 1 0,-2-6 0,-3-1-124,-1 0 0,0 1 0,0 0 0,-1 0 0,0 0 0,0 1-1,-1 1 1,0 0 0,0 0 0,-20-9 0,9 6-6702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24575,'-5'10'0,"0"0"0,1 0 0,0 0 0,1 0 0,0 1 0,1-1 0,0 1 0,-1 15 0,3 0 0,2 0 0,0 0 0,2 0 0,0-1 0,2 0 0,1 0 0,1 0 0,1-1 0,1 0 0,17 28 0,-23-45 0,-1-1 0,1 0 0,1 0 0,-1 0 0,8 7 0,-11-12 0,0 0 0,0 0 0,0 0 0,0 0 0,1 0 0,-1-1 0,0 1 0,0-1 0,0 1 0,1-1 0,-1 1 0,0-1 0,1 1 0,-1-1 0,0 0 0,1 0 0,-1 0 0,0 0 0,1 0 0,-1 0 0,0 0 0,1 0 0,-1-1 0,0 1 0,1 0 0,-1-1 0,0 1 0,0-1 0,0 1 0,1-1 0,-1 0 0,0 0 0,0 1 0,0-1 0,0 0 0,1-2 0,22-25 0,-20 22 0,0 1 0,0 0 0,1 0 0,10-9 0,-13 13 0,0 0 0,0 0 0,0 0 0,0 0 0,0 0 0,0 0 0,0 0 0,0 1 0,0-1 0,0 1 0,0 0 0,0 0 0,1-1 0,-1 1 0,0 1 0,0-1 0,0 0 0,1 0 0,3 2 0,17 6 0,0 1 0,23 13 0,-31-14 0,0 0 0,1-1 0,0-1 0,0-1 0,0 0 0,28 4 0,-39-9-227,1 0-1,0 0 1,0-1-1,-1 1 1,11-4-1,-3 0-6598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7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24575,'-5'9'0,"1"0"0,0 0 0,0 0 0,-2 15 0,5-20 0,1 0 0,-1 1 0,1-1 0,0 0 0,1 1 0,-1-1 0,1 0 0,0 0 0,0 0 0,0 1 0,0-1 0,4 7 0,-2-6 0,0 0 0,0-1 0,0 1 0,1-1 0,0 0 0,-1 0 0,1 0 0,1 0 0,-1-1 0,1 1 0,8 4 0,-11-7 0,-1 0 0,1 0 0,-1-1 0,1 1 0,-1 0 0,1-1 0,0 1 0,-1-1 0,1 0 0,0 1 0,0-1 0,-1 0 0,1 0 0,0 0 0,0 0 0,-1-1 0,1 1 0,0 0 0,-1-1 0,1 1 0,0-1 0,-1 1 0,1-1 0,-1 0 0,1 0 0,-1 0 0,1 0 0,-1 0 0,0 0 0,1 0 0,-1 0 0,0-1 0,0 1 0,0 0 0,0-1 0,0 1 0,0-1 0,0 1 0,0-1 0,-1 1 0,2-3 0,-1-1 0,1 0 0,-1 0 0,0-1 0,0 1 0,-1-1 0,1-10 0,0-7 0,1 22 0,2 5 0,6 9 0,-8-10 0,-1-1-29,4 5-119,0 0-1,1 1 1,-1-2-1,1 1 1,0-1-1,1 0 1,0 0-1,11 7 1,-8-9-6678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7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0 24575,'5'58'0,"3"0"0,2-1 0,3 0 0,2-1 0,40 98 0,-30-97 0,-9-17 0,2-2 0,27 45 0,-44-83 0,-1 1 0,1 0 0,-1-1 0,0 1 0,1 0 0,-1-1 0,1 1 0,-1 0 0,1-1 0,0 1 0,-1-1 0,1 1 0,0-1 0,-1 0 0,1 1 0,0-1 0,-1 1 0,2-1 0,-1 0 0,-1 0 0,0 0 0,1 0 0,-1-1 0,0 1 0,0 0 0,1 0 0,-1 0 0,0-1 0,1 1 0,-1 0 0,0-1 0,0 1 0,0 0 0,1-1 0,-1 1 0,0 0 0,0 0 0,0-1 0,0 1 0,0-1 0,0 1 0,1 0 0,-1-1 0,0 1 0,0-1 0,0-3 0,1 0 0,-1-1 0,0 1 0,0 0 0,-2-6 0,1 1 0,-1-1 0,0-1 0,-1 1 0,0 0 0,-7-15 0,9 22 0,0 1 0,-1-1 0,1 1 0,-1 0 0,0-1 0,0 1 0,0 0 0,0 0 0,0 0 0,0 0 0,-1 1 0,1-1 0,-1 1 0,1-1 0,-1 1 0,1 0 0,-1 0 0,0 0 0,0 0 0,0 1 0,-4-1 0,-23-2 0,-55 4 0,31 1 0,-11-1-1365,38-1-5461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8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24575,'1'1'0,"0"0"0,0-1 0,1 1 0,-1 0 0,0 0 0,0 0 0,0-1 0,0 1 0,0 0 0,-1 0 0,1 0 0,0 1 0,0-1 0,-1 0 0,1 0 0,0 0 0,-1 0 0,1 3 0,0-3 0,16 41 0,-2 0 0,15 75 0,-8-32 0,53 155 0,-75-239 0,1 1 0,-1-1 0,1 0 0,-1 1 0,1-1 0,-1 0 0,1 0 0,0 0 0,0 1 0,-1-1 0,1 0 0,0 0 0,0 0 0,0 0 0,1 0 0,-1 0 0,-1-1 0,0 0 0,1 0 0,-1 0 0,0 0 0,0 0 0,1 0 0,-1 0 0,0 0 0,1 0 0,-1-1 0,0 1 0,0 0 0,1 0 0,-1 0 0,0 0 0,1 0 0,-1 0 0,0-1 0,0 1 0,0 0 0,1 0 0,-1 0 0,0-1 0,8-11 0,14-46 0,-16 42 0,0 0 0,0 0 0,2 0 0,11-18 0,-18 32 0,1-1 0,0 1 0,0 0 0,0 0 0,0 0 0,0 0 0,0 0 0,1 0 0,-1 0 0,1 1 0,-1 0 0,1-1 0,0 1 0,-1 0 0,7-2 0,-6 3 0,1 0 0,0-1 0,0 1 0,0 1 0,-1-1 0,1 0 0,0 1 0,-1 0 0,1 0 0,0 0 0,3 2 0,8 4 0,0 1 0,-1 1 0,0 0 0,20 18 0,-16-12 0,49 41 0,-47-37 0,2 0 0,1-2 0,30 19 0,-51-35 7,0 0-1,0 0 0,0 1 0,0-2 1,1 1-1,-1 0 0,0 0 1,1-1-1,-1 1 0,0-1 1,1 0-1,-1 0 0,0 0 0,1 0 1,-1 0-1,1 0 0,-1 0 1,4-2-1,-3 1-99,-1-1 0,1 1 1,-1-1-1,0 0 0,0 0 0,0 0 0,0 0 0,0 0 1,0 0-1,0 0 0,0-1 0,-1 1 0,0 0 1,1-1-1,0-3 0,4-7-6733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8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3 24575,'-5'-1'0,"0"1"0,0-1 0,0 1 0,0 0 0,0 0 0,0 0 0,0 1 0,0 0 0,0 0 0,0 0 0,-5 2 0,8-2 0,0 0 0,0 1 0,0-1 0,0 0 0,1 0 0,-1 1 0,0-1 0,1 1 0,-1 0 0,1 0 0,0-1 0,-1 1 0,1 0 0,0 0 0,0 0 0,0 0 0,0 0 0,1 0 0,-1 0 0,0 1 0,1-1 0,0 0 0,-1 0 0,1 1 0,0-1 0,0 0 0,0 3 0,1 0 0,0 0 0,0 1 0,0-1 0,0 0 0,1 0 0,0 0 0,0 0 0,0 0 0,1 0 0,-1 0 0,1-1 0,0 0 0,5 6 0,-3-5 0,-1 0 0,1-1 0,0 0 0,0 0 0,0 0 0,1 0 0,-1-1 0,1 0 0,0 0 0,11 4 0,-15-7 0,-1 1 0,1-1 0,0 0 0,0 1 0,0-1 0,0 0 0,-1 0 0,1 0 0,0 0 0,0-1 0,0 1 0,0-1 0,-1 1 0,1-1 0,0 1 0,0-1 0,-1 0 0,4-2 0,-2 1 0,0 0 0,0-1 0,-1 1 0,1-1 0,-1 0 0,0 0 0,0 0 0,0 0 0,2-4 0,0-2 0,0 0 0,0-1 0,-1 1 0,-1-1 0,0 0 0,2-14 0,-3-16 0,-1 40 0,0-1 0,0 1 0,0 0 0,0 0 0,0 0 0,0 0 0,1-1 0,-1 1 0,0 0 0,0 0 0,0 0 0,0 0 0,0 0 0,0-1 0,1 1 0,-1 0 0,0 0 0,0 0 0,0 0 0,0 0 0,1 0 0,-1 0 0,0 0 0,0 0 0,0 0 0,0 0 0,1 0 0,-1 0 0,0 0 0,0 0 0,0 0 0,1 0 0,-1 0 0,0 0 0,0 0 0,0 0 0,0 0 0,1 0 0,-1 0 0,0 0 0,0 0 0,0 0 0,0 0 0,1 1 0,-1-1 0,0 0 0,0 0 0,0 0 0,0 0 0,0 0 0,0 0 0,0 1 0,1-1 0,-1 0 0,0 0 0,0 0 0,9 9 0,33 50 0,-31-43 0,0 0 0,0-1 0,16 15 0,-11-14-99,43 36-1167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54 142 24575,'-5'55'0,"2"-1"0,7 99 0,-3-139 0,2 11 0,-3-24 0,1-14 0,-10-124 0,4 82 0,3-67 0,2 114 0,1 0 0,0 1 0,1-1 0,0 1 0,0-1 0,1 1 0,0 0 0,0 0 0,7-11 0,-9 15 0,0 1 0,1 0 0,0 0 0,-1 0 0,1 0 0,0 0 0,0 0 0,0 1 0,0-1 0,0 0 0,0 1 0,1 0 0,-1-1 0,0 1 0,1 0 0,-1 0 0,1 1 0,-1-1 0,1 0 0,-1 1 0,1 0 0,0-1 0,-1 1 0,1 0 0,0 0 0,-1 0 0,1 1 0,0-1 0,-1 1 0,1-1 0,3 3 0,-2-1 0,1 0 0,-1 1 0,0-1 0,0 1 0,0 0 0,-1 0 0,1 1 0,-1-1 0,0 1 0,0-1 0,0 1 0,0 0 0,-1 0 0,1 0 0,-1 1 0,0-1 0,0 1 0,-1-1 0,0 1 0,1-1 0,-1 1 0,-1 0 0,1 0 0,-1-1 0,0 1 0,0 0 0,0 0 0,0 0 0,-1-1 0,0 1 0,0 0 0,-2 5 0,0-5 0,1 0 0,-1-1 0,0 1 0,0 0 0,0-1 0,0 0 0,-1 0 0,0 0 0,0 0 0,0 0 0,0-1 0,-1 0 0,1 0 0,-1 0 0,0 0 0,0-1 0,0 0 0,0 0 0,0 0 0,-1-1 0,-5 2 0,-6 1-112,10-1-27,0-1-1,0-1 1,0 1 0,0-1 0,0 0 0,0-1-1,-1 0 1,-12-1 0,11-2-6687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9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32 254 24575,'21'141'0,"-13"-95"0,-6-41 0,-2-17 0,-2-20 0,-26-98 0,2 15 0,23 95 0,1 0 0,0 0 0,3-36 0,-1 54 0,0 0 0,0 0 0,1 0 0,-1-1 0,1 1 0,-1 0 0,1 0 0,0 0 0,0 0 0,0 0 0,0 1 0,0-1 0,0 0 0,1 0 0,-1 1 0,1-1 0,1-1 0,-2 2 0,0 1 0,0-1 0,0 1 0,0-1 0,1 1 0,-1-1 0,0 1 0,0 0 0,0 0 0,1 0 0,-1 0 0,0 0 0,0 0 0,1 0 0,-1 0 0,0 0 0,0 0 0,0 1 0,1-1 0,-1 0 0,0 1 0,0-1 0,0 1 0,0-1 0,0 1 0,0 0 0,0 0 0,0-1 0,0 1 0,2 2 0,5 4 12,0 1 0,0 1 0,-1 0 0,0 0 0,0 0 0,-1 1 0,0 0 0,-1 0 0,5 13 0,-7-15-136,0 1 0,-1 0 1,1 0-1,-2 0 0,1 0 0,-1 0 1,-1 0-1,0 0 0,0 1 0,-1-1 1,-3 17-1,0-13-6702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0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135 348 24575,'-4'-57'0,"-11"-82"0,12 124 0,-1-1 0,0 1 0,-1 0 0,0 0 0,-1 1 0,-15-24 0,20 35 0,-1 1 0,1-1 0,-1 1 0,0-1 0,0 1 0,0 0 0,-4-3 0,6 5 0,-1 0 0,0-1 0,1 1 0,-1 0 0,1 0 0,-1 0 0,0-1 0,1 1 0,-1 0 0,0 0 0,1 0 0,-1 0 0,1 0 0,-1 0 0,0 0 0,1 1 0,-1-1 0,0 0 0,1 0 0,-1 0 0,1 1 0,-1-1 0,0 0 0,1 0 0,-1 1 0,1-1 0,-1 1 0,1-1 0,-1 0 0,1 1 0,0-1 0,-1 1 0,1-1 0,-1 1 0,1-1 0,0 1 0,-1 0 0,1-1 0,0 1 0,0-1 0,-1 2 0,-3 5 0,0 1 0,1-1 0,-1 1 0,2 0 0,-1 0 0,1 1 0,0-1 0,1 0 0,-1 1 0,2-1 0,0 13 0,1-16 0,0 0 0,0-1 0,1 1 0,0-1 0,0 1 0,0-1 0,0 1 0,1-1 0,0 0 0,0 0 0,0 0 0,0-1 0,1 1 0,-1-1 0,1 0 0,0 1 0,0-2 0,0 1 0,0 0 0,0-1 0,6 2 0,9 4 0,0-2 0,0 0 0,36 6 0,-55-12 0,8 1 0,0 0 0,0 0 0,0-1 0,0 0 0,0-1 0,0 0 0,0 0 0,14-4 0,-19 4 0,-1 1 0,1-1 0,-1 0 0,1 0 0,-1 0 0,0-1 0,1 1 0,-1 0 0,0-1 0,0 1 0,0-1 0,0 0 0,0 0 0,0 0 0,-1 0 0,1 0 0,-1 0 0,1 0 0,-1-1 0,0 1 0,0-1 0,0 1 0,0-1 0,0 1 0,0-1 0,-1 1 0,1-1 0,-1 1 0,0-1 0,0-3 0,-3-7 0,1 6 0,8 11 0,6 10 0,2-2 0,0 1 0,0-2 0,1 0 0,0-1 0,1 0 0,0-1 0,20 7 0,-29-13 0,0 0 0,0-1 0,0 0 0,0 0 0,0-1 0,1 0 0,-1 0 0,14-1 0,-17 0 0,0-1 0,0 0 0,0 1 0,0-1 0,0 0 0,-1-1 0,1 1 0,0-1 0,-1 1 0,1-1 0,-1 0 0,1-1 0,-1 1 0,0 0 0,0-1 0,0 0 0,4-5 0,2-5 0,-7 10 0,1-1 0,-1 1 0,1-1 0,0 1 0,0 0 0,5-4 0,-7 6 0,1 0 0,-1 1 0,1-1 0,-1 1 0,1-1 0,-1 1 0,1-1 0,-1 1 0,1 0 0,0-1 0,-1 1 0,1 0 0,-1 0 0,1 0 0,0 1 0,-1-1 0,1 0 0,-1 1 0,1-1 0,0 1 0,1 0 0,12 6 0,0 0 0,22 16 0,-20-12 0,20 9 0,-23-13-170,0-1-1,1 0 0,0-2 1,0 1-1,0-2 0,1 0 1,18 1-1,-21-4-6655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0 24575,'-3'21'0,"0"0"0,1 0 0,1 0 0,1 0 0,1 0 0,6 36 0,-5-45 0,1-1 0,1 0 0,-1 0 0,2 0 0,0-1 0,0 1 0,0-1 0,2 0 0,-1-1 0,1 1 0,1-1 0,-1-1 0,16 14 0,9 1 0,-23-16 0,0-1 0,0 1 0,-1 0 0,1 1 0,7 10 0,-16-18 0,1 1 0,0 0 0,0 0 0,-1 0 0,1 0 0,0 1 0,-1-1 0,1 0 0,-1 0 0,0 0 0,1 0 0,-1 0 0,0 1 0,0-1 0,1 0 0,-1 0 0,0 1 0,0-1 0,0 0 0,-1 2 0,1-3 0,-1 1 0,1 0 0,-1 0 0,0 0 0,1 0 0,-1 0 0,0-1 0,1 1 0,-1 0 0,0-1 0,0 1 0,0 0 0,1-1 0,-1 1 0,0-1 0,0 1 0,0-1 0,-2 1 0,-3 0 0,0 1 0,0-1 0,0-1 0,0 1 0,0-1 0,-9-1 0,-115-12 0,-57-4 0,115 16-1365,45 1-5461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1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24575,'3'10'0,"3"7"0,1 2 0,1 1 0,3-1 0,1-3 0,-1-2 0,0-3 0,1-4 0,-1-5 0,-4-6 0,-2-5 0,-2-1-8191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1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4 24575,'-2'-3'0,"-2"2"0,1 4 0,3 4 0,2 3 0,0 2 0,0 3 0,-1 0 0,1 1 0,-2 0 0,1-3-8191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2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16 24575,'-7'-3'0,"1"1"0,-1-1 0,0 1 0,0 1 0,0-1 0,0 1 0,-8 0 0,12 1 0,0 0 0,0 0 0,0 1 0,0-1 0,0 1 0,0-1 0,0 1 0,0 0 0,0 0 0,1 1 0,-1-1 0,0 0 0,1 1 0,-1 0 0,1 0 0,0-1 0,-1 1 0,1 1 0,-3 2 0,1 1 0,0 0 0,1 1 0,-1-1 0,1 1 0,0 0 0,1 0 0,0 0 0,0 0 0,0 0 0,0 9 0,-1 10 0,2 40 0,3-18-186,2 0 0,3 0 0,17 68 0,-1-38 193,39 92 0,-33-101-7,2-1 0,80 124 0,-107-184-22,-2-6 105,0 1 1,-1 0-1,1-1 1,0 1 0,1-1-1,-1 0 1,0 1 0,4 1-1,-6-4-83,0 0 0,0 0 0,0 0 0,1 0 0,-1 0 0,0 0 0,0 0 0,0 0 0,1 0 0,-1 0 0,0 0 0,0 0 0,0 0 0,1 0 0,-1 0 0,0-1 0,0 1 0,0 0 0,1 0 0,-1 0 0,0 0 0,0 0 0,0-1 0,0 1 0,0 0 0,1 0 0,-1 0 0,0 0 0,0-1 0,0 1 0,0 0 0,0 0 0,0 0 0,0-1 0,0 1 0,0 0 0,0 0 0,0 0 0,0-1 0,0 1 0,0 0 0,0 0 0,0 0 0,0-1 0,0 1 0,0-11 0,-3-6 0,-1 1 0,0 0 0,-1 0 0,-1 1 0,-15-30 0,9 21 0,4 8 0,0 0 0,-1 0 0,-1 1 0,-1 0 0,-13-14 0,18 22 0,0 1 0,-1-1 0,0 2 0,-1-1 0,1 1 0,-1 0 0,0 0 0,0 1 0,0 0 0,-1 1 0,-16-5 0,-4 2-455,0 1 0,-56-2 0,67 7-6371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3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0 24575,'0'6'0,"-1"0"0,0 0 0,-1 0 0,1 0 0,-1 0 0,-5 10 0,4-9 0,0 1 0,-4 16 0,0 24 0,4-23 0,-10 37 0,11-53 0,-1-1 0,0 0 0,-1 1 0,0-1 0,0-1 0,-1 1 0,0-1 0,-6 8 0,7-10 0,-1-1 0,1 0 0,-1 1 0,0-2 0,0 1 0,0-1 0,0 0 0,-1 0 0,0 0 0,1-1 0,-1 1 0,0-2 0,-6 3 0,7-4 0,0 1 0,0 0 0,0-1 0,1 0 0,-1 0 0,0-1 0,0 1 0,0-1 0,0 0 0,1 0 0,-1-1 0,0 1 0,1-1 0,-1 0 0,1 0 0,0-1 0,-5-3 0,1 0 0,0-1 0,0 0 0,1 0 0,0-1 0,1 0 0,-1 0 0,-6-13 0,9 14 0,0 0 0,1-1 0,0 1 0,0-1 0,1 1 0,0-1 0,0 0 0,1 0 0,0 0 0,0-9 0,0 15 0,1 0 0,0 1 0,0-1 0,0 0 0,1 0 0,-1 1 0,0-1 0,1 0 0,-1 0 0,1 1 0,-1-1 0,1 1 0,0-1 0,0 0 0,0 1 0,0-1 0,0 1 0,0 0 0,0-1 0,0 1 0,1 0 0,-1 0 0,0 0 0,1 0 0,-1 0 0,1 0 0,-1 0 0,1 0 0,-1 0 0,1 1 0,0-1 0,-1 1 0,1-1 0,0 1 0,0 0 0,-1 0 0,1-1 0,0 1 0,3 1 0,3-1 0,1 2 0,-1-1 0,1 1 0,-1 0 0,0 1 0,15 6 0,293 163 0,-306-166 0,121 66-1365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4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57 24575,'13'1'0,"-9"0"0,0-1 0,0 0 0,0 1 0,0 0 0,0 0 0,0 0 0,-1 1 0,6 2 0,-30-1 0,-210-3 0,229 0 7,-1 0 0,0 0 0,1 0 0,-1-1 0,1 1 1,-1-1-1,1 1 0,-1-1 0,1 0 0,0 0 0,-1 0 0,1 0 0,0 0 0,0-1 0,0 1 0,-3-3 0,3 1-113,0 1 0,0 0 0,0-1 0,1 1 0,-1-1 0,1 0-1,0 0 1,0 1 0,0-1 0,0 0 0,1 0 0,-1 0 0,0-5 0,0-6-6720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47 24575,'0'-2'0,"-1"0"0,1 0 0,-1 1 0,1-1 0,-1 0 0,0 0 0,1 1 0,-1-1 0,0 0 0,0 1 0,0-1 0,0 1 0,0-1 0,-1 1 0,1 0 0,0 0 0,-1-1 0,1 1 0,-1 0 0,1 0 0,-1 0 0,1 0 0,-1 1 0,0-1 0,0 0 0,1 1 0,-4-1 0,-3-2 0,-1 1 0,0 0 0,0 1 0,-12-1 0,-115 2 106,58 1-1577,65-1-5355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5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78 24575,'-1'0'0,"-41"-45"0,38 41 0,-1 0 0,0 0 0,0 1 0,0-1 0,-1 1 0,1 0 0,-9-3 0,13 6 0,0-1 0,0 1 0,0 0 0,0 0 0,0-1 0,0 1 0,0 0 0,0 0 0,0 0 0,0 0 0,0 0 0,0 0 0,0 1 0,0-1 0,0 0 0,1 0 0,-1 1 0,0-1 0,0 0 0,0 1 0,0-1 0,0 1 0,1-1 0,-1 1 0,0 0 0,0-1 0,1 1 0,-1 0 0,0-1 0,1 1 0,-1 0 0,1 0 0,-1 0 0,1-1 0,-1 1 0,1 0 0,0 0 0,-1 0 0,1 0 0,0 2 0,-2 3 0,1 1 0,0 0 0,1 0 0,0 10 0,0-13 0,1 58 0,3 0 0,3 0 0,2-1 0,24 84 0,-31-138 0,5 15 0,0 0 0,17 34 0,-24-55 0,1 0 0,-1 0 0,1 0 0,0 0 0,-1 0 0,1 0 0,0 0 0,0 0 0,0-1 0,0 1 0,0 0 0,0 0 0,1 0 0,-1 0 0,-1-1 0,1 0 0,-1 0 0,0 0 0,1 0 0,-1 0 0,0 0 0,1 0 0,-1 0 0,1 0 0,-1 0 0,0 0 0,1-1 0,-1 1 0,0 0 0,1 0 0,-1 0 0,0 0 0,1-1 0,-1 1 0,0 0 0,1 0 0,-1-1 0,0 1 0,0 0 0,1 0 0,-1-1 0,2-1 0,-1-1 0,0 1 0,0-1 0,0 1 0,0-1 0,0 1 0,0-1 0,-1 0 0,1-4 0,0-7 0,-1-1 0,0 1 0,-1 0 0,-1 0 0,-6-26 0,-27-68 0,24 79 0,1 0 0,2-1 0,-7-37 0,-1-40 0,27 185 0,11 54 0,29 61 0,-48-180-682,1 25-1,-3-25-6143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7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24575,'31'-17'0,"0"2"0,2 2 0,0 1 0,45-11 0,-73 22 0,1 0 0,-1 1 0,0-1 0,1 1 0,-1 0 0,0 1 0,0-1 0,1 1 0,-1 0 0,0 1 0,9 2 0,-11-2 0,0-1 0,0 1 0,-1 0 0,1 0 0,-1-1 0,1 2 0,-1-1 0,0 0 0,1 0 0,-1 1 0,-1-1 0,1 1 0,0 0 0,-1 0 0,1-1 0,-1 1 0,0 0 0,0 0 0,0 0 0,1 5 0,-1-3 0,0 0 0,0 1 0,-1-1 0,0 0 0,0 0 0,0 0 0,-1 0 0,0 0 0,0 0 0,0 0 0,0 0 0,-1 0 0,1-1 0,-1 1 0,-1 0 0,1-1 0,-1 0 0,1 1 0,-1-1 0,-1 0 0,1 0 0,0-1 0,-1 1 0,-6 4 0,-63 62 0,71-69 0,0 0 0,1 1 0,-1-1 0,1 1 0,-1 0 0,1 0 0,0-1 0,-1 1 0,1 0 0,0 0 0,0 0 0,0 0 0,0 0 0,1 0 0,-1 1 0,1-1 0,-1 0 0,1 0 0,0 0 0,0 1 0,0-1 0,0 0 0,0 0 0,0 1 0,1-1 0,-1 0 0,1 0 0,-1 0 0,1 0 0,0 1 0,0-1 0,0 0 0,0 0 0,0-1 0,0 1 0,1 0 0,1 2 0,6 6 0,1 0 0,0-1 0,1-1 0,-1 0 0,13 8 0,-7-6 0,-1 0-273,0-1 0,1-1 0,0 0 0,33 10 0,-36-14-6553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8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27 24575,'-3'0'0,"-3"0"0,-3 0 0,0-2 0,-2-2 0,2-1 0,0-2 0,-2 2 0,-1 1 0,1 5 0,0 1 0,5 0 0,3 3 0,5 1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24575,'-7'13'0,"0"0"0,1 0 0,0 1 0,1 0 0,-7 29 0,10-33 0,1 0 0,0 1 0,0-1 0,1 1 0,1-1 0,0 0 0,0 1 0,1-1 0,4 14 0,0-4 0,1-1 0,11 21 0,-17-37 100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334 155 24575,'-28'-18'0,"-13"-9"0,-3-2 0,2 4 0,6 3 0,7 6 0,5 5 0,4 5 0,4 6 0,1 3 0,1 3 0,2 4 0,4 2 0,3-1-8191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63 24575,'-31'-5'0,"-13"-2"0,-1 0 0,4-1 0,6 1 0,7 2 0,6-2 0,3 1 0,3 2 0,2 1 0,0 1 0,0 1 0,2 1-8191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290 146 24575,'-37'-32'0,"13"11"0,-1 1 0,-2 1 0,-41-24 0,65 41 0,0 1 0,0-1 0,0 1 0,0 0 0,0 0 0,-1 0 0,1 1 0,0-1 0,-1 1 0,1 0 0,-5 0 0,6 0 0,0 1 0,0-1 0,0 1 0,0 0 0,0-1 0,0 1 0,0 0 0,1 0 0,-1 0 0,0 1 0,1-1 0,-1 0 0,1 1 0,-1-1 0,1 1 0,0-1 0,0 1 0,0-1 0,-2 4 0,-2 5 0,1 0 0,0 0 0,0 0 0,1 0 0,0 1 0,1-1 0,-1 11 0,-1 77 0,6-58-40,2 0 0,1-1 0,2 1 0,2-1 0,1 0 0,2-1 0,21 44 0,138 244-279,-156-300 427,5 9-791,25 33-1,-36-57-5609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2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485 110 24575,'-29'-13'0,"-14"-7"0,-5 0 0,0 4 0,4 1 0,3 4 0,4 4 0,3 2 0,3 3 0,0 1 0,1 2 0,3-1 0,3 3 0,6 2-8191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24575,'0'5'0,"1"0"0,0 0 0,0 0 0,0 0 0,0 0 0,1 0 0,0-1 0,0 1 0,1 0 0,-1-1 0,1 0 0,6 8 0,4 4 0,28 26 0,-31-33 0,22 21 0,45 41 0,-64-60 0,1-1 0,-1 0 0,2-1 0,16 7 0,-2-6 120,-28-10-198,0 1 0,1-1 0,-1 0-1,0 0 1,1 0 0,-1 0 0,1 0 0,-1 0 0,0 0-1,1-1 1,-1 1 0,1 0 0,-1-1 0,0 1 0,0-1-1,1 0 1,-1 1 0,2-2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0 24575,'-31'23'0,"-13"11"0,1 1 0,6-2 0,5-6 0,7-6 0,7-4 0,4-2 0,2-1 0,0 0 0,3 0 0,-1-3 0,3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40 24575,'-22'-8'0,"-51"-17"0,65 23 0,1 1 0,0 0 0,-1 0 0,1 0 0,0 1 0,-1 0 0,-14 2 0,20-2 0,1 1 0,-1-1 0,0 1 0,0-1 0,1 1 0,-1 0 0,1 0 0,-1-1 0,0 1 0,1 0 0,-1 0 0,1 1 0,0-1 0,-1 0 0,1 0 0,0 1 0,0-1 0,0 1 0,0-1 0,-1 3 0,1-2 0,0 1 0,0 0 0,0 1 0,1-1 0,-1 0 0,1 0 0,-1 0 0,1 0 0,0 0 0,1 6 0,2 3 0,0 1 0,0-1 0,1 0 0,9 19 0,2 0 0,3-1 0,28 39 0,-29-44 0,-5-7 0,-1 2 0,0 0 0,-2 0 0,0 1 0,-1 0 0,-2 0 0,0 1 0,4 31 0,7 65 0,-17-116 0,0 0 0,1 0 0,-1 0 0,1 0 0,-1 0 0,1 0 0,-1 0 0,1 0 0,0 0 0,0 0 0,0 0 0,0-1 0,0 1 0,1 0 0,-1-1 0,0 1 0,1-1 0,-1 0 0,1 1 0,0-1 0,-1 0 0,3 1 0,-1 0 0,1-1 0,0 0 0,0 0 0,-1 0 0,1-1 0,0 1 0,0-1 0,0 0 0,0 0 0,7-1 0,-5 1-62,1-1 0,-1 0 0,0 0 0,1-1 0,-1 0 0,0 0 0,0 0 0,0-1 0,0 0 0,0 0 0,-1 0 0,1-1-1,-1 0 1,0 0 0,0 0 0,0-1 0,-1 0 0,0 0 0,0 0 0,0 0 0,5-9 0,-3 2-6764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4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24575,'0'5'0,"1"1"0,0 0 0,0-1 0,0 1 0,1-1 0,0 1 0,0-1 0,0 0 0,1 0 0,0 0 0,4 7 0,1-1 0,0-1 0,1 0 0,17 16 0,-21-22 0,-1 0 0,1 0 0,0-1 0,1 1 0,-1-1 0,0 0 0,1 0 0,0-1 0,0 0 0,9 2 0,-12-3 0,0-1 0,0 0 0,-1 0 0,1 0 0,0 0 0,0 0 0,0-1 0,-1 1 0,1-1 0,0 0 0,-1 0 0,1 0 0,0 0 0,-1 0 0,1-1 0,-1 1 0,0-1 0,1 1 0,-1-1 0,0 0 0,0 0 0,0 0 0,0 0 0,-1 0 0,3-5 0,-1 4 0,-1-1 0,0-1 0,-1 1 0,1 0 0,-1 0 0,1-1 0,-1 1 0,-1 0 0,2-9 0,-2 7 0,1-1 0,0 1 0,4-10 0,-5 15 0,1 0 0,-1 0 0,1-1 0,0 1 0,0 0 0,0 0 0,0 0 0,0 0 0,0 0 0,0 0 0,0 0 0,0 0 0,0 1 0,0-1 0,0 0 0,1 1 0,-1-1 0,0 1 0,1-1 0,-1 1 0,0-1 0,1 1 0,-1 0 0,0 0 0,1 0 0,-1 0 0,1 0 0,-1 0 0,0 0 0,1 0 0,-1 0 0,0 1 0,2 0 0,6 1 0,0 1 0,0 0 0,15 7 0,-18-7 0,196 97 0,-190-95-1365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4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24575,'4'-16'0,"11"-27"0,-13 39 0,-1 0 0,1 0 0,1 0 0,-1 0 0,0 1 0,1-1 0,0 1 0,0 0 0,0-1 0,0 1 0,6-4 0,-8 6 0,1 1 0,-1-1 0,0 1 0,1 0 0,-1-1 0,0 1 0,1 0 0,-1 0 0,0 0 0,1 0 0,-1 0 0,0 0 0,1 0 0,-1 0 0,0 1 0,1-1 0,-1 0 0,0 1 0,1-1 0,-1 1 0,0 0 0,0-1 0,0 1 0,0 0 0,1 0 0,-1 0 0,1 1 0,4 4 0,0-1 0,-1 1 0,7 9 0,-10-12 0,21 29 0,-2 1 0,31 65 0,18 79 0,-21-1 0,-15-48 0,-31-118 0,-1-1 0,2 1 0,0-1 0,0 0 0,0 0 0,11 16 0,-14-25 0,0 1 0,-1-1 0,1 1 0,-1-1 0,1 1 0,-1 0 0,1-1 0,-1 1 0,1 0 0,-1-1 0,0 1 0,1 0 0,-1 0 0,0-1 0,0 1 0,0 0 0,1 0 0,-1-1 0,0 1 0,0 0 0,0 0 0,0 0 0,0-1 0,0 1 0,-1 0 0,1 0 0,0 0 0,0-1 0,-1 1 0,1 0 0,0-1 0,-1 1 0,1 0 0,0 0 0,-1-1 0,1 1 0,-1-1 0,1 1 0,-1 0 0,0-1 0,1 1 0,-1-1 0,0 1 0,1-1 0,-1 0 0,0 1 0,1-1 0,-1 0 0,0 1 0,0-1 0,1 0 0,-3 0 0,-3 2 0,-1 0 0,0-1 0,0 1 0,-13-1 0,-142 10-1365,139-9-5461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5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54 24575,'-31'-3'0,"-13"-3"0,-4-1 0,4 1 0,6 2 0,7-2 0,7 1 0,4 1 0,4 1 0,1 1 0,4-1 0,5-1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5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95 24575,'-28'-11'0,"-15"-5"0,-3 0 0,5 2 0,5 1 0,5 3 0,5 3 0,3 3 0,5 2 0,-2 1 0,2 1 0,3 0-8191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6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138 240 24575,'-12'-22'0,"-14"-21"0,23 39 0,0 0 0,0 0 0,-1 1 0,1-1 0,-1 0 0,0 1 0,-5-3 0,8 5 0,1 1 0,-1-1 0,1 1 0,-1 0 0,0-1 0,1 1 0,-1 0 0,1 0 0,-1 0 0,0-1 0,1 1 0,-1 0 0,0 0 0,1 0 0,-1 0 0,0 0 0,1 0 0,-1 0 0,0 1 0,1-1 0,-1 0 0,0 0 0,1 0 0,-1 1 0,-1-1 0,1 1 0,0 0 0,0 0 0,0 0 0,1 0 0,-1 1 0,0-1 0,0 0 0,1 0 0,-1 0 0,0 1 0,0 1 0,-1 5 0,0 0 0,1 0 0,-2 11 0,3-19 0,-3 74 0,13 134 0,0-8 0,-10-196 0,0-1 0,0 0 0,0 1 0,0-1 0,-1 0 0,1 1 0,-1-1 0,0 0 0,0 0 0,0 1 0,0-1 0,-3 4 0,4-7 0,-1 0 0,1 0 0,0 0 0,0 0 0,-1 0 0,1 0 0,0 0 0,0 0 0,-1 0 0,1 0 0,0 0 0,0 0 0,-1 0 0,1-1 0,0 1 0,0 0 0,-1 0 0,1 0 0,0 0 0,0 0 0,0-1 0,-1 1 0,1 0 0,0 0 0,0 0 0,0-1 0,0 1 0,-1 0 0,1 0 0,0 0 0,0-1 0,0 1 0,0 0 0,0 0 0,0-1 0,0 1 0,-5-11 0,1-8 0,0-1 0,2 1 0,0-1 0,1 0 0,3-30 0,-1 9 0,-9-142 0,1 23 0,6 120 0,2-75 0,-1 113 0,1 1 0,-1-1 0,0 1 0,0-1 0,0 1 0,1 0 0,-1-1 0,1 1 0,-1-1 0,1 1 0,0 0 0,-1 0 0,1-1 0,0 1 0,1-1 0,-1 1 0,-1 1 0,1 0 0,0-1 0,-1 1 0,1 0 0,0 0 0,-1 0 0,1 0 0,0 0 0,-1-1 0,1 1 0,0 0 0,0 1 0,-1-1 0,1 0 0,0 0 0,-1 0 0,1 0 0,0 0 0,-1 1 0,1-1 0,0 0 0,-1 1 0,1-1 0,-1 0 0,1 1 0,0-1 0,-1 1 0,1-1 0,-1 1 0,1 0 0,8 8 0,0-1 0,-1 1 0,0 1 0,11 18 0,22 46 0,-17-29 0,100 144 0,14-11 0,-124-157 0,-14-20 0,1-1 0,-1 0 0,0 1 0,0-1 0,0 0 0,0 0 0,0 1 0,0-1 0,0 0 0,0 1 0,0-1 0,0 0 0,0 1 0,0-1 0,0 0 0,0 1 0,0-1 0,0 0 0,0 0 0,0 1 0,0-1 0,-1 0 0,1 1 0,0-1 0,0 0 0,-1 1 0,1-1 0,-1 0 0,0 1 0,1-1 0,-1 0 0,0 0 0,1 0 0,-1 0 0,0 0 0,1 0 0,-1 0 0,0 0 0,1 0 0,-1 0 0,1 0 0,-1 0 0,-1-1 0,-19-5 0,0-1 0,0 0 0,0-2 0,-27-16 0,15 8 0,-68-31 120,82 41-491,0 0-1,0 2 1,-31-6 0,31 9-6455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7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368 1 24575,'-27'17'0,"1"1"0,0 1 0,1 1 0,1 1 0,1 1 0,-35 45 0,54-61 0,-26 31 0,27-34 0,0 0 0,-1 0 0,1 0 0,0 0 0,-1-1 0,0 1 0,0-1 0,-4 2 0,6-3 0,1-1 0,0 0 0,-1 0 0,1 0 0,-1 0 0,1 0 0,0 0 0,-1 0 0,1 0 0,0 0 0,-1-1 0,1 1 0,0-1 0,-1 1 0,1-1 0,0 1 0,0-1 0,-1 0 0,1 1 0,0-1 0,0 0 0,0 0 0,0 0 0,0 0 0,0 0 0,0 0 0,0 0 0,0-2 0,-4-4 0,1 0 0,-1-1 0,-3-10 0,7 15 0,-2-3 0,-4-10 0,-7-23 0,13 35 0,0 0 0,0 0 0,0 0 0,0 0 0,1 0 0,0 0 0,0 0 0,0 0 0,0 0 0,1 0 0,-1 0 0,3-5 0,-3 8 0,1 0 0,-1 0 0,1 0 0,0 0 0,0 0 0,0 0 0,-1 0 0,1 0 0,0 1 0,0-1 0,0 0 0,0 0 0,0 1 0,0-1 0,1 0 0,-1 1 0,0-1 0,0 1 0,0 0 0,1-1 0,-1 1 0,0 0 0,0 0 0,1 0 0,-1 0 0,0 0 0,0 0 0,1 0 0,-1 0 0,0 0 0,0 1 0,0-1 0,3 1 0,5 2 0,0 0 0,0 1 0,12 6 0,-11-5 0,247 127 0,-207-105 0,-36-20-1365,-3-3-5461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24575,'-4'9'0,"0"-1"0,1 1 0,-1 0 0,2 0 0,0 0 0,0 0 0,0 0 0,1 1 0,1-1 0,0 14 0,0-17 0,1 0 0,0-1 0,0 1 0,1 0 0,0-1 0,0 1 0,0-1 0,1 1 0,0-1 0,0 0 0,0 0 0,0 0 0,1-1 0,0 1 0,0-1 0,0 0 0,8 7 0,-10-10 0,0 1 0,0-1 0,0 0 0,0 1 0,0-1 0,0 0 0,1 0 0,-1 0 0,0-1 0,1 1 0,-1 0 0,0-1 0,1 0 0,-1 1 0,1-1 0,-1 0 0,0 0 0,1-1 0,-1 1 0,4-1 0,-3 0 0,-1 0 0,1-1 0,-1 1 0,0 0 0,0-1 0,0 1 0,0-1 0,0 0 0,0 0 0,0 0 0,0 0 0,-1 0 0,1 0 0,-1 0 0,0-1 0,1 1 0,-1 0 0,1-6 0,3-9 0,0 0 0,-2 0 0,0 0 0,-1 0 0,-1-19 0,1 4 0,-2 31 0,0 0 0,0-1 0,0 1 0,1 0 0,-1 0 0,0-1 0,1 1 0,-1 0 0,0 0 0,1 0 0,-1 0 0,1-1 0,0 1 0,-1 0 0,1 0 0,0 0 0,0 0 0,1-1 0,-1 1 0,0 1 0,0-1 0,0 1 0,0 0 0,0-1 0,1 1 0,-1 0 0,0 0 0,0 0 0,0 0 0,0 0 0,0 0 0,0 0 0,0 0 0,0 0 0,1 0 0,0 1 0,4 1 0,-1 0 0,1 0 0,-1 1 0,0 0 0,1 0 0,6 6 0,53 46 0,-6-3 0,-42-39-455,0 1 0,24 27 0,-33-31-6371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26 217 24575,'15'3'0,"-1"-2"0,0 1 0,0-1 0,28-3 0,-37 2 0,1-1 0,-1 0 0,0 0 0,1 0 0,-1-1 0,0 1 0,0-1 0,0 0 0,-1-1 0,1 1 0,0-1 0,-1 0 0,1 0 0,-1-1 0,0 1 0,4-6 0,-5 6 0,-1 0 0,-1-1 0,1 1 0,0 0 0,-1-1 0,1 1 0,-1-1 0,0 1 0,0-1 0,-1 0 0,1 1 0,-1-1 0,0 0 0,0 0 0,0 1 0,0-1 0,-1 0 0,1 1 0,-3-8 0,1 6 0,0-1 0,0 0 0,-1 1 0,1-1 0,-1 1 0,-1 0 0,1 0 0,-1 0 0,0 1 0,0-1 0,-6-5 0,4 6 0,1 0 0,-1 0 0,0 1 0,0 0 0,-1 0 0,1 0 0,0 0 0,-1 1 0,0 0 0,1 1 0,-1 0 0,0 0 0,0 0 0,0 1 0,0 0 0,0 0 0,-8 1 0,13 0 0,0-1 0,0 1 0,-1-1 0,1 1 0,0 0 0,0 0 0,0 0 0,0 0 0,0 0 0,0 0 0,0 0 0,0 1 0,1-1 0,-1 1 0,-3 3 0,3-2 0,0 1 0,0-1 0,0 1 0,0-1 0,0 1 0,1 0 0,0 0 0,-2 6 0,2-2 0,0-1 0,0 1 0,1 0 0,-1 0 0,2 0 0,-1 0 0,1-1 0,4 16 0,0-10 0,1 0 0,0 0 0,1 0 0,0-1 0,1 0 0,0-1 0,1 0 0,0 0 0,1-1 0,0 0 0,1 0 0,15 9 0,-8-5 0,2-2 0,0-1 0,0 0 0,1-1 0,1-1 0,39 10 0,-49-16 24,0 0 0,0-1 0,0-1 0,19 0 0,-27-1-98,0 0-1,-1 0 1,1-1 0,-1 1 0,1-1-1,-1 0 1,1 0 0,-1 0 0,1-1-1,-1 1 1,0-1 0,0 0 0,0 0-1,0 0 1,0 0 0,0 0 0,0-1-1,-1 1 1,4-5 0,1-3-6752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24575,'51'226'0,"-36"-176"0,2-1 0,34 68 0,38 49 0,-87-162 0,0 0 0,0 1 0,0-1 0,2 8 0,-4-12 0,0 1 0,1-1 0,-1 0 0,0 1 0,0-1 0,0 0 0,0 1 0,0-1 0,0 0 0,0 0 0,0 1 0,0-1 0,0 0 0,-1 1 0,1-1 0,0 0 0,0 0 0,0 1 0,0-1 0,0 0 0,0 1 0,-1-1 0,1 0 0,0 0 0,0 0 0,0 1 0,-1-1 0,1 0 0,0 0 0,-1 1 0,0-1 0,0 0 0,0 0 0,0 0 0,0 0 0,0 0 0,0 0 0,0-1 0,0 1 0,0 0 0,0 0 0,0-1 0,0 1 0,0-1 0,-1 0 0,-10-5 0,0 0 0,1-1 0,0-1 0,-13-11 0,-39-41 0,29 27 0,20 20-170,2-1-1,-1 0 0,2-1 1,0 0-1,1 0 0,0-1 1,-10-25-1,14 28-6655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78 24575,'-16'-18'0,"-7"-6"0,0 3 0,4 6-8191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0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17 127 24575,'-12'-13'0,"7"9"0,7 11 0,4 5 0,0 0 0,1-1 0,0 0 0,1 0 0,0-1 0,1 0 0,0 0 0,16 12 0,-17-15 0,0-1 0,0 0 0,0-1 0,1 0 0,0 0 0,0-1 0,1 0 0,-1-1 0,1 0 0,0-1 0,18 3 0,-25-4 0,1-1 0,-1 0 0,0 0 0,0-1 0,1 1 0,-1-1 0,0 1 0,0-1 0,1 0 0,-1 0 0,4-3 0,-6 3 0,1 1 0,-1-1 0,0 0 0,1-1 0,-1 1 0,0 0 0,0 0 0,0 0 0,0-1 0,0 1 0,0 0 0,0-1 0,-1 1 0,1-1 0,0 1 0,-1-1 0,1 1 0,-1-1 0,0 0 0,1 1 0,-1-1 0,0 1 0,0-1 0,0-3 0,-2-5 0,0-1 0,0 1 0,0 0 0,-5-11 0,3 11 0,4 10 0,0-1 0,0 0 0,-1 1 0,1-1 0,0 1 0,0-1 0,0 0 0,0 1 0,0-1 0,0 0 0,0 1 0,0-1 0,0 1 0,0-1 0,0 0 0,0 1 0,0-1 0,1 1 0,-1-1 0,0 0 0,0 1 0,1-1 0,-1 1 0,0-1 0,1 1 0,-1-1 0,1 1 0,-1-1 0,1 1 0,-1-1 0,0 1 0,1 0 0,0-1 0,-1 1 0,1 0 0,-1-1 0,1 1 0,-1 0 0,1 0 0,0 0 0,-1-1 0,1 1 0,-1 0 0,1 0 0,0 0 0,-1 0 0,1 0 0,0 0 0,-1 0 0,1 0 0,0 1 0,7-1 0,0 1 0,0 0 0,11 3 0,-7-2 0,-12-1 0,66 6 0,-57-6 0,0-1 0,0 0 0,0-1 0,0 0 0,11-3 0,-17 4 0,-1-1 0,0 0 0,0 0 0,1 1 0,-1-1 0,0-1 0,0 1 0,0 0 0,0-1 0,0 1 0,0-1 0,-1 1 0,1-1 0,0 0 0,-1 0 0,1 1 0,-1-1 0,0-1 0,1 1 0,-1 0 0,0 0 0,0 0 0,-1 0 0,1-1 0,0 1 0,-1 0 0,1-1 0,-1-2 0,0 1 0,0 1 0,0-1 0,-1 0 0,1 1 0,-1-1 0,0 0 0,0 1 0,-1-1 0,1 1 0,-1-1 0,1 1 0,-1 0 0,0 0 0,0 0 0,0 0 0,-1 0 0,-4-4 0,-1 0-341,0 1 0,-1 0-1,-11-6 1,6 4-6485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36 24575,'-3'-3'0,"-1"1"0,0 0 0,-1-1 0,1 1 0,0 1 0,-1-1 0,1 0 0,-1 1 0,-5-1 0,9 2 0,-1 0 0,1-1 0,-1 1 0,1 0 0,-1 0 0,1 0 0,-1 0 0,1 1 0,-1-1 0,1 0 0,-1 1 0,1-1 0,0 1 0,-1-1 0,1 1 0,-1 0 0,1-1 0,0 1 0,0 0 0,0 0 0,-1 0 0,1 0 0,0 0 0,0 0 0,0 0 0,0 0 0,1 1 0,-1-1 0,0 0 0,0 1 0,1-1 0,-2 2 0,1 4 0,0-1 0,0 0 0,0 1 0,0-1 0,1 1 0,0-1 0,1 1 0,-1-1 0,1 1 0,0-1 0,1 1 0,0-1 0,0 0 0,0 0 0,1 0 0,-1 0 0,2 0 0,-1-1 0,8 10 0,-8-9 0,1-1 0,0-1 0,1 1 0,-1-1 0,1 0 0,0 0 0,0 0 0,0 0 0,1-1 0,-1 0 0,1 0 0,0 0 0,0-1 0,0 0 0,0 0 0,0-1 0,0 0 0,0 0 0,1 0 0,9 0 0,-15-1 0,1-1 0,-1 1 0,1 0 0,-1-1 0,1 1 0,-1-1 0,0 1 0,1-1 0,-1 1 0,0-1 0,1 0 0,-1 0 0,0 0 0,0 0 0,0 0 0,1 0 0,0-2 0,0 1 0,0-1 0,-1 0 0,1 0 0,-1 0 0,1 0 0,-1 0 0,1-6 0,0 1 0,0-1 0,-1 1 0,-1-1 0,1 0 0,-2-12 0,0 11-105,-1 1 0,0-1 0,0 1 0,-1-1 0,0 1 0,0 0 0,-1 0 0,-1 0 0,1 1 0,-1 0 0,-1-1 0,-9-10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1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24575,'1'6'0,"-1"0"0,1 0 0,0 1 0,1-1 0,0-1 0,0 1 0,0 0 0,0 0 0,1-1 0,0 1 0,0-1 0,1 0 0,0 0 0,4 6 0,2 0 0,1-1 0,0 0 0,1 0 0,22 14 0,-29-22 0,-1 0 0,1 1 0,0-1 0,0-1 0,0 1 0,1-1 0,-1 0 0,0 0 0,0-1 0,1 1 0,-1-1 0,0-1 0,1 1 0,-1-1 0,9-1 0,-7 0 0,-1 0 0,1 0 0,-1 0 0,0-1 0,0 0 0,0 0 0,0 0 0,-1-1 0,1 0 0,-1 0 0,0 0 0,5-6 0,-1-1 0,-1 0 0,-1-1 0,0 0 0,8-17 0,0-1 0,-14 28 0,0 0 0,1-1 0,-1 1 0,1 0 0,-1 0 0,1 0 0,0 0 0,0 0 0,0 0 0,0 1 0,0-1 0,3-1 0,-3 2 0,-1 0 0,1 1 0,0-1 0,0 1 0,-1 0 0,1-1 0,0 1 0,0 0 0,0 0 0,-1 0 0,1 1 0,0-1 0,0 0 0,0 1 0,-1-1 0,1 1 0,0-1 0,-1 1 0,3 1 0,12 6 0,0 2 0,23 17 0,6 5 0,-13-12-682,48 40-1,-71-52-6143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3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79 24575,'-27'-12'0,"-94"-37"0,107 44 0,0 2 0,-1-1 0,1 2 0,-1 0 0,0 1 0,-25 0 0,35 2 0,0 0 0,0 0 0,0 0 0,0 0 0,0 1 0,1 0 0,-1 0 0,1 0 0,-1 0 0,1 1 0,0 0 0,0 0 0,-7 6 0,8-6 0,1-1 0,0 0 0,1 0 0,-1 1 0,0-1 0,1 1 0,-1-1 0,1 1 0,0-1 0,0 1 0,0 0 0,0 0 0,0 0 0,1 0 0,-1-1 0,1 1 0,0 0 0,0 0 0,0 0 0,0 0 0,1 0 0,-1 0 0,1 0 0,-1 0 0,2 3 0,0-2 0,1 0 0,-1 0 0,1 1 0,0-2 0,0 1 0,1 0 0,-1-1 0,1 1 0,0-1 0,-1 0 0,2 0 0,-1 0 0,0-1 0,6 3 0,6 3 0,0-2 0,28 9 0,-29-11 0,0-1 0,0 0 0,1-2 0,-1 1 0,1-2 0,17-1 0,-32 1 0,1-1 0,0 1 0,-1 0 0,1-1 0,-1 1 0,1-1 0,-1 0 0,1 1 0,-1-1 0,0 0 0,1 0 0,-1 0 0,0 0 0,1 0 0,-1 0 0,0 0 0,0 0 0,0 0 0,0-1 0,0 1 0,0 0 0,-1-1 0,1 1 0,0-1 0,-1 1 0,1-1 0,-1 1 0,1-1 0,-1 0 0,1-2 0,-1-5 0,1 0 0,-1 0 0,0 0 0,-2-11 0,1 10 0,3 31 0,2-1 0,6 22 0,17 28 0,64 124 0,-4-15 0,-83-168 0,0-1 0,-1 1 0,0-1 0,0 1 0,1 19 0,-3-27 0,-1-1 0,0 1 0,-1-1 0,1 1 0,0-1 0,-1 1 0,1-1 0,-1 1 0,0-1 0,0 0 0,0 1 0,0-1 0,-2 3 0,2-3 0,-1-1 0,1 1 0,-1-1 0,1 0 0,-1 0 0,0 0 0,1 0 0,-1 0 0,0 0 0,0 0 0,0 0 0,1-1 0,-1 1 0,0 0 0,0-1 0,0 0 0,0 0 0,0 1 0,-3-2 0,-1 1 0,-1-1 0,1 1 0,0-2 0,0 1 0,0-1 0,0 0 0,0 0 0,0-1 0,1 1 0,-1-1 0,1-1 0,-1 1 0,1-1 0,-6-6 0,3 4 0,0-2 0,1 1 0,1-1 0,-1 0 0,1 0 0,1-1 0,-1 1 0,-4-12 0,7 13 0,1 0 0,0 0 0,0 0 0,0 0 0,1-1 0,0 1 0,1 0 0,-1-1 0,1 1 0,1 0 0,0-1 0,1-7 0,-1 11 0,0-1 0,0 1 0,1-1 0,0 1 0,0 0 0,0 0 0,0 0 0,1 0 0,-1 0 0,1 0 0,0 1 0,0-1 0,0 1 0,1 0 0,-1 0 0,1 0 0,0 0 0,0 1 0,7-5 0,1 2-1365,-3-1-5461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3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209 129 24575,'-5'-7'0,"-55"-62"0,54 63 0,-1 0 0,0 0 0,0 0 0,0 1 0,-1 0 0,0 1 0,-14-7 0,20 10 0,1 1 0,-1-1 0,1 1 0,-1-1 0,1 1 0,-1 0 0,1 0 0,-1 0 0,0 0 0,1 0 0,-1 0 0,1 0 0,-1 0 0,0 1 0,1-1 0,-1 1 0,1-1 0,-1 1 0,1-1 0,-1 1 0,1 0 0,0 0 0,-1 0 0,1 0 0,0 0 0,0 0 0,0 0 0,-1 0 0,1 0 0,0 1 0,1-1 0,-1 0 0,0 1 0,-1 1 0,-2 6 0,1-1 0,0 1 0,0 0 0,-2 16 0,3-14 0,1-8 0,0 1 0,1-1 0,0 1 0,-1-1 0,1 1 0,1 0 0,-1-1 0,0 1 0,1 0 0,0-1 0,0 1 0,0-1 0,0 0 0,0 1 0,1-1 0,0 0 0,-1 0 0,1 0 0,0 0 0,1 0 0,4 5 0,-3-4 0,0-1 0,0 0 0,1 0 0,-1 0 0,1 0 0,0-1 0,0 1 0,0-1 0,0-1 0,0 1 0,1-1 0,-1 0 0,0 0 0,7 0 0,8 1 0,1-2 0,-1 0 0,35-5 0,-48 3 0,0 1 0,-1-1 0,0 0 0,1-1 0,-1 1 0,10-7 0,-13 7 0,0 0 0,0-1 0,0 1 0,0-1 0,0 0 0,0 0 0,-1 0 0,0 0 0,1 0 0,-1 0 0,-1-1 0,4-5 0,-4 6 6,0-1 0,0 1 0,0-1 0,0 0 0,-1 1 0,0-1 0,1 0 0,-1 1 0,0-1 0,-1 0 0,1 1 0,-1-1 0,0 0 0,1 1 0,-2-1 0,1 1 0,0-1 0,-1 1 0,-3-6 0,2 4-120,0 1 0,-1-1-1,1 1 1,-1 0 0,0 1 0,0-1-1,-1 1 1,1 0 0,-1 0 0,1 0-1,-1 0 1,-9-3 0,0 1-6712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4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125 344 24575,'2'-3'0,"11"-34"0,16-68 0,-27 94 0,0 1 0,-1-1 0,0 0 0,0 0 0,-2 1 0,1-1 0,-1 0 0,-1 0 0,0 1 0,0-1 0,-7-15 0,7 21 0,0 1 0,-1-1 0,0 1 0,0 0 0,0 0 0,0 0 0,-1 0 0,-4-4 0,6 7 0,1 0 0,0 0 0,-1-1 0,0 1 0,1 0 0,-1 0 0,1 1 0,-1-1 0,0 0 0,0 0 0,0 1 0,1-1 0,-1 1 0,0 0 0,0-1 0,0 1 0,0 0 0,0 0 0,0 0 0,1 1 0,-1-1 0,0 0 0,0 1 0,-2 0 0,-2 2 0,1 0 0,0 0 0,0 0 0,1 1 0,-1-1 0,1 1 0,0 1 0,0-1 0,0 0 0,1 1 0,-1 0 0,1 0 0,0 0 0,0 0 0,-2 8 0,2-4 0,0 0 0,0 0 0,2 0 0,-1 0 0,1 1 0,0-1 0,1 0 0,1 19 0,0-22 0,1-1 0,-1 1 0,1-1 0,0 0 0,0 1 0,1-1 0,0 0 0,0 0 0,0-1 0,0 1 0,1-1 0,0 1 0,0-1 0,5 4 0,1 1 0,1-1 0,0 0 0,0 0 0,23 10 0,-17-10 0,1-2 0,-1 0 0,1-1 0,0-1 0,32 4 0,-43-8-227,-1 0-1,0 0 1,0-1-1,0 1 1,9-4-1,-2 1-6598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4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0 24575,'-21'2'0,"-31"7"0,46-7 0,1-1 0,-1 1 0,1 0 0,-1 0 0,1 1 0,0-1 0,0 1 0,0 0 0,1 1 0,-7 5 0,9-8 0,1 1 0,0 0 0,0-1 0,0 1 0,0 0 0,0 0 0,1-1 0,-1 1 0,0 0 0,1 0 0,0 0 0,-1 0 0,1 0 0,0 0 0,0 0 0,0 0 0,0 0 0,0 0 0,0 0 0,1 0 0,-1 0 0,1-1 0,-1 1 0,1 0 0,0 0 0,0 0 0,1 2 0,4 6 0,0 0 0,1-1 0,11 14 0,-12-16 0,10 11 0,31 26 0,-34-33 0,-1 0 0,0 0 0,-1 1 0,-1 0 0,18 27 0,-27-38 0,-1-1 0,1 1 0,-1 0 0,1 1 0,-1-1 0,0 0 0,1 0 0,-1 0 0,0 0 0,1 0 0,-1 0 0,0 0 0,0 0 0,0 0 0,0 1 0,0-1 0,-1 0 0,1 0 0,0 0 0,0 0 0,-1 0 0,1 0 0,-1 0 0,1 0 0,-1 0 0,1 0 0,-1 0 0,1 0 0,-1 0 0,0 0 0,0 0 0,1-1 0,-1 1 0,0 0 0,0 0 0,0-1 0,0 1 0,0-1 0,0 1 0,0-1 0,0 1 0,0-1 0,-2 1 0,-6 2 0,0 0 0,0-1 0,-1 0 0,-10 0 0,10 0 0,-126 9-1365,108-10-5461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19 24575,'-3'-7'0,"0"-1"0,-1 4 0,-1 5 0,0 6 0,0 6 0,5 3 0,1 0-8191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24575,'0'3'0,"0"6"0,3 3 0,0 4 0,3 0 0,0 1 0,2 0 0,2-1 0,1 0 0,0 0 0,0 0 0,-2-4-8191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24575,'18'20'0,"-9"-10"0,0-1 0,0 0 0,1-1 0,0 0 0,21 13 0,-29-20 0,0 0 0,1 0 0,-1 0 0,0-1 0,1 1 0,-1 0 0,1-1 0,-1 0 0,1 0 0,-1 0 0,1 0 0,-1 0 0,0 0 0,1 0 0,4-2 0,-1 0 0,1-1 0,-1 0 0,0 0 0,7-5 0,-8 4 0,0 1 0,0 0 0,1 0 0,-1 1 0,1-1 0,0 1 0,7-1 0,1 1 0,1 1 0,-1 1 0,1 1 0,-1 0 0,0 1 0,0 0 0,19 6 0,-6 0 0,0 1 0,44 23 0,-51-19-1365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6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24575,'0'-1'0,"-1"1"0,1 0 0,0 0 0,0 0 0,0 0 0,0 0 0,0-1 0,0 1 0,-1 0 0,1 0 0,0 0 0,0 0 0,0 0 0,0 0 0,-1 0 0,1 0 0,0 0 0,0-1 0,0 1 0,-1 0 0,1 0 0,0 0 0,0 0 0,0 0 0,-1 0 0,1 0 0,0 0 0,0 0 0,0 1 0,-1-1 0,1 0 0,0 0 0,0 0 0,0 0 0,0 0 0,-1 0 0,-3 8 0,1 14 0,3-22 0,0 35 0,1-1 0,2 0 0,12 61 0,-9-63 0,22 185 0,-12-77 0,-14-122 0,-2-12 0,1-1 0,0 1 0,-1-1 0,2 1 0,-1-1 0,4 10 0,-5-14 0,0-1 0,0 0 0,0 0 0,0 0 0,0 0 0,1 0 0,-1 0 0,0 0 0,0 0 0,0 0 0,0 0 0,0 1 0,0-1 0,0 0 0,0 0 0,0 0 0,0 0 0,0 0 0,0 0 0,1 0 0,-1 0 0,0 0 0,0 0 0,0 0 0,0 0 0,0 0 0,0 0 0,0 0 0,0 0 0,0 0 0,1 0 0,-1 0 0,0 0 0,0 0 0,0 0 0,0 0 0,0 0 0,0 0 0,0 0 0,0 0 0,1 0 0,-1 0 0,0 0 0,4-6 0,2-10 0,-5 14 0,16-46-1365,-13 34-5461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6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0 24575,'-33'0'0,"-17"0"0,-2 0 0,2 0 0,5 0 0,8 0 0,4 0 0,6 0 0,4 0 0,4 0 0,3 0 0,1 0 0,3 3 0,6 0 0,7 1 0,6-2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7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78 24575,'-23'-13'0,"-54"-28"0,68 36 0,-1 1 0,0 1 0,0 0 0,-1 0 0,1 1 0,-11-1 0,19 3 0,0 0 0,0 0 0,0 0 0,0 0 0,0 0 0,1 0 0,-1 1 0,0-1 0,0 0 0,0 1 0,1 0 0,-1-1 0,0 1 0,0 0 0,1 0 0,-1 0 0,1 0 0,-1 0 0,1 0 0,-1 0 0,1 1 0,0-1 0,0 1 0,-1-1 0,1 1 0,-1 2 0,1-1 0,0-1 0,0 1 0,0 1 0,0-1 0,1 0 0,-1 0 0,1 0 0,0 0 0,0 0 0,0 0 0,0 0 0,1 1 0,-1-1 0,1 0 0,1 4 0,0-3 0,0 1 0,1 0 0,-1 0 0,1-1 0,0 1 0,0-1 0,1 0 0,-1 0 0,1 0 0,0-1 0,0 1 0,0-1 0,8 4 0,-1 0 0,1 0 0,-1-2 0,1 1 0,18 4 0,-13-5 0,1-1 0,0-1 0,0-1 0,0 0 0,0-2 0,0 0 0,0-1 0,27-4 0,-40 4 0,0-1 0,1 1 0,-1-1 0,0 0 0,0 0 0,0-1 0,-1 0 0,1 1 0,-1-1 0,7-6 0,-10 8 0,1-1 0,-1 1 0,0 0 0,0-1 0,0 1 0,0 0 0,0-1 0,-1 1 0,1-1 0,0 0 0,-1 1 0,1-1 0,-1 0 0,1 1 0,-1-1 0,0 0 0,0 1 0,1-1 0,-1 0 0,-1 1 0,1-1 0,0 0 0,0 0 0,-1 1 0,1-1 0,-1 0 0,1 1 0,-1-1 0,1 1 0,-1-1 0,0 1 0,0-1 0,0 1 0,0-1 0,0 1 0,-2-2 0,-3-2-124,1 0 0,-1 0 0,-1 0 0,1 0-1,-1 1 1,0 0 0,0 1 0,0 0 0,-12-4-1,18 6 2,-18-6-6703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7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 24575,'0'0'0,"-1"0"0,1-1 0,-1 1 0,1 0 0,-1 0 0,1-1 0,-1 1 0,1 0 0,0 0 0,-1 0 0,0-1 0,1 1 0,-1 0 0,1 0 0,-1 0 0,1 0 0,-1 0 0,1 0 0,-1 0 0,1 0 0,-1 0 0,1 0 0,-1 1 0,1-1 0,-1 0 0,1 0 0,-1 0 0,1 1 0,-1-1 0,1 0 0,-1 0 0,1 1 0,0-1 0,-1 0 0,1 1 0,-1-1 0,1 1 0,0-1 0,-1 0 0,1 1 0,0-1 0,0 1 0,-1-1 0,1 1 0,0-1 0,0 2 0,-11 23 0,11-25 0,-5 16 0,1 1 0,1-1 0,1 1 0,0-1 0,1 1 0,1 0 0,2 22 0,1-9 0,2-1 0,2 0 0,11 36 0,-12-47 0,1 0 0,0 0 0,1-1 0,1 0 0,1-1 0,14 20 0,-22-34 0,0 0 0,0 0 0,1 0 0,-1 0 0,0-1 0,1 1 0,-1-1 0,1 1 0,-1-1 0,1 0 0,0 0 0,0 0 0,-1 0 0,1-1 0,0 1 0,0-1 0,0 1 0,0-1 0,0 0 0,3-1 0,6 0 0,0-1 0,0-1 0,19-6 0,-4 0 0,98-14 0,-16 3 0,-82 11-1365,-18 4-5461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24575,'0'-3'0,"3"5"0,0 7 0,1 7 0,-2 3 0,0 4 0,-1 3 0,0 3 0,-1 1 0,0-2 0,0-3 0,2-1 0,2-1 0,-1-3 0,-1-2 0,3-3 0,-1-6-8191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79 24575,'-31'-13'0,"-15"-4"0,-6 0 0,2 4 0,4 4 0,4 3 0,4 3 0,4 4 0,3 5 0,3 1 0,4 3 0,6-2-8191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24575,'-3'13'0,"2"7"0,1 5 0,1 1 0,0-1 0,2 0 0,1-2 0,0-2 0,1-2 0,1-1 0,1-2 0,-1-1 0,0-2-8191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88 24575,'-26'-16'0,"-13"-4"0,-3 0 0,3 4 0,5 5 0,7 6 0,4 8 0,5 2 0,2 3 0,1 6 0,1 0 0,2 1 0,4-3-8191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9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0 24575,'-31'6'0,"-13"1"0,-4-1 0,1-1 0,3-1 0,5-1 0,2 0 0,4 1 0,1 0 0,4-2 0,7 0-8191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9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39 24575,'-33'-10'0,"10"3"0,-1 1 0,0 0 0,-1 2 0,-24-1 0,46 5 0,1 0 0,-1 0 0,1 0 0,-1 0 0,0 1 0,1-1 0,-1 1 0,1 0 0,-1 0 0,1 0 0,0 0 0,-1 0 0,1 0 0,-4 3 0,5-2 0,-1-1 0,1 1 0,0-1 0,0 1 0,0-1 0,0 1 0,0-1 0,0 1 0,1 0 0,-1 0 0,0-1 0,1 1 0,0 0 0,-1 0 0,1 0 0,0 0 0,0-1 0,0 1 0,0 0 0,0 0 0,1 2 0,0 5 0,1 0 0,1-1 0,0 1 0,0 0 0,1-1 0,0 0 0,0 0 0,0 0 0,1 0 0,7 7 0,10 11 0,34 31 0,-24-26 0,-9-9 0,18 19 0,-38-38 0,0 1 0,0 0 0,0 0 0,-1 0 0,0 0 0,1 1 0,-1-1 0,2 9 0,-4-12 0,1 0 0,-1 0 0,0 0 0,0 0 0,0 0 0,0 0 0,0 0 0,0 0 0,0-1 0,0 1 0,0 0 0,-1 0 0,1 0 0,0 0 0,0 0 0,-1 0 0,1 0 0,-1-1 0,1 1 0,-1 0 0,1 0 0,-1 0 0,1-1 0,-2 2 0,0-1 0,0 0 0,0 1 0,0-1 0,0-1 0,0 1 0,0 0 0,0 0 0,0-1 0,0 1 0,-3-1 0,-5 1 0,0 0 0,1-1 0,-18-3 0,22 3-114,-1-1 1,1 0-1,0-1 0,0 1 0,0-1 1,0 0-1,0-1 0,0 1 0,0-1 1,1 1-1,-8-7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24575,'22'35'0,"27"32"0,-45-63 0,0 0 0,0 1 0,1-1 0,0-1 0,-1 1 0,1-1 0,0 1 0,1-1 0,-1-1 0,0 1 0,1-1 0,0 0 0,10 2 0,-14-3 0,1-1 0,-1 0 0,1 1 0,0-1 0,0 0 0,-1 0 0,1-1 0,0 1 0,-1-1 0,1 1 0,-1-1 0,1 0 0,-1 0 0,1 0 0,-1 0 0,1 0 0,-1 0 0,0-1 0,0 1 0,1-1 0,-1 0 0,0 0 0,-1 1 0,1-1 0,0-1 0,0 1 0,-1 0 0,1 0 0,-1 0 0,0-1 0,0 1 0,2-5 0,15-63 0,-15 96 0,-2 34 0,3 1 0,3-1 0,24 100 0,-12-90 0,19 86 0,-38-155 0,0 1 0,1-1 0,-1 1 0,0-1 0,0 1 0,0-1 0,0 1 0,0 0 0,-1-1 0,1 1 0,0-1 0,-1 1 0,1-1 0,-1 1 0,1-1 0,-2 2 0,2-2 0,-1-1 0,1 0 0,0 0 0,-1 1 0,1-1 0,0 0 0,-1 0 0,1 0 0,0 0 0,-1 1 0,1-1 0,0 0 0,-1 0 0,1 0 0,-1 0 0,1 0 0,0 0 0,-1 0 0,1 0 0,0 0 0,-1 0 0,1 0 0,-1-1 0,-14-8 0,3-3-682,-14-18-1,16 17-6143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86 24575,'-55'-26'0,"21"9"0,-58-20 0,88 36 0,0-1 0,0 1 0,0 1 0,0-1 0,0 0 0,-1 1 0,1 0 0,-6 0 0,9 1 0,0-1 0,0 0 0,0 1 0,-1-1 0,1 1 0,0-1 0,0 1 0,0 0 0,0-1 0,0 1 0,0 0 0,0 0 0,0 0 0,0 0 0,0 0 0,0 0 0,1 0 0,-1 0 0,0 0 0,1 0 0,-1 0 0,0 0 0,1 1 0,0-1 0,-1 0 0,1 0 0,0 1 0,0-1 0,-1 2 0,1 6 0,-1 0 0,1 0 0,1 0 0,0 0 0,0 0 0,1 0 0,0 0 0,0 0 0,1-1 0,0 1 0,0-1 0,1 0 0,1 0 0,6 11 0,7 5 0,0-1 0,1 0 0,23 20 0,-27-29 0,-6-6 0,0 0 0,-1 1 0,0 1 0,0-1 0,7 14 0,-14-22 0,-1-1 0,1 1 0,-1 0 0,0-1 0,0 1 0,1 0 0,-1-1 0,0 1 0,0 0 0,0-1 0,0 1 0,0 0 0,0 0 0,0-1 0,0 1 0,0 0 0,0-1 0,0 1 0,0 0 0,-1-1 0,1 1 0,0 0 0,-1 1 0,0-2 0,0 1 0,1 0 0,-1 0 0,0-1 0,0 1 0,0 0 0,0-1 0,0 1 0,0-1 0,0 1 0,0-1 0,0 0 0,-2 1 0,-5 0 0,1 0 0,-1 0 0,-12-1 0,13-1 0,-27 0-227,0-1-1,1-2 1,0-2-1,0 0 1,-49-18-1,62 16-6598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24575,'-8'67'0,"3"0"0,3 0 0,3 0 0,2 1 0,18 88 0,-20-150 0,18 120 0,-17-102 0,0 1 0,-2 0 0,-3 26 0,0-39-1365,0-3-5461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1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1 176 24575,'157'21'0,"63"4"0,-212-25 0,0 0 0,0 0 0,1-1 0,-1 0 0,14-4 0,-20 4 0,1 1 0,-1-1 0,1-1 0,-1 1 0,1 0 0,-1-1 0,0 1 0,1-1 0,-1 1 0,0-1 0,0 0 0,0 0 0,-1 0 0,1 0 0,0-1 0,-1 1 0,1 0 0,-1-1 0,0 1 0,2-5 0,-1-1 0,0 0 0,-1 1 0,0-1 0,0 0 0,-1 0 0,0 0 0,0 0 0,-1 0 0,0 1 0,-2-9 0,2 11 0,0 0 0,-1 1 0,0-1 0,0 0 0,0 1 0,0-1 0,0 1 0,-1 0 0,0-1 0,0 1 0,0 1 0,-1-1 0,1 0 0,-1 1 0,0 0 0,-7-5 0,10 7 0,1 1 0,-1-1 0,0 1 0,0-1 0,0 1 0,1 0 0,-1-1 0,0 1 0,0 0 0,0 0 0,0 0 0,0 0 0,0-1 0,0 1 0,1 0 0,-1 1 0,0-1 0,0 0 0,0 0 0,0 0 0,0 0 0,0 1 0,1-1 0,-1 0 0,-1 1 0,0 1 0,1-1 0,0 0 0,0 0 0,0 1 0,0-1 0,0 0 0,0 1 0,1-1 0,-1 1 0,0-1 0,1 1 0,-1-1 0,1 3 0,-2 4 0,1 0 0,0 1 0,0-1 0,1 13 0,1-10 0,1 1 0,-1-1 0,2 0 0,-1 0 0,2 0 0,-1 0 0,7 13 0,-2-9 0,1 0 0,1 0 0,0-1 0,13 15 0,-12-16 0,1-1 0,0-1 0,17 14 0,-24-21 0,0-1 0,0 0 0,0 0 0,1 0 0,-1-1 0,1 0 0,-1 0 0,1 0 0,0 0 0,0-1 0,-1 0 0,12 0 0,-15-1 0,1 0 0,0 0 0,-1-1 0,1 1 0,-1-1 0,1 0 0,0 0 0,-1 0 0,0 0 0,1 0 0,-1-1 0,0 1 0,1-1 0,1-1 0,-1 0 0,1-1 0,-1 0 0,1 0 0,-1 0 0,-1 0 0,1 0 0,2-5 0,-1-1 0,1 0 0,-2-1 0,1 1 0,-2-1 0,1 0 0,0-13 0,-2 16 0,-1 2 0,0 1 0,1 0 0,-1 0 0,1 0 0,0 1 0,1-1 0,2-7 0,-3 11 0,-1 1 0,0 0 0,0 0 0,0 0 0,0-1 0,0 1 0,1 0 0,-1 0 0,0 0 0,0 0 0,0 0 0,0-1 0,1 1 0,-1 0 0,0 0 0,0 0 0,0 0 0,1 0 0,-1 0 0,0 0 0,0 0 0,1 0 0,-1 0 0,0 0 0,0 0 0,1 0 0,-1 0 0,0 0 0,0 0 0,0 0 0,1 0 0,-1 0 0,0 0 0,0 0 0,1 0 0,-1 0 0,0 0 0,0 1 0,0-1 0,1 0 0,-1 0 0,0 0 0,0 0 0,0 0 0,0 1 0,0-1 0,1 0 0,-1 0 0,0 0 0,0 1 0,0-1 0,0 0 0,0 1 0,9 13 0,-8-11 0,8 14 0,1 0 0,14 19 0,-19-30 0,0 0 0,0 0 0,0-1 0,1 0 0,0 0 0,0-1 0,1 0 0,12 7 0,-10-7 0,1 0 0,0 0 0,1-1 0,-1 0 0,0-1 0,1 0 0,13 1 0,-20-3 0,0 0 0,1 0 0,-1 0 0,0-1 0,0 1 0,0-1 0,0 0 0,0 0 0,0-1 0,0 1 0,-1-1 0,1 0 0,0 0 0,-1 0 0,1 0 0,-1 0 0,0-1 0,0 0 0,0 0 0,0 0 0,4-5 0,-4 4 0,4-7 0,0 1 0,1 0 0,16-16 0,-21 23 0,0 1 0,1-1 0,-1 1 0,1 0 0,-1 0 0,1 0 0,0 0 0,0 0 0,0 1 0,0 0 0,0 0 0,0 0 0,0 0 0,0 1 0,7 0 0,14 1 0,0 2 0,39 10 0,-23-5 0,164 21 0,-70-12 0,-61-2-1365,-57-12-5461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2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18 24575,'14'0'0,"1"1"0,-1 0 0,0 1 0,0 1 0,0 0 0,0 1 0,19 8 0,-24-8 0,-1 0 0,0 1 0,0-1 0,-1 2 0,1-1 0,-1 1 0,0 0 0,-1 0 0,0 1 0,0 0 0,0 0 0,8 14 0,-12-18 0,-1 0 0,0 0 0,1 0 0,-1 0 0,0 0 0,0 0 0,-1 0 0,1 1 0,-1-1 0,0 0 0,1 0 0,-1 1 0,-1 5 0,0-7 0,1 0 0,-1 0 0,0 0 0,1 1 0,-1-1 0,0 0 0,0 0 0,-1 0 0,1 0 0,0-1 0,-1 1 0,1 0 0,-1 0 0,1-1 0,-1 1 0,0-1 0,0 0 0,0 1 0,1-1 0,-4 1 0,-6 3 0,-1-1 0,1 0 0,-1-1 0,0 0 0,0-1 0,0-1 0,0 0 0,0 0 0,0-1 0,0-1 0,0 0 0,0 0 0,0-1 0,0-1 0,0 0 0,1-1 0,-1 0 0,1-1 0,0 0 0,0 0 0,-18-14 0,26 17 0,0-1 0,-1 1 0,1-1 0,0 0 0,0 0 0,0-1 0,1 1 0,-1 0 0,1-1 0,0 0 0,0 1 0,0-1 0,0 0 0,1 0 0,0 0 0,0 0 0,0 0 0,0 0 0,0-1 0,1 1 0,0 0 0,0 0 0,0-1 0,0 1 0,1 0 0,-1 0 0,1 0 0,0 0 0,1 0 0,-1 0 0,1 0 0,-1 0 0,1 0 0,0 0 0,1 1 0,-1-1 0,1 1 0,-1 0 0,1-1 0,0 1 0,0 1 0,0-1 0,1 0 0,4-2 0,-1 1-124,0 0 0,0 1 0,0 0 0,0 0 0,1 1 0,-1 0-1,1 0 1,0 1 0,-1 0 0,9 0 0,-2 0-6702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3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24575,'0'0'0,"0"0"0,-1 0 0,1 0 0,-1 0 0,1 0 0,-1 0 0,1 0 0,0 0 0,-1 1 0,1-1 0,-1 0 0,1 0 0,0 0 0,-1 1 0,1-1 0,0 0 0,-1 1 0,1-1 0,0 0 0,-1 1 0,1-1 0,0 0 0,0 1 0,-1-1 0,1 0 0,0 1 0,0-1 0,0 1 0,0-1 0,-1 1 0,1-1 0,0 0 0,0 1 0,0-1 0,0 1 0,0-1 0,0 1 0,0-1 0,0 0 0,0 1 0,0-1 0,1 1 0,-1-1 0,0 1 0,0-1 0,0 0 0,0 1 0,1-1 0,-1 1 0,1 2 0,0-1 0,0 1 0,1-1 0,-1 1 0,1-1 0,2 5 0,3-1 0,1 0 0,-1-1 0,1 0 0,0 0 0,0 0 0,1-1 0,14 5 0,-5-3 0,0-1 0,35 6 0,-52-11 0,14 2 0,1-1 0,0 0 0,17-2 0,-30 1 0,0 0 0,0 0 0,0 0 0,0-1 0,0 0 0,1 1 0,-1-1 0,-1 0 0,1-1 0,0 1 0,0 0 0,0-1 0,-1 0 0,1 0 0,-1 1 0,1-1 0,-1-1 0,0 1 0,1 0 0,-1-1 0,-1 1 0,4-5 0,-4 5-80,0 0 0,-1 0-1,1 0 1,-1 0 0,0 1-1,1-1 1,-1 0 0,0 0-1,0 0 1,0 0 0,0 0 0,0 0-1,-1 0 1,1 0 0,-1 1-1,0-4 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3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24575,'71'151'0,"-6"3"0,47 175 0,-103-302 0,-5-18 0,-1 0 0,0 0 0,-1 0 0,0 0 0,1 15 0,-3-24 0,0 0 0,0 0 0,0 0 0,0 0 0,0 0 0,0 0 0,0 0 0,0 0 0,0 0 0,0 0 0,0 0 0,0 0 0,0 0 0,0 0 0,0 0 0,0 1 0,0-1 0,0 0 0,0 0 0,0 0 0,0 0 0,0 0 0,0 0 0,0 0 0,0 0 0,0 0 0,0 0 0,0 0 0,0 0 0,0 0 0,0 1 0,0-1 0,0 0 0,0 0 0,0 0 0,0 0 0,0 0 0,0 0 0,0 0 0,0 0 0,0 0 0,0 0 0,0 0 0,0 0 0,0 0 0,0 0 0,0 0 0,-1 0 0,1 0 0,0 0 0,0 0 0,0 0 0,0 0 0,0 0 0,0 0 0,0 0 0,0 0 0,0 0 0,0 0 0,0 0 0,0 0 0,0 0 0,-1 0 0,1 0 0,0 0 0,0 0 0,0 0 0,0 0 0,0 0 0,-4-6 0,-1-12 0,5 8 0,0 0 0,1 0 0,0 1 0,1-1 0,0 0 0,1 1 0,0-1 0,4-9 0,-2 6 0,-1 0 0,5-25 0,-9 37 0,0-1 0,0 1 0,0 0 0,0 0 0,0 0 0,0 0 0,0 0 0,-1-1 0,1 1 0,0 0 0,-1 0 0,1 0 0,-1 0 0,1 0 0,-1 0 0,0 0 0,1 0 0,-1 0 0,0 0 0,0 1 0,0-1 0,1 0 0,-1 0 0,0 1 0,0-1 0,0 0 0,0 1 0,0-1 0,0 1 0,0 0 0,-1-1 0,1 1 0,0 0 0,0-1 0,-2 1 0,-6-1 0,1 0 0,-1 0 0,-15 1 0,16 0 0,-242 4-1365,221-4-5461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79 24575,'-3'16'0,"0"1"0,1 0 0,1 0 0,1 0 0,0 0 0,1-1 0,7 34 0,-3-29 0,2 0 0,0 0 0,1-1 0,0 0 0,22 33 0,-26-47 0,51 80 0,-43-70 0,0-1 0,1 0 0,17 15 0,-53-61 0,-1 3 0,1-2 0,-29-47 0,43 62 0,1-1 0,1 0 0,1 0 0,0 0 0,1-1 0,1 0 0,-4-28 0,5 16 0,3-47 0,0 64 0,2 0 0,-1 1 0,2-1 0,-1 0 0,2 1 0,7-19 0,-10 27 0,0 0 0,1 1 0,0-1 0,-1 0 0,1 1 0,0 0 0,0-1 0,0 1 0,1 0 0,-1 0 0,0 0 0,1 0 0,0 1 0,-1-1 0,1 1 0,0-1 0,3 0 0,-4 1 0,0 1 0,1 0 0,-1-1 0,0 1 0,1 0 0,-1 0 0,0 0 0,1 0 0,-1 1 0,0-1 0,0 1 0,1-1 0,-1 1 0,0 0 0,0 0 0,0 0 0,0 0 0,0 0 0,0 0 0,0 1 0,0-1 0,3 4 0,-2-2 0,0 0 0,0 1 0,0-1 0,0 1 0,0 0 0,-1 0 0,0 0 0,0 0 0,0 0 0,0 0 0,-1 0 0,0 1 0,1-1 0,-1 6 0,0-7 0,-1 1 0,0-1 0,-1 0 0,1 0 0,0 1 0,-1-1 0,0 0 0,0 0 0,0 0 0,0 0 0,0 0 0,-1 0 0,1 0 0,-1 0 0,0 0 0,0-1 0,0 1 0,0-1 0,0 1 0,-4 2 0,-8 5-257,-1 0 0,0-1-1,0 0 1,-32 11 0,46-19 178,-12 4-6747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24575,'1'-1'0,"0"0"0,0 0 0,1 0 0,-1 1 0,0-1 0,1 1 0,-1-1 0,1 1 0,-1-1 0,1 1 0,-1 0 0,1-1 0,-1 1 0,1 0 0,-1 0 0,1 0 0,-1 0 0,1 0 0,-1 1 0,1-1 0,-1 0 0,1 1 0,-1-1 0,3 2 0,2 1 0,0-1 0,-1 1 0,1 1 0,7 4 0,21 19 0,-19-15 0,-1 0 0,2-1 0,0-1 0,30 15 0,-45-24 0,1-1 0,0 1 0,0 0 0,-1-1 0,1 0 0,0 1 0,0-1 0,0 0 0,-1 0 0,1 0 0,0 0 0,0 0 0,0 0 0,-1 0 0,1-1 0,0 1 0,0-1 0,-1 1 0,1-1 0,0 0 0,-1 0 0,1 1 0,0-1 0,1-2 0,-1 1 0,-1 1 0,1-1 0,-1 0 0,0 0 0,1 0 0,-1 0 0,0-1 0,0 1 0,0 0 0,-1 0 0,1-1 0,0 1 0,-1 0 0,0-1 0,1 1 0,-1-1 0,0 1 0,0-3 0,-1 1 0,1 0 0,-1 0 0,0 0 0,-3-7 0,4 9 0,6 17 0,2 0-34,0 1 0,2-1 0,21 26 0,-11-16-1195,-13-15-5597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24575,'2'80'0,"4"0"0,4-1 0,3 0 0,4 0 0,35 100 0,-48-165-195,0-1 0,1 0 0,1 0 0,0 0 0,1-1 0,11 16 0,-9-18-6631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475 221 24575,'-23'-31'0,"-11"-11"0,-4 0 0,-1 7 0,4 7 0,-1 8 0,1 7 0,2 6 0,-2 5 0,0 2 0,-2 1 0,1 0 0,3 1 0,8-1-8191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24575,'-3'13'0,"2"7"0,2 2 0,2 1 0,1-2 0,3-1 0,-1-2 0,2-1 0,0-1 0,0-3 0,0-2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24575,'0'3'0,"0"3"0,0 6 0,0 3 0,2 2 0,2 3 0,-1 1 0,0-3-8191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9 24575,'-16'-2'0,"2"-1"0,0 1 0,-1 1 0,1 0 0,-21 2 0,33-1 0,-1 0 0,0 1 0,0-1 0,1 1 0,-1-1 0,0 1 0,1 0 0,-1 0 0,0 0 0,1 1 0,0-1 0,-1 1 0,1-1 0,0 1 0,0 0 0,0 0 0,0 0 0,0 0 0,0 0 0,0 0 0,1 0 0,-1 1 0,1-1 0,-1 1 0,1-1 0,0 1 0,0-1 0,0 1 0,0 3 0,0 2 0,1 0 0,-1 1 0,1-1 0,1 0 0,0 1 0,0-1 0,1 0 0,-1 0 0,2 0 0,-1 0 0,1 0 0,1 0 0,6 12 0,-1-5 0,1 0 0,0 0 0,1-1 0,0-1 0,20 18 0,-19-21 0,-9-8 0,0 0 0,0 0 0,0 0 0,-1 1 0,1-1 0,-1 1 0,0-1 0,3 5 0,-25-13 0,-53-24-1365,57 24-5461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8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43 24575,'-23'-6'0,"-75"-19"0,79 21 0,-1 1 0,-39-1 0,57 4 0,-1 0 0,1 0 0,0 0 0,0 1 0,-1-1 0,1 0 0,0 1 0,0 0 0,-1 0 0,1-1 0,0 1 0,0 0 0,-2 2 0,3-2 0,-1 0 0,1 1 0,0-1 0,0 0 0,0 1 0,1-1 0,-1 1 0,0-1 0,0 1 0,1-1 0,-1 1 0,1-1 0,-1 1 0,1 0 0,0-1 0,0 1 0,0 0 0,0 2 0,0 5 0,1 0 0,0-1 0,0 1 0,1 0 0,0-1 0,1 1 0,-1-1 0,2 0 0,-1 0 0,6 9 0,-2-6 0,1 0 0,0 0 0,0-1 0,1 0 0,0 0 0,12 8 0,-16-14 0,0 0 0,1 0 0,0-1 0,0 0 0,0 0 0,0 0 0,0-1 0,1 0 0,12 2 0,-7-2 0,-1-1 0,1-1 0,0 0 0,21-2 0,-31 2 0,0 0 0,-1 0 0,1-1 0,0 1 0,0 0 0,0-1 0,0 1 0,-1-1 0,1 0 0,0 0 0,0 0 0,-1 1 0,1-1 0,-1-1 0,1 1 0,-1 0 0,1 0 0,-1-1 0,0 1 0,1 0 0,-1-1 0,0 0 0,0 1 0,0-1 0,0 1 0,-1-1 0,1 0 0,0 0 0,-1 1 0,1-1 0,-1 0 0,0 0 0,1 0 0,-1 0 0,0 0 0,0 0 0,0 1 0,0-1 0,-1 0 0,1 0 0,0 0 0,-1 0 0,-1-3 0,-1-7 0,0 1 0,-2 0 0,1-1 0,-1 2 0,-1-1 0,0 0 0,-12-15 0,18 25 0,-1 1 0,1-1 0,-1 0 0,1 1 0,-1-1 0,0 1 0,1-1 0,-1 1 0,0-1 0,1 1 0,-1-1 0,0 1 0,1 0 0,-3-1 0,3 1 0,0 0 0,0 0 0,-1 0 0,1 0 0,0 0 0,0 1 0,0-1 0,-1 0 0,1 0 0,0 0 0,0 0 0,0 0 0,0 1 0,-1-1 0,1 0 0,0 0 0,0 0 0,0 0 0,0 1 0,0-1 0,0 0 0,-1 0 0,1 0 0,0 1 0,0-1 0,0 0 0,0 0 0,0 0 0,0 1 0,0-1 0,0 0 0,0 1 0,0 1 0,0 1 0,0-1 0,0 0 0,1 1 0,-1-1 0,1 1 0,-1-1 0,2 3 0,13 31-341,2-1 0,1-1-1,30 44 1,-41-68-6485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24575,'0'21'0,"3"11"0,0 7 0,3 3 0,0 0 0,2 1 0,2-2 0,2-2 0,1-1 0,2-1 0,0-2 0,0-2 0,1-1 0,-3-3 0,-1-5 0,0-3 0,-2-3 0,-2-4-8191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16 24575,'-31'-3'0,"-12"0"0,-3 0 0,2 0 0,7 1 0,3 1 0,5 3 0,8 1-8191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11 24575,'-43'-5'0,"13"2"0,0 0 0,-48 3 0,74 0 0,1 1 0,-1-1 0,1 1 0,-1 0 0,1 0 0,-1 0 0,1 0 0,0 0 0,0 1 0,0 0 0,-1-1 0,1 1 0,1 0 0,-5 4 0,5-4 0,0 0 0,1 1 0,-1-1 0,1 1 0,-1-1 0,1 1 0,0 0 0,0-1 0,0 1 0,1 0 0,-1 0 0,0-1 0,1 1 0,0 0 0,0 0 0,0 0 0,1 6 0,0-1 0,1 1 0,0 0 0,0-1 0,1 1 0,1-1 0,-1 0 0,1 0 0,1 0 0,-1 0 0,8 8 0,6 7 0,38 37 0,49 33 0,-42-38 0,-61-53 0,1 0 0,-1 0 0,0 0 0,-1 1 0,1-1 0,0 1 0,1 2 0,-3-5 0,0 1 0,1 0 0,-1-1 0,0 1 0,0-1 0,0 1 0,0 0 0,1-1 0,-1 1 0,0-1 0,0 1 0,0 0 0,0-1 0,-1 1 0,1-1 0,0 1 0,0 0 0,0-1 0,0 1 0,-1-1 0,1 1 0,0-1 0,0 1 0,-1-1 0,1 1 0,0-1 0,-1 1 0,1-1 0,-1 1 0,1-1 0,-1 1 0,1-1 0,-1 0 0,1 1 0,-1-1 0,1 0 0,-1 0 0,1 1 0,-1-1 0,1 0 0,-2 0 0,-4 2 0,0 0 0,0-1 0,-1 1 0,1-2 0,0 1 0,-1-1 0,1 0 0,-12-1 0,-53-13 0,49 9 0,-15-4 0,-69-12 0,105 21-136,-1 0-1,1-1 1,-1 1-1,0 0 1,1-1-1,-1 1 1,1-1-1,-1 0 0,-2-1 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189 133 24575,'-15'-6'0,"0"0"0,-1 0 0,0 1 0,0 0 0,0 1 0,-30-2 0,45 6 0,-1-1 0,0 1 0,0 0 0,0 0 0,0 0 0,1 1 0,-1-1 0,0 0 0,0 1 0,0-1 0,1 1 0,-1 0 0,0-1 0,1 1 0,-1 0 0,1 0 0,-1 0 0,1 0 0,-1 0 0,1 1 0,0-1 0,-1 0 0,1 1 0,0-1 0,0 0 0,0 1 0,0 0 0,0-1 0,0 1 0,1 0 0,-1-1 0,0 1 0,1 0 0,0 0 0,-1-1 0,1 1 0,0 0 0,0 0 0,0 0 0,0-1 0,0 1 0,0 0 0,1 2 0,0 2 0,0-1 0,0 1 0,1 0 0,0 0 0,0-1 0,0 1 0,1-1 0,-1 0 0,2 0 0,-1 0 0,0 0 0,6 6 0,1-2 0,0 0 0,1 0 0,0-1 0,1 0 0,-1-1 0,1 0 0,1-1 0,-1-1 0,1 0 0,0 0 0,0-1 0,0-1 0,1 0 0,15 0 0,-26-2 0,-1-1 0,1 0 0,-1 0 0,1 0 0,0 0 0,-1-1 0,1 1 0,-1-1 0,1 0 0,-1 1 0,0-1 0,1 0 0,-1-1 0,0 1 0,1 0 0,-1-1 0,0 1 0,0-1 0,0 1 0,1-3 0,-1 1 0,0 1 0,-1-1 0,1 0 0,-1 0 0,0 0 0,0 0 0,0 0 0,0 0 0,0 0 0,-1 0 0,1 0 0,-1 0 0,0-1 0,0 1 0,0 0 0,-1-3 0,-2-7 0,0 0 0,-1 0 0,0 0 0,-1 0 0,0 1 0,-1 0 0,-11-17 0,14 24 0,-5-6 0,8 11 0,0 0 0,0 0 0,0 0 0,0 0 0,0 0 0,0 0 0,0 0 0,0 0 0,0 0 0,0 0 0,0 0 0,0 0 0,0 0 0,0 0 0,-1 0 0,1-1 0,0 1 0,0 0 0,0 0 0,0 0 0,0 0 0,0 0 0,0 0 0,0 0 0,0 0 0,0 0 0,-1 0 0,1 0 0,0 0 0,0 1 0,0-1 0,0 0 0,0 0 0,0 0 0,0 0 0,0 0 0,0 0 0,0 0 0,0 0 0,0 0 0,-1 0 0,1 0 0,0 0 0,0 0 0,0 0 0,0 0 0,0 0 0,0 0 0,0 1 0,0-1 0,0 0 0,0 0 0,0 0 0,0 2 0,0-1 0,0 1 0,0-1 0,0 1 0,1 0 0,-1-1 0,0 1 0,1-1 0,-1 1 0,2 2 0,5 8 0,0 0 0,1-1 0,1 0 0,0 0 0,0-1 0,1 0 0,0-1 0,0 0 0,1 0 0,14 8 0,-15-12 0,-1 0 0,1 0 0,-1-1 0,1 0 0,1 0 0,-1-1 0,0-1 0,1 0 0,-1 0 0,1-1 0,0 0 0,21-2 0,-30 1 0,0-1 0,1 1 0,-1-1 0,0 0 0,0 1 0,0-1 0,0 0 0,0 0 0,0 0 0,0-1 0,0 1 0,0 0 0,0-1 0,-1 1 0,1-1 0,0 0 0,-1 1 0,1-1 0,-1 0 0,0 0 0,0 0 0,0 0 0,0 0 0,0 0 0,0-1 0,0 1 0,-1 0 0,1 0 0,-1 0 0,0-1 0,1-3 0,-1-4 0,0 1 0,0-1 0,-1 0 0,0 1 0,0-1 0,-4-11 0,5 21 0,0 0 0,0-1 0,-1 1 0,1 0 0,0 0 0,0-1 0,0 1 0,0 0 0,0 0 0,0-1 0,0 1 0,0 0 0,0-1 0,0 1 0,0 0 0,0 0 0,0-1 0,0 1 0,0 0 0,0-1 0,0 1 0,1 0 0,-1 0 0,0-1 0,0 1 0,0 0 0,0 0 0,0-1 0,1 1 0,7 2 0,14 15 0,-17-13 0,14 10 0,-7-4 0,1-1 0,27 15 0,-35-22 0,0 0 0,0-1 0,0 1 0,0-1 0,1 0 0,-1 0 0,0 0 0,0-1 0,1 0 0,-1 0 0,0 0 0,10-2 0,-12 2 0,-1 0 0,1 1 0,0-1 0,0 1 0,0-1 0,-1 1 0,1 0 0,0 0 0,-1 0 0,1 0 0,-1 1 0,1-1 0,-1 1 0,1 0 0,-1-1 0,0 1 0,2 2 0,15 10 0,-2-6 0,0 0 0,0-1 0,1-1 0,0-1 0,0 0 0,1-2 0,-1 0 0,1-1 0,0 0 0,34-3 0,-30-1 0,0-1 0,-1-1 0,1 0 0,-1-2 0,0-1 0,-1-1 0,0 0 0,32-19 0,-47 23 0,0 0 0,-1 0 0,0-1 0,0 1 0,0-1 0,0-1 0,-1 1 0,0 0 0,0-1 0,0 0 0,-1 0 0,0 0 0,0-1 0,0 1 0,-1-1 0,0 1 0,0-1 0,-1 0 0,0 0 0,0 0 0,-1 0 0,1 1 0,-2-1 0,1 0 0,-1 0 0,0 0 0,0 0 0,-1 0 0,-4-11 0,4 14 0,0 0 0,0 0 0,0 0 0,0 0 0,-1 1 0,0-1 0,1 1 0,-6-4 0,6 5 0,0 0 0,0 0 0,0 1 0,0-1 0,0 1 0,-1 0 0,1 0 0,0 0 0,-1 0 0,1 0 0,-1 0 0,1 0 0,-1 1 0,1-1 0,-4 1 0,4 0 0,1 1 0,-1-1 0,1 0 0,-1 1 0,1-1 0,0 1 0,-1 0 0,1-1 0,0 1 0,0 0 0,-1 0 0,1 0 0,0 0 0,0 0 0,0 0 0,0 0 0,0 1 0,0-1 0,0 0 0,1 0 0,-1 1 0,0-1 0,1 0 0,-1 1 0,1-1 0,-1 3 0,-1 5 0,0-1 0,1 0 0,-1 11 0,2-18 0,-1 20 0,0 0 0,2 0 0,0 0 0,8 38 0,-6-48 0,0 0 0,0 0 0,2-1 0,-1 1 0,1-1 0,1 0 0,0 0 0,0-1 0,1 0 0,11 13 0,-6-10 0,0-1 0,0-1 0,1 0 0,1 0 0,-1-1 0,23 10 0,-30-16 0,0-1 0,0 1 0,1-1 0,-1 0 0,1-1 0,0 1 0,-1-1 0,1-1 0,0 1 0,-1-1 0,1 0 0,0-1 0,0 1 0,-1-1 0,1-1 0,-1 1 0,1-1 0,7-4 0,0-2-1365,-3-1-5461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291 230 24575,'-21'-23'0,"-142"-145"0,162 167 0,-5-5 0,0 1 0,0 0 0,0 1 0,-1-1 0,-8-4 0,14 9 0,0-1 0,0 1 0,0-1 0,-1 1 0,1 0 0,0-1 0,0 1 0,-1 0 0,1 0 0,0 0 0,0 0 0,-1 0 0,1 0 0,0 0 0,-1 0 0,1 0 0,0 1 0,0-1 0,-1 0 0,1 1 0,0-1 0,0 1 0,0 0 0,0-1 0,0 1 0,0 0 0,0 0 0,0-1 0,0 1 0,0 0 0,0 0 0,0 0 0,1 0 0,-1 0 0,0 1 0,1-1 0,-1 0 0,1 0 0,-1 2 0,-3 6 0,1-1 0,1 1 0,-1 0 0,2 0 0,-2 16 0,1 50 0,2-68 0,2 43-71,2-1 0,3 0 0,1-1 0,16 51-1,-3-31-46,3-1-1,39 76 0,-37-92 119,1-2 0,3 0 0,1-2 0,3-2 0,48 51 0,-79-92-70,1-1 0,-1 0 0,1 0 0,0 0-1,0 0 1,0 0 0,0-1 0,0 0 0,1 0 0,4 2-1,3-2-6636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389 310 24575,'-21'-29'0,"-12"-14"0,-5-5 0,-2 3 0,4 7 0,2 6 0,5 8 0,5 3 0,3 7 0,3 5 0,2 5 0,2 2 0,-1 4 0,1 2 0,-1 3 0,3 3 0,4 0-8191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2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172 313 24575,'11'11'0,"-3"-4"0,-1 1 0,0-1 0,0 2 0,0-1 0,10 19 0,-16-21 0,-6-6 0,-8-9 0,-13-10 0,2-1 0,1-1 0,0-1 0,2-1 0,0-1 0,-25-39 0,40 54 0,1-1 0,0 0 0,1-1 0,0 1 0,-3-13 0,6 18 0,0 0 0,0 0 0,1 0 0,-1 0 0,1 0 0,0 0 0,0 0 0,1 0 0,0 0 0,-1 0 0,2 0 0,-1 0 0,4-8 0,-5 12 0,1 0 0,0-1 0,-1 1 0,1 0 0,0 0 0,0 0 0,0 0 0,0 0 0,0 0 0,0 0 0,0 0 0,1 0 0,-1 0 0,0 0 0,0 1 0,1-1 0,-1 1 0,3-1 0,-2 0 0,1 1 0,-1 0 0,1-1 0,-1 1 0,1 0 0,-1 1 0,1-1 0,-1 0 0,5 2 0,3 2 0,-1 0 0,1 0 0,-1 1 0,9 6 0,41 30 0,-35-24 0,42 24 0,-53-34 0,83 37 0,-85-40 0,-1 0 0,1-1 0,0-1 0,1 0 0,-1 0 0,0-1 0,15 0 0,-24-2 0,1 1 0,-1 0 0,1 0 0,-1-1 0,1 0 0,-1 1 0,1-1 0,-1 0 0,1 0 0,-1 0 0,0-1 0,0 1 0,1 0 0,-1-1 0,0 0 0,0 1 0,3-5 0,-3 3 0,0 0 0,0 0 0,0-1 0,-1 1 0,1-1 0,-1 1 0,0-1 0,0 1 0,0-1 0,0 0 0,0-5 0,-1 2 0,0-1 0,0 0 0,-1 1 0,0-1 0,0 1 0,0-1 0,-1 1 0,-1 0 0,1-1 0,-1 1 0,-7-12 0,7 14 0,-1 0 0,1 1 0,-1-1 0,0 1 0,0 0 0,-1 1 0,1-1 0,-1 1 0,0-1 0,0 1 0,-6-2 0,10 4 0,-1 0 0,0 1 0,0-1 0,1 1 0,-1-1 0,0 1 0,0 0 0,0-1 0,0 1 0,1 0 0,-1 0 0,0 1 0,0-1 0,0 0 0,0 0 0,1 1 0,-1-1 0,0 1 0,0 0 0,1 0 0,-1-1 0,0 1 0,1 0 0,-1 0 0,1 0 0,-1 1 0,1-1 0,0 0 0,-1 1 0,1-1 0,0 0 0,0 1 0,0-1 0,0 1 0,0 0 0,0-1 0,0 4 0,-2 1 0,0 1 0,1-1 0,0 1 0,1 0 0,0 0 0,0 0 0,0-1 0,1 1 0,0 13 0,1-10 0,1 1 0,0-1 0,1 0 0,0 1 0,8 16 0,-1-6 0,1-1 0,2 0 0,0-1 0,1-1 0,20 21 0,-21-24 24,2-1 0,0-1 0,0-1 0,31 19 0,-35-24-189,0-2 0,1 1 0,-1-1 0,1-1 0,1 0 0,-1-1 0,0 0 0,20 1 0,-16-3-6661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2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95 24575,'-8'-3'0,"-182"-60"0,159 55 0,-1 1 0,0 2 0,0 1 0,-38 0 0,67 4 0,0 0 0,0 0 0,0 0 0,0 1 0,0-1 0,0 1 0,0 0 0,0 0 0,1 0 0,-1 0 0,-3 2 0,5-2 0,0 0 0,0-1 0,1 1 0,-1 0 0,0 0 0,1 0 0,-1 0 0,1-1 0,-1 1 0,1 0 0,-1 0 0,1 0 0,0 0 0,-1 0 0,1 0 0,0 0 0,0 0 0,0 0 0,0 0 0,0 1 0,0-1 0,0 0 0,0 0 0,0 0 0,0 0 0,1 0 0,-1 0 0,0 0 0,1 0 0,-1 0 0,0 0 0,1-1 0,0 1 0,-1 0 0,2 1 0,1 3 0,1 1 0,0-1 0,0-1 0,1 1 0,-1-1 0,1 1 0,0-1 0,0-1 0,1 1 0,-1-1 0,1 0 0,-1 0 0,1 0 0,0-1 0,0 0 0,0 0 0,1-1 0,-1 0 0,8 1 0,-7-1 0,0 0 0,0-1 0,0 0 0,1 0 0,-1-1 0,0 0 0,0 0 0,0-1 0,0 1 0,0-2 0,-1 1 0,1-1 0,0 0 0,-1 0 0,0-1 0,11-7 0,23-32 0,-39 43 0,-1 0 0,0 0 0,0-1 0,0 1 0,0 0 0,0 0 0,0 0 0,0 0 0,0 0 0,0 0 0,1 0 0,-1 0 0,0 0 0,0 0 0,0 0 0,0 0 0,0 0 0,0 0 0,1 0 0,-1 0 0,0 0 0,0 0 0,0 0 0,0 0 0,0 0 0,0 0 0,0 0 0,1 0 0,-1 0 0,0 0 0,0 0 0,0 0 0,0 0 0,0 0 0,0 0 0,0 1 0,0-1 0,0 0 0,1 0 0,-1 0 0,0 0 0,0 0 0,0 0 0,2 8 0,-1 11 0,-1-18 0,-1 39 0,11 79 0,-6-98 0,1 1 0,0-1 0,2 0 0,0 0 0,14 24 0,24 36 120,-37-68-417,1-1 0,1 0 0,0-1 0,12 12 0,-14-16-6529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3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24575,'28'-5'0,"13"-2"0,1-2 0,-4 0 0,-5 2 0,-7-1 0,-6-1 0,-6 1 0,-3 1-8191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3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24575,'27'48'0,"2"-1"0,3-1 0,1-2 0,45 46 0,-73-85 0,0 0 0,0-1 0,1 0 0,0 1 0,0-2 0,0 1 0,0-1 0,1 0 0,-1 0 0,12 2 0,-16-4 0,1-1 0,-1 1 0,1-1 0,-1 0 0,1 0 0,-1 0 0,1 0 0,-1 0 0,1 0 0,-1-1 0,1 1 0,-1-1 0,1 0 0,-1 0 0,0 0 0,1 0 0,-1 0 0,0 0 0,0-1 0,0 1 0,0-1 0,0 1 0,0-1 0,0 0 0,-1 0 0,1 0 0,-1 0 0,1 0 0,-1 0 0,0 0 0,1 0 0,0-4 0,2-5 0,0 0 0,0-1 0,-1 1 0,3-22 0,-6 26 0,1 0 0,-1 1 0,0-1 0,0 0 0,-1 1 0,0-1 0,0 1 0,0-1 0,-6-12 0,7 19 0,0 0 0,0 0 0,1 0 0,-1 0 0,0 0 0,0 0 0,0 0 0,0 0 0,0 0 0,-1-1 0,1 1 0,0 0 0,0 0 0,0 0 0,0 0 0,0 0 0,0 0 0,0 0 0,0 0 0,0 0 0,0 0 0,0 0 0,0-1 0,0 1 0,0 0 0,0 0 0,0 0 0,0 0 0,0 0 0,0 0 0,-1 0 0,1 0 0,0 0 0,0 0 0,0 0 0,0 0 0,0 0 0,0 0 0,0 0 0,0 0 0,0 0 0,0 0 0,0 0 0,-1 0 0,1 0 0,0 0 0,0 0 0,0 0 0,0 0 0,0 0 0,0 0 0,0 0 0,0 0 0,0 0 0,-1 0 0,0 7 0,1 9 0,2-8 0,0 0 0,1-1 0,0 1 0,0-1 0,1 0 0,-1 0 0,2 0 0,-1 0 0,1-1 0,0 0 0,0 0 0,1 0 0,0 0 0,0-1 0,0 0 0,0 0 0,1-1 0,0 0 0,0 0 0,0 0 0,1-1 0,-1 0 0,1-1 0,-1 0 0,1 0 0,0 0 0,0-1 0,0 0 0,0-1 0,0 1 0,0-2 0,0 1 0,0-1 0,15-4 0,-18 4 0,0-1 0,-1 0 0,1 0 0,0-1 0,-1 0 0,0 1 0,1-1 0,-1-1 0,0 1 0,-1 0 0,1-1 0,-1 0 0,1 0 0,-1 0 0,0 0 0,3-7 0,-3 5 0,0-1 0,-1 0 0,1 0 0,-1 0 0,-1 0 0,1 0 0,-1 0 0,-1-1 0,1 1 0,-2-15 0,0 14 0,0 0 0,0 0 0,-1 0 0,-1 0 0,1 0 0,-1 1 0,0-1 0,-1 1 0,-7-13 0,8 15 0,-1 1 0,0-1 0,1 1 0,-1 0 0,-1 0 0,1 0 0,0 1 0,-1-1 0,0 1 0,0 0 0,0 1 0,0-1 0,0 1 0,-9-2 0,-5 0-1365,2 1-5461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4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113 126 24575,'-8'-4'0,"-2"-2"0,-23-8 0,31 14 0,-1-1 0,1 0 0,0 1 0,-1-1 0,1 1 0,-1 0 0,1-1 0,-1 1 0,1 0 0,-1 1 0,1-1 0,0 0 0,-1 1 0,1 0 0,-5 1 0,6-1 0,-1 0 0,1 0 0,0 1 0,-1-1 0,1 0 0,0 1 0,0-1 0,0 1 0,0 0 0,0-1 0,0 1 0,0 0 0,1-1 0,-1 1 0,0 0 0,1 0 0,0 0 0,-1-1 0,1 1 0,0 0 0,0 0 0,0 0 0,1 4 0,-1 0 0,1 0 0,0 0 0,0 0 0,1 0 0,0 0 0,2 6 0,0-4 0,1 1 0,0-1 0,1 0 0,0-1 0,0 1 0,0-1 0,1-1 0,0 1 0,0-1 0,1 0 0,0-1 0,0 1 0,12 5 0,-15-9 0,-1 0 0,1-1 0,0 1 0,-1-1 0,1 0 0,0 0 0,0-1 0,0 1 0,-1-1 0,1 0 0,0 0 0,6-2 0,-8 1 0,1 0 0,0 0 0,0 0 0,-1-1 0,1 0 0,-1 0 0,1 0 0,-1 0 0,0 0 0,0-1 0,0 0 0,0 1 0,0-1 0,0 0 0,-1 0 0,4-6 0,-1 0 0,0 0 0,0 0 0,-1-1 0,-1 0 0,0 1 0,0-1 0,0 0 0,-2-1 0,1 1 0,0-20 0,-2 23 0,0 1 0,-1 0 0,1 0 0,-1 0 0,0 0 0,-1 0 0,1 1 0,-1-1 0,-1 0 0,1 1 0,-1-1 0,1 1 0,-2 0 0,1 0 0,0 0 0,-1 0 0,0 0 0,0 1 0,-9-7 0,8 8-114,-1 0 1,0 0-1,1 1 0,-1 0 0,0 0 1,0 1-1,0 0 0,0 0 0,0 0 1,0 1-1,-10 0 0,-4 0-6712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6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24575,'0'2'0,"0"30"0,6 48 0,-4-69 0,0 0 0,1 0 0,0 0 0,1-1 0,0 0 0,0 0 0,1 0 0,7 11 0,0-5 0,1-1 0,1 0 0,0-1 0,0 0 0,2-1 0,-1-1 0,25 15 0,-36-24 0,1-1 0,-1 0 0,1 1 0,-1-1 0,1-1 0,-1 1 0,1-1 0,9 2 0,-13-3 0,1 0 0,0 0 0,-1 0 0,1 0 0,-1-1 0,1 1 0,-1 0 0,1 0 0,-1-1 0,1 1 0,-1-1 0,1 0 0,-1 1 0,0-1 0,1 0 0,-1 0 0,0 0 0,0 0 0,1 0 0,-1 0 0,0 0 0,0 0 0,0 0 0,0-1 0,-1 1 0,1 0 0,0-1 0,0 1 0,-1 0 0,1-1 0,0-1 0,0-2 0,0 1 0,0-1 0,-1 1 0,1-1 0,-1 0 0,0 1 0,0-1 0,-1 0 0,0 1 0,1-1 0,-1 1 0,-1-1 0,-1-4 0,-3-7 0,-2 1 0,-9-17 0,16 30 0,9 11 0,1-1 0,18 14 0,-11-10 0,2 3 0,0-1 0,2-1 0,33 17 0,-43-26 0,0 0 0,0 0 0,0 0 0,1-1 0,-1-1 0,1 0 0,0-1 0,0 1 0,-1-2 0,12 0 0,-19-1 0,0 1 0,1-1 0,-1 0 0,0 0 0,0 0 0,0 0 0,-1 0 0,1-1 0,0 1 0,0-1 0,-1 0 0,1 0 0,-1 0 0,0 0 0,1 0 0,-1-1 0,0 1 0,0-1 0,0 1 0,-1-1 0,1 0 0,-1 0 0,1 1 0,-1-1 0,0 0 0,0 0 0,0 0 0,-1-1 0,1 1 0,-1 0 0,1 0 0,-1 0 0,0 0 0,0 0 0,-1-1 0,1 1 0,-1 0 0,1 0 0,-1 0 0,0 0 0,0 0 0,-1 0 0,-1-3 0,-3-5-136,-1 1-1,-1 0 1,1 0-1,-2 1 1,1 0-1,-1 0 1,-1 1-1,1 1 0,-21-13 1,11 9-6690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7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24575,'2'15'0,"-1"0"0,2 0 0,0-1 0,5 17 0,0-4 0,10 41 0,3 0 0,3-1 0,56 109 0,-77-171 0,29 48 0,-28-46 0,1 0 0,0 0 0,1-1 0,0 0 0,7 7 0,-12-13 0,-1 1 0,1-1 0,0 1 0,-1-1 0,1 1 0,0-1 0,-1 1 0,1-1 0,0 0 0,0 1 0,0-1 0,-1 0 0,1 0 0,0 0 0,0 1 0,0-1 0,0 0 0,-1 0 0,1 0 0,0 0 0,0 0 0,0-1 0,0 1 0,0 0 0,-1 0 0,1 0 0,1-1 0,-1 0 0,1-1 0,-1 1 0,0 0 0,0 0 0,1-1 0,-1 1 0,0-1 0,0 1 0,-1-1 0,1 1 0,0-1 0,0-2 0,2-5 0,-1 0 0,0 0 0,2-19 0,-5-16 0,1 32 0,0 0 0,0 0 0,4-20 0,-4 31 0,0 1 0,0 0 0,0-1 0,0 1 0,0 0 0,0-1 0,0 1 0,0-1 0,0 1 0,0 0 0,0-1 0,0 1 0,1 0 0,-1 0 0,0-1 0,0 1 0,0 0 0,1-1 0,-1 1 0,0 0 0,0 0 0,1-1 0,-1 1 0,0 0 0,1 0 0,-1 0 0,0 0 0,1-1 0,-1 1 0,0 0 0,1 0 0,0 0 0,-1 0 0,1 0 0,0 1 0,0-1 0,-1 1 0,1-1 0,0 0 0,-1 1 0,1 0 0,0-1 0,-1 1 0,1-1 0,-1 1 0,2 1 0,16 29 0,-15-26 0,23 35 0,-24-37 0,0 0 0,1-1 0,-1 1 0,1 0 0,0-1 0,0 1 0,0-1 0,0 0 0,0 0 0,5 2 0,-7-4-28,-1 1-1,1-1 1,-1 0-1,0 0 1,1 0 0,-1 0-1,1 0 1,0 0-1,-1 0 1,1 0-1,-1 0 1,1 0-1,-1 0 1,1 0 0,-1 0-1,1 0 1,-1 0-1,0-1 1,1 1-1,-1 0 1,1 0-1,-1 0 1,1-1 0,-1 1-1,1 0 1,-1-1-1,0 1 1,1 0-1,-1-1 1,0 1-1,1-1 1,-1 1 0,0 0-1,0-1 1,1 1-1,-1-1 1,0 1-1,0-1 1,0 1-1,1-1 1,-1 1 0,0-1-1,0 1 1,0-1-1,0 1 1,0-1-1,0 0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7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24575,'13'13'0,"4"9"0,2 4 0,-2 0 0,-2-2 0,-3-3 0,-1-1 0,-3-3 0,-2-1 0,-2-6 0,-5-7 0,-2-7 0,-3-5 0,-3-6 0,-3-4 0,-1 0 0,0 0 0,4 3-8191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8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44 24575,'-4'-3'0,"-5"-2"0,0 0 0,-11-5 0,18 9 0,0 1 0,1-1 0,-1 0 0,0 1 0,1 0 0,-1-1 0,0 1 0,0 0 0,1 0 0,-1 0 0,0 0 0,0 0 0,1 0 0,-1 0 0,0 0 0,0 1 0,1-1 0,-1 1 0,-3 1 0,5-1 0,-1-1 0,0 0 0,1 1 0,-1 0 0,1-1 0,-1 1 0,1-1 0,-1 1 0,1 0 0,0-1 0,-1 1 0,1 0 0,0-1 0,-1 1 0,1 0 0,0 0 0,0-1 0,0 1 0,0 0 0,0 0 0,0 1 0,0 0 0,0 0 0,1 0 0,-1 1 0,1-1 0,-1 0 0,1 0 0,2 3 0,0 1 0,0 0 0,1 0 0,9 10 0,-8-11 0,1 1 0,0-1 0,0-1 0,0 1 0,0-1 0,1 0 0,11 5 0,-16-8 0,0 0 0,0 0 0,0 0 0,0-1 0,0 1 0,1-1 0,-1 1 0,0-1 0,0 0 0,0 0 0,0 0 0,1 0 0,-1 0 0,0 0 0,0-1 0,0 1 0,0-1 0,0 1 0,0-1 0,1 0 0,-2 0 0,1 0 0,0 0 0,0 0 0,0 0 0,0-1 0,-1 1 0,1-1 0,-1 1 0,1-1 0,1-2 0,-1 1 0,-1 0 0,1 0 0,-1 0 0,0-1 0,0 1 0,0 0 0,-1-1 0,1 1 0,-1-1 0,0 1 0,0-1 0,0 1 0,0-1 0,-1 1 0,1 0 0,-1-1 0,0 1 0,0 0 0,0-1 0,0 1 0,-1 0 0,1 0 0,-1 0 0,-2-4 0,2 5 0,1 0 0,0 0 0,-1 0 0,0 0 0,1 0 0,-1 0 0,0 0 0,0 0 0,0 1 0,0-1 0,0 1 0,0-1 0,-1 1 0,1 0 0,0 0 0,-1 0 0,1 0 0,-1 1 0,1-1 0,-1 0 0,1 1 0,-1 0 0,1 0 0,-1-1 0,0 2 0,1-1 0,-1 0 0,1 0 0,-1 1 0,1-1 0,-1 1 0,-3 1 0,1 1 15,0 1 0,0-1 0,0 1 0,1 0 0,-1 0 0,1 0 0,-6 7 0,-22 35-1500,23-32-5341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8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39 24575,'-2'-7'0,"0"4"0,1-1 0,0 1 0,-1-1 0,0 1 0,0-1 0,-4-5 0,6 9 0,-1 0 0,1 0 0,0 0 0,0 0 0,0 0 0,0 0 0,0-1 0,0 1 0,0 0 0,0 0 0,-1 0 0,1 0 0,0 0 0,0 0 0,0 0 0,0 0 0,0 0 0,0 0 0,-1 0 0,1 0 0,0 0 0,0 0 0,0 0 0,0 0 0,0 0 0,0 0 0,-1 0 0,1 0 0,0 0 0,0 0 0,0 0 0,0 0 0,0 0 0,0 0 0,-1 0 0,1 0 0,0 1 0,0-1 0,0 0 0,0 0 0,0 0 0,0 0 0,0 0 0,0 0 0,0 0 0,-1 1 0,-2 8 0,1 11 0,4 40 0,17 108 0,-16-154 0,21 93 0,1-5 0,-25-99-195,0 0 0,1 0 0,-1 0 0,0 0 0,0 0 0,-1 6 0,-2 0-6631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9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1 657 24575,'46'-17'0,"0"-1"0,70-41 0,-108 53 0,0 1 0,-1-1 0,0 0 0,0-1 0,0 0 0,-1 0 0,0 0 0,8-13 0,-7 8 0,0-1 0,-1 0 0,-1 0 0,0 0 0,4-15 0,-2-7 0,-2 1 0,-1-1 0,-1-62 0,-3 78 0,-1 0 0,-1-1 0,0 1 0,-2 0 0,0 0 0,-2 1 0,-12-33 0,17 50 0,1 0 0,-1 0 0,1-1 0,-1 1 0,0 0 0,0 0 0,0 0 0,1 0 0,-1 0 0,-2-2 0,3 3 0,-1 0 0,1 0 0,0 0 0,0 0 0,-1 0 0,1 0 0,0 0 0,0-1 0,0 1 0,-1 0 0,1 0 0,0 0 0,0 0 0,-1 0 0,1 1 0,0-1 0,0 0 0,0 0 0,-1 0 0,1 0 0,0 0 0,0 0 0,-1 0 0,1 0 0,0 0 0,0 1 0,0-1 0,0 0 0,-1 0 0,1 0 0,0 0 0,0 1 0,0-1 0,0 0 0,-1 1 0,0 1 0,0 1 0,0 0 0,0 0 0,0 0 0,0 0 0,1 0 0,0 0 0,-1 3 0,-1 43 0,2 0 0,2 0 0,13 81 0,-2-66 0,3 0 0,30 76 0,-33-105 0,-6-12 0,2 0 0,0-1 0,1 0 0,2-1 0,16 24 0,-27-44 0,0 1 0,0-1 0,0 1 0,1-1 0,-1 1 0,1-1 0,-1 0 0,1 0 0,-1 0 0,1 0 0,0 0 0,-1 0 0,1 0 0,0 0 0,0-1 0,0 1 0,0-1 0,0 1 0,3-1 0,-3 0 0,-1 0 0,1-1 0,0 1 0,0-1 0,0 1 0,0-1 0,-1 0 0,1 0 0,0 0 0,-1 0 0,1 0 0,-1 0 0,1 0 0,-1-1 0,1 1 0,-1 0 0,0-1 0,0 1 0,2-4 0,5-9 0,0 0 0,-2 0 0,0 0 0,6-20 0,0-2 0,-11 35 0,-1-1 0,1 0 0,0 1 0,-1-1 0,1 1 0,0-1 0,0 1 0,0-1 0,0 1 0,0-1 0,0 1 0,1 0 0,-1 0 0,0 0 0,1 0 0,-1 0 0,1 0 0,-1 0 0,1 0 0,-1 0 0,1 1 0,-1-1 0,1 0 0,0 1 0,-1 0 0,1-1 0,0 1 0,0 0 0,-1 0 0,1 0 0,0 0 0,0 0 0,-1 0 0,1 1 0,0-1 0,-1 0 0,3 2 0,5 1 0,1 1 0,-1 1 0,-1 0 0,1 0 0,9 8 0,-11-8 0,-2-2 0,89 59 0,-77-53 0,0 0 0,0-2 0,36 12 0,-40-15-1365,-4 0-5461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0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75 24575,'-106'-46'0,"86"39"0,0 1 0,0 1 0,-32-5 0,48 10 0,0 0 0,-1-1 0,1 1 0,0 1 0,0-1 0,0 1 0,0-1 0,0 1 0,0 0 0,0 1 0,0-1 0,0 1 0,0 0 0,1 0 0,-1 0 0,0 0 0,-3 4 0,2-1 0,0 0 0,0 0 0,1 1 0,0-1 0,0 1 0,0 0 0,1 1 0,0-1 0,-3 9 0,4-11 0,1 1 0,-1-1 0,1 0 0,0 1 0,1-1 0,-1 1 0,1-1 0,0 1 0,0-1 0,0 1 0,0-1 0,1 1 0,1 3 0,0-2 0,0 0 0,1 0 0,-1-1 0,1 1 0,0-1 0,1 0 0,0 1 0,7 7 0,8 7 0,25 22 0,-38-37 0,0 0 0,0-1 0,0 0 0,0 0 0,1-1 0,0 1 0,-1-1 0,1-1 0,14 4 0,-18-6 0,0 1 0,0-1 0,0 0 0,0 0 0,0 0 0,0-1 0,0 1 0,0-1 0,0 0 0,-1 1 0,1-1 0,0 0 0,0-1 0,-1 1 0,4-3 0,-1 1 0,-1 0 0,0-1 0,-1 1 0,1-1 0,0 0 0,-1 0 0,0 0 0,3-6 0,0-1 0,-1 0 0,0 0 0,-1 0 0,0-1 0,0 0 0,2-21 0,-5 21 0,0 0 0,-1 0 0,-1 0 0,0 0 0,0 0 0,-1 1 0,-6-22 0,8 37 0,2 3 0,-1 0 0,1-1 0,2 8 0,5 2 0,0 0 0,0 0 0,2-1 0,0-1 0,0 0 0,2 0 0,-1-1 0,2 0 0,0-2 0,0 1 0,1-2 0,30 17 0,-42-25 0,-1-1 0,1 0 0,0 0 0,0 0 0,0-1 0,0 1 0,0-1 0,0 1 0,0-1 0,0 0 0,0 0 0,0 0 0,0 0 0,0-1 0,0 0 0,-1 1 0,1-1 0,0 0 0,0 0 0,3-2 0,-3 1 0,0 0 0,0 0 0,0-1 0,0 0 0,-1 1 0,1-1 0,-1 0 0,1 0 0,-1 0 0,0 0 0,0-1 0,-1 1 0,1 0 0,-1-1 0,2-6 0,-1 0 0,0 1 0,-1-1 0,-1 1 0,0-1 0,0 0 0,0 1 0,-2-1 0,1 1 0,-6-18 0,11 34 0,0-1 0,0 0 0,0 0 0,7 7 0,30 34 0,-26-32 0,0-1 0,1 0 0,32 20 0,-47-33 0,1 0 0,0 0 0,-1 0 0,1 0 0,0 0 0,0-1 0,0 1 0,-1-1 0,1 1 0,0-1 0,0 1 0,0-1 0,0 0 0,0 0 0,0 0 0,0 0 0,0 0 0,0-1 0,0 1 0,0 0 0,2-2 0,-2 1 0,0-1 0,0 1 0,1-1 0,-1 0 0,0 1 0,-1-1 0,1 0 0,0 0 0,0-1 0,-1 1 0,1 0 0,-1 0 0,0-1 0,2-4 0,-2 5 0,0 0 0,1-1 0,-1 1 0,1 0 0,-1 0 0,1-1 0,0 1 0,0 1 0,0-1 0,0 0 0,0 0 0,1 1 0,-1-1 0,0 1 0,1 0 0,-1 0 0,1 0 0,-1 0 0,1 0 0,0 0 0,-1 1 0,1-1 0,0 1 0,-1 0 0,5 0 0,7 0 0,-1 1 0,1 1 0,25 6 0,-20-4 0,4 1 0,38 7 0,73 25 0,-107-29-1365,-15-6-5461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1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51 111 24575,'64'64'0,"103"134"0,-161-190 0,-1-1 0,0 1 0,-1 0 0,1 1 0,-2-1 0,1 1 0,3 14 0,-7-22 0,1-1 0,-1 1 0,0-1 0,0 0 0,0 1 0,0-1 0,0 1 0,0-1 0,0 1 0,0-1 0,0 0 0,0 1 0,0-1 0,0 1 0,0-1 0,-1 1 0,1-1 0,0 0 0,0 1 0,0-1 0,-1 0 0,1 1 0,0-1 0,0 1 0,-1-1 0,1 0 0,0 0 0,0 1 0,-1-1 0,1 0 0,-1 1 0,0-1 0,0 0 0,0 0 0,0 0 0,0 0 0,0 0 0,0 0 0,0 0 0,0 0 0,0 0 0,0-1 0,0 1 0,0 0 0,-1-1 0,-4-2 0,0 1 0,1-2 0,-8-4 0,-15-13 0,-49-50 0,-17-33 0,84 93 0,1 0 0,1-1 0,0 0 0,1 0 0,0-1 0,-7-19 0,12 27 0,1 0 0,-1 0 0,1 0 0,0 0 0,0 0 0,0-1 0,1 1 0,0 0 0,0 0 0,0 0 0,0-1 0,1 1 0,0 0 0,0 0 0,1 0 0,-1 0 0,1 0 0,0 0 0,0 1 0,6-9 0,-6 10 0,1 0 0,0 0 0,-1 1 0,1-1 0,0 1 0,0 0 0,0 0 0,1 0 0,-1 0 0,0 0 0,1 1 0,-1-1 0,1 1 0,0 0 0,-1 0 0,1 1 0,0-1 0,-1 1 0,1 0 0,0 0 0,0 0 0,0 0 0,-1 1 0,1-1 0,0 1 0,-1 0 0,1 0 0,5 2 0,-6-1 0,1-1 0,0 1 0,0 0 0,-1 0 0,1 0 0,-1 1 0,1-1 0,-1 1 0,0 0 0,0 0 0,0 0 0,-1 0 0,1 0 0,-1 1 0,1-1 0,-1 1 0,0-1 0,-1 1 0,1 0 0,0 0 0,-1 0 0,0 0 0,0 0 0,0 0 0,0 7 0,-2-9-52,1 0-1,0 0 1,0 0-1,-1-1 1,1 1-1,-1 0 1,0 0-1,1 0 1,-1 0-1,0 0 1,0-1-1,0 1 1,0 0-1,-1-1 1,1 1-1,0-1 1,-1 1-1,1-1 1,-1 0-1,1 1 1,-1-1-1,0 0 0,1 0 1,-1 0-1,-2 1 1,-8 2-6774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1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216 671 24575,'4'-29'0,"0"-1"0,-2 1 0,-2-1 0,0 1 0,-2-1 0,-11-56 0,3 46 0,-1 1 0,-2-1 0,-2 2 0,-28-51 0,27 57 0,-2 1 0,-1 1 0,-24-29 0,42 58 0,1 1 0,-1-1 0,1 0 0,-1 1 0,1-1 0,-1 1 0,1-1 0,-1 1 0,0-1 0,1 1 0,-1-1 0,0 1 0,1-1 0,-1 1 0,0 0 0,0 0 0,1-1 0,-1 1 0,-1 0 0,1 0 0,1 0 0,0 0 0,-1 1 0,1-1 0,-1 0 0,1 0 0,0 1 0,-1-1 0,1 0 0,0 1 0,-1-1 0,1 0 0,0 1 0,0-1 0,-1 1 0,1-1 0,0 0 0,0 1 0,0-1 0,0 1 0,-1-1 0,1 1 0,0-1 0,0 1 0,-1 5 0,1 0 0,-1 1 0,2 9 0,-1-16 0,4 41 0,2 0 0,2-1 0,1 0 0,19 47 0,-8-27 0,36 70 0,-42-101 0,2-1 0,1-1 0,1-1 0,29 34 0,-39-52 0,0 0 0,0-1 0,1 0 0,0 0 0,0-1 0,1 0 0,0 0 0,16 6 0,-23-11 0,1 1 0,0-1 0,-1 0 0,1 0 0,0 0 0,0-1 0,0 1 0,0-1 0,-1 0 0,1 0 0,0 0 0,0-1 0,0 1 0,0-1 0,0 0 0,-1 0 0,1-1 0,0 1 0,-1-1 0,1 1 0,-1-1 0,0 0 0,1 0 0,-1-1 0,0 1 0,0-1 0,3-4 0,0-1 0,0 0 0,0-1 0,-1 0 0,0 0 0,0 0 0,-1 0 0,-1-1 0,3-11 0,-1 3 0,-2-1 0,0 0 0,1-27 0,-4 45 0,0 0 0,-1 1 0,1-1 0,0 1 0,0-1 0,0 0 0,1 1 0,-1-1 0,0 0 0,0 1 0,0-1 0,0 0 0,1 1 0,-1-1 0,0 1 0,0-1 0,1 0 0,-1 1 0,1-1 0,-1 1 0,1 0 0,-1 0 0,1 0 0,-1 1 0,0-1 0,1 0 0,-1 0 0,0 1 0,1-1 0,-1 0 0,0 0 0,1 1 0,-1-1 0,0 0 0,0 1 0,1-1 0,-1 1 0,0-1 0,0 0 0,0 1 0,13 29 0,-13-29 0,0-1 0,4 14 0,1-1 0,0 0 0,1 0 0,1-1 0,0 0 0,15 21 0,-22-33-15,0 0-29,1 1 1,-1-1-1,0 0 0,0 1 1,0-1-1,1 0 1,-1 0-1,0 1 1,0-1-1,1 0 1,-1 0-1,0 0 1,0 1-1,1-1 1,-1 0-1,0 0 0,1 0 1,-1 0-1,0 0 1,1 1-1,-1-1 1,0 0-1,1 0 1,-1 0-1,0 0 1,1 0-1,-1 0 1,0 0-1,1 0 1,0-1-1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24575,'0'-5'0,"0"1"0,2 3 0,2 5 0,-1 4 0,0 4 0,-2-1-8191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24575,'33'48'0,"-2"2"0,31 68 0,33 112 0,-87-209 0,0-1 0,1-1 0,1 0 0,0 0 0,22 28 0,-31-46 0,0 1 0,0-1 0,1 0 0,-1 0 0,0 1 0,1-1 0,-1 0 0,1 0 0,-1 0 0,1-1 0,-1 1 0,1 0 0,0 0 0,-1-1 0,1 1 0,0-1 0,0 0 0,-1 1 0,1-1 0,0 0 0,0 0 0,0 0 0,2-1 0,-1 1 0,-1-1 0,1 0 0,-1 0 0,0 0 0,0-1 0,0 1 0,0-1 0,0 1 0,0-1 0,0 1 0,0-1 0,0 0 0,-1 0 0,1 0 0,-1 0 0,2-2 0,1-3 0,-1 1 0,0 0 0,0-1 0,0 0 0,-1 1 0,0-1 0,1-9 0,-2 14 0,-1 1 0,0-1 0,1 1 0,-1-1 0,0 0 0,0 1 0,0-1 0,-1 0 0,1 1 0,0-1 0,0 1 0,-1-1 0,1 1 0,-1-1 0,0 1 0,1-1 0,-1 1 0,0-1 0,0 1 0,0 0 0,0-1 0,0 1 0,0 0 0,0 0 0,0 0 0,-1 0 0,1 0 0,0 0 0,-1 0 0,1 0 0,0 0 0,-1 1 0,1-1 0,-1 1 0,0-1 0,1 1 0,-2-1 0,-13-1 0,0 1 0,0 1 0,-25 2 0,2-1 0,-49 7 116,-3 1-1597,78-9-5345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24575,'4'11'0,"1"0"0,1 0 0,-1 0 0,2 0 0,0-1 0,0 0 0,9 9 0,-13-16 0,-1-1 0,1 1 0,0-1 0,0 0 0,0 0 0,0 0 0,1 0 0,-1-1 0,1 1 0,-1-1 0,1 0 0,-1 0 0,1 0 0,-1 0 0,1-1 0,0 1 0,0-1 0,-1 0 0,6-1 0,-4 1 0,0-1 0,0 0 0,0-1 0,0 1 0,0-1 0,0 0 0,-1-1 0,1 1 0,-1-1 0,1 1 0,-1-1 0,0-1 0,5-4 0,11-8-1365,-10 10-5461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110 573 24575,'-5'-2'0,"0"0"0,0 0 0,0 0 0,0 0 0,0 1 0,0 0 0,0 0 0,0 1 0,-1-1 0,-7 1 0,11 0 0,0 1 0,0-1 0,0 1 0,0-1 0,0 1 0,0-1 0,0 1 0,0 0 0,0 0 0,1 0 0,-1 0 0,0 0 0,0 1 0,1-1 0,-1 1 0,1-1 0,0 1 0,-1-1 0,1 1 0,0-1 0,0 1 0,0 0 0,0 0 0,0 0 0,0 0 0,0 0 0,1 0 0,-1 0 0,0 3 0,1 0 0,-1 1 0,1 0 0,0 0 0,0-1 0,1 1 0,0 0 0,0-1 0,0 1 0,1-1 0,-1 1 0,1-1 0,1 0 0,-1 1 0,1-1 0,0 0 0,6 7 0,-3-3 0,1-1 0,0 0 0,0 0 0,1-1 0,0 0 0,1 0 0,-1-1 0,11 6 0,-16-11 0,-1 0 0,0 0 0,1 1 0,-1-1 0,1-1 0,-1 1 0,1 0 0,-1-1 0,1 1 0,-1-1 0,1 0 0,0 0 0,-1 0 0,1 0 0,0 0 0,-1 0 0,4-2 0,-4 1 0,1 0 0,-1 0 0,0 0 0,0-1 0,0 1 0,0-1 0,0 0 0,0 0 0,0 1 0,-1-1 0,1 0 0,-1 0 0,1-1 0,-1 1 0,0 0 0,0 0 0,0-1 0,1-2 0,1-4 0,0 0 0,-1 0 0,0 0 0,-1-1 0,1-14 0,-4-49 0,2 65 0,-9-88 0,-27-116 0,23 144 0,-34-147 0,47 215 0,0 0 0,0 0 0,0 0 0,0 0 0,0 0 0,0 0 0,0 0 0,0 0 0,0 0 0,-1 0 0,1 0 0,0 0 0,0 0 0,0 0 0,0 0 0,0 0 0,0 0 0,0 0 0,0 0 0,0 0 0,0 0 0,0 1 0,0-1 0,0 0 0,0 0 0,0 0 0,0 0 0,0 0 0,0 0 0,0 0 0,0 0 0,0 0 0,-1 0 0,1-1 0,0 1 0,0 0 0,0 0 0,0 0 0,0 0 0,-1 11 0,0 17 0,3 47 0,14 92 0,-8-118 0,3 0 0,30 89 0,-35-123 0,1 0 0,0-1 0,1 1 0,1-2 0,0 1 0,18 19 0,-18-24 0,0 0 0,1 0 0,-1-1 0,1-1 0,1 1 0,0-2 0,0 0 0,0 0 0,13 4 0,-20-8 0,0-1 0,0 0 0,0 0 0,0 0 0,1-1 0,-1 1 0,0-1 0,0 0 0,0 0 0,0-1 0,1 1 0,-1-1 0,0 0 0,0 0 0,4-2 0,-3 1 0,1-1 0,-1 0 0,0 0 0,0 0 0,-1-1 0,1 0 0,-1 0 0,1 0 0,5-8 0,-2 0 0,0 0 0,0 0 0,-1-1 0,-1 0 0,0 0 0,-1-1 0,7-27 0,-9 25 0,0-1 0,-1 1 0,0-19 0,-2 29 0,0 0 0,0-1 0,-1 1 0,0 0 0,0-1 0,-1 1 0,0 0 0,0 0 0,0 0 0,-1 0 0,-3-5 0,5 9 0,0 1 0,0-1 0,0 1 0,0 0 0,0-1 0,0 1 0,0 0 0,-1 0 0,1 0 0,0 0 0,-1 0 0,1 0 0,-1 1 0,1-1 0,-1 0 0,1 1 0,-1-1 0,0 1 0,-2-1 0,1 1 0,1 0 0,-1 0 0,1 1 0,-1-1 0,1 1 0,-1-1 0,1 1 0,-1 0 0,1 0 0,-1 0 0,-3 2 0,0 1 0,0 0 0,0 1 0,1 0 0,-1 0 0,1 0 0,0 0 0,0 1 0,-4 7 0,1 0 0,1 0 0,1 0 0,0 1 0,1 0 0,-3 17 0,5-23 0,2 1 0,-1-1 0,1 1 0,1 0 0,-1 0 0,1-1 0,1 1 0,0 0 0,0-1 0,3 10 0,-1-10 0,1 1 0,0-1 0,0 0 0,1 0 0,0-1 0,1 1 0,-1-1 0,1 0 0,1-1 0,-1 1 0,1-1 0,9 5 0,5 4 0,2 0 0,45 20 0,-44-25 0,43 13 0,-55-19 0,0-2 0,1 1 0,-1-2 0,1 0 0,19 0 0,-30-1-91,-1 0 0,1 0 0,-1-1 0,0 1 0,1 0 0,-1-1 0,1 1 0,-1-1 0,0 1 0,1-1 0,-1 0 0,0 0 0,0 1 0,2-3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4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1 24575,'1'0'0,"1"0"0,-1 0 0,0 0 0,0 0 0,1 0 0,-1 0 0,0 0 0,0 1 0,0-1 0,1 0 0,-1 1 0,0-1 0,0 1 0,0-1 0,0 1 0,0-1 0,0 1 0,0 0 0,0 0 0,0 0 0,0-1 0,0 1 0,0 0 0,-1 0 0,1 0 0,0 0 0,0 0 0,-1 0 0,1 0 0,-1 1 0,1-1 0,-1 0 0,0 0 0,1 0 0,-1 1 0,0-1 0,0 0 0,0 0 0,0 0 0,0 1 0,0-1 0,0 0 0,0 0 0,-1 1 0,1 0 0,-3 9 0,0-1 0,0 0 0,-1 1 0,-6 11 0,4-9 0,-33 84-178,4 3-1,-32 149 1,34-50 49,21-111 140,-36 133 0,42-202-326,-1-1 1,0 0-1,-15 25 1,9-22-5977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5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168 353 24575,'-14'122'0,"12"-196"0,-6-48 0,0 19 0,7 84 0,2 1 0,0-1 0,5-27 0,-5 42 0,1-1 0,-1 0 0,1 1 0,-1 0 0,1-1 0,0 1 0,1 0 0,-1 0 0,1 0 0,0 0 0,4-4 0,-5 6 0,0 0 0,0 0 0,1 1 0,-1-1 0,0 1 0,0-1 0,1 1 0,-1 0 0,1 0 0,0 0 0,-1 1 0,1-1 0,-1 1 0,1-1 0,0 1 0,-1 0 0,1 0 0,0 0 0,0 0 0,-1 0 0,5 1 0,5 3 0,-1 1 0,1-1 0,-1 2 0,0-1 0,0 2 0,0-1 0,-1 2 0,13 10 0,-17-12 0,0-1 0,0 1 0,-1 0 0,0 0 0,0 1 0,5 9 0,-9-14 0,0 0 0,0 0 0,0 0 0,0 0 0,0 0 0,-1 0 0,1 0 0,-1 0 0,0 0 0,1 0 0,-1 1 0,0-1 0,0 0 0,-1 0 0,1 0 0,0 0 0,-1 0 0,1 0 0,-1 1 0,0-1 0,0 0 0,1 0 0,-1-1 0,0 1 0,-1 0 0,1 0 0,0 0 0,-2 1 0,-3 2 0,0 0 0,0 0 0,0 0 0,-1-1 0,0 0 0,1 0 0,-2-1 0,1 0 0,0 0 0,0 0 0,-1-1 0,0-1 0,-9 2 0,-13 1 0,-62-1 0,73-4 0,-86 0-1365,78 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5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24575,'-12'58'0,"-6"82"0,16-104 0,1-1 0,2 1 0,9 56 0,-7-76 0,1 1 0,0-1 0,12 28 0,-15-43 0,-1 0 0,0 0 0,1 0 0,-1 0 0,1 0 0,0 0 0,-1 0 0,1 0 0,-1 0 0,1-1 0,0 1 0,0 0 0,0 0 0,-1-1 0,1 1 0,0-1 0,0 1 0,0-1 0,0 1 0,0-1 0,2 1 0,-2-1 0,0 0 0,0 0 0,-1 0 0,1 0 0,0-1 0,0 1 0,0 0 0,0-1 0,0 1 0,0-1 0,0 1 0,0-1 0,-1 1 0,1-1 0,0 1 0,0-1 0,-1 0 0,2-1 0,2-2 0,-1-1 0,0 0 0,0 0 0,0 0 0,0 0 0,2-10 0,10-45 0,-13 47 0,0-1 0,2 1 0,-1 1 0,2-1 0,11-23 0,-16 35 0,1 0 0,-1 1 0,1-1 0,-1 0 0,1 0 0,0 0 0,0 1 0,-1-1 0,1 0 0,0 1 0,0-1 0,0 1 0,0-1 0,0 1 0,0-1 0,0 1 0,0-1 0,0 1 0,0 0 0,0 0 0,0-1 0,0 1 0,0 0 0,0 0 0,0 0 0,0 0 0,0 0 0,0 1 0,0-1 0,0 0 0,0 0 0,0 1 0,0-1 0,0 1 0,0-1 0,0 0 0,0 1 0,1 0 0,4 3 0,0 1 0,0-1 0,-1 1 0,8 8 0,-8-8 0,177 201 0,-173-196-1365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6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8 24575,'-5'-1'0,"-14"-2"0,-30 0 0,44 3 0,0 0 0,0 0 0,0 1 0,-1 0 0,1 0 0,0 0 0,0 1 0,0-1 0,1 1 0,-9 5 0,11-5 0,0 0 0,0 0 0,0 0 0,0 0 0,0 0 0,1 0 0,-1 1 0,1-1 0,0 1 0,-1-1 0,1 1 0,0 0 0,1-1 0,-1 1 0,0 0 0,1 0 0,0-1 0,-1 1 0,1 0 0,0 0 0,0 0 0,1 3 0,0 2 0,0 0 0,1 0 0,-1 0 0,1-1 0,1 1 0,5 12 0,-5-15 0,0-1 0,0 1 0,0-1 0,1 0 0,-1 0 0,1 0 0,0 0 0,1 0 0,-1-1 0,0 0 0,8 4 0,-9-5 0,1 0 0,-1-1 0,1 1 0,-1-1 0,1 0 0,0 0 0,-1 0 0,1-1 0,0 1 0,0-1 0,0 0 0,0 0 0,-1 0 0,1 0 0,0-1 0,0 1 0,4-2 0,-6 1 0,1-1 0,-1 1 0,0 0 0,0 0 0,0-1 0,1 1 0,-2-1 0,1 0 0,0 0 0,0 1 0,0-1 0,-1 0 0,1 0 0,-1-1 0,0 1 0,0 0 0,1 0 0,0-5 0,1-4 0,0 1 0,-1 0 0,1-15 0,3-15 0,-6 40 0,0 0 0,0 0 0,0-1 0,0 1 0,0 0 0,0 0 0,0-1 0,0 1 0,0 0 0,0 0 0,1 0 0,-1-1 0,0 1 0,0 0 0,0 0 0,0 0 0,0-1 0,0 1 0,1 0 0,-1 0 0,0 0 0,0-1 0,0 1 0,1 0 0,-1 0 0,0 0 0,0 0 0,0 0 0,1 0 0,-1 0 0,0 0 0,0-1 0,1 1 0,-1 0 0,0 0 0,0 0 0,1 0 0,-1 0 0,0 0 0,0 0 0,1 0 0,8 10 0,4 18 0,-12-27 0,19 51-1365,-16-37-5461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7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351 122 24575,'-118'-72'0,"99"63"0,-1 0 0,1 1 0,-1 1 0,-30-7 0,47 13 0,-1 1 0,1-1 0,0 1 0,-1 0 0,1 0 0,-1 0 0,1 0 0,0 0 0,-1 1 0,1 0 0,0-1 0,-1 1 0,1 1 0,0-1 0,0 0 0,0 1 0,0 0 0,0-1 0,0 1 0,1 0 0,-1 0 0,-3 4 0,3-2 0,0 0 0,0 1 0,0-1 0,0 1 0,1-1 0,0 1 0,0 0 0,0 0 0,1 0 0,0 0 0,0 0 0,0 0 0,0 0 0,1 6 0,0 1 0,1 0 0,0 0 0,1 0 0,0-1 0,1 1 0,0-1 0,1 1 0,7 13 0,0-3 0,1 0 0,28 40 0,38 33 0,-78-95 0,1 0 0,-1 1 0,0-1 0,0 0 0,1 0 0,-1 1 0,0-1 0,0 0 0,1 1 0,-1-1 0,0 0 0,0 1 0,0-1 0,0 1 0,0-1 0,1 0 0,-1 1 0,0-1 0,0 1 0,0-1 0,0 0 0,0 1 0,0-1 0,0 1 0,0-1 0,-1 0 0,1 1 0,0 0 0,-1-1 0,1 0 0,-1 0 0,1 0 0,-1 0 0,1 1 0,-1-1 0,0 0 0,1 0 0,-1 0 0,1 0 0,-1 0 0,1 0 0,-1-1 0,1 1 0,-1 0 0,0 0 0,-30-11 0,27 9 0,-6-1 0,7 2 0,-1 0 0,0-1 0,1 1 0,-1-1 0,1 1 0,0-1 0,-1 0 0,1 0 0,0-1 0,0 1 0,-3-4 0,6 6 0,0 0 0,0 0 0,0 0 0,0 0 0,-1-1 0,1 1 0,0 0 0,0 0 0,0 0 0,0-1 0,0 1 0,0 0 0,0 0 0,0-1 0,0 1 0,0 0 0,0 0 0,0 0 0,0-1 0,0 1 0,0 0 0,0 0 0,0 0 0,0-1 0,0 1 0,0 0 0,0 0 0,0 0 0,1-1 0,-1 1 0,0 0 0,0 0 0,0 0 0,0-1 0,1 1 0,8-3 0,12 3 0,52 9 0,1-4 0,145-8 0,-196 1 0,35-9 0,-51 10 0,0-1 0,0-1 0,0 1 0,0-1 0,-1-1 0,1 1 0,-1-1 0,12-9 0,-16 11 0,0 1 0,0-1 0,-1 0 0,1 0 0,0-1 0,-1 1 0,0 0 0,0 0 0,1-1 0,-1 1 0,-1-1 0,1 1 0,0-1 0,0 1 0,-1-1 0,0 0 0,1 1 0,-1-1 0,0 1 0,0-1 0,-1 0 0,1 1 0,0-1 0,-1 1 0,0-1 0,1 1 0,-1-1 0,0 1 0,0-1 0,-1 1 0,-2-4 0,2 2 0,-1 0 0,0 0 0,0 0 0,0 0 0,-1 1 0,1 0 0,-1 0 0,0 0 0,0 0 0,0 0 0,0 1 0,0 0 0,-1 0 0,1 0 0,-1 0 0,-7-1 0,7 2 0,0 0 0,0 1 0,0-1 0,-1 1 0,1 1 0,0-1 0,0 1 0,0 0 0,0 0 0,0 0 0,0 1 0,0-1 0,-6 4 0,8-3 0,0 0 0,0 0 0,0 1 0,0-1 0,0 1 0,1-1 0,-1 1 0,1 0 0,-1 0 0,1 0 0,0 0 0,0 1 0,1-1 0,-1 0 0,1 1 0,0 0 0,-1-1 0,1 1 0,0 3 0,0 1 0,0-1 0,1 1 0,0-1 0,0 1 0,1-1 0,0 1 0,0-1 0,1 0 0,0 1 0,0-1 0,0 0 0,1 0 0,0 0 0,1-1 0,0 1 0,0-1 0,7 9 0,-2-4 0,1 0 0,0 0 0,1-2 0,0 1 0,1-1 0,0-1 0,0 0 0,15 7 0,-14-9-227,0-1-1,0 0 1,1-1-1,-1 0 1,25 3-1,-22-5-6598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7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11 24575,'-25'-4'0,"-38"-2"0,54 5 0,0 1 0,1 1 0,-1 0 0,1 0 0,-1 0 0,1 1 0,-1 1 0,-8 3 0,14-5 0,0 0 0,0 1 0,1 0 0,-1 0 0,0-1 0,1 1 0,0 1 0,-1-1 0,1 0 0,0 1 0,0-1 0,0 1 0,0-1 0,1 1 0,-3 5 0,2-4 0,1 1 0,-1 0 0,1 0 0,0 0 0,1 0 0,-1 0 0,1 1 0,0-1 0,0 5 0,2 0 0,-1 0 0,1 0 0,1-1 0,-1 1 0,2-1 0,-1 0 0,1 0 0,1 0 0,9 14 0,-4-9 0,1 0 0,1 0 0,0-2 0,0 1 0,2-2 0,-1 1 0,31 17 0,-42-28 0,0 1 0,0-1 0,0 0 0,0-1 0,1 1 0,-1 0 0,0-1 0,0 1 0,1-1 0,-1 0 0,0 1 0,1-1 0,-1 0 0,0-1 0,1 1 0,-1 0 0,0-1 0,1 1 0,3-2 0,-4 0 0,0 1 0,0 0 0,0-1 0,0 1 0,0-1 0,0 0 0,0 0 0,0 0 0,-1 0 0,1 0 0,-1 0 0,0 0 0,0 0 0,1-1 0,-1 1 0,0 0 0,-1-1 0,2-3 0,2-14-1365,-2-1-5461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8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24575,'-5'21'0,"1"0"0,1 1 0,1-1 0,1 1 0,2 24 0,-1-44 0,1 40 0,3 1 0,1 0 0,2-1 0,2 0 0,2-1 0,2 0 0,1-1 0,2 0 0,31 54 0,-43-87 0,0 0 0,1 0 0,0-1 0,11 12 0,-14-17 0,-1 0 0,0 0 0,1 0 0,-1 0 0,1 0 0,-1 0 0,1 0 0,-1-1 0,1 1 0,0 0 0,-1-1 0,4 1 0,-3-1 0,-1 0 0,0 0 0,0 0 0,0-1 0,0 1 0,0 0 0,0-1 0,0 1 0,0 0 0,0-1 0,0 0 0,0 1 0,0-1 0,0 1 0,0-1 0,0 0 0,-1 0 0,1 1 0,0-1 0,0 0 0,-1 0 0,2-1 0,3-9 0,1 1 0,-2-1 0,1 0 0,-1 0 0,4-22 0,-4 16 0,11-29 0,-14 44 0,3-8 0,1 0 0,0 0 0,0 1 0,1 0 0,7-9 0,-12 16 0,1 0 0,0 0 0,0 0 0,0 1 0,0-1 0,0 1 0,0-1 0,0 1 0,1 0 0,-1-1 0,0 1 0,1 1 0,-1-1 0,1 0 0,-1 1 0,1-1 0,0 1 0,-1-1 0,1 1 0,-1 0 0,1 0 0,0 1 0,-1-1 0,1 0 0,-1 1 0,5 1 0,-3 0 0,1 0 0,0 0 0,-1 0 0,0 1 0,0 0 0,0 0 0,0 0 0,0 0 0,6 7 0,3 5 0,12 20 0,-3-6 0,7 14 64,-22-31-422,1 0 1,0-1 0,11 12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9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243 176 24575,'-18'-25'0,"-38"-50"0,46 63 0,0 1 0,-1 0 0,-24-17 0,33 26 0,0 0 0,0 1 0,0 0 0,0 0 0,0-1 0,-1 1 0,1 1 0,-1-1 0,1 0 0,-1 0 0,1 1 0,-1 0 0,1-1 0,-1 1 0,1 0 0,-6 1 0,6-1 0,0 1 0,0 0 0,0 0 0,-1 0 0,1 0 0,0 0 0,0 1 0,0-1 0,1 1 0,-1-1 0,0 1 0,0-1 0,1 1 0,-1 0 0,1 0 0,0 0 0,-1 0 0,0 2 0,-2 4 0,1 0 0,0 0 0,0 0 0,1 0 0,0 0 0,0 1 0,0-1 0,2 1 0,-1-1 0,1 1 0,0-1 0,0 1 0,1-1 0,1 1 0,3 15 0,-1-11 0,1 1 0,1-1 0,-1-1 0,2 1 0,0-1 0,0 0 0,1 0 0,19 20 0,-25-30 0,0 0 0,0 1 0,0-1 0,0 0 0,1-1 0,-1 1 0,0 0 0,1-1 0,0 1 0,-1-1 0,1 0 0,0 0 0,-1 0 0,1 0 0,0 0 0,0-1 0,0 1 0,0-1 0,0 0 0,0 1 0,0-2 0,0 1 0,0 0 0,0 0 0,0-1 0,-1 0 0,1 0 0,0 0 0,0 0 0,0 0 0,-1 0 0,1-1 0,-1 1 0,1-1 0,-1 1 0,0-1 0,1 0 0,-1 0 0,3-4 0,4-5 0,0 0 0,-1 0 0,0-1 0,-1 0 0,0 0 0,-1 0 0,7-22 0,-4 4 0,0 0 0,4-39 0,-13 65 0,1-1 0,0 1 0,0 0 0,3-6 0,-4 9 0,1 1 0,-1-1 0,0 1 0,0-1 0,1 1 0,-1 0 0,0-1 0,0 1 0,1 0 0,-1-1 0,0 1 0,1 0 0,-1-1 0,1 1 0,-1 0 0,0 0 0,1 0 0,-1-1 0,1 1 0,0 0 0,0 0 0,-1 0 0,1 0 0,-1 0 0,1 1 0,0-1 0,-1 0 0,1 0 0,-1 1 0,1-1 0,-1 0 0,1 1 0,-1-1 0,1 0 0,-1 1 0,1-1 0,-1 1 0,1-1 0,-1 1 0,0-1 0,1 2 0,4 5 0,-1 1 0,1-1 0,5 17 0,6 12 0,-6-18 0,1 0 0,1 0 0,1-1 0,0-1 0,19 19 0,-31-34 0,0 0 0,0 0 0,0 0 0,1 0 0,-1 0 0,0-1 0,0 1 0,1 0 0,-1-1 0,1 1 0,-1 0 0,0-1 0,1 0 0,-1 1 0,1-1 0,-1 0 0,1 0 0,-1 0 0,1 0 0,-1 0 0,1 0 0,-1 0 0,1 0 0,-1-1 0,1 1 0,-1 0 0,0-1 0,3-1 0,-2 1 0,0-1 0,0 1 0,0-1 0,0 0 0,-1 0 0,1 0 0,-1 0 0,1-1 0,-1 1 0,0 0 0,0-1 0,0 1 0,0 0 0,0-1 0,0 1 0,0-4 0,19-119 0,-20 121 0,1-1 0,0 1 0,0 0 0,0 0 0,0 0 0,3-5 0,-4 8 0,1 1 0,-1-1 0,0 0 0,1 1 0,-1-1 0,0 1 0,1-1 0,-1 1 0,1 0 0,-1-1 0,1 1 0,-1-1 0,1 1 0,0 0 0,-1-1 0,1 1 0,-1 0 0,1 0 0,0-1 0,0 1 0,0 0 0,0 0 0,0 1 0,0-1 0,-1 0 0,1 0 0,0 0 0,0 1 0,0-1 0,0 1 0,-1-1 0,1 0 0,0 1 0,-1-1 0,1 1 0,0 0 0,-1-1 0,2 2 0,9 10 0,13 19 0,-15-20 0,0 1 0,14 13 0,-19-22 0,-1 0 0,1 0 0,0 0 0,0 0 0,1-1 0,-1 0 0,0 0 0,1 0 0,0 0 0,-1-1 0,6 2 0,8-1-5,-1-1-1,0 0 1,20-3-1,-4 1-1337,-20 1-5483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10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279 140 24575,'-19'-17'0,"-58"-50"0,66 58 0,-1 1 0,0 0 0,-1 1 0,-24-11 0,35 17 0,-1 0 0,1 0 0,-1 1 0,0-1 0,1 0 0,-1 1 0,0 0 0,0 0 0,1 0 0,-1 0 0,0 0 0,0 0 0,1 1 0,-1-1 0,0 1 0,1 0 0,-1 0 0,1 0 0,-1 0 0,1 0 0,-1 0 0,1 1 0,-3 2 0,2-2 0,0 1 0,0 0 0,1 1 0,0-1 0,-1 0 0,1 1 0,0-1 0,1 1 0,-1 0 0,1 0 0,-1-1 0,1 1 0,0 0 0,1 0 0,-1 5 0,-1 5 0,1 0 0,1 0 0,0 0 0,1 1 0,5 22 0,-5-32 0,0-1 0,0 1 0,1 0 0,-1-1 0,1 1 0,0-1 0,1 1 0,-1-1 0,1 0 0,0 0 0,0 0 0,0 0 0,0 0 0,1-1 0,-1 0 0,1 1 0,0-2 0,0 1 0,8 4 0,-11-6 0,1-1 0,0 1 0,0-1 0,-1 0 0,1 1 0,0-1 0,0 0 0,0 0 0,-1 0 0,1 0 0,0-1 0,0 1 0,0 0 0,-1-1 0,1 1 0,0-1 0,0 0 0,-1 0 0,1 1 0,-1-1 0,1 0 0,0 0 0,1-3 0,5-2 0,-1-1 0,0 0 0,8-11 0,0 0 0,-12 14 0,0 1 0,1 0 0,-1 0 0,1 0 0,0 0 0,0 0 0,6-2 0,-9 5 0,0-1 0,0 1 0,0-1 0,1 1 0,-1 0 0,0 0 0,1 0 0,-1-1 0,0 1 0,0 0 0,1 1 0,-1-1 0,0 0 0,0 0 0,1 0 0,-1 1 0,0-1 0,0 1 0,0-1 0,1 1 0,-1-1 0,0 1 0,0 0 0,0-1 0,0 1 0,0 0 0,0 0 0,0 0 0,-1 0 0,1 0 0,1 2 0,2 3 0,-1 0 0,0 0 0,0 0 0,0 0 0,-1 1 0,0-1 0,0 1 0,-1-1 0,1 8 0,2 65 0,-4-63 0,0-2 0,1 11 0,-1 0 0,-1 0 0,-8 41 0,7-59 0,0 0 0,0 0 0,-1 0 0,0 0 0,0 0 0,-1-1 0,-5 8 0,7-10 0,-2 0 0,1-1 0,0 1 0,-1-1 0,0 0 0,0 0 0,0 0 0,0 0 0,0-1 0,-1 0 0,1 0 0,-5 2 0,3-2 0,-1-1 0,1 0 0,0 0 0,-1 0 0,1-1 0,-1 0 0,1 0 0,-1 0 0,1-1 0,0 0 0,-1 0 0,-10-4 0,12 3 0,0 0 0,1 0 0,-1 0 0,1 0 0,0-1 0,0 1 0,0-1 0,0 0 0,0 0 0,0-1 0,1 1 0,-1-1 0,1 0 0,0 0 0,1 0 0,-1 0 0,-2-6 0,2 2 0,1-1 0,1 0 0,-1 1 0,2-1 0,-1 0 0,1 0 0,0 0 0,1 0 0,0 1 0,1-1 0,-1 0 0,7-15 0,-4 15 0,0-1 0,1 1 0,1 1 0,-1-1 0,2 1 0,-1 0 0,1 0 0,0 0 0,9-7 0,0 2 0,0 1 0,1 1 0,31-17 0,-28 18 0,1 2 0,0 1 0,0 0 0,43-6 0,89-3 0,-145 16 0,1-1 0,0 0 0,1-1 0,-1 0 0,0 0 0,0-1 0,0 0 0,-1-1 0,1 0 0,9-6 0,-16 9 0,1 0 0,-1-1 0,0 0 0,0 1 0,0-1 0,0 0 0,0 0 0,-1 0 0,1 0 0,0 0 0,-1-1 0,1 1 0,-1-1 0,0 1 0,0-1 0,0 1 0,0-1 0,-1 1 0,1-1 0,-1 0 0,1 1 0,-1-1 0,0 0 0,0 1 0,0-1 0,0 0 0,-1 1 0,1-1 0,-1 0 0,1 1 0,-1-1 0,0 0 0,0 1 0,0-1 0,-3-3 0,2 2 0,0 1 0,0 0 0,-1 0 0,1 0 0,-1 0 0,0 0 0,0 1 0,0-1 0,0 1 0,0-1 0,-5-2 0,7 5 0,0-1 0,0 1 0,-1-1 0,1 1 0,0 0 0,0-1 0,0 1 0,0 0 0,-1 0 0,1 0 0,0 0 0,0 0 0,-1 0 0,1 0 0,0 0 0,0 0 0,0 1 0,0-1 0,-1 0 0,1 1 0,0-1 0,0 1 0,0-1 0,0 1 0,0 0 0,0-1 0,0 1 0,0 0 0,0 0 0,0 0 0,1 0 0,-1-1 0,0 1 0,0 0 0,1 0 0,-1 1 0,1-1 0,-1 0 0,1 0 0,-1 0 0,1 1 0,-3 6 0,1-1 0,1 0 0,-1 1 0,1-1 0,1 0 0,-1 1 0,1 0 0,1-1 0,-1 1 0,1-1 0,0 0 0,1 1 0,4 13 0,5 7 0,0-1 0,17 29 0,-27-54 0,18 33 0,2-1 0,28 36 0,-47-67-114,0 0 1,0-1-1,1 1 0,-1-1 0,1 0 1,-1 0-1,1 0 0,0 0 0,0 0 1,0 0-1,6 1 0,3 1-6712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10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111 387 24575,'-7'0'0,"0"0"0,0 0 0,0 1 0,0 0 0,0 0 0,1 1 0,-1 0 0,-11 5 0,15-6 0,1 1 0,-1-1 0,1 1 0,0 0 0,-1 0 0,1 0 0,0 0 0,0 0 0,0 0 0,0 1 0,1-1 0,-1 1 0,1-1 0,-1 1 0,1 0 0,0-1 0,0 1 0,0 0 0,0 0 0,1 0 0,-1-1 0,1 1 0,0 4 0,-1 5 0,1-1 0,1 1 0,0 0 0,1-1 0,3 13 0,-4-17 0,1-1 0,1 1 0,-1 0 0,1-1 0,1 0 0,-1 1 0,1-1 0,0-1 0,8 10 0,-11-14 0,0 0 0,0 1 0,0-1 0,0 0 0,1 0 0,-1 0 0,0 0 0,1 0 0,-1 0 0,1-1 0,-1 1 0,1 0 0,-1-1 0,1 1 0,-1-1 0,1 0 0,0 1 0,-1-1 0,1 0 0,0 0 0,-1 0 0,1 0 0,0 0 0,-1 0 0,1-1 0,-1 1 0,1 0 0,1-2 0,0 1 0,-1 0 0,0-1 0,0 0 0,0 1 0,0-1 0,0 0 0,0 0 0,0 0 0,-1-1 0,1 1 0,-1 0 0,1 0 0,-1-1 0,0 1 0,0-1 0,1-3 0,4-15 0,0-1 0,-2-1 0,-1 1 0,1-27 0,-5-93 0,1 123 0,-5-38 0,-3 0 0,-19-75 0,23 113 0,-3-3 0,7 22 0,-1 0 0,1 0 0,0-1 0,0 1 0,0 0 0,0 0 0,0 0 0,0 0 0,0-1 0,0 1 0,-1 0 0,1 0 0,0 0 0,0 0 0,0-1 0,0 1 0,-1 0 0,1 0 0,0 0 0,0 0 0,0 0 0,-1 0 0,1 0 0,0-1 0,0 1 0,0 0 0,-1 0 0,1 0 0,-4 11 0,0 28 0,3 0 0,1 1 0,9 66 0,6-1-682,36 129-1,-43-205-6143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6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Set the course promise: rigorous DSP, but always connect the math to algorithms students will implement.
Ask: “What does a CNN layer actually do to an audio signal?” Return to this on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Emphasize combined senior/graduate expectations: seniors master core calculations; graduate students should also be able to justify conditions and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for examples of “systems” applied to audio: gain, echo, equalizer, compressor, noise gate.
Point out that not everything important is LTI—LTI is a tractable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this to prevent later confusion between ω (rad/sample) and f (Hz).
The 50 ms example is a short audible echo / slapback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This identity is the foundation of the convolution derivation.
Make the vector-space analogy explicit; graduate students may recognize basis expansions.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C95B-591A-EAFE-E657-8B03D680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C7AA2-AD2A-2151-C392-42BFC5BE8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45400-AFD4-51D3-20E3-AA8C5F6F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A8DB8-8A9B-35A9-64C3-3DF99D3A5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3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Use α=0.9 as a decaying envelope and α=1 as a pure sinusoid.
Avoid diving deeply into convergence yet; that belongs naturally with DTFT/z-transform.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Frame system properties as shortcuts for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Ask: why does y=x+2 fail the zero-input test?
Then show superposition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Do the formal two-path test on y[n]=n x[n] if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This is a good place to distinguish “stable mathematically” from “sounds good.”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Answers: A LTI causal stable; B LTI causal stable; C nonlinear but time-invariant, causal, stable; D linear but time-varying, causal, not BIBO stable over all n.
Require students to justify one property rather than just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conceptual hinge of the lecture.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Do not present convolution as a magic formula. Tie each equality to a system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At the board, say aloud which variable is fixed (n) and which is summed over (k).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min.
Work this graphically on the board, using the slide only to reveal the final answer.
Ask students to predict output length before calculating.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useful preview of why nonlinear activations matter in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Run the accompanying notebook.
Ask students to explain why mode="same" is not a mathematical definition of convolution, but an output-cropping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high-value misconception to prevent: most deep-learning libraries name cross-correlation “convolution.”
The distinction does not reduce the conceptual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4017-EBEA-8642-FDCF-827CD33D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7CB7B-3390-5864-1F75-04370545B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AA254-A9E9-F5A8-8CBA-4A71BEF6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552C8-D312-76BB-CA95-D26AAD173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067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“In one sentence, why does h[n] characterize an LTI system?”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slide; use only if time allows or save for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13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181" Type="http://schemas.openxmlformats.org/officeDocument/2006/relationships/customXml" Target="../ink/ink90.xml"/><Relationship Id="rId216" Type="http://schemas.openxmlformats.org/officeDocument/2006/relationships/image" Target="../media/image108.png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71" Type="http://schemas.openxmlformats.org/officeDocument/2006/relationships/customXml" Target="../ink/ink85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27" Type="http://schemas.openxmlformats.org/officeDocument/2006/relationships/customXml" Target="../ink/ink113.xml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0.xml"/><Relationship Id="rId182" Type="http://schemas.openxmlformats.org/officeDocument/2006/relationships/image" Target="../media/image91.png"/><Relationship Id="rId217" Type="http://schemas.openxmlformats.org/officeDocument/2006/relationships/customXml" Target="../ink/ink108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79" Type="http://schemas.openxmlformats.org/officeDocument/2006/relationships/customXml" Target="../ink/ink89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0" Type="http://schemas.openxmlformats.org/officeDocument/2006/relationships/image" Target="../media/image110.png"/><Relationship Id="rId225" Type="http://schemas.openxmlformats.org/officeDocument/2006/relationships/customXml" Target="../ink/ink112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80" Type="http://schemas.openxmlformats.org/officeDocument/2006/relationships/image" Target="../media/image90.png"/><Relationship Id="rId210" Type="http://schemas.openxmlformats.org/officeDocument/2006/relationships/image" Target="../media/image105.png"/><Relationship Id="rId215" Type="http://schemas.openxmlformats.org/officeDocument/2006/relationships/customXml" Target="../ink/ink107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4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3.png"/><Relationship Id="rId299" Type="http://schemas.openxmlformats.org/officeDocument/2006/relationships/image" Target="../media/image264.png"/><Relationship Id="rId21" Type="http://schemas.openxmlformats.org/officeDocument/2006/relationships/image" Target="../media/image125.png"/><Relationship Id="rId63" Type="http://schemas.openxmlformats.org/officeDocument/2006/relationships/image" Target="../media/image146.png"/><Relationship Id="rId159" Type="http://schemas.openxmlformats.org/officeDocument/2006/relationships/image" Target="../media/image194.png"/><Relationship Id="rId170" Type="http://schemas.openxmlformats.org/officeDocument/2006/relationships/customXml" Target="../ink/ink198.xml"/><Relationship Id="rId226" Type="http://schemas.openxmlformats.org/officeDocument/2006/relationships/customXml" Target="../ink/ink226.xml"/><Relationship Id="rId268" Type="http://schemas.openxmlformats.org/officeDocument/2006/relationships/customXml" Target="../ink/ink247.xml"/><Relationship Id="rId32" Type="http://schemas.openxmlformats.org/officeDocument/2006/relationships/customXml" Target="../ink/ink129.xml"/><Relationship Id="rId74" Type="http://schemas.openxmlformats.org/officeDocument/2006/relationships/customXml" Target="../ink/ink150.xml"/><Relationship Id="rId128" Type="http://schemas.openxmlformats.org/officeDocument/2006/relationships/customXml" Target="../ink/ink177.xml"/><Relationship Id="rId5" Type="http://schemas.openxmlformats.org/officeDocument/2006/relationships/image" Target="../media/image117.png"/><Relationship Id="rId181" Type="http://schemas.openxmlformats.org/officeDocument/2006/relationships/image" Target="../media/image205.png"/><Relationship Id="rId237" Type="http://schemas.openxmlformats.org/officeDocument/2006/relationships/image" Target="../media/image233.png"/><Relationship Id="rId279" Type="http://schemas.openxmlformats.org/officeDocument/2006/relationships/image" Target="../media/image254.png"/><Relationship Id="rId43" Type="http://schemas.openxmlformats.org/officeDocument/2006/relationships/image" Target="../media/image136.png"/><Relationship Id="rId139" Type="http://schemas.openxmlformats.org/officeDocument/2006/relationships/image" Target="../media/image184.png"/><Relationship Id="rId290" Type="http://schemas.openxmlformats.org/officeDocument/2006/relationships/customXml" Target="../ink/ink258.xml"/><Relationship Id="rId304" Type="http://schemas.openxmlformats.org/officeDocument/2006/relationships/customXml" Target="../ink/ink265.xml"/><Relationship Id="rId85" Type="http://schemas.openxmlformats.org/officeDocument/2006/relationships/image" Target="../media/image157.png"/><Relationship Id="rId150" Type="http://schemas.openxmlformats.org/officeDocument/2006/relationships/customXml" Target="../ink/ink188.xml"/><Relationship Id="rId192" Type="http://schemas.openxmlformats.org/officeDocument/2006/relationships/customXml" Target="../ink/ink209.xml"/><Relationship Id="rId206" Type="http://schemas.openxmlformats.org/officeDocument/2006/relationships/customXml" Target="../ink/ink216.xml"/><Relationship Id="rId248" Type="http://schemas.openxmlformats.org/officeDocument/2006/relationships/customXml" Target="../ink/ink237.xml"/><Relationship Id="rId12" Type="http://schemas.openxmlformats.org/officeDocument/2006/relationships/customXml" Target="../ink/ink119.xml"/><Relationship Id="rId108" Type="http://schemas.openxmlformats.org/officeDocument/2006/relationships/customXml" Target="../ink/ink167.xml"/><Relationship Id="rId54" Type="http://schemas.openxmlformats.org/officeDocument/2006/relationships/customXml" Target="../ink/ink140.xml"/><Relationship Id="rId96" Type="http://schemas.openxmlformats.org/officeDocument/2006/relationships/customXml" Target="../ink/ink161.xml"/><Relationship Id="rId161" Type="http://schemas.openxmlformats.org/officeDocument/2006/relationships/image" Target="../media/image195.png"/><Relationship Id="rId217" Type="http://schemas.openxmlformats.org/officeDocument/2006/relationships/image" Target="../media/image223.png"/><Relationship Id="rId259" Type="http://schemas.openxmlformats.org/officeDocument/2006/relationships/image" Target="../media/image244.png"/><Relationship Id="rId23" Type="http://schemas.openxmlformats.org/officeDocument/2006/relationships/image" Target="../media/image126.png"/><Relationship Id="rId119" Type="http://schemas.openxmlformats.org/officeDocument/2006/relationships/image" Target="../media/image174.png"/><Relationship Id="rId270" Type="http://schemas.openxmlformats.org/officeDocument/2006/relationships/customXml" Target="../ink/ink248.xml"/><Relationship Id="rId44" Type="http://schemas.openxmlformats.org/officeDocument/2006/relationships/customXml" Target="../ink/ink135.xml"/><Relationship Id="rId65" Type="http://schemas.openxmlformats.org/officeDocument/2006/relationships/image" Target="../media/image147.png"/><Relationship Id="rId86" Type="http://schemas.openxmlformats.org/officeDocument/2006/relationships/customXml" Target="../ink/ink156.xml"/><Relationship Id="rId130" Type="http://schemas.openxmlformats.org/officeDocument/2006/relationships/customXml" Target="../ink/ink178.xml"/><Relationship Id="rId151" Type="http://schemas.openxmlformats.org/officeDocument/2006/relationships/image" Target="../media/image190.png"/><Relationship Id="rId172" Type="http://schemas.openxmlformats.org/officeDocument/2006/relationships/customXml" Target="../ink/ink199.xml"/><Relationship Id="rId193" Type="http://schemas.openxmlformats.org/officeDocument/2006/relationships/image" Target="../media/image211.png"/><Relationship Id="rId207" Type="http://schemas.openxmlformats.org/officeDocument/2006/relationships/image" Target="../media/image218.png"/><Relationship Id="rId228" Type="http://schemas.openxmlformats.org/officeDocument/2006/relationships/customXml" Target="../ink/ink227.xml"/><Relationship Id="rId249" Type="http://schemas.openxmlformats.org/officeDocument/2006/relationships/image" Target="../media/image239.png"/><Relationship Id="rId13" Type="http://schemas.openxmlformats.org/officeDocument/2006/relationships/image" Target="../media/image121.png"/><Relationship Id="rId109" Type="http://schemas.openxmlformats.org/officeDocument/2006/relationships/image" Target="../media/image169.png"/><Relationship Id="rId260" Type="http://schemas.openxmlformats.org/officeDocument/2006/relationships/customXml" Target="../ink/ink243.xml"/><Relationship Id="rId281" Type="http://schemas.openxmlformats.org/officeDocument/2006/relationships/image" Target="../media/image255.png"/><Relationship Id="rId34" Type="http://schemas.openxmlformats.org/officeDocument/2006/relationships/customXml" Target="../ink/ink130.xml"/><Relationship Id="rId55" Type="http://schemas.openxmlformats.org/officeDocument/2006/relationships/image" Target="../media/image142.png"/><Relationship Id="rId76" Type="http://schemas.openxmlformats.org/officeDocument/2006/relationships/customXml" Target="../ink/ink151.xml"/><Relationship Id="rId97" Type="http://schemas.openxmlformats.org/officeDocument/2006/relationships/image" Target="../media/image163.png"/><Relationship Id="rId120" Type="http://schemas.openxmlformats.org/officeDocument/2006/relationships/customXml" Target="../ink/ink173.xml"/><Relationship Id="rId141" Type="http://schemas.openxmlformats.org/officeDocument/2006/relationships/image" Target="../media/image185.png"/><Relationship Id="rId7" Type="http://schemas.openxmlformats.org/officeDocument/2006/relationships/image" Target="../media/image118.png"/><Relationship Id="rId162" Type="http://schemas.openxmlformats.org/officeDocument/2006/relationships/customXml" Target="../ink/ink194.xml"/><Relationship Id="rId183" Type="http://schemas.openxmlformats.org/officeDocument/2006/relationships/image" Target="../media/image206.png"/><Relationship Id="rId218" Type="http://schemas.openxmlformats.org/officeDocument/2006/relationships/customXml" Target="../ink/ink222.xml"/><Relationship Id="rId239" Type="http://schemas.openxmlformats.org/officeDocument/2006/relationships/image" Target="../media/image234.png"/><Relationship Id="rId250" Type="http://schemas.openxmlformats.org/officeDocument/2006/relationships/customXml" Target="../ink/ink238.xml"/><Relationship Id="rId271" Type="http://schemas.openxmlformats.org/officeDocument/2006/relationships/image" Target="../media/image250.png"/><Relationship Id="rId292" Type="http://schemas.openxmlformats.org/officeDocument/2006/relationships/customXml" Target="../ink/ink259.xml"/><Relationship Id="rId306" Type="http://schemas.openxmlformats.org/officeDocument/2006/relationships/customXml" Target="../ink/ink266.xml"/><Relationship Id="rId24" Type="http://schemas.openxmlformats.org/officeDocument/2006/relationships/customXml" Target="../ink/ink125.xml"/><Relationship Id="rId45" Type="http://schemas.openxmlformats.org/officeDocument/2006/relationships/image" Target="../media/image137.png"/><Relationship Id="rId66" Type="http://schemas.openxmlformats.org/officeDocument/2006/relationships/customXml" Target="../ink/ink146.xml"/><Relationship Id="rId87" Type="http://schemas.openxmlformats.org/officeDocument/2006/relationships/image" Target="../media/image158.png"/><Relationship Id="rId110" Type="http://schemas.openxmlformats.org/officeDocument/2006/relationships/customXml" Target="../ink/ink168.xml"/><Relationship Id="rId131" Type="http://schemas.openxmlformats.org/officeDocument/2006/relationships/image" Target="../media/image180.png"/><Relationship Id="rId152" Type="http://schemas.openxmlformats.org/officeDocument/2006/relationships/customXml" Target="../ink/ink189.xml"/><Relationship Id="rId173" Type="http://schemas.openxmlformats.org/officeDocument/2006/relationships/image" Target="../media/image201.png"/><Relationship Id="rId194" Type="http://schemas.openxmlformats.org/officeDocument/2006/relationships/customXml" Target="../ink/ink210.xml"/><Relationship Id="rId208" Type="http://schemas.openxmlformats.org/officeDocument/2006/relationships/customXml" Target="../ink/ink217.xml"/><Relationship Id="rId229" Type="http://schemas.openxmlformats.org/officeDocument/2006/relationships/image" Target="../media/image229.png"/><Relationship Id="rId240" Type="http://schemas.openxmlformats.org/officeDocument/2006/relationships/customXml" Target="../ink/ink233.xml"/><Relationship Id="rId261" Type="http://schemas.openxmlformats.org/officeDocument/2006/relationships/image" Target="../media/image245.png"/><Relationship Id="rId14" Type="http://schemas.openxmlformats.org/officeDocument/2006/relationships/customXml" Target="../ink/ink120.xml"/><Relationship Id="rId35" Type="http://schemas.openxmlformats.org/officeDocument/2006/relationships/image" Target="../media/image132.png"/><Relationship Id="rId56" Type="http://schemas.openxmlformats.org/officeDocument/2006/relationships/customXml" Target="../ink/ink141.xml"/><Relationship Id="rId77" Type="http://schemas.openxmlformats.org/officeDocument/2006/relationships/image" Target="../media/image153.png"/><Relationship Id="rId100" Type="http://schemas.openxmlformats.org/officeDocument/2006/relationships/customXml" Target="../ink/ink163.xml"/><Relationship Id="rId282" Type="http://schemas.openxmlformats.org/officeDocument/2006/relationships/customXml" Target="../ink/ink254.xml"/><Relationship Id="rId8" Type="http://schemas.openxmlformats.org/officeDocument/2006/relationships/customXml" Target="../ink/ink117.xml"/><Relationship Id="rId98" Type="http://schemas.openxmlformats.org/officeDocument/2006/relationships/customXml" Target="../ink/ink162.xml"/><Relationship Id="rId121" Type="http://schemas.openxmlformats.org/officeDocument/2006/relationships/image" Target="../media/image175.png"/><Relationship Id="rId142" Type="http://schemas.openxmlformats.org/officeDocument/2006/relationships/customXml" Target="../ink/ink184.xml"/><Relationship Id="rId163" Type="http://schemas.openxmlformats.org/officeDocument/2006/relationships/image" Target="../media/image196.png"/><Relationship Id="rId184" Type="http://schemas.openxmlformats.org/officeDocument/2006/relationships/customXml" Target="../ink/ink205.xml"/><Relationship Id="rId219" Type="http://schemas.openxmlformats.org/officeDocument/2006/relationships/image" Target="../media/image224.png"/><Relationship Id="rId230" Type="http://schemas.openxmlformats.org/officeDocument/2006/relationships/customXml" Target="../ink/ink228.xml"/><Relationship Id="rId251" Type="http://schemas.openxmlformats.org/officeDocument/2006/relationships/image" Target="../media/image240.png"/><Relationship Id="rId25" Type="http://schemas.openxmlformats.org/officeDocument/2006/relationships/image" Target="../media/image127.png"/><Relationship Id="rId46" Type="http://schemas.openxmlformats.org/officeDocument/2006/relationships/customXml" Target="../ink/ink136.xml"/><Relationship Id="rId67" Type="http://schemas.openxmlformats.org/officeDocument/2006/relationships/image" Target="../media/image148.png"/><Relationship Id="rId272" Type="http://schemas.openxmlformats.org/officeDocument/2006/relationships/customXml" Target="../ink/ink249.xml"/><Relationship Id="rId293" Type="http://schemas.openxmlformats.org/officeDocument/2006/relationships/image" Target="../media/image261.png"/><Relationship Id="rId307" Type="http://schemas.openxmlformats.org/officeDocument/2006/relationships/image" Target="../media/image268.png"/><Relationship Id="rId88" Type="http://schemas.openxmlformats.org/officeDocument/2006/relationships/customXml" Target="../ink/ink157.xml"/><Relationship Id="rId111" Type="http://schemas.openxmlformats.org/officeDocument/2006/relationships/image" Target="../media/image170.png"/><Relationship Id="rId132" Type="http://schemas.openxmlformats.org/officeDocument/2006/relationships/customXml" Target="../ink/ink179.xml"/><Relationship Id="rId153" Type="http://schemas.openxmlformats.org/officeDocument/2006/relationships/image" Target="../media/image191.png"/><Relationship Id="rId174" Type="http://schemas.openxmlformats.org/officeDocument/2006/relationships/customXml" Target="../ink/ink200.xml"/><Relationship Id="rId195" Type="http://schemas.openxmlformats.org/officeDocument/2006/relationships/image" Target="../media/image212.png"/><Relationship Id="rId209" Type="http://schemas.openxmlformats.org/officeDocument/2006/relationships/image" Target="../media/image219.png"/><Relationship Id="rId220" Type="http://schemas.openxmlformats.org/officeDocument/2006/relationships/customXml" Target="../ink/ink223.xml"/><Relationship Id="rId241" Type="http://schemas.openxmlformats.org/officeDocument/2006/relationships/image" Target="../media/image235.png"/><Relationship Id="rId15" Type="http://schemas.openxmlformats.org/officeDocument/2006/relationships/image" Target="../media/image122.png"/><Relationship Id="rId36" Type="http://schemas.openxmlformats.org/officeDocument/2006/relationships/customXml" Target="../ink/ink131.xml"/><Relationship Id="rId57" Type="http://schemas.openxmlformats.org/officeDocument/2006/relationships/image" Target="../media/image143.png"/><Relationship Id="rId262" Type="http://schemas.openxmlformats.org/officeDocument/2006/relationships/customXml" Target="../ink/ink244.xml"/><Relationship Id="rId283" Type="http://schemas.openxmlformats.org/officeDocument/2006/relationships/image" Target="../media/image256.png"/><Relationship Id="rId78" Type="http://schemas.openxmlformats.org/officeDocument/2006/relationships/customXml" Target="../ink/ink152.xml"/><Relationship Id="rId99" Type="http://schemas.openxmlformats.org/officeDocument/2006/relationships/image" Target="../media/image164.png"/><Relationship Id="rId101" Type="http://schemas.openxmlformats.org/officeDocument/2006/relationships/image" Target="../media/image165.png"/><Relationship Id="rId122" Type="http://schemas.openxmlformats.org/officeDocument/2006/relationships/customXml" Target="../ink/ink174.xml"/><Relationship Id="rId143" Type="http://schemas.openxmlformats.org/officeDocument/2006/relationships/image" Target="../media/image186.png"/><Relationship Id="rId164" Type="http://schemas.openxmlformats.org/officeDocument/2006/relationships/customXml" Target="../ink/ink195.xml"/><Relationship Id="rId185" Type="http://schemas.openxmlformats.org/officeDocument/2006/relationships/image" Target="../media/image207.png"/><Relationship Id="rId9" Type="http://schemas.openxmlformats.org/officeDocument/2006/relationships/image" Target="../media/image119.png"/><Relationship Id="rId210" Type="http://schemas.openxmlformats.org/officeDocument/2006/relationships/customXml" Target="../ink/ink218.xml"/><Relationship Id="rId26" Type="http://schemas.openxmlformats.org/officeDocument/2006/relationships/customXml" Target="../ink/ink126.xml"/><Relationship Id="rId231" Type="http://schemas.openxmlformats.org/officeDocument/2006/relationships/image" Target="../media/image230.png"/><Relationship Id="rId252" Type="http://schemas.openxmlformats.org/officeDocument/2006/relationships/customXml" Target="../ink/ink239.xml"/><Relationship Id="rId273" Type="http://schemas.openxmlformats.org/officeDocument/2006/relationships/image" Target="../media/image251.png"/><Relationship Id="rId294" Type="http://schemas.openxmlformats.org/officeDocument/2006/relationships/customXml" Target="../ink/ink260.xml"/><Relationship Id="rId308" Type="http://schemas.openxmlformats.org/officeDocument/2006/relationships/customXml" Target="../ink/ink267.xml"/><Relationship Id="rId47" Type="http://schemas.openxmlformats.org/officeDocument/2006/relationships/image" Target="../media/image138.png"/><Relationship Id="rId68" Type="http://schemas.openxmlformats.org/officeDocument/2006/relationships/customXml" Target="../ink/ink147.xml"/><Relationship Id="rId89" Type="http://schemas.openxmlformats.org/officeDocument/2006/relationships/image" Target="../media/image159.png"/><Relationship Id="rId112" Type="http://schemas.openxmlformats.org/officeDocument/2006/relationships/customXml" Target="../ink/ink169.xml"/><Relationship Id="rId133" Type="http://schemas.openxmlformats.org/officeDocument/2006/relationships/image" Target="../media/image181.png"/><Relationship Id="rId154" Type="http://schemas.openxmlformats.org/officeDocument/2006/relationships/customXml" Target="../ink/ink190.xml"/><Relationship Id="rId175" Type="http://schemas.openxmlformats.org/officeDocument/2006/relationships/image" Target="../media/image202.png"/><Relationship Id="rId196" Type="http://schemas.openxmlformats.org/officeDocument/2006/relationships/customXml" Target="../ink/ink211.xml"/><Relationship Id="rId200" Type="http://schemas.openxmlformats.org/officeDocument/2006/relationships/customXml" Target="../ink/ink213.xml"/><Relationship Id="rId16" Type="http://schemas.openxmlformats.org/officeDocument/2006/relationships/customXml" Target="../ink/ink121.xml"/><Relationship Id="rId221" Type="http://schemas.openxmlformats.org/officeDocument/2006/relationships/image" Target="../media/image225.png"/><Relationship Id="rId242" Type="http://schemas.openxmlformats.org/officeDocument/2006/relationships/customXml" Target="../ink/ink234.xml"/><Relationship Id="rId263" Type="http://schemas.openxmlformats.org/officeDocument/2006/relationships/image" Target="../media/image246.png"/><Relationship Id="rId284" Type="http://schemas.openxmlformats.org/officeDocument/2006/relationships/customXml" Target="../ink/ink255.xml"/><Relationship Id="rId37" Type="http://schemas.openxmlformats.org/officeDocument/2006/relationships/image" Target="../media/image133.png"/><Relationship Id="rId58" Type="http://schemas.openxmlformats.org/officeDocument/2006/relationships/customXml" Target="../ink/ink142.xml"/><Relationship Id="rId79" Type="http://schemas.openxmlformats.org/officeDocument/2006/relationships/image" Target="../media/image154.png"/><Relationship Id="rId102" Type="http://schemas.openxmlformats.org/officeDocument/2006/relationships/customXml" Target="../ink/ink164.xml"/><Relationship Id="rId123" Type="http://schemas.openxmlformats.org/officeDocument/2006/relationships/image" Target="../media/image176.png"/><Relationship Id="rId144" Type="http://schemas.openxmlformats.org/officeDocument/2006/relationships/customXml" Target="../ink/ink185.xml"/><Relationship Id="rId90" Type="http://schemas.openxmlformats.org/officeDocument/2006/relationships/customXml" Target="../ink/ink158.xml"/><Relationship Id="rId165" Type="http://schemas.openxmlformats.org/officeDocument/2006/relationships/image" Target="../media/image197.png"/><Relationship Id="rId186" Type="http://schemas.openxmlformats.org/officeDocument/2006/relationships/customXml" Target="../ink/ink206.xml"/><Relationship Id="rId211" Type="http://schemas.openxmlformats.org/officeDocument/2006/relationships/image" Target="../media/image220.png"/><Relationship Id="rId232" Type="http://schemas.openxmlformats.org/officeDocument/2006/relationships/customXml" Target="../ink/ink229.xml"/><Relationship Id="rId253" Type="http://schemas.openxmlformats.org/officeDocument/2006/relationships/image" Target="../media/image241.png"/><Relationship Id="rId274" Type="http://schemas.openxmlformats.org/officeDocument/2006/relationships/customXml" Target="../ink/ink250.xml"/><Relationship Id="rId295" Type="http://schemas.openxmlformats.org/officeDocument/2006/relationships/image" Target="../media/image262.png"/><Relationship Id="rId309" Type="http://schemas.openxmlformats.org/officeDocument/2006/relationships/image" Target="../media/image269.png"/><Relationship Id="rId27" Type="http://schemas.openxmlformats.org/officeDocument/2006/relationships/image" Target="../media/image128.png"/><Relationship Id="rId48" Type="http://schemas.openxmlformats.org/officeDocument/2006/relationships/customXml" Target="../ink/ink137.xml"/><Relationship Id="rId69" Type="http://schemas.openxmlformats.org/officeDocument/2006/relationships/image" Target="../media/image149.png"/><Relationship Id="rId113" Type="http://schemas.openxmlformats.org/officeDocument/2006/relationships/image" Target="../media/image171.png"/><Relationship Id="rId134" Type="http://schemas.openxmlformats.org/officeDocument/2006/relationships/customXml" Target="../ink/ink180.xml"/><Relationship Id="rId80" Type="http://schemas.openxmlformats.org/officeDocument/2006/relationships/customXml" Target="../ink/ink153.xml"/><Relationship Id="rId155" Type="http://schemas.openxmlformats.org/officeDocument/2006/relationships/image" Target="../media/image192.png"/><Relationship Id="rId176" Type="http://schemas.openxmlformats.org/officeDocument/2006/relationships/customXml" Target="../ink/ink201.xml"/><Relationship Id="rId197" Type="http://schemas.openxmlformats.org/officeDocument/2006/relationships/image" Target="../media/image213.png"/><Relationship Id="rId201" Type="http://schemas.openxmlformats.org/officeDocument/2006/relationships/image" Target="../media/image215.png"/><Relationship Id="rId222" Type="http://schemas.openxmlformats.org/officeDocument/2006/relationships/customXml" Target="../ink/ink224.xml"/><Relationship Id="rId243" Type="http://schemas.openxmlformats.org/officeDocument/2006/relationships/image" Target="../media/image236.png"/><Relationship Id="rId264" Type="http://schemas.openxmlformats.org/officeDocument/2006/relationships/customXml" Target="../ink/ink245.xml"/><Relationship Id="rId285" Type="http://schemas.openxmlformats.org/officeDocument/2006/relationships/image" Target="../media/image257.png"/><Relationship Id="rId17" Type="http://schemas.openxmlformats.org/officeDocument/2006/relationships/image" Target="../media/image123.png"/><Relationship Id="rId38" Type="http://schemas.openxmlformats.org/officeDocument/2006/relationships/customXml" Target="../ink/ink132.xml"/><Relationship Id="rId59" Type="http://schemas.openxmlformats.org/officeDocument/2006/relationships/image" Target="../media/image144.png"/><Relationship Id="rId103" Type="http://schemas.openxmlformats.org/officeDocument/2006/relationships/image" Target="../media/image166.png"/><Relationship Id="rId124" Type="http://schemas.openxmlformats.org/officeDocument/2006/relationships/customXml" Target="../ink/ink175.xml"/><Relationship Id="rId70" Type="http://schemas.openxmlformats.org/officeDocument/2006/relationships/customXml" Target="../ink/ink148.xml"/><Relationship Id="rId91" Type="http://schemas.openxmlformats.org/officeDocument/2006/relationships/image" Target="../media/image160.png"/><Relationship Id="rId145" Type="http://schemas.openxmlformats.org/officeDocument/2006/relationships/image" Target="../media/image187.png"/><Relationship Id="rId166" Type="http://schemas.openxmlformats.org/officeDocument/2006/relationships/customXml" Target="../ink/ink196.xml"/><Relationship Id="rId187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9.xml"/><Relationship Id="rId233" Type="http://schemas.openxmlformats.org/officeDocument/2006/relationships/image" Target="../media/image231.png"/><Relationship Id="rId254" Type="http://schemas.openxmlformats.org/officeDocument/2006/relationships/customXml" Target="../ink/ink240.xml"/><Relationship Id="rId28" Type="http://schemas.openxmlformats.org/officeDocument/2006/relationships/customXml" Target="../ink/ink127.xml"/><Relationship Id="rId49" Type="http://schemas.openxmlformats.org/officeDocument/2006/relationships/image" Target="../media/image139.png"/><Relationship Id="rId114" Type="http://schemas.openxmlformats.org/officeDocument/2006/relationships/customXml" Target="../ink/ink170.xml"/><Relationship Id="rId275" Type="http://schemas.openxmlformats.org/officeDocument/2006/relationships/image" Target="../media/image252.png"/><Relationship Id="rId296" Type="http://schemas.openxmlformats.org/officeDocument/2006/relationships/customXml" Target="../ink/ink261.xml"/><Relationship Id="rId300" Type="http://schemas.openxmlformats.org/officeDocument/2006/relationships/customXml" Target="../ink/ink263.xml"/><Relationship Id="rId60" Type="http://schemas.openxmlformats.org/officeDocument/2006/relationships/customXml" Target="../ink/ink143.xml"/><Relationship Id="rId81" Type="http://schemas.openxmlformats.org/officeDocument/2006/relationships/image" Target="../media/image155.png"/><Relationship Id="rId135" Type="http://schemas.openxmlformats.org/officeDocument/2006/relationships/image" Target="../media/image182.png"/><Relationship Id="rId156" Type="http://schemas.openxmlformats.org/officeDocument/2006/relationships/customXml" Target="../ink/ink191.xml"/><Relationship Id="rId177" Type="http://schemas.openxmlformats.org/officeDocument/2006/relationships/image" Target="../media/image203.png"/><Relationship Id="rId198" Type="http://schemas.openxmlformats.org/officeDocument/2006/relationships/customXml" Target="../ink/ink212.xml"/><Relationship Id="rId202" Type="http://schemas.openxmlformats.org/officeDocument/2006/relationships/customXml" Target="../ink/ink214.xml"/><Relationship Id="rId223" Type="http://schemas.openxmlformats.org/officeDocument/2006/relationships/image" Target="../media/image226.png"/><Relationship Id="rId244" Type="http://schemas.openxmlformats.org/officeDocument/2006/relationships/customXml" Target="../ink/ink235.xml"/><Relationship Id="rId18" Type="http://schemas.openxmlformats.org/officeDocument/2006/relationships/customXml" Target="../ink/ink122.xml"/><Relationship Id="rId39" Type="http://schemas.openxmlformats.org/officeDocument/2006/relationships/image" Target="../media/image134.png"/><Relationship Id="rId265" Type="http://schemas.openxmlformats.org/officeDocument/2006/relationships/image" Target="../media/image247.png"/><Relationship Id="rId286" Type="http://schemas.openxmlformats.org/officeDocument/2006/relationships/customXml" Target="../ink/ink256.xml"/><Relationship Id="rId50" Type="http://schemas.openxmlformats.org/officeDocument/2006/relationships/customXml" Target="../ink/ink138.xml"/><Relationship Id="rId104" Type="http://schemas.openxmlformats.org/officeDocument/2006/relationships/customXml" Target="../ink/ink165.xml"/><Relationship Id="rId125" Type="http://schemas.openxmlformats.org/officeDocument/2006/relationships/image" Target="../media/image177.png"/><Relationship Id="rId146" Type="http://schemas.openxmlformats.org/officeDocument/2006/relationships/customXml" Target="../ink/ink186.xml"/><Relationship Id="rId167" Type="http://schemas.openxmlformats.org/officeDocument/2006/relationships/image" Target="../media/image198.png"/><Relationship Id="rId188" Type="http://schemas.openxmlformats.org/officeDocument/2006/relationships/customXml" Target="../ink/ink207.xml"/><Relationship Id="rId71" Type="http://schemas.openxmlformats.org/officeDocument/2006/relationships/image" Target="../media/image150.png"/><Relationship Id="rId92" Type="http://schemas.openxmlformats.org/officeDocument/2006/relationships/customXml" Target="../ink/ink159.xml"/><Relationship Id="rId213" Type="http://schemas.openxmlformats.org/officeDocument/2006/relationships/image" Target="../media/image221.png"/><Relationship Id="rId234" Type="http://schemas.openxmlformats.org/officeDocument/2006/relationships/customXml" Target="../ink/ink230.xml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129.png"/><Relationship Id="rId255" Type="http://schemas.openxmlformats.org/officeDocument/2006/relationships/image" Target="../media/image242.png"/><Relationship Id="rId276" Type="http://schemas.openxmlformats.org/officeDocument/2006/relationships/customXml" Target="../ink/ink251.xml"/><Relationship Id="rId297" Type="http://schemas.openxmlformats.org/officeDocument/2006/relationships/image" Target="../media/image263.png"/><Relationship Id="rId40" Type="http://schemas.openxmlformats.org/officeDocument/2006/relationships/customXml" Target="../ink/ink133.xml"/><Relationship Id="rId115" Type="http://schemas.openxmlformats.org/officeDocument/2006/relationships/image" Target="../media/image172.png"/><Relationship Id="rId136" Type="http://schemas.openxmlformats.org/officeDocument/2006/relationships/customXml" Target="../ink/ink181.xml"/><Relationship Id="rId157" Type="http://schemas.openxmlformats.org/officeDocument/2006/relationships/image" Target="../media/image193.png"/><Relationship Id="rId178" Type="http://schemas.openxmlformats.org/officeDocument/2006/relationships/customXml" Target="../ink/ink202.xml"/><Relationship Id="rId301" Type="http://schemas.openxmlformats.org/officeDocument/2006/relationships/image" Target="../media/image265.png"/><Relationship Id="rId61" Type="http://schemas.openxmlformats.org/officeDocument/2006/relationships/image" Target="../media/image145.png"/><Relationship Id="rId82" Type="http://schemas.openxmlformats.org/officeDocument/2006/relationships/customXml" Target="../ink/ink154.xml"/><Relationship Id="rId199" Type="http://schemas.openxmlformats.org/officeDocument/2006/relationships/image" Target="../media/image214.png"/><Relationship Id="rId203" Type="http://schemas.openxmlformats.org/officeDocument/2006/relationships/image" Target="../media/image216.png"/><Relationship Id="rId19" Type="http://schemas.openxmlformats.org/officeDocument/2006/relationships/image" Target="../media/image124.png"/><Relationship Id="rId224" Type="http://schemas.openxmlformats.org/officeDocument/2006/relationships/customXml" Target="../ink/ink225.xml"/><Relationship Id="rId245" Type="http://schemas.openxmlformats.org/officeDocument/2006/relationships/image" Target="../media/image237.png"/><Relationship Id="rId266" Type="http://schemas.openxmlformats.org/officeDocument/2006/relationships/customXml" Target="../ink/ink246.xml"/><Relationship Id="rId287" Type="http://schemas.openxmlformats.org/officeDocument/2006/relationships/image" Target="../media/image258.png"/><Relationship Id="rId30" Type="http://schemas.openxmlformats.org/officeDocument/2006/relationships/customXml" Target="../ink/ink128.xml"/><Relationship Id="rId105" Type="http://schemas.openxmlformats.org/officeDocument/2006/relationships/image" Target="../media/image167.png"/><Relationship Id="rId126" Type="http://schemas.openxmlformats.org/officeDocument/2006/relationships/customXml" Target="../ink/ink176.xml"/><Relationship Id="rId147" Type="http://schemas.openxmlformats.org/officeDocument/2006/relationships/image" Target="../media/image188.png"/><Relationship Id="rId168" Type="http://schemas.openxmlformats.org/officeDocument/2006/relationships/customXml" Target="../ink/ink197.xml"/><Relationship Id="rId51" Type="http://schemas.openxmlformats.org/officeDocument/2006/relationships/image" Target="../media/image140.png"/><Relationship Id="rId72" Type="http://schemas.openxmlformats.org/officeDocument/2006/relationships/customXml" Target="../ink/ink149.xml"/><Relationship Id="rId93" Type="http://schemas.openxmlformats.org/officeDocument/2006/relationships/image" Target="../media/image161.png"/><Relationship Id="rId189" Type="http://schemas.openxmlformats.org/officeDocument/2006/relationships/image" Target="../media/image209.png"/><Relationship Id="rId3" Type="http://schemas.openxmlformats.org/officeDocument/2006/relationships/image" Target="../media/image2.svg"/><Relationship Id="rId214" Type="http://schemas.openxmlformats.org/officeDocument/2006/relationships/customXml" Target="../ink/ink220.xml"/><Relationship Id="rId235" Type="http://schemas.openxmlformats.org/officeDocument/2006/relationships/image" Target="../media/image232.png"/><Relationship Id="rId256" Type="http://schemas.openxmlformats.org/officeDocument/2006/relationships/customXml" Target="../ink/ink241.xml"/><Relationship Id="rId277" Type="http://schemas.openxmlformats.org/officeDocument/2006/relationships/image" Target="../media/image253.png"/><Relationship Id="rId298" Type="http://schemas.openxmlformats.org/officeDocument/2006/relationships/customXml" Target="../ink/ink262.xml"/><Relationship Id="rId116" Type="http://schemas.openxmlformats.org/officeDocument/2006/relationships/customXml" Target="../ink/ink171.xml"/><Relationship Id="rId137" Type="http://schemas.openxmlformats.org/officeDocument/2006/relationships/image" Target="../media/image183.png"/><Relationship Id="rId158" Type="http://schemas.openxmlformats.org/officeDocument/2006/relationships/customXml" Target="../ink/ink192.xml"/><Relationship Id="rId302" Type="http://schemas.openxmlformats.org/officeDocument/2006/relationships/customXml" Target="../ink/ink264.xml"/><Relationship Id="rId20" Type="http://schemas.openxmlformats.org/officeDocument/2006/relationships/customXml" Target="../ink/ink123.xml"/><Relationship Id="rId41" Type="http://schemas.openxmlformats.org/officeDocument/2006/relationships/image" Target="../media/image135.png"/><Relationship Id="rId62" Type="http://schemas.openxmlformats.org/officeDocument/2006/relationships/customXml" Target="../ink/ink144.xml"/><Relationship Id="rId83" Type="http://schemas.openxmlformats.org/officeDocument/2006/relationships/image" Target="../media/image156.png"/><Relationship Id="rId179" Type="http://schemas.openxmlformats.org/officeDocument/2006/relationships/image" Target="../media/image204.png"/><Relationship Id="rId190" Type="http://schemas.openxmlformats.org/officeDocument/2006/relationships/customXml" Target="../ink/ink208.xml"/><Relationship Id="rId204" Type="http://schemas.openxmlformats.org/officeDocument/2006/relationships/customXml" Target="../ink/ink215.xml"/><Relationship Id="rId225" Type="http://schemas.openxmlformats.org/officeDocument/2006/relationships/image" Target="../media/image227.png"/><Relationship Id="rId246" Type="http://schemas.openxmlformats.org/officeDocument/2006/relationships/customXml" Target="../ink/ink236.xml"/><Relationship Id="rId267" Type="http://schemas.openxmlformats.org/officeDocument/2006/relationships/image" Target="../media/image248.png"/><Relationship Id="rId288" Type="http://schemas.openxmlformats.org/officeDocument/2006/relationships/customXml" Target="../ink/ink257.xml"/><Relationship Id="rId106" Type="http://schemas.openxmlformats.org/officeDocument/2006/relationships/customXml" Target="../ink/ink166.xml"/><Relationship Id="rId127" Type="http://schemas.openxmlformats.org/officeDocument/2006/relationships/image" Target="../media/image178.png"/><Relationship Id="rId10" Type="http://schemas.openxmlformats.org/officeDocument/2006/relationships/customXml" Target="../ink/ink118.xml"/><Relationship Id="rId31" Type="http://schemas.openxmlformats.org/officeDocument/2006/relationships/image" Target="../media/image130.png"/><Relationship Id="rId52" Type="http://schemas.openxmlformats.org/officeDocument/2006/relationships/customXml" Target="../ink/ink139.xml"/><Relationship Id="rId73" Type="http://schemas.openxmlformats.org/officeDocument/2006/relationships/image" Target="../media/image151.png"/><Relationship Id="rId94" Type="http://schemas.openxmlformats.org/officeDocument/2006/relationships/customXml" Target="../ink/ink160.xml"/><Relationship Id="rId148" Type="http://schemas.openxmlformats.org/officeDocument/2006/relationships/customXml" Target="../ink/ink187.xml"/><Relationship Id="rId169" Type="http://schemas.openxmlformats.org/officeDocument/2006/relationships/image" Target="../media/image199.png"/><Relationship Id="rId4" Type="http://schemas.openxmlformats.org/officeDocument/2006/relationships/customXml" Target="../ink/ink115.xml"/><Relationship Id="rId180" Type="http://schemas.openxmlformats.org/officeDocument/2006/relationships/customXml" Target="../ink/ink203.xml"/><Relationship Id="rId215" Type="http://schemas.openxmlformats.org/officeDocument/2006/relationships/image" Target="../media/image222.png"/><Relationship Id="rId236" Type="http://schemas.openxmlformats.org/officeDocument/2006/relationships/customXml" Target="../ink/ink231.xml"/><Relationship Id="rId257" Type="http://schemas.openxmlformats.org/officeDocument/2006/relationships/image" Target="../media/image243.png"/><Relationship Id="rId278" Type="http://schemas.openxmlformats.org/officeDocument/2006/relationships/customXml" Target="../ink/ink252.xml"/><Relationship Id="rId303" Type="http://schemas.openxmlformats.org/officeDocument/2006/relationships/image" Target="../media/image266.png"/><Relationship Id="rId42" Type="http://schemas.openxmlformats.org/officeDocument/2006/relationships/customXml" Target="../ink/ink134.xml"/><Relationship Id="rId84" Type="http://schemas.openxmlformats.org/officeDocument/2006/relationships/customXml" Target="../ink/ink155.xml"/><Relationship Id="rId138" Type="http://schemas.openxmlformats.org/officeDocument/2006/relationships/customXml" Target="../ink/ink182.xml"/><Relationship Id="rId191" Type="http://schemas.openxmlformats.org/officeDocument/2006/relationships/image" Target="../media/image210.png"/><Relationship Id="rId205" Type="http://schemas.openxmlformats.org/officeDocument/2006/relationships/image" Target="../media/image217.png"/><Relationship Id="rId247" Type="http://schemas.openxmlformats.org/officeDocument/2006/relationships/image" Target="../media/image238.png"/><Relationship Id="rId107" Type="http://schemas.openxmlformats.org/officeDocument/2006/relationships/image" Target="../media/image168.png"/><Relationship Id="rId289" Type="http://schemas.openxmlformats.org/officeDocument/2006/relationships/image" Target="../media/image259.png"/><Relationship Id="rId11" Type="http://schemas.openxmlformats.org/officeDocument/2006/relationships/image" Target="../media/image120.png"/><Relationship Id="rId53" Type="http://schemas.openxmlformats.org/officeDocument/2006/relationships/image" Target="../media/image141.png"/><Relationship Id="rId149" Type="http://schemas.openxmlformats.org/officeDocument/2006/relationships/image" Target="../media/image189.png"/><Relationship Id="rId95" Type="http://schemas.openxmlformats.org/officeDocument/2006/relationships/image" Target="../media/image162.png"/><Relationship Id="rId160" Type="http://schemas.openxmlformats.org/officeDocument/2006/relationships/customXml" Target="../ink/ink193.xml"/><Relationship Id="rId216" Type="http://schemas.openxmlformats.org/officeDocument/2006/relationships/customXml" Target="../ink/ink221.xml"/><Relationship Id="rId258" Type="http://schemas.openxmlformats.org/officeDocument/2006/relationships/customXml" Target="../ink/ink242.xml"/><Relationship Id="rId22" Type="http://schemas.openxmlformats.org/officeDocument/2006/relationships/customXml" Target="../ink/ink124.xml"/><Relationship Id="rId64" Type="http://schemas.openxmlformats.org/officeDocument/2006/relationships/customXml" Target="../ink/ink145.xml"/><Relationship Id="rId118" Type="http://schemas.openxmlformats.org/officeDocument/2006/relationships/customXml" Target="../ink/ink172.xml"/><Relationship Id="rId171" Type="http://schemas.openxmlformats.org/officeDocument/2006/relationships/image" Target="../media/image200.png"/><Relationship Id="rId227" Type="http://schemas.openxmlformats.org/officeDocument/2006/relationships/image" Target="../media/image228.png"/><Relationship Id="rId269" Type="http://schemas.openxmlformats.org/officeDocument/2006/relationships/image" Target="../media/image249.png"/><Relationship Id="rId33" Type="http://schemas.openxmlformats.org/officeDocument/2006/relationships/image" Target="../media/image131.png"/><Relationship Id="rId129" Type="http://schemas.openxmlformats.org/officeDocument/2006/relationships/image" Target="../media/image179.png"/><Relationship Id="rId280" Type="http://schemas.openxmlformats.org/officeDocument/2006/relationships/customXml" Target="../ink/ink253.xml"/><Relationship Id="rId75" Type="http://schemas.openxmlformats.org/officeDocument/2006/relationships/image" Target="../media/image152.png"/><Relationship Id="rId140" Type="http://schemas.openxmlformats.org/officeDocument/2006/relationships/customXml" Target="../ink/ink183.xml"/><Relationship Id="rId182" Type="http://schemas.openxmlformats.org/officeDocument/2006/relationships/customXml" Target="../ink/ink204.xml"/><Relationship Id="rId6" Type="http://schemas.openxmlformats.org/officeDocument/2006/relationships/customXml" Target="../ink/ink116.xml"/><Relationship Id="rId238" Type="http://schemas.openxmlformats.org/officeDocument/2006/relationships/customXml" Target="../ink/ink232.xml"/><Relationship Id="rId291" Type="http://schemas.openxmlformats.org/officeDocument/2006/relationships/image" Target="../media/image260.png"/><Relationship Id="rId305" Type="http://schemas.openxmlformats.org/officeDocument/2006/relationships/image" Target="../media/image267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4.xml"/><Relationship Id="rId299" Type="http://schemas.openxmlformats.org/officeDocument/2006/relationships/customXml" Target="../ink/ink415.xml"/><Relationship Id="rId21" Type="http://schemas.openxmlformats.org/officeDocument/2006/relationships/customXml" Target="../ink/ink276.xml"/><Relationship Id="rId63" Type="http://schemas.openxmlformats.org/officeDocument/2006/relationships/customXml" Target="../ink/ink297.xml"/><Relationship Id="rId159" Type="http://schemas.openxmlformats.org/officeDocument/2006/relationships/customXml" Target="../ink/ink345.xml"/><Relationship Id="rId324" Type="http://schemas.openxmlformats.org/officeDocument/2006/relationships/image" Target="../media/image431.png"/><Relationship Id="rId366" Type="http://schemas.openxmlformats.org/officeDocument/2006/relationships/image" Target="../media/image452.png"/><Relationship Id="rId170" Type="http://schemas.openxmlformats.org/officeDocument/2006/relationships/image" Target="../media/image354.png"/><Relationship Id="rId226" Type="http://schemas.openxmlformats.org/officeDocument/2006/relationships/image" Target="../media/image382.png"/><Relationship Id="rId268" Type="http://schemas.openxmlformats.org/officeDocument/2006/relationships/image" Target="../media/image403.png"/><Relationship Id="rId32" Type="http://schemas.openxmlformats.org/officeDocument/2006/relationships/image" Target="../media/image285.png"/><Relationship Id="rId74" Type="http://schemas.openxmlformats.org/officeDocument/2006/relationships/image" Target="../media/image306.png"/><Relationship Id="rId128" Type="http://schemas.openxmlformats.org/officeDocument/2006/relationships/image" Target="../media/image333.png"/><Relationship Id="rId335" Type="http://schemas.openxmlformats.org/officeDocument/2006/relationships/customXml" Target="../ink/ink433.xml"/><Relationship Id="rId377" Type="http://schemas.openxmlformats.org/officeDocument/2006/relationships/image" Target="../media/image457.png"/><Relationship Id="rId5" Type="http://schemas.openxmlformats.org/officeDocument/2006/relationships/customXml" Target="../ink/ink268.xml"/><Relationship Id="rId181" Type="http://schemas.openxmlformats.org/officeDocument/2006/relationships/customXml" Target="../ink/ink356.xml"/><Relationship Id="rId237" Type="http://schemas.openxmlformats.org/officeDocument/2006/relationships/customXml" Target="../ink/ink384.xml"/><Relationship Id="rId402" Type="http://schemas.openxmlformats.org/officeDocument/2006/relationships/customXml" Target="../ink/ink467.xml"/><Relationship Id="rId279" Type="http://schemas.openxmlformats.org/officeDocument/2006/relationships/customXml" Target="../ink/ink405.xml"/><Relationship Id="rId43" Type="http://schemas.openxmlformats.org/officeDocument/2006/relationships/customXml" Target="../ink/ink287.xml"/><Relationship Id="rId139" Type="http://schemas.openxmlformats.org/officeDocument/2006/relationships/customXml" Target="../ink/ink335.xml"/><Relationship Id="rId290" Type="http://schemas.openxmlformats.org/officeDocument/2006/relationships/image" Target="../media/image414.png"/><Relationship Id="rId304" Type="http://schemas.openxmlformats.org/officeDocument/2006/relationships/image" Target="../media/image421.png"/><Relationship Id="rId346" Type="http://schemas.openxmlformats.org/officeDocument/2006/relationships/image" Target="../media/image442.png"/><Relationship Id="rId388" Type="http://schemas.openxmlformats.org/officeDocument/2006/relationships/customXml" Target="../ink/ink460.xml"/><Relationship Id="rId85" Type="http://schemas.openxmlformats.org/officeDocument/2006/relationships/customXml" Target="../ink/ink308.xml"/><Relationship Id="rId150" Type="http://schemas.openxmlformats.org/officeDocument/2006/relationships/image" Target="../media/image344.png"/><Relationship Id="rId192" Type="http://schemas.openxmlformats.org/officeDocument/2006/relationships/image" Target="../media/image365.png"/><Relationship Id="rId206" Type="http://schemas.openxmlformats.org/officeDocument/2006/relationships/image" Target="../media/image372.png"/><Relationship Id="rId413" Type="http://schemas.openxmlformats.org/officeDocument/2006/relationships/image" Target="../media/image475.png"/><Relationship Id="rId248" Type="http://schemas.openxmlformats.org/officeDocument/2006/relationships/image" Target="../media/image393.png"/><Relationship Id="rId12" Type="http://schemas.openxmlformats.org/officeDocument/2006/relationships/image" Target="../media/image275.png"/><Relationship Id="rId108" Type="http://schemas.openxmlformats.org/officeDocument/2006/relationships/image" Target="../media/image323.png"/><Relationship Id="rId315" Type="http://schemas.openxmlformats.org/officeDocument/2006/relationships/customXml" Target="../ink/ink423.xml"/><Relationship Id="rId357" Type="http://schemas.openxmlformats.org/officeDocument/2006/relationships/customXml" Target="../ink/ink444.xml"/><Relationship Id="rId54" Type="http://schemas.openxmlformats.org/officeDocument/2006/relationships/image" Target="../media/image296.png"/><Relationship Id="rId96" Type="http://schemas.openxmlformats.org/officeDocument/2006/relationships/image" Target="../media/image317.png"/><Relationship Id="rId161" Type="http://schemas.openxmlformats.org/officeDocument/2006/relationships/customXml" Target="../ink/ink346.xml"/><Relationship Id="rId217" Type="http://schemas.openxmlformats.org/officeDocument/2006/relationships/customXml" Target="../ink/ink374.xml"/><Relationship Id="rId399" Type="http://schemas.openxmlformats.org/officeDocument/2006/relationships/image" Target="../media/image468.png"/><Relationship Id="rId259" Type="http://schemas.openxmlformats.org/officeDocument/2006/relationships/customXml" Target="../ink/ink395.xml"/><Relationship Id="rId23" Type="http://schemas.openxmlformats.org/officeDocument/2006/relationships/customXml" Target="../ink/ink277.xml"/><Relationship Id="rId119" Type="http://schemas.openxmlformats.org/officeDocument/2006/relationships/customXml" Target="../ink/ink325.xml"/><Relationship Id="rId270" Type="http://schemas.openxmlformats.org/officeDocument/2006/relationships/image" Target="../media/image404.png"/><Relationship Id="rId326" Type="http://schemas.openxmlformats.org/officeDocument/2006/relationships/image" Target="../media/image432.png"/><Relationship Id="rId65" Type="http://schemas.openxmlformats.org/officeDocument/2006/relationships/customXml" Target="../ink/ink298.xml"/><Relationship Id="rId130" Type="http://schemas.openxmlformats.org/officeDocument/2006/relationships/image" Target="../media/image334.png"/><Relationship Id="rId368" Type="http://schemas.openxmlformats.org/officeDocument/2006/relationships/image" Target="../media/image453.png"/><Relationship Id="rId172" Type="http://schemas.openxmlformats.org/officeDocument/2006/relationships/image" Target="../media/image355.png"/><Relationship Id="rId228" Type="http://schemas.openxmlformats.org/officeDocument/2006/relationships/image" Target="../media/image383.png"/><Relationship Id="rId281" Type="http://schemas.openxmlformats.org/officeDocument/2006/relationships/customXml" Target="../ink/ink406.xml"/><Relationship Id="rId337" Type="http://schemas.openxmlformats.org/officeDocument/2006/relationships/customXml" Target="../ink/ink434.xml"/><Relationship Id="rId34" Type="http://schemas.openxmlformats.org/officeDocument/2006/relationships/image" Target="../media/image286.png"/><Relationship Id="rId76" Type="http://schemas.openxmlformats.org/officeDocument/2006/relationships/image" Target="../media/image307.png"/><Relationship Id="rId141" Type="http://schemas.openxmlformats.org/officeDocument/2006/relationships/customXml" Target="../ink/ink336.xml"/><Relationship Id="rId379" Type="http://schemas.openxmlformats.org/officeDocument/2006/relationships/image" Target="../media/image458.png"/><Relationship Id="rId7" Type="http://schemas.openxmlformats.org/officeDocument/2006/relationships/customXml" Target="../ink/ink269.xml"/><Relationship Id="rId183" Type="http://schemas.openxmlformats.org/officeDocument/2006/relationships/customXml" Target="../ink/ink357.xml"/><Relationship Id="rId239" Type="http://schemas.openxmlformats.org/officeDocument/2006/relationships/customXml" Target="../ink/ink385.xml"/><Relationship Id="rId390" Type="http://schemas.openxmlformats.org/officeDocument/2006/relationships/customXml" Target="../ink/ink461.xml"/><Relationship Id="rId404" Type="http://schemas.openxmlformats.org/officeDocument/2006/relationships/customXml" Target="../ink/ink468.xml"/><Relationship Id="rId250" Type="http://schemas.openxmlformats.org/officeDocument/2006/relationships/image" Target="../media/image394.png"/><Relationship Id="rId292" Type="http://schemas.openxmlformats.org/officeDocument/2006/relationships/image" Target="../media/image415.png"/><Relationship Id="rId306" Type="http://schemas.openxmlformats.org/officeDocument/2006/relationships/image" Target="../media/image422.png"/><Relationship Id="rId45" Type="http://schemas.openxmlformats.org/officeDocument/2006/relationships/customXml" Target="../ink/ink288.xml"/><Relationship Id="rId87" Type="http://schemas.openxmlformats.org/officeDocument/2006/relationships/customXml" Target="../ink/ink309.xml"/><Relationship Id="rId110" Type="http://schemas.openxmlformats.org/officeDocument/2006/relationships/image" Target="../media/image324.png"/><Relationship Id="rId348" Type="http://schemas.openxmlformats.org/officeDocument/2006/relationships/image" Target="../media/image443.png"/><Relationship Id="rId152" Type="http://schemas.openxmlformats.org/officeDocument/2006/relationships/image" Target="../media/image345.png"/><Relationship Id="rId194" Type="http://schemas.openxmlformats.org/officeDocument/2006/relationships/image" Target="../media/image366.png"/><Relationship Id="rId208" Type="http://schemas.openxmlformats.org/officeDocument/2006/relationships/image" Target="../media/image373.png"/><Relationship Id="rId261" Type="http://schemas.openxmlformats.org/officeDocument/2006/relationships/customXml" Target="../ink/ink396.xml"/><Relationship Id="rId14" Type="http://schemas.openxmlformats.org/officeDocument/2006/relationships/image" Target="../media/image276.png"/><Relationship Id="rId56" Type="http://schemas.openxmlformats.org/officeDocument/2006/relationships/image" Target="../media/image297.png"/><Relationship Id="rId317" Type="http://schemas.openxmlformats.org/officeDocument/2006/relationships/customXml" Target="../ink/ink424.xml"/><Relationship Id="rId359" Type="http://schemas.openxmlformats.org/officeDocument/2006/relationships/customXml" Target="../ink/ink445.xml"/><Relationship Id="rId98" Type="http://schemas.openxmlformats.org/officeDocument/2006/relationships/image" Target="../media/image318.png"/><Relationship Id="rId121" Type="http://schemas.openxmlformats.org/officeDocument/2006/relationships/customXml" Target="../ink/ink326.xml"/><Relationship Id="rId163" Type="http://schemas.openxmlformats.org/officeDocument/2006/relationships/customXml" Target="../ink/ink347.xml"/><Relationship Id="rId219" Type="http://schemas.openxmlformats.org/officeDocument/2006/relationships/customXml" Target="../ink/ink375.xml"/><Relationship Id="rId370" Type="http://schemas.openxmlformats.org/officeDocument/2006/relationships/customXml" Target="../ink/ink451.xml"/><Relationship Id="rId230" Type="http://schemas.openxmlformats.org/officeDocument/2006/relationships/image" Target="../media/image384.png"/><Relationship Id="rId25" Type="http://schemas.openxmlformats.org/officeDocument/2006/relationships/customXml" Target="../ink/ink278.xml"/><Relationship Id="rId67" Type="http://schemas.openxmlformats.org/officeDocument/2006/relationships/customXml" Target="../ink/ink299.xml"/><Relationship Id="rId272" Type="http://schemas.openxmlformats.org/officeDocument/2006/relationships/image" Target="../media/image405.png"/><Relationship Id="rId328" Type="http://schemas.openxmlformats.org/officeDocument/2006/relationships/image" Target="../media/image433.png"/><Relationship Id="rId132" Type="http://schemas.openxmlformats.org/officeDocument/2006/relationships/image" Target="../media/image335.png"/><Relationship Id="rId174" Type="http://schemas.openxmlformats.org/officeDocument/2006/relationships/image" Target="../media/image356.png"/><Relationship Id="rId381" Type="http://schemas.openxmlformats.org/officeDocument/2006/relationships/image" Target="../media/image459.png"/><Relationship Id="rId241" Type="http://schemas.openxmlformats.org/officeDocument/2006/relationships/customXml" Target="../ink/ink386.xml"/><Relationship Id="rId36" Type="http://schemas.openxmlformats.org/officeDocument/2006/relationships/image" Target="../media/image287.png"/><Relationship Id="rId283" Type="http://schemas.openxmlformats.org/officeDocument/2006/relationships/customXml" Target="../ink/ink407.xml"/><Relationship Id="rId339" Type="http://schemas.openxmlformats.org/officeDocument/2006/relationships/customXml" Target="../ink/ink435.xml"/><Relationship Id="rId78" Type="http://schemas.openxmlformats.org/officeDocument/2006/relationships/image" Target="../media/image308.png"/><Relationship Id="rId101" Type="http://schemas.openxmlformats.org/officeDocument/2006/relationships/customXml" Target="../ink/ink316.xml"/><Relationship Id="rId143" Type="http://schemas.openxmlformats.org/officeDocument/2006/relationships/customXml" Target="../ink/ink337.xml"/><Relationship Id="rId185" Type="http://schemas.openxmlformats.org/officeDocument/2006/relationships/customXml" Target="../ink/ink358.xml"/><Relationship Id="rId350" Type="http://schemas.openxmlformats.org/officeDocument/2006/relationships/image" Target="../media/image444.png"/><Relationship Id="rId406" Type="http://schemas.openxmlformats.org/officeDocument/2006/relationships/customXml" Target="../ink/ink469.xml"/><Relationship Id="rId9" Type="http://schemas.openxmlformats.org/officeDocument/2006/relationships/customXml" Target="../ink/ink270.xml"/><Relationship Id="rId210" Type="http://schemas.openxmlformats.org/officeDocument/2006/relationships/image" Target="../media/image374.png"/><Relationship Id="rId392" Type="http://schemas.openxmlformats.org/officeDocument/2006/relationships/customXml" Target="../ink/ink462.xml"/><Relationship Id="rId252" Type="http://schemas.openxmlformats.org/officeDocument/2006/relationships/image" Target="../media/image395.png"/><Relationship Id="rId294" Type="http://schemas.openxmlformats.org/officeDocument/2006/relationships/image" Target="../media/image416.png"/><Relationship Id="rId308" Type="http://schemas.openxmlformats.org/officeDocument/2006/relationships/image" Target="../media/image423.png"/><Relationship Id="rId47" Type="http://schemas.openxmlformats.org/officeDocument/2006/relationships/customXml" Target="../ink/ink289.xml"/><Relationship Id="rId89" Type="http://schemas.openxmlformats.org/officeDocument/2006/relationships/customXml" Target="../ink/ink310.xml"/><Relationship Id="rId112" Type="http://schemas.openxmlformats.org/officeDocument/2006/relationships/image" Target="../media/image325.png"/><Relationship Id="rId154" Type="http://schemas.openxmlformats.org/officeDocument/2006/relationships/image" Target="../media/image346.png"/><Relationship Id="rId361" Type="http://schemas.openxmlformats.org/officeDocument/2006/relationships/customXml" Target="../ink/ink446.xml"/><Relationship Id="rId196" Type="http://schemas.openxmlformats.org/officeDocument/2006/relationships/image" Target="../media/image367.png"/><Relationship Id="rId16" Type="http://schemas.openxmlformats.org/officeDocument/2006/relationships/image" Target="../media/image277.png"/><Relationship Id="rId221" Type="http://schemas.openxmlformats.org/officeDocument/2006/relationships/customXml" Target="../ink/ink376.xml"/><Relationship Id="rId263" Type="http://schemas.openxmlformats.org/officeDocument/2006/relationships/customXml" Target="../ink/ink397.xml"/><Relationship Id="rId319" Type="http://schemas.openxmlformats.org/officeDocument/2006/relationships/customXml" Target="../ink/ink425.xml"/><Relationship Id="rId58" Type="http://schemas.openxmlformats.org/officeDocument/2006/relationships/image" Target="../media/image298.png"/><Relationship Id="rId123" Type="http://schemas.openxmlformats.org/officeDocument/2006/relationships/customXml" Target="../ink/ink327.xml"/><Relationship Id="rId330" Type="http://schemas.openxmlformats.org/officeDocument/2006/relationships/image" Target="../media/image434.png"/><Relationship Id="rId165" Type="http://schemas.openxmlformats.org/officeDocument/2006/relationships/customXml" Target="../ink/ink348.xml"/><Relationship Id="rId372" Type="http://schemas.openxmlformats.org/officeDocument/2006/relationships/customXml" Target="../ink/ink452.xml"/><Relationship Id="rId232" Type="http://schemas.openxmlformats.org/officeDocument/2006/relationships/image" Target="../media/image385.png"/><Relationship Id="rId274" Type="http://schemas.openxmlformats.org/officeDocument/2006/relationships/image" Target="../media/image406.png"/><Relationship Id="rId27" Type="http://schemas.openxmlformats.org/officeDocument/2006/relationships/customXml" Target="../ink/ink279.xml"/><Relationship Id="rId69" Type="http://schemas.openxmlformats.org/officeDocument/2006/relationships/customXml" Target="../ink/ink300.xml"/><Relationship Id="rId134" Type="http://schemas.openxmlformats.org/officeDocument/2006/relationships/image" Target="../media/image336.png"/><Relationship Id="rId80" Type="http://schemas.openxmlformats.org/officeDocument/2006/relationships/image" Target="../media/image309.png"/><Relationship Id="rId155" Type="http://schemas.openxmlformats.org/officeDocument/2006/relationships/customXml" Target="../ink/ink343.xml"/><Relationship Id="rId176" Type="http://schemas.openxmlformats.org/officeDocument/2006/relationships/image" Target="../media/image357.png"/><Relationship Id="rId197" Type="http://schemas.openxmlformats.org/officeDocument/2006/relationships/customXml" Target="../ink/ink364.xml"/><Relationship Id="rId341" Type="http://schemas.openxmlformats.org/officeDocument/2006/relationships/customXml" Target="../ink/ink436.xml"/><Relationship Id="rId362" Type="http://schemas.openxmlformats.org/officeDocument/2006/relationships/image" Target="../media/image450.png"/><Relationship Id="rId383" Type="http://schemas.openxmlformats.org/officeDocument/2006/relationships/image" Target="../media/image460.png"/><Relationship Id="rId201" Type="http://schemas.openxmlformats.org/officeDocument/2006/relationships/customXml" Target="../ink/ink366.xml"/><Relationship Id="rId222" Type="http://schemas.openxmlformats.org/officeDocument/2006/relationships/image" Target="../media/image380.png"/><Relationship Id="rId243" Type="http://schemas.openxmlformats.org/officeDocument/2006/relationships/customXml" Target="../ink/ink387.xml"/><Relationship Id="rId264" Type="http://schemas.openxmlformats.org/officeDocument/2006/relationships/image" Target="../media/image401.png"/><Relationship Id="rId285" Type="http://schemas.openxmlformats.org/officeDocument/2006/relationships/customXml" Target="../ink/ink408.xml"/><Relationship Id="rId17" Type="http://schemas.openxmlformats.org/officeDocument/2006/relationships/customXml" Target="../ink/ink274.xml"/><Relationship Id="rId38" Type="http://schemas.openxmlformats.org/officeDocument/2006/relationships/image" Target="../media/image288.png"/><Relationship Id="rId59" Type="http://schemas.openxmlformats.org/officeDocument/2006/relationships/customXml" Target="../ink/ink295.xml"/><Relationship Id="rId103" Type="http://schemas.openxmlformats.org/officeDocument/2006/relationships/customXml" Target="../ink/ink317.xml"/><Relationship Id="rId124" Type="http://schemas.openxmlformats.org/officeDocument/2006/relationships/image" Target="../media/image331.png"/><Relationship Id="rId310" Type="http://schemas.openxmlformats.org/officeDocument/2006/relationships/image" Target="../media/image424.png"/><Relationship Id="rId70" Type="http://schemas.openxmlformats.org/officeDocument/2006/relationships/image" Target="../media/image304.png"/><Relationship Id="rId91" Type="http://schemas.openxmlformats.org/officeDocument/2006/relationships/customXml" Target="../ink/ink311.xml"/><Relationship Id="rId145" Type="http://schemas.openxmlformats.org/officeDocument/2006/relationships/customXml" Target="../ink/ink338.xml"/><Relationship Id="rId166" Type="http://schemas.openxmlformats.org/officeDocument/2006/relationships/image" Target="../media/image352.png"/><Relationship Id="rId187" Type="http://schemas.openxmlformats.org/officeDocument/2006/relationships/customXml" Target="../ink/ink359.xml"/><Relationship Id="rId331" Type="http://schemas.openxmlformats.org/officeDocument/2006/relationships/customXml" Target="../ink/ink431.xml"/><Relationship Id="rId352" Type="http://schemas.openxmlformats.org/officeDocument/2006/relationships/image" Target="../media/image445.png"/><Relationship Id="rId373" Type="http://schemas.openxmlformats.org/officeDocument/2006/relationships/image" Target="../media/image455.png"/><Relationship Id="rId394" Type="http://schemas.openxmlformats.org/officeDocument/2006/relationships/customXml" Target="../ink/ink463.xml"/><Relationship Id="rId408" Type="http://schemas.openxmlformats.org/officeDocument/2006/relationships/customXml" Target="../ink/ink47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75.png"/><Relationship Id="rId233" Type="http://schemas.openxmlformats.org/officeDocument/2006/relationships/customXml" Target="../ink/ink382.xml"/><Relationship Id="rId254" Type="http://schemas.openxmlformats.org/officeDocument/2006/relationships/image" Target="../media/image396.png"/><Relationship Id="rId28" Type="http://schemas.openxmlformats.org/officeDocument/2006/relationships/image" Target="../media/image283.png"/><Relationship Id="rId49" Type="http://schemas.openxmlformats.org/officeDocument/2006/relationships/customXml" Target="../ink/ink290.xml"/><Relationship Id="rId114" Type="http://schemas.openxmlformats.org/officeDocument/2006/relationships/image" Target="../media/image326.png"/><Relationship Id="rId275" Type="http://schemas.openxmlformats.org/officeDocument/2006/relationships/customXml" Target="../ink/ink403.xml"/><Relationship Id="rId296" Type="http://schemas.openxmlformats.org/officeDocument/2006/relationships/image" Target="../media/image417.png"/><Relationship Id="rId300" Type="http://schemas.openxmlformats.org/officeDocument/2006/relationships/image" Target="../media/image419.png"/><Relationship Id="rId60" Type="http://schemas.openxmlformats.org/officeDocument/2006/relationships/image" Target="../media/image299.png"/><Relationship Id="rId81" Type="http://schemas.openxmlformats.org/officeDocument/2006/relationships/customXml" Target="../ink/ink306.xml"/><Relationship Id="rId135" Type="http://schemas.openxmlformats.org/officeDocument/2006/relationships/customXml" Target="../ink/ink333.xml"/><Relationship Id="rId156" Type="http://schemas.openxmlformats.org/officeDocument/2006/relationships/image" Target="../media/image347.png"/><Relationship Id="rId177" Type="http://schemas.openxmlformats.org/officeDocument/2006/relationships/customXml" Target="../ink/ink354.xml"/><Relationship Id="rId198" Type="http://schemas.openxmlformats.org/officeDocument/2006/relationships/image" Target="../media/image368.png"/><Relationship Id="rId321" Type="http://schemas.openxmlformats.org/officeDocument/2006/relationships/customXml" Target="../ink/ink426.xml"/><Relationship Id="rId342" Type="http://schemas.openxmlformats.org/officeDocument/2006/relationships/image" Target="../media/image440.png"/><Relationship Id="rId363" Type="http://schemas.openxmlformats.org/officeDocument/2006/relationships/customXml" Target="../ink/ink447.xml"/><Relationship Id="rId384" Type="http://schemas.openxmlformats.org/officeDocument/2006/relationships/customXml" Target="../ink/ink458.xml"/><Relationship Id="rId202" Type="http://schemas.openxmlformats.org/officeDocument/2006/relationships/image" Target="../media/image370.png"/><Relationship Id="rId223" Type="http://schemas.openxmlformats.org/officeDocument/2006/relationships/customXml" Target="../ink/ink377.xml"/><Relationship Id="rId244" Type="http://schemas.openxmlformats.org/officeDocument/2006/relationships/image" Target="../media/image391.png"/><Relationship Id="rId18" Type="http://schemas.openxmlformats.org/officeDocument/2006/relationships/image" Target="../media/image278.png"/><Relationship Id="rId39" Type="http://schemas.openxmlformats.org/officeDocument/2006/relationships/customXml" Target="../ink/ink285.xml"/><Relationship Id="rId265" Type="http://schemas.openxmlformats.org/officeDocument/2006/relationships/customXml" Target="../ink/ink398.xml"/><Relationship Id="rId286" Type="http://schemas.openxmlformats.org/officeDocument/2006/relationships/image" Target="../media/image412.png"/><Relationship Id="rId50" Type="http://schemas.openxmlformats.org/officeDocument/2006/relationships/image" Target="../media/image294.png"/><Relationship Id="rId104" Type="http://schemas.openxmlformats.org/officeDocument/2006/relationships/image" Target="../media/image321.png"/><Relationship Id="rId125" Type="http://schemas.openxmlformats.org/officeDocument/2006/relationships/customXml" Target="../ink/ink328.xml"/><Relationship Id="rId146" Type="http://schemas.openxmlformats.org/officeDocument/2006/relationships/image" Target="../media/image342.png"/><Relationship Id="rId167" Type="http://schemas.openxmlformats.org/officeDocument/2006/relationships/customXml" Target="../ink/ink349.xml"/><Relationship Id="rId188" Type="http://schemas.openxmlformats.org/officeDocument/2006/relationships/image" Target="../media/image363.png"/><Relationship Id="rId311" Type="http://schemas.openxmlformats.org/officeDocument/2006/relationships/customXml" Target="../ink/ink421.xml"/><Relationship Id="rId332" Type="http://schemas.openxmlformats.org/officeDocument/2006/relationships/image" Target="../media/image435.png"/><Relationship Id="rId353" Type="http://schemas.openxmlformats.org/officeDocument/2006/relationships/customXml" Target="../ink/ink442.xml"/><Relationship Id="rId374" Type="http://schemas.openxmlformats.org/officeDocument/2006/relationships/customXml" Target="../ink/ink453.xml"/><Relationship Id="rId395" Type="http://schemas.openxmlformats.org/officeDocument/2006/relationships/image" Target="../media/image466.png"/><Relationship Id="rId409" Type="http://schemas.openxmlformats.org/officeDocument/2006/relationships/image" Target="../media/image473.png"/><Relationship Id="rId71" Type="http://schemas.openxmlformats.org/officeDocument/2006/relationships/customXml" Target="../ink/ink301.xml"/><Relationship Id="rId92" Type="http://schemas.openxmlformats.org/officeDocument/2006/relationships/image" Target="../media/image315.png"/><Relationship Id="rId213" Type="http://schemas.openxmlformats.org/officeDocument/2006/relationships/customXml" Target="../ink/ink372.xml"/><Relationship Id="rId234" Type="http://schemas.openxmlformats.org/officeDocument/2006/relationships/image" Target="../media/image386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80.xml"/><Relationship Id="rId255" Type="http://schemas.openxmlformats.org/officeDocument/2006/relationships/customXml" Target="../ink/ink393.xml"/><Relationship Id="rId276" Type="http://schemas.openxmlformats.org/officeDocument/2006/relationships/image" Target="../media/image407.png"/><Relationship Id="rId297" Type="http://schemas.openxmlformats.org/officeDocument/2006/relationships/customXml" Target="../ink/ink414.xml"/><Relationship Id="rId40" Type="http://schemas.openxmlformats.org/officeDocument/2006/relationships/image" Target="../media/image289.png"/><Relationship Id="rId115" Type="http://schemas.openxmlformats.org/officeDocument/2006/relationships/customXml" Target="../ink/ink323.xml"/><Relationship Id="rId136" Type="http://schemas.openxmlformats.org/officeDocument/2006/relationships/image" Target="../media/image337.png"/><Relationship Id="rId157" Type="http://schemas.openxmlformats.org/officeDocument/2006/relationships/customXml" Target="../ink/ink344.xml"/><Relationship Id="rId178" Type="http://schemas.openxmlformats.org/officeDocument/2006/relationships/image" Target="../media/image358.png"/><Relationship Id="rId301" Type="http://schemas.openxmlformats.org/officeDocument/2006/relationships/customXml" Target="../ink/ink416.xml"/><Relationship Id="rId322" Type="http://schemas.openxmlformats.org/officeDocument/2006/relationships/image" Target="../media/image430.png"/><Relationship Id="rId343" Type="http://schemas.openxmlformats.org/officeDocument/2006/relationships/customXml" Target="../ink/ink437.xml"/><Relationship Id="rId364" Type="http://schemas.openxmlformats.org/officeDocument/2006/relationships/image" Target="../media/image451.png"/><Relationship Id="rId61" Type="http://schemas.openxmlformats.org/officeDocument/2006/relationships/customXml" Target="../ink/ink296.xml"/><Relationship Id="rId82" Type="http://schemas.openxmlformats.org/officeDocument/2006/relationships/image" Target="../media/image310.png"/><Relationship Id="rId199" Type="http://schemas.openxmlformats.org/officeDocument/2006/relationships/customXml" Target="../ink/ink365.xml"/><Relationship Id="rId203" Type="http://schemas.openxmlformats.org/officeDocument/2006/relationships/customXml" Target="../ink/ink367.xml"/><Relationship Id="rId385" Type="http://schemas.openxmlformats.org/officeDocument/2006/relationships/image" Target="../media/image461.png"/><Relationship Id="rId19" Type="http://schemas.openxmlformats.org/officeDocument/2006/relationships/customXml" Target="../ink/ink275.xml"/><Relationship Id="rId224" Type="http://schemas.openxmlformats.org/officeDocument/2006/relationships/image" Target="../media/image381.png"/><Relationship Id="rId245" Type="http://schemas.openxmlformats.org/officeDocument/2006/relationships/customXml" Target="../ink/ink388.xml"/><Relationship Id="rId266" Type="http://schemas.openxmlformats.org/officeDocument/2006/relationships/image" Target="../media/image402.png"/><Relationship Id="rId287" Type="http://schemas.openxmlformats.org/officeDocument/2006/relationships/customXml" Target="../ink/ink409.xml"/><Relationship Id="rId410" Type="http://schemas.openxmlformats.org/officeDocument/2006/relationships/customXml" Target="../ink/ink471.xml"/><Relationship Id="rId30" Type="http://schemas.openxmlformats.org/officeDocument/2006/relationships/image" Target="../media/image284.png"/><Relationship Id="rId105" Type="http://schemas.openxmlformats.org/officeDocument/2006/relationships/customXml" Target="../ink/ink318.xml"/><Relationship Id="rId126" Type="http://schemas.openxmlformats.org/officeDocument/2006/relationships/image" Target="../media/image332.png"/><Relationship Id="rId147" Type="http://schemas.openxmlformats.org/officeDocument/2006/relationships/customXml" Target="../ink/ink339.xml"/><Relationship Id="rId168" Type="http://schemas.openxmlformats.org/officeDocument/2006/relationships/image" Target="../media/image353.png"/><Relationship Id="rId312" Type="http://schemas.openxmlformats.org/officeDocument/2006/relationships/image" Target="../media/image425.png"/><Relationship Id="rId333" Type="http://schemas.openxmlformats.org/officeDocument/2006/relationships/customXml" Target="../ink/ink432.xml"/><Relationship Id="rId354" Type="http://schemas.openxmlformats.org/officeDocument/2006/relationships/image" Target="../media/image446.png"/><Relationship Id="rId51" Type="http://schemas.openxmlformats.org/officeDocument/2006/relationships/customXml" Target="../ink/ink291.xml"/><Relationship Id="rId72" Type="http://schemas.openxmlformats.org/officeDocument/2006/relationships/image" Target="../media/image305.png"/><Relationship Id="rId93" Type="http://schemas.openxmlformats.org/officeDocument/2006/relationships/customXml" Target="../ink/ink312.xml"/><Relationship Id="rId189" Type="http://schemas.openxmlformats.org/officeDocument/2006/relationships/customXml" Target="../ink/ink360.xml"/><Relationship Id="rId375" Type="http://schemas.openxmlformats.org/officeDocument/2006/relationships/image" Target="../media/image456.png"/><Relationship Id="rId396" Type="http://schemas.openxmlformats.org/officeDocument/2006/relationships/customXml" Target="../ink/ink464.xml"/><Relationship Id="rId3" Type="http://schemas.openxmlformats.org/officeDocument/2006/relationships/image" Target="../media/image3.svg"/><Relationship Id="rId214" Type="http://schemas.openxmlformats.org/officeDocument/2006/relationships/image" Target="../media/image376.png"/><Relationship Id="rId235" Type="http://schemas.openxmlformats.org/officeDocument/2006/relationships/customXml" Target="../ink/ink383.xml"/><Relationship Id="rId256" Type="http://schemas.openxmlformats.org/officeDocument/2006/relationships/image" Target="../media/image397.png"/><Relationship Id="rId277" Type="http://schemas.openxmlformats.org/officeDocument/2006/relationships/customXml" Target="../ink/ink404.xml"/><Relationship Id="rId298" Type="http://schemas.openxmlformats.org/officeDocument/2006/relationships/image" Target="../media/image418.png"/><Relationship Id="rId400" Type="http://schemas.openxmlformats.org/officeDocument/2006/relationships/customXml" Target="../ink/ink466.xml"/><Relationship Id="rId116" Type="http://schemas.openxmlformats.org/officeDocument/2006/relationships/image" Target="../media/image327.png"/><Relationship Id="rId137" Type="http://schemas.openxmlformats.org/officeDocument/2006/relationships/customXml" Target="../ink/ink334.xml"/><Relationship Id="rId158" Type="http://schemas.openxmlformats.org/officeDocument/2006/relationships/image" Target="../media/image348.png"/><Relationship Id="rId302" Type="http://schemas.openxmlformats.org/officeDocument/2006/relationships/image" Target="../media/image420.png"/><Relationship Id="rId323" Type="http://schemas.openxmlformats.org/officeDocument/2006/relationships/customXml" Target="../ink/ink427.xml"/><Relationship Id="rId344" Type="http://schemas.openxmlformats.org/officeDocument/2006/relationships/image" Target="../media/image441.png"/><Relationship Id="rId20" Type="http://schemas.openxmlformats.org/officeDocument/2006/relationships/image" Target="../media/image279.png"/><Relationship Id="rId41" Type="http://schemas.openxmlformats.org/officeDocument/2006/relationships/customXml" Target="../ink/ink286.xml"/><Relationship Id="rId62" Type="http://schemas.openxmlformats.org/officeDocument/2006/relationships/image" Target="../media/image300.png"/><Relationship Id="rId83" Type="http://schemas.openxmlformats.org/officeDocument/2006/relationships/customXml" Target="../ink/ink307.xml"/><Relationship Id="rId179" Type="http://schemas.openxmlformats.org/officeDocument/2006/relationships/customXml" Target="../ink/ink355.xml"/><Relationship Id="rId365" Type="http://schemas.openxmlformats.org/officeDocument/2006/relationships/customXml" Target="../ink/ink448.xml"/><Relationship Id="rId386" Type="http://schemas.openxmlformats.org/officeDocument/2006/relationships/customXml" Target="../ink/ink459.xml"/><Relationship Id="rId190" Type="http://schemas.openxmlformats.org/officeDocument/2006/relationships/image" Target="../media/image364.png"/><Relationship Id="rId204" Type="http://schemas.openxmlformats.org/officeDocument/2006/relationships/image" Target="../media/image371.png"/><Relationship Id="rId225" Type="http://schemas.openxmlformats.org/officeDocument/2006/relationships/customXml" Target="../ink/ink378.xml"/><Relationship Id="rId246" Type="http://schemas.openxmlformats.org/officeDocument/2006/relationships/image" Target="../media/image392.png"/><Relationship Id="rId267" Type="http://schemas.openxmlformats.org/officeDocument/2006/relationships/customXml" Target="../ink/ink399.xml"/><Relationship Id="rId288" Type="http://schemas.openxmlformats.org/officeDocument/2006/relationships/image" Target="../media/image413.png"/><Relationship Id="rId411" Type="http://schemas.openxmlformats.org/officeDocument/2006/relationships/image" Target="../media/image474.png"/><Relationship Id="rId106" Type="http://schemas.openxmlformats.org/officeDocument/2006/relationships/image" Target="../media/image322.png"/><Relationship Id="rId127" Type="http://schemas.openxmlformats.org/officeDocument/2006/relationships/customXml" Target="../ink/ink329.xml"/><Relationship Id="rId313" Type="http://schemas.openxmlformats.org/officeDocument/2006/relationships/customXml" Target="../ink/ink422.xml"/><Relationship Id="rId10" Type="http://schemas.openxmlformats.org/officeDocument/2006/relationships/image" Target="../media/image274.png"/><Relationship Id="rId31" Type="http://schemas.openxmlformats.org/officeDocument/2006/relationships/customXml" Target="../ink/ink281.xml"/><Relationship Id="rId52" Type="http://schemas.openxmlformats.org/officeDocument/2006/relationships/image" Target="../media/image295.png"/><Relationship Id="rId73" Type="http://schemas.openxmlformats.org/officeDocument/2006/relationships/customXml" Target="../ink/ink302.xml"/><Relationship Id="rId94" Type="http://schemas.openxmlformats.org/officeDocument/2006/relationships/image" Target="../media/image316.png"/><Relationship Id="rId148" Type="http://schemas.openxmlformats.org/officeDocument/2006/relationships/image" Target="../media/image343.png"/><Relationship Id="rId169" Type="http://schemas.openxmlformats.org/officeDocument/2006/relationships/customXml" Target="../ink/ink350.xml"/><Relationship Id="rId334" Type="http://schemas.openxmlformats.org/officeDocument/2006/relationships/image" Target="../media/image436.png"/><Relationship Id="rId355" Type="http://schemas.openxmlformats.org/officeDocument/2006/relationships/customXml" Target="../ink/ink443.xml"/><Relationship Id="rId376" Type="http://schemas.openxmlformats.org/officeDocument/2006/relationships/customXml" Target="../ink/ink454.xml"/><Relationship Id="rId397" Type="http://schemas.openxmlformats.org/officeDocument/2006/relationships/image" Target="../media/image467.png"/><Relationship Id="rId4" Type="http://schemas.openxmlformats.org/officeDocument/2006/relationships/image" Target="../media/image4.svg"/><Relationship Id="rId180" Type="http://schemas.openxmlformats.org/officeDocument/2006/relationships/image" Target="../media/image359.png"/><Relationship Id="rId215" Type="http://schemas.openxmlformats.org/officeDocument/2006/relationships/customXml" Target="../ink/ink373.xml"/><Relationship Id="rId236" Type="http://schemas.openxmlformats.org/officeDocument/2006/relationships/image" Target="../media/image387.png"/><Relationship Id="rId257" Type="http://schemas.openxmlformats.org/officeDocument/2006/relationships/customXml" Target="../ink/ink394.xml"/><Relationship Id="rId278" Type="http://schemas.openxmlformats.org/officeDocument/2006/relationships/image" Target="../media/image408.png"/><Relationship Id="rId401" Type="http://schemas.openxmlformats.org/officeDocument/2006/relationships/image" Target="../media/image469.png"/><Relationship Id="rId303" Type="http://schemas.openxmlformats.org/officeDocument/2006/relationships/customXml" Target="../ink/ink417.xml"/><Relationship Id="rId42" Type="http://schemas.openxmlformats.org/officeDocument/2006/relationships/image" Target="../media/image290.png"/><Relationship Id="rId84" Type="http://schemas.openxmlformats.org/officeDocument/2006/relationships/image" Target="../media/image311.png"/><Relationship Id="rId138" Type="http://schemas.openxmlformats.org/officeDocument/2006/relationships/image" Target="../media/image338.png"/><Relationship Id="rId345" Type="http://schemas.openxmlformats.org/officeDocument/2006/relationships/customXml" Target="../ink/ink438.xml"/><Relationship Id="rId387" Type="http://schemas.openxmlformats.org/officeDocument/2006/relationships/image" Target="../media/image462.png"/><Relationship Id="rId191" Type="http://schemas.openxmlformats.org/officeDocument/2006/relationships/customXml" Target="../ink/ink361.xml"/><Relationship Id="rId205" Type="http://schemas.openxmlformats.org/officeDocument/2006/relationships/customXml" Target="../ink/ink368.xml"/><Relationship Id="rId247" Type="http://schemas.openxmlformats.org/officeDocument/2006/relationships/customXml" Target="../ink/ink389.xml"/><Relationship Id="rId412" Type="http://schemas.openxmlformats.org/officeDocument/2006/relationships/customXml" Target="../ink/ink472.xml"/><Relationship Id="rId107" Type="http://schemas.openxmlformats.org/officeDocument/2006/relationships/customXml" Target="../ink/ink319.xml"/><Relationship Id="rId289" Type="http://schemas.openxmlformats.org/officeDocument/2006/relationships/customXml" Target="../ink/ink410.xml"/><Relationship Id="rId11" Type="http://schemas.openxmlformats.org/officeDocument/2006/relationships/customXml" Target="../ink/ink271.xml"/><Relationship Id="rId53" Type="http://schemas.openxmlformats.org/officeDocument/2006/relationships/customXml" Target="../ink/ink292.xml"/><Relationship Id="rId149" Type="http://schemas.openxmlformats.org/officeDocument/2006/relationships/customXml" Target="../ink/ink340.xml"/><Relationship Id="rId314" Type="http://schemas.openxmlformats.org/officeDocument/2006/relationships/image" Target="../media/image426.png"/><Relationship Id="rId356" Type="http://schemas.openxmlformats.org/officeDocument/2006/relationships/image" Target="../media/image447.png"/><Relationship Id="rId398" Type="http://schemas.openxmlformats.org/officeDocument/2006/relationships/customXml" Target="../ink/ink465.xml"/><Relationship Id="rId95" Type="http://schemas.openxmlformats.org/officeDocument/2006/relationships/customXml" Target="../ink/ink313.xml"/><Relationship Id="rId160" Type="http://schemas.openxmlformats.org/officeDocument/2006/relationships/image" Target="../media/image349.png"/><Relationship Id="rId216" Type="http://schemas.openxmlformats.org/officeDocument/2006/relationships/image" Target="../media/image377.png"/><Relationship Id="rId258" Type="http://schemas.openxmlformats.org/officeDocument/2006/relationships/image" Target="../media/image398.png"/><Relationship Id="rId22" Type="http://schemas.openxmlformats.org/officeDocument/2006/relationships/image" Target="../media/image280.png"/><Relationship Id="rId64" Type="http://schemas.openxmlformats.org/officeDocument/2006/relationships/image" Target="../media/image301.png"/><Relationship Id="rId118" Type="http://schemas.openxmlformats.org/officeDocument/2006/relationships/image" Target="../media/image328.png"/><Relationship Id="rId325" Type="http://schemas.openxmlformats.org/officeDocument/2006/relationships/customXml" Target="../ink/ink428.xml"/><Relationship Id="rId367" Type="http://schemas.openxmlformats.org/officeDocument/2006/relationships/customXml" Target="../ink/ink449.xml"/><Relationship Id="rId171" Type="http://schemas.openxmlformats.org/officeDocument/2006/relationships/customXml" Target="../ink/ink351.xml"/><Relationship Id="rId227" Type="http://schemas.openxmlformats.org/officeDocument/2006/relationships/customXml" Target="../ink/ink379.xml"/><Relationship Id="rId269" Type="http://schemas.openxmlformats.org/officeDocument/2006/relationships/customXml" Target="../ink/ink400.xml"/><Relationship Id="rId33" Type="http://schemas.openxmlformats.org/officeDocument/2006/relationships/customXml" Target="../ink/ink282.xml"/><Relationship Id="rId129" Type="http://schemas.openxmlformats.org/officeDocument/2006/relationships/customXml" Target="../ink/ink330.xml"/><Relationship Id="rId280" Type="http://schemas.openxmlformats.org/officeDocument/2006/relationships/image" Target="../media/image409.png"/><Relationship Id="rId336" Type="http://schemas.openxmlformats.org/officeDocument/2006/relationships/image" Target="../media/image437.png"/><Relationship Id="rId75" Type="http://schemas.openxmlformats.org/officeDocument/2006/relationships/customXml" Target="../ink/ink303.xml"/><Relationship Id="rId140" Type="http://schemas.openxmlformats.org/officeDocument/2006/relationships/image" Target="../media/image339.png"/><Relationship Id="rId182" Type="http://schemas.openxmlformats.org/officeDocument/2006/relationships/image" Target="../media/image360.png"/><Relationship Id="rId378" Type="http://schemas.openxmlformats.org/officeDocument/2006/relationships/customXml" Target="../ink/ink455.xml"/><Relationship Id="rId403" Type="http://schemas.openxmlformats.org/officeDocument/2006/relationships/image" Target="../media/image470.png"/><Relationship Id="rId6" Type="http://schemas.openxmlformats.org/officeDocument/2006/relationships/image" Target="../media/image272.png"/><Relationship Id="rId238" Type="http://schemas.openxmlformats.org/officeDocument/2006/relationships/image" Target="../media/image388.png"/><Relationship Id="rId291" Type="http://schemas.openxmlformats.org/officeDocument/2006/relationships/customXml" Target="../ink/ink411.xml"/><Relationship Id="rId305" Type="http://schemas.openxmlformats.org/officeDocument/2006/relationships/customXml" Target="../ink/ink418.xml"/><Relationship Id="rId347" Type="http://schemas.openxmlformats.org/officeDocument/2006/relationships/customXml" Target="../ink/ink439.xml"/><Relationship Id="rId44" Type="http://schemas.openxmlformats.org/officeDocument/2006/relationships/image" Target="../media/image291.png"/><Relationship Id="rId86" Type="http://schemas.openxmlformats.org/officeDocument/2006/relationships/image" Target="../media/image312.png"/><Relationship Id="rId151" Type="http://schemas.openxmlformats.org/officeDocument/2006/relationships/customXml" Target="../ink/ink341.xml"/><Relationship Id="rId389" Type="http://schemas.openxmlformats.org/officeDocument/2006/relationships/image" Target="../media/image463.png"/><Relationship Id="rId193" Type="http://schemas.openxmlformats.org/officeDocument/2006/relationships/customXml" Target="../ink/ink362.xml"/><Relationship Id="rId207" Type="http://schemas.openxmlformats.org/officeDocument/2006/relationships/customXml" Target="../ink/ink369.xml"/><Relationship Id="rId249" Type="http://schemas.openxmlformats.org/officeDocument/2006/relationships/customXml" Target="../ink/ink390.xml"/><Relationship Id="rId13" Type="http://schemas.openxmlformats.org/officeDocument/2006/relationships/customXml" Target="../ink/ink272.xml"/><Relationship Id="rId109" Type="http://schemas.openxmlformats.org/officeDocument/2006/relationships/customXml" Target="../ink/ink320.xml"/><Relationship Id="rId260" Type="http://schemas.openxmlformats.org/officeDocument/2006/relationships/image" Target="../media/image399.png"/><Relationship Id="rId316" Type="http://schemas.openxmlformats.org/officeDocument/2006/relationships/image" Target="../media/image427.png"/><Relationship Id="rId55" Type="http://schemas.openxmlformats.org/officeDocument/2006/relationships/customXml" Target="../ink/ink293.xml"/><Relationship Id="rId97" Type="http://schemas.openxmlformats.org/officeDocument/2006/relationships/customXml" Target="../ink/ink314.xml"/><Relationship Id="rId120" Type="http://schemas.openxmlformats.org/officeDocument/2006/relationships/image" Target="../media/image329.png"/><Relationship Id="rId358" Type="http://schemas.openxmlformats.org/officeDocument/2006/relationships/image" Target="../media/image448.png"/><Relationship Id="rId162" Type="http://schemas.openxmlformats.org/officeDocument/2006/relationships/image" Target="../media/image350.png"/><Relationship Id="rId218" Type="http://schemas.openxmlformats.org/officeDocument/2006/relationships/image" Target="../media/image378.png"/><Relationship Id="rId271" Type="http://schemas.openxmlformats.org/officeDocument/2006/relationships/customXml" Target="../ink/ink401.xml"/><Relationship Id="rId24" Type="http://schemas.openxmlformats.org/officeDocument/2006/relationships/image" Target="../media/image281.png"/><Relationship Id="rId66" Type="http://schemas.openxmlformats.org/officeDocument/2006/relationships/image" Target="../media/image302.png"/><Relationship Id="rId131" Type="http://schemas.openxmlformats.org/officeDocument/2006/relationships/customXml" Target="../ink/ink331.xml"/><Relationship Id="rId327" Type="http://schemas.openxmlformats.org/officeDocument/2006/relationships/customXml" Target="../ink/ink429.xml"/><Relationship Id="rId369" Type="http://schemas.openxmlformats.org/officeDocument/2006/relationships/customXml" Target="../ink/ink450.xml"/><Relationship Id="rId173" Type="http://schemas.openxmlformats.org/officeDocument/2006/relationships/customXml" Target="../ink/ink352.xml"/><Relationship Id="rId229" Type="http://schemas.openxmlformats.org/officeDocument/2006/relationships/customXml" Target="../ink/ink380.xml"/><Relationship Id="rId380" Type="http://schemas.openxmlformats.org/officeDocument/2006/relationships/customXml" Target="../ink/ink456.xml"/><Relationship Id="rId240" Type="http://schemas.openxmlformats.org/officeDocument/2006/relationships/image" Target="../media/image389.png"/><Relationship Id="rId35" Type="http://schemas.openxmlformats.org/officeDocument/2006/relationships/customXml" Target="../ink/ink283.xml"/><Relationship Id="rId77" Type="http://schemas.openxmlformats.org/officeDocument/2006/relationships/customXml" Target="../ink/ink304.xml"/><Relationship Id="rId100" Type="http://schemas.openxmlformats.org/officeDocument/2006/relationships/image" Target="../media/image319.png"/><Relationship Id="rId282" Type="http://schemas.openxmlformats.org/officeDocument/2006/relationships/image" Target="../media/image410.png"/><Relationship Id="rId338" Type="http://schemas.openxmlformats.org/officeDocument/2006/relationships/image" Target="../media/image438.png"/><Relationship Id="rId8" Type="http://schemas.openxmlformats.org/officeDocument/2006/relationships/image" Target="../media/image273.png"/><Relationship Id="rId142" Type="http://schemas.openxmlformats.org/officeDocument/2006/relationships/image" Target="../media/image340.png"/><Relationship Id="rId184" Type="http://schemas.openxmlformats.org/officeDocument/2006/relationships/image" Target="../media/image361.png"/><Relationship Id="rId391" Type="http://schemas.openxmlformats.org/officeDocument/2006/relationships/image" Target="../media/image464.png"/><Relationship Id="rId405" Type="http://schemas.openxmlformats.org/officeDocument/2006/relationships/image" Target="../media/image471.png"/><Relationship Id="rId251" Type="http://schemas.openxmlformats.org/officeDocument/2006/relationships/customXml" Target="../ink/ink391.xml"/><Relationship Id="rId46" Type="http://schemas.openxmlformats.org/officeDocument/2006/relationships/image" Target="../media/image292.png"/><Relationship Id="rId293" Type="http://schemas.openxmlformats.org/officeDocument/2006/relationships/customXml" Target="../ink/ink412.xml"/><Relationship Id="rId307" Type="http://schemas.openxmlformats.org/officeDocument/2006/relationships/customXml" Target="../ink/ink419.xml"/><Relationship Id="rId349" Type="http://schemas.openxmlformats.org/officeDocument/2006/relationships/customXml" Target="../ink/ink440.xml"/><Relationship Id="rId88" Type="http://schemas.openxmlformats.org/officeDocument/2006/relationships/image" Target="../media/image313.png"/><Relationship Id="rId111" Type="http://schemas.openxmlformats.org/officeDocument/2006/relationships/customXml" Target="../ink/ink321.xml"/><Relationship Id="rId153" Type="http://schemas.openxmlformats.org/officeDocument/2006/relationships/customXml" Target="../ink/ink342.xml"/><Relationship Id="rId195" Type="http://schemas.openxmlformats.org/officeDocument/2006/relationships/customXml" Target="../ink/ink363.xml"/><Relationship Id="rId209" Type="http://schemas.openxmlformats.org/officeDocument/2006/relationships/customXml" Target="../ink/ink370.xml"/><Relationship Id="rId360" Type="http://schemas.openxmlformats.org/officeDocument/2006/relationships/image" Target="../media/image449.png"/><Relationship Id="rId220" Type="http://schemas.openxmlformats.org/officeDocument/2006/relationships/image" Target="../media/image379.png"/><Relationship Id="rId15" Type="http://schemas.openxmlformats.org/officeDocument/2006/relationships/customXml" Target="../ink/ink273.xml"/><Relationship Id="rId57" Type="http://schemas.openxmlformats.org/officeDocument/2006/relationships/customXml" Target="../ink/ink294.xml"/><Relationship Id="rId262" Type="http://schemas.openxmlformats.org/officeDocument/2006/relationships/image" Target="../media/image400.png"/><Relationship Id="rId318" Type="http://schemas.openxmlformats.org/officeDocument/2006/relationships/image" Target="../media/image428.png"/><Relationship Id="rId99" Type="http://schemas.openxmlformats.org/officeDocument/2006/relationships/customXml" Target="../ink/ink315.xml"/><Relationship Id="rId122" Type="http://schemas.openxmlformats.org/officeDocument/2006/relationships/image" Target="../media/image330.png"/><Relationship Id="rId164" Type="http://schemas.openxmlformats.org/officeDocument/2006/relationships/image" Target="../media/image351.png"/><Relationship Id="rId371" Type="http://schemas.openxmlformats.org/officeDocument/2006/relationships/image" Target="../media/image454.png"/><Relationship Id="rId26" Type="http://schemas.openxmlformats.org/officeDocument/2006/relationships/image" Target="../media/image282.png"/><Relationship Id="rId231" Type="http://schemas.openxmlformats.org/officeDocument/2006/relationships/customXml" Target="../ink/ink381.xml"/><Relationship Id="rId273" Type="http://schemas.openxmlformats.org/officeDocument/2006/relationships/customXml" Target="../ink/ink402.xml"/><Relationship Id="rId329" Type="http://schemas.openxmlformats.org/officeDocument/2006/relationships/customXml" Target="../ink/ink430.xml"/><Relationship Id="rId68" Type="http://schemas.openxmlformats.org/officeDocument/2006/relationships/image" Target="../media/image303.png"/><Relationship Id="rId133" Type="http://schemas.openxmlformats.org/officeDocument/2006/relationships/customXml" Target="../ink/ink332.xml"/><Relationship Id="rId175" Type="http://schemas.openxmlformats.org/officeDocument/2006/relationships/customXml" Target="../ink/ink353.xml"/><Relationship Id="rId340" Type="http://schemas.openxmlformats.org/officeDocument/2006/relationships/image" Target="../media/image439.png"/><Relationship Id="rId200" Type="http://schemas.openxmlformats.org/officeDocument/2006/relationships/image" Target="../media/image369.png"/><Relationship Id="rId382" Type="http://schemas.openxmlformats.org/officeDocument/2006/relationships/customXml" Target="../ink/ink457.xml"/><Relationship Id="rId242" Type="http://schemas.openxmlformats.org/officeDocument/2006/relationships/image" Target="../media/image390.png"/><Relationship Id="rId284" Type="http://schemas.openxmlformats.org/officeDocument/2006/relationships/image" Target="../media/image411.png"/><Relationship Id="rId37" Type="http://schemas.openxmlformats.org/officeDocument/2006/relationships/customXml" Target="../ink/ink284.xml"/><Relationship Id="rId79" Type="http://schemas.openxmlformats.org/officeDocument/2006/relationships/customXml" Target="../ink/ink305.xml"/><Relationship Id="rId102" Type="http://schemas.openxmlformats.org/officeDocument/2006/relationships/image" Target="../media/image320.png"/><Relationship Id="rId144" Type="http://schemas.openxmlformats.org/officeDocument/2006/relationships/image" Target="../media/image341.png"/><Relationship Id="rId90" Type="http://schemas.openxmlformats.org/officeDocument/2006/relationships/image" Target="../media/image314.png"/><Relationship Id="rId186" Type="http://schemas.openxmlformats.org/officeDocument/2006/relationships/image" Target="../media/image362.png"/><Relationship Id="rId351" Type="http://schemas.openxmlformats.org/officeDocument/2006/relationships/customXml" Target="../ink/ink441.xml"/><Relationship Id="rId393" Type="http://schemas.openxmlformats.org/officeDocument/2006/relationships/image" Target="../media/image465.png"/><Relationship Id="rId407" Type="http://schemas.openxmlformats.org/officeDocument/2006/relationships/image" Target="../media/image472.png"/><Relationship Id="rId211" Type="http://schemas.openxmlformats.org/officeDocument/2006/relationships/customXml" Target="../ink/ink371.xml"/><Relationship Id="rId253" Type="http://schemas.openxmlformats.org/officeDocument/2006/relationships/customXml" Target="../ink/ink392.xml"/><Relationship Id="rId295" Type="http://schemas.openxmlformats.org/officeDocument/2006/relationships/customXml" Target="../ink/ink413.xml"/><Relationship Id="rId309" Type="http://schemas.openxmlformats.org/officeDocument/2006/relationships/customXml" Target="../ink/ink420.xml"/><Relationship Id="rId48" Type="http://schemas.openxmlformats.org/officeDocument/2006/relationships/image" Target="../media/image293.png"/><Relationship Id="rId113" Type="http://schemas.openxmlformats.org/officeDocument/2006/relationships/customXml" Target="../ink/ink322.xml"/><Relationship Id="rId320" Type="http://schemas.openxmlformats.org/officeDocument/2006/relationships/image" Target="../media/image42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3.png"/><Relationship Id="rId21" Type="http://schemas.openxmlformats.org/officeDocument/2006/relationships/image" Target="../media/image485.png"/><Relationship Id="rId42" Type="http://schemas.openxmlformats.org/officeDocument/2006/relationships/customXml" Target="../ink/ink493.xml"/><Relationship Id="rId63" Type="http://schemas.openxmlformats.org/officeDocument/2006/relationships/image" Target="../media/image506.png"/><Relationship Id="rId84" Type="http://schemas.openxmlformats.org/officeDocument/2006/relationships/customXml" Target="../ink/ink514.xml"/><Relationship Id="rId138" Type="http://schemas.openxmlformats.org/officeDocument/2006/relationships/customXml" Target="../ink/ink541.xml"/><Relationship Id="rId159" Type="http://schemas.openxmlformats.org/officeDocument/2006/relationships/image" Target="../media/image554.png"/><Relationship Id="rId170" Type="http://schemas.openxmlformats.org/officeDocument/2006/relationships/customXml" Target="../ink/ink557.xml"/><Relationship Id="rId191" Type="http://schemas.openxmlformats.org/officeDocument/2006/relationships/image" Target="../media/image570.png"/><Relationship Id="rId205" Type="http://schemas.openxmlformats.org/officeDocument/2006/relationships/image" Target="../media/image577.png"/><Relationship Id="rId107" Type="http://schemas.openxmlformats.org/officeDocument/2006/relationships/image" Target="../media/image528.png"/><Relationship Id="rId11" Type="http://schemas.openxmlformats.org/officeDocument/2006/relationships/image" Target="../media/image480.png"/><Relationship Id="rId32" Type="http://schemas.openxmlformats.org/officeDocument/2006/relationships/customXml" Target="../ink/ink488.xml"/><Relationship Id="rId53" Type="http://schemas.openxmlformats.org/officeDocument/2006/relationships/image" Target="../media/image501.png"/><Relationship Id="rId74" Type="http://schemas.openxmlformats.org/officeDocument/2006/relationships/customXml" Target="../ink/ink509.xml"/><Relationship Id="rId128" Type="http://schemas.openxmlformats.org/officeDocument/2006/relationships/customXml" Target="../ink/ink536.xml"/><Relationship Id="rId149" Type="http://schemas.openxmlformats.org/officeDocument/2006/relationships/image" Target="../media/image549.png"/><Relationship Id="rId5" Type="http://schemas.openxmlformats.org/officeDocument/2006/relationships/image" Target="../media/image477.png"/><Relationship Id="rId95" Type="http://schemas.openxmlformats.org/officeDocument/2006/relationships/image" Target="../media/image522.png"/><Relationship Id="rId160" Type="http://schemas.openxmlformats.org/officeDocument/2006/relationships/customXml" Target="../ink/ink552.xml"/><Relationship Id="rId181" Type="http://schemas.openxmlformats.org/officeDocument/2006/relationships/image" Target="../media/image565.png"/><Relationship Id="rId22" Type="http://schemas.openxmlformats.org/officeDocument/2006/relationships/customXml" Target="../ink/ink483.xml"/><Relationship Id="rId43" Type="http://schemas.openxmlformats.org/officeDocument/2006/relationships/image" Target="../media/image496.png"/><Relationship Id="rId64" Type="http://schemas.openxmlformats.org/officeDocument/2006/relationships/customXml" Target="../ink/ink504.xml"/><Relationship Id="rId118" Type="http://schemas.openxmlformats.org/officeDocument/2006/relationships/customXml" Target="../ink/ink531.xml"/><Relationship Id="rId139" Type="http://schemas.openxmlformats.org/officeDocument/2006/relationships/image" Target="../media/image544.png"/><Relationship Id="rId85" Type="http://schemas.openxmlformats.org/officeDocument/2006/relationships/image" Target="../media/image517.png"/><Relationship Id="rId150" Type="http://schemas.openxmlformats.org/officeDocument/2006/relationships/customXml" Target="../ink/ink547.xml"/><Relationship Id="rId171" Type="http://schemas.openxmlformats.org/officeDocument/2006/relationships/image" Target="../media/image560.png"/><Relationship Id="rId192" Type="http://schemas.openxmlformats.org/officeDocument/2006/relationships/customXml" Target="../ink/ink568.xml"/><Relationship Id="rId206" Type="http://schemas.openxmlformats.org/officeDocument/2006/relationships/customXml" Target="../ink/ink575.xml"/><Relationship Id="rId12" Type="http://schemas.openxmlformats.org/officeDocument/2006/relationships/customXml" Target="../ink/ink478.xml"/><Relationship Id="rId33" Type="http://schemas.openxmlformats.org/officeDocument/2006/relationships/image" Target="../media/image491.png"/><Relationship Id="rId108" Type="http://schemas.openxmlformats.org/officeDocument/2006/relationships/customXml" Target="../ink/ink526.xml"/><Relationship Id="rId129" Type="http://schemas.openxmlformats.org/officeDocument/2006/relationships/image" Target="../media/image539.png"/><Relationship Id="rId54" Type="http://schemas.openxmlformats.org/officeDocument/2006/relationships/customXml" Target="../ink/ink499.xml"/><Relationship Id="rId75" Type="http://schemas.openxmlformats.org/officeDocument/2006/relationships/image" Target="../media/image512.png"/><Relationship Id="rId96" Type="http://schemas.openxmlformats.org/officeDocument/2006/relationships/customXml" Target="../ink/ink520.xml"/><Relationship Id="rId140" Type="http://schemas.openxmlformats.org/officeDocument/2006/relationships/customXml" Target="../ink/ink542.xml"/><Relationship Id="rId161" Type="http://schemas.openxmlformats.org/officeDocument/2006/relationships/image" Target="../media/image555.png"/><Relationship Id="rId182" Type="http://schemas.openxmlformats.org/officeDocument/2006/relationships/customXml" Target="../ink/ink563.xml"/><Relationship Id="rId6" Type="http://schemas.openxmlformats.org/officeDocument/2006/relationships/customXml" Target="../ink/ink475.xml"/><Relationship Id="rId23" Type="http://schemas.openxmlformats.org/officeDocument/2006/relationships/image" Target="../media/image486.png"/><Relationship Id="rId119" Type="http://schemas.openxmlformats.org/officeDocument/2006/relationships/image" Target="../media/image534.png"/><Relationship Id="rId44" Type="http://schemas.openxmlformats.org/officeDocument/2006/relationships/customXml" Target="../ink/ink494.xml"/><Relationship Id="rId65" Type="http://schemas.openxmlformats.org/officeDocument/2006/relationships/image" Target="../media/image507.png"/><Relationship Id="rId86" Type="http://schemas.openxmlformats.org/officeDocument/2006/relationships/customXml" Target="../ink/ink515.xml"/><Relationship Id="rId130" Type="http://schemas.openxmlformats.org/officeDocument/2006/relationships/customXml" Target="../ink/ink537.xml"/><Relationship Id="rId151" Type="http://schemas.openxmlformats.org/officeDocument/2006/relationships/image" Target="../media/image550.png"/><Relationship Id="rId172" Type="http://schemas.openxmlformats.org/officeDocument/2006/relationships/customXml" Target="../ink/ink558.xml"/><Relationship Id="rId193" Type="http://schemas.openxmlformats.org/officeDocument/2006/relationships/image" Target="../media/image571.png"/><Relationship Id="rId207" Type="http://schemas.openxmlformats.org/officeDocument/2006/relationships/image" Target="../media/image578.png"/><Relationship Id="rId13" Type="http://schemas.openxmlformats.org/officeDocument/2006/relationships/image" Target="../media/image481.png"/><Relationship Id="rId109" Type="http://schemas.openxmlformats.org/officeDocument/2006/relationships/image" Target="../media/image529.png"/><Relationship Id="rId34" Type="http://schemas.openxmlformats.org/officeDocument/2006/relationships/customXml" Target="../ink/ink489.xml"/><Relationship Id="rId55" Type="http://schemas.openxmlformats.org/officeDocument/2006/relationships/image" Target="../media/image502.png"/><Relationship Id="rId76" Type="http://schemas.openxmlformats.org/officeDocument/2006/relationships/customXml" Target="../ink/ink510.xml"/><Relationship Id="rId97" Type="http://schemas.openxmlformats.org/officeDocument/2006/relationships/image" Target="../media/image523.png"/><Relationship Id="rId120" Type="http://schemas.openxmlformats.org/officeDocument/2006/relationships/customXml" Target="../ink/ink532.xml"/><Relationship Id="rId141" Type="http://schemas.openxmlformats.org/officeDocument/2006/relationships/image" Target="../media/image545.png"/><Relationship Id="rId7" Type="http://schemas.openxmlformats.org/officeDocument/2006/relationships/image" Target="../media/image478.png"/><Relationship Id="rId162" Type="http://schemas.openxmlformats.org/officeDocument/2006/relationships/customXml" Target="../ink/ink553.xml"/><Relationship Id="rId183" Type="http://schemas.openxmlformats.org/officeDocument/2006/relationships/image" Target="../media/image566.png"/><Relationship Id="rId24" Type="http://schemas.openxmlformats.org/officeDocument/2006/relationships/customXml" Target="../ink/ink484.xml"/><Relationship Id="rId45" Type="http://schemas.openxmlformats.org/officeDocument/2006/relationships/image" Target="../media/image497.png"/><Relationship Id="rId66" Type="http://schemas.openxmlformats.org/officeDocument/2006/relationships/customXml" Target="../ink/ink505.xml"/><Relationship Id="rId87" Type="http://schemas.openxmlformats.org/officeDocument/2006/relationships/image" Target="../media/image518.png"/><Relationship Id="rId110" Type="http://schemas.openxmlformats.org/officeDocument/2006/relationships/customXml" Target="../ink/ink527.xml"/><Relationship Id="rId131" Type="http://schemas.openxmlformats.org/officeDocument/2006/relationships/image" Target="../media/image540.png"/><Relationship Id="rId152" Type="http://schemas.openxmlformats.org/officeDocument/2006/relationships/customXml" Target="../ink/ink548.xml"/><Relationship Id="rId173" Type="http://schemas.openxmlformats.org/officeDocument/2006/relationships/image" Target="../media/image561.png"/><Relationship Id="rId194" Type="http://schemas.openxmlformats.org/officeDocument/2006/relationships/customXml" Target="../ink/ink569.xml"/><Relationship Id="rId208" Type="http://schemas.openxmlformats.org/officeDocument/2006/relationships/customXml" Target="../ink/ink576.xml"/><Relationship Id="rId19" Type="http://schemas.openxmlformats.org/officeDocument/2006/relationships/image" Target="../media/image484.png"/><Relationship Id="rId14" Type="http://schemas.openxmlformats.org/officeDocument/2006/relationships/customXml" Target="../ink/ink479.xml"/><Relationship Id="rId30" Type="http://schemas.openxmlformats.org/officeDocument/2006/relationships/customXml" Target="../ink/ink487.xml"/><Relationship Id="rId35" Type="http://schemas.openxmlformats.org/officeDocument/2006/relationships/image" Target="../media/image492.png"/><Relationship Id="rId56" Type="http://schemas.openxmlformats.org/officeDocument/2006/relationships/customXml" Target="../ink/ink500.xml"/><Relationship Id="rId77" Type="http://schemas.openxmlformats.org/officeDocument/2006/relationships/image" Target="../media/image513.png"/><Relationship Id="rId100" Type="http://schemas.openxmlformats.org/officeDocument/2006/relationships/customXml" Target="../ink/ink522.xml"/><Relationship Id="rId105" Type="http://schemas.openxmlformats.org/officeDocument/2006/relationships/image" Target="../media/image527.png"/><Relationship Id="rId126" Type="http://schemas.openxmlformats.org/officeDocument/2006/relationships/customXml" Target="../ink/ink535.xml"/><Relationship Id="rId147" Type="http://schemas.openxmlformats.org/officeDocument/2006/relationships/image" Target="../media/image548.png"/><Relationship Id="rId168" Type="http://schemas.openxmlformats.org/officeDocument/2006/relationships/customXml" Target="../ink/ink556.xml"/><Relationship Id="rId8" Type="http://schemas.openxmlformats.org/officeDocument/2006/relationships/customXml" Target="../ink/ink476.xml"/><Relationship Id="rId51" Type="http://schemas.openxmlformats.org/officeDocument/2006/relationships/image" Target="../media/image500.png"/><Relationship Id="rId72" Type="http://schemas.openxmlformats.org/officeDocument/2006/relationships/customXml" Target="../ink/ink508.xml"/><Relationship Id="rId93" Type="http://schemas.openxmlformats.org/officeDocument/2006/relationships/image" Target="../media/image521.png"/><Relationship Id="rId98" Type="http://schemas.openxmlformats.org/officeDocument/2006/relationships/customXml" Target="../ink/ink521.xml"/><Relationship Id="rId121" Type="http://schemas.openxmlformats.org/officeDocument/2006/relationships/image" Target="../media/image535.png"/><Relationship Id="rId142" Type="http://schemas.openxmlformats.org/officeDocument/2006/relationships/customXml" Target="../ink/ink543.xml"/><Relationship Id="rId163" Type="http://schemas.openxmlformats.org/officeDocument/2006/relationships/image" Target="../media/image556.png"/><Relationship Id="rId184" Type="http://schemas.openxmlformats.org/officeDocument/2006/relationships/customXml" Target="../ink/ink564.xml"/><Relationship Id="rId189" Type="http://schemas.openxmlformats.org/officeDocument/2006/relationships/image" Target="../media/image569.png"/><Relationship Id="rId3" Type="http://schemas.openxmlformats.org/officeDocument/2006/relationships/image" Target="../media/image476.png"/><Relationship Id="rId25" Type="http://schemas.openxmlformats.org/officeDocument/2006/relationships/image" Target="../media/image487.png"/><Relationship Id="rId46" Type="http://schemas.openxmlformats.org/officeDocument/2006/relationships/customXml" Target="../ink/ink495.xml"/><Relationship Id="rId67" Type="http://schemas.openxmlformats.org/officeDocument/2006/relationships/image" Target="../media/image508.png"/><Relationship Id="rId116" Type="http://schemas.openxmlformats.org/officeDocument/2006/relationships/customXml" Target="../ink/ink530.xml"/><Relationship Id="rId137" Type="http://schemas.openxmlformats.org/officeDocument/2006/relationships/image" Target="../media/image543.png"/><Relationship Id="rId158" Type="http://schemas.openxmlformats.org/officeDocument/2006/relationships/customXml" Target="../ink/ink551.xml"/><Relationship Id="rId20" Type="http://schemas.openxmlformats.org/officeDocument/2006/relationships/customXml" Target="../ink/ink482.xml"/><Relationship Id="rId41" Type="http://schemas.openxmlformats.org/officeDocument/2006/relationships/image" Target="../media/image495.png"/><Relationship Id="rId62" Type="http://schemas.openxmlformats.org/officeDocument/2006/relationships/customXml" Target="../ink/ink503.xml"/><Relationship Id="rId83" Type="http://schemas.openxmlformats.org/officeDocument/2006/relationships/image" Target="../media/image516.png"/><Relationship Id="rId88" Type="http://schemas.openxmlformats.org/officeDocument/2006/relationships/customXml" Target="../ink/ink516.xml"/><Relationship Id="rId111" Type="http://schemas.openxmlformats.org/officeDocument/2006/relationships/image" Target="../media/image530.png"/><Relationship Id="rId132" Type="http://schemas.openxmlformats.org/officeDocument/2006/relationships/customXml" Target="../ink/ink538.xml"/><Relationship Id="rId153" Type="http://schemas.openxmlformats.org/officeDocument/2006/relationships/image" Target="../media/image551.png"/><Relationship Id="rId174" Type="http://schemas.openxmlformats.org/officeDocument/2006/relationships/customXml" Target="../ink/ink559.xml"/><Relationship Id="rId179" Type="http://schemas.openxmlformats.org/officeDocument/2006/relationships/image" Target="../media/image564.png"/><Relationship Id="rId195" Type="http://schemas.openxmlformats.org/officeDocument/2006/relationships/image" Target="../media/image572.png"/><Relationship Id="rId209" Type="http://schemas.openxmlformats.org/officeDocument/2006/relationships/image" Target="../media/image579.png"/><Relationship Id="rId190" Type="http://schemas.openxmlformats.org/officeDocument/2006/relationships/customXml" Target="../ink/ink567.xml"/><Relationship Id="rId204" Type="http://schemas.openxmlformats.org/officeDocument/2006/relationships/customXml" Target="../ink/ink574.xml"/><Relationship Id="rId15" Type="http://schemas.openxmlformats.org/officeDocument/2006/relationships/image" Target="../media/image482.png"/><Relationship Id="rId36" Type="http://schemas.openxmlformats.org/officeDocument/2006/relationships/customXml" Target="../ink/ink490.xml"/><Relationship Id="rId57" Type="http://schemas.openxmlformats.org/officeDocument/2006/relationships/image" Target="../media/image503.png"/><Relationship Id="rId106" Type="http://schemas.openxmlformats.org/officeDocument/2006/relationships/customXml" Target="../ink/ink525.xml"/><Relationship Id="rId127" Type="http://schemas.openxmlformats.org/officeDocument/2006/relationships/image" Target="../media/image538.png"/><Relationship Id="rId10" Type="http://schemas.openxmlformats.org/officeDocument/2006/relationships/customXml" Target="../ink/ink477.xml"/><Relationship Id="rId31" Type="http://schemas.openxmlformats.org/officeDocument/2006/relationships/image" Target="../media/image490.png"/><Relationship Id="rId52" Type="http://schemas.openxmlformats.org/officeDocument/2006/relationships/customXml" Target="../ink/ink498.xml"/><Relationship Id="rId73" Type="http://schemas.openxmlformats.org/officeDocument/2006/relationships/image" Target="../media/image511.png"/><Relationship Id="rId78" Type="http://schemas.openxmlformats.org/officeDocument/2006/relationships/customXml" Target="../ink/ink511.xml"/><Relationship Id="rId94" Type="http://schemas.openxmlformats.org/officeDocument/2006/relationships/customXml" Target="../ink/ink519.xml"/><Relationship Id="rId99" Type="http://schemas.openxmlformats.org/officeDocument/2006/relationships/image" Target="../media/image524.png"/><Relationship Id="rId101" Type="http://schemas.openxmlformats.org/officeDocument/2006/relationships/image" Target="../media/image525.png"/><Relationship Id="rId122" Type="http://schemas.openxmlformats.org/officeDocument/2006/relationships/customXml" Target="../ink/ink533.xml"/><Relationship Id="rId143" Type="http://schemas.openxmlformats.org/officeDocument/2006/relationships/image" Target="../media/image546.png"/><Relationship Id="rId148" Type="http://schemas.openxmlformats.org/officeDocument/2006/relationships/customXml" Target="../ink/ink546.xml"/><Relationship Id="rId164" Type="http://schemas.openxmlformats.org/officeDocument/2006/relationships/customXml" Target="../ink/ink554.xml"/><Relationship Id="rId169" Type="http://schemas.openxmlformats.org/officeDocument/2006/relationships/image" Target="../media/image559.png"/><Relationship Id="rId185" Type="http://schemas.openxmlformats.org/officeDocument/2006/relationships/image" Target="../media/image567.png"/><Relationship Id="rId4" Type="http://schemas.openxmlformats.org/officeDocument/2006/relationships/customXml" Target="../ink/ink474.xml"/><Relationship Id="rId9" Type="http://schemas.openxmlformats.org/officeDocument/2006/relationships/image" Target="../media/image479.png"/><Relationship Id="rId180" Type="http://schemas.openxmlformats.org/officeDocument/2006/relationships/customXml" Target="../ink/ink562.xml"/><Relationship Id="rId210" Type="http://schemas.openxmlformats.org/officeDocument/2006/relationships/customXml" Target="../ink/ink577.xml"/><Relationship Id="rId26" Type="http://schemas.openxmlformats.org/officeDocument/2006/relationships/customXml" Target="../ink/ink485.xml"/><Relationship Id="rId47" Type="http://schemas.openxmlformats.org/officeDocument/2006/relationships/image" Target="../media/image498.png"/><Relationship Id="rId68" Type="http://schemas.openxmlformats.org/officeDocument/2006/relationships/customXml" Target="../ink/ink506.xml"/><Relationship Id="rId89" Type="http://schemas.openxmlformats.org/officeDocument/2006/relationships/image" Target="../media/image519.png"/><Relationship Id="rId112" Type="http://schemas.openxmlformats.org/officeDocument/2006/relationships/customXml" Target="../ink/ink528.xml"/><Relationship Id="rId133" Type="http://schemas.openxmlformats.org/officeDocument/2006/relationships/image" Target="../media/image541.png"/><Relationship Id="rId154" Type="http://schemas.openxmlformats.org/officeDocument/2006/relationships/customXml" Target="../ink/ink549.xml"/><Relationship Id="rId175" Type="http://schemas.openxmlformats.org/officeDocument/2006/relationships/image" Target="../media/image562.png"/><Relationship Id="rId196" Type="http://schemas.openxmlformats.org/officeDocument/2006/relationships/customXml" Target="../ink/ink570.xml"/><Relationship Id="rId200" Type="http://schemas.openxmlformats.org/officeDocument/2006/relationships/customXml" Target="../ink/ink572.xml"/><Relationship Id="rId16" Type="http://schemas.openxmlformats.org/officeDocument/2006/relationships/customXml" Target="../ink/ink480.xml"/><Relationship Id="rId37" Type="http://schemas.openxmlformats.org/officeDocument/2006/relationships/image" Target="../media/image493.png"/><Relationship Id="rId58" Type="http://schemas.openxmlformats.org/officeDocument/2006/relationships/customXml" Target="../ink/ink501.xml"/><Relationship Id="rId79" Type="http://schemas.openxmlformats.org/officeDocument/2006/relationships/image" Target="../media/image514.png"/><Relationship Id="rId102" Type="http://schemas.openxmlformats.org/officeDocument/2006/relationships/customXml" Target="../ink/ink523.xml"/><Relationship Id="rId123" Type="http://schemas.openxmlformats.org/officeDocument/2006/relationships/image" Target="../media/image536.png"/><Relationship Id="rId144" Type="http://schemas.openxmlformats.org/officeDocument/2006/relationships/customXml" Target="../ink/ink544.xml"/><Relationship Id="rId90" Type="http://schemas.openxmlformats.org/officeDocument/2006/relationships/customXml" Target="../ink/ink517.xml"/><Relationship Id="rId165" Type="http://schemas.openxmlformats.org/officeDocument/2006/relationships/image" Target="../media/image557.png"/><Relationship Id="rId186" Type="http://schemas.openxmlformats.org/officeDocument/2006/relationships/customXml" Target="../ink/ink565.xml"/><Relationship Id="rId211" Type="http://schemas.openxmlformats.org/officeDocument/2006/relationships/image" Target="../media/image580.png"/><Relationship Id="rId27" Type="http://schemas.openxmlformats.org/officeDocument/2006/relationships/image" Target="../media/image488.png"/><Relationship Id="rId48" Type="http://schemas.openxmlformats.org/officeDocument/2006/relationships/customXml" Target="../ink/ink496.xml"/><Relationship Id="rId69" Type="http://schemas.openxmlformats.org/officeDocument/2006/relationships/image" Target="../media/image509.png"/><Relationship Id="rId113" Type="http://schemas.openxmlformats.org/officeDocument/2006/relationships/image" Target="../media/image531.png"/><Relationship Id="rId134" Type="http://schemas.openxmlformats.org/officeDocument/2006/relationships/customXml" Target="../ink/ink539.xml"/><Relationship Id="rId80" Type="http://schemas.openxmlformats.org/officeDocument/2006/relationships/customXml" Target="../ink/ink512.xml"/><Relationship Id="rId155" Type="http://schemas.openxmlformats.org/officeDocument/2006/relationships/image" Target="../media/image552.png"/><Relationship Id="rId176" Type="http://schemas.openxmlformats.org/officeDocument/2006/relationships/customXml" Target="../ink/ink560.xml"/><Relationship Id="rId197" Type="http://schemas.openxmlformats.org/officeDocument/2006/relationships/image" Target="../media/image573.png"/><Relationship Id="rId201" Type="http://schemas.openxmlformats.org/officeDocument/2006/relationships/image" Target="../media/image575.png"/><Relationship Id="rId17" Type="http://schemas.openxmlformats.org/officeDocument/2006/relationships/image" Target="../media/image483.png"/><Relationship Id="rId38" Type="http://schemas.openxmlformats.org/officeDocument/2006/relationships/customXml" Target="../ink/ink491.xml"/><Relationship Id="rId59" Type="http://schemas.openxmlformats.org/officeDocument/2006/relationships/image" Target="../media/image504.png"/><Relationship Id="rId103" Type="http://schemas.openxmlformats.org/officeDocument/2006/relationships/image" Target="../media/image526.png"/><Relationship Id="rId124" Type="http://schemas.openxmlformats.org/officeDocument/2006/relationships/customXml" Target="../ink/ink534.xml"/><Relationship Id="rId70" Type="http://schemas.openxmlformats.org/officeDocument/2006/relationships/customXml" Target="../ink/ink507.xml"/><Relationship Id="rId91" Type="http://schemas.openxmlformats.org/officeDocument/2006/relationships/image" Target="../media/image520.png"/><Relationship Id="rId145" Type="http://schemas.openxmlformats.org/officeDocument/2006/relationships/image" Target="../media/image547.png"/><Relationship Id="rId166" Type="http://schemas.openxmlformats.org/officeDocument/2006/relationships/customXml" Target="../ink/ink555.xml"/><Relationship Id="rId187" Type="http://schemas.openxmlformats.org/officeDocument/2006/relationships/image" Target="../media/image56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78.xml"/><Relationship Id="rId28" Type="http://schemas.openxmlformats.org/officeDocument/2006/relationships/customXml" Target="../ink/ink486.xml"/><Relationship Id="rId49" Type="http://schemas.openxmlformats.org/officeDocument/2006/relationships/image" Target="../media/image499.png"/><Relationship Id="rId114" Type="http://schemas.openxmlformats.org/officeDocument/2006/relationships/customXml" Target="../ink/ink529.xml"/><Relationship Id="rId60" Type="http://schemas.openxmlformats.org/officeDocument/2006/relationships/customXml" Target="../ink/ink502.xml"/><Relationship Id="rId81" Type="http://schemas.openxmlformats.org/officeDocument/2006/relationships/image" Target="../media/image515.png"/><Relationship Id="rId135" Type="http://schemas.openxmlformats.org/officeDocument/2006/relationships/image" Target="../media/image542.png"/><Relationship Id="rId156" Type="http://schemas.openxmlformats.org/officeDocument/2006/relationships/customXml" Target="../ink/ink550.xml"/><Relationship Id="rId177" Type="http://schemas.openxmlformats.org/officeDocument/2006/relationships/image" Target="../media/image563.png"/><Relationship Id="rId198" Type="http://schemas.openxmlformats.org/officeDocument/2006/relationships/customXml" Target="../ink/ink571.xml"/><Relationship Id="rId202" Type="http://schemas.openxmlformats.org/officeDocument/2006/relationships/customXml" Target="../ink/ink573.xml"/><Relationship Id="rId18" Type="http://schemas.openxmlformats.org/officeDocument/2006/relationships/customXml" Target="../ink/ink481.xml"/><Relationship Id="rId39" Type="http://schemas.openxmlformats.org/officeDocument/2006/relationships/image" Target="../media/image494.png"/><Relationship Id="rId50" Type="http://schemas.openxmlformats.org/officeDocument/2006/relationships/customXml" Target="../ink/ink497.xml"/><Relationship Id="rId104" Type="http://schemas.openxmlformats.org/officeDocument/2006/relationships/customXml" Target="../ink/ink524.xml"/><Relationship Id="rId125" Type="http://schemas.openxmlformats.org/officeDocument/2006/relationships/image" Target="../media/image537.png"/><Relationship Id="rId146" Type="http://schemas.openxmlformats.org/officeDocument/2006/relationships/customXml" Target="../ink/ink545.xml"/><Relationship Id="rId167" Type="http://schemas.openxmlformats.org/officeDocument/2006/relationships/image" Target="../media/image558.png"/><Relationship Id="rId188" Type="http://schemas.openxmlformats.org/officeDocument/2006/relationships/customXml" Target="../ink/ink566.xml"/><Relationship Id="rId71" Type="http://schemas.openxmlformats.org/officeDocument/2006/relationships/image" Target="../media/image510.png"/><Relationship Id="rId92" Type="http://schemas.openxmlformats.org/officeDocument/2006/relationships/customXml" Target="../ink/ink518.xml"/><Relationship Id="rId213" Type="http://schemas.openxmlformats.org/officeDocument/2006/relationships/image" Target="../media/image581.png"/><Relationship Id="rId2" Type="http://schemas.openxmlformats.org/officeDocument/2006/relationships/customXml" Target="../ink/ink473.xml"/><Relationship Id="rId29" Type="http://schemas.openxmlformats.org/officeDocument/2006/relationships/image" Target="../media/image489.png"/><Relationship Id="rId40" Type="http://schemas.openxmlformats.org/officeDocument/2006/relationships/customXml" Target="../ink/ink492.xml"/><Relationship Id="rId115" Type="http://schemas.openxmlformats.org/officeDocument/2006/relationships/image" Target="../media/image532.png"/><Relationship Id="rId136" Type="http://schemas.openxmlformats.org/officeDocument/2006/relationships/customXml" Target="../ink/ink540.xml"/><Relationship Id="rId157" Type="http://schemas.openxmlformats.org/officeDocument/2006/relationships/image" Target="../media/image553.png"/><Relationship Id="rId178" Type="http://schemas.openxmlformats.org/officeDocument/2006/relationships/customXml" Target="../ink/ink561.xml"/><Relationship Id="rId61" Type="http://schemas.openxmlformats.org/officeDocument/2006/relationships/image" Target="../media/image505.png"/><Relationship Id="rId82" Type="http://schemas.openxmlformats.org/officeDocument/2006/relationships/customXml" Target="../ink/ink513.xml"/><Relationship Id="rId199" Type="http://schemas.openxmlformats.org/officeDocument/2006/relationships/image" Target="../media/image574.png"/><Relationship Id="rId203" Type="http://schemas.openxmlformats.org/officeDocument/2006/relationships/image" Target="../media/image57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0.png"/><Relationship Id="rId21" Type="http://schemas.openxmlformats.org/officeDocument/2006/relationships/image" Target="../media/image592.png"/><Relationship Id="rId42" Type="http://schemas.openxmlformats.org/officeDocument/2006/relationships/customXml" Target="../ink/ink597.xml"/><Relationship Id="rId63" Type="http://schemas.openxmlformats.org/officeDocument/2006/relationships/image" Target="../media/image613.png"/><Relationship Id="rId84" Type="http://schemas.openxmlformats.org/officeDocument/2006/relationships/customXml" Target="../ink/ink618.xml"/><Relationship Id="rId138" Type="http://schemas.openxmlformats.org/officeDocument/2006/relationships/customXml" Target="../ink/ink645.xml"/><Relationship Id="rId159" Type="http://schemas.openxmlformats.org/officeDocument/2006/relationships/image" Target="../media/image661.png"/><Relationship Id="rId170" Type="http://schemas.openxmlformats.org/officeDocument/2006/relationships/customXml" Target="../ink/ink661.xml"/><Relationship Id="rId191" Type="http://schemas.openxmlformats.org/officeDocument/2006/relationships/image" Target="../media/image677.png"/><Relationship Id="rId107" Type="http://schemas.openxmlformats.org/officeDocument/2006/relationships/image" Target="../media/image635.png"/><Relationship Id="rId11" Type="http://schemas.openxmlformats.org/officeDocument/2006/relationships/image" Target="../media/image587.png"/><Relationship Id="rId32" Type="http://schemas.openxmlformats.org/officeDocument/2006/relationships/customXml" Target="../ink/ink592.xml"/><Relationship Id="rId53" Type="http://schemas.openxmlformats.org/officeDocument/2006/relationships/image" Target="../media/image608.png"/><Relationship Id="rId74" Type="http://schemas.openxmlformats.org/officeDocument/2006/relationships/customXml" Target="../ink/ink613.xml"/><Relationship Id="rId128" Type="http://schemas.openxmlformats.org/officeDocument/2006/relationships/customXml" Target="../ink/ink640.xml"/><Relationship Id="rId149" Type="http://schemas.openxmlformats.org/officeDocument/2006/relationships/image" Target="../media/image656.png"/><Relationship Id="rId5" Type="http://schemas.openxmlformats.org/officeDocument/2006/relationships/image" Target="../media/image7.svg"/><Relationship Id="rId95" Type="http://schemas.openxmlformats.org/officeDocument/2006/relationships/image" Target="../media/image629.png"/><Relationship Id="rId160" Type="http://schemas.openxmlformats.org/officeDocument/2006/relationships/customXml" Target="../ink/ink656.xml"/><Relationship Id="rId181" Type="http://schemas.openxmlformats.org/officeDocument/2006/relationships/image" Target="../media/image672.png"/><Relationship Id="rId22" Type="http://schemas.openxmlformats.org/officeDocument/2006/relationships/customXml" Target="../ink/ink587.xml"/><Relationship Id="rId43" Type="http://schemas.openxmlformats.org/officeDocument/2006/relationships/image" Target="../media/image603.png"/><Relationship Id="rId64" Type="http://schemas.openxmlformats.org/officeDocument/2006/relationships/customXml" Target="../ink/ink608.xml"/><Relationship Id="rId118" Type="http://schemas.openxmlformats.org/officeDocument/2006/relationships/customXml" Target="../ink/ink635.xml"/><Relationship Id="rId139" Type="http://schemas.openxmlformats.org/officeDocument/2006/relationships/image" Target="../media/image651.png"/><Relationship Id="rId85" Type="http://schemas.openxmlformats.org/officeDocument/2006/relationships/image" Target="../media/image624.png"/><Relationship Id="rId150" Type="http://schemas.openxmlformats.org/officeDocument/2006/relationships/customXml" Target="../ink/ink651.xml"/><Relationship Id="rId171" Type="http://schemas.openxmlformats.org/officeDocument/2006/relationships/image" Target="../media/image667.png"/><Relationship Id="rId192" Type="http://schemas.openxmlformats.org/officeDocument/2006/relationships/customXml" Target="../ink/ink672.xml"/><Relationship Id="rId12" Type="http://schemas.openxmlformats.org/officeDocument/2006/relationships/customXml" Target="../ink/ink582.xml"/><Relationship Id="rId33" Type="http://schemas.openxmlformats.org/officeDocument/2006/relationships/image" Target="../media/image598.png"/><Relationship Id="rId108" Type="http://schemas.openxmlformats.org/officeDocument/2006/relationships/customXml" Target="../ink/ink630.xml"/><Relationship Id="rId129" Type="http://schemas.openxmlformats.org/officeDocument/2006/relationships/image" Target="../media/image646.png"/><Relationship Id="rId54" Type="http://schemas.openxmlformats.org/officeDocument/2006/relationships/customXml" Target="../ink/ink603.xml"/><Relationship Id="rId75" Type="http://schemas.openxmlformats.org/officeDocument/2006/relationships/image" Target="../media/image619.png"/><Relationship Id="rId96" Type="http://schemas.openxmlformats.org/officeDocument/2006/relationships/customXml" Target="../ink/ink624.xml"/><Relationship Id="rId140" Type="http://schemas.openxmlformats.org/officeDocument/2006/relationships/customXml" Target="../ink/ink646.xml"/><Relationship Id="rId161" Type="http://schemas.openxmlformats.org/officeDocument/2006/relationships/image" Target="../media/image662.png"/><Relationship Id="rId182" Type="http://schemas.openxmlformats.org/officeDocument/2006/relationships/customXml" Target="../ink/ink667.xml"/><Relationship Id="rId6" Type="http://schemas.openxmlformats.org/officeDocument/2006/relationships/customXml" Target="../ink/ink579.xml"/><Relationship Id="rId23" Type="http://schemas.openxmlformats.org/officeDocument/2006/relationships/image" Target="../media/image593.png"/><Relationship Id="rId119" Type="http://schemas.openxmlformats.org/officeDocument/2006/relationships/image" Target="../media/image641.png"/><Relationship Id="rId44" Type="http://schemas.openxmlformats.org/officeDocument/2006/relationships/customXml" Target="../ink/ink598.xml"/><Relationship Id="rId65" Type="http://schemas.openxmlformats.org/officeDocument/2006/relationships/image" Target="../media/image614.png"/><Relationship Id="rId86" Type="http://schemas.openxmlformats.org/officeDocument/2006/relationships/customXml" Target="../ink/ink619.xml"/><Relationship Id="rId130" Type="http://schemas.openxmlformats.org/officeDocument/2006/relationships/customXml" Target="../ink/ink641.xml"/><Relationship Id="rId151" Type="http://schemas.openxmlformats.org/officeDocument/2006/relationships/image" Target="../media/image657.png"/><Relationship Id="rId172" Type="http://schemas.openxmlformats.org/officeDocument/2006/relationships/customXml" Target="../ink/ink662.xml"/><Relationship Id="rId193" Type="http://schemas.openxmlformats.org/officeDocument/2006/relationships/image" Target="../media/image678.png"/><Relationship Id="rId13" Type="http://schemas.openxmlformats.org/officeDocument/2006/relationships/image" Target="../media/image588.png"/><Relationship Id="rId109" Type="http://schemas.openxmlformats.org/officeDocument/2006/relationships/image" Target="../media/image636.png"/><Relationship Id="rId34" Type="http://schemas.openxmlformats.org/officeDocument/2006/relationships/customXml" Target="../ink/ink593.xml"/><Relationship Id="rId55" Type="http://schemas.openxmlformats.org/officeDocument/2006/relationships/image" Target="../media/image609.png"/><Relationship Id="rId76" Type="http://schemas.openxmlformats.org/officeDocument/2006/relationships/customXml" Target="../ink/ink614.xml"/><Relationship Id="rId97" Type="http://schemas.openxmlformats.org/officeDocument/2006/relationships/image" Target="../media/image630.png"/><Relationship Id="rId120" Type="http://schemas.openxmlformats.org/officeDocument/2006/relationships/customXml" Target="../ink/ink636.xml"/><Relationship Id="rId141" Type="http://schemas.openxmlformats.org/officeDocument/2006/relationships/image" Target="../media/image652.png"/><Relationship Id="rId7" Type="http://schemas.openxmlformats.org/officeDocument/2006/relationships/image" Target="../media/image585.png"/><Relationship Id="rId71" Type="http://schemas.openxmlformats.org/officeDocument/2006/relationships/image" Target="../media/image617.png"/><Relationship Id="rId92" Type="http://schemas.openxmlformats.org/officeDocument/2006/relationships/customXml" Target="../ink/ink622.xml"/><Relationship Id="rId162" Type="http://schemas.openxmlformats.org/officeDocument/2006/relationships/customXml" Target="../ink/ink657.xml"/><Relationship Id="rId183" Type="http://schemas.openxmlformats.org/officeDocument/2006/relationships/image" Target="../media/image673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596.png"/><Relationship Id="rId24" Type="http://schemas.openxmlformats.org/officeDocument/2006/relationships/customXml" Target="../ink/ink588.xml"/><Relationship Id="rId40" Type="http://schemas.openxmlformats.org/officeDocument/2006/relationships/customXml" Target="../ink/ink596.xml"/><Relationship Id="rId45" Type="http://schemas.openxmlformats.org/officeDocument/2006/relationships/image" Target="../media/image604.png"/><Relationship Id="rId66" Type="http://schemas.openxmlformats.org/officeDocument/2006/relationships/customXml" Target="../ink/ink609.xml"/><Relationship Id="rId87" Type="http://schemas.openxmlformats.org/officeDocument/2006/relationships/image" Target="../media/image625.png"/><Relationship Id="rId110" Type="http://schemas.openxmlformats.org/officeDocument/2006/relationships/customXml" Target="../ink/ink631.xml"/><Relationship Id="rId115" Type="http://schemas.openxmlformats.org/officeDocument/2006/relationships/image" Target="../media/image639.png"/><Relationship Id="rId131" Type="http://schemas.openxmlformats.org/officeDocument/2006/relationships/image" Target="../media/image647.png"/><Relationship Id="rId136" Type="http://schemas.openxmlformats.org/officeDocument/2006/relationships/customXml" Target="../ink/ink644.xml"/><Relationship Id="rId157" Type="http://schemas.openxmlformats.org/officeDocument/2006/relationships/image" Target="../media/image660.png"/><Relationship Id="rId178" Type="http://schemas.openxmlformats.org/officeDocument/2006/relationships/customXml" Target="../ink/ink665.xml"/><Relationship Id="rId61" Type="http://schemas.openxmlformats.org/officeDocument/2006/relationships/image" Target="../media/image612.png"/><Relationship Id="rId82" Type="http://schemas.openxmlformats.org/officeDocument/2006/relationships/customXml" Target="../ink/ink617.xml"/><Relationship Id="rId152" Type="http://schemas.openxmlformats.org/officeDocument/2006/relationships/customXml" Target="../ink/ink652.xml"/><Relationship Id="rId173" Type="http://schemas.openxmlformats.org/officeDocument/2006/relationships/image" Target="../media/image668.png"/><Relationship Id="rId194" Type="http://schemas.openxmlformats.org/officeDocument/2006/relationships/customXml" Target="../ink/ink673.xml"/><Relationship Id="rId19" Type="http://schemas.openxmlformats.org/officeDocument/2006/relationships/image" Target="../media/image591.png"/><Relationship Id="rId14" Type="http://schemas.openxmlformats.org/officeDocument/2006/relationships/customXml" Target="../ink/ink583.xml"/><Relationship Id="rId30" Type="http://schemas.openxmlformats.org/officeDocument/2006/relationships/customXml" Target="../ink/ink591.xml"/><Relationship Id="rId35" Type="http://schemas.openxmlformats.org/officeDocument/2006/relationships/image" Target="../media/image599.png"/><Relationship Id="rId56" Type="http://schemas.openxmlformats.org/officeDocument/2006/relationships/customXml" Target="../ink/ink604.xml"/><Relationship Id="rId77" Type="http://schemas.openxmlformats.org/officeDocument/2006/relationships/image" Target="../media/image620.png"/><Relationship Id="rId100" Type="http://schemas.openxmlformats.org/officeDocument/2006/relationships/customXml" Target="../ink/ink626.xml"/><Relationship Id="rId105" Type="http://schemas.openxmlformats.org/officeDocument/2006/relationships/image" Target="../media/image634.png"/><Relationship Id="rId126" Type="http://schemas.openxmlformats.org/officeDocument/2006/relationships/customXml" Target="../ink/ink639.xml"/><Relationship Id="rId147" Type="http://schemas.openxmlformats.org/officeDocument/2006/relationships/image" Target="../media/image655.png"/><Relationship Id="rId168" Type="http://schemas.openxmlformats.org/officeDocument/2006/relationships/customXml" Target="../ink/ink660.xml"/><Relationship Id="rId8" Type="http://schemas.openxmlformats.org/officeDocument/2006/relationships/customXml" Target="../ink/ink580.xml"/><Relationship Id="rId51" Type="http://schemas.openxmlformats.org/officeDocument/2006/relationships/image" Target="../media/image607.png"/><Relationship Id="rId72" Type="http://schemas.openxmlformats.org/officeDocument/2006/relationships/customXml" Target="../ink/ink612.xml"/><Relationship Id="rId93" Type="http://schemas.openxmlformats.org/officeDocument/2006/relationships/image" Target="../media/image628.png"/><Relationship Id="rId98" Type="http://schemas.openxmlformats.org/officeDocument/2006/relationships/customXml" Target="../ink/ink625.xml"/><Relationship Id="rId121" Type="http://schemas.openxmlformats.org/officeDocument/2006/relationships/image" Target="../media/image642.png"/><Relationship Id="rId142" Type="http://schemas.openxmlformats.org/officeDocument/2006/relationships/customXml" Target="../ink/ink647.xml"/><Relationship Id="rId163" Type="http://schemas.openxmlformats.org/officeDocument/2006/relationships/image" Target="../media/image663.png"/><Relationship Id="rId184" Type="http://schemas.openxmlformats.org/officeDocument/2006/relationships/customXml" Target="../ink/ink668.xml"/><Relationship Id="rId189" Type="http://schemas.openxmlformats.org/officeDocument/2006/relationships/image" Target="../media/image676.png"/><Relationship Id="rId3" Type="http://schemas.openxmlformats.org/officeDocument/2006/relationships/image" Target="../media/image5.svg"/><Relationship Id="rId25" Type="http://schemas.openxmlformats.org/officeDocument/2006/relationships/image" Target="../media/image594.png"/><Relationship Id="rId46" Type="http://schemas.openxmlformats.org/officeDocument/2006/relationships/customXml" Target="../ink/ink599.xml"/><Relationship Id="rId67" Type="http://schemas.openxmlformats.org/officeDocument/2006/relationships/image" Target="../media/image615.png"/><Relationship Id="rId116" Type="http://schemas.openxmlformats.org/officeDocument/2006/relationships/customXml" Target="../ink/ink634.xml"/><Relationship Id="rId137" Type="http://schemas.openxmlformats.org/officeDocument/2006/relationships/image" Target="../media/image650.png"/><Relationship Id="rId158" Type="http://schemas.openxmlformats.org/officeDocument/2006/relationships/customXml" Target="../ink/ink655.xml"/><Relationship Id="rId20" Type="http://schemas.openxmlformats.org/officeDocument/2006/relationships/customXml" Target="../ink/ink586.xml"/><Relationship Id="rId41" Type="http://schemas.openxmlformats.org/officeDocument/2006/relationships/image" Target="../media/image602.png"/><Relationship Id="rId62" Type="http://schemas.openxmlformats.org/officeDocument/2006/relationships/customXml" Target="../ink/ink607.xml"/><Relationship Id="rId83" Type="http://schemas.openxmlformats.org/officeDocument/2006/relationships/image" Target="../media/image623.png"/><Relationship Id="rId88" Type="http://schemas.openxmlformats.org/officeDocument/2006/relationships/customXml" Target="../ink/ink620.xml"/><Relationship Id="rId111" Type="http://schemas.openxmlformats.org/officeDocument/2006/relationships/image" Target="../media/image637.png"/><Relationship Id="rId132" Type="http://schemas.openxmlformats.org/officeDocument/2006/relationships/customXml" Target="../ink/ink642.xml"/><Relationship Id="rId153" Type="http://schemas.openxmlformats.org/officeDocument/2006/relationships/image" Target="../media/image658.png"/><Relationship Id="rId174" Type="http://schemas.openxmlformats.org/officeDocument/2006/relationships/customXml" Target="../ink/ink663.xml"/><Relationship Id="rId179" Type="http://schemas.openxmlformats.org/officeDocument/2006/relationships/image" Target="../media/image671.png"/><Relationship Id="rId195" Type="http://schemas.openxmlformats.org/officeDocument/2006/relationships/image" Target="../media/image679.png"/><Relationship Id="rId190" Type="http://schemas.openxmlformats.org/officeDocument/2006/relationships/customXml" Target="../ink/ink671.xml"/><Relationship Id="rId15" Type="http://schemas.openxmlformats.org/officeDocument/2006/relationships/image" Target="../media/image589.png"/><Relationship Id="rId36" Type="http://schemas.openxmlformats.org/officeDocument/2006/relationships/customXml" Target="../ink/ink594.xml"/><Relationship Id="rId57" Type="http://schemas.openxmlformats.org/officeDocument/2006/relationships/image" Target="../media/image610.png"/><Relationship Id="rId106" Type="http://schemas.openxmlformats.org/officeDocument/2006/relationships/customXml" Target="../ink/ink629.xml"/><Relationship Id="rId127" Type="http://schemas.openxmlformats.org/officeDocument/2006/relationships/image" Target="../media/image645.png"/><Relationship Id="rId10" Type="http://schemas.openxmlformats.org/officeDocument/2006/relationships/customXml" Target="../ink/ink581.xml"/><Relationship Id="rId31" Type="http://schemas.openxmlformats.org/officeDocument/2006/relationships/image" Target="../media/image597.png"/><Relationship Id="rId52" Type="http://schemas.openxmlformats.org/officeDocument/2006/relationships/customXml" Target="../ink/ink602.xml"/><Relationship Id="rId73" Type="http://schemas.openxmlformats.org/officeDocument/2006/relationships/image" Target="../media/image618.png"/><Relationship Id="rId78" Type="http://schemas.openxmlformats.org/officeDocument/2006/relationships/customXml" Target="../ink/ink615.xml"/><Relationship Id="rId94" Type="http://schemas.openxmlformats.org/officeDocument/2006/relationships/customXml" Target="../ink/ink623.xml"/><Relationship Id="rId99" Type="http://schemas.openxmlformats.org/officeDocument/2006/relationships/image" Target="../media/image631.png"/><Relationship Id="rId101" Type="http://schemas.openxmlformats.org/officeDocument/2006/relationships/image" Target="../media/image632.png"/><Relationship Id="rId122" Type="http://schemas.openxmlformats.org/officeDocument/2006/relationships/customXml" Target="../ink/ink637.xml"/><Relationship Id="rId143" Type="http://schemas.openxmlformats.org/officeDocument/2006/relationships/image" Target="../media/image653.png"/><Relationship Id="rId148" Type="http://schemas.openxmlformats.org/officeDocument/2006/relationships/customXml" Target="../ink/ink650.xml"/><Relationship Id="rId164" Type="http://schemas.openxmlformats.org/officeDocument/2006/relationships/customXml" Target="../ink/ink658.xml"/><Relationship Id="rId169" Type="http://schemas.openxmlformats.org/officeDocument/2006/relationships/image" Target="../media/image666.png"/><Relationship Id="rId185" Type="http://schemas.openxmlformats.org/officeDocument/2006/relationships/image" Target="../media/image674.png"/><Relationship Id="rId4" Type="http://schemas.openxmlformats.org/officeDocument/2006/relationships/image" Target="../media/image6.svg"/><Relationship Id="rId9" Type="http://schemas.openxmlformats.org/officeDocument/2006/relationships/image" Target="../media/image586.png"/><Relationship Id="rId180" Type="http://schemas.openxmlformats.org/officeDocument/2006/relationships/customXml" Target="../ink/ink666.xml"/><Relationship Id="rId26" Type="http://schemas.openxmlformats.org/officeDocument/2006/relationships/customXml" Target="../ink/ink589.xml"/><Relationship Id="rId47" Type="http://schemas.openxmlformats.org/officeDocument/2006/relationships/image" Target="../media/image605.png"/><Relationship Id="rId68" Type="http://schemas.openxmlformats.org/officeDocument/2006/relationships/customXml" Target="../ink/ink610.xml"/><Relationship Id="rId89" Type="http://schemas.openxmlformats.org/officeDocument/2006/relationships/image" Target="../media/image626.png"/><Relationship Id="rId112" Type="http://schemas.openxmlformats.org/officeDocument/2006/relationships/customXml" Target="../ink/ink632.xml"/><Relationship Id="rId133" Type="http://schemas.openxmlformats.org/officeDocument/2006/relationships/image" Target="../media/image648.png"/><Relationship Id="rId154" Type="http://schemas.openxmlformats.org/officeDocument/2006/relationships/customXml" Target="../ink/ink653.xml"/><Relationship Id="rId175" Type="http://schemas.openxmlformats.org/officeDocument/2006/relationships/image" Target="../media/image669.png"/><Relationship Id="rId196" Type="http://schemas.openxmlformats.org/officeDocument/2006/relationships/customXml" Target="../ink/ink674.xml"/><Relationship Id="rId16" Type="http://schemas.openxmlformats.org/officeDocument/2006/relationships/customXml" Target="../ink/ink584.xml"/><Relationship Id="rId37" Type="http://schemas.openxmlformats.org/officeDocument/2006/relationships/image" Target="../media/image600.png"/><Relationship Id="rId58" Type="http://schemas.openxmlformats.org/officeDocument/2006/relationships/customXml" Target="../ink/ink605.xml"/><Relationship Id="rId79" Type="http://schemas.openxmlformats.org/officeDocument/2006/relationships/image" Target="../media/image621.png"/><Relationship Id="rId102" Type="http://schemas.openxmlformats.org/officeDocument/2006/relationships/customXml" Target="../ink/ink627.xml"/><Relationship Id="rId123" Type="http://schemas.openxmlformats.org/officeDocument/2006/relationships/image" Target="../media/image643.png"/><Relationship Id="rId144" Type="http://schemas.openxmlformats.org/officeDocument/2006/relationships/customXml" Target="../ink/ink648.xml"/><Relationship Id="rId90" Type="http://schemas.openxmlformats.org/officeDocument/2006/relationships/customXml" Target="../ink/ink621.xml"/><Relationship Id="rId165" Type="http://schemas.openxmlformats.org/officeDocument/2006/relationships/image" Target="../media/image664.png"/><Relationship Id="rId186" Type="http://schemas.openxmlformats.org/officeDocument/2006/relationships/customXml" Target="../ink/ink669.xml"/><Relationship Id="rId27" Type="http://schemas.openxmlformats.org/officeDocument/2006/relationships/image" Target="../media/image595.png"/><Relationship Id="rId48" Type="http://schemas.openxmlformats.org/officeDocument/2006/relationships/customXml" Target="../ink/ink600.xml"/><Relationship Id="rId69" Type="http://schemas.openxmlformats.org/officeDocument/2006/relationships/image" Target="../media/image616.png"/><Relationship Id="rId113" Type="http://schemas.openxmlformats.org/officeDocument/2006/relationships/image" Target="../media/image638.png"/><Relationship Id="rId134" Type="http://schemas.openxmlformats.org/officeDocument/2006/relationships/customXml" Target="../ink/ink643.xml"/><Relationship Id="rId80" Type="http://schemas.openxmlformats.org/officeDocument/2006/relationships/customXml" Target="../ink/ink616.xml"/><Relationship Id="rId155" Type="http://schemas.openxmlformats.org/officeDocument/2006/relationships/image" Target="../media/image659.png"/><Relationship Id="rId176" Type="http://schemas.openxmlformats.org/officeDocument/2006/relationships/customXml" Target="../ink/ink664.xml"/><Relationship Id="rId197" Type="http://schemas.openxmlformats.org/officeDocument/2006/relationships/image" Target="../media/image680.png"/><Relationship Id="rId17" Type="http://schemas.openxmlformats.org/officeDocument/2006/relationships/image" Target="../media/image590.png"/><Relationship Id="rId38" Type="http://schemas.openxmlformats.org/officeDocument/2006/relationships/customXml" Target="../ink/ink595.xml"/><Relationship Id="rId59" Type="http://schemas.openxmlformats.org/officeDocument/2006/relationships/image" Target="../media/image611.png"/><Relationship Id="rId103" Type="http://schemas.openxmlformats.org/officeDocument/2006/relationships/image" Target="../media/image633.png"/><Relationship Id="rId124" Type="http://schemas.openxmlformats.org/officeDocument/2006/relationships/customXml" Target="../ink/ink638.xml"/><Relationship Id="rId70" Type="http://schemas.openxmlformats.org/officeDocument/2006/relationships/customXml" Target="../ink/ink611.xml"/><Relationship Id="rId91" Type="http://schemas.openxmlformats.org/officeDocument/2006/relationships/image" Target="../media/image627.png"/><Relationship Id="rId145" Type="http://schemas.openxmlformats.org/officeDocument/2006/relationships/image" Target="../media/image654.png"/><Relationship Id="rId166" Type="http://schemas.openxmlformats.org/officeDocument/2006/relationships/customXml" Target="../ink/ink659.xml"/><Relationship Id="rId187" Type="http://schemas.openxmlformats.org/officeDocument/2006/relationships/image" Target="../media/image67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590.xml"/><Relationship Id="rId49" Type="http://schemas.openxmlformats.org/officeDocument/2006/relationships/image" Target="../media/image606.png"/><Relationship Id="rId114" Type="http://schemas.openxmlformats.org/officeDocument/2006/relationships/customXml" Target="../ink/ink633.xml"/><Relationship Id="rId60" Type="http://schemas.openxmlformats.org/officeDocument/2006/relationships/customXml" Target="../ink/ink606.xml"/><Relationship Id="rId81" Type="http://schemas.openxmlformats.org/officeDocument/2006/relationships/image" Target="../media/image622.png"/><Relationship Id="rId135" Type="http://schemas.openxmlformats.org/officeDocument/2006/relationships/image" Target="../media/image649.png"/><Relationship Id="rId156" Type="http://schemas.openxmlformats.org/officeDocument/2006/relationships/customXml" Target="../ink/ink654.xml"/><Relationship Id="rId177" Type="http://schemas.openxmlformats.org/officeDocument/2006/relationships/image" Target="../media/image670.png"/><Relationship Id="rId18" Type="http://schemas.openxmlformats.org/officeDocument/2006/relationships/customXml" Target="../ink/ink585.xml"/><Relationship Id="rId39" Type="http://schemas.openxmlformats.org/officeDocument/2006/relationships/image" Target="../media/image601.png"/><Relationship Id="rId50" Type="http://schemas.openxmlformats.org/officeDocument/2006/relationships/customXml" Target="../ink/ink601.xml"/><Relationship Id="rId104" Type="http://schemas.openxmlformats.org/officeDocument/2006/relationships/customXml" Target="../ink/ink628.xml"/><Relationship Id="rId125" Type="http://schemas.openxmlformats.org/officeDocument/2006/relationships/image" Target="../media/image644.png"/><Relationship Id="rId146" Type="http://schemas.openxmlformats.org/officeDocument/2006/relationships/customXml" Target="../ink/ink649.xml"/><Relationship Id="rId167" Type="http://schemas.openxmlformats.org/officeDocument/2006/relationships/image" Target="../media/image665.png"/><Relationship Id="rId188" Type="http://schemas.openxmlformats.org/officeDocument/2006/relationships/customXml" Target="../ink/ink67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6.png"/><Relationship Id="rId21" Type="http://schemas.openxmlformats.org/officeDocument/2006/relationships/image" Target="../media/image688.png"/><Relationship Id="rId42" Type="http://schemas.openxmlformats.org/officeDocument/2006/relationships/customXml" Target="../ink/ink693.xml"/><Relationship Id="rId63" Type="http://schemas.openxmlformats.org/officeDocument/2006/relationships/image" Target="../media/image709.png"/><Relationship Id="rId84" Type="http://schemas.openxmlformats.org/officeDocument/2006/relationships/customXml" Target="../ink/ink714.xml"/><Relationship Id="rId138" Type="http://schemas.openxmlformats.org/officeDocument/2006/relationships/customXml" Target="../ink/ink741.xml"/><Relationship Id="rId107" Type="http://schemas.openxmlformats.org/officeDocument/2006/relationships/image" Target="../media/image731.png"/><Relationship Id="rId11" Type="http://schemas.openxmlformats.org/officeDocument/2006/relationships/image" Target="../media/image683.png"/><Relationship Id="rId32" Type="http://schemas.openxmlformats.org/officeDocument/2006/relationships/customXml" Target="../ink/ink688.xml"/><Relationship Id="rId37" Type="http://schemas.openxmlformats.org/officeDocument/2006/relationships/image" Target="../media/image696.png"/><Relationship Id="rId53" Type="http://schemas.openxmlformats.org/officeDocument/2006/relationships/image" Target="../media/image704.png"/><Relationship Id="rId58" Type="http://schemas.openxmlformats.org/officeDocument/2006/relationships/customXml" Target="../ink/ink701.xml"/><Relationship Id="rId74" Type="http://schemas.openxmlformats.org/officeDocument/2006/relationships/customXml" Target="../ink/ink709.xml"/><Relationship Id="rId79" Type="http://schemas.openxmlformats.org/officeDocument/2006/relationships/image" Target="../media/image717.png"/><Relationship Id="rId102" Type="http://schemas.openxmlformats.org/officeDocument/2006/relationships/customXml" Target="../ink/ink723.xml"/><Relationship Id="rId123" Type="http://schemas.openxmlformats.org/officeDocument/2006/relationships/image" Target="../media/image739.png"/><Relationship Id="rId128" Type="http://schemas.openxmlformats.org/officeDocument/2006/relationships/customXml" Target="../ink/ink736.xml"/><Relationship Id="rId5" Type="http://schemas.openxmlformats.org/officeDocument/2006/relationships/image" Target="../media/image7.svg"/><Relationship Id="rId90" Type="http://schemas.openxmlformats.org/officeDocument/2006/relationships/customXml" Target="../ink/ink717.xml"/><Relationship Id="rId95" Type="http://schemas.openxmlformats.org/officeDocument/2006/relationships/image" Target="../media/image725.png"/><Relationship Id="rId22" Type="http://schemas.openxmlformats.org/officeDocument/2006/relationships/customXml" Target="../ink/ink683.xml"/><Relationship Id="rId27" Type="http://schemas.openxmlformats.org/officeDocument/2006/relationships/image" Target="../media/image691.png"/><Relationship Id="rId43" Type="http://schemas.openxmlformats.org/officeDocument/2006/relationships/image" Target="../media/image699.png"/><Relationship Id="rId48" Type="http://schemas.openxmlformats.org/officeDocument/2006/relationships/customXml" Target="../ink/ink696.xml"/><Relationship Id="rId64" Type="http://schemas.openxmlformats.org/officeDocument/2006/relationships/customXml" Target="../ink/ink704.xml"/><Relationship Id="rId69" Type="http://schemas.openxmlformats.org/officeDocument/2006/relationships/image" Target="../media/image712.png"/><Relationship Id="rId113" Type="http://schemas.openxmlformats.org/officeDocument/2006/relationships/image" Target="../media/image734.png"/><Relationship Id="rId118" Type="http://schemas.openxmlformats.org/officeDocument/2006/relationships/customXml" Target="../ink/ink731.xml"/><Relationship Id="rId134" Type="http://schemas.openxmlformats.org/officeDocument/2006/relationships/customXml" Target="../ink/ink739.xml"/><Relationship Id="rId139" Type="http://schemas.openxmlformats.org/officeDocument/2006/relationships/image" Target="../media/image747.png"/><Relationship Id="rId80" Type="http://schemas.openxmlformats.org/officeDocument/2006/relationships/customXml" Target="../ink/ink712.xml"/><Relationship Id="rId85" Type="http://schemas.openxmlformats.org/officeDocument/2006/relationships/image" Target="../media/image720.png"/><Relationship Id="rId12" Type="http://schemas.openxmlformats.org/officeDocument/2006/relationships/customXml" Target="../ink/ink678.xml"/><Relationship Id="rId17" Type="http://schemas.openxmlformats.org/officeDocument/2006/relationships/image" Target="../media/image686.png"/><Relationship Id="rId33" Type="http://schemas.openxmlformats.org/officeDocument/2006/relationships/image" Target="../media/image694.png"/><Relationship Id="rId38" Type="http://schemas.openxmlformats.org/officeDocument/2006/relationships/customXml" Target="../ink/ink691.xml"/><Relationship Id="rId59" Type="http://schemas.openxmlformats.org/officeDocument/2006/relationships/image" Target="../media/image707.png"/><Relationship Id="rId103" Type="http://schemas.openxmlformats.org/officeDocument/2006/relationships/image" Target="../media/image729.png"/><Relationship Id="rId108" Type="http://schemas.openxmlformats.org/officeDocument/2006/relationships/customXml" Target="../ink/ink726.xml"/><Relationship Id="rId124" Type="http://schemas.openxmlformats.org/officeDocument/2006/relationships/customXml" Target="../ink/ink734.xml"/><Relationship Id="rId129" Type="http://schemas.openxmlformats.org/officeDocument/2006/relationships/image" Target="../media/image742.png"/><Relationship Id="rId54" Type="http://schemas.openxmlformats.org/officeDocument/2006/relationships/customXml" Target="../ink/ink699.xml"/><Relationship Id="rId70" Type="http://schemas.openxmlformats.org/officeDocument/2006/relationships/customXml" Target="../ink/ink707.xml"/><Relationship Id="rId75" Type="http://schemas.openxmlformats.org/officeDocument/2006/relationships/image" Target="../media/image715.png"/><Relationship Id="rId91" Type="http://schemas.openxmlformats.org/officeDocument/2006/relationships/image" Target="../media/image723.png"/><Relationship Id="rId96" Type="http://schemas.openxmlformats.org/officeDocument/2006/relationships/customXml" Target="../ink/ink720.xml"/><Relationship Id="rId140" Type="http://schemas.openxmlformats.org/officeDocument/2006/relationships/customXml" Target="../ink/ink74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5.xml"/><Relationship Id="rId23" Type="http://schemas.openxmlformats.org/officeDocument/2006/relationships/image" Target="../media/image689.png"/><Relationship Id="rId28" Type="http://schemas.openxmlformats.org/officeDocument/2006/relationships/customXml" Target="../ink/ink686.xml"/><Relationship Id="rId49" Type="http://schemas.openxmlformats.org/officeDocument/2006/relationships/image" Target="../media/image702.png"/><Relationship Id="rId114" Type="http://schemas.openxmlformats.org/officeDocument/2006/relationships/customXml" Target="../ink/ink729.xml"/><Relationship Id="rId119" Type="http://schemas.openxmlformats.org/officeDocument/2006/relationships/image" Target="../media/image737.png"/><Relationship Id="rId44" Type="http://schemas.openxmlformats.org/officeDocument/2006/relationships/customXml" Target="../ink/ink694.xml"/><Relationship Id="rId60" Type="http://schemas.openxmlformats.org/officeDocument/2006/relationships/customXml" Target="../ink/ink702.xml"/><Relationship Id="rId65" Type="http://schemas.openxmlformats.org/officeDocument/2006/relationships/image" Target="../media/image710.png"/><Relationship Id="rId81" Type="http://schemas.openxmlformats.org/officeDocument/2006/relationships/image" Target="../media/image718.png"/><Relationship Id="rId86" Type="http://schemas.openxmlformats.org/officeDocument/2006/relationships/customXml" Target="../ink/ink715.xml"/><Relationship Id="rId130" Type="http://schemas.openxmlformats.org/officeDocument/2006/relationships/customXml" Target="../ink/ink737.xml"/><Relationship Id="rId135" Type="http://schemas.openxmlformats.org/officeDocument/2006/relationships/image" Target="../media/image745.png"/><Relationship Id="rId13" Type="http://schemas.openxmlformats.org/officeDocument/2006/relationships/image" Target="../media/image684.png"/><Relationship Id="rId18" Type="http://schemas.openxmlformats.org/officeDocument/2006/relationships/customXml" Target="../ink/ink681.xml"/><Relationship Id="rId39" Type="http://schemas.openxmlformats.org/officeDocument/2006/relationships/image" Target="../media/image697.png"/><Relationship Id="rId109" Type="http://schemas.openxmlformats.org/officeDocument/2006/relationships/image" Target="../media/image732.png"/><Relationship Id="rId34" Type="http://schemas.openxmlformats.org/officeDocument/2006/relationships/customXml" Target="../ink/ink689.xml"/><Relationship Id="rId50" Type="http://schemas.openxmlformats.org/officeDocument/2006/relationships/customXml" Target="../ink/ink697.xml"/><Relationship Id="rId55" Type="http://schemas.openxmlformats.org/officeDocument/2006/relationships/image" Target="../media/image705.png"/><Relationship Id="rId76" Type="http://schemas.openxmlformats.org/officeDocument/2006/relationships/customXml" Target="../ink/ink710.xml"/><Relationship Id="rId97" Type="http://schemas.openxmlformats.org/officeDocument/2006/relationships/image" Target="../media/image726.png"/><Relationship Id="rId104" Type="http://schemas.openxmlformats.org/officeDocument/2006/relationships/customXml" Target="../ink/ink724.xml"/><Relationship Id="rId120" Type="http://schemas.openxmlformats.org/officeDocument/2006/relationships/customXml" Target="../ink/ink732.xml"/><Relationship Id="rId125" Type="http://schemas.openxmlformats.org/officeDocument/2006/relationships/image" Target="../media/image740.png"/><Relationship Id="rId141" Type="http://schemas.openxmlformats.org/officeDocument/2006/relationships/image" Target="../media/image748.png"/><Relationship Id="rId7" Type="http://schemas.openxmlformats.org/officeDocument/2006/relationships/image" Target="../media/image681.png"/><Relationship Id="rId71" Type="http://schemas.openxmlformats.org/officeDocument/2006/relationships/image" Target="../media/image713.png"/><Relationship Id="rId92" Type="http://schemas.openxmlformats.org/officeDocument/2006/relationships/customXml" Target="../ink/ink718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692.png"/><Relationship Id="rId24" Type="http://schemas.openxmlformats.org/officeDocument/2006/relationships/customXml" Target="../ink/ink684.xml"/><Relationship Id="rId40" Type="http://schemas.openxmlformats.org/officeDocument/2006/relationships/customXml" Target="../ink/ink692.xml"/><Relationship Id="rId45" Type="http://schemas.openxmlformats.org/officeDocument/2006/relationships/image" Target="../media/image700.png"/><Relationship Id="rId66" Type="http://schemas.openxmlformats.org/officeDocument/2006/relationships/customXml" Target="../ink/ink705.xml"/><Relationship Id="rId87" Type="http://schemas.openxmlformats.org/officeDocument/2006/relationships/image" Target="../media/image721.png"/><Relationship Id="rId110" Type="http://schemas.openxmlformats.org/officeDocument/2006/relationships/customXml" Target="../ink/ink727.xml"/><Relationship Id="rId115" Type="http://schemas.openxmlformats.org/officeDocument/2006/relationships/image" Target="../media/image735.png"/><Relationship Id="rId131" Type="http://schemas.openxmlformats.org/officeDocument/2006/relationships/image" Target="../media/image743.png"/><Relationship Id="rId136" Type="http://schemas.openxmlformats.org/officeDocument/2006/relationships/customXml" Target="../ink/ink740.xml"/><Relationship Id="rId61" Type="http://schemas.openxmlformats.org/officeDocument/2006/relationships/image" Target="../media/image708.png"/><Relationship Id="rId82" Type="http://schemas.openxmlformats.org/officeDocument/2006/relationships/customXml" Target="../ink/ink713.xml"/><Relationship Id="rId19" Type="http://schemas.openxmlformats.org/officeDocument/2006/relationships/image" Target="../media/image687.png"/><Relationship Id="rId14" Type="http://schemas.openxmlformats.org/officeDocument/2006/relationships/customXml" Target="../ink/ink679.xml"/><Relationship Id="rId30" Type="http://schemas.openxmlformats.org/officeDocument/2006/relationships/customXml" Target="../ink/ink687.xml"/><Relationship Id="rId35" Type="http://schemas.openxmlformats.org/officeDocument/2006/relationships/image" Target="../media/image695.png"/><Relationship Id="rId56" Type="http://schemas.openxmlformats.org/officeDocument/2006/relationships/customXml" Target="../ink/ink700.xml"/><Relationship Id="rId77" Type="http://schemas.openxmlformats.org/officeDocument/2006/relationships/image" Target="../media/image716.png"/><Relationship Id="rId100" Type="http://schemas.openxmlformats.org/officeDocument/2006/relationships/customXml" Target="../ink/ink722.xml"/><Relationship Id="rId105" Type="http://schemas.openxmlformats.org/officeDocument/2006/relationships/image" Target="../media/image730.png"/><Relationship Id="rId126" Type="http://schemas.openxmlformats.org/officeDocument/2006/relationships/customXml" Target="../ink/ink735.xml"/><Relationship Id="rId8" Type="http://schemas.openxmlformats.org/officeDocument/2006/relationships/customXml" Target="../ink/ink676.xml"/><Relationship Id="rId51" Type="http://schemas.openxmlformats.org/officeDocument/2006/relationships/image" Target="../media/image703.png"/><Relationship Id="rId72" Type="http://schemas.openxmlformats.org/officeDocument/2006/relationships/customXml" Target="../ink/ink708.xml"/><Relationship Id="rId93" Type="http://schemas.openxmlformats.org/officeDocument/2006/relationships/image" Target="../media/image724.png"/><Relationship Id="rId98" Type="http://schemas.openxmlformats.org/officeDocument/2006/relationships/customXml" Target="../ink/ink721.xml"/><Relationship Id="rId121" Type="http://schemas.openxmlformats.org/officeDocument/2006/relationships/image" Target="../media/image738.png"/><Relationship Id="rId3" Type="http://schemas.openxmlformats.org/officeDocument/2006/relationships/image" Target="../media/image5.svg"/><Relationship Id="rId25" Type="http://schemas.openxmlformats.org/officeDocument/2006/relationships/image" Target="../media/image690.png"/><Relationship Id="rId46" Type="http://schemas.openxmlformats.org/officeDocument/2006/relationships/customXml" Target="../ink/ink695.xml"/><Relationship Id="rId67" Type="http://schemas.openxmlformats.org/officeDocument/2006/relationships/image" Target="../media/image711.png"/><Relationship Id="rId116" Type="http://schemas.openxmlformats.org/officeDocument/2006/relationships/customXml" Target="../ink/ink730.xml"/><Relationship Id="rId137" Type="http://schemas.openxmlformats.org/officeDocument/2006/relationships/image" Target="../media/image746.png"/><Relationship Id="rId20" Type="http://schemas.openxmlformats.org/officeDocument/2006/relationships/customXml" Target="../ink/ink682.xml"/><Relationship Id="rId41" Type="http://schemas.openxmlformats.org/officeDocument/2006/relationships/image" Target="../media/image698.png"/><Relationship Id="rId62" Type="http://schemas.openxmlformats.org/officeDocument/2006/relationships/customXml" Target="../ink/ink703.xml"/><Relationship Id="rId83" Type="http://schemas.openxmlformats.org/officeDocument/2006/relationships/image" Target="../media/image719.png"/><Relationship Id="rId88" Type="http://schemas.openxmlformats.org/officeDocument/2006/relationships/customXml" Target="../ink/ink716.xml"/><Relationship Id="rId111" Type="http://schemas.openxmlformats.org/officeDocument/2006/relationships/image" Target="../media/image733.png"/><Relationship Id="rId132" Type="http://schemas.openxmlformats.org/officeDocument/2006/relationships/customXml" Target="../ink/ink738.xml"/><Relationship Id="rId15" Type="http://schemas.openxmlformats.org/officeDocument/2006/relationships/image" Target="../media/image685.png"/><Relationship Id="rId36" Type="http://schemas.openxmlformats.org/officeDocument/2006/relationships/customXml" Target="../ink/ink690.xml"/><Relationship Id="rId57" Type="http://schemas.openxmlformats.org/officeDocument/2006/relationships/image" Target="../media/image706.png"/><Relationship Id="rId106" Type="http://schemas.openxmlformats.org/officeDocument/2006/relationships/customXml" Target="../ink/ink725.xml"/><Relationship Id="rId127" Type="http://schemas.openxmlformats.org/officeDocument/2006/relationships/image" Target="../media/image741.png"/><Relationship Id="rId10" Type="http://schemas.openxmlformats.org/officeDocument/2006/relationships/customXml" Target="../ink/ink677.xml"/><Relationship Id="rId31" Type="http://schemas.openxmlformats.org/officeDocument/2006/relationships/image" Target="../media/image693.png"/><Relationship Id="rId52" Type="http://schemas.openxmlformats.org/officeDocument/2006/relationships/customXml" Target="../ink/ink698.xml"/><Relationship Id="rId73" Type="http://schemas.openxmlformats.org/officeDocument/2006/relationships/image" Target="../media/image714.png"/><Relationship Id="rId78" Type="http://schemas.openxmlformats.org/officeDocument/2006/relationships/customXml" Target="../ink/ink711.xml"/><Relationship Id="rId94" Type="http://schemas.openxmlformats.org/officeDocument/2006/relationships/customXml" Target="../ink/ink719.xml"/><Relationship Id="rId99" Type="http://schemas.openxmlformats.org/officeDocument/2006/relationships/image" Target="../media/image727.png"/><Relationship Id="rId101" Type="http://schemas.openxmlformats.org/officeDocument/2006/relationships/image" Target="../media/image728.png"/><Relationship Id="rId122" Type="http://schemas.openxmlformats.org/officeDocument/2006/relationships/customXml" Target="../ink/ink733.xml"/><Relationship Id="rId4" Type="http://schemas.openxmlformats.org/officeDocument/2006/relationships/image" Target="../media/image6.svg"/><Relationship Id="rId9" Type="http://schemas.openxmlformats.org/officeDocument/2006/relationships/image" Target="../media/image682.png"/><Relationship Id="rId26" Type="http://schemas.openxmlformats.org/officeDocument/2006/relationships/customXml" Target="../ink/ink685.xml"/><Relationship Id="rId47" Type="http://schemas.openxmlformats.org/officeDocument/2006/relationships/image" Target="../media/image701.png"/><Relationship Id="rId68" Type="http://schemas.openxmlformats.org/officeDocument/2006/relationships/customXml" Target="../ink/ink706.xml"/><Relationship Id="rId89" Type="http://schemas.openxmlformats.org/officeDocument/2006/relationships/image" Target="../media/image722.png"/><Relationship Id="rId112" Type="http://schemas.openxmlformats.org/officeDocument/2006/relationships/customXml" Target="../ink/ink728.xml"/><Relationship Id="rId133" Type="http://schemas.openxmlformats.org/officeDocument/2006/relationships/image" Target="../media/image744.png"/><Relationship Id="rId16" Type="http://schemas.openxmlformats.org/officeDocument/2006/relationships/customXml" Target="../ink/ink680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99.xml"/><Relationship Id="rId21" Type="http://schemas.openxmlformats.org/officeDocument/2006/relationships/customXml" Target="../ink/ink751.xml"/><Relationship Id="rId63" Type="http://schemas.openxmlformats.org/officeDocument/2006/relationships/customXml" Target="../ink/ink772.xml"/><Relationship Id="rId159" Type="http://schemas.openxmlformats.org/officeDocument/2006/relationships/customXml" Target="../ink/ink820.xml"/><Relationship Id="rId170" Type="http://schemas.openxmlformats.org/officeDocument/2006/relationships/image" Target="../media/image833.png"/><Relationship Id="rId226" Type="http://schemas.openxmlformats.org/officeDocument/2006/relationships/image" Target="../media/image861.png"/><Relationship Id="rId268" Type="http://schemas.openxmlformats.org/officeDocument/2006/relationships/image" Target="../media/image882.png"/><Relationship Id="rId32" Type="http://schemas.openxmlformats.org/officeDocument/2006/relationships/image" Target="../media/image764.png"/><Relationship Id="rId74" Type="http://schemas.openxmlformats.org/officeDocument/2006/relationships/image" Target="../media/image785.png"/><Relationship Id="rId128" Type="http://schemas.openxmlformats.org/officeDocument/2006/relationships/image" Target="../media/image812.png"/><Relationship Id="rId5" Type="http://schemas.openxmlformats.org/officeDocument/2006/relationships/customXml" Target="../ink/ink743.xml"/><Relationship Id="rId181" Type="http://schemas.openxmlformats.org/officeDocument/2006/relationships/customXml" Target="../ink/ink831.xml"/><Relationship Id="rId237" Type="http://schemas.openxmlformats.org/officeDocument/2006/relationships/customXml" Target="../ink/ink859.xml"/><Relationship Id="rId279" Type="http://schemas.openxmlformats.org/officeDocument/2006/relationships/customXml" Target="../ink/ink880.xml"/><Relationship Id="rId43" Type="http://schemas.openxmlformats.org/officeDocument/2006/relationships/customXml" Target="../ink/ink762.xml"/><Relationship Id="rId139" Type="http://schemas.openxmlformats.org/officeDocument/2006/relationships/customXml" Target="../ink/ink810.xml"/><Relationship Id="rId290" Type="http://schemas.openxmlformats.org/officeDocument/2006/relationships/image" Target="../media/image893.png"/><Relationship Id="rId85" Type="http://schemas.openxmlformats.org/officeDocument/2006/relationships/customXml" Target="../ink/ink783.xml"/><Relationship Id="rId150" Type="http://schemas.openxmlformats.org/officeDocument/2006/relationships/image" Target="../media/image823.png"/><Relationship Id="rId192" Type="http://schemas.openxmlformats.org/officeDocument/2006/relationships/image" Target="../media/image844.png"/><Relationship Id="rId206" Type="http://schemas.openxmlformats.org/officeDocument/2006/relationships/image" Target="../media/image851.png"/><Relationship Id="rId248" Type="http://schemas.openxmlformats.org/officeDocument/2006/relationships/image" Target="../media/image872.png"/><Relationship Id="rId269" Type="http://schemas.openxmlformats.org/officeDocument/2006/relationships/customXml" Target="../ink/ink875.xml"/><Relationship Id="rId12" Type="http://schemas.openxmlformats.org/officeDocument/2006/relationships/image" Target="../media/image754.png"/><Relationship Id="rId33" Type="http://schemas.openxmlformats.org/officeDocument/2006/relationships/customXml" Target="../ink/ink757.xml"/><Relationship Id="rId108" Type="http://schemas.openxmlformats.org/officeDocument/2006/relationships/image" Target="../media/image802.png"/><Relationship Id="rId129" Type="http://schemas.openxmlformats.org/officeDocument/2006/relationships/customXml" Target="../ink/ink805.xml"/><Relationship Id="rId280" Type="http://schemas.openxmlformats.org/officeDocument/2006/relationships/image" Target="../media/image888.png"/><Relationship Id="rId54" Type="http://schemas.openxmlformats.org/officeDocument/2006/relationships/image" Target="../media/image775.png"/><Relationship Id="rId75" Type="http://schemas.openxmlformats.org/officeDocument/2006/relationships/customXml" Target="../ink/ink778.xml"/><Relationship Id="rId96" Type="http://schemas.openxmlformats.org/officeDocument/2006/relationships/image" Target="../media/image796.png"/><Relationship Id="rId140" Type="http://schemas.openxmlformats.org/officeDocument/2006/relationships/image" Target="../media/image818.png"/><Relationship Id="rId161" Type="http://schemas.openxmlformats.org/officeDocument/2006/relationships/customXml" Target="../ink/ink821.xml"/><Relationship Id="rId182" Type="http://schemas.openxmlformats.org/officeDocument/2006/relationships/image" Target="../media/image839.png"/><Relationship Id="rId217" Type="http://schemas.openxmlformats.org/officeDocument/2006/relationships/customXml" Target="../ink/ink849.xml"/><Relationship Id="rId6" Type="http://schemas.openxmlformats.org/officeDocument/2006/relationships/image" Target="../media/image751.png"/><Relationship Id="rId238" Type="http://schemas.openxmlformats.org/officeDocument/2006/relationships/image" Target="../media/image867.png"/><Relationship Id="rId259" Type="http://schemas.openxmlformats.org/officeDocument/2006/relationships/customXml" Target="../ink/ink870.xml"/><Relationship Id="rId23" Type="http://schemas.openxmlformats.org/officeDocument/2006/relationships/customXml" Target="../ink/ink752.xml"/><Relationship Id="rId119" Type="http://schemas.openxmlformats.org/officeDocument/2006/relationships/customXml" Target="../ink/ink800.xml"/><Relationship Id="rId270" Type="http://schemas.openxmlformats.org/officeDocument/2006/relationships/image" Target="../media/image883.png"/><Relationship Id="rId44" Type="http://schemas.openxmlformats.org/officeDocument/2006/relationships/image" Target="../media/image770.png"/><Relationship Id="rId65" Type="http://schemas.openxmlformats.org/officeDocument/2006/relationships/customXml" Target="../ink/ink773.xml"/><Relationship Id="rId86" Type="http://schemas.openxmlformats.org/officeDocument/2006/relationships/image" Target="../media/image791.png"/><Relationship Id="rId130" Type="http://schemas.openxmlformats.org/officeDocument/2006/relationships/image" Target="../media/image813.png"/><Relationship Id="rId151" Type="http://schemas.openxmlformats.org/officeDocument/2006/relationships/customXml" Target="../ink/ink816.xml"/><Relationship Id="rId172" Type="http://schemas.openxmlformats.org/officeDocument/2006/relationships/image" Target="../media/image834.png"/><Relationship Id="rId193" Type="http://schemas.openxmlformats.org/officeDocument/2006/relationships/customXml" Target="../ink/ink837.xml"/><Relationship Id="rId207" Type="http://schemas.openxmlformats.org/officeDocument/2006/relationships/customXml" Target="../ink/ink844.xml"/><Relationship Id="rId228" Type="http://schemas.openxmlformats.org/officeDocument/2006/relationships/image" Target="../media/image862.png"/><Relationship Id="rId249" Type="http://schemas.openxmlformats.org/officeDocument/2006/relationships/customXml" Target="../ink/ink865.xml"/><Relationship Id="rId13" Type="http://schemas.openxmlformats.org/officeDocument/2006/relationships/customXml" Target="../ink/ink747.xml"/><Relationship Id="rId109" Type="http://schemas.openxmlformats.org/officeDocument/2006/relationships/customXml" Target="../ink/ink795.xml"/><Relationship Id="rId260" Type="http://schemas.openxmlformats.org/officeDocument/2006/relationships/image" Target="../media/image878.png"/><Relationship Id="rId281" Type="http://schemas.openxmlformats.org/officeDocument/2006/relationships/customXml" Target="../ink/ink881.xml"/><Relationship Id="rId34" Type="http://schemas.openxmlformats.org/officeDocument/2006/relationships/image" Target="../media/image765.png"/><Relationship Id="rId55" Type="http://schemas.openxmlformats.org/officeDocument/2006/relationships/customXml" Target="../ink/ink768.xml"/><Relationship Id="rId76" Type="http://schemas.openxmlformats.org/officeDocument/2006/relationships/image" Target="../media/image786.png"/><Relationship Id="rId97" Type="http://schemas.openxmlformats.org/officeDocument/2006/relationships/customXml" Target="../ink/ink789.xml"/><Relationship Id="rId120" Type="http://schemas.openxmlformats.org/officeDocument/2006/relationships/image" Target="../media/image808.png"/><Relationship Id="rId141" Type="http://schemas.openxmlformats.org/officeDocument/2006/relationships/customXml" Target="../ink/ink811.xml"/><Relationship Id="rId7" Type="http://schemas.openxmlformats.org/officeDocument/2006/relationships/customXml" Target="../ink/ink744.xml"/><Relationship Id="rId162" Type="http://schemas.openxmlformats.org/officeDocument/2006/relationships/image" Target="../media/image829.png"/><Relationship Id="rId183" Type="http://schemas.openxmlformats.org/officeDocument/2006/relationships/customXml" Target="../ink/ink832.xml"/><Relationship Id="rId218" Type="http://schemas.openxmlformats.org/officeDocument/2006/relationships/image" Target="../media/image857.png"/><Relationship Id="rId239" Type="http://schemas.openxmlformats.org/officeDocument/2006/relationships/customXml" Target="../ink/ink860.xml"/><Relationship Id="rId250" Type="http://schemas.openxmlformats.org/officeDocument/2006/relationships/image" Target="../media/image873.png"/><Relationship Id="rId271" Type="http://schemas.openxmlformats.org/officeDocument/2006/relationships/customXml" Target="../ink/ink876.xml"/><Relationship Id="rId24" Type="http://schemas.openxmlformats.org/officeDocument/2006/relationships/image" Target="../media/image760.png"/><Relationship Id="rId45" Type="http://schemas.openxmlformats.org/officeDocument/2006/relationships/customXml" Target="../ink/ink763.xml"/><Relationship Id="rId66" Type="http://schemas.openxmlformats.org/officeDocument/2006/relationships/image" Target="../media/image781.png"/><Relationship Id="rId87" Type="http://schemas.openxmlformats.org/officeDocument/2006/relationships/customXml" Target="../ink/ink784.xml"/><Relationship Id="rId110" Type="http://schemas.openxmlformats.org/officeDocument/2006/relationships/image" Target="../media/image803.png"/><Relationship Id="rId131" Type="http://schemas.openxmlformats.org/officeDocument/2006/relationships/customXml" Target="../ink/ink806.xml"/><Relationship Id="rId152" Type="http://schemas.openxmlformats.org/officeDocument/2006/relationships/image" Target="../media/image824.png"/><Relationship Id="rId173" Type="http://schemas.openxmlformats.org/officeDocument/2006/relationships/customXml" Target="../ink/ink827.xml"/><Relationship Id="rId194" Type="http://schemas.openxmlformats.org/officeDocument/2006/relationships/image" Target="../media/image845.png"/><Relationship Id="rId208" Type="http://schemas.openxmlformats.org/officeDocument/2006/relationships/image" Target="../media/image852.png"/><Relationship Id="rId229" Type="http://schemas.openxmlformats.org/officeDocument/2006/relationships/customXml" Target="../ink/ink855.xml"/><Relationship Id="rId240" Type="http://schemas.openxmlformats.org/officeDocument/2006/relationships/image" Target="../media/image868.png"/><Relationship Id="rId261" Type="http://schemas.openxmlformats.org/officeDocument/2006/relationships/customXml" Target="../ink/ink871.xml"/><Relationship Id="rId14" Type="http://schemas.openxmlformats.org/officeDocument/2006/relationships/image" Target="../media/image755.png"/><Relationship Id="rId35" Type="http://schemas.openxmlformats.org/officeDocument/2006/relationships/customXml" Target="../ink/ink758.xml"/><Relationship Id="rId56" Type="http://schemas.openxmlformats.org/officeDocument/2006/relationships/image" Target="../media/image776.png"/><Relationship Id="rId77" Type="http://schemas.openxmlformats.org/officeDocument/2006/relationships/customXml" Target="../ink/ink779.xml"/><Relationship Id="rId100" Type="http://schemas.openxmlformats.org/officeDocument/2006/relationships/image" Target="../media/image798.png"/><Relationship Id="rId282" Type="http://schemas.openxmlformats.org/officeDocument/2006/relationships/image" Target="../media/image889.png"/><Relationship Id="rId8" Type="http://schemas.openxmlformats.org/officeDocument/2006/relationships/image" Target="../media/image752.png"/><Relationship Id="rId98" Type="http://schemas.openxmlformats.org/officeDocument/2006/relationships/image" Target="../media/image797.png"/><Relationship Id="rId121" Type="http://schemas.openxmlformats.org/officeDocument/2006/relationships/customXml" Target="../ink/ink801.xml"/><Relationship Id="rId142" Type="http://schemas.openxmlformats.org/officeDocument/2006/relationships/image" Target="../media/image819.png"/><Relationship Id="rId163" Type="http://schemas.openxmlformats.org/officeDocument/2006/relationships/customXml" Target="../ink/ink822.xml"/><Relationship Id="rId184" Type="http://schemas.openxmlformats.org/officeDocument/2006/relationships/image" Target="../media/image840.png"/><Relationship Id="rId219" Type="http://schemas.openxmlformats.org/officeDocument/2006/relationships/customXml" Target="../ink/ink850.xml"/><Relationship Id="rId230" Type="http://schemas.openxmlformats.org/officeDocument/2006/relationships/image" Target="../media/image863.png"/><Relationship Id="rId251" Type="http://schemas.openxmlformats.org/officeDocument/2006/relationships/customXml" Target="../ink/ink866.xml"/><Relationship Id="rId25" Type="http://schemas.openxmlformats.org/officeDocument/2006/relationships/customXml" Target="../ink/ink753.xml"/><Relationship Id="rId46" Type="http://schemas.openxmlformats.org/officeDocument/2006/relationships/image" Target="../media/image771.png"/><Relationship Id="rId67" Type="http://schemas.openxmlformats.org/officeDocument/2006/relationships/customXml" Target="../ink/ink774.xml"/><Relationship Id="rId272" Type="http://schemas.openxmlformats.org/officeDocument/2006/relationships/image" Target="../media/image884.png"/><Relationship Id="rId88" Type="http://schemas.openxmlformats.org/officeDocument/2006/relationships/image" Target="../media/image792.png"/><Relationship Id="rId111" Type="http://schemas.openxmlformats.org/officeDocument/2006/relationships/customXml" Target="../ink/ink796.xml"/><Relationship Id="rId132" Type="http://schemas.openxmlformats.org/officeDocument/2006/relationships/image" Target="../media/image814.png"/><Relationship Id="rId153" Type="http://schemas.openxmlformats.org/officeDocument/2006/relationships/customXml" Target="../ink/ink817.xml"/><Relationship Id="rId174" Type="http://schemas.openxmlformats.org/officeDocument/2006/relationships/image" Target="../media/image835.png"/><Relationship Id="rId195" Type="http://schemas.openxmlformats.org/officeDocument/2006/relationships/customXml" Target="../ink/ink838.xml"/><Relationship Id="rId209" Type="http://schemas.openxmlformats.org/officeDocument/2006/relationships/customXml" Target="../ink/ink845.xml"/><Relationship Id="rId220" Type="http://schemas.openxmlformats.org/officeDocument/2006/relationships/image" Target="../media/image858.png"/><Relationship Id="rId241" Type="http://schemas.openxmlformats.org/officeDocument/2006/relationships/customXml" Target="../ink/ink861.xml"/><Relationship Id="rId15" Type="http://schemas.openxmlformats.org/officeDocument/2006/relationships/customXml" Target="../ink/ink748.xml"/><Relationship Id="rId36" Type="http://schemas.openxmlformats.org/officeDocument/2006/relationships/image" Target="../media/image766.png"/><Relationship Id="rId57" Type="http://schemas.openxmlformats.org/officeDocument/2006/relationships/customXml" Target="../ink/ink769.xml"/><Relationship Id="rId262" Type="http://schemas.openxmlformats.org/officeDocument/2006/relationships/image" Target="../media/image879.png"/><Relationship Id="rId283" Type="http://schemas.openxmlformats.org/officeDocument/2006/relationships/customXml" Target="../ink/ink882.xml"/><Relationship Id="rId78" Type="http://schemas.openxmlformats.org/officeDocument/2006/relationships/image" Target="../media/image787.png"/><Relationship Id="rId99" Type="http://schemas.openxmlformats.org/officeDocument/2006/relationships/customXml" Target="../ink/ink790.xml"/><Relationship Id="rId101" Type="http://schemas.openxmlformats.org/officeDocument/2006/relationships/customXml" Target="../ink/ink791.xml"/><Relationship Id="rId122" Type="http://schemas.openxmlformats.org/officeDocument/2006/relationships/image" Target="../media/image809.png"/><Relationship Id="rId143" Type="http://schemas.openxmlformats.org/officeDocument/2006/relationships/customXml" Target="../ink/ink812.xml"/><Relationship Id="rId164" Type="http://schemas.openxmlformats.org/officeDocument/2006/relationships/image" Target="../media/image830.png"/><Relationship Id="rId185" Type="http://schemas.openxmlformats.org/officeDocument/2006/relationships/customXml" Target="../ink/ink833.xml"/><Relationship Id="rId9" Type="http://schemas.openxmlformats.org/officeDocument/2006/relationships/customXml" Target="../ink/ink745.xml"/><Relationship Id="rId210" Type="http://schemas.openxmlformats.org/officeDocument/2006/relationships/image" Target="../media/image853.png"/><Relationship Id="rId26" Type="http://schemas.openxmlformats.org/officeDocument/2006/relationships/image" Target="../media/image761.png"/><Relationship Id="rId231" Type="http://schemas.openxmlformats.org/officeDocument/2006/relationships/customXml" Target="../ink/ink856.xml"/><Relationship Id="rId252" Type="http://schemas.openxmlformats.org/officeDocument/2006/relationships/image" Target="../media/image874.png"/><Relationship Id="rId273" Type="http://schemas.openxmlformats.org/officeDocument/2006/relationships/customXml" Target="../ink/ink877.xml"/><Relationship Id="rId47" Type="http://schemas.openxmlformats.org/officeDocument/2006/relationships/customXml" Target="../ink/ink764.xml"/><Relationship Id="rId68" Type="http://schemas.openxmlformats.org/officeDocument/2006/relationships/image" Target="../media/image782.png"/><Relationship Id="rId89" Type="http://schemas.openxmlformats.org/officeDocument/2006/relationships/customXml" Target="../ink/ink785.xml"/><Relationship Id="rId112" Type="http://schemas.openxmlformats.org/officeDocument/2006/relationships/image" Target="../media/image804.png"/><Relationship Id="rId133" Type="http://schemas.openxmlformats.org/officeDocument/2006/relationships/customXml" Target="../ink/ink807.xml"/><Relationship Id="rId154" Type="http://schemas.openxmlformats.org/officeDocument/2006/relationships/image" Target="../media/image825.png"/><Relationship Id="rId175" Type="http://schemas.openxmlformats.org/officeDocument/2006/relationships/customXml" Target="../ink/ink828.xml"/><Relationship Id="rId196" Type="http://schemas.openxmlformats.org/officeDocument/2006/relationships/image" Target="../media/image846.png"/><Relationship Id="rId200" Type="http://schemas.openxmlformats.org/officeDocument/2006/relationships/image" Target="../media/image848.png"/><Relationship Id="rId16" Type="http://schemas.openxmlformats.org/officeDocument/2006/relationships/image" Target="../media/image756.png"/><Relationship Id="rId221" Type="http://schemas.openxmlformats.org/officeDocument/2006/relationships/customXml" Target="../ink/ink851.xml"/><Relationship Id="rId242" Type="http://schemas.openxmlformats.org/officeDocument/2006/relationships/image" Target="../media/image869.png"/><Relationship Id="rId263" Type="http://schemas.openxmlformats.org/officeDocument/2006/relationships/customXml" Target="../ink/ink872.xml"/><Relationship Id="rId284" Type="http://schemas.openxmlformats.org/officeDocument/2006/relationships/image" Target="../media/image890.png"/><Relationship Id="rId37" Type="http://schemas.openxmlformats.org/officeDocument/2006/relationships/customXml" Target="../ink/ink759.xml"/><Relationship Id="rId58" Type="http://schemas.openxmlformats.org/officeDocument/2006/relationships/image" Target="../media/image777.png"/><Relationship Id="rId79" Type="http://schemas.openxmlformats.org/officeDocument/2006/relationships/customXml" Target="../ink/ink780.xml"/><Relationship Id="rId102" Type="http://schemas.openxmlformats.org/officeDocument/2006/relationships/image" Target="../media/image799.png"/><Relationship Id="rId123" Type="http://schemas.openxmlformats.org/officeDocument/2006/relationships/customXml" Target="../ink/ink802.xml"/><Relationship Id="rId144" Type="http://schemas.openxmlformats.org/officeDocument/2006/relationships/image" Target="../media/image820.png"/><Relationship Id="rId90" Type="http://schemas.openxmlformats.org/officeDocument/2006/relationships/image" Target="../media/image793.png"/><Relationship Id="rId165" Type="http://schemas.openxmlformats.org/officeDocument/2006/relationships/customXml" Target="../ink/ink823.xml"/><Relationship Id="rId186" Type="http://schemas.openxmlformats.org/officeDocument/2006/relationships/image" Target="../media/image841.png"/><Relationship Id="rId211" Type="http://schemas.openxmlformats.org/officeDocument/2006/relationships/customXml" Target="../ink/ink846.xml"/><Relationship Id="rId232" Type="http://schemas.openxmlformats.org/officeDocument/2006/relationships/image" Target="../media/image864.png"/><Relationship Id="rId253" Type="http://schemas.openxmlformats.org/officeDocument/2006/relationships/customXml" Target="../ink/ink867.xml"/><Relationship Id="rId274" Type="http://schemas.openxmlformats.org/officeDocument/2006/relationships/image" Target="../media/image885.png"/><Relationship Id="rId27" Type="http://schemas.openxmlformats.org/officeDocument/2006/relationships/customXml" Target="../ink/ink754.xml"/><Relationship Id="rId48" Type="http://schemas.openxmlformats.org/officeDocument/2006/relationships/image" Target="../media/image772.png"/><Relationship Id="rId69" Type="http://schemas.openxmlformats.org/officeDocument/2006/relationships/customXml" Target="../ink/ink775.xml"/><Relationship Id="rId113" Type="http://schemas.openxmlformats.org/officeDocument/2006/relationships/customXml" Target="../ink/ink797.xml"/><Relationship Id="rId134" Type="http://schemas.openxmlformats.org/officeDocument/2006/relationships/image" Target="../media/image815.png"/><Relationship Id="rId80" Type="http://schemas.openxmlformats.org/officeDocument/2006/relationships/image" Target="../media/image788.png"/><Relationship Id="rId155" Type="http://schemas.openxmlformats.org/officeDocument/2006/relationships/customXml" Target="../ink/ink818.xml"/><Relationship Id="rId176" Type="http://schemas.openxmlformats.org/officeDocument/2006/relationships/image" Target="../media/image836.png"/><Relationship Id="rId197" Type="http://schemas.openxmlformats.org/officeDocument/2006/relationships/customXml" Target="../ink/ink839.xml"/><Relationship Id="rId201" Type="http://schemas.openxmlformats.org/officeDocument/2006/relationships/customXml" Target="../ink/ink841.xml"/><Relationship Id="rId222" Type="http://schemas.openxmlformats.org/officeDocument/2006/relationships/image" Target="../media/image859.png"/><Relationship Id="rId243" Type="http://schemas.openxmlformats.org/officeDocument/2006/relationships/customXml" Target="../ink/ink862.xml"/><Relationship Id="rId264" Type="http://schemas.openxmlformats.org/officeDocument/2006/relationships/image" Target="../media/image880.png"/><Relationship Id="rId285" Type="http://schemas.openxmlformats.org/officeDocument/2006/relationships/customXml" Target="../ink/ink883.xml"/><Relationship Id="rId17" Type="http://schemas.openxmlformats.org/officeDocument/2006/relationships/customXml" Target="../ink/ink749.xml"/><Relationship Id="rId38" Type="http://schemas.openxmlformats.org/officeDocument/2006/relationships/image" Target="../media/image767.png"/><Relationship Id="rId59" Type="http://schemas.openxmlformats.org/officeDocument/2006/relationships/customXml" Target="../ink/ink770.xml"/><Relationship Id="rId103" Type="http://schemas.openxmlformats.org/officeDocument/2006/relationships/customXml" Target="../ink/ink792.xml"/><Relationship Id="rId124" Type="http://schemas.openxmlformats.org/officeDocument/2006/relationships/image" Target="../media/image810.png"/><Relationship Id="rId70" Type="http://schemas.openxmlformats.org/officeDocument/2006/relationships/image" Target="../media/image783.png"/><Relationship Id="rId91" Type="http://schemas.openxmlformats.org/officeDocument/2006/relationships/customXml" Target="../ink/ink786.xml"/><Relationship Id="rId145" Type="http://schemas.openxmlformats.org/officeDocument/2006/relationships/customXml" Target="../ink/ink813.xml"/><Relationship Id="rId166" Type="http://schemas.openxmlformats.org/officeDocument/2006/relationships/image" Target="../media/image831.png"/><Relationship Id="rId187" Type="http://schemas.openxmlformats.org/officeDocument/2006/relationships/customXml" Target="../ink/ink83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54.png"/><Relationship Id="rId233" Type="http://schemas.openxmlformats.org/officeDocument/2006/relationships/customXml" Target="../ink/ink857.xml"/><Relationship Id="rId254" Type="http://schemas.openxmlformats.org/officeDocument/2006/relationships/image" Target="../media/image875.png"/><Relationship Id="rId28" Type="http://schemas.openxmlformats.org/officeDocument/2006/relationships/image" Target="../media/image762.png"/><Relationship Id="rId49" Type="http://schemas.openxmlformats.org/officeDocument/2006/relationships/customXml" Target="../ink/ink765.xml"/><Relationship Id="rId114" Type="http://schemas.openxmlformats.org/officeDocument/2006/relationships/image" Target="../media/image805.png"/><Relationship Id="rId275" Type="http://schemas.openxmlformats.org/officeDocument/2006/relationships/customXml" Target="../ink/ink878.xml"/><Relationship Id="rId60" Type="http://schemas.openxmlformats.org/officeDocument/2006/relationships/image" Target="../media/image778.png"/><Relationship Id="rId81" Type="http://schemas.openxmlformats.org/officeDocument/2006/relationships/customXml" Target="../ink/ink781.xml"/><Relationship Id="rId135" Type="http://schemas.openxmlformats.org/officeDocument/2006/relationships/customXml" Target="../ink/ink808.xml"/><Relationship Id="rId156" Type="http://schemas.openxmlformats.org/officeDocument/2006/relationships/image" Target="../media/image826.png"/><Relationship Id="rId177" Type="http://schemas.openxmlformats.org/officeDocument/2006/relationships/customXml" Target="../ink/ink829.xml"/><Relationship Id="rId198" Type="http://schemas.openxmlformats.org/officeDocument/2006/relationships/image" Target="../media/image847.png"/><Relationship Id="rId202" Type="http://schemas.openxmlformats.org/officeDocument/2006/relationships/image" Target="../media/image849.png"/><Relationship Id="rId223" Type="http://schemas.openxmlformats.org/officeDocument/2006/relationships/customXml" Target="../ink/ink852.xml"/><Relationship Id="rId244" Type="http://schemas.openxmlformats.org/officeDocument/2006/relationships/image" Target="../media/image870.png"/><Relationship Id="rId18" Type="http://schemas.openxmlformats.org/officeDocument/2006/relationships/image" Target="../media/image757.png"/><Relationship Id="rId39" Type="http://schemas.openxmlformats.org/officeDocument/2006/relationships/customXml" Target="../ink/ink760.xml"/><Relationship Id="rId265" Type="http://schemas.openxmlformats.org/officeDocument/2006/relationships/customXml" Target="../ink/ink873.xml"/><Relationship Id="rId286" Type="http://schemas.openxmlformats.org/officeDocument/2006/relationships/image" Target="../media/image891.png"/><Relationship Id="rId50" Type="http://schemas.openxmlformats.org/officeDocument/2006/relationships/image" Target="../media/image773.png"/><Relationship Id="rId104" Type="http://schemas.openxmlformats.org/officeDocument/2006/relationships/image" Target="../media/image800.png"/><Relationship Id="rId125" Type="http://schemas.openxmlformats.org/officeDocument/2006/relationships/customXml" Target="../ink/ink803.xml"/><Relationship Id="rId146" Type="http://schemas.openxmlformats.org/officeDocument/2006/relationships/image" Target="../media/image821.png"/><Relationship Id="rId167" Type="http://schemas.openxmlformats.org/officeDocument/2006/relationships/customXml" Target="../ink/ink824.xml"/><Relationship Id="rId188" Type="http://schemas.openxmlformats.org/officeDocument/2006/relationships/image" Target="../media/image842.png"/><Relationship Id="rId71" Type="http://schemas.openxmlformats.org/officeDocument/2006/relationships/customXml" Target="../ink/ink776.xml"/><Relationship Id="rId92" Type="http://schemas.openxmlformats.org/officeDocument/2006/relationships/image" Target="../media/image794.png"/><Relationship Id="rId213" Type="http://schemas.openxmlformats.org/officeDocument/2006/relationships/customXml" Target="../ink/ink847.xml"/><Relationship Id="rId234" Type="http://schemas.openxmlformats.org/officeDocument/2006/relationships/image" Target="../media/image865.png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755.xml"/><Relationship Id="rId255" Type="http://schemas.openxmlformats.org/officeDocument/2006/relationships/customXml" Target="../ink/ink868.xml"/><Relationship Id="rId276" Type="http://schemas.openxmlformats.org/officeDocument/2006/relationships/image" Target="../media/image886.png"/><Relationship Id="rId40" Type="http://schemas.openxmlformats.org/officeDocument/2006/relationships/image" Target="../media/image768.png"/><Relationship Id="rId115" Type="http://schemas.openxmlformats.org/officeDocument/2006/relationships/customXml" Target="../ink/ink798.xml"/><Relationship Id="rId136" Type="http://schemas.openxmlformats.org/officeDocument/2006/relationships/image" Target="../media/image816.png"/><Relationship Id="rId157" Type="http://schemas.openxmlformats.org/officeDocument/2006/relationships/customXml" Target="../ink/ink819.xml"/><Relationship Id="rId178" Type="http://schemas.openxmlformats.org/officeDocument/2006/relationships/image" Target="../media/image837.png"/><Relationship Id="rId61" Type="http://schemas.openxmlformats.org/officeDocument/2006/relationships/customXml" Target="../ink/ink771.xml"/><Relationship Id="rId82" Type="http://schemas.openxmlformats.org/officeDocument/2006/relationships/image" Target="../media/image789.png"/><Relationship Id="rId199" Type="http://schemas.openxmlformats.org/officeDocument/2006/relationships/customXml" Target="../ink/ink840.xml"/><Relationship Id="rId203" Type="http://schemas.openxmlformats.org/officeDocument/2006/relationships/customXml" Target="../ink/ink842.xml"/><Relationship Id="rId19" Type="http://schemas.openxmlformats.org/officeDocument/2006/relationships/customXml" Target="../ink/ink750.xml"/><Relationship Id="rId224" Type="http://schemas.openxmlformats.org/officeDocument/2006/relationships/image" Target="../media/image860.png"/><Relationship Id="rId245" Type="http://schemas.openxmlformats.org/officeDocument/2006/relationships/customXml" Target="../ink/ink863.xml"/><Relationship Id="rId266" Type="http://schemas.openxmlformats.org/officeDocument/2006/relationships/image" Target="../media/image881.png"/><Relationship Id="rId287" Type="http://schemas.openxmlformats.org/officeDocument/2006/relationships/customXml" Target="../ink/ink884.xml"/><Relationship Id="rId30" Type="http://schemas.openxmlformats.org/officeDocument/2006/relationships/image" Target="../media/image763.png"/><Relationship Id="rId105" Type="http://schemas.openxmlformats.org/officeDocument/2006/relationships/customXml" Target="../ink/ink793.xml"/><Relationship Id="rId126" Type="http://schemas.openxmlformats.org/officeDocument/2006/relationships/image" Target="../media/image811.png"/><Relationship Id="rId147" Type="http://schemas.openxmlformats.org/officeDocument/2006/relationships/customXml" Target="../ink/ink814.xml"/><Relationship Id="rId168" Type="http://schemas.openxmlformats.org/officeDocument/2006/relationships/image" Target="../media/image832.png"/><Relationship Id="rId51" Type="http://schemas.openxmlformats.org/officeDocument/2006/relationships/customXml" Target="../ink/ink766.xml"/><Relationship Id="rId72" Type="http://schemas.openxmlformats.org/officeDocument/2006/relationships/image" Target="../media/image784.png"/><Relationship Id="rId93" Type="http://schemas.openxmlformats.org/officeDocument/2006/relationships/customXml" Target="../ink/ink787.xml"/><Relationship Id="rId189" Type="http://schemas.openxmlformats.org/officeDocument/2006/relationships/customXml" Target="../ink/ink835.xml"/><Relationship Id="rId3" Type="http://schemas.openxmlformats.org/officeDocument/2006/relationships/image" Target="../media/image8.svg"/><Relationship Id="rId214" Type="http://schemas.openxmlformats.org/officeDocument/2006/relationships/image" Target="../media/image855.png"/><Relationship Id="rId235" Type="http://schemas.openxmlformats.org/officeDocument/2006/relationships/customXml" Target="../ink/ink858.xml"/><Relationship Id="rId256" Type="http://schemas.openxmlformats.org/officeDocument/2006/relationships/image" Target="../media/image876.png"/><Relationship Id="rId277" Type="http://schemas.openxmlformats.org/officeDocument/2006/relationships/customXml" Target="../ink/ink879.xml"/><Relationship Id="rId116" Type="http://schemas.openxmlformats.org/officeDocument/2006/relationships/image" Target="../media/image806.png"/><Relationship Id="rId137" Type="http://schemas.openxmlformats.org/officeDocument/2006/relationships/customXml" Target="../ink/ink809.xml"/><Relationship Id="rId158" Type="http://schemas.openxmlformats.org/officeDocument/2006/relationships/image" Target="../media/image827.png"/><Relationship Id="rId20" Type="http://schemas.openxmlformats.org/officeDocument/2006/relationships/image" Target="../media/image758.png"/><Relationship Id="rId41" Type="http://schemas.openxmlformats.org/officeDocument/2006/relationships/customXml" Target="../ink/ink761.xml"/><Relationship Id="rId62" Type="http://schemas.openxmlformats.org/officeDocument/2006/relationships/image" Target="../media/image779.png"/><Relationship Id="rId83" Type="http://schemas.openxmlformats.org/officeDocument/2006/relationships/customXml" Target="../ink/ink782.xml"/><Relationship Id="rId179" Type="http://schemas.openxmlformats.org/officeDocument/2006/relationships/customXml" Target="../ink/ink830.xml"/><Relationship Id="rId190" Type="http://schemas.openxmlformats.org/officeDocument/2006/relationships/image" Target="../media/image843.png"/><Relationship Id="rId204" Type="http://schemas.openxmlformats.org/officeDocument/2006/relationships/image" Target="../media/image850.png"/><Relationship Id="rId225" Type="http://schemas.openxmlformats.org/officeDocument/2006/relationships/customXml" Target="../ink/ink853.xml"/><Relationship Id="rId246" Type="http://schemas.openxmlformats.org/officeDocument/2006/relationships/image" Target="../media/image871.png"/><Relationship Id="rId267" Type="http://schemas.openxmlformats.org/officeDocument/2006/relationships/customXml" Target="../ink/ink874.xml"/><Relationship Id="rId288" Type="http://schemas.openxmlformats.org/officeDocument/2006/relationships/image" Target="../media/image892.png"/><Relationship Id="rId106" Type="http://schemas.openxmlformats.org/officeDocument/2006/relationships/image" Target="../media/image801.png"/><Relationship Id="rId127" Type="http://schemas.openxmlformats.org/officeDocument/2006/relationships/customXml" Target="../ink/ink804.xml"/><Relationship Id="rId10" Type="http://schemas.openxmlformats.org/officeDocument/2006/relationships/image" Target="../media/image753.png"/><Relationship Id="rId31" Type="http://schemas.openxmlformats.org/officeDocument/2006/relationships/customXml" Target="../ink/ink756.xml"/><Relationship Id="rId52" Type="http://schemas.openxmlformats.org/officeDocument/2006/relationships/image" Target="../media/image774.png"/><Relationship Id="rId73" Type="http://schemas.openxmlformats.org/officeDocument/2006/relationships/customXml" Target="../ink/ink777.xml"/><Relationship Id="rId94" Type="http://schemas.openxmlformats.org/officeDocument/2006/relationships/image" Target="../media/image795.png"/><Relationship Id="rId148" Type="http://schemas.openxmlformats.org/officeDocument/2006/relationships/image" Target="../media/image822.png"/><Relationship Id="rId169" Type="http://schemas.openxmlformats.org/officeDocument/2006/relationships/customXml" Target="../ink/ink825.xml"/><Relationship Id="rId4" Type="http://schemas.openxmlformats.org/officeDocument/2006/relationships/image" Target="../media/image9.svg"/><Relationship Id="rId180" Type="http://schemas.openxmlformats.org/officeDocument/2006/relationships/image" Target="../media/image838.png"/><Relationship Id="rId215" Type="http://schemas.openxmlformats.org/officeDocument/2006/relationships/customXml" Target="../ink/ink848.xml"/><Relationship Id="rId236" Type="http://schemas.openxmlformats.org/officeDocument/2006/relationships/image" Target="../media/image866.png"/><Relationship Id="rId257" Type="http://schemas.openxmlformats.org/officeDocument/2006/relationships/customXml" Target="../ink/ink869.xml"/><Relationship Id="rId278" Type="http://schemas.openxmlformats.org/officeDocument/2006/relationships/image" Target="../media/image887.png"/><Relationship Id="rId42" Type="http://schemas.openxmlformats.org/officeDocument/2006/relationships/image" Target="../media/image769.png"/><Relationship Id="rId84" Type="http://schemas.openxmlformats.org/officeDocument/2006/relationships/image" Target="../media/image790.png"/><Relationship Id="rId138" Type="http://schemas.openxmlformats.org/officeDocument/2006/relationships/image" Target="../media/image817.png"/><Relationship Id="rId191" Type="http://schemas.openxmlformats.org/officeDocument/2006/relationships/customXml" Target="../ink/ink836.xml"/><Relationship Id="rId205" Type="http://schemas.openxmlformats.org/officeDocument/2006/relationships/customXml" Target="../ink/ink843.xml"/><Relationship Id="rId247" Type="http://schemas.openxmlformats.org/officeDocument/2006/relationships/customXml" Target="../ink/ink864.xml"/><Relationship Id="rId107" Type="http://schemas.openxmlformats.org/officeDocument/2006/relationships/customXml" Target="../ink/ink794.xml"/><Relationship Id="rId289" Type="http://schemas.openxmlformats.org/officeDocument/2006/relationships/customXml" Target="../ink/ink885.xml"/><Relationship Id="rId11" Type="http://schemas.openxmlformats.org/officeDocument/2006/relationships/customXml" Target="../ink/ink746.xml"/><Relationship Id="rId53" Type="http://schemas.openxmlformats.org/officeDocument/2006/relationships/customXml" Target="../ink/ink767.xml"/><Relationship Id="rId149" Type="http://schemas.openxmlformats.org/officeDocument/2006/relationships/customXml" Target="../ink/ink815.xml"/><Relationship Id="rId95" Type="http://schemas.openxmlformats.org/officeDocument/2006/relationships/customXml" Target="../ink/ink788.xml"/><Relationship Id="rId160" Type="http://schemas.openxmlformats.org/officeDocument/2006/relationships/image" Target="../media/image828.png"/><Relationship Id="rId216" Type="http://schemas.openxmlformats.org/officeDocument/2006/relationships/image" Target="../media/image856.png"/><Relationship Id="rId258" Type="http://schemas.openxmlformats.org/officeDocument/2006/relationships/image" Target="../media/image877.png"/><Relationship Id="rId22" Type="http://schemas.openxmlformats.org/officeDocument/2006/relationships/image" Target="../media/image759.png"/><Relationship Id="rId64" Type="http://schemas.openxmlformats.org/officeDocument/2006/relationships/image" Target="../media/image780.png"/><Relationship Id="rId118" Type="http://schemas.openxmlformats.org/officeDocument/2006/relationships/image" Target="../media/image807.png"/><Relationship Id="rId171" Type="http://schemas.openxmlformats.org/officeDocument/2006/relationships/customXml" Target="../ink/ink826.xml"/><Relationship Id="rId227" Type="http://schemas.openxmlformats.org/officeDocument/2006/relationships/customXml" Target="../ink/ink8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1, 8-20-26, 8-25-26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Signals, LTI Systems,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Convolution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76656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1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401568"/>
            <a:ext cx="79095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Classical DSP foundations → modern signal representations → machine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x*h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spectra / maps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 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CNN / classifier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By the end, students should be able to reason—not just compute.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7160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Represent discrete-time signals using impulses, steps, and complex exponentials.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Test systems for linearity, time invariance, causality, and BIBO stability.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Explain why the impulse response completely characterizes an LTI system.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Compute finite-length convolutions graphically and numerically.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Connect convolution to filtering and to the operation used by neural networks.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6680" y="5074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91272" y="51846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Course habit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1272" y="5458968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each new equation, ask: What does this let us predict about a real signal?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start with LTI systems?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many useful DSP operations become simple, interpretable building blocks.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Physical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speech / vibration / RF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sequence x[n]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DSP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filter / transform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 / embeddings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decision / regression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Classical DSP gives us…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ML later needs…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Structure: linearity and invariance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Closed-form analysis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Stability and causality tests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Frequency-selective filtering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245352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Well-conditioned inputs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Meaningful local structure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Efficient operators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Interpretability and diagnostics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5989320" y="32004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8EB38DD-B3AC-D04D-91FB-5775C5EB15B4}"/>
              </a:ext>
            </a:extLst>
          </p:cNvPr>
          <p:cNvGrpSpPr/>
          <p:nvPr/>
        </p:nvGrpSpPr>
        <p:grpSpPr>
          <a:xfrm>
            <a:off x="841971" y="4944130"/>
            <a:ext cx="1493280" cy="399600"/>
            <a:chOff x="841971" y="4944130"/>
            <a:chExt cx="149328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806255-0DF3-3507-D915-EBD7C381A49E}"/>
                    </a:ext>
                  </a:extLst>
                </p14:cNvPr>
                <p14:cNvContentPartPr/>
                <p14:nvPr/>
              </p14:nvContentPartPr>
              <p14:xfrm>
                <a:off x="841971" y="5048170"/>
                <a:ext cx="203400" cy="228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806255-0DF3-3507-D915-EBD7C381A4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331" y="5039530"/>
                  <a:ext cx="221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9F1588-E73A-7CF3-8892-74F132D5CD11}"/>
                    </a:ext>
                  </a:extLst>
                </p14:cNvPr>
                <p14:cNvContentPartPr/>
                <p14:nvPr/>
              </p14:nvContentPartPr>
              <p14:xfrm>
                <a:off x="1078491" y="5157610"/>
                <a:ext cx="268200" cy="75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9F1588-E73A-7CF3-8892-74F132D5CD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9491" y="5148970"/>
                  <a:ext cx="285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69EAF3F-2AF1-8FA5-3C3B-10FA5F395DAA}"/>
                    </a:ext>
                  </a:extLst>
                </p14:cNvPr>
                <p14:cNvContentPartPr/>
                <p14:nvPr/>
              </p14:nvContentPartPr>
              <p14:xfrm>
                <a:off x="1433811" y="5134210"/>
                <a:ext cx="78840" cy="209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69EAF3F-2AF1-8FA5-3C3B-10FA5F395D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24811" y="5125570"/>
                  <a:ext cx="96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1F19EE-1CCD-A24D-FC55-D335E10467A5}"/>
                    </a:ext>
                  </a:extLst>
                </p14:cNvPr>
                <p14:cNvContentPartPr/>
                <p14:nvPr/>
              </p14:nvContentPartPr>
              <p14:xfrm>
                <a:off x="1575651" y="4944130"/>
                <a:ext cx="231840" cy="312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1F19EE-1CCD-A24D-FC55-D335E10467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67011" y="4935130"/>
                  <a:ext cx="2494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3B64E0-2D24-C139-28B7-5FF10638FA78}"/>
                    </a:ext>
                  </a:extLst>
                </p14:cNvPr>
                <p14:cNvContentPartPr/>
                <p14:nvPr/>
              </p14:nvContentPartPr>
              <p14:xfrm>
                <a:off x="1740891" y="5004250"/>
                <a:ext cx="25200" cy="61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3B64E0-2D24-C139-28B7-5FF10638FA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32251" y="4995610"/>
                  <a:ext cx="42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17C07C7-45FF-6548-C7B1-7349F6CC4A9B}"/>
                    </a:ext>
                  </a:extLst>
                </p14:cNvPr>
                <p14:cNvContentPartPr/>
                <p14:nvPr/>
              </p14:nvContentPartPr>
              <p14:xfrm>
                <a:off x="1840611" y="4984450"/>
                <a:ext cx="109440" cy="322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17C07C7-45FF-6548-C7B1-7349F6CC4A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31611" y="4975810"/>
                  <a:ext cx="1270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584639-D98F-D059-95DB-17B966AD410B}"/>
                    </a:ext>
                  </a:extLst>
                </p14:cNvPr>
                <p14:cNvContentPartPr/>
                <p14:nvPr/>
              </p14:nvContentPartPr>
              <p14:xfrm>
                <a:off x="1851771" y="5177770"/>
                <a:ext cx="136080" cy="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584639-D98F-D059-95DB-17B966AD41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43131" y="5169130"/>
                  <a:ext cx="153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51B90F-8996-D4C4-DA8A-80B91822125C}"/>
                    </a:ext>
                  </a:extLst>
                </p14:cNvPr>
                <p14:cNvContentPartPr/>
                <p14:nvPr/>
              </p14:nvContentPartPr>
              <p14:xfrm>
                <a:off x="1982091" y="5168770"/>
                <a:ext cx="30240" cy="55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51B90F-8996-D4C4-DA8A-80B9182212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73091" y="5159770"/>
                  <a:ext cx="47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E69458-B70E-FA32-9B01-4D8BE9CEDEF4}"/>
                    </a:ext>
                  </a:extLst>
                </p14:cNvPr>
                <p14:cNvContentPartPr/>
                <p14:nvPr/>
              </p14:nvContentPartPr>
              <p14:xfrm>
                <a:off x="1932771" y="5042770"/>
                <a:ext cx="9360" cy="25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E69458-B70E-FA32-9B01-4D8BE9CEDEF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23771" y="5033770"/>
                  <a:ext cx="27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8602FA-6DAF-83A2-4D38-B0EFE4ABBFFD}"/>
                    </a:ext>
                  </a:extLst>
                </p14:cNvPr>
                <p14:cNvContentPartPr/>
                <p14:nvPr/>
              </p14:nvContentPartPr>
              <p14:xfrm>
                <a:off x="2125731" y="5103250"/>
                <a:ext cx="20952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8602FA-6DAF-83A2-4D38-B0EFE4ABBFF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16731" y="5094610"/>
                  <a:ext cx="22716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B1465E8-8B88-EDA9-4916-71F75B7AEEBE}"/>
              </a:ext>
            </a:extLst>
          </p:cNvPr>
          <p:cNvGrpSpPr/>
          <p:nvPr/>
        </p:nvGrpSpPr>
        <p:grpSpPr>
          <a:xfrm>
            <a:off x="859611" y="5445610"/>
            <a:ext cx="1297800" cy="361440"/>
            <a:chOff x="859611" y="5445610"/>
            <a:chExt cx="12978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85BC03-D0E9-4F20-88F0-2BD2274EB288}"/>
                    </a:ext>
                  </a:extLst>
                </p14:cNvPr>
                <p14:cNvContentPartPr/>
                <p14:nvPr/>
              </p14:nvContentPartPr>
              <p14:xfrm>
                <a:off x="886971" y="5513650"/>
                <a:ext cx="51120" cy="172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85BC03-D0E9-4F20-88F0-2BD2274EB2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7971" y="5504650"/>
                  <a:ext cx="68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2E6554-A5A9-8CA1-641F-E07833F4D658}"/>
                    </a:ext>
                  </a:extLst>
                </p14:cNvPr>
                <p14:cNvContentPartPr/>
                <p14:nvPr/>
              </p14:nvContentPartPr>
              <p14:xfrm>
                <a:off x="859611" y="5468650"/>
                <a:ext cx="216720" cy="22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2E6554-A5A9-8CA1-641F-E07833F4D6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0611" y="5459650"/>
                  <a:ext cx="234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05E695-3E05-5D78-E576-16AA901DBFF3}"/>
                    </a:ext>
                  </a:extLst>
                </p14:cNvPr>
                <p14:cNvContentPartPr/>
                <p14:nvPr/>
              </p14:nvContentPartPr>
              <p14:xfrm>
                <a:off x="1084251" y="5581330"/>
                <a:ext cx="174600" cy="225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05E695-3E05-5D78-E576-16AA901DBF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5251" y="5572690"/>
                  <a:ext cx="192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95D793-B643-1BAF-CE54-8FD1622B3DC9}"/>
                    </a:ext>
                  </a:extLst>
                </p14:cNvPr>
                <p14:cNvContentPartPr/>
                <p14:nvPr/>
              </p14:nvContentPartPr>
              <p14:xfrm>
                <a:off x="1247331" y="5603650"/>
                <a:ext cx="135000" cy="63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95D793-B643-1BAF-CE54-8FD1622B3D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38331" y="5594650"/>
                  <a:ext cx="152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B16B3F-5EF2-777E-0FE2-0AA7BECFB95D}"/>
                    </a:ext>
                  </a:extLst>
                </p14:cNvPr>
                <p14:cNvContentPartPr/>
                <p14:nvPr/>
              </p14:nvContentPartPr>
              <p14:xfrm>
                <a:off x="1443891" y="5445610"/>
                <a:ext cx="257040" cy="227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B16B3F-5EF2-777E-0FE2-0AA7BECFB95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34891" y="5436610"/>
                  <a:ext cx="274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760954-BC60-117C-BAA7-CD390374DCAB}"/>
                    </a:ext>
                  </a:extLst>
                </p14:cNvPr>
                <p14:cNvContentPartPr/>
                <p14:nvPr/>
              </p14:nvContentPartPr>
              <p14:xfrm>
                <a:off x="1651251" y="5447770"/>
                <a:ext cx="2520" cy="14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760954-BC60-117C-BAA7-CD390374DCA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42251" y="5439130"/>
                  <a:ext cx="20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CC05C5-C94F-D3EB-BEAC-D16F800FB84F}"/>
                    </a:ext>
                  </a:extLst>
                </p14:cNvPr>
                <p14:cNvContentPartPr/>
                <p14:nvPr/>
              </p14:nvContentPartPr>
              <p14:xfrm>
                <a:off x="1737291" y="5502490"/>
                <a:ext cx="168480" cy="20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CC05C5-C94F-D3EB-BEAC-D16F800FB84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28291" y="5493850"/>
                  <a:ext cx="186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0B1AE9-6FF2-D7DA-EC8B-270B35952DEE}"/>
                    </a:ext>
                  </a:extLst>
                </p14:cNvPr>
                <p14:cNvContentPartPr/>
                <p14:nvPr/>
              </p14:nvContentPartPr>
              <p14:xfrm>
                <a:off x="1801371" y="5479450"/>
                <a:ext cx="356040" cy="188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0B1AE9-6FF2-D7DA-EC8B-270B35952DE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92371" y="5470450"/>
                  <a:ext cx="37368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30DCA65-27CD-4486-1AA6-2761379A37DB}"/>
              </a:ext>
            </a:extLst>
          </p:cNvPr>
          <p:cNvGrpSpPr/>
          <p:nvPr/>
        </p:nvGrpSpPr>
        <p:grpSpPr>
          <a:xfrm>
            <a:off x="946731" y="5901730"/>
            <a:ext cx="1862280" cy="288720"/>
            <a:chOff x="946731" y="5901730"/>
            <a:chExt cx="186228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1D415B-143C-AEA9-FC8E-462D0028CEBC}"/>
                    </a:ext>
                  </a:extLst>
                </p14:cNvPr>
                <p14:cNvContentPartPr/>
                <p14:nvPr/>
              </p14:nvContentPartPr>
              <p14:xfrm>
                <a:off x="946731" y="5901730"/>
                <a:ext cx="177120" cy="215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1D415B-143C-AEA9-FC8E-462D0028CE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7731" y="5893090"/>
                  <a:ext cx="194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E1FE7F-C28C-AF94-9F21-DDE216998F2A}"/>
                    </a:ext>
                  </a:extLst>
                </p14:cNvPr>
                <p14:cNvContentPartPr/>
                <p14:nvPr/>
              </p14:nvContentPartPr>
              <p14:xfrm>
                <a:off x="1146171" y="6015850"/>
                <a:ext cx="120240" cy="89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E1FE7F-C28C-AF94-9F21-DDE216998F2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7171" y="6006850"/>
                  <a:ext cx="137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3DDA6B-F2BC-3535-040F-A6D5418C4F24}"/>
                    </a:ext>
                  </a:extLst>
                </p14:cNvPr>
                <p14:cNvContentPartPr/>
                <p14:nvPr/>
              </p14:nvContentPartPr>
              <p14:xfrm>
                <a:off x="1330491" y="6011170"/>
                <a:ext cx="250920" cy="5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3DDA6B-F2BC-3535-040F-A6D5418C4F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21491" y="6002170"/>
                  <a:ext cx="268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2FDC2A-9AEE-A868-1E10-643866C6BA90}"/>
                    </a:ext>
                  </a:extLst>
                </p14:cNvPr>
                <p14:cNvContentPartPr/>
                <p14:nvPr/>
              </p14:nvContentPartPr>
              <p14:xfrm>
                <a:off x="1724691" y="5973010"/>
                <a:ext cx="72360" cy="217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2FDC2A-9AEE-A868-1E10-643866C6BA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15691" y="5964010"/>
                  <a:ext cx="90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859A314-D338-8198-8ABE-E1E6C684120D}"/>
                    </a:ext>
                  </a:extLst>
                </p14:cNvPr>
                <p14:cNvContentPartPr/>
                <p14:nvPr/>
              </p14:nvContentPartPr>
              <p14:xfrm>
                <a:off x="1911891" y="5917570"/>
                <a:ext cx="276120" cy="155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859A314-D338-8198-8ABE-E1E6C68412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03251" y="5908930"/>
                  <a:ext cx="293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2927A7-6B0A-4101-B52D-FCCC3FD6FF4A}"/>
                    </a:ext>
                  </a:extLst>
                </p14:cNvPr>
                <p14:cNvContentPartPr/>
                <p14:nvPr/>
              </p14:nvContentPartPr>
              <p14:xfrm>
                <a:off x="2221131" y="5937370"/>
                <a:ext cx="71640" cy="14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22927A7-6B0A-4101-B52D-FCCC3FD6FF4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12491" y="5928370"/>
                  <a:ext cx="89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544544-FC45-F131-8BEF-1A6884AB1136}"/>
                    </a:ext>
                  </a:extLst>
                </p14:cNvPr>
                <p14:cNvContentPartPr/>
                <p14:nvPr/>
              </p14:nvContentPartPr>
              <p14:xfrm>
                <a:off x="2316171" y="5924410"/>
                <a:ext cx="108360" cy="165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544544-FC45-F131-8BEF-1A6884AB113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07531" y="5915410"/>
                  <a:ext cx="126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246A16-DA05-48ED-9A61-71DA9DDD1AD4}"/>
                    </a:ext>
                  </a:extLst>
                </p14:cNvPr>
                <p14:cNvContentPartPr/>
                <p14:nvPr/>
              </p14:nvContentPartPr>
              <p14:xfrm>
                <a:off x="2539011" y="5956090"/>
                <a:ext cx="120600" cy="89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246A16-DA05-48ED-9A61-71DA9DDD1A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30371" y="5947450"/>
                  <a:ext cx="138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CE9BC11-9AC0-099E-53F3-28322C760D19}"/>
                    </a:ext>
                  </a:extLst>
                </p14:cNvPr>
                <p14:cNvContentPartPr/>
                <p14:nvPr/>
              </p14:nvContentPartPr>
              <p14:xfrm>
                <a:off x="2720811" y="5908210"/>
                <a:ext cx="88200" cy="15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CE9BC11-9AC0-099E-53F3-28322C760D1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11811" y="5899570"/>
                  <a:ext cx="1058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7D30FC-7D1B-7E41-431F-D10B0931BBC8}"/>
              </a:ext>
            </a:extLst>
          </p:cNvPr>
          <p:cNvGrpSpPr/>
          <p:nvPr/>
        </p:nvGrpSpPr>
        <p:grpSpPr>
          <a:xfrm>
            <a:off x="1029171" y="6258130"/>
            <a:ext cx="1208520" cy="267840"/>
            <a:chOff x="1029171" y="6258130"/>
            <a:chExt cx="120852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B1BD995-2A43-8FD6-744D-0356A28F19C0}"/>
                    </a:ext>
                  </a:extLst>
                </p14:cNvPr>
                <p14:cNvContentPartPr/>
                <p14:nvPr/>
              </p14:nvContentPartPr>
              <p14:xfrm>
                <a:off x="1029171" y="6334810"/>
                <a:ext cx="216360" cy="19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B1BD995-2A43-8FD6-744D-0356A28F19C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0531" y="6326170"/>
                  <a:ext cx="234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DBED52-AEDE-BD2C-85AC-689E942C0608}"/>
                    </a:ext>
                  </a:extLst>
                </p14:cNvPr>
                <p14:cNvContentPartPr/>
                <p14:nvPr/>
              </p14:nvContentPartPr>
              <p14:xfrm>
                <a:off x="1242651" y="6438850"/>
                <a:ext cx="3276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4DBED52-AEDE-BD2C-85AC-689E942C06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34011" y="6430210"/>
                  <a:ext cx="50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A3C2424-A85E-2CEE-F80E-116FED8F1341}"/>
                    </a:ext>
                  </a:extLst>
                </p14:cNvPr>
                <p14:cNvContentPartPr/>
                <p14:nvPr/>
              </p14:nvContentPartPr>
              <p14:xfrm>
                <a:off x="1209891" y="6318610"/>
                <a:ext cx="17280" cy="26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A3C2424-A85E-2CEE-F80E-116FED8F134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201251" y="6309610"/>
                  <a:ext cx="34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178572-1D35-38F1-113B-7727914E4217}"/>
                    </a:ext>
                  </a:extLst>
                </p14:cNvPr>
                <p14:cNvContentPartPr/>
                <p14:nvPr/>
              </p14:nvContentPartPr>
              <p14:xfrm>
                <a:off x="1319331" y="6443530"/>
                <a:ext cx="225360" cy="79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178572-1D35-38F1-113B-7727914E421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10691" y="6434890"/>
                  <a:ext cx="243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4314CD-D404-45D3-2C9F-A98A693D04C9}"/>
                    </a:ext>
                  </a:extLst>
                </p14:cNvPr>
                <p14:cNvContentPartPr/>
                <p14:nvPr/>
              </p14:nvContentPartPr>
              <p14:xfrm>
                <a:off x="1705251" y="6474130"/>
                <a:ext cx="23400" cy="49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4314CD-D404-45D3-2C9F-A98A693D04C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96251" y="6465130"/>
                  <a:ext cx="41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DC1893-584A-36E3-F389-81D464AC35D5}"/>
                    </a:ext>
                  </a:extLst>
                </p14:cNvPr>
                <p14:cNvContentPartPr/>
                <p14:nvPr/>
              </p14:nvContentPartPr>
              <p14:xfrm>
                <a:off x="1658811" y="6351370"/>
                <a:ext cx="9360" cy="20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DC1893-584A-36E3-F389-81D464AC35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50171" y="6342370"/>
                  <a:ext cx="27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D0A04E-E0F9-B55F-80C1-F8EBF00C5F5B}"/>
                    </a:ext>
                  </a:extLst>
                </p14:cNvPr>
                <p14:cNvContentPartPr/>
                <p14:nvPr/>
              </p14:nvContentPartPr>
              <p14:xfrm>
                <a:off x="1784811" y="6258130"/>
                <a:ext cx="115560" cy="25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D0A04E-E0F9-B55F-80C1-F8EBF00C5F5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76171" y="6249490"/>
                  <a:ext cx="133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C9CCE6E-6EC7-F4F5-29FD-87D1D58927A4}"/>
                    </a:ext>
                  </a:extLst>
                </p14:cNvPr>
                <p14:cNvContentPartPr/>
                <p14:nvPr/>
              </p14:nvContentPartPr>
              <p14:xfrm>
                <a:off x="1774011" y="6406090"/>
                <a:ext cx="142560" cy="5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C9CCE6E-6EC7-F4F5-29FD-87D1D58927A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65011" y="6397450"/>
                  <a:ext cx="160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E05F518-F8A2-707B-1323-4F16A7694A64}"/>
                    </a:ext>
                  </a:extLst>
                </p14:cNvPr>
                <p14:cNvContentPartPr/>
                <p14:nvPr/>
              </p14:nvContentPartPr>
              <p14:xfrm>
                <a:off x="1970571" y="6323290"/>
                <a:ext cx="267120" cy="144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E05F518-F8A2-707B-1323-4F16A7694A6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61931" y="6314650"/>
                  <a:ext cx="284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CB682CF-39EE-073A-1B64-B58BD7276583}"/>
              </a:ext>
            </a:extLst>
          </p:cNvPr>
          <p:cNvGrpSpPr/>
          <p:nvPr/>
        </p:nvGrpSpPr>
        <p:grpSpPr>
          <a:xfrm>
            <a:off x="3218691" y="6345250"/>
            <a:ext cx="532080" cy="199440"/>
            <a:chOff x="3218691" y="6345250"/>
            <a:chExt cx="53208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0589C67-A4E5-0B69-3C48-A1036FABE015}"/>
                    </a:ext>
                  </a:extLst>
                </p14:cNvPr>
                <p14:cNvContentPartPr/>
                <p14:nvPr/>
              </p14:nvContentPartPr>
              <p14:xfrm>
                <a:off x="3218691" y="6457210"/>
                <a:ext cx="146160" cy="87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0589C67-A4E5-0B69-3C48-A1036FABE01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10051" y="6448570"/>
                  <a:ext cx="163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68B8FF-707F-CC60-D088-863231C66CBD}"/>
                    </a:ext>
                  </a:extLst>
                </p14:cNvPr>
                <p14:cNvContentPartPr/>
                <p14:nvPr/>
              </p14:nvContentPartPr>
              <p14:xfrm>
                <a:off x="3438651" y="6454690"/>
                <a:ext cx="88920" cy="87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68B8FF-707F-CC60-D088-863231C66C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430011" y="6446050"/>
                  <a:ext cx="106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E96898-CF10-019E-64E5-CD1A1748BD4C}"/>
                    </a:ext>
                  </a:extLst>
                </p14:cNvPr>
                <p14:cNvContentPartPr/>
                <p14:nvPr/>
              </p14:nvContentPartPr>
              <p14:xfrm>
                <a:off x="3646371" y="6345250"/>
                <a:ext cx="49680" cy="171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E96898-CF10-019E-64E5-CD1A1748BD4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37731" y="6336250"/>
                  <a:ext cx="67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52247D-B5D1-5E9A-FE49-54A9C5103779}"/>
                    </a:ext>
                  </a:extLst>
                </p14:cNvPr>
                <p14:cNvContentPartPr/>
                <p14:nvPr/>
              </p14:nvContentPartPr>
              <p14:xfrm>
                <a:off x="3634491" y="6438850"/>
                <a:ext cx="116280" cy="21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52247D-B5D1-5E9A-FE49-54A9C510377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625851" y="6430210"/>
                  <a:ext cx="1339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B6BB078-BECA-9CFB-E218-7A1D8275095F}"/>
              </a:ext>
            </a:extLst>
          </p:cNvPr>
          <p:cNvGrpSpPr/>
          <p:nvPr/>
        </p:nvGrpSpPr>
        <p:grpSpPr>
          <a:xfrm>
            <a:off x="3985851" y="6319330"/>
            <a:ext cx="526320" cy="240480"/>
            <a:chOff x="3985851" y="6319330"/>
            <a:chExt cx="5263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2928F5-F3C9-DE5E-A153-F73B80C890B8}"/>
                    </a:ext>
                  </a:extLst>
                </p14:cNvPr>
                <p14:cNvContentPartPr/>
                <p14:nvPr/>
              </p14:nvContentPartPr>
              <p14:xfrm>
                <a:off x="3985851" y="6319330"/>
                <a:ext cx="134280" cy="198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2928F5-F3C9-DE5E-A153-F73B80C890B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77211" y="6310330"/>
                  <a:ext cx="151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E10B85-08E8-3031-0AFD-43B1716198AB}"/>
                    </a:ext>
                  </a:extLst>
                </p14:cNvPr>
                <p14:cNvContentPartPr/>
                <p14:nvPr/>
              </p14:nvContentPartPr>
              <p14:xfrm>
                <a:off x="4210491" y="6433090"/>
                <a:ext cx="10440" cy="92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E10B85-08E8-3031-0AFD-43B1716198A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01491" y="6424450"/>
                  <a:ext cx="28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FC5EC98-9F75-A541-477C-860AB569A2BC}"/>
                    </a:ext>
                  </a:extLst>
                </p14:cNvPr>
                <p14:cNvContentPartPr/>
                <p14:nvPr/>
              </p14:nvContentPartPr>
              <p14:xfrm>
                <a:off x="4128051" y="6360370"/>
                <a:ext cx="148680" cy="33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FC5EC98-9F75-A541-477C-860AB569A2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19051" y="6351370"/>
                  <a:ext cx="166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135C16-D4A4-F3A2-723B-1388EED970F7}"/>
                    </a:ext>
                  </a:extLst>
                </p14:cNvPr>
                <p14:cNvContentPartPr/>
                <p14:nvPr/>
              </p14:nvContentPartPr>
              <p14:xfrm>
                <a:off x="4434771" y="6384130"/>
                <a:ext cx="16560" cy="109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135C16-D4A4-F3A2-723B-1388EED970F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26131" y="6375490"/>
                  <a:ext cx="34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E19250-08DA-BB05-3455-7CF6C9567602}"/>
                    </a:ext>
                  </a:extLst>
                </p14:cNvPr>
                <p14:cNvContentPartPr/>
                <p14:nvPr/>
              </p14:nvContentPartPr>
              <p14:xfrm>
                <a:off x="4402731" y="6345970"/>
                <a:ext cx="76320" cy="16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E19250-08DA-BB05-3455-7CF6C956760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93731" y="6337330"/>
                  <a:ext cx="93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FDFBDC-1568-E0A2-4787-FFE541C911E8}"/>
                    </a:ext>
                  </a:extLst>
                </p14:cNvPr>
                <p14:cNvContentPartPr/>
                <p14:nvPr/>
              </p14:nvContentPartPr>
              <p14:xfrm>
                <a:off x="4458891" y="6555130"/>
                <a:ext cx="53280" cy="4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FDFBDC-1568-E0A2-4787-FFE541C911E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449891" y="6546130"/>
                  <a:ext cx="70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C582269-3598-D8E2-3AB9-ED935100E348}"/>
                    </a:ext>
                  </a:extLst>
                </p14:cNvPr>
                <p14:cNvContentPartPr/>
                <p14:nvPr/>
              </p14:nvContentPartPr>
              <p14:xfrm>
                <a:off x="4431171" y="6549010"/>
                <a:ext cx="15120" cy="5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C582269-3598-D8E2-3AB9-ED935100E34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422171" y="6540010"/>
                  <a:ext cx="327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89EE5F7-A514-4A5D-9AA0-A9B264A00E4B}"/>
              </a:ext>
            </a:extLst>
          </p:cNvPr>
          <p:cNvGrpSpPr/>
          <p:nvPr/>
        </p:nvGrpSpPr>
        <p:grpSpPr>
          <a:xfrm>
            <a:off x="3033651" y="5049250"/>
            <a:ext cx="635040" cy="214200"/>
            <a:chOff x="3033651" y="5049250"/>
            <a:chExt cx="63504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7950FD1-5548-D4A1-E598-B0424ECB6BF2}"/>
                    </a:ext>
                  </a:extLst>
                </p14:cNvPr>
                <p14:cNvContentPartPr/>
                <p14:nvPr/>
              </p14:nvContentPartPr>
              <p14:xfrm>
                <a:off x="3033651" y="5062210"/>
                <a:ext cx="125640" cy="196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7950FD1-5548-D4A1-E598-B0424ECB6BF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24651" y="5053570"/>
                  <a:ext cx="143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EAD8FA-3BB9-9980-2A6A-6615CBF5F6DC}"/>
                    </a:ext>
                  </a:extLst>
                </p14:cNvPr>
                <p14:cNvContentPartPr/>
                <p14:nvPr/>
              </p14:nvContentPartPr>
              <p14:xfrm>
                <a:off x="3328851" y="5102890"/>
                <a:ext cx="16920" cy="14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EAD8FA-3BB9-9980-2A6A-6615CBF5F6D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20211" y="5094250"/>
                  <a:ext cx="34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4FE626-C18D-04FC-BDF1-3C2AB15EE9E5}"/>
                    </a:ext>
                  </a:extLst>
                </p14:cNvPr>
                <p14:cNvContentPartPr/>
                <p14:nvPr/>
              </p14:nvContentPartPr>
              <p14:xfrm>
                <a:off x="3162171" y="5079490"/>
                <a:ext cx="281880" cy="34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4FE626-C18D-04FC-BDF1-3C2AB15EE9E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53531" y="5070850"/>
                  <a:ext cx="299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B59215-845F-A630-B0B4-16EF166C37CE}"/>
                    </a:ext>
                  </a:extLst>
                </p14:cNvPr>
                <p14:cNvContentPartPr/>
                <p14:nvPr/>
              </p14:nvContentPartPr>
              <p14:xfrm>
                <a:off x="3608211" y="5119450"/>
                <a:ext cx="12600" cy="91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B59215-845F-A630-B0B4-16EF166C37C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99211" y="5110450"/>
                  <a:ext cx="30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92F64E-E30A-3248-B571-A4F4F7F4BCCB}"/>
                    </a:ext>
                  </a:extLst>
                </p14:cNvPr>
                <p14:cNvContentPartPr/>
                <p14:nvPr/>
              </p14:nvContentPartPr>
              <p14:xfrm>
                <a:off x="3485091" y="5049250"/>
                <a:ext cx="167400" cy="32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92F64E-E30A-3248-B571-A4F4F7F4BCC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76091" y="5040250"/>
                  <a:ext cx="185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15EBB82-405C-A697-BA44-17FFB77A3682}"/>
                    </a:ext>
                  </a:extLst>
                </p14:cNvPr>
                <p14:cNvContentPartPr/>
                <p14:nvPr/>
              </p14:nvContentPartPr>
              <p14:xfrm>
                <a:off x="3543771" y="5257330"/>
                <a:ext cx="124920" cy="6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15EBB82-405C-A697-BA44-17FFB77A368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535131" y="5248690"/>
                  <a:ext cx="1425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8F7876C-F883-FD5E-AA41-CF8AC624B79B}"/>
              </a:ext>
            </a:extLst>
          </p:cNvPr>
          <p:cNvGrpSpPr/>
          <p:nvPr/>
        </p:nvGrpSpPr>
        <p:grpSpPr>
          <a:xfrm>
            <a:off x="3093411" y="5439490"/>
            <a:ext cx="602640" cy="200160"/>
            <a:chOff x="3093411" y="5439490"/>
            <a:chExt cx="60264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F40C83A-5160-D77A-E1D0-B47E81A9A8E1}"/>
                    </a:ext>
                  </a:extLst>
                </p14:cNvPr>
                <p14:cNvContentPartPr/>
                <p14:nvPr/>
              </p14:nvContentPartPr>
              <p14:xfrm>
                <a:off x="3093411" y="5469730"/>
                <a:ext cx="137520" cy="169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F40C83A-5160-D77A-E1D0-B47E81A9A8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84771" y="5461090"/>
                  <a:ext cx="155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29BFCB7-CD3C-1C42-89E2-405B2D2EF4E7}"/>
                    </a:ext>
                  </a:extLst>
                </p14:cNvPr>
                <p14:cNvContentPartPr/>
                <p14:nvPr/>
              </p14:nvContentPartPr>
              <p14:xfrm>
                <a:off x="3356211" y="5519050"/>
                <a:ext cx="10440" cy="98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29BFCB7-CD3C-1C42-89E2-405B2D2EF4E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347571" y="5510410"/>
                  <a:ext cx="28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953494-C03F-A54D-96BA-76BA92073D60}"/>
                    </a:ext>
                  </a:extLst>
                </p14:cNvPr>
                <p14:cNvContentPartPr/>
                <p14:nvPr/>
              </p14:nvContentPartPr>
              <p14:xfrm>
                <a:off x="3255771" y="5477650"/>
                <a:ext cx="160920" cy="19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953494-C03F-A54D-96BA-76BA92073D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47131" y="5469010"/>
                  <a:ext cx="178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99D484E-5214-33E2-20C5-9FB92BF726B3}"/>
                    </a:ext>
                  </a:extLst>
                </p14:cNvPr>
                <p14:cNvContentPartPr/>
                <p14:nvPr/>
              </p14:nvContentPartPr>
              <p14:xfrm>
                <a:off x="3602811" y="5502490"/>
                <a:ext cx="41040" cy="111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99D484E-5214-33E2-20C5-9FB92BF726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93811" y="5493850"/>
                  <a:ext cx="58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DBDDD2A-4373-9824-C1A5-42A887C3AAED}"/>
                    </a:ext>
                  </a:extLst>
                </p14:cNvPr>
                <p14:cNvContentPartPr/>
                <p14:nvPr/>
              </p14:nvContentPartPr>
              <p14:xfrm>
                <a:off x="3525051" y="5439490"/>
                <a:ext cx="88920" cy="30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DBDDD2A-4373-9824-C1A5-42A887C3AAE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516051" y="5430850"/>
                  <a:ext cx="106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7EAA0A7-5AF8-1115-CBDC-B3F5D0B91A1C}"/>
                    </a:ext>
                  </a:extLst>
                </p14:cNvPr>
                <p14:cNvContentPartPr/>
                <p14:nvPr/>
              </p14:nvContentPartPr>
              <p14:xfrm>
                <a:off x="3611811" y="5633890"/>
                <a:ext cx="84240" cy="5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7EAA0A7-5AF8-1115-CBDC-B3F5D0B91A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03171" y="5625250"/>
                  <a:ext cx="1018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0880D14-50D4-1340-0EC8-F91AA531F70B}"/>
              </a:ext>
            </a:extLst>
          </p:cNvPr>
          <p:cNvGrpSpPr/>
          <p:nvPr/>
        </p:nvGrpSpPr>
        <p:grpSpPr>
          <a:xfrm>
            <a:off x="3197451" y="5806330"/>
            <a:ext cx="559440" cy="272880"/>
            <a:chOff x="3197451" y="5806330"/>
            <a:chExt cx="55944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7272FC3-3283-2525-136D-BD3F8D5CBC6C}"/>
                    </a:ext>
                  </a:extLst>
                </p14:cNvPr>
                <p14:cNvContentPartPr/>
                <p14:nvPr/>
              </p14:nvContentPartPr>
              <p14:xfrm>
                <a:off x="3197451" y="5973730"/>
                <a:ext cx="120960" cy="83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7272FC3-3283-2525-136D-BD3F8D5CBC6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188451" y="5964730"/>
                  <a:ext cx="138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5DACEA-003A-E06F-A107-E1108F11B5A8}"/>
                    </a:ext>
                  </a:extLst>
                </p14:cNvPr>
                <p14:cNvContentPartPr/>
                <p14:nvPr/>
              </p14:nvContentPartPr>
              <p14:xfrm>
                <a:off x="3382131" y="6011170"/>
                <a:ext cx="111240" cy="68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5DACEA-003A-E06F-A107-E1108F11B5A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373491" y="6002530"/>
                  <a:ext cx="128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1EB5634-A450-F78B-716A-F5049F3C7737}"/>
                    </a:ext>
                  </a:extLst>
                </p14:cNvPr>
                <p14:cNvContentPartPr/>
                <p14:nvPr/>
              </p14:nvContentPartPr>
              <p14:xfrm>
                <a:off x="3626211" y="5806330"/>
                <a:ext cx="130680" cy="256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1EB5634-A450-F78B-716A-F5049F3C773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17211" y="5797690"/>
                  <a:ext cx="1483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61DDA47-505D-ACA0-678C-C8437195AFC0}"/>
                    </a:ext>
                  </a:extLst>
                </p14:cNvPr>
                <p14:cNvContentPartPr/>
                <p14:nvPr/>
              </p14:nvContentPartPr>
              <p14:xfrm>
                <a:off x="3623331" y="5946010"/>
                <a:ext cx="127440" cy="31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61DDA47-505D-ACA0-678C-C8437195AFC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14331" y="5937370"/>
                  <a:ext cx="1450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8795307-0701-3C0D-A763-76FDA009D801}"/>
              </a:ext>
            </a:extLst>
          </p:cNvPr>
          <p:cNvGrpSpPr/>
          <p:nvPr/>
        </p:nvGrpSpPr>
        <p:grpSpPr>
          <a:xfrm>
            <a:off x="4080531" y="5858530"/>
            <a:ext cx="546480" cy="208800"/>
            <a:chOff x="4080531" y="5858530"/>
            <a:chExt cx="54648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6C5D025-8A73-47B4-27E3-DF8A80654644}"/>
                    </a:ext>
                  </a:extLst>
                </p14:cNvPr>
                <p14:cNvContentPartPr/>
                <p14:nvPr/>
              </p14:nvContentPartPr>
              <p14:xfrm>
                <a:off x="4080531" y="5858530"/>
                <a:ext cx="151920" cy="182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6C5D025-8A73-47B4-27E3-DF8A8065464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71891" y="5849890"/>
                  <a:ext cx="169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E5E6DF8-3C20-F3D6-8956-1A816CD38504}"/>
                    </a:ext>
                  </a:extLst>
                </p14:cNvPr>
                <p14:cNvContentPartPr/>
                <p14:nvPr/>
              </p14:nvContentPartPr>
              <p14:xfrm>
                <a:off x="4336491" y="5951770"/>
                <a:ext cx="16920" cy="99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E5E6DF8-3C20-F3D6-8956-1A816CD3850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27491" y="5942770"/>
                  <a:ext cx="34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6B1E7F-153C-5F17-83A5-CA990336C2FD}"/>
                    </a:ext>
                  </a:extLst>
                </p14:cNvPr>
                <p14:cNvContentPartPr/>
                <p14:nvPr/>
              </p14:nvContentPartPr>
              <p14:xfrm>
                <a:off x="4235691" y="5907850"/>
                <a:ext cx="194040" cy="10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6B1E7F-153C-5F17-83A5-CA990336C2F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227051" y="5898850"/>
                  <a:ext cx="211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4EADFE7-7E07-A8E7-6192-DF1E73FA1767}"/>
                    </a:ext>
                  </a:extLst>
                </p14:cNvPr>
                <p14:cNvContentPartPr/>
                <p14:nvPr/>
              </p14:nvContentPartPr>
              <p14:xfrm>
                <a:off x="4533411" y="5940610"/>
                <a:ext cx="21600" cy="83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4EADFE7-7E07-A8E7-6192-DF1E73FA17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524771" y="5931970"/>
                  <a:ext cx="39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ACEB5D7-4025-9B84-F68A-68587CC726E9}"/>
                    </a:ext>
                  </a:extLst>
                </p14:cNvPr>
                <p14:cNvContentPartPr/>
                <p14:nvPr/>
              </p14:nvContentPartPr>
              <p14:xfrm>
                <a:off x="4437291" y="5868970"/>
                <a:ext cx="135000" cy="11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ACEB5D7-4025-9B84-F68A-68587CC726E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28651" y="5860330"/>
                  <a:ext cx="152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3853F0-8F0E-A347-8CA7-635B974C482C}"/>
                    </a:ext>
                  </a:extLst>
                </p14:cNvPr>
                <p14:cNvContentPartPr/>
                <p14:nvPr/>
              </p14:nvContentPartPr>
              <p14:xfrm>
                <a:off x="4525131" y="6050050"/>
                <a:ext cx="101880" cy="17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3853F0-8F0E-A347-8CA7-635B974C482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16491" y="6041410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AEF5C57-8503-4CBA-61E2-67776C833530}"/>
              </a:ext>
            </a:extLst>
          </p:cNvPr>
          <p:cNvGrpSpPr/>
          <p:nvPr/>
        </p:nvGrpSpPr>
        <p:grpSpPr>
          <a:xfrm>
            <a:off x="4854531" y="402730"/>
            <a:ext cx="1742400" cy="239040"/>
            <a:chOff x="4854531" y="402730"/>
            <a:chExt cx="17424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6088B0-3240-8DFF-05A3-7DFDADF4C059}"/>
                    </a:ext>
                  </a:extLst>
                </p14:cNvPr>
                <p14:cNvContentPartPr/>
                <p14:nvPr/>
              </p14:nvContentPartPr>
              <p14:xfrm>
                <a:off x="5365731" y="508570"/>
                <a:ext cx="153720" cy="133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6088B0-3240-8DFF-05A3-7DFDADF4C05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56731" y="499930"/>
                  <a:ext cx="171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6F59E66-1EDB-FBA2-7429-ED15CAE5CEAA}"/>
                    </a:ext>
                  </a:extLst>
                </p14:cNvPr>
                <p14:cNvContentPartPr/>
                <p14:nvPr/>
              </p14:nvContentPartPr>
              <p14:xfrm>
                <a:off x="5563011" y="552850"/>
                <a:ext cx="192600" cy="85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6F59E66-1EDB-FBA2-7429-ED15CAE5CEA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54011" y="543850"/>
                  <a:ext cx="210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F32487-522F-B491-2BE1-A1D1895E63EA}"/>
                    </a:ext>
                  </a:extLst>
                </p14:cNvPr>
                <p14:cNvContentPartPr/>
                <p14:nvPr/>
              </p14:nvContentPartPr>
              <p14:xfrm>
                <a:off x="5812851" y="565450"/>
                <a:ext cx="108720" cy="60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F32487-522F-B491-2BE1-A1D1895E63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803851" y="556810"/>
                  <a:ext cx="126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124F488-F021-22B6-9C33-9EAFB7AFCB28}"/>
                    </a:ext>
                  </a:extLst>
                </p14:cNvPr>
                <p14:cNvContentPartPr/>
                <p14:nvPr/>
              </p14:nvContentPartPr>
              <p14:xfrm>
                <a:off x="5946051" y="404890"/>
                <a:ext cx="302040" cy="219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124F488-F021-22B6-9C33-9EAFB7AFCB2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37411" y="396250"/>
                  <a:ext cx="319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BCC7769-7EBF-17CD-871E-E4CB31353860}"/>
                    </a:ext>
                  </a:extLst>
                </p14:cNvPr>
                <p14:cNvContentPartPr/>
                <p14:nvPr/>
              </p14:nvContentPartPr>
              <p14:xfrm>
                <a:off x="6082491" y="402730"/>
                <a:ext cx="387360" cy="222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BCC7769-7EBF-17CD-871E-E4CB3135386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73491" y="394090"/>
                  <a:ext cx="405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BE8504D-3047-DB9E-EEC1-91AD5DD51493}"/>
                    </a:ext>
                  </a:extLst>
                </p14:cNvPr>
                <p14:cNvContentPartPr/>
                <p14:nvPr/>
              </p14:nvContentPartPr>
              <p14:xfrm>
                <a:off x="6441411" y="498130"/>
                <a:ext cx="155520" cy="141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BE8504D-3047-DB9E-EEC1-91AD5DD514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32771" y="489130"/>
                  <a:ext cx="173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30D2684-98F8-1968-2ABB-0C04CC8EEC2D}"/>
                    </a:ext>
                  </a:extLst>
                </p14:cNvPr>
                <p14:cNvContentPartPr/>
                <p14:nvPr/>
              </p14:nvContentPartPr>
              <p14:xfrm>
                <a:off x="4854531" y="547090"/>
                <a:ext cx="259560" cy="1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30D2684-98F8-1968-2ABB-0C04CC8EEC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45891" y="538450"/>
                  <a:ext cx="277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E3F442-9BFE-96F6-642F-17C06CD3299F}"/>
                    </a:ext>
                  </a:extLst>
                </p14:cNvPr>
                <p14:cNvContentPartPr/>
                <p14:nvPr/>
              </p14:nvContentPartPr>
              <p14:xfrm>
                <a:off x="5055051" y="510010"/>
                <a:ext cx="127800" cy="106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E3F442-9BFE-96F6-642F-17C06CD3299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046411" y="501370"/>
                  <a:ext cx="14544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28B11F9-A4C7-CF9D-0BE5-8BD4DDDF8D1C}"/>
                  </a:ext>
                </a:extLst>
              </p14:cNvPr>
              <p14:cNvContentPartPr/>
              <p14:nvPr/>
            </p14:nvContentPartPr>
            <p14:xfrm>
              <a:off x="6887811" y="506410"/>
              <a:ext cx="191160" cy="108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28B11F9-A4C7-CF9D-0BE5-8BD4DDDF8D1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879171" y="497410"/>
                <a:ext cx="208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56F9DE2-D30F-CA85-AB92-02C7028A4B0C}"/>
                  </a:ext>
                </a:extLst>
              </p14:cNvPr>
              <p14:cNvContentPartPr/>
              <p14:nvPr/>
            </p14:nvContentPartPr>
            <p14:xfrm>
              <a:off x="7098051" y="476170"/>
              <a:ext cx="67680" cy="1321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56F9DE2-D30F-CA85-AB92-02C7028A4B0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089411" y="467530"/>
                <a:ext cx="853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2D8C227-131B-5ADA-C373-B8043C16AFEB}"/>
                  </a:ext>
                </a:extLst>
              </p14:cNvPr>
              <p14:cNvContentPartPr/>
              <p14:nvPr/>
            </p14:nvContentPartPr>
            <p14:xfrm>
              <a:off x="7413411" y="366730"/>
              <a:ext cx="100440" cy="229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2D8C227-131B-5ADA-C373-B8043C16AFE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404771" y="357730"/>
                <a:ext cx="118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2D23197-61E3-AE21-A42B-A585BF8D01C4}"/>
                  </a:ext>
                </a:extLst>
              </p14:cNvPr>
              <p14:cNvContentPartPr/>
              <p14:nvPr/>
            </p14:nvContentPartPr>
            <p14:xfrm>
              <a:off x="7336371" y="511090"/>
              <a:ext cx="219960" cy="9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2D23197-61E3-AE21-A42B-A585BF8D01C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327731" y="502090"/>
                <a:ext cx="2376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4386C1E-82DF-6DCB-DA1A-FB82C84906CB}"/>
                  </a:ext>
                </a:extLst>
              </p14:cNvPr>
              <p14:cNvContentPartPr/>
              <p14:nvPr/>
            </p14:nvContentPartPr>
            <p14:xfrm>
              <a:off x="7572531" y="508210"/>
              <a:ext cx="119880" cy="896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4386C1E-82DF-6DCB-DA1A-FB82C84906C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563531" y="499210"/>
                <a:ext cx="137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5AD067F-E382-DB6D-319F-6DA7A4F3704E}"/>
                  </a:ext>
                </a:extLst>
              </p14:cNvPr>
              <p14:cNvContentPartPr/>
              <p14:nvPr/>
            </p14:nvContentPartPr>
            <p14:xfrm>
              <a:off x="7906251" y="514690"/>
              <a:ext cx="163440" cy="72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5AD067F-E382-DB6D-319F-6DA7A4F3704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897611" y="505690"/>
                <a:ext cx="1810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D9950D9-5007-6DCF-82E8-88F78989EB27}"/>
                  </a:ext>
                </a:extLst>
              </p14:cNvPr>
              <p14:cNvContentPartPr/>
              <p14:nvPr/>
            </p14:nvContentPartPr>
            <p14:xfrm>
              <a:off x="8112891" y="436930"/>
              <a:ext cx="309960" cy="1389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D9950D9-5007-6DCF-82E8-88F78989EB2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104251" y="428290"/>
                <a:ext cx="3276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9192130-CFAD-E5A3-73B0-3CF52CDAB2E6}"/>
                  </a:ext>
                </a:extLst>
              </p14:cNvPr>
              <p14:cNvContentPartPr/>
              <p14:nvPr/>
            </p14:nvContentPartPr>
            <p14:xfrm>
              <a:off x="7158171" y="827890"/>
              <a:ext cx="324000" cy="1076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9192130-CFAD-E5A3-73B0-3CF52CDAB2E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149171" y="819250"/>
                <a:ext cx="341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2847E26-EB7F-E2C8-5DBB-02DB29BF1BE1}"/>
                  </a:ext>
                </a:extLst>
              </p14:cNvPr>
              <p14:cNvContentPartPr/>
              <p14:nvPr/>
            </p14:nvContentPartPr>
            <p14:xfrm>
              <a:off x="7511691" y="858850"/>
              <a:ext cx="120240" cy="61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2847E26-EB7F-E2C8-5DBB-02DB29BF1BE1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502691" y="849850"/>
                <a:ext cx="1378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96FA4F5-EBEE-B6C3-D7F7-7ED01E86E976}"/>
                  </a:ext>
                </a:extLst>
              </p14:cNvPr>
              <p14:cNvContentPartPr/>
              <p14:nvPr/>
            </p14:nvContentPartPr>
            <p14:xfrm>
              <a:off x="7643451" y="755530"/>
              <a:ext cx="124920" cy="1886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96FA4F5-EBEE-B6C3-D7F7-7ED01E86E97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634811" y="746530"/>
                <a:ext cx="1425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1ADC45F-4F69-F192-1E57-462FFF02B7D6}"/>
                  </a:ext>
                </a:extLst>
              </p14:cNvPr>
              <p14:cNvContentPartPr/>
              <p14:nvPr/>
            </p14:nvContentPartPr>
            <p14:xfrm>
              <a:off x="7626891" y="854170"/>
              <a:ext cx="126360" cy="97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1ADC45F-4F69-F192-1E57-462FFF02B7D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618251" y="845170"/>
                <a:ext cx="1440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FF297AF-F475-0ECE-687C-717777AD1F49}"/>
                  </a:ext>
                </a:extLst>
              </p14:cNvPr>
              <p14:cNvContentPartPr/>
              <p14:nvPr/>
            </p14:nvContentPartPr>
            <p14:xfrm>
              <a:off x="7752891" y="738970"/>
              <a:ext cx="248400" cy="1684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FF297AF-F475-0ECE-687C-717777AD1F4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744251" y="730330"/>
                <a:ext cx="2660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5CD52C5-06F5-AFD1-142A-CD5DF2D6D909}"/>
                  </a:ext>
                </a:extLst>
              </p14:cNvPr>
              <p14:cNvContentPartPr/>
              <p14:nvPr/>
            </p14:nvContentPartPr>
            <p14:xfrm>
              <a:off x="7982931" y="776770"/>
              <a:ext cx="136800" cy="1051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5CD52C5-06F5-AFD1-142A-CD5DF2D6D909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974291" y="767770"/>
                <a:ext cx="154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96828F4-F0A2-E689-7F02-C351F07C5056}"/>
                  </a:ext>
                </a:extLst>
              </p14:cNvPr>
              <p14:cNvContentPartPr/>
              <p14:nvPr/>
            </p14:nvContentPartPr>
            <p14:xfrm>
              <a:off x="8163651" y="837610"/>
              <a:ext cx="303120" cy="684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96828F4-F0A2-E689-7F02-C351F07C505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155011" y="828610"/>
                <a:ext cx="32076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90300A9-8AF1-E44D-1190-73BAB01E36E8}"/>
                  </a:ext>
                </a:extLst>
              </p14:cNvPr>
              <p14:cNvContentPartPr/>
              <p14:nvPr/>
            </p14:nvContentPartPr>
            <p14:xfrm>
              <a:off x="8567211" y="799090"/>
              <a:ext cx="149040" cy="723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90300A9-8AF1-E44D-1190-73BAB01E36E8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558211" y="790450"/>
                <a:ext cx="1666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18E81F9-8801-E41B-1BB2-FD4C111A0C47}"/>
                  </a:ext>
                </a:extLst>
              </p14:cNvPr>
              <p14:cNvContentPartPr/>
              <p14:nvPr/>
            </p14:nvContentPartPr>
            <p14:xfrm>
              <a:off x="8727771" y="684250"/>
              <a:ext cx="207720" cy="1875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18E81F9-8801-E41B-1BB2-FD4C111A0C4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8718771" y="675610"/>
                <a:ext cx="2253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A83D338-CDF7-90FB-9D36-0F287982743A}"/>
                  </a:ext>
                </a:extLst>
              </p14:cNvPr>
              <p14:cNvContentPartPr/>
              <p14:nvPr/>
            </p14:nvContentPartPr>
            <p14:xfrm>
              <a:off x="8859171" y="710530"/>
              <a:ext cx="14400" cy="144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A83D338-CDF7-90FB-9D36-0F287982743A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850171" y="701530"/>
                <a:ext cx="320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E736E2A-8CB7-8528-FE1B-F02D8F6E7277}"/>
                  </a:ext>
                </a:extLst>
              </p14:cNvPr>
              <p14:cNvContentPartPr/>
              <p14:nvPr/>
            </p14:nvContentPartPr>
            <p14:xfrm>
              <a:off x="9044571" y="793690"/>
              <a:ext cx="77040" cy="1274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E736E2A-8CB7-8528-FE1B-F02D8F6E727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035931" y="785050"/>
                <a:ext cx="946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1FB7322-8184-A5EA-A958-7A4A92699B94}"/>
                  </a:ext>
                </a:extLst>
              </p14:cNvPr>
              <p14:cNvContentPartPr/>
              <p14:nvPr/>
            </p14:nvContentPartPr>
            <p14:xfrm>
              <a:off x="9179931" y="617650"/>
              <a:ext cx="380160" cy="4456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1FB7322-8184-A5EA-A958-7A4A92699B94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171291" y="609010"/>
                <a:ext cx="3978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11F3AB2-A62F-7040-0670-E9BF647BDE8E}"/>
                  </a:ext>
                </a:extLst>
              </p14:cNvPr>
              <p14:cNvContentPartPr/>
              <p14:nvPr/>
            </p14:nvContentPartPr>
            <p14:xfrm>
              <a:off x="7445451" y="1187890"/>
              <a:ext cx="230400" cy="1159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11F3AB2-A62F-7040-0670-E9BF647BDE8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436811" y="1179250"/>
                <a:ext cx="2480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A424AEA-B14A-FD24-C865-E55A9466D999}"/>
                  </a:ext>
                </a:extLst>
              </p14:cNvPr>
              <p14:cNvContentPartPr/>
              <p14:nvPr/>
            </p14:nvContentPartPr>
            <p14:xfrm>
              <a:off x="7566771" y="1083850"/>
              <a:ext cx="126000" cy="2077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A424AEA-B14A-FD24-C865-E55A9466D999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558131" y="1075210"/>
                <a:ext cx="1436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2A4C7F0-EF28-1B43-D9FE-A30A817C5A24}"/>
                  </a:ext>
                </a:extLst>
              </p14:cNvPr>
              <p14:cNvContentPartPr/>
              <p14:nvPr/>
            </p14:nvContentPartPr>
            <p14:xfrm>
              <a:off x="7732011" y="1199410"/>
              <a:ext cx="98280" cy="864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2A4C7F0-EF28-1B43-D9FE-A30A817C5A24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723011" y="1190410"/>
                <a:ext cx="1159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D04904C-9EB0-D73E-819A-EEE037AB0E5A}"/>
                  </a:ext>
                </a:extLst>
              </p14:cNvPr>
              <p14:cNvContentPartPr/>
              <p14:nvPr/>
            </p14:nvContentPartPr>
            <p14:xfrm>
              <a:off x="7951611" y="1182490"/>
              <a:ext cx="228240" cy="1206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D04904C-9EB0-D73E-819A-EEE037AB0E5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942611" y="1173850"/>
                <a:ext cx="2458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24F79D7-29C8-5382-DED2-4FC06B101EB9}"/>
                  </a:ext>
                </a:extLst>
              </p14:cNvPr>
              <p14:cNvContentPartPr/>
              <p14:nvPr/>
            </p14:nvContentPartPr>
            <p14:xfrm>
              <a:off x="8261571" y="1039210"/>
              <a:ext cx="83880" cy="2354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24F79D7-29C8-5382-DED2-4FC06B101EB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252931" y="1030210"/>
                <a:ext cx="10152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F47DBEC-D6F6-38C7-C9B6-03929570332F}"/>
                  </a:ext>
                </a:extLst>
              </p14:cNvPr>
              <p14:cNvContentPartPr/>
              <p14:nvPr/>
            </p14:nvContentPartPr>
            <p14:xfrm>
              <a:off x="8610771" y="1042090"/>
              <a:ext cx="138960" cy="2714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F47DBEC-D6F6-38C7-C9B6-03929570332F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601771" y="1033450"/>
                <a:ext cx="1566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8A61B82-1D81-CF6E-5E29-598C4FCE613C}"/>
                  </a:ext>
                </a:extLst>
              </p14:cNvPr>
              <p14:cNvContentPartPr/>
              <p14:nvPr/>
            </p14:nvContentPartPr>
            <p14:xfrm>
              <a:off x="8623011" y="1216690"/>
              <a:ext cx="99720" cy="26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8A61B82-1D81-CF6E-5E29-598C4FCE613C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614011" y="1207690"/>
                <a:ext cx="117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EBFB612-7312-8A9D-28E2-743FDFEDBDED}"/>
                  </a:ext>
                </a:extLst>
              </p14:cNvPr>
              <p14:cNvContentPartPr/>
              <p14:nvPr/>
            </p14:nvContentPartPr>
            <p14:xfrm>
              <a:off x="8748651" y="1181410"/>
              <a:ext cx="77400" cy="626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EBFB612-7312-8A9D-28E2-743FDFEDBDED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8740011" y="1172410"/>
                <a:ext cx="950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FD7E88D-A9D0-7D4E-0B58-7B10502AAE3D}"/>
                  </a:ext>
                </a:extLst>
              </p14:cNvPr>
              <p14:cNvContentPartPr/>
              <p14:nvPr/>
            </p14:nvContentPartPr>
            <p14:xfrm>
              <a:off x="8907771" y="1124170"/>
              <a:ext cx="43560" cy="1152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FD7E88D-A9D0-7D4E-0B58-7B10502AAE3D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898771" y="1115530"/>
                <a:ext cx="612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AE713CB-1DEA-3873-A68F-0DADCAAB0A1F}"/>
                  </a:ext>
                </a:extLst>
              </p14:cNvPr>
              <p14:cNvContentPartPr/>
              <p14:nvPr/>
            </p14:nvContentPartPr>
            <p14:xfrm>
              <a:off x="9072651" y="1165930"/>
              <a:ext cx="262800" cy="70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AE713CB-1DEA-3873-A68F-0DADCAAB0A1F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063651" y="1157290"/>
                <a:ext cx="28044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EC58623-53A5-1E4B-5E5A-0127DB5DC391}"/>
              </a:ext>
            </a:extLst>
          </p:cNvPr>
          <p:cNvGrpSpPr/>
          <p:nvPr/>
        </p:nvGrpSpPr>
        <p:grpSpPr>
          <a:xfrm>
            <a:off x="9674931" y="999250"/>
            <a:ext cx="1413000" cy="282240"/>
            <a:chOff x="9674931" y="999250"/>
            <a:chExt cx="141300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C9CF3BB-D826-5A49-3CBC-D08F00956697}"/>
                    </a:ext>
                  </a:extLst>
                </p14:cNvPr>
                <p14:cNvContentPartPr/>
                <p14:nvPr/>
              </p14:nvContentPartPr>
              <p14:xfrm>
                <a:off x="9674931" y="1123810"/>
                <a:ext cx="113760" cy="157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C9CF3BB-D826-5A49-3CBC-D08F0095669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66291" y="1115170"/>
                  <a:ext cx="131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777355E-403C-0746-E5A5-0EF2F09FDE9E}"/>
                    </a:ext>
                  </a:extLst>
                </p14:cNvPr>
                <p14:cNvContentPartPr/>
                <p14:nvPr/>
              </p14:nvContentPartPr>
              <p14:xfrm>
                <a:off x="9866811" y="1194010"/>
                <a:ext cx="67680" cy="84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777355E-403C-0746-E5A5-0EF2F09FDE9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857811" y="1185370"/>
                  <a:ext cx="85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344D2DA-71DF-88F2-1AD8-F71C08782589}"/>
                    </a:ext>
                  </a:extLst>
                </p14:cNvPr>
                <p14:cNvContentPartPr/>
                <p14:nvPr/>
              </p14:nvContentPartPr>
              <p14:xfrm>
                <a:off x="9937371" y="999250"/>
                <a:ext cx="308880" cy="254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344D2DA-71DF-88F2-1AD8-F71C0878258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928371" y="990250"/>
                  <a:ext cx="326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DB9CD71-68CA-62EF-F7A7-31F0963394CB}"/>
                    </a:ext>
                  </a:extLst>
                </p14:cNvPr>
                <p14:cNvContentPartPr/>
                <p14:nvPr/>
              </p14:nvContentPartPr>
              <p14:xfrm>
                <a:off x="10288011" y="1023730"/>
                <a:ext cx="189720" cy="215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DB9CD71-68CA-62EF-F7A7-31F0963394C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279371" y="1014730"/>
                  <a:ext cx="207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CBBE1B6-AB0F-F9B0-3D5C-A6215162360F}"/>
                    </a:ext>
                  </a:extLst>
                </p14:cNvPr>
                <p14:cNvContentPartPr/>
                <p14:nvPr/>
              </p14:nvContentPartPr>
              <p14:xfrm>
                <a:off x="10442451" y="1056490"/>
                <a:ext cx="10440" cy="5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CBBE1B6-AB0F-F9B0-3D5C-A6215162360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33451" y="1047850"/>
                  <a:ext cx="28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F92DE7A-FF06-D8A3-685F-02AF40399D34}"/>
                    </a:ext>
                  </a:extLst>
                </p14:cNvPr>
                <p14:cNvContentPartPr/>
                <p14:nvPr/>
              </p14:nvContentPartPr>
              <p14:xfrm>
                <a:off x="10571691" y="1172050"/>
                <a:ext cx="77040" cy="77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F92DE7A-FF06-D8A3-685F-02AF40399D3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562691" y="1163410"/>
                  <a:ext cx="94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E9358BA-77A1-3111-1636-A8C3419540A1}"/>
                    </a:ext>
                  </a:extLst>
                </p14:cNvPr>
                <p14:cNvContentPartPr/>
                <p14:nvPr/>
              </p14:nvContentPartPr>
              <p14:xfrm>
                <a:off x="10715331" y="1133170"/>
                <a:ext cx="213840" cy="102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E9358BA-77A1-3111-1636-A8C3419540A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06331" y="1124530"/>
                  <a:ext cx="231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3FBF504-59C9-F485-36A0-A44100718E71}"/>
                    </a:ext>
                  </a:extLst>
                </p14:cNvPr>
                <p14:cNvContentPartPr/>
                <p14:nvPr/>
              </p14:nvContentPartPr>
              <p14:xfrm>
                <a:off x="10972011" y="1110850"/>
                <a:ext cx="115920" cy="116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3FBF504-59C9-F485-36A0-A44100718E7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63371" y="1101850"/>
                  <a:ext cx="133560" cy="133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 time: index n is not “time in seconds”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 labels samples; physical time appears only after a sampling rate is specified.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71600"/>
            <a:ext cx="384048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3611880"/>
            <a:ext cx="477316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361188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2252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Example sequence x[n]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3101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42809" y="356158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28509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74982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24690" y="223022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10390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56863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506571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2271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38744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8452" y="270571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74152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920625" y="3611880"/>
            <a:ext cx="0" cy="570586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870333" y="4132174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6033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2506" y="3611880"/>
            <a:ext cx="0" cy="1236269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52214" y="4797857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37914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84387" y="3611880"/>
            <a:ext cx="0" cy="38039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234095" y="394197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19795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" y="2514600"/>
            <a:ext cx="43891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x[n] is defined only at integer 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A shift x[n−n₀] changes the sample index, not the amplitude.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Normalized angular frequency ω has units rad/sample.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8521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16752" y="46817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16752" y="4956048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48 kHz, one sample is 20.83 μs. A 2400-sample delay is 50 ms.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CBA48A3-2058-BA9B-CD18-C9CD27794F35}"/>
                  </a:ext>
                </a:extLst>
              </p14:cNvPr>
              <p14:cNvContentPartPr/>
              <p14:nvPr/>
            </p14:nvContentPartPr>
            <p14:xfrm>
              <a:off x="6843891" y="2418959"/>
              <a:ext cx="53280" cy="1148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CBA48A3-2058-BA9B-CD18-C9CD27794F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4891" y="2409959"/>
                <a:ext cx="70920" cy="11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C38E3B2-15FF-9439-3114-9BDAF9E9D367}"/>
                  </a:ext>
                </a:extLst>
              </p14:cNvPr>
              <p14:cNvContentPartPr/>
              <p14:nvPr/>
            </p14:nvContentPartPr>
            <p14:xfrm>
              <a:off x="7544811" y="1799759"/>
              <a:ext cx="82800" cy="1764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C38E3B2-15FF-9439-3114-9BDAF9E9D3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35811" y="1791119"/>
                <a:ext cx="100440" cy="17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56F934-7819-2213-F295-6D17791FEE9E}"/>
                  </a:ext>
                </a:extLst>
              </p14:cNvPr>
              <p14:cNvContentPartPr/>
              <p14:nvPr/>
            </p14:nvContentPartPr>
            <p14:xfrm>
              <a:off x="8162931" y="2852399"/>
              <a:ext cx="39600" cy="772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56F934-7819-2213-F295-6D17791FE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54291" y="2843759"/>
                <a:ext cx="57240" cy="79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B84CA641-5463-849F-A2C4-D26E0E33B6D9}"/>
              </a:ext>
            </a:extLst>
          </p:cNvPr>
          <p:cNvGrpSpPr/>
          <p:nvPr/>
        </p:nvGrpSpPr>
        <p:grpSpPr>
          <a:xfrm>
            <a:off x="829011" y="4102679"/>
            <a:ext cx="802800" cy="300600"/>
            <a:chOff x="829011" y="4102679"/>
            <a:chExt cx="8028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0E0656-B42E-0B4C-C35C-DC65155E8762}"/>
                    </a:ext>
                  </a:extLst>
                </p14:cNvPr>
                <p14:cNvContentPartPr/>
                <p14:nvPr/>
              </p14:nvContentPartPr>
              <p14:xfrm>
                <a:off x="829011" y="4227959"/>
                <a:ext cx="120600" cy="133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0E0656-B42E-0B4C-C35C-DC65155E87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0011" y="4218959"/>
                  <a:ext cx="138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F87FD4-2A0B-8E83-1B39-C5EB7F511803}"/>
                    </a:ext>
                  </a:extLst>
                </p14:cNvPr>
                <p14:cNvContentPartPr/>
                <p14:nvPr/>
              </p14:nvContentPartPr>
              <p14:xfrm>
                <a:off x="984891" y="4128599"/>
                <a:ext cx="143640" cy="248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F87FD4-2A0B-8E83-1B39-C5EB7F5118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251" y="4119599"/>
                  <a:ext cx="161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D45F0E-C361-0452-EA3C-4599EF0C2B17}"/>
                    </a:ext>
                  </a:extLst>
                </p14:cNvPr>
                <p14:cNvContentPartPr/>
                <p14:nvPr/>
              </p14:nvContentPartPr>
              <p14:xfrm>
                <a:off x="1128891" y="4270799"/>
                <a:ext cx="123480" cy="51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D45F0E-C361-0452-EA3C-4599EF0C2B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9891" y="4261799"/>
                  <a:ext cx="141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22D47A-14F1-38B7-F540-725109AF853E}"/>
                    </a:ext>
                  </a:extLst>
                </p14:cNvPr>
                <p14:cNvContentPartPr/>
                <p14:nvPr/>
              </p14:nvContentPartPr>
              <p14:xfrm>
                <a:off x="1231851" y="4102679"/>
                <a:ext cx="119880" cy="300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22D47A-14F1-38B7-F540-725109AF85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22851" y="4093679"/>
                  <a:ext cx="1375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ECADE8-E2BD-E70C-0C83-5B9E625D7629}"/>
                    </a:ext>
                  </a:extLst>
                </p14:cNvPr>
                <p14:cNvContentPartPr/>
                <p14:nvPr/>
              </p14:nvContentPartPr>
              <p14:xfrm>
                <a:off x="1500051" y="4346039"/>
                <a:ext cx="131760" cy="2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ECADE8-E2BD-E70C-0C83-5B9E625D76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91051" y="4337399"/>
                  <a:ext cx="149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94F4B9-B933-4D89-D6D9-D794C198B0B8}"/>
                    </a:ext>
                  </a:extLst>
                </p14:cNvPr>
                <p14:cNvContentPartPr/>
                <p14:nvPr/>
              </p14:nvContentPartPr>
              <p14:xfrm>
                <a:off x="1484571" y="4275839"/>
                <a:ext cx="141840" cy="11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94F4B9-B933-4D89-D6D9-D794C198B0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75931" y="4266839"/>
                  <a:ext cx="15948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B762A3B-0D7F-C694-95D9-EB25690E6BD1}"/>
              </a:ext>
            </a:extLst>
          </p:cNvPr>
          <p:cNvGrpSpPr/>
          <p:nvPr/>
        </p:nvGrpSpPr>
        <p:grpSpPr>
          <a:xfrm>
            <a:off x="1882371" y="4205639"/>
            <a:ext cx="335520" cy="210600"/>
            <a:chOff x="1882371" y="4205639"/>
            <a:chExt cx="3355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7E889E-0D26-C30B-CDC3-4DB080D3D8A9}"/>
                    </a:ext>
                  </a:extLst>
                </p14:cNvPr>
                <p14:cNvContentPartPr/>
                <p14:nvPr/>
              </p14:nvContentPartPr>
              <p14:xfrm>
                <a:off x="1882371" y="4205639"/>
                <a:ext cx="230400" cy="137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7E889E-0D26-C30B-CDC3-4DB080D3D8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73371" y="4196999"/>
                  <a:ext cx="248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34A28F-5A63-2BAD-1883-F76C5C2EECC1}"/>
                    </a:ext>
                  </a:extLst>
                </p14:cNvPr>
                <p14:cNvContentPartPr/>
                <p14:nvPr/>
              </p14:nvContentPartPr>
              <p14:xfrm>
                <a:off x="2170371" y="4369079"/>
                <a:ext cx="47520" cy="47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34A28F-5A63-2BAD-1883-F76C5C2EEC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61371" y="4360439"/>
                  <a:ext cx="6516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224F26C-E92C-197C-5519-77CE4BB2AB1F}"/>
                  </a:ext>
                </a:extLst>
              </p14:cNvPr>
              <p14:cNvContentPartPr/>
              <p14:nvPr/>
            </p14:nvContentPartPr>
            <p14:xfrm>
              <a:off x="2411931" y="4170719"/>
              <a:ext cx="144000" cy="150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224F26C-E92C-197C-5519-77CE4BB2AB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02931" y="4162079"/>
                <a:ext cx="161640" cy="1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88946C4-6C36-5783-90CB-1EBA1A27B8DA}"/>
              </a:ext>
            </a:extLst>
          </p:cNvPr>
          <p:cNvGrpSpPr/>
          <p:nvPr/>
        </p:nvGrpSpPr>
        <p:grpSpPr>
          <a:xfrm>
            <a:off x="2756091" y="4145159"/>
            <a:ext cx="441720" cy="296640"/>
            <a:chOff x="2756091" y="4145159"/>
            <a:chExt cx="44172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E92758-2754-B16B-D5D0-D3FC62C4E899}"/>
                    </a:ext>
                  </a:extLst>
                </p14:cNvPr>
                <p14:cNvContentPartPr/>
                <p14:nvPr/>
              </p14:nvContentPartPr>
              <p14:xfrm>
                <a:off x="2756091" y="4352879"/>
                <a:ext cx="47520" cy="71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E92758-2754-B16B-D5D0-D3FC62C4E8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47451" y="4343879"/>
                  <a:ext cx="65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3DFB33-1076-C56C-1998-29D87ECA7571}"/>
                    </a:ext>
                  </a:extLst>
                </p14:cNvPr>
                <p14:cNvContentPartPr/>
                <p14:nvPr/>
              </p14:nvContentPartPr>
              <p14:xfrm>
                <a:off x="2901891" y="4145159"/>
                <a:ext cx="151920" cy="192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3DFB33-1076-C56C-1998-29D87ECA75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92891" y="4136159"/>
                  <a:ext cx="169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234CB0-576B-5027-9D0E-27DCD67F25B2}"/>
                    </a:ext>
                  </a:extLst>
                </p14:cNvPr>
                <p14:cNvContentPartPr/>
                <p14:nvPr/>
              </p14:nvContentPartPr>
              <p14:xfrm>
                <a:off x="3162891" y="4374839"/>
                <a:ext cx="34920" cy="66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234CB0-576B-5027-9D0E-27DCD67F25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53891" y="4365839"/>
                  <a:ext cx="5256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B066272-776A-C173-7DC5-38A6AA2AF13D}"/>
                  </a:ext>
                </a:extLst>
              </p14:cNvPr>
              <p14:cNvContentPartPr/>
              <p14:nvPr/>
            </p14:nvContentPartPr>
            <p14:xfrm>
              <a:off x="3427491" y="4216079"/>
              <a:ext cx="55800" cy="131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B066272-776A-C173-7DC5-38A6AA2AF1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18491" y="4207079"/>
                <a:ext cx="73440" cy="14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1C1312E3-710F-6573-8D31-D56ECF41AABB}"/>
              </a:ext>
            </a:extLst>
          </p:cNvPr>
          <p:cNvGrpSpPr/>
          <p:nvPr/>
        </p:nvGrpSpPr>
        <p:grpSpPr>
          <a:xfrm>
            <a:off x="1927731" y="4539359"/>
            <a:ext cx="105840" cy="195120"/>
            <a:chOff x="1927731" y="4539359"/>
            <a:chExt cx="10584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501D071-C13C-ADD1-B4C0-040ADFE3EB97}"/>
                    </a:ext>
                  </a:extLst>
                </p14:cNvPr>
                <p14:cNvContentPartPr/>
                <p14:nvPr/>
              </p14:nvContentPartPr>
              <p14:xfrm>
                <a:off x="1959411" y="4572839"/>
                <a:ext cx="17640" cy="161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501D071-C13C-ADD1-B4C0-040ADFE3EB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50411" y="4563839"/>
                  <a:ext cx="35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01B906-582B-B0C4-179F-0896D9EA90B9}"/>
                    </a:ext>
                  </a:extLst>
                </p14:cNvPr>
                <p14:cNvContentPartPr/>
                <p14:nvPr/>
              </p14:nvContentPartPr>
              <p14:xfrm>
                <a:off x="1927731" y="4539359"/>
                <a:ext cx="105840" cy="76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01B906-582B-B0C4-179F-0896D9EA90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19091" y="4530359"/>
                  <a:ext cx="1234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1915673-A937-819F-717E-0CB4A928A945}"/>
              </a:ext>
            </a:extLst>
          </p:cNvPr>
          <p:cNvGrpSpPr/>
          <p:nvPr/>
        </p:nvGrpSpPr>
        <p:grpSpPr>
          <a:xfrm>
            <a:off x="1746291" y="4977119"/>
            <a:ext cx="444960" cy="115920"/>
            <a:chOff x="1746291" y="4977119"/>
            <a:chExt cx="44496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F092CD-1EB9-434A-B5F6-049803E6ECE3}"/>
                    </a:ext>
                  </a:extLst>
                </p14:cNvPr>
                <p14:cNvContentPartPr/>
                <p14:nvPr/>
              </p14:nvContentPartPr>
              <p14:xfrm>
                <a:off x="1746291" y="4977119"/>
                <a:ext cx="93240" cy="79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F092CD-1EB9-434A-B5F6-049803E6EC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37291" y="4968119"/>
                  <a:ext cx="11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E1EDA5-1432-EA29-97CD-CE9F58D7BCC7}"/>
                    </a:ext>
                  </a:extLst>
                </p14:cNvPr>
                <p14:cNvContentPartPr/>
                <p14:nvPr/>
              </p14:nvContentPartPr>
              <p14:xfrm>
                <a:off x="1937451" y="5035799"/>
                <a:ext cx="72000" cy="34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E1EDA5-1432-EA29-97CD-CE9F58D7BC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8811" y="5026799"/>
                  <a:ext cx="89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E0726FC-BE64-C8E5-072C-61D4FE4B9CE1}"/>
                    </a:ext>
                  </a:extLst>
                </p14:cNvPr>
                <p14:cNvContentPartPr/>
                <p14:nvPr/>
              </p14:nvContentPartPr>
              <p14:xfrm>
                <a:off x="1926651" y="4982519"/>
                <a:ext cx="831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E0726FC-BE64-C8E5-072C-61D4FE4B9C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18011" y="4973519"/>
                  <a:ext cx="100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C27C45-3F02-C310-9A4D-BD2023DFD661}"/>
                    </a:ext>
                  </a:extLst>
                </p14:cNvPr>
                <p14:cNvContentPartPr/>
                <p14:nvPr/>
              </p14:nvContentPartPr>
              <p14:xfrm>
                <a:off x="2071371" y="4992599"/>
                <a:ext cx="119880" cy="100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C27C45-3F02-C310-9A4D-BD2023DFD6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62371" y="4983599"/>
                  <a:ext cx="13752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E774A70-327C-B189-0D06-49E814002C38}"/>
              </a:ext>
            </a:extLst>
          </p:cNvPr>
          <p:cNvGrpSpPr/>
          <p:nvPr/>
        </p:nvGrpSpPr>
        <p:grpSpPr>
          <a:xfrm>
            <a:off x="2443611" y="4577519"/>
            <a:ext cx="87480" cy="219960"/>
            <a:chOff x="2443611" y="4577519"/>
            <a:chExt cx="8748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7B77BBF-27DD-E252-FEE8-199C137C5B07}"/>
                    </a:ext>
                  </a:extLst>
                </p14:cNvPr>
                <p14:cNvContentPartPr/>
                <p14:nvPr/>
              </p14:nvContentPartPr>
              <p14:xfrm>
                <a:off x="2476371" y="4604519"/>
                <a:ext cx="37440" cy="192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7B77BBF-27DD-E252-FEE8-199C137C5B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67731" y="4595879"/>
                  <a:ext cx="55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C1004A-5976-E941-AF8F-B617E65895B9}"/>
                    </a:ext>
                  </a:extLst>
                </p14:cNvPr>
                <p14:cNvContentPartPr/>
                <p14:nvPr/>
              </p14:nvContentPartPr>
              <p14:xfrm>
                <a:off x="2443611" y="4577519"/>
                <a:ext cx="87480" cy="69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C1004A-5976-E941-AF8F-B617E65895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34971" y="4568519"/>
                  <a:ext cx="1051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1579A12-F42B-1317-7A7D-1453F841E06E}"/>
              </a:ext>
            </a:extLst>
          </p:cNvPr>
          <p:cNvGrpSpPr/>
          <p:nvPr/>
        </p:nvGrpSpPr>
        <p:grpSpPr>
          <a:xfrm>
            <a:off x="2495091" y="4955159"/>
            <a:ext cx="448560" cy="116280"/>
            <a:chOff x="2495091" y="4955159"/>
            <a:chExt cx="44856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81BFBAA-1FA4-7397-E62C-E68756173D01}"/>
                    </a:ext>
                  </a:extLst>
                </p14:cNvPr>
                <p14:cNvContentPartPr/>
                <p14:nvPr/>
              </p14:nvContentPartPr>
              <p14:xfrm>
                <a:off x="2495091" y="4965959"/>
                <a:ext cx="142200" cy="95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81BFBAA-1FA4-7397-E62C-E68756173D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86451" y="4957319"/>
                  <a:ext cx="159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B2C255E-0E12-D9C4-C449-BEF26FF9F6E1}"/>
                    </a:ext>
                  </a:extLst>
                </p14:cNvPr>
                <p14:cNvContentPartPr/>
                <p14:nvPr/>
              </p14:nvContentPartPr>
              <p14:xfrm>
                <a:off x="2708211" y="5015999"/>
                <a:ext cx="57240" cy="21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B2C255E-0E12-D9C4-C449-BEF26FF9F6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99211" y="5006999"/>
                  <a:ext cx="74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1E139C-0A86-1EDD-ADEB-C2054E9D03F8}"/>
                    </a:ext>
                  </a:extLst>
                </p14:cNvPr>
                <p14:cNvContentPartPr/>
                <p14:nvPr/>
              </p14:nvContentPartPr>
              <p14:xfrm>
                <a:off x="2698851" y="4976039"/>
                <a:ext cx="88200" cy="6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1E139C-0A86-1EDD-ADEB-C2054E9D03F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90211" y="4967039"/>
                  <a:ext cx="105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DE30715-F30B-0BBA-0B42-D85EEDB865C9}"/>
                    </a:ext>
                  </a:extLst>
                </p14:cNvPr>
                <p14:cNvContentPartPr/>
                <p14:nvPr/>
              </p14:nvContentPartPr>
              <p14:xfrm>
                <a:off x="2918091" y="4955159"/>
                <a:ext cx="25560" cy="116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DE30715-F30B-0BBA-0B42-D85EEDB865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09451" y="4946159"/>
                  <a:ext cx="4320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5F48BB-5370-799F-341A-394E9107099F}"/>
              </a:ext>
            </a:extLst>
          </p:cNvPr>
          <p:cNvGrpSpPr/>
          <p:nvPr/>
        </p:nvGrpSpPr>
        <p:grpSpPr>
          <a:xfrm>
            <a:off x="3009891" y="4506239"/>
            <a:ext cx="217800" cy="228240"/>
            <a:chOff x="3009891" y="4506239"/>
            <a:chExt cx="21780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4279FA-319B-020C-FCBF-A33572A1C4C6}"/>
                    </a:ext>
                  </a:extLst>
                </p14:cNvPr>
                <p14:cNvContentPartPr/>
                <p14:nvPr/>
              </p14:nvContentPartPr>
              <p14:xfrm>
                <a:off x="3011331" y="4506239"/>
                <a:ext cx="216360" cy="22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4279FA-319B-020C-FCBF-A33572A1C4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02331" y="4497239"/>
                  <a:ext cx="234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D298B1-97DD-AE8B-188A-1A48F6B63F8D}"/>
                    </a:ext>
                  </a:extLst>
                </p14:cNvPr>
                <p14:cNvContentPartPr/>
                <p14:nvPr/>
              </p14:nvContentPartPr>
              <p14:xfrm>
                <a:off x="3009891" y="4511639"/>
                <a:ext cx="69480" cy="76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D298B1-97DD-AE8B-188A-1A48F6B63F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00891" y="4502639"/>
                  <a:ext cx="871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0812507-2F21-8382-2F3E-9B6B24699A61}"/>
              </a:ext>
            </a:extLst>
          </p:cNvPr>
          <p:cNvGrpSpPr/>
          <p:nvPr/>
        </p:nvGrpSpPr>
        <p:grpSpPr>
          <a:xfrm>
            <a:off x="3257571" y="4907999"/>
            <a:ext cx="536400" cy="129600"/>
            <a:chOff x="3257571" y="4907999"/>
            <a:chExt cx="53640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ABDFF8-F91F-4A16-C4DD-10847E73D50C}"/>
                    </a:ext>
                  </a:extLst>
                </p14:cNvPr>
                <p14:cNvContentPartPr/>
                <p14:nvPr/>
              </p14:nvContentPartPr>
              <p14:xfrm>
                <a:off x="3257571" y="4916639"/>
                <a:ext cx="118080" cy="100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ABDFF8-F91F-4A16-C4DD-10847E73D50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48931" y="4907999"/>
                  <a:ext cx="135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62FB180-2AE0-596D-0BE5-0BC70C3301D5}"/>
                    </a:ext>
                  </a:extLst>
                </p14:cNvPr>
                <p14:cNvContentPartPr/>
                <p14:nvPr/>
              </p14:nvContentPartPr>
              <p14:xfrm>
                <a:off x="3468171" y="4978199"/>
                <a:ext cx="79920" cy="32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62FB180-2AE0-596D-0BE5-0BC70C3301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59531" y="4969559"/>
                  <a:ext cx="9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774811-4A47-1EAE-D3A9-D6F396080FB9}"/>
                    </a:ext>
                  </a:extLst>
                </p14:cNvPr>
                <p14:cNvContentPartPr/>
                <p14:nvPr/>
              </p14:nvContentPartPr>
              <p14:xfrm>
                <a:off x="3459171" y="4954799"/>
                <a:ext cx="94320" cy="11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774811-4A47-1EAE-D3A9-D6F396080F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50531" y="4945799"/>
                  <a:ext cx="111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F88539-2B04-3EB3-D806-D895DE06CFDA}"/>
                    </a:ext>
                  </a:extLst>
                </p14:cNvPr>
                <p14:cNvContentPartPr/>
                <p14:nvPr/>
              </p14:nvContentPartPr>
              <p14:xfrm>
                <a:off x="3646371" y="4907999"/>
                <a:ext cx="147600" cy="129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F88539-2B04-3EB3-D806-D895DE06CF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37731" y="4899359"/>
                  <a:ext cx="165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347717E-C779-64B8-F0C1-6CFBA4ADA1AC}"/>
              </a:ext>
            </a:extLst>
          </p:cNvPr>
          <p:cNvGrpSpPr/>
          <p:nvPr/>
        </p:nvGrpSpPr>
        <p:grpSpPr>
          <a:xfrm>
            <a:off x="821091" y="5464199"/>
            <a:ext cx="837720" cy="185760"/>
            <a:chOff x="821091" y="5464199"/>
            <a:chExt cx="83772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5A94765-449C-2855-8139-9D76EF18F604}"/>
                    </a:ext>
                  </a:extLst>
                </p14:cNvPr>
                <p14:cNvContentPartPr/>
                <p14:nvPr/>
              </p14:nvContentPartPr>
              <p14:xfrm>
                <a:off x="821091" y="5535479"/>
                <a:ext cx="177480" cy="114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5A94765-449C-2855-8139-9D76EF18F60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2451" y="5526839"/>
                  <a:ext cx="195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FDA3F7-2FD3-FB81-AE74-49686F29D0F9}"/>
                    </a:ext>
                  </a:extLst>
                </p14:cNvPr>
                <p14:cNvContentPartPr/>
                <p14:nvPr/>
              </p14:nvContentPartPr>
              <p14:xfrm>
                <a:off x="1124931" y="5588039"/>
                <a:ext cx="112680" cy="2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FDA3F7-2FD3-FB81-AE74-49686F29D0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5931" y="5579399"/>
                  <a:ext cx="130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A3EA92-0892-652A-19D2-8394F724BFB4}"/>
                    </a:ext>
                  </a:extLst>
                </p14:cNvPr>
                <p14:cNvContentPartPr/>
                <p14:nvPr/>
              </p14:nvContentPartPr>
              <p14:xfrm>
                <a:off x="1122771" y="5529359"/>
                <a:ext cx="136800" cy="17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A3EA92-0892-652A-19D2-8394F724BF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771" y="5520359"/>
                  <a:ext cx="154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64F63D-F7D8-6E2B-46E7-3E8F453D438C}"/>
                    </a:ext>
                  </a:extLst>
                </p14:cNvPr>
                <p14:cNvContentPartPr/>
                <p14:nvPr/>
              </p14:nvContentPartPr>
              <p14:xfrm>
                <a:off x="1354971" y="5464199"/>
                <a:ext cx="73080" cy="165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64F63D-F7D8-6E2B-46E7-3E8F453D43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46331" y="5455559"/>
                  <a:ext cx="90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929524-8ADE-A399-CE08-476DDCEC4BA6}"/>
                    </a:ext>
                  </a:extLst>
                </p14:cNvPr>
                <p14:cNvContentPartPr/>
                <p14:nvPr/>
              </p14:nvContentPartPr>
              <p14:xfrm>
                <a:off x="1506891" y="5480039"/>
                <a:ext cx="151920" cy="133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929524-8ADE-A399-CE08-476DDCEC4B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97891" y="5471399"/>
                  <a:ext cx="1695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BEAECA3-C271-EC6A-C5AA-A8B7FD8236F0}"/>
              </a:ext>
            </a:extLst>
          </p:cNvPr>
          <p:cNvGrpSpPr/>
          <p:nvPr/>
        </p:nvGrpSpPr>
        <p:grpSpPr>
          <a:xfrm>
            <a:off x="2073891" y="5387519"/>
            <a:ext cx="302400" cy="239760"/>
            <a:chOff x="2073891" y="5387519"/>
            <a:chExt cx="30240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60EC822-D294-A5C4-EC14-E50190229E67}"/>
                    </a:ext>
                  </a:extLst>
                </p14:cNvPr>
                <p14:cNvContentPartPr/>
                <p14:nvPr/>
              </p14:nvContentPartPr>
              <p14:xfrm>
                <a:off x="2073891" y="5505599"/>
                <a:ext cx="165240" cy="121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60EC822-D294-A5C4-EC14-E50190229E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5251" y="5496959"/>
                  <a:ext cx="182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F97406-00E9-1F7B-AC40-DB1E17A9D1EC}"/>
                    </a:ext>
                  </a:extLst>
                </p14:cNvPr>
                <p14:cNvContentPartPr/>
                <p14:nvPr/>
              </p14:nvContentPartPr>
              <p14:xfrm>
                <a:off x="2277651" y="5387519"/>
                <a:ext cx="61200" cy="209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F97406-00E9-1F7B-AC40-DB1E17A9D1E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68651" y="5378879"/>
                  <a:ext cx="78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07E5FC-A0BA-AF48-D288-2AFA8FB41B19}"/>
                    </a:ext>
                  </a:extLst>
                </p14:cNvPr>
                <p14:cNvContentPartPr/>
                <p14:nvPr/>
              </p14:nvContentPartPr>
              <p14:xfrm>
                <a:off x="2209611" y="5534399"/>
                <a:ext cx="166680" cy="23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07E5FC-A0BA-AF48-D288-2AFA8FB41B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00971" y="5525759"/>
                  <a:ext cx="1843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A10695A-117A-B130-351C-0E397BD4AD67}"/>
              </a:ext>
            </a:extLst>
          </p:cNvPr>
          <p:cNvGrpSpPr/>
          <p:nvPr/>
        </p:nvGrpSpPr>
        <p:grpSpPr>
          <a:xfrm>
            <a:off x="2573211" y="5365919"/>
            <a:ext cx="897120" cy="241920"/>
            <a:chOff x="2573211" y="5365919"/>
            <a:chExt cx="8971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B3E8CFE-8256-821B-7E88-B39A9F5D9F1A}"/>
                    </a:ext>
                  </a:extLst>
                </p14:cNvPr>
                <p14:cNvContentPartPr/>
                <p14:nvPr/>
              </p14:nvContentPartPr>
              <p14:xfrm>
                <a:off x="2573211" y="5481479"/>
                <a:ext cx="174960" cy="103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B3E8CFE-8256-821B-7E88-B39A9F5D9F1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64571" y="5472839"/>
                  <a:ext cx="192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EC60F03-E980-4098-1E33-26F98EF9C910}"/>
                    </a:ext>
                  </a:extLst>
                </p14:cNvPr>
                <p14:cNvContentPartPr/>
                <p14:nvPr/>
              </p14:nvContentPartPr>
              <p14:xfrm>
                <a:off x="2792451" y="5382119"/>
                <a:ext cx="307080" cy="218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EC60F03-E980-4098-1E33-26F98EF9C91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83451" y="5373479"/>
                  <a:ext cx="324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AA8E345-EB4C-3810-CA01-7187E696A68C}"/>
                    </a:ext>
                  </a:extLst>
                </p14:cNvPr>
                <p14:cNvContentPartPr/>
                <p14:nvPr/>
              </p14:nvContentPartPr>
              <p14:xfrm>
                <a:off x="2962011" y="5375639"/>
                <a:ext cx="5400" cy="18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AA8E345-EB4C-3810-CA01-7187E696A68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53371" y="5366639"/>
                  <a:ext cx="2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52CF649-E8D7-9D69-2960-18C2169EE4BD}"/>
                    </a:ext>
                  </a:extLst>
                </p14:cNvPr>
                <p14:cNvContentPartPr/>
                <p14:nvPr/>
              </p14:nvContentPartPr>
              <p14:xfrm>
                <a:off x="3169371" y="5365919"/>
                <a:ext cx="300960" cy="241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52CF649-E8D7-9D69-2960-18C2169EE4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60731" y="5356919"/>
                  <a:ext cx="31860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BE8F514-9A3B-2A1B-0A5B-8FCFF98106E7}"/>
              </a:ext>
            </a:extLst>
          </p:cNvPr>
          <p:cNvGrpSpPr/>
          <p:nvPr/>
        </p:nvGrpSpPr>
        <p:grpSpPr>
          <a:xfrm>
            <a:off x="3668331" y="5360159"/>
            <a:ext cx="678600" cy="219960"/>
            <a:chOff x="3668331" y="5360159"/>
            <a:chExt cx="67860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A301C2B-9B96-77DD-0F35-BF3336D9AB8C}"/>
                    </a:ext>
                  </a:extLst>
                </p14:cNvPr>
                <p14:cNvContentPartPr/>
                <p14:nvPr/>
              </p14:nvContentPartPr>
              <p14:xfrm>
                <a:off x="3668331" y="5365919"/>
                <a:ext cx="255600" cy="214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A301C2B-9B96-77DD-0F35-BF3336D9AB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59691" y="5356919"/>
                  <a:ext cx="273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9D823E1-0E4A-382B-9BC3-5758574B6255}"/>
                    </a:ext>
                  </a:extLst>
                </p14:cNvPr>
                <p14:cNvContentPartPr/>
                <p14:nvPr/>
              </p14:nvContentPartPr>
              <p14:xfrm>
                <a:off x="3843651" y="5360159"/>
                <a:ext cx="17280" cy="32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9D823E1-0E4A-382B-9BC3-5758574B62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34651" y="5351519"/>
                  <a:ext cx="34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FA7EF05-146B-E1F4-CA17-033E99920252}"/>
                    </a:ext>
                  </a:extLst>
                </p14:cNvPr>
                <p14:cNvContentPartPr/>
                <p14:nvPr/>
              </p14:nvContentPartPr>
              <p14:xfrm>
                <a:off x="3975051" y="5440079"/>
                <a:ext cx="371880" cy="118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FA7EF05-146B-E1F4-CA17-033E999202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66051" y="5431079"/>
                  <a:ext cx="3895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76CDBFF-09A9-A0BB-5A82-BCF167052FFD}"/>
              </a:ext>
            </a:extLst>
          </p:cNvPr>
          <p:cNvGrpSpPr/>
          <p:nvPr/>
        </p:nvGrpSpPr>
        <p:grpSpPr>
          <a:xfrm>
            <a:off x="4609371" y="5272679"/>
            <a:ext cx="543600" cy="280440"/>
            <a:chOff x="4609371" y="5272679"/>
            <a:chExt cx="54360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5EE530C-18EA-F56E-E53E-DDE5BAE15C8A}"/>
                    </a:ext>
                  </a:extLst>
                </p14:cNvPr>
                <p14:cNvContentPartPr/>
                <p14:nvPr/>
              </p14:nvContentPartPr>
              <p14:xfrm>
                <a:off x="4609371" y="5272679"/>
                <a:ext cx="86400" cy="273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5EE530C-18EA-F56E-E53E-DDE5BAE15C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00731" y="5263679"/>
                  <a:ext cx="104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6EBD022-2C1E-64C7-5127-5D2C00F61776}"/>
                    </a:ext>
                  </a:extLst>
                </p14:cNvPr>
                <p14:cNvContentPartPr/>
                <p14:nvPr/>
              </p14:nvContentPartPr>
              <p14:xfrm>
                <a:off x="4738251" y="5400119"/>
                <a:ext cx="310680" cy="142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6EBD022-2C1E-64C7-5127-5D2C00F6177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9611" y="5391119"/>
                  <a:ext cx="328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883364-2A67-4C5D-B546-809A65AB57FD}"/>
                    </a:ext>
                  </a:extLst>
                </p14:cNvPr>
                <p14:cNvContentPartPr/>
                <p14:nvPr/>
              </p14:nvContentPartPr>
              <p14:xfrm>
                <a:off x="5066211" y="5401559"/>
                <a:ext cx="86760" cy="151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883364-2A67-4C5D-B546-809A65AB57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57571" y="5392919"/>
                  <a:ext cx="1044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0C7CBDC-23A3-0148-3267-D044DA5EFA33}"/>
              </a:ext>
            </a:extLst>
          </p:cNvPr>
          <p:cNvGrpSpPr/>
          <p:nvPr/>
        </p:nvGrpSpPr>
        <p:grpSpPr>
          <a:xfrm>
            <a:off x="2086131" y="5710799"/>
            <a:ext cx="213840" cy="176040"/>
            <a:chOff x="2086131" y="5710799"/>
            <a:chExt cx="213840" cy="1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94F1E2-6383-DD7B-F069-9F89691D7EBD}"/>
                    </a:ext>
                  </a:extLst>
                </p14:cNvPr>
                <p14:cNvContentPartPr/>
                <p14:nvPr/>
              </p14:nvContentPartPr>
              <p14:xfrm>
                <a:off x="2140851" y="5836799"/>
                <a:ext cx="7560" cy="33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94F1E2-6383-DD7B-F069-9F89691D7EB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31851" y="5827799"/>
                  <a:ext cx="25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257391-5B17-3ACE-0DE0-0D01BC8D2FB1}"/>
                    </a:ext>
                  </a:extLst>
                </p14:cNvPr>
                <p14:cNvContentPartPr/>
                <p14:nvPr/>
              </p14:nvContentPartPr>
              <p14:xfrm>
                <a:off x="2086131" y="5710799"/>
                <a:ext cx="8280" cy="28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257391-5B17-3ACE-0DE0-0D01BC8D2F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77131" y="5701799"/>
                  <a:ext cx="25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219275-8DD1-8AF8-6D7F-88F669229422}"/>
                    </a:ext>
                  </a:extLst>
                </p14:cNvPr>
                <p14:cNvContentPartPr/>
                <p14:nvPr/>
              </p14:nvContentPartPr>
              <p14:xfrm>
                <a:off x="2200971" y="5716199"/>
                <a:ext cx="65520" cy="170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219275-8DD1-8AF8-6D7F-88F6692294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91971" y="5707199"/>
                  <a:ext cx="83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0E6E3F2-1A61-3494-67FF-E963D4C4BD6A}"/>
                    </a:ext>
                  </a:extLst>
                </p14:cNvPr>
                <p14:cNvContentPartPr/>
                <p14:nvPr/>
              </p14:nvContentPartPr>
              <p14:xfrm>
                <a:off x="2180811" y="5830679"/>
                <a:ext cx="119160" cy="11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0E6E3F2-1A61-3494-67FF-E963D4C4BD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71811" y="5822039"/>
                  <a:ext cx="1368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C521B75-F45E-9AD6-B899-39A55F7D2A48}"/>
              </a:ext>
            </a:extLst>
          </p:cNvPr>
          <p:cNvGrpSpPr/>
          <p:nvPr/>
        </p:nvGrpSpPr>
        <p:grpSpPr>
          <a:xfrm>
            <a:off x="2540091" y="5712239"/>
            <a:ext cx="1184400" cy="250560"/>
            <a:chOff x="2540091" y="5712239"/>
            <a:chExt cx="118440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51F5721-74F6-9C9C-8AAD-5DF21C01C31B}"/>
                    </a:ext>
                  </a:extLst>
                </p14:cNvPr>
                <p14:cNvContentPartPr/>
                <p14:nvPr/>
              </p14:nvContentPartPr>
              <p14:xfrm>
                <a:off x="2540091" y="5712599"/>
                <a:ext cx="208440" cy="184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51F5721-74F6-9C9C-8AAD-5DF21C01C31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31451" y="5703599"/>
                  <a:ext cx="22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865E3E9-0F96-948F-5E44-483C41ECD18D}"/>
                    </a:ext>
                  </a:extLst>
                </p14:cNvPr>
                <p14:cNvContentPartPr/>
                <p14:nvPr/>
              </p14:nvContentPartPr>
              <p14:xfrm>
                <a:off x="2774451" y="5825639"/>
                <a:ext cx="110520" cy="60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865E3E9-0F96-948F-5E44-483C41ECD1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65451" y="5816999"/>
                  <a:ext cx="128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C0178ED-994E-93E9-083F-2F6147730ECD}"/>
                    </a:ext>
                  </a:extLst>
                </p14:cNvPr>
                <p14:cNvContentPartPr/>
                <p14:nvPr/>
              </p14:nvContentPartPr>
              <p14:xfrm>
                <a:off x="2990091" y="5824559"/>
                <a:ext cx="32040" cy="138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C0178ED-994E-93E9-083F-2F6147730E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1451" y="5815559"/>
                  <a:ext cx="49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B256B32-CE0D-D765-6FE9-FC8279A1598F}"/>
                    </a:ext>
                  </a:extLst>
                </p14:cNvPr>
                <p14:cNvContentPartPr/>
                <p14:nvPr/>
              </p14:nvContentPartPr>
              <p14:xfrm>
                <a:off x="3095571" y="5799359"/>
                <a:ext cx="62280" cy="155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B256B32-CE0D-D765-6FE9-FC8279A1598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86931" y="5790359"/>
                  <a:ext cx="79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116B13-4873-420B-8941-59611E1E9CF7}"/>
                    </a:ext>
                  </a:extLst>
                </p14:cNvPr>
                <p14:cNvContentPartPr/>
                <p14:nvPr/>
              </p14:nvContentPartPr>
              <p14:xfrm>
                <a:off x="3180171" y="5759039"/>
                <a:ext cx="263520" cy="106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116B13-4873-420B-8941-59611E1E9C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71171" y="5750399"/>
                  <a:ext cx="281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1C130AB-D53B-5C67-5F08-06B9C4461075}"/>
                    </a:ext>
                  </a:extLst>
                </p14:cNvPr>
                <p14:cNvContentPartPr/>
                <p14:nvPr/>
              </p14:nvContentPartPr>
              <p14:xfrm>
                <a:off x="3602811" y="5712239"/>
                <a:ext cx="121680" cy="102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1C130AB-D53B-5C67-5F08-06B9C446107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93811" y="5703599"/>
                  <a:ext cx="139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2E2BA81-7EC6-E8EF-3E36-CBB7D87D0B93}"/>
                    </a:ext>
                  </a:extLst>
                </p14:cNvPr>
                <p14:cNvContentPartPr/>
                <p14:nvPr/>
              </p14:nvContentPartPr>
              <p14:xfrm>
                <a:off x="3723051" y="5918879"/>
                <a:ext cx="360" cy="1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2E2BA81-7EC6-E8EF-3E36-CBB7D87D0B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14411" y="5909879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307C062-7CAE-D882-7855-E598A0126672}"/>
                  </a:ext>
                </a:extLst>
              </p14:cNvPr>
              <p14:cNvContentPartPr/>
              <p14:nvPr/>
            </p14:nvContentPartPr>
            <p14:xfrm>
              <a:off x="10846731" y="3552599"/>
              <a:ext cx="225000" cy="1310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307C062-7CAE-D882-7855-E598A012667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837731" y="3543599"/>
                <a:ext cx="2426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30858AA-3CFE-4837-4329-E7BE06203CF7}"/>
                  </a:ext>
                </a:extLst>
              </p14:cNvPr>
              <p14:cNvContentPartPr/>
              <p14:nvPr/>
            </p14:nvContentPartPr>
            <p14:xfrm>
              <a:off x="6105891" y="3072359"/>
              <a:ext cx="377280" cy="684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30858AA-3CFE-4837-4329-E7BE06203CF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096891" y="3063359"/>
                <a:ext cx="394920" cy="70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76745E0-3D9B-CBC8-2CC0-EF4F2DE0792F}"/>
              </a:ext>
            </a:extLst>
          </p:cNvPr>
          <p:cNvGrpSpPr/>
          <p:nvPr/>
        </p:nvGrpSpPr>
        <p:grpSpPr>
          <a:xfrm>
            <a:off x="5093571" y="2173799"/>
            <a:ext cx="1104480" cy="671040"/>
            <a:chOff x="5093571" y="2173799"/>
            <a:chExt cx="11044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AEC17E1-1F28-9FE1-A599-01130C55A6FE}"/>
                    </a:ext>
                  </a:extLst>
                </p14:cNvPr>
                <p14:cNvContentPartPr/>
                <p14:nvPr/>
              </p14:nvContentPartPr>
              <p14:xfrm>
                <a:off x="5093571" y="2408879"/>
                <a:ext cx="124560" cy="149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AEC17E1-1F28-9FE1-A599-01130C55A6F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84931" y="2400239"/>
                  <a:ext cx="142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CF3EE49-FB34-D03B-AC26-D6557934BD03}"/>
                    </a:ext>
                  </a:extLst>
                </p14:cNvPr>
                <p14:cNvContentPartPr/>
                <p14:nvPr/>
              </p14:nvContentPartPr>
              <p14:xfrm>
                <a:off x="5254851" y="2454599"/>
                <a:ext cx="120960" cy="70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CF3EE49-FB34-D03B-AC26-D6557934BD0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46211" y="2445599"/>
                  <a:ext cx="138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DB496E-1478-2BEE-E2F3-6F2001F695C2}"/>
                    </a:ext>
                  </a:extLst>
                </p14:cNvPr>
                <p14:cNvContentPartPr/>
                <p14:nvPr/>
              </p14:nvContentPartPr>
              <p14:xfrm>
                <a:off x="5415051" y="2441999"/>
                <a:ext cx="185400" cy="44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DB496E-1478-2BEE-E2F3-6F2001F695C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06051" y="2432999"/>
                  <a:ext cx="203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2F275A4-0FE9-F327-FA57-468EAA0B8470}"/>
                    </a:ext>
                  </a:extLst>
                </p14:cNvPr>
                <p14:cNvContentPartPr/>
                <p14:nvPr/>
              </p14:nvContentPartPr>
              <p14:xfrm>
                <a:off x="5650491" y="2364239"/>
                <a:ext cx="74160" cy="164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2F275A4-0FE9-F327-FA57-468EAA0B84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41491" y="2355599"/>
                  <a:ext cx="91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C6AAD0-5D29-7AD8-807D-65029A4E7868}"/>
                    </a:ext>
                  </a:extLst>
                </p14:cNvPr>
                <p14:cNvContentPartPr/>
                <p14:nvPr/>
              </p14:nvContentPartPr>
              <p14:xfrm>
                <a:off x="5726451" y="2173799"/>
                <a:ext cx="218880" cy="279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C6AAD0-5D29-7AD8-807D-65029A4E78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17811" y="2164799"/>
                  <a:ext cx="2365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9638E10-3951-65F2-9E85-0DF14177C150}"/>
                    </a:ext>
                  </a:extLst>
                </p14:cNvPr>
                <p14:cNvContentPartPr/>
                <p14:nvPr/>
              </p14:nvContentPartPr>
              <p14:xfrm>
                <a:off x="5842011" y="2228159"/>
                <a:ext cx="4680" cy="20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9638E10-3951-65F2-9E85-0DF14177C1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33371" y="2219519"/>
                  <a:ext cx="22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789B330-6C6E-F833-E710-97248CDE5B3C}"/>
                    </a:ext>
                  </a:extLst>
                </p14:cNvPr>
                <p14:cNvContentPartPr/>
                <p14:nvPr/>
              </p14:nvContentPartPr>
              <p14:xfrm>
                <a:off x="5957211" y="2297279"/>
                <a:ext cx="114840" cy="69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789B330-6C6E-F833-E710-97248CDE5B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48211" y="2288279"/>
                  <a:ext cx="1324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ADF2A64-F0FA-71A8-A728-2655C6CC48AE}"/>
                    </a:ext>
                  </a:extLst>
                </p14:cNvPr>
                <p14:cNvContentPartPr/>
                <p14:nvPr/>
              </p14:nvContentPartPr>
              <p14:xfrm>
                <a:off x="6098331" y="2272079"/>
                <a:ext cx="99720" cy="247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ADF2A64-F0FA-71A8-A728-2655C6CC48A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89691" y="2263439"/>
                  <a:ext cx="117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A74664E-E3CA-60CF-A03E-AC5D1E44E829}"/>
                    </a:ext>
                  </a:extLst>
                </p14:cNvPr>
                <p14:cNvContentPartPr/>
                <p14:nvPr/>
              </p14:nvContentPartPr>
              <p14:xfrm>
                <a:off x="5321811" y="2638919"/>
                <a:ext cx="201960" cy="205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A74664E-E3CA-60CF-A03E-AC5D1E44E82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13171" y="2630279"/>
                  <a:ext cx="219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65AD56C-A9D5-C7FE-1C74-2FC72141A74C}"/>
                    </a:ext>
                  </a:extLst>
                </p14:cNvPr>
                <p14:cNvContentPartPr/>
                <p14:nvPr/>
              </p14:nvContentPartPr>
              <p14:xfrm>
                <a:off x="5447811" y="2648639"/>
                <a:ext cx="14400" cy="25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65AD56C-A9D5-C7FE-1C74-2FC72141A7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39171" y="2639639"/>
                  <a:ext cx="32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45A0F0A-2DDC-4469-1131-3A1B1391CCF9}"/>
                    </a:ext>
                  </a:extLst>
                </p14:cNvPr>
                <p14:cNvContentPartPr/>
                <p14:nvPr/>
              </p14:nvContentPartPr>
              <p14:xfrm>
                <a:off x="5584611" y="2662679"/>
                <a:ext cx="414000" cy="146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45A0F0A-2DDC-4469-1131-3A1B1391CCF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75971" y="2653679"/>
                  <a:ext cx="4316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B9854D-3676-BED1-8084-D62639EF9957}"/>
              </a:ext>
            </a:extLst>
          </p:cNvPr>
          <p:cNvGrpSpPr/>
          <p:nvPr/>
        </p:nvGrpSpPr>
        <p:grpSpPr>
          <a:xfrm>
            <a:off x="2014851" y="6258359"/>
            <a:ext cx="446400" cy="300960"/>
            <a:chOff x="2014851" y="6258359"/>
            <a:chExt cx="44640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9CBB5C7-30E4-290A-3A97-45D89FDC20F6}"/>
                    </a:ext>
                  </a:extLst>
                </p14:cNvPr>
                <p14:cNvContentPartPr/>
                <p14:nvPr/>
              </p14:nvContentPartPr>
              <p14:xfrm>
                <a:off x="2047251" y="6258359"/>
                <a:ext cx="99000" cy="300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9CBB5C7-30E4-290A-3A97-45D89FDC20F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38251" y="6249719"/>
                  <a:ext cx="116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433E12A-0630-AA31-F396-E32E4C995687}"/>
                    </a:ext>
                  </a:extLst>
                </p14:cNvPr>
                <p14:cNvContentPartPr/>
                <p14:nvPr/>
              </p14:nvContentPartPr>
              <p14:xfrm>
                <a:off x="2014851" y="6476879"/>
                <a:ext cx="159120" cy="6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433E12A-0630-AA31-F396-E32E4C99568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05851" y="6468239"/>
                  <a:ext cx="176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0D43B0C-2467-64D4-52A0-D6F1553A9232}"/>
                    </a:ext>
                  </a:extLst>
                </p14:cNvPr>
                <p14:cNvContentPartPr/>
                <p14:nvPr/>
              </p14:nvContentPartPr>
              <p14:xfrm>
                <a:off x="2236971" y="6409559"/>
                <a:ext cx="91440" cy="100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0D43B0C-2467-64D4-52A0-D6F1553A923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28331" y="6400919"/>
                  <a:ext cx="109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124297B-F03C-BFF2-5FB7-9A19FA4AFB5D}"/>
                    </a:ext>
                  </a:extLst>
                </p14:cNvPr>
                <p14:cNvContentPartPr/>
                <p14:nvPr/>
              </p14:nvContentPartPr>
              <p14:xfrm>
                <a:off x="2398251" y="6379679"/>
                <a:ext cx="63000" cy="109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124297B-F03C-BFF2-5FB7-9A19FA4AFB5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89611" y="6371039"/>
                  <a:ext cx="806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4A19F4B-55C2-EFF4-32A5-BAA8AB117F0E}"/>
              </a:ext>
            </a:extLst>
          </p:cNvPr>
          <p:cNvGrpSpPr/>
          <p:nvPr/>
        </p:nvGrpSpPr>
        <p:grpSpPr>
          <a:xfrm>
            <a:off x="2792451" y="6374279"/>
            <a:ext cx="658800" cy="257400"/>
            <a:chOff x="2792451" y="6374279"/>
            <a:chExt cx="65880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DD242EF-A7EB-C56A-DEB2-A2D849D4D8B7}"/>
                    </a:ext>
                  </a:extLst>
                </p14:cNvPr>
                <p14:cNvContentPartPr/>
                <p14:nvPr/>
              </p14:nvContentPartPr>
              <p14:xfrm>
                <a:off x="2792451" y="6382919"/>
                <a:ext cx="154080" cy="103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DD242EF-A7EB-C56A-DEB2-A2D849D4D8B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83811" y="6374279"/>
                  <a:ext cx="171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6AC8524-1349-185E-C797-83F4B458CE9D}"/>
                    </a:ext>
                  </a:extLst>
                </p14:cNvPr>
                <p14:cNvContentPartPr/>
                <p14:nvPr/>
              </p14:nvContentPartPr>
              <p14:xfrm>
                <a:off x="2989371" y="6407399"/>
                <a:ext cx="209160" cy="61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6AC8524-1349-185E-C797-83F4B458CE9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80731" y="6398399"/>
                  <a:ext cx="226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6CBCF27-1F53-21BC-9813-5A7A0D1D4D37}"/>
                    </a:ext>
                  </a:extLst>
                </p14:cNvPr>
                <p14:cNvContentPartPr/>
                <p14:nvPr/>
              </p14:nvContentPartPr>
              <p14:xfrm>
                <a:off x="3268731" y="6374279"/>
                <a:ext cx="182520" cy="2574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6CBCF27-1F53-21BC-9813-5A7A0D1D4D3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59731" y="6365279"/>
                  <a:ext cx="200160" cy="27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674C3C4-A941-4BCA-72F2-810105C1D04E}"/>
                  </a:ext>
                </a:extLst>
              </p14:cNvPr>
              <p14:cNvContentPartPr/>
              <p14:nvPr/>
            </p14:nvContentPartPr>
            <p14:xfrm>
              <a:off x="3757611" y="6364199"/>
              <a:ext cx="172080" cy="918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674C3C4-A941-4BCA-72F2-810105C1D04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748611" y="6355559"/>
                <a:ext cx="18972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8C1E47B-4355-E2C0-6C27-3B8751EED8E9}"/>
              </a:ext>
            </a:extLst>
          </p:cNvPr>
          <p:cNvGrpSpPr/>
          <p:nvPr/>
        </p:nvGrpSpPr>
        <p:grpSpPr>
          <a:xfrm>
            <a:off x="4532331" y="6198959"/>
            <a:ext cx="565560" cy="357480"/>
            <a:chOff x="4532331" y="6198959"/>
            <a:chExt cx="5655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AEA3597-25B4-8C1E-FCE5-F0DFA45DBD05}"/>
                    </a:ext>
                  </a:extLst>
                </p14:cNvPr>
                <p14:cNvContentPartPr/>
                <p14:nvPr/>
              </p14:nvContentPartPr>
              <p14:xfrm>
                <a:off x="4553211" y="6198959"/>
                <a:ext cx="151920" cy="280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AEA3597-25B4-8C1E-FCE5-F0DFA45DBD0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44211" y="6189959"/>
                  <a:ext cx="1695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87FC152-8AEC-3191-1349-6A2BCD678FD8}"/>
                    </a:ext>
                  </a:extLst>
                </p14:cNvPr>
                <p14:cNvContentPartPr/>
                <p14:nvPr/>
              </p14:nvContentPartPr>
              <p14:xfrm>
                <a:off x="4532331" y="6350879"/>
                <a:ext cx="100080" cy="17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87FC152-8AEC-3191-1349-6A2BCD678FD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23691" y="6341879"/>
                  <a:ext cx="117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5F577F0-ACD2-EF38-A65D-6B1C2E40AAF6}"/>
                    </a:ext>
                  </a:extLst>
                </p14:cNvPr>
                <p14:cNvContentPartPr/>
                <p14:nvPr/>
              </p14:nvContentPartPr>
              <p14:xfrm>
                <a:off x="4751931" y="6492719"/>
                <a:ext cx="122400" cy="63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5F577F0-ACD2-EF38-A65D-6B1C2E40AA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42931" y="6483719"/>
                  <a:ext cx="14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8674E29-1279-1265-5679-4D5F5BBDDD65}"/>
                    </a:ext>
                  </a:extLst>
                </p14:cNvPr>
                <p14:cNvContentPartPr/>
                <p14:nvPr/>
              </p14:nvContentPartPr>
              <p14:xfrm>
                <a:off x="4978731" y="6394439"/>
                <a:ext cx="119160" cy="24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8674E29-1279-1265-5679-4D5F5BBDDD6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69731" y="6385439"/>
                  <a:ext cx="136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F1B0319-A910-E610-A0EB-F7732148965E}"/>
                    </a:ext>
                  </a:extLst>
                </p14:cNvPr>
                <p14:cNvContentPartPr/>
                <p14:nvPr/>
              </p14:nvContentPartPr>
              <p14:xfrm>
                <a:off x="4961811" y="6340079"/>
                <a:ext cx="125280" cy="22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F1B0319-A910-E610-A0EB-F7732148965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52811" y="6331439"/>
                  <a:ext cx="14292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DAB2E0D-AC0F-CB26-DB90-B56F97C5A5E4}"/>
              </a:ext>
            </a:extLst>
          </p:cNvPr>
          <p:cNvGrpSpPr/>
          <p:nvPr/>
        </p:nvGrpSpPr>
        <p:grpSpPr>
          <a:xfrm>
            <a:off x="5317131" y="6236039"/>
            <a:ext cx="492120" cy="346320"/>
            <a:chOff x="5317131" y="6236039"/>
            <a:chExt cx="49212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4A8C875-77A6-B387-94C6-EFC935443D37}"/>
                    </a:ext>
                  </a:extLst>
                </p14:cNvPr>
                <p14:cNvContentPartPr/>
                <p14:nvPr/>
              </p14:nvContentPartPr>
              <p14:xfrm>
                <a:off x="5317131" y="6356999"/>
                <a:ext cx="183960" cy="115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4A8C875-77A6-B387-94C6-EFC935443D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08491" y="6348359"/>
                  <a:ext cx="201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880C998-F6B9-6C02-8D5B-FB836D9EF6A1}"/>
                    </a:ext>
                  </a:extLst>
                </p14:cNvPr>
                <p14:cNvContentPartPr/>
                <p14:nvPr/>
              </p14:nvContentPartPr>
              <p14:xfrm>
                <a:off x="5601891" y="6303359"/>
                <a:ext cx="54360" cy="172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880C998-F6B9-6C02-8D5B-FB836D9EF6A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93251" y="6294359"/>
                  <a:ext cx="72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E2049D3-7CBB-AD03-1F72-9EC489A22F4E}"/>
                    </a:ext>
                  </a:extLst>
                </p14:cNvPr>
                <p14:cNvContentPartPr/>
                <p14:nvPr/>
              </p14:nvContentPartPr>
              <p14:xfrm>
                <a:off x="5437011" y="6236039"/>
                <a:ext cx="297000" cy="22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E2049D3-7CBB-AD03-1F72-9EC489A22F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28011" y="6227039"/>
                  <a:ext cx="31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5F47362-C975-8FE5-0801-D8CAB46E6D88}"/>
                    </a:ext>
                  </a:extLst>
                </p14:cNvPr>
                <p14:cNvContentPartPr/>
                <p14:nvPr/>
              </p14:nvContentPartPr>
              <p14:xfrm>
                <a:off x="5705211" y="6444839"/>
                <a:ext cx="104040" cy="137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5F47362-C975-8FE5-0801-D8CAB46E6D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96571" y="6436199"/>
                  <a:ext cx="1216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C2065DF-F6A0-7843-4173-31F8B701755C}"/>
              </a:ext>
            </a:extLst>
          </p:cNvPr>
          <p:cNvGrpSpPr/>
          <p:nvPr/>
        </p:nvGrpSpPr>
        <p:grpSpPr>
          <a:xfrm>
            <a:off x="6218571" y="3833399"/>
            <a:ext cx="1277640" cy="644760"/>
            <a:chOff x="6218571" y="3833399"/>
            <a:chExt cx="1277640" cy="64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2D8E2E-91B3-FD6A-D8D0-5E8AAA9F4C83}"/>
                    </a:ext>
                  </a:extLst>
                </p14:cNvPr>
                <p14:cNvContentPartPr/>
                <p14:nvPr/>
              </p14:nvContentPartPr>
              <p14:xfrm>
                <a:off x="6218571" y="3835919"/>
                <a:ext cx="558360" cy="116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2D8E2E-91B3-FD6A-D8D0-5E8AAA9F4C8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09931" y="3827279"/>
                  <a:ext cx="576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279251-4AEA-FDF6-A9A0-A295D5F985F4}"/>
                    </a:ext>
                  </a:extLst>
                </p14:cNvPr>
                <p14:cNvContentPartPr/>
                <p14:nvPr/>
              </p14:nvContentPartPr>
              <p14:xfrm>
                <a:off x="6648411" y="3833399"/>
                <a:ext cx="177480" cy="157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279251-4AEA-FDF6-A9A0-A295D5F985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39411" y="3824399"/>
                  <a:ext cx="195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FAE0B49-3E3F-1240-8539-45F6C9EBA814}"/>
                    </a:ext>
                  </a:extLst>
                </p14:cNvPr>
                <p14:cNvContentPartPr/>
                <p14:nvPr/>
              </p14:nvContentPartPr>
              <p14:xfrm>
                <a:off x="6411531" y="4100879"/>
                <a:ext cx="77040" cy="165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FAE0B49-3E3F-1240-8539-45F6C9EBA8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02891" y="4092239"/>
                  <a:ext cx="94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3D340C-5A3C-ABA0-DDA2-6750A7FA84B6}"/>
                    </a:ext>
                  </a:extLst>
                </p14:cNvPr>
                <p14:cNvContentPartPr/>
                <p14:nvPr/>
              </p14:nvContentPartPr>
              <p14:xfrm>
                <a:off x="6265731" y="4095119"/>
                <a:ext cx="250200" cy="19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3D340C-5A3C-ABA0-DDA2-6750A7FA84B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57091" y="4086479"/>
                  <a:ext cx="267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22CE9D1-691A-CF7A-5904-5B7E8D6C75C5}"/>
                    </a:ext>
                  </a:extLst>
                </p14:cNvPr>
                <p14:cNvContentPartPr/>
                <p14:nvPr/>
              </p14:nvContentPartPr>
              <p14:xfrm>
                <a:off x="6526731" y="4212839"/>
                <a:ext cx="111240" cy="119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22CE9D1-691A-CF7A-5904-5B7E8D6C75C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18091" y="4203839"/>
                  <a:ext cx="128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D160060-28F2-76F3-275A-DFD26C991D0C}"/>
                    </a:ext>
                  </a:extLst>
                </p14:cNvPr>
                <p14:cNvContentPartPr/>
                <p14:nvPr/>
              </p14:nvContentPartPr>
              <p14:xfrm>
                <a:off x="6934971" y="4244519"/>
                <a:ext cx="85320" cy="154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D160060-28F2-76F3-275A-DFD26C991D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25971" y="4235519"/>
                  <a:ext cx="102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B00C37-AA87-637D-3C6B-FD51447BBCA4}"/>
                    </a:ext>
                  </a:extLst>
                </p14:cNvPr>
                <p14:cNvContentPartPr/>
                <p14:nvPr/>
              </p14:nvContentPartPr>
              <p14:xfrm>
                <a:off x="6931371" y="4173959"/>
                <a:ext cx="71640" cy="9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B00C37-AA87-637D-3C6B-FD51447BBCA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22731" y="4165319"/>
                  <a:ext cx="89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199FEB2-984D-1217-8842-2D87A143C1DE}"/>
                    </a:ext>
                  </a:extLst>
                </p14:cNvPr>
                <p14:cNvContentPartPr/>
                <p14:nvPr/>
              </p14:nvContentPartPr>
              <p14:xfrm>
                <a:off x="7257891" y="3958679"/>
                <a:ext cx="36000" cy="103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199FEB2-984D-1217-8842-2D87A143C1D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48891" y="3949679"/>
                  <a:ext cx="53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6DED8BA-5997-825F-8474-6EA3E0206981}"/>
                    </a:ext>
                  </a:extLst>
                </p14:cNvPr>
                <p14:cNvContentPartPr/>
                <p14:nvPr/>
              </p14:nvContentPartPr>
              <p14:xfrm>
                <a:off x="7180131" y="4144439"/>
                <a:ext cx="250200" cy="13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6DED8BA-5997-825F-8474-6EA3E02069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71131" y="4135439"/>
                  <a:ext cx="267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0E6478B-B145-C1B7-DBE1-3986E854F468}"/>
                    </a:ext>
                  </a:extLst>
                </p14:cNvPr>
                <p14:cNvContentPartPr/>
                <p14:nvPr/>
              </p14:nvContentPartPr>
              <p14:xfrm>
                <a:off x="7254291" y="4199879"/>
                <a:ext cx="99360" cy="278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0E6478B-B145-C1B7-DBE1-3986E854F46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45291" y="4190879"/>
                  <a:ext cx="117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52A7C70-71E8-FFDC-4BB9-3FDD7F5F052A}"/>
                    </a:ext>
                  </a:extLst>
                </p14:cNvPr>
                <p14:cNvContentPartPr/>
                <p14:nvPr/>
              </p14:nvContentPartPr>
              <p14:xfrm>
                <a:off x="7247811" y="4369079"/>
                <a:ext cx="117000" cy="16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52A7C70-71E8-FFDC-4BB9-3FDD7F5F052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39171" y="4360439"/>
                  <a:ext cx="13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EBB83A8-AA80-67FD-F03F-54D6D3E17B87}"/>
                    </a:ext>
                  </a:extLst>
                </p14:cNvPr>
                <p14:cNvContentPartPr/>
                <p14:nvPr/>
              </p14:nvContentPartPr>
              <p14:xfrm>
                <a:off x="7395771" y="4371599"/>
                <a:ext cx="100440" cy="102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EBB83A8-AA80-67FD-F03F-54D6D3E17B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86771" y="4362959"/>
                  <a:ext cx="11808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4562DBA-F52E-B5D8-943B-F688B2B5DF3B}"/>
              </a:ext>
            </a:extLst>
          </p:cNvPr>
          <p:cNvGrpSpPr/>
          <p:nvPr/>
        </p:nvGrpSpPr>
        <p:grpSpPr>
          <a:xfrm>
            <a:off x="9629931" y="1814879"/>
            <a:ext cx="193320" cy="343440"/>
            <a:chOff x="9629931" y="1814879"/>
            <a:chExt cx="1933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52927B4-4DA1-D13E-DDB1-A515598BEA1E}"/>
                    </a:ext>
                  </a:extLst>
                </p14:cNvPr>
                <p14:cNvContentPartPr/>
                <p14:nvPr/>
              </p14:nvContentPartPr>
              <p14:xfrm>
                <a:off x="9629931" y="1814879"/>
                <a:ext cx="105480" cy="343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52927B4-4DA1-D13E-DDB1-A515598BEA1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20931" y="1806239"/>
                  <a:ext cx="1231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0B2368F-BFFF-2BFA-F2CC-0B320DB7CDEF}"/>
                    </a:ext>
                  </a:extLst>
                </p14:cNvPr>
                <p14:cNvContentPartPr/>
                <p14:nvPr/>
              </p14:nvContentPartPr>
              <p14:xfrm>
                <a:off x="9631371" y="2009999"/>
                <a:ext cx="54720" cy="10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0B2368F-BFFF-2BFA-F2CC-0B320DB7CDE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22731" y="2000999"/>
                  <a:ext cx="72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D0E82-C649-4E20-2B08-9739F3DEE462}"/>
                    </a:ext>
                  </a:extLst>
                </p14:cNvPr>
                <p14:cNvContentPartPr/>
                <p14:nvPr/>
              </p14:nvContentPartPr>
              <p14:xfrm>
                <a:off x="9750171" y="2017919"/>
                <a:ext cx="73080" cy="91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D0E82-C649-4E20-2B08-9739F3DEE46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41171" y="2008919"/>
                  <a:ext cx="907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26A5203-8236-EDB5-2E8F-BAE1BF3657F7}"/>
              </a:ext>
            </a:extLst>
          </p:cNvPr>
          <p:cNvGrpSpPr/>
          <p:nvPr/>
        </p:nvGrpSpPr>
        <p:grpSpPr>
          <a:xfrm>
            <a:off x="10196931" y="1736399"/>
            <a:ext cx="1086840" cy="654120"/>
            <a:chOff x="10196931" y="1736399"/>
            <a:chExt cx="1086840" cy="65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8A9C510-B8D2-3275-284A-7BDC8757601E}"/>
                    </a:ext>
                  </a:extLst>
                </p14:cNvPr>
                <p14:cNvContentPartPr/>
                <p14:nvPr/>
              </p14:nvContentPartPr>
              <p14:xfrm>
                <a:off x="10196931" y="1893359"/>
                <a:ext cx="120240" cy="133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8A9C510-B8D2-3275-284A-7BDC875760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188291" y="1884719"/>
                  <a:ext cx="137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AE250E7-0A8C-C1D8-CDE2-38B2B9C417F0}"/>
                    </a:ext>
                  </a:extLst>
                </p14:cNvPr>
                <p14:cNvContentPartPr/>
                <p14:nvPr/>
              </p14:nvContentPartPr>
              <p14:xfrm>
                <a:off x="10343811" y="1931519"/>
                <a:ext cx="148320" cy="76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AE250E7-0A8C-C1D8-CDE2-38B2B9C417F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35171" y="1922519"/>
                  <a:ext cx="165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528E5E5-F0E2-73E9-4FA9-79055E5B96D5}"/>
                    </a:ext>
                  </a:extLst>
                </p14:cNvPr>
                <p14:cNvContentPartPr/>
                <p14:nvPr/>
              </p14:nvContentPartPr>
              <p14:xfrm>
                <a:off x="10529211" y="1954559"/>
                <a:ext cx="183600" cy="64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528E5E5-F0E2-73E9-4FA9-79055E5B96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20211" y="1945559"/>
                  <a:ext cx="201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A88C579-3ACA-281F-0008-00FA67ECBDAC}"/>
                    </a:ext>
                  </a:extLst>
                </p14:cNvPr>
                <p14:cNvContentPartPr/>
                <p14:nvPr/>
              </p14:nvContentPartPr>
              <p14:xfrm>
                <a:off x="10741971" y="1912799"/>
                <a:ext cx="62280" cy="192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A88C579-3ACA-281F-0008-00FA67ECBDA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733331" y="1903799"/>
                  <a:ext cx="79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D9845AE-77AE-3E3C-B82C-304A5B44FBC9}"/>
                    </a:ext>
                  </a:extLst>
                </p14:cNvPr>
                <p14:cNvContentPartPr/>
                <p14:nvPr/>
              </p14:nvContentPartPr>
              <p14:xfrm>
                <a:off x="10840611" y="1736399"/>
                <a:ext cx="141120" cy="269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D9845AE-77AE-3E3C-B82C-304A5B44FB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31971" y="1727399"/>
                  <a:ext cx="158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DB93908-1CE9-CB84-884E-96E97D448F70}"/>
                    </a:ext>
                  </a:extLst>
                </p14:cNvPr>
                <p14:cNvContentPartPr/>
                <p14:nvPr/>
              </p14:nvContentPartPr>
              <p14:xfrm>
                <a:off x="10956171" y="1812359"/>
                <a:ext cx="3600" cy="9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DB93908-1CE9-CB84-884E-96E97D448F7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47531" y="1803359"/>
                  <a:ext cx="21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C2F5586-9038-A61B-A174-9DB057039CED}"/>
                    </a:ext>
                  </a:extLst>
                </p14:cNvPr>
                <p14:cNvContentPartPr/>
                <p14:nvPr/>
              </p14:nvContentPartPr>
              <p14:xfrm>
                <a:off x="11054811" y="1941239"/>
                <a:ext cx="147960" cy="78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C2F5586-9038-A61B-A174-9DB057039CE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45811" y="1932239"/>
                  <a:ext cx="165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863633A-4658-6FF1-64E0-E2661D550B0F}"/>
                    </a:ext>
                  </a:extLst>
                </p14:cNvPr>
                <p14:cNvContentPartPr/>
                <p14:nvPr/>
              </p14:nvContentPartPr>
              <p14:xfrm>
                <a:off x="11224371" y="1936559"/>
                <a:ext cx="59400" cy="24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63633A-4658-6FF1-64E0-E2661D550B0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15371" y="1927919"/>
                  <a:ext cx="77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5BFBF38-AE97-BAB6-4CFD-061580083172}"/>
                    </a:ext>
                  </a:extLst>
                </p14:cNvPr>
                <p14:cNvContentPartPr/>
                <p14:nvPr/>
              </p14:nvContentPartPr>
              <p14:xfrm>
                <a:off x="10241211" y="2261639"/>
                <a:ext cx="36000" cy="102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5BFBF38-AE97-BAB6-4CFD-06158008317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232211" y="2252639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1B6E4AD-5C38-66E2-F7CF-5E13D10236A7}"/>
                    </a:ext>
                  </a:extLst>
                </p14:cNvPr>
                <p14:cNvContentPartPr/>
                <p14:nvPr/>
              </p14:nvContentPartPr>
              <p14:xfrm>
                <a:off x="10371171" y="2326799"/>
                <a:ext cx="111960" cy="60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1B6E4AD-5C38-66E2-F7CF-5E13D10236A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62531" y="2318159"/>
                  <a:ext cx="129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B525EC-8015-6670-9244-7BD1A18ABFC3}"/>
                    </a:ext>
                  </a:extLst>
                </p14:cNvPr>
                <p14:cNvContentPartPr/>
                <p14:nvPr/>
              </p14:nvContentPartPr>
              <p14:xfrm>
                <a:off x="10468731" y="2151839"/>
                <a:ext cx="295920" cy="238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B525EC-8015-6670-9244-7BD1A18ABFC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60091" y="2142839"/>
                  <a:ext cx="31356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DE5F955-44D0-5636-FAEF-32CC54542002}"/>
                  </a:ext>
                </a:extLst>
              </p14:cNvPr>
              <p14:cNvContentPartPr/>
              <p14:nvPr/>
            </p14:nvContentPartPr>
            <p14:xfrm>
              <a:off x="6466251" y="6121919"/>
              <a:ext cx="153720" cy="1195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DE5F955-44D0-5636-FAEF-32CC5454200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457611" y="6112919"/>
                <a:ext cx="171360" cy="13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48A2999-2E4A-05D1-7B70-AA86DA6F2668}"/>
              </a:ext>
            </a:extLst>
          </p:cNvPr>
          <p:cNvGrpSpPr/>
          <p:nvPr/>
        </p:nvGrpSpPr>
        <p:grpSpPr>
          <a:xfrm>
            <a:off x="6143691" y="6356639"/>
            <a:ext cx="605520" cy="353880"/>
            <a:chOff x="6143691" y="6356639"/>
            <a:chExt cx="60552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FF5FBEF-65B2-B6DA-B049-4B217B8219CF}"/>
                    </a:ext>
                  </a:extLst>
                </p14:cNvPr>
                <p14:cNvContentPartPr/>
                <p14:nvPr/>
              </p14:nvContentPartPr>
              <p14:xfrm>
                <a:off x="6171411" y="6430079"/>
                <a:ext cx="88560" cy="14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FF5FBEF-65B2-B6DA-B049-4B217B8219C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162411" y="6421439"/>
                  <a:ext cx="106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4DC644B-D967-1A71-EAD9-A052C4BB8063}"/>
                    </a:ext>
                  </a:extLst>
                </p14:cNvPr>
                <p14:cNvContentPartPr/>
                <p14:nvPr/>
              </p14:nvContentPartPr>
              <p14:xfrm>
                <a:off x="6143691" y="6356639"/>
                <a:ext cx="87480" cy="6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4DC644B-D967-1A71-EAD9-A052C4BB80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35051" y="6347639"/>
                  <a:ext cx="105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927AA28-E935-FD06-EA48-F932CD3F9C07}"/>
                    </a:ext>
                  </a:extLst>
                </p14:cNvPr>
                <p14:cNvContentPartPr/>
                <p14:nvPr/>
              </p14:nvContentPartPr>
              <p14:xfrm>
                <a:off x="6427371" y="6367799"/>
                <a:ext cx="321840" cy="45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927AA28-E935-FD06-EA48-F932CD3F9C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18371" y="6359159"/>
                  <a:ext cx="33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ED3A9C0-5470-D119-58C2-50201F8D97B4}"/>
                    </a:ext>
                  </a:extLst>
                </p14:cNvPr>
                <p14:cNvContentPartPr/>
                <p14:nvPr/>
              </p14:nvContentPartPr>
              <p14:xfrm>
                <a:off x="6525291" y="6449879"/>
                <a:ext cx="83880" cy="260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ED3A9C0-5470-D119-58C2-50201F8D97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16291" y="6440879"/>
                  <a:ext cx="101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A6ED84F-DFD5-002A-BCA5-938BF9D0488C}"/>
                    </a:ext>
                  </a:extLst>
                </p14:cNvPr>
                <p14:cNvContentPartPr/>
                <p14:nvPr/>
              </p14:nvContentPartPr>
              <p14:xfrm>
                <a:off x="6466971" y="6581279"/>
                <a:ext cx="120240" cy="11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A6ED84F-DFD5-002A-BCA5-938BF9D0488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57971" y="6572639"/>
                  <a:ext cx="137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6443706-0C12-ABD7-AB7D-642D5DFB5608}"/>
                    </a:ext>
                  </a:extLst>
                </p14:cNvPr>
                <p14:cNvContentPartPr/>
                <p14:nvPr/>
              </p14:nvContentPartPr>
              <p14:xfrm>
                <a:off x="6651651" y="6604679"/>
                <a:ext cx="61200" cy="104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6443706-0C12-ABD7-AB7D-642D5DFB560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43011" y="6595679"/>
                  <a:ext cx="7884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5375AA2-9723-9E55-DFC7-259DD849A397}"/>
                  </a:ext>
                </a:extLst>
              </p14:cNvPr>
              <p14:cNvContentPartPr/>
              <p14:nvPr/>
            </p14:nvContentPartPr>
            <p14:xfrm>
              <a:off x="8848011" y="5486159"/>
              <a:ext cx="171000" cy="2574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5375AA2-9723-9E55-DFC7-259DD849A39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39371" y="5477519"/>
                <a:ext cx="18864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9DAE05-E31A-71C3-E64E-1B3DA6AC6B94}"/>
              </a:ext>
            </a:extLst>
          </p:cNvPr>
          <p:cNvGrpSpPr/>
          <p:nvPr/>
        </p:nvGrpSpPr>
        <p:grpSpPr>
          <a:xfrm>
            <a:off x="8831811" y="6312359"/>
            <a:ext cx="765720" cy="163800"/>
            <a:chOff x="8831811" y="6312359"/>
            <a:chExt cx="76572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7B17178-ECA8-421D-5061-5D9DFFCC777F}"/>
                    </a:ext>
                  </a:extLst>
                </p14:cNvPr>
                <p14:cNvContentPartPr/>
                <p14:nvPr/>
              </p14:nvContentPartPr>
              <p14:xfrm>
                <a:off x="8831811" y="6324959"/>
                <a:ext cx="127440" cy="55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7B17178-ECA8-421D-5061-5D9DFFCC77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22811" y="6315959"/>
                  <a:ext cx="145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D454A77-838A-2704-7049-FA327B1913F2}"/>
                    </a:ext>
                  </a:extLst>
                </p14:cNvPr>
                <p14:cNvContentPartPr/>
                <p14:nvPr/>
              </p14:nvContentPartPr>
              <p14:xfrm>
                <a:off x="8925411" y="6318479"/>
                <a:ext cx="16200" cy="149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D454A77-838A-2704-7049-FA327B1913F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16411" y="6309839"/>
                  <a:ext cx="33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340978B-FDDC-CE24-2528-F743FAC4F6FC}"/>
                    </a:ext>
                  </a:extLst>
                </p14:cNvPr>
                <p14:cNvContentPartPr/>
                <p14:nvPr/>
              </p14:nvContentPartPr>
              <p14:xfrm>
                <a:off x="9001011" y="6312359"/>
                <a:ext cx="61920" cy="561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340978B-FDDC-CE24-2528-F743FAC4F6F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92371" y="6303719"/>
                  <a:ext cx="79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493F550-0E57-8107-542C-E1B072A97D86}"/>
                    </a:ext>
                  </a:extLst>
                </p14:cNvPr>
                <p14:cNvContentPartPr/>
                <p14:nvPr/>
              </p14:nvContentPartPr>
              <p14:xfrm>
                <a:off x="9024411" y="6378599"/>
                <a:ext cx="71280" cy="97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493F550-0E57-8107-542C-E1B072A97D8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15411" y="6369959"/>
                  <a:ext cx="88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7DB213F-2D0C-FA76-C4CC-CA1CD7F277D5}"/>
                    </a:ext>
                  </a:extLst>
                </p14:cNvPr>
                <p14:cNvContentPartPr/>
                <p14:nvPr/>
              </p14:nvContentPartPr>
              <p14:xfrm>
                <a:off x="9183891" y="6356279"/>
                <a:ext cx="70920" cy="68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7DB213F-2D0C-FA76-C4CC-CA1CD7F277D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75251" y="6347639"/>
                  <a:ext cx="88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EF15EF4-FC60-22D7-6191-12C259D0DB95}"/>
                    </a:ext>
                  </a:extLst>
                </p14:cNvPr>
                <p14:cNvContentPartPr/>
                <p14:nvPr/>
              </p14:nvContentPartPr>
              <p14:xfrm>
                <a:off x="9346971" y="6349439"/>
                <a:ext cx="71640" cy="79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EF15EF4-FC60-22D7-6191-12C259D0DB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38331" y="6340439"/>
                  <a:ext cx="89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E30177-4E18-6033-83AC-023A071FE110}"/>
                    </a:ext>
                  </a:extLst>
                </p14:cNvPr>
                <p14:cNvContentPartPr/>
                <p14:nvPr/>
              </p14:nvContentPartPr>
              <p14:xfrm>
                <a:off x="9499251" y="6336479"/>
                <a:ext cx="98280" cy="92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E30177-4E18-6033-83AC-023A071FE11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90611" y="6327839"/>
                  <a:ext cx="1159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B72EB6A-FD3A-31DA-B1E7-E9AA00ECF08A}"/>
              </a:ext>
            </a:extLst>
          </p:cNvPr>
          <p:cNvGrpSpPr/>
          <p:nvPr/>
        </p:nvGrpSpPr>
        <p:grpSpPr>
          <a:xfrm>
            <a:off x="8748291" y="5928599"/>
            <a:ext cx="1069560" cy="278640"/>
            <a:chOff x="8748291" y="5928599"/>
            <a:chExt cx="106956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AA6AADF-6071-4415-6D23-DE8D1C424D59}"/>
                    </a:ext>
                  </a:extLst>
                </p14:cNvPr>
                <p14:cNvContentPartPr/>
                <p14:nvPr/>
              </p14:nvContentPartPr>
              <p14:xfrm>
                <a:off x="8842971" y="5928599"/>
                <a:ext cx="171360" cy="133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AA6AADF-6071-4415-6D23-DE8D1C424D5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33971" y="5919959"/>
                  <a:ext cx="189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A058687-A5F3-0B37-A1E8-BB83BC8BACF4}"/>
                    </a:ext>
                  </a:extLst>
                </p14:cNvPr>
                <p14:cNvContentPartPr/>
                <p14:nvPr/>
              </p14:nvContentPartPr>
              <p14:xfrm>
                <a:off x="9018291" y="5929679"/>
                <a:ext cx="140760" cy="67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A058687-A5F3-0B37-A1E8-BB83BC8BACF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09651" y="5921039"/>
                  <a:ext cx="15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0CA9A05-0462-745C-1CF0-C1B4461BF8D3}"/>
                    </a:ext>
                  </a:extLst>
                </p14:cNvPr>
                <p14:cNvContentPartPr/>
                <p14:nvPr/>
              </p14:nvContentPartPr>
              <p14:xfrm>
                <a:off x="9127371" y="5946239"/>
                <a:ext cx="11160" cy="110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0CA9A05-0462-745C-1CF0-C1B4461BF8D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118731" y="5937239"/>
                  <a:ext cx="28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B98A79B-2BD5-BE94-1137-5C1179B45BDC}"/>
                    </a:ext>
                  </a:extLst>
                </p14:cNvPr>
                <p14:cNvContentPartPr/>
                <p14:nvPr/>
              </p14:nvContentPartPr>
              <p14:xfrm>
                <a:off x="9222411" y="5961719"/>
                <a:ext cx="68400" cy="78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B98A79B-2BD5-BE94-1137-5C1179B45BD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13771" y="5953079"/>
                  <a:ext cx="86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39A216-C56A-D92F-5C0D-9F4C92312DBF}"/>
                    </a:ext>
                  </a:extLst>
                </p14:cNvPr>
                <p14:cNvContentPartPr/>
                <p14:nvPr/>
              </p14:nvContentPartPr>
              <p14:xfrm>
                <a:off x="9412491" y="5941919"/>
                <a:ext cx="60120" cy="70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39A216-C56A-D92F-5C0D-9F4C92312DB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03851" y="5933279"/>
                  <a:ext cx="77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5A636E8-3A57-7E37-BC16-928325E59D53}"/>
                    </a:ext>
                  </a:extLst>
                </p14:cNvPr>
                <p14:cNvContentPartPr/>
                <p14:nvPr/>
              </p14:nvContentPartPr>
              <p14:xfrm>
                <a:off x="8748291" y="6137039"/>
                <a:ext cx="746280" cy="70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5A636E8-3A57-7E37-BC16-928325E59D5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39651" y="6128039"/>
                  <a:ext cx="763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8C257A8-75B6-9561-C58A-8D38FBE9CCD5}"/>
                    </a:ext>
                  </a:extLst>
                </p14:cNvPr>
                <p14:cNvContentPartPr/>
                <p14:nvPr/>
              </p14:nvContentPartPr>
              <p14:xfrm>
                <a:off x="9713811" y="6187079"/>
                <a:ext cx="104040" cy="6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8C257A8-75B6-9561-C58A-8D38FBE9CC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704811" y="6178079"/>
                  <a:ext cx="121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A559CA0-A243-D7CE-D6B6-D5C82DE1EC1E}"/>
                    </a:ext>
                  </a:extLst>
                </p14:cNvPr>
                <p14:cNvContentPartPr/>
                <p14:nvPr/>
              </p14:nvContentPartPr>
              <p14:xfrm>
                <a:off x="9702651" y="6115079"/>
                <a:ext cx="104040" cy="176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A559CA0-A243-D7CE-D6B6-D5C82DE1EC1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94011" y="6106439"/>
                  <a:ext cx="1216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6010F2E1-F158-2A1F-A4B5-EC2B883CF862}"/>
                  </a:ext>
                </a:extLst>
              </p14:cNvPr>
              <p14:cNvContentPartPr/>
              <p14:nvPr/>
            </p14:nvContentPartPr>
            <p14:xfrm>
              <a:off x="10348491" y="5898359"/>
              <a:ext cx="28080" cy="96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6010F2E1-F158-2A1F-A4B5-EC2B883CF86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339491" y="5889359"/>
                <a:ext cx="457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9B123180-52FD-5DE9-E0D1-F312745C6D77}"/>
                  </a:ext>
                </a:extLst>
              </p14:cNvPr>
              <p14:cNvContentPartPr/>
              <p14:nvPr/>
            </p14:nvContentPartPr>
            <p14:xfrm>
              <a:off x="10234011" y="6115799"/>
              <a:ext cx="295560" cy="162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9B123180-52FD-5DE9-E0D1-F312745C6D7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225011" y="6106799"/>
                <a:ext cx="31320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4F8B472-671E-F0B9-5B01-534BFA67803E}"/>
              </a:ext>
            </a:extLst>
          </p:cNvPr>
          <p:cNvGrpSpPr/>
          <p:nvPr/>
        </p:nvGrpSpPr>
        <p:grpSpPr>
          <a:xfrm>
            <a:off x="10167771" y="6258359"/>
            <a:ext cx="280080" cy="132840"/>
            <a:chOff x="10167771" y="6258359"/>
            <a:chExt cx="28008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6D313D9-5B2F-ECF2-6E7C-13062E282A2A}"/>
                    </a:ext>
                  </a:extLst>
                </p14:cNvPr>
                <p14:cNvContentPartPr/>
                <p14:nvPr/>
              </p14:nvContentPartPr>
              <p14:xfrm>
                <a:off x="10167771" y="6258359"/>
                <a:ext cx="125640" cy="132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6D313D9-5B2F-ECF2-6E7C-13062E282A2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58771" y="6249359"/>
                  <a:ext cx="14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056A463-A98B-2731-C6F9-D07256302198}"/>
                    </a:ext>
                  </a:extLst>
                </p14:cNvPr>
                <p14:cNvContentPartPr/>
                <p14:nvPr/>
              </p14:nvContentPartPr>
              <p14:xfrm>
                <a:off x="10347771" y="6291479"/>
                <a:ext cx="100080" cy="72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056A463-A98B-2731-C6F9-D0725630219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39131" y="6282839"/>
                  <a:ext cx="1177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C68CC190-D447-16D1-0549-70BB34620647}"/>
              </a:ext>
            </a:extLst>
          </p:cNvPr>
          <p:cNvGrpSpPr/>
          <p:nvPr/>
        </p:nvGrpSpPr>
        <p:grpSpPr>
          <a:xfrm>
            <a:off x="10790211" y="6041999"/>
            <a:ext cx="702720" cy="213480"/>
            <a:chOff x="10790211" y="6041999"/>
            <a:chExt cx="70272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04AD3F1-0E7F-57E0-FC80-3D5FB1B811EB}"/>
                    </a:ext>
                  </a:extLst>
                </p14:cNvPr>
                <p14:cNvContentPartPr/>
                <p14:nvPr/>
              </p14:nvContentPartPr>
              <p14:xfrm>
                <a:off x="10790211" y="6179159"/>
                <a:ext cx="78480" cy="14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04AD3F1-0E7F-57E0-FC80-3D5FB1B811E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781571" y="6170159"/>
                  <a:ext cx="96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71AC101-C934-8CD0-DFEC-A51BD6F21C74}"/>
                    </a:ext>
                  </a:extLst>
                </p14:cNvPr>
                <p14:cNvContentPartPr/>
                <p14:nvPr/>
              </p14:nvContentPartPr>
              <p14:xfrm>
                <a:off x="10803531" y="6127319"/>
                <a:ext cx="81720" cy="11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71AC101-C934-8CD0-DFEC-A51BD6F21C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794531" y="6118679"/>
                  <a:ext cx="99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FDBA58-F9AA-0BDB-E5E9-A63B57C61E51}"/>
                    </a:ext>
                  </a:extLst>
                </p14:cNvPr>
                <p14:cNvContentPartPr/>
                <p14:nvPr/>
              </p14:nvContentPartPr>
              <p14:xfrm>
                <a:off x="11021691" y="6117599"/>
                <a:ext cx="105120" cy="101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FDBA58-F9AA-0BDB-E5E9-A63B57C61E5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12691" y="6108959"/>
                  <a:ext cx="122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37E83DB-3276-CFF0-7810-308EAE342E95}"/>
                    </a:ext>
                  </a:extLst>
                </p14:cNvPr>
                <p14:cNvContentPartPr/>
                <p14:nvPr/>
              </p14:nvContentPartPr>
              <p14:xfrm>
                <a:off x="11190531" y="6252959"/>
                <a:ext cx="1440" cy="2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37E83DB-3276-CFF0-7810-308EAE342E9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81891" y="6243959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8785EA0-DA03-234F-8E5F-B00FE2AFBEC7}"/>
                    </a:ext>
                  </a:extLst>
                </p14:cNvPr>
                <p14:cNvContentPartPr/>
                <p14:nvPr/>
              </p14:nvContentPartPr>
              <p14:xfrm>
                <a:off x="11229051" y="6093839"/>
                <a:ext cx="116640" cy="105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8785EA0-DA03-234F-8E5F-B00FE2AFBEC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220411" y="6085199"/>
                  <a:ext cx="134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F591A13-40E6-4F96-E7CF-59A33FD904CE}"/>
                    </a:ext>
                  </a:extLst>
                </p14:cNvPr>
                <p14:cNvContentPartPr/>
                <p14:nvPr/>
              </p14:nvContentPartPr>
              <p14:xfrm>
                <a:off x="11378451" y="6107519"/>
                <a:ext cx="86400" cy="117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F591A13-40E6-4F96-E7CF-59A33FD904C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369451" y="6098879"/>
                  <a:ext cx="104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564131E-14D1-299B-AA83-573B2D66C34B}"/>
                    </a:ext>
                  </a:extLst>
                </p14:cNvPr>
                <p14:cNvContentPartPr/>
                <p14:nvPr/>
              </p14:nvContentPartPr>
              <p14:xfrm>
                <a:off x="11394291" y="6041999"/>
                <a:ext cx="98640" cy="46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564131E-14D1-299B-AA83-573B2D66C34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85291" y="6032999"/>
                  <a:ext cx="116280" cy="64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sample δ[n] is a coordinate basis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It isolates one sample at one index.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329184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7492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492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9620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4591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3161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3877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8848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418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134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3105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1675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239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736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593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06648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01619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0189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9536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9536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δ[n−1]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1664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6635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5205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2592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089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0946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70178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65149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53719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14435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009406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7976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058692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53663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42233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069080"/>
            <a:ext cx="5760720" cy="77724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132320" y="39776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296912" y="4087368"/>
            <a:ext cx="3831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296912" y="4361688"/>
            <a:ext cx="3831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sequence is a weighted sum of shifted impulses—the discrete-time analog of expanding a vector in basis vectors.</a:t>
            </a:r>
            <a:endParaRPr lang="en-US" sz="13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B26135-BDFC-B776-EAAF-6291EA48E682}"/>
              </a:ext>
            </a:extLst>
          </p:cNvPr>
          <p:cNvGrpSpPr/>
          <p:nvPr/>
        </p:nvGrpSpPr>
        <p:grpSpPr>
          <a:xfrm>
            <a:off x="841971" y="5033279"/>
            <a:ext cx="654120" cy="273240"/>
            <a:chOff x="841971" y="5033279"/>
            <a:chExt cx="65412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272B9A-F37F-D512-5B78-BEF4C7FEC767}"/>
                    </a:ext>
                  </a:extLst>
                </p14:cNvPr>
                <p14:cNvContentPartPr/>
                <p14:nvPr/>
              </p14:nvContentPartPr>
              <p14:xfrm>
                <a:off x="841971" y="5077199"/>
                <a:ext cx="158760" cy="174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272B9A-F37F-D512-5B78-BEF4C7FEC76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971" y="5068559"/>
                  <a:ext cx="176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5D2A69-8AC3-DF75-0080-0029D9CC7D9B}"/>
                    </a:ext>
                  </a:extLst>
                </p14:cNvPr>
                <p14:cNvContentPartPr/>
                <p14:nvPr/>
              </p14:nvContentPartPr>
              <p14:xfrm>
                <a:off x="1060491" y="5033279"/>
                <a:ext cx="86760" cy="232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5D2A69-8AC3-DF75-0080-0029D9CC7D9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1851" y="5024639"/>
                  <a:ext cx="104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4F1A33-520E-1E6B-CDBB-C68CEAE58BCF}"/>
                    </a:ext>
                  </a:extLst>
                </p14:cNvPr>
                <p14:cNvContentPartPr/>
                <p14:nvPr/>
              </p14:nvContentPartPr>
              <p14:xfrm>
                <a:off x="1181451" y="5163239"/>
                <a:ext cx="129960" cy="67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4F1A33-520E-1E6B-CDBB-C68CEAE58B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2811" y="5154239"/>
                  <a:ext cx="147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1EEA54-B076-BE2E-8D27-3E400445D161}"/>
                    </a:ext>
                  </a:extLst>
                </p14:cNvPr>
                <p14:cNvContentPartPr/>
                <p14:nvPr/>
              </p14:nvContentPartPr>
              <p14:xfrm>
                <a:off x="1385211" y="5046959"/>
                <a:ext cx="110880" cy="259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1EEA54-B076-BE2E-8D27-3E400445D1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6211" y="5037959"/>
                  <a:ext cx="128520" cy="27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8948F8B-EF9F-F25C-FDD2-49FF8A8FCF91}"/>
                  </a:ext>
                </a:extLst>
              </p14:cNvPr>
              <p14:cNvContentPartPr/>
              <p14:nvPr/>
            </p14:nvContentPartPr>
            <p14:xfrm>
              <a:off x="1834491" y="5189159"/>
              <a:ext cx="300600" cy="62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8948F8B-EF9F-F25C-FDD2-49FF8A8FCF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25851" y="5180519"/>
                <a:ext cx="3182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A0AAF80-E9CB-FB6D-63CB-42680B0CFB0B}"/>
                  </a:ext>
                </a:extLst>
              </p14:cNvPr>
              <p14:cNvContentPartPr/>
              <p14:nvPr/>
            </p14:nvContentPartPr>
            <p14:xfrm>
              <a:off x="2201691" y="5010599"/>
              <a:ext cx="83160" cy="245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A0AAF80-E9CB-FB6D-63CB-42680B0CFB0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3051" y="5001599"/>
                <a:ext cx="1008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BEF8582-1032-D6E5-AD22-CA8D30510A2E}"/>
                  </a:ext>
                </a:extLst>
              </p14:cNvPr>
              <p14:cNvContentPartPr/>
              <p14:nvPr/>
            </p14:nvContentPartPr>
            <p14:xfrm>
              <a:off x="2577531" y="5026439"/>
              <a:ext cx="170280" cy="242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BEF8582-1032-D6E5-AD22-CA8D30510A2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68531" y="5017799"/>
                <a:ext cx="1879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676FD36-2565-4F0A-3AC4-B7D5DEEC6FAA}"/>
                  </a:ext>
                </a:extLst>
              </p14:cNvPr>
              <p14:cNvContentPartPr/>
              <p14:nvPr/>
            </p14:nvContentPartPr>
            <p14:xfrm>
              <a:off x="2791011" y="5036159"/>
              <a:ext cx="126720" cy="237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676FD36-2565-4F0A-3AC4-B7D5DEEC6FA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82371" y="5027159"/>
                <a:ext cx="1443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DA54BE8-DD71-8BA7-DC62-5F134EB8BE3F}"/>
                  </a:ext>
                </a:extLst>
              </p14:cNvPr>
              <p14:cNvContentPartPr/>
              <p14:nvPr/>
            </p14:nvContentPartPr>
            <p14:xfrm>
              <a:off x="2935731" y="5185199"/>
              <a:ext cx="137880" cy="756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DA54BE8-DD71-8BA7-DC62-5F134EB8BE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26731" y="5176199"/>
                <a:ext cx="1555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7D5D795-8B0E-EAB5-671E-E570192B4F47}"/>
                  </a:ext>
                </a:extLst>
              </p14:cNvPr>
              <p14:cNvContentPartPr/>
              <p14:nvPr/>
            </p14:nvContentPartPr>
            <p14:xfrm>
              <a:off x="3120771" y="5204639"/>
              <a:ext cx="88200" cy="16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7D5D795-8B0E-EAB5-671E-E570192B4F4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11771" y="5195639"/>
                <a:ext cx="10584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21C77D06-4A1B-7364-49D5-4A2DA2D65FBA}"/>
              </a:ext>
            </a:extLst>
          </p:cNvPr>
          <p:cNvGrpSpPr/>
          <p:nvPr/>
        </p:nvGrpSpPr>
        <p:grpSpPr>
          <a:xfrm>
            <a:off x="3284931" y="5009879"/>
            <a:ext cx="318240" cy="299160"/>
            <a:chOff x="3284931" y="5009879"/>
            <a:chExt cx="31824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5261CB-6965-0ED8-F53F-BCDC3D7D32C9}"/>
                    </a:ext>
                  </a:extLst>
                </p14:cNvPr>
                <p14:cNvContentPartPr/>
                <p14:nvPr/>
              </p14:nvContentPartPr>
              <p14:xfrm>
                <a:off x="3284931" y="5119319"/>
                <a:ext cx="30960" cy="95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25261CB-6965-0ED8-F53F-BCDC3D7D32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76291" y="5110679"/>
                  <a:ext cx="48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2F8A7D-1CCF-FEB9-3526-FCA6D93B9480}"/>
                    </a:ext>
                  </a:extLst>
                </p14:cNvPr>
                <p14:cNvContentPartPr/>
                <p14:nvPr/>
              </p14:nvContentPartPr>
              <p14:xfrm>
                <a:off x="3323451" y="5009879"/>
                <a:ext cx="143280" cy="241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2F8A7D-1CCF-FEB9-3526-FCA6D93B94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14451" y="5000879"/>
                  <a:ext cx="160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08B1699-A063-9761-1156-55E2E58DBCE7}"/>
                    </a:ext>
                  </a:extLst>
                </p14:cNvPr>
                <p14:cNvContentPartPr/>
                <p14:nvPr/>
              </p14:nvContentPartPr>
              <p14:xfrm>
                <a:off x="3573651" y="5250719"/>
                <a:ext cx="29520" cy="58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08B1699-A063-9761-1156-55E2E58DBC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65011" y="5242079"/>
                  <a:ext cx="471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3E2DEC5-EF31-3DD3-8ABC-87DBC4A6C8B6}"/>
              </a:ext>
            </a:extLst>
          </p:cNvPr>
          <p:cNvGrpSpPr/>
          <p:nvPr/>
        </p:nvGrpSpPr>
        <p:grpSpPr>
          <a:xfrm>
            <a:off x="3844371" y="4982159"/>
            <a:ext cx="1577160" cy="340200"/>
            <a:chOff x="3844371" y="4982159"/>
            <a:chExt cx="157716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B341B3B-2B99-5D19-383B-004B85FACD93}"/>
                    </a:ext>
                  </a:extLst>
                </p14:cNvPr>
                <p14:cNvContentPartPr/>
                <p14:nvPr/>
              </p14:nvContentPartPr>
              <p14:xfrm>
                <a:off x="3844371" y="5024999"/>
                <a:ext cx="109080" cy="204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B341B3B-2B99-5D19-383B-004B85FACD9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35731" y="5015999"/>
                  <a:ext cx="126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156767-F28D-3D9E-80F0-F7B0D5E674E7}"/>
                    </a:ext>
                  </a:extLst>
                </p14:cNvPr>
                <p14:cNvContentPartPr/>
                <p14:nvPr/>
              </p14:nvContentPartPr>
              <p14:xfrm>
                <a:off x="3982611" y="4989359"/>
                <a:ext cx="168480" cy="257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156767-F28D-3D9E-80F0-F7B0D5E674E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73611" y="4980359"/>
                  <a:ext cx="186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87D170-A3F9-EC1B-68E0-57604519E1B3}"/>
                    </a:ext>
                  </a:extLst>
                </p14:cNvPr>
                <p14:cNvContentPartPr/>
                <p14:nvPr/>
              </p14:nvContentPartPr>
              <p14:xfrm>
                <a:off x="4150371" y="5130479"/>
                <a:ext cx="144720" cy="81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87D170-A3F9-EC1B-68E0-57604519E1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41371" y="5121479"/>
                  <a:ext cx="162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37BEC0C-1E56-AC1C-A774-E2DDA5D1278C}"/>
                    </a:ext>
                  </a:extLst>
                </p14:cNvPr>
                <p14:cNvContentPartPr/>
                <p14:nvPr/>
              </p14:nvContentPartPr>
              <p14:xfrm>
                <a:off x="4314531" y="5135159"/>
                <a:ext cx="153720" cy="23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37BEC0C-1E56-AC1C-A774-E2DDA5D1278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05531" y="5126159"/>
                  <a:ext cx="171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BF6249-2EED-CA2A-5C4D-B86C04B52BF0}"/>
                    </a:ext>
                  </a:extLst>
                </p14:cNvPr>
                <p14:cNvContentPartPr/>
                <p14:nvPr/>
              </p14:nvContentPartPr>
              <p14:xfrm>
                <a:off x="4478691" y="5064239"/>
                <a:ext cx="183960" cy="117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BF6249-2EED-CA2A-5C4D-B86C04B52B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70051" y="5055239"/>
                  <a:ext cx="201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8E8E1C-5CF3-2FE1-6393-4A3BE64F6D7A}"/>
                    </a:ext>
                  </a:extLst>
                </p14:cNvPr>
                <p14:cNvContentPartPr/>
                <p14:nvPr/>
              </p14:nvContentPartPr>
              <p14:xfrm>
                <a:off x="4615491" y="4982159"/>
                <a:ext cx="126000" cy="281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8E8E1C-5CF3-2FE1-6393-4A3BE64F6D7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06851" y="4973519"/>
                  <a:ext cx="143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44CF2F5-FA70-C8E5-F60E-6747190B0481}"/>
                    </a:ext>
                  </a:extLst>
                </p14:cNvPr>
                <p14:cNvContentPartPr/>
                <p14:nvPr/>
              </p14:nvContentPartPr>
              <p14:xfrm>
                <a:off x="4864971" y="5228759"/>
                <a:ext cx="63000" cy="93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44CF2F5-FA70-C8E5-F60E-6747190B04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56331" y="5220119"/>
                  <a:ext cx="806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E93EED4-79D6-4FC7-3990-70169D73F469}"/>
                    </a:ext>
                  </a:extLst>
                </p14:cNvPr>
                <p14:cNvContentPartPr/>
                <p14:nvPr/>
              </p14:nvContentPartPr>
              <p14:xfrm>
                <a:off x="5031651" y="5191679"/>
                <a:ext cx="23040" cy="4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E93EED4-79D6-4FC7-3990-70169D73F46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23011" y="5183039"/>
                  <a:ext cx="40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43B5AB-EBA6-1B07-DDB7-DA0D9F1B895C}"/>
                    </a:ext>
                  </a:extLst>
                </p14:cNvPr>
                <p14:cNvContentPartPr/>
                <p14:nvPr/>
              </p14:nvContentPartPr>
              <p14:xfrm>
                <a:off x="5163051" y="5185199"/>
                <a:ext cx="258480" cy="14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43B5AB-EBA6-1B07-DDB7-DA0D9F1B895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54411" y="5176199"/>
                  <a:ext cx="2761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803A2A2-9DDF-1F8D-2F1B-B57BBC54F5C7}"/>
              </a:ext>
            </a:extLst>
          </p:cNvPr>
          <p:cNvGrpSpPr/>
          <p:nvPr/>
        </p:nvGrpSpPr>
        <p:grpSpPr>
          <a:xfrm>
            <a:off x="5722491" y="5014199"/>
            <a:ext cx="420480" cy="133560"/>
            <a:chOff x="5722491" y="5014199"/>
            <a:chExt cx="420480" cy="1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65DE16-593A-BD6D-4E22-C6E68DC2E439}"/>
                    </a:ext>
                  </a:extLst>
                </p14:cNvPr>
                <p14:cNvContentPartPr/>
                <p14:nvPr/>
              </p14:nvContentPartPr>
              <p14:xfrm>
                <a:off x="5722491" y="5042639"/>
                <a:ext cx="150120" cy="105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65DE16-593A-BD6D-4E22-C6E68DC2E4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13491" y="5033639"/>
                  <a:ext cx="167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73099D6-549B-4FA0-49BB-2ABFBFBFB30F}"/>
                    </a:ext>
                  </a:extLst>
                </p14:cNvPr>
                <p14:cNvContentPartPr/>
                <p14:nvPr/>
              </p14:nvContentPartPr>
              <p14:xfrm>
                <a:off x="5893851" y="5014199"/>
                <a:ext cx="249120" cy="115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73099D6-549B-4FA0-49BB-2ABFBFBFB3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85211" y="5005199"/>
                  <a:ext cx="26676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95CCF9-5BBC-370F-3A23-BBD55CC99594}"/>
              </a:ext>
            </a:extLst>
          </p:cNvPr>
          <p:cNvGrpSpPr/>
          <p:nvPr/>
        </p:nvGrpSpPr>
        <p:grpSpPr>
          <a:xfrm>
            <a:off x="5525571" y="5228759"/>
            <a:ext cx="1559160" cy="291240"/>
            <a:chOff x="5525571" y="5228759"/>
            <a:chExt cx="155916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2DA2FF-0AC9-40DB-9B2A-0A1A11CFFD84}"/>
                    </a:ext>
                  </a:extLst>
                </p14:cNvPr>
                <p14:cNvContentPartPr/>
                <p14:nvPr/>
              </p14:nvContentPartPr>
              <p14:xfrm>
                <a:off x="5525571" y="5327399"/>
                <a:ext cx="109800" cy="159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2DA2FF-0AC9-40DB-9B2A-0A1A11CFFD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16571" y="5318759"/>
                  <a:ext cx="127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E1F327-6AE3-14EF-B6C0-72983952D429}"/>
                    </a:ext>
                  </a:extLst>
                </p14:cNvPr>
                <p14:cNvContentPartPr/>
                <p14:nvPr/>
              </p14:nvContentPartPr>
              <p14:xfrm>
                <a:off x="5678571" y="5428559"/>
                <a:ext cx="92880" cy="50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E1F327-6AE3-14EF-B6C0-72983952D42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69931" y="5419559"/>
                  <a:ext cx="110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A835947-C823-F6A0-DD00-84F77005F23E}"/>
                    </a:ext>
                  </a:extLst>
                </p14:cNvPr>
                <p14:cNvContentPartPr/>
                <p14:nvPr/>
              </p14:nvContentPartPr>
              <p14:xfrm>
                <a:off x="5812131" y="5380319"/>
                <a:ext cx="51120" cy="107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A835947-C823-F6A0-DD00-84F77005F2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03131" y="5371679"/>
                  <a:ext cx="68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3177BE-5ACC-BB3D-A4D0-78FC676DB6D1}"/>
                    </a:ext>
                  </a:extLst>
                </p14:cNvPr>
                <p14:cNvContentPartPr/>
                <p14:nvPr/>
              </p14:nvContentPartPr>
              <p14:xfrm>
                <a:off x="5935251" y="5420639"/>
                <a:ext cx="13320" cy="46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3177BE-5ACC-BB3D-A4D0-78FC676DB6D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26251" y="5411639"/>
                  <a:ext cx="30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CA3917-3997-9708-913E-CA2C9BE25EA3}"/>
                    </a:ext>
                  </a:extLst>
                </p14:cNvPr>
                <p14:cNvContentPartPr/>
                <p14:nvPr/>
              </p14:nvContentPartPr>
              <p14:xfrm>
                <a:off x="5918691" y="5310839"/>
                <a:ext cx="12960" cy="45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CA3917-3997-9708-913E-CA2C9BE25E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10051" y="5302199"/>
                  <a:ext cx="30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EE40648-6D6F-54F1-D8E8-2807BC42F57F}"/>
                    </a:ext>
                  </a:extLst>
                </p14:cNvPr>
                <p14:cNvContentPartPr/>
                <p14:nvPr/>
              </p14:nvContentPartPr>
              <p14:xfrm>
                <a:off x="6047931" y="5382119"/>
                <a:ext cx="41040" cy="137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EE40648-6D6F-54F1-D8E8-2807BC42F57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38931" y="5373479"/>
                  <a:ext cx="58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E2D09B7-D746-6181-7026-34C4766EC4C8}"/>
                    </a:ext>
                  </a:extLst>
                </p14:cNvPr>
                <p14:cNvContentPartPr/>
                <p14:nvPr/>
              </p14:nvContentPartPr>
              <p14:xfrm>
                <a:off x="6236211" y="5366279"/>
                <a:ext cx="120960" cy="127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E2D09B7-D746-6181-7026-34C4766EC4C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27571" y="5357639"/>
                  <a:ext cx="138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3DC424-25E1-137A-925F-19C78D0D1B82}"/>
                    </a:ext>
                  </a:extLst>
                </p14:cNvPr>
                <p14:cNvContentPartPr/>
                <p14:nvPr/>
              </p14:nvContentPartPr>
              <p14:xfrm>
                <a:off x="6388131" y="5372759"/>
                <a:ext cx="139680" cy="114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3DC424-25E1-137A-925F-19C78D0D1B8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79131" y="5363759"/>
                  <a:ext cx="157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AB28774-FDFE-836F-A5CC-912607A0D075}"/>
                    </a:ext>
                  </a:extLst>
                </p14:cNvPr>
                <p14:cNvContentPartPr/>
                <p14:nvPr/>
              </p14:nvContentPartPr>
              <p14:xfrm>
                <a:off x="6547251" y="5382119"/>
                <a:ext cx="95040" cy="98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AB28774-FDFE-836F-A5CC-912607A0D07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38611" y="5373479"/>
                  <a:ext cx="112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A10A267-B1FA-907F-305A-0C376C477A60}"/>
                    </a:ext>
                  </a:extLst>
                </p14:cNvPr>
                <p14:cNvContentPartPr/>
                <p14:nvPr/>
              </p14:nvContentPartPr>
              <p14:xfrm>
                <a:off x="6635811" y="5228759"/>
                <a:ext cx="58320" cy="210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A10A267-B1FA-907F-305A-0C376C477A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26811" y="5220119"/>
                  <a:ext cx="75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7C3DF26-7F6C-652B-C342-CDB35CA873B0}"/>
                    </a:ext>
                  </a:extLst>
                </p14:cNvPr>
                <p14:cNvContentPartPr/>
                <p14:nvPr/>
              </p14:nvContentPartPr>
              <p14:xfrm>
                <a:off x="6602691" y="5348279"/>
                <a:ext cx="143280" cy="28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7C3DF26-7F6C-652B-C342-CDB35CA873B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93691" y="5339279"/>
                  <a:ext cx="160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050D82F-07D2-96D6-7005-F8EF7B335279}"/>
                    </a:ext>
                  </a:extLst>
                </p14:cNvPr>
                <p14:cNvContentPartPr/>
                <p14:nvPr/>
              </p14:nvContentPartPr>
              <p14:xfrm>
                <a:off x="6774411" y="5356199"/>
                <a:ext cx="97560" cy="92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050D82F-07D2-96D6-7005-F8EF7B3352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65771" y="5347559"/>
                  <a:ext cx="115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7D4A9F7-DAFA-82E6-44E7-1EAEE683BC5E}"/>
                    </a:ext>
                  </a:extLst>
                </p14:cNvPr>
                <p14:cNvContentPartPr/>
                <p14:nvPr/>
              </p14:nvContentPartPr>
              <p14:xfrm>
                <a:off x="6913731" y="5329199"/>
                <a:ext cx="43200" cy="141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7D4A9F7-DAFA-82E6-44E7-1EAEE683BC5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04731" y="5320199"/>
                  <a:ext cx="608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898259A-8603-46A6-9DE3-87A15A826D98}"/>
                    </a:ext>
                  </a:extLst>
                </p14:cNvPr>
                <p14:cNvContentPartPr/>
                <p14:nvPr/>
              </p14:nvContentPartPr>
              <p14:xfrm>
                <a:off x="7012731" y="5343599"/>
                <a:ext cx="72000" cy="144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898259A-8603-46A6-9DE3-87A15A826D9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03731" y="5334599"/>
                  <a:ext cx="896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2BDB5F5-D800-3ED6-FB2D-7D079CA8BAF5}"/>
              </a:ext>
            </a:extLst>
          </p:cNvPr>
          <p:cNvGrpSpPr/>
          <p:nvPr/>
        </p:nvGrpSpPr>
        <p:grpSpPr>
          <a:xfrm>
            <a:off x="919731" y="5580479"/>
            <a:ext cx="1433160" cy="873000"/>
            <a:chOff x="919731" y="5580479"/>
            <a:chExt cx="1433160" cy="87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13CEC0D-4F17-A375-E138-FA2AFFC14CC1}"/>
                    </a:ext>
                  </a:extLst>
                </p14:cNvPr>
                <p14:cNvContentPartPr/>
                <p14:nvPr/>
              </p14:nvContentPartPr>
              <p14:xfrm>
                <a:off x="919731" y="5954879"/>
                <a:ext cx="141840" cy="102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13CEC0D-4F17-A375-E138-FA2AFFC14CC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11091" y="5945879"/>
                  <a:ext cx="159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9F34584-5263-38A0-D3EC-710C03325A84}"/>
                    </a:ext>
                  </a:extLst>
                </p14:cNvPr>
                <p14:cNvContentPartPr/>
                <p14:nvPr/>
              </p14:nvContentPartPr>
              <p14:xfrm>
                <a:off x="952491" y="5956319"/>
                <a:ext cx="77040" cy="110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9F34584-5263-38A0-D3EC-710C03325A8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3491" y="5947679"/>
                  <a:ext cx="94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F55938-2385-90C9-65F4-138129579625}"/>
                    </a:ext>
                  </a:extLst>
                </p14:cNvPr>
                <p14:cNvContentPartPr/>
                <p14:nvPr/>
              </p14:nvContentPartPr>
              <p14:xfrm>
                <a:off x="974451" y="6126959"/>
                <a:ext cx="101520" cy="15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F55938-2385-90C9-65F4-13812957962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5811" y="6117959"/>
                  <a:ext cx="119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239C819-DD9E-9DA9-4C18-B767C3C1610C}"/>
                    </a:ext>
                  </a:extLst>
                </p14:cNvPr>
                <p14:cNvContentPartPr/>
                <p14:nvPr/>
              </p14:nvContentPartPr>
              <p14:xfrm>
                <a:off x="1243371" y="6028319"/>
                <a:ext cx="74520" cy="11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239C819-DD9E-9DA9-4C18-B767C3C1610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34371" y="6019319"/>
                  <a:ext cx="92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680CE3D-3458-E7FF-5312-68E7F895D9CA}"/>
                    </a:ext>
                  </a:extLst>
                </p14:cNvPr>
                <p14:cNvContentPartPr/>
                <p14:nvPr/>
              </p14:nvContentPartPr>
              <p14:xfrm>
                <a:off x="1244451" y="5978999"/>
                <a:ext cx="59040" cy="18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680CE3D-3458-E7FF-5312-68E7F895D9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35451" y="5970359"/>
                  <a:ext cx="7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1D0A5B-F4E2-4E43-AF8F-4DD24F3A42BB}"/>
                    </a:ext>
                  </a:extLst>
                </p14:cNvPr>
                <p14:cNvContentPartPr/>
                <p14:nvPr/>
              </p14:nvContentPartPr>
              <p14:xfrm>
                <a:off x="1461531" y="5948759"/>
                <a:ext cx="172800" cy="142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1D0A5B-F4E2-4E43-AF8F-4DD24F3A42B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52891" y="5940119"/>
                  <a:ext cx="190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0136F6-39CE-3A26-39A1-04D463ABE5EF}"/>
                    </a:ext>
                  </a:extLst>
                </p14:cNvPr>
                <p14:cNvContentPartPr/>
                <p14:nvPr/>
              </p14:nvContentPartPr>
              <p14:xfrm>
                <a:off x="1501131" y="5957399"/>
                <a:ext cx="70560" cy="99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0136F6-39CE-3A26-39A1-04D463ABE5E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92131" y="5948759"/>
                  <a:ext cx="8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9CF07D-6AF4-53CA-C6CE-D81413510F12}"/>
                    </a:ext>
                  </a:extLst>
                </p14:cNvPr>
                <p14:cNvContentPartPr/>
                <p14:nvPr/>
              </p14:nvContentPartPr>
              <p14:xfrm>
                <a:off x="1681491" y="6065759"/>
                <a:ext cx="88560" cy="79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9CF07D-6AF4-53CA-C6CE-D81413510F1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72851" y="6056759"/>
                  <a:ext cx="106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1841095-AF85-8A3C-69A7-3A93CD586699}"/>
                    </a:ext>
                  </a:extLst>
                </p14:cNvPr>
                <p14:cNvContentPartPr/>
                <p14:nvPr/>
              </p14:nvContentPartPr>
              <p14:xfrm>
                <a:off x="2031051" y="5649239"/>
                <a:ext cx="36720" cy="112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1841095-AF85-8A3C-69A7-3A93CD58669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22411" y="5640239"/>
                  <a:ext cx="54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9C6AAB8-E53C-313E-AC93-0705E78679D1}"/>
                    </a:ext>
                  </a:extLst>
                </p14:cNvPr>
                <p14:cNvContentPartPr/>
                <p14:nvPr/>
              </p14:nvContentPartPr>
              <p14:xfrm>
                <a:off x="2031411" y="5918879"/>
                <a:ext cx="120960" cy="88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9C6AAB8-E53C-313E-AC93-0705E78679D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022771" y="5910239"/>
                  <a:ext cx="138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4AD391-E8D6-C995-FE7B-E4E5C460ED2C}"/>
                    </a:ext>
                  </a:extLst>
                </p14:cNvPr>
                <p14:cNvContentPartPr/>
                <p14:nvPr/>
              </p14:nvContentPartPr>
              <p14:xfrm>
                <a:off x="2036091" y="6173399"/>
                <a:ext cx="105480" cy="107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4AD391-E8D6-C995-FE7B-E4E5C460ED2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027091" y="6164759"/>
                  <a:ext cx="123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8230AA-6222-419D-DBFD-47EF77A54D7C}"/>
                    </a:ext>
                  </a:extLst>
                </p14:cNvPr>
                <p14:cNvContentPartPr/>
                <p14:nvPr/>
              </p14:nvContentPartPr>
              <p14:xfrm>
                <a:off x="1843851" y="5595599"/>
                <a:ext cx="99360" cy="751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8230AA-6222-419D-DBFD-47EF77A54D7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35211" y="5586599"/>
                  <a:ext cx="11700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B0C7A36-6C63-5D0A-0C05-AEF71F092776}"/>
                    </a:ext>
                  </a:extLst>
                </p14:cNvPr>
                <p14:cNvContentPartPr/>
                <p14:nvPr/>
              </p14:nvContentPartPr>
              <p14:xfrm>
                <a:off x="2217531" y="5580479"/>
                <a:ext cx="135360" cy="873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B0C7A36-6C63-5D0A-0C05-AEF71F09277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08531" y="5571479"/>
                  <a:ext cx="153000" cy="89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31BBFB4-A2C9-C57D-9A2B-BF524F15B4C9}"/>
              </a:ext>
            </a:extLst>
          </p:cNvPr>
          <p:cNvGrpSpPr/>
          <p:nvPr/>
        </p:nvGrpSpPr>
        <p:grpSpPr>
          <a:xfrm>
            <a:off x="2562771" y="5589119"/>
            <a:ext cx="2485800" cy="867960"/>
            <a:chOff x="2562771" y="5589119"/>
            <a:chExt cx="2485800" cy="86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11398C-8E20-1B0D-359F-82D074632C56}"/>
                    </a:ext>
                  </a:extLst>
                </p14:cNvPr>
                <p14:cNvContentPartPr/>
                <p14:nvPr/>
              </p14:nvContentPartPr>
              <p14:xfrm>
                <a:off x="2622171" y="5992679"/>
                <a:ext cx="33840" cy="132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411398C-8E20-1B0D-359F-82D074632C5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613531" y="5984039"/>
                  <a:ext cx="51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71E8B0B-8185-6170-4536-A186D7AEC04E}"/>
                    </a:ext>
                  </a:extLst>
                </p14:cNvPr>
                <p14:cNvContentPartPr/>
                <p14:nvPr/>
              </p14:nvContentPartPr>
              <p14:xfrm>
                <a:off x="2562771" y="6061079"/>
                <a:ext cx="109440" cy="15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71E8B0B-8185-6170-4536-A186D7AEC04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53771" y="6052439"/>
                  <a:ext cx="127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0C6838E-FFA2-9788-7DBF-7D3F936E01EB}"/>
                    </a:ext>
                  </a:extLst>
                </p14:cNvPr>
                <p14:cNvContentPartPr/>
                <p14:nvPr/>
              </p14:nvContentPartPr>
              <p14:xfrm>
                <a:off x="2806491" y="6011039"/>
                <a:ext cx="126000" cy="68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0C6838E-FFA2-9788-7DBF-7D3F936E01E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797491" y="6002399"/>
                  <a:ext cx="143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DA9EAAF-C002-70C0-89AE-9C3015F85E92}"/>
                    </a:ext>
                  </a:extLst>
                </p14:cNvPr>
                <p14:cNvContentPartPr/>
                <p14:nvPr/>
              </p14:nvContentPartPr>
              <p14:xfrm>
                <a:off x="2829171" y="6009959"/>
                <a:ext cx="73080" cy="101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DA9EAAF-C002-70C0-89AE-9C3015F85E9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820531" y="6001319"/>
                  <a:ext cx="90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509E273-DBD0-7BE2-8EDF-5DB93BC50A09}"/>
                    </a:ext>
                  </a:extLst>
                </p14:cNvPr>
                <p14:cNvContentPartPr/>
                <p14:nvPr/>
              </p14:nvContentPartPr>
              <p14:xfrm>
                <a:off x="2985051" y="6115799"/>
                <a:ext cx="34560" cy="84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509E273-DBD0-7BE2-8EDF-5DB93BC50A0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76051" y="6107159"/>
                  <a:ext cx="52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C22EC3A-69E4-6CE5-0BA1-17EDB7555FCC}"/>
                    </a:ext>
                  </a:extLst>
                </p14:cNvPr>
                <p14:cNvContentPartPr/>
                <p14:nvPr/>
              </p14:nvContentPartPr>
              <p14:xfrm>
                <a:off x="3262251" y="5675879"/>
                <a:ext cx="133920" cy="102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C22EC3A-69E4-6CE5-0BA1-17EDB7555FC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53251" y="5666879"/>
                  <a:ext cx="151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19A0C2-DF74-2E24-EF5E-D6784BF5CFFB}"/>
                    </a:ext>
                  </a:extLst>
                </p14:cNvPr>
                <p14:cNvContentPartPr/>
                <p14:nvPr/>
              </p14:nvContentPartPr>
              <p14:xfrm>
                <a:off x="3367011" y="5950919"/>
                <a:ext cx="19800" cy="88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19A0C2-DF74-2E24-EF5E-D6784BF5CFF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358371" y="5942279"/>
                  <a:ext cx="37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DA87C9-4D20-348F-3020-9968EE91E60B}"/>
                    </a:ext>
                  </a:extLst>
                </p14:cNvPr>
                <p14:cNvContentPartPr/>
                <p14:nvPr/>
              </p14:nvContentPartPr>
              <p14:xfrm>
                <a:off x="3309051" y="6231359"/>
                <a:ext cx="135360" cy="109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DA87C9-4D20-348F-3020-9968EE91E60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00051" y="6222719"/>
                  <a:ext cx="153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ACD5993-B3E6-5F50-A50D-4FD90CA8A2F2}"/>
                    </a:ext>
                  </a:extLst>
                </p14:cNvPr>
                <p14:cNvContentPartPr/>
                <p14:nvPr/>
              </p14:nvContentPartPr>
              <p14:xfrm>
                <a:off x="3087291" y="5606759"/>
                <a:ext cx="153720" cy="771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ACD5993-B3E6-5F50-A50D-4FD90CA8A2F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078291" y="5597759"/>
                  <a:ext cx="17136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255DBE2-6B5B-4878-86BC-A45373F9613A}"/>
                    </a:ext>
                  </a:extLst>
                </p14:cNvPr>
                <p14:cNvContentPartPr/>
                <p14:nvPr/>
              </p14:nvContentPartPr>
              <p14:xfrm>
                <a:off x="3493011" y="5589119"/>
                <a:ext cx="153000" cy="801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255DBE2-6B5B-4878-86BC-A45373F9613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84371" y="5580479"/>
                  <a:ext cx="1706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44DFE99-88CF-D47F-3768-5E4955603AA1}"/>
                    </a:ext>
                  </a:extLst>
                </p14:cNvPr>
                <p14:cNvContentPartPr/>
                <p14:nvPr/>
              </p14:nvContentPartPr>
              <p14:xfrm>
                <a:off x="3848691" y="5940839"/>
                <a:ext cx="12600" cy="96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44DFE99-88CF-D47F-3768-5E4955603A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40051" y="5931839"/>
                  <a:ext cx="30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AF8A26-C5D4-C3EC-5D3D-4ADEC1C4FF99}"/>
                    </a:ext>
                  </a:extLst>
                </p14:cNvPr>
                <p14:cNvContentPartPr/>
                <p14:nvPr/>
              </p14:nvContentPartPr>
              <p14:xfrm>
                <a:off x="3805491" y="5995559"/>
                <a:ext cx="87840" cy="5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AF8A26-C5D4-C3EC-5D3D-4ADEC1C4FF9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796491" y="5986559"/>
                  <a:ext cx="105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E55FFD-708C-0D47-B021-052FCD8F1FC1}"/>
                    </a:ext>
                  </a:extLst>
                </p14:cNvPr>
                <p14:cNvContentPartPr/>
                <p14:nvPr/>
              </p14:nvContentPartPr>
              <p14:xfrm>
                <a:off x="4026171" y="5962439"/>
                <a:ext cx="133560" cy="94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E55FFD-708C-0D47-B021-052FCD8F1FC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17531" y="5953439"/>
                  <a:ext cx="151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D3EDC1B-545B-B42F-EF27-5B05F1019372}"/>
                    </a:ext>
                  </a:extLst>
                </p14:cNvPr>
                <p14:cNvContentPartPr/>
                <p14:nvPr/>
              </p14:nvContentPartPr>
              <p14:xfrm>
                <a:off x="4047411" y="5968199"/>
                <a:ext cx="75600" cy="123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D3EDC1B-545B-B42F-EF27-5B05F101937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38771" y="5959199"/>
                  <a:ext cx="93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1142FCE-0CE8-03EF-7ED8-FC5472822E81}"/>
                    </a:ext>
                  </a:extLst>
                </p14:cNvPr>
                <p14:cNvContentPartPr/>
                <p14:nvPr/>
              </p14:nvContentPartPr>
              <p14:xfrm>
                <a:off x="4171971" y="6072239"/>
                <a:ext cx="145440" cy="73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1142FCE-0CE8-03EF-7ED8-FC5472822E8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63331" y="6063599"/>
                  <a:ext cx="163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1F5715C-00C0-E88C-0F09-AEACFDF7E0D2}"/>
                    </a:ext>
                  </a:extLst>
                </p14:cNvPr>
                <p14:cNvContentPartPr/>
                <p14:nvPr/>
              </p14:nvContentPartPr>
              <p14:xfrm>
                <a:off x="4405971" y="5625119"/>
                <a:ext cx="156600" cy="831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1F5715C-00C0-E88C-0F09-AEACFDF7E0D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97331" y="5616119"/>
                  <a:ext cx="17424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C1F2D88-AF6A-D10A-7AEF-AEC0762CDAFE}"/>
                    </a:ext>
                  </a:extLst>
                </p14:cNvPr>
                <p14:cNvContentPartPr/>
                <p14:nvPr/>
              </p14:nvContentPartPr>
              <p14:xfrm>
                <a:off x="4620891" y="5630159"/>
                <a:ext cx="105840" cy="126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C1F2D88-AF6A-D10A-7AEF-AEC0762CDAF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11891" y="5621519"/>
                  <a:ext cx="123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6D9A77C-1CB1-7034-8A63-8AA4D04C8DED}"/>
                    </a:ext>
                  </a:extLst>
                </p14:cNvPr>
                <p14:cNvContentPartPr/>
                <p14:nvPr/>
              </p14:nvContentPartPr>
              <p14:xfrm>
                <a:off x="4675971" y="5947679"/>
                <a:ext cx="114480" cy="114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6D9A77C-1CB1-7034-8A63-8AA4D04C8DE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667331" y="5939039"/>
                  <a:ext cx="132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238267F-EB1D-4DAA-742D-4FD5033BDBDB}"/>
                    </a:ext>
                  </a:extLst>
                </p14:cNvPr>
                <p14:cNvContentPartPr/>
                <p14:nvPr/>
              </p14:nvContentPartPr>
              <p14:xfrm>
                <a:off x="4704051" y="6255479"/>
                <a:ext cx="44640" cy="95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238267F-EB1D-4DAA-742D-4FD5033BDBD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95411" y="6246479"/>
                  <a:ext cx="62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F3D1AB3-C03C-4BBA-638B-2783E670C027}"/>
                    </a:ext>
                  </a:extLst>
                </p14:cNvPr>
                <p14:cNvContentPartPr/>
                <p14:nvPr/>
              </p14:nvContentPartPr>
              <p14:xfrm>
                <a:off x="4860651" y="5599199"/>
                <a:ext cx="187920" cy="844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F3D1AB3-C03C-4BBA-638B-2783E670C02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52011" y="5590559"/>
                  <a:ext cx="205560" cy="86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D017CD8-7E90-97D3-2362-341109135A45}"/>
                  </a:ext>
                </a:extLst>
              </p14:cNvPr>
              <p14:cNvContentPartPr/>
              <p14:nvPr/>
            </p14:nvContentPartPr>
            <p14:xfrm>
              <a:off x="6159171" y="1804439"/>
              <a:ext cx="33840" cy="12492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D017CD8-7E90-97D3-2362-341109135A4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150171" y="1795799"/>
                <a:ext cx="51480" cy="126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E86ACD8-74E5-B175-284C-E60934908EDB}"/>
              </a:ext>
            </a:extLst>
          </p:cNvPr>
          <p:cNvGrpSpPr/>
          <p:nvPr/>
        </p:nvGrpSpPr>
        <p:grpSpPr>
          <a:xfrm>
            <a:off x="6388851" y="964919"/>
            <a:ext cx="788400" cy="744840"/>
            <a:chOff x="6388851" y="964919"/>
            <a:chExt cx="788400" cy="74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73E050D-BE1F-47B1-F03D-81DC9B69ED81}"/>
                    </a:ext>
                  </a:extLst>
                </p14:cNvPr>
                <p14:cNvContentPartPr/>
                <p14:nvPr/>
              </p14:nvContentPartPr>
              <p14:xfrm>
                <a:off x="6407211" y="1351559"/>
                <a:ext cx="96840" cy="18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73E050D-BE1F-47B1-F03D-81DC9B69ED8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398211" y="1342919"/>
                  <a:ext cx="11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C0222F-528D-DB87-84C9-E07BA511325B}"/>
                    </a:ext>
                  </a:extLst>
                </p14:cNvPr>
                <p14:cNvContentPartPr/>
                <p14:nvPr/>
              </p14:nvContentPartPr>
              <p14:xfrm>
                <a:off x="6388851" y="1302959"/>
                <a:ext cx="110880" cy="6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C0222F-528D-DB87-84C9-E07BA511325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379851" y="1294319"/>
                  <a:ext cx="128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83AD0BF-9945-3D43-5FC8-8229545AB232}"/>
                    </a:ext>
                  </a:extLst>
                </p14:cNvPr>
                <p14:cNvContentPartPr/>
                <p14:nvPr/>
              </p14:nvContentPartPr>
              <p14:xfrm>
                <a:off x="6882411" y="1043039"/>
                <a:ext cx="17280" cy="123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83AD0BF-9945-3D43-5FC8-8229545AB23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73411" y="1034039"/>
                  <a:ext cx="34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2CDB959-F7AC-D113-8B97-B04D5AE409A2}"/>
                    </a:ext>
                  </a:extLst>
                </p14:cNvPr>
                <p14:cNvContentPartPr/>
                <p14:nvPr/>
              </p14:nvContentPartPr>
              <p14:xfrm>
                <a:off x="6828051" y="1319159"/>
                <a:ext cx="114840" cy="88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2CDB959-F7AC-D113-8B97-B04D5AE409A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819411" y="1310519"/>
                  <a:ext cx="132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652C2EB-9726-B96B-D10E-1B34DA66F18E}"/>
                    </a:ext>
                  </a:extLst>
                </p14:cNvPr>
                <p14:cNvContentPartPr/>
                <p14:nvPr/>
              </p14:nvContentPartPr>
              <p14:xfrm>
                <a:off x="6843171" y="1552439"/>
                <a:ext cx="89640" cy="111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652C2EB-9726-B96B-D10E-1B34DA66F18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34171" y="1543439"/>
                  <a:ext cx="107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6E2800-AEBC-CB66-C845-7145CBF0EEFF}"/>
                    </a:ext>
                  </a:extLst>
                </p14:cNvPr>
                <p14:cNvContentPartPr/>
                <p14:nvPr/>
              </p14:nvContentPartPr>
              <p14:xfrm>
                <a:off x="6619251" y="1016039"/>
                <a:ext cx="96480" cy="693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6E2800-AEBC-CB66-C845-7145CBF0EEF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10611" y="1007039"/>
                  <a:ext cx="11412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62D78C7-10FA-41B6-43C1-D8498550DC01}"/>
                    </a:ext>
                  </a:extLst>
                </p14:cNvPr>
                <p14:cNvContentPartPr/>
                <p14:nvPr/>
              </p14:nvContentPartPr>
              <p14:xfrm>
                <a:off x="7046571" y="964919"/>
                <a:ext cx="130680" cy="726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62D78C7-10FA-41B6-43C1-D8498550DC0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037931" y="955919"/>
                  <a:ext cx="148320" cy="74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AF67F42-E7DD-493B-1B0E-98236E350C4F}"/>
                  </a:ext>
                </a:extLst>
              </p14:cNvPr>
              <p14:cNvContentPartPr/>
              <p14:nvPr/>
            </p14:nvContentPartPr>
            <p14:xfrm>
              <a:off x="6048651" y="1592039"/>
              <a:ext cx="276840" cy="215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AF67F42-E7DD-493B-1B0E-98236E350C4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040011" y="1583039"/>
                <a:ext cx="2944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E77BE674-0D1B-E63F-3773-01FCB7F9EFCD}"/>
                  </a:ext>
                </a:extLst>
              </p14:cNvPr>
              <p14:cNvContentPartPr/>
              <p14:nvPr/>
            </p14:nvContentPartPr>
            <p14:xfrm>
              <a:off x="6521691" y="2945279"/>
              <a:ext cx="219240" cy="204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E77BE674-0D1B-E63F-3773-01FCB7F9EFCD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512691" y="2936279"/>
                <a:ext cx="2368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F785A61-B36B-F7EC-B51B-04B686227A89}"/>
                  </a:ext>
                </a:extLst>
              </p14:cNvPr>
              <p14:cNvContentPartPr/>
              <p14:nvPr/>
            </p14:nvContentPartPr>
            <p14:xfrm>
              <a:off x="6947211" y="2949959"/>
              <a:ext cx="204480" cy="2095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F785A61-B36B-F7EC-B51B-04B686227A8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938211" y="2941319"/>
                <a:ext cx="2221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976CF09-BAA7-CF53-83AC-D082723CA4C6}"/>
              </a:ext>
            </a:extLst>
          </p:cNvPr>
          <p:cNvGrpSpPr/>
          <p:nvPr/>
        </p:nvGrpSpPr>
        <p:grpSpPr>
          <a:xfrm>
            <a:off x="9581691" y="901559"/>
            <a:ext cx="1303920" cy="2316600"/>
            <a:chOff x="9581691" y="901559"/>
            <a:chExt cx="1303920" cy="231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9EA5D8A-23C7-1D0B-15D9-114A29607D94}"/>
                    </a:ext>
                  </a:extLst>
                </p14:cNvPr>
                <p14:cNvContentPartPr/>
                <p14:nvPr/>
              </p14:nvContentPartPr>
              <p14:xfrm>
                <a:off x="10022691" y="1341479"/>
                <a:ext cx="100080" cy="6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9EA5D8A-23C7-1D0B-15D9-114A29607D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014051" y="1332479"/>
                  <a:ext cx="117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CAAA95-8A36-2274-7327-9B746C750625}"/>
                    </a:ext>
                  </a:extLst>
                </p14:cNvPr>
                <p14:cNvContentPartPr/>
                <p14:nvPr/>
              </p14:nvContentPartPr>
              <p14:xfrm>
                <a:off x="10014411" y="1264079"/>
                <a:ext cx="120960" cy="22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CAAA95-8A36-2274-7327-9B746C75062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005411" y="1255079"/>
                  <a:ext cx="138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8309A16-53B0-B1A7-31EA-EAED1B006C82}"/>
                    </a:ext>
                  </a:extLst>
                </p14:cNvPr>
                <p14:cNvContentPartPr/>
                <p14:nvPr/>
              </p14:nvContentPartPr>
              <p14:xfrm>
                <a:off x="10466931" y="960959"/>
                <a:ext cx="149040" cy="107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8309A16-53B0-B1A7-31EA-EAED1B006C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457931" y="952319"/>
                  <a:ext cx="166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69EC9E-7585-5EA0-C567-0C7BAF01A5B9}"/>
                    </a:ext>
                  </a:extLst>
                </p14:cNvPr>
                <p14:cNvContentPartPr/>
                <p14:nvPr/>
              </p14:nvContentPartPr>
              <p14:xfrm>
                <a:off x="10580331" y="1214759"/>
                <a:ext cx="33120" cy="117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69EC9E-7585-5EA0-C567-0C7BAF01A5B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571691" y="1205759"/>
                  <a:ext cx="50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0C199EC-5AA3-6E45-7916-FA7C63DE0B51}"/>
                    </a:ext>
                  </a:extLst>
                </p14:cNvPr>
                <p14:cNvContentPartPr/>
                <p14:nvPr/>
              </p14:nvContentPartPr>
              <p14:xfrm>
                <a:off x="10485291" y="1455959"/>
                <a:ext cx="147960" cy="109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0C199EC-5AA3-6E45-7916-FA7C63DE0B5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76651" y="1446959"/>
                  <a:ext cx="165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5C6BFD0-F301-4716-6A4F-EE82E6BFDAFD}"/>
                    </a:ext>
                  </a:extLst>
                </p14:cNvPr>
                <p14:cNvContentPartPr/>
                <p14:nvPr/>
              </p14:nvContentPartPr>
              <p14:xfrm>
                <a:off x="10280451" y="901559"/>
                <a:ext cx="237960" cy="698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5C6BFD0-F301-4716-6A4F-EE82E6BFDAF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271451" y="892559"/>
                  <a:ext cx="25560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093D723-ED42-B6D5-DAD0-5BE434AADC43}"/>
                    </a:ext>
                  </a:extLst>
                </p14:cNvPr>
                <p14:cNvContentPartPr/>
                <p14:nvPr/>
              </p14:nvContentPartPr>
              <p14:xfrm>
                <a:off x="10698771" y="914519"/>
                <a:ext cx="186840" cy="668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093D723-ED42-B6D5-DAD0-5BE434AADC4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90131" y="905519"/>
                  <a:ext cx="20448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A857433-4109-9B54-1F84-E87C2EC8705E}"/>
                    </a:ext>
                  </a:extLst>
                </p14:cNvPr>
                <p14:cNvContentPartPr/>
                <p14:nvPr/>
              </p14:nvContentPartPr>
              <p14:xfrm>
                <a:off x="9581691" y="2934119"/>
                <a:ext cx="307080" cy="284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A857433-4109-9B54-1F84-E87C2EC8705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573051" y="2925479"/>
                  <a:ext cx="324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07A838C-B779-DBC5-C045-6386BB46BC24}"/>
                    </a:ext>
                  </a:extLst>
                </p14:cNvPr>
                <p14:cNvContentPartPr/>
                <p14:nvPr/>
              </p14:nvContentPartPr>
              <p14:xfrm>
                <a:off x="10140411" y="1839719"/>
                <a:ext cx="50040" cy="1209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07A838C-B779-DBC5-C045-6386BB46BC2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31411" y="1830719"/>
                  <a:ext cx="6768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E9B06A3-E20E-48D9-EFB3-BFA70D741AEA}"/>
                    </a:ext>
                  </a:extLst>
                </p14:cNvPr>
                <p14:cNvContentPartPr/>
                <p14:nvPr/>
              </p14:nvContentPartPr>
              <p14:xfrm>
                <a:off x="9942051" y="1542359"/>
                <a:ext cx="363240" cy="313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E9B06A3-E20E-48D9-EFB3-BFA70D741AE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33411" y="1533719"/>
                  <a:ext cx="38088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0DCBA0F-FE27-CE28-70CA-428EABD1EDDD}"/>
                  </a:ext>
                </a:extLst>
              </p14:cNvPr>
              <p14:cNvContentPartPr/>
              <p14:nvPr/>
            </p14:nvContentPartPr>
            <p14:xfrm>
              <a:off x="10518051" y="2945999"/>
              <a:ext cx="160200" cy="2080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0DCBA0F-FE27-CE28-70CA-428EABD1EDDD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0509411" y="2937359"/>
                <a:ext cx="17784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9D12AF8-6B16-C287-B430-CD7EBE17B574}"/>
              </a:ext>
            </a:extLst>
          </p:cNvPr>
          <p:cNvGrpSpPr/>
          <p:nvPr/>
        </p:nvGrpSpPr>
        <p:grpSpPr>
          <a:xfrm>
            <a:off x="5242611" y="5998799"/>
            <a:ext cx="148680" cy="79200"/>
            <a:chOff x="5242611" y="5998799"/>
            <a:chExt cx="148680" cy="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2D93F80-CA33-FA38-2D61-59A3CEC21737}"/>
                    </a:ext>
                  </a:extLst>
                </p14:cNvPr>
                <p14:cNvContentPartPr/>
                <p14:nvPr/>
              </p14:nvContentPartPr>
              <p14:xfrm>
                <a:off x="5278611" y="6066479"/>
                <a:ext cx="112680" cy="11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2D93F80-CA33-FA38-2D61-59A3CEC2173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69611" y="6057479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C7E8C0C-47CD-E659-0CCD-2C75532660A8}"/>
                    </a:ext>
                  </a:extLst>
                </p14:cNvPr>
                <p14:cNvContentPartPr/>
                <p14:nvPr/>
              </p14:nvContentPartPr>
              <p14:xfrm>
                <a:off x="5242611" y="5998799"/>
                <a:ext cx="134280" cy="7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C7E8C0C-47CD-E659-0CCD-2C75532660A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233971" y="5989799"/>
                  <a:ext cx="1519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DE44E76-F802-AF90-99B2-0D65AA4D34A1}"/>
              </a:ext>
            </a:extLst>
          </p:cNvPr>
          <p:cNvGrpSpPr/>
          <p:nvPr/>
        </p:nvGrpSpPr>
        <p:grpSpPr>
          <a:xfrm>
            <a:off x="5604771" y="5420639"/>
            <a:ext cx="6469560" cy="1068480"/>
            <a:chOff x="5604771" y="5420639"/>
            <a:chExt cx="6469560" cy="10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97492EA-9BAC-295C-3343-349688E17779}"/>
                    </a:ext>
                  </a:extLst>
                </p14:cNvPr>
                <p14:cNvContentPartPr/>
                <p14:nvPr/>
              </p14:nvContentPartPr>
              <p14:xfrm>
                <a:off x="10000371" y="6389759"/>
                <a:ext cx="123480" cy="71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97492EA-9BAC-295C-3343-349688E1777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91731" y="6381119"/>
                  <a:ext cx="141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B260E01-825F-F7DE-5B06-E6BD234F3C94}"/>
                    </a:ext>
                  </a:extLst>
                </p14:cNvPr>
                <p14:cNvContentPartPr/>
                <p14:nvPr/>
              </p14:nvContentPartPr>
              <p14:xfrm>
                <a:off x="9434091" y="6153959"/>
                <a:ext cx="1962360" cy="55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B260E01-825F-F7DE-5B06-E6BD234F3C9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25091" y="6144959"/>
                  <a:ext cx="1980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06F6FF0-0735-4FD6-0597-B03F216A66D9}"/>
                    </a:ext>
                  </a:extLst>
                </p14:cNvPr>
                <p14:cNvContentPartPr/>
                <p14:nvPr/>
              </p14:nvContentPartPr>
              <p14:xfrm>
                <a:off x="10074891" y="6173399"/>
                <a:ext cx="51480" cy="62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06F6FF0-0735-4FD6-0597-B03F216A66D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65891" y="6164399"/>
                  <a:ext cx="69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AAC204-108E-89CA-6C90-F3A8FF10604F}"/>
                    </a:ext>
                  </a:extLst>
                </p14:cNvPr>
                <p14:cNvContentPartPr/>
                <p14:nvPr/>
              </p14:nvContentPartPr>
              <p14:xfrm>
                <a:off x="10556571" y="6411719"/>
                <a:ext cx="20160" cy="67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AAC204-108E-89CA-6C90-F3A8FF10604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547571" y="6402719"/>
                  <a:ext cx="37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D916FA-023C-3D67-FA79-2B2908B11EA2}"/>
                    </a:ext>
                  </a:extLst>
                </p14:cNvPr>
                <p14:cNvContentPartPr/>
                <p14:nvPr/>
              </p14:nvContentPartPr>
              <p14:xfrm>
                <a:off x="10490691" y="6165839"/>
                <a:ext cx="77760" cy="77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D916FA-023C-3D67-FA79-2B2908B11E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482051" y="6156839"/>
                  <a:ext cx="954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C8A903A-5EED-0526-6654-FDF8052F216D}"/>
                    </a:ext>
                  </a:extLst>
                </p14:cNvPr>
                <p14:cNvContentPartPr/>
                <p14:nvPr/>
              </p14:nvContentPartPr>
              <p14:xfrm>
                <a:off x="10936731" y="6377159"/>
                <a:ext cx="136800" cy="96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C8A903A-5EED-0526-6654-FDF8052F216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928091" y="6368519"/>
                  <a:ext cx="154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FA10D7E-04E3-E7D0-C1C0-2F30E8FCB341}"/>
                    </a:ext>
                  </a:extLst>
                </p14:cNvPr>
                <p14:cNvContentPartPr/>
                <p14:nvPr/>
              </p14:nvContentPartPr>
              <p14:xfrm>
                <a:off x="10939251" y="6140999"/>
                <a:ext cx="76320" cy="414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FA10D7E-04E3-E7D0-C1C0-2F30E8FCB34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930251" y="6131999"/>
                  <a:ext cx="93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37D18D6-D9CA-A524-88A7-5D209603D3AF}"/>
                    </a:ext>
                  </a:extLst>
                </p14:cNvPr>
                <p14:cNvContentPartPr/>
                <p14:nvPr/>
              </p14:nvContentPartPr>
              <p14:xfrm>
                <a:off x="10950771" y="5652479"/>
                <a:ext cx="18000" cy="435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37D18D6-D9CA-A524-88A7-5D209603D3A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41771" y="5643839"/>
                  <a:ext cx="356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2D55B39-8064-805F-9516-7AB2D015FEF3}"/>
                    </a:ext>
                  </a:extLst>
                </p14:cNvPr>
                <p14:cNvContentPartPr/>
                <p14:nvPr/>
              </p14:nvContentPartPr>
              <p14:xfrm>
                <a:off x="10892091" y="5554199"/>
                <a:ext cx="92160" cy="97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2D55B39-8064-805F-9516-7AB2D015FEF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883091" y="5545199"/>
                  <a:ext cx="109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88DF8B6-BE84-4FDC-D6E6-CBAF2370C02C}"/>
                    </a:ext>
                  </a:extLst>
                </p14:cNvPr>
                <p14:cNvContentPartPr/>
                <p14:nvPr/>
              </p14:nvContentPartPr>
              <p14:xfrm>
                <a:off x="11307171" y="6109679"/>
                <a:ext cx="48960" cy="46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88DF8B6-BE84-4FDC-D6E6-CBAF2370C02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298531" y="6101039"/>
                  <a:ext cx="66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F3BE7B5-7C9F-504E-58E9-0DC804FA3318}"/>
                    </a:ext>
                  </a:extLst>
                </p14:cNvPr>
                <p14:cNvContentPartPr/>
                <p14:nvPr/>
              </p14:nvContentPartPr>
              <p14:xfrm>
                <a:off x="11334171" y="6373199"/>
                <a:ext cx="80280" cy="115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F3BE7B5-7C9F-504E-58E9-0DC804FA331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25171" y="6364559"/>
                  <a:ext cx="97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AB9C049-F813-1B2D-4E20-983F822A1F18}"/>
                    </a:ext>
                  </a:extLst>
                </p14:cNvPr>
                <p14:cNvContentPartPr/>
                <p14:nvPr/>
              </p14:nvContentPartPr>
              <p14:xfrm>
                <a:off x="11388531" y="5458079"/>
                <a:ext cx="104760" cy="219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AB9C049-F813-1B2D-4E20-983F822A1F1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379531" y="5449079"/>
                  <a:ext cx="122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D871E47-F41C-EA62-AD5D-C5A099FD02AF}"/>
                    </a:ext>
                  </a:extLst>
                </p14:cNvPr>
                <p14:cNvContentPartPr/>
                <p14:nvPr/>
              </p14:nvContentPartPr>
              <p14:xfrm>
                <a:off x="11510931" y="5420639"/>
                <a:ext cx="137160" cy="27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D871E47-F41C-EA62-AD5D-C5A099FD02A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01931" y="5411639"/>
                  <a:ext cx="154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5ECE26E-DF83-268F-7831-96D6C3C7E03D}"/>
                    </a:ext>
                  </a:extLst>
                </p14:cNvPr>
                <p14:cNvContentPartPr/>
                <p14:nvPr/>
              </p14:nvContentPartPr>
              <p14:xfrm>
                <a:off x="11647011" y="5562479"/>
                <a:ext cx="98640" cy="61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5ECE26E-DF83-268F-7831-96D6C3C7E03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638011" y="5553839"/>
                  <a:ext cx="116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C29F279-7B5E-1095-35D8-2818F1AA8206}"/>
                    </a:ext>
                  </a:extLst>
                </p14:cNvPr>
                <p14:cNvContentPartPr/>
                <p14:nvPr/>
              </p14:nvContentPartPr>
              <p14:xfrm>
                <a:off x="11798211" y="5595959"/>
                <a:ext cx="66960" cy="21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C29F279-7B5E-1095-35D8-2818F1AA820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789571" y="5587319"/>
                  <a:ext cx="84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09F8AE6-0245-A261-BCAD-C69B1F8EF4D0}"/>
                    </a:ext>
                  </a:extLst>
                </p14:cNvPr>
                <p14:cNvContentPartPr/>
                <p14:nvPr/>
              </p14:nvContentPartPr>
              <p14:xfrm>
                <a:off x="11909091" y="5561759"/>
                <a:ext cx="93240" cy="84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09F8AE6-0245-A261-BCAD-C69B1F8EF4D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900091" y="5553119"/>
                  <a:ext cx="110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898F6FD-0371-8AC8-C019-112320DA6875}"/>
                    </a:ext>
                  </a:extLst>
                </p14:cNvPr>
                <p14:cNvContentPartPr/>
                <p14:nvPr/>
              </p14:nvContentPartPr>
              <p14:xfrm>
                <a:off x="11963811" y="5433239"/>
                <a:ext cx="110520" cy="273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898F6FD-0371-8AC8-C019-112320DA68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954811" y="5424599"/>
                  <a:ext cx="128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5DA9733-DA37-13EB-2F66-C0857A37F250}"/>
                    </a:ext>
                  </a:extLst>
                </p14:cNvPr>
                <p14:cNvContentPartPr/>
                <p14:nvPr/>
              </p14:nvContentPartPr>
              <p14:xfrm>
                <a:off x="11695251" y="5890439"/>
                <a:ext cx="110880" cy="961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5DA9733-DA37-13EB-2F66-C0857A37F25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686611" y="5881439"/>
                  <a:ext cx="1285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11D4388-4F03-66FC-A80B-C18E67C151D1}"/>
                    </a:ext>
                  </a:extLst>
                </p14:cNvPr>
                <p14:cNvContentPartPr/>
                <p14:nvPr/>
              </p14:nvContentPartPr>
              <p14:xfrm>
                <a:off x="11717211" y="6116519"/>
                <a:ext cx="104400" cy="1094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11D4388-4F03-66FC-A80B-C18E67C151D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708571" y="6107519"/>
                  <a:ext cx="122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F1AEECF-559C-9300-B895-A82AC2578CA3}"/>
                    </a:ext>
                  </a:extLst>
                </p14:cNvPr>
                <p14:cNvContentPartPr/>
                <p14:nvPr/>
              </p14:nvContentPartPr>
              <p14:xfrm>
                <a:off x="11771931" y="6323879"/>
                <a:ext cx="15840" cy="96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F1AEECF-559C-9300-B895-A82AC2578CA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763291" y="6315239"/>
                  <a:ext cx="33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C69E70D-CB3A-1873-1811-A0F861A7226E}"/>
                    </a:ext>
                  </a:extLst>
                </p14:cNvPr>
                <p14:cNvContentPartPr/>
                <p14:nvPr/>
              </p14:nvContentPartPr>
              <p14:xfrm>
                <a:off x="11542611" y="5876399"/>
                <a:ext cx="93240" cy="502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C69E70D-CB3A-1873-1811-A0F861A7226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533611" y="5867399"/>
                  <a:ext cx="110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1B98857-C7BD-89B9-D1DA-72CD4105F433}"/>
                    </a:ext>
                  </a:extLst>
                </p14:cNvPr>
                <p14:cNvContentPartPr/>
                <p14:nvPr/>
              </p14:nvContentPartPr>
              <p14:xfrm>
                <a:off x="11865171" y="5897639"/>
                <a:ext cx="78120" cy="570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1B98857-C7BD-89B9-D1DA-72CD4105F43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856171" y="5888639"/>
                  <a:ext cx="9576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8DC8144-3B1B-4348-E3E4-E728EF1B0762}"/>
                    </a:ext>
                  </a:extLst>
                </p14:cNvPr>
                <p14:cNvContentPartPr/>
                <p14:nvPr/>
              </p14:nvContentPartPr>
              <p14:xfrm>
                <a:off x="5604771" y="5945159"/>
                <a:ext cx="177120" cy="130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8DC8144-3B1B-4348-E3E4-E728EF1B076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596131" y="5936159"/>
                  <a:ext cx="194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13D53F1-1A1C-C7B8-A49F-5F9DD29CFCB0}"/>
                    </a:ext>
                  </a:extLst>
                </p14:cNvPr>
                <p14:cNvContentPartPr/>
                <p14:nvPr/>
              </p14:nvContentPartPr>
              <p14:xfrm>
                <a:off x="5632491" y="5946599"/>
                <a:ext cx="100440" cy="111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13D53F1-1A1C-C7B8-A49F-5F9DD29CFCB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623851" y="5937959"/>
                  <a:ext cx="118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4333C9E-F2C7-8564-7A85-D68E239075A8}"/>
                    </a:ext>
                  </a:extLst>
                </p14:cNvPr>
                <p14:cNvContentPartPr/>
                <p14:nvPr/>
              </p14:nvContentPartPr>
              <p14:xfrm>
                <a:off x="5837331" y="6049919"/>
                <a:ext cx="113040" cy="89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4333C9E-F2C7-8564-7A85-D68E239075A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828691" y="6041279"/>
                  <a:ext cx="130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FB34D6-A47A-4D85-2F67-D7B72C57529C}"/>
                    </a:ext>
                  </a:extLst>
                </p14:cNvPr>
                <p14:cNvContentPartPr/>
                <p14:nvPr/>
              </p14:nvContentPartPr>
              <p14:xfrm>
                <a:off x="6038931" y="5792879"/>
                <a:ext cx="157680" cy="270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FB34D6-A47A-4D85-2F67-D7B72C57529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030291" y="5784239"/>
                  <a:ext cx="175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ACFFC72-3A49-4E2B-F6F1-12A2C9BDA1E7}"/>
                    </a:ext>
                  </a:extLst>
                </p14:cNvPr>
                <p14:cNvContentPartPr/>
                <p14:nvPr/>
              </p14:nvContentPartPr>
              <p14:xfrm>
                <a:off x="6243051" y="5831039"/>
                <a:ext cx="201600" cy="253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ACFFC72-3A49-4E2B-F6F1-12A2C9BDA1E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234051" y="5822399"/>
                  <a:ext cx="219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8971E74-50FC-4E45-68E3-3F8F056BD3BC}"/>
                    </a:ext>
                  </a:extLst>
                </p14:cNvPr>
                <p14:cNvContentPartPr/>
                <p14:nvPr/>
              </p14:nvContentPartPr>
              <p14:xfrm>
                <a:off x="6406131" y="5945879"/>
                <a:ext cx="158400" cy="75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8971E74-50FC-4E45-68E3-3F8F056BD3B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397131" y="5936879"/>
                  <a:ext cx="176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F9C6CBB-CF46-EF5C-F3CA-52814E87D957}"/>
                    </a:ext>
                  </a:extLst>
                </p14:cNvPr>
                <p14:cNvContentPartPr/>
                <p14:nvPr/>
              </p14:nvContentPartPr>
              <p14:xfrm>
                <a:off x="6504771" y="5826719"/>
                <a:ext cx="195840" cy="230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F9C6CBB-CF46-EF5C-F3CA-52814E87D95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95771" y="5818079"/>
                  <a:ext cx="213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8950454-6C71-69D0-C0B0-50569FC6E373}"/>
                    </a:ext>
                  </a:extLst>
                </p14:cNvPr>
                <p14:cNvContentPartPr/>
                <p14:nvPr/>
              </p14:nvContentPartPr>
              <p14:xfrm>
                <a:off x="6898971" y="5885759"/>
                <a:ext cx="38520" cy="108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8950454-6C71-69D0-C0B0-50569FC6E37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890331" y="5877119"/>
                  <a:ext cx="56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2093CCB-CEB9-68A5-EAFB-8B2BCA65A28D}"/>
                    </a:ext>
                  </a:extLst>
                </p14:cNvPr>
                <p14:cNvContentPartPr/>
                <p14:nvPr/>
              </p14:nvContentPartPr>
              <p14:xfrm>
                <a:off x="6849291" y="5929679"/>
                <a:ext cx="126360" cy="28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2093CCB-CEB9-68A5-EAFB-8B2BCA65A28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40651" y="5921039"/>
                  <a:ext cx="144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72DD33C-0BA3-C809-261A-DABE89B23921}"/>
                    </a:ext>
                  </a:extLst>
                </p14:cNvPr>
                <p14:cNvContentPartPr/>
                <p14:nvPr/>
              </p14:nvContentPartPr>
              <p14:xfrm>
                <a:off x="7063131" y="5887919"/>
                <a:ext cx="206280" cy="101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72DD33C-0BA3-C809-261A-DABE89B2392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054491" y="5878919"/>
                  <a:ext cx="223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8D0215A-15BC-3A84-46D0-813F0CE1D062}"/>
                    </a:ext>
                  </a:extLst>
                </p14:cNvPr>
                <p14:cNvContentPartPr/>
                <p14:nvPr/>
              </p14:nvContentPartPr>
              <p14:xfrm>
                <a:off x="7101291" y="5874959"/>
                <a:ext cx="104400" cy="101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8D0215A-15BC-3A84-46D0-813F0CE1D06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092651" y="5866319"/>
                  <a:ext cx="122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405B5F7-EF17-477E-52EF-1A582950F187}"/>
                    </a:ext>
                  </a:extLst>
                </p14:cNvPr>
                <p14:cNvContentPartPr/>
                <p14:nvPr/>
              </p14:nvContentPartPr>
              <p14:xfrm>
                <a:off x="7347891" y="5989799"/>
                <a:ext cx="25200" cy="74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405B5F7-EF17-477E-52EF-1A582950F18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38891" y="5981159"/>
                  <a:ext cx="42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50A0721-3C9C-D543-8512-892AB9082D72}"/>
                    </a:ext>
                  </a:extLst>
                </p14:cNvPr>
                <p14:cNvContentPartPr/>
                <p14:nvPr/>
              </p14:nvContentPartPr>
              <p14:xfrm>
                <a:off x="7478211" y="5737439"/>
                <a:ext cx="176400" cy="306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50A0721-3C9C-D543-8512-892AB9082D7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69571" y="5728799"/>
                  <a:ext cx="1940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C2DF621-6138-72DF-A009-29C28C44BE39}"/>
                    </a:ext>
                  </a:extLst>
                </p14:cNvPr>
                <p14:cNvContentPartPr/>
                <p14:nvPr/>
              </p14:nvContentPartPr>
              <p14:xfrm>
                <a:off x="7681971" y="5748959"/>
                <a:ext cx="142920" cy="286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C2DF621-6138-72DF-A009-29C28C44BE3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72971" y="5740319"/>
                  <a:ext cx="160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4E74FB6-E857-0261-03B6-6A0A50D4AD27}"/>
                    </a:ext>
                  </a:extLst>
                </p14:cNvPr>
                <p14:cNvContentPartPr/>
                <p14:nvPr/>
              </p14:nvContentPartPr>
              <p14:xfrm>
                <a:off x="7824171" y="5914919"/>
                <a:ext cx="141120" cy="71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4E74FB6-E857-0261-03B6-6A0A50D4AD2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15531" y="5906279"/>
                  <a:ext cx="158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F2FDE75-E51B-2436-59FB-D6271E306A1D}"/>
                    </a:ext>
                  </a:extLst>
                </p14:cNvPr>
                <p14:cNvContentPartPr/>
                <p14:nvPr/>
              </p14:nvContentPartPr>
              <p14:xfrm>
                <a:off x="8057091" y="5906639"/>
                <a:ext cx="68760" cy="31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F2FDE75-E51B-2436-59FB-D6271E306A1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48451" y="5897639"/>
                  <a:ext cx="8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DB93026-0333-9E28-7912-179E8AB139F0}"/>
                    </a:ext>
                  </a:extLst>
                </p14:cNvPr>
                <p14:cNvContentPartPr/>
                <p14:nvPr/>
              </p14:nvContentPartPr>
              <p14:xfrm>
                <a:off x="8202171" y="5814839"/>
                <a:ext cx="55440" cy="126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DB93026-0333-9E28-7912-179E8AB139F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193171" y="5805839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A09ABBA-8778-00F5-BA96-718E06FCB4A2}"/>
                    </a:ext>
                  </a:extLst>
                </p14:cNvPr>
                <p14:cNvContentPartPr/>
                <p14:nvPr/>
              </p14:nvContentPartPr>
              <p14:xfrm>
                <a:off x="8245731" y="5732759"/>
                <a:ext cx="122040" cy="264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A09ABBA-8778-00F5-BA96-718E06FCB4A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37091" y="5723759"/>
                  <a:ext cx="139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AACD4E9-D63A-9E47-12C9-9224FC6FAB33}"/>
                    </a:ext>
                  </a:extLst>
                </p14:cNvPr>
                <p14:cNvContentPartPr/>
                <p14:nvPr/>
              </p14:nvContentPartPr>
              <p14:xfrm>
                <a:off x="8535891" y="5820239"/>
                <a:ext cx="36720" cy="100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AACD4E9-D63A-9E47-12C9-9224FC6FAB3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27251" y="5811239"/>
                  <a:ext cx="54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2E026B9-E9C5-0350-F30C-C8DE26061D7E}"/>
                    </a:ext>
                  </a:extLst>
                </p14:cNvPr>
                <p14:cNvContentPartPr/>
                <p14:nvPr/>
              </p14:nvContentPartPr>
              <p14:xfrm>
                <a:off x="8512851" y="5869559"/>
                <a:ext cx="105480" cy="9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2E026B9-E9C5-0350-F30C-C8DE26061D7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504211" y="5860559"/>
                  <a:ext cx="123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1885B40-4EE4-3A94-4817-D1489A0013DE}"/>
                    </a:ext>
                  </a:extLst>
                </p14:cNvPr>
                <p14:cNvContentPartPr/>
                <p14:nvPr/>
              </p14:nvContentPartPr>
              <p14:xfrm>
                <a:off x="8740011" y="5820239"/>
                <a:ext cx="170640" cy="107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1885B40-4EE4-3A94-4817-D1489A0013D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731371" y="5811239"/>
                  <a:ext cx="188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007ACE9-79C2-BD11-A687-9CA219B68E18}"/>
                    </a:ext>
                  </a:extLst>
                </p14:cNvPr>
                <p14:cNvContentPartPr/>
                <p14:nvPr/>
              </p14:nvContentPartPr>
              <p14:xfrm>
                <a:off x="8768811" y="5842199"/>
                <a:ext cx="90720" cy="81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007ACE9-79C2-BD11-A687-9CA219B68E1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760171" y="5833199"/>
                  <a:ext cx="108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E28C5EB-998E-A4E5-5D3F-5445278F2244}"/>
                    </a:ext>
                  </a:extLst>
                </p14:cNvPr>
                <p14:cNvContentPartPr/>
                <p14:nvPr/>
              </p14:nvContentPartPr>
              <p14:xfrm>
                <a:off x="8946651" y="5945519"/>
                <a:ext cx="107280" cy="84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E28C5EB-998E-A4E5-5D3F-5445278F224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938011" y="5936519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2F4D6A8-7909-9B99-3E23-4A1FD594A840}"/>
                    </a:ext>
                  </a:extLst>
                </p14:cNvPr>
                <p14:cNvContentPartPr/>
                <p14:nvPr/>
              </p14:nvContentPartPr>
              <p14:xfrm>
                <a:off x="9078411" y="5749319"/>
                <a:ext cx="142920" cy="242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2F4D6A8-7909-9B99-3E23-4A1FD594A84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69411" y="5740319"/>
                  <a:ext cx="160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D92551-5474-5FE9-C40A-BD5F0312961E}"/>
                    </a:ext>
                  </a:extLst>
                </p14:cNvPr>
                <p14:cNvContentPartPr/>
                <p14:nvPr/>
              </p14:nvContentPartPr>
              <p14:xfrm>
                <a:off x="9230691" y="5703959"/>
                <a:ext cx="169200" cy="308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D92551-5474-5FE9-C40A-BD5F0312961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22051" y="5694959"/>
                  <a:ext cx="186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391811F-1636-CE43-F7FC-9B9EED846368}"/>
                    </a:ext>
                  </a:extLst>
                </p14:cNvPr>
                <p14:cNvContentPartPr/>
                <p14:nvPr/>
              </p14:nvContentPartPr>
              <p14:xfrm>
                <a:off x="9414291" y="5870279"/>
                <a:ext cx="145080" cy="640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391811F-1636-CE43-F7FC-9B9EED84636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05651" y="5861639"/>
                  <a:ext cx="162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D81299F-4A85-1A4E-7C87-1EB6ABCDBD16}"/>
                    </a:ext>
                  </a:extLst>
                </p14:cNvPr>
                <p14:cNvContentPartPr/>
                <p14:nvPr/>
              </p14:nvContentPartPr>
              <p14:xfrm>
                <a:off x="9669891" y="5882519"/>
                <a:ext cx="71280" cy="9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D81299F-4A85-1A4E-7C87-1EB6ABCDBD1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60891" y="5873879"/>
                  <a:ext cx="88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D213F1-9A33-55E1-B8E1-054E349E7980}"/>
                    </a:ext>
                  </a:extLst>
                </p14:cNvPr>
                <p14:cNvContentPartPr/>
                <p14:nvPr/>
              </p14:nvContentPartPr>
              <p14:xfrm>
                <a:off x="9811731" y="5798279"/>
                <a:ext cx="153000" cy="127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D213F1-9A33-55E1-B8E1-054E349E798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803091" y="5789279"/>
                  <a:ext cx="170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93F84FF-EA4C-282D-811B-136AD395FDA7}"/>
                    </a:ext>
                  </a:extLst>
                </p14:cNvPr>
                <p14:cNvContentPartPr/>
                <p14:nvPr/>
              </p14:nvContentPartPr>
              <p14:xfrm>
                <a:off x="9932331" y="5716199"/>
                <a:ext cx="141840" cy="258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93F84FF-EA4C-282D-811B-136AD395FDA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923331" y="5707199"/>
                  <a:ext cx="15948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520319C-0D13-0C2C-E844-5880CA72EFCD}"/>
              </a:ext>
            </a:extLst>
          </p:cNvPr>
          <p:cNvGrpSpPr/>
          <p:nvPr/>
        </p:nvGrpSpPr>
        <p:grpSpPr>
          <a:xfrm>
            <a:off x="749811" y="3969119"/>
            <a:ext cx="6182640" cy="964080"/>
            <a:chOff x="749811" y="3969119"/>
            <a:chExt cx="6182640" cy="9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56B84F9-1F31-1ECC-B22F-758A214BE72D}"/>
                    </a:ext>
                  </a:extLst>
                </p14:cNvPr>
                <p14:cNvContentPartPr/>
                <p14:nvPr/>
              </p14:nvContentPartPr>
              <p14:xfrm>
                <a:off x="827931" y="3969119"/>
                <a:ext cx="6035760" cy="66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56B84F9-1F31-1ECC-B22F-758A214BE72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18931" y="3960479"/>
                  <a:ext cx="6053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2A33155-59FC-9DAD-FD26-40B63FA2DD61}"/>
                    </a:ext>
                  </a:extLst>
                </p14:cNvPr>
                <p14:cNvContentPartPr/>
                <p14:nvPr/>
              </p14:nvContentPartPr>
              <p14:xfrm>
                <a:off x="6876651" y="4018799"/>
                <a:ext cx="55800" cy="831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2A33155-59FC-9DAD-FD26-40B63FA2DD6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868011" y="4010159"/>
                  <a:ext cx="7344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20A0EDF-4B13-0252-B135-647DCCE32EB8}"/>
                    </a:ext>
                  </a:extLst>
                </p14:cNvPr>
                <p14:cNvContentPartPr/>
                <p14:nvPr/>
              </p14:nvContentPartPr>
              <p14:xfrm>
                <a:off x="816411" y="4817639"/>
                <a:ext cx="6060960" cy="110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20A0EDF-4B13-0252-B135-647DCCE32EB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07411" y="4808999"/>
                  <a:ext cx="607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E77349D-8356-9F73-9741-9DDFC3758C5A}"/>
                    </a:ext>
                  </a:extLst>
                </p14:cNvPr>
                <p14:cNvContentPartPr/>
                <p14:nvPr/>
              </p14:nvContentPartPr>
              <p14:xfrm>
                <a:off x="749811" y="4013399"/>
                <a:ext cx="38520" cy="919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E77349D-8356-9F73-9741-9DDFC3758C5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41171" y="4004399"/>
                  <a:ext cx="56160" cy="9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D855D54-FAD4-B3B1-47D8-6C7D27199B89}"/>
              </a:ext>
            </a:extLst>
          </p:cNvPr>
          <p:cNvGrpSpPr/>
          <p:nvPr/>
        </p:nvGrpSpPr>
        <p:grpSpPr>
          <a:xfrm>
            <a:off x="853851" y="3497879"/>
            <a:ext cx="1532880" cy="390600"/>
            <a:chOff x="853851" y="3497879"/>
            <a:chExt cx="153288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B6C7A44-39B4-5998-E7E9-765F07C875A7}"/>
                    </a:ext>
                  </a:extLst>
                </p14:cNvPr>
                <p14:cNvContentPartPr/>
                <p14:nvPr/>
              </p14:nvContentPartPr>
              <p14:xfrm>
                <a:off x="853851" y="3632159"/>
                <a:ext cx="147960" cy="113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B6C7A44-39B4-5998-E7E9-765F07C875A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45211" y="3623159"/>
                  <a:ext cx="165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EC8EDE9-2F4A-2B21-5629-1A80F783921E}"/>
                    </a:ext>
                  </a:extLst>
                </p14:cNvPr>
                <p14:cNvContentPartPr/>
                <p14:nvPr/>
              </p14:nvContentPartPr>
              <p14:xfrm>
                <a:off x="1028091" y="3650159"/>
                <a:ext cx="123840" cy="70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EC8EDE9-2F4A-2B21-5629-1A80F783921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19451" y="3641159"/>
                  <a:ext cx="141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9AFF309-7DCE-7EF7-7C47-D9D0C98711C0}"/>
                    </a:ext>
                  </a:extLst>
                </p14:cNvPr>
                <p14:cNvContentPartPr/>
                <p14:nvPr/>
              </p14:nvContentPartPr>
              <p14:xfrm>
                <a:off x="1040331" y="3641159"/>
                <a:ext cx="82440" cy="83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9AFF309-7DCE-7EF7-7C47-D9D0C98711C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31691" y="3632159"/>
                  <a:ext cx="100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D0B6F22-8DF4-C52D-D208-2658B9B1D180}"/>
                    </a:ext>
                  </a:extLst>
                </p14:cNvPr>
                <p14:cNvContentPartPr/>
                <p14:nvPr/>
              </p14:nvContentPartPr>
              <p14:xfrm>
                <a:off x="1231851" y="3633959"/>
                <a:ext cx="84600" cy="163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D0B6F22-8DF4-C52D-D208-2658B9B1D18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223211" y="3624959"/>
                  <a:ext cx="102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C7B77E3-F58C-8C36-DD6D-47884B6C271F}"/>
                    </a:ext>
                  </a:extLst>
                </p14:cNvPr>
                <p14:cNvContentPartPr/>
                <p14:nvPr/>
              </p14:nvContentPartPr>
              <p14:xfrm>
                <a:off x="1443171" y="3652679"/>
                <a:ext cx="303120" cy="72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C7B77E3-F58C-8C36-DD6D-47884B6C271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434171" y="3644039"/>
                  <a:ext cx="320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83C344A-2423-AD78-E450-38C3A731EDE8}"/>
                    </a:ext>
                  </a:extLst>
                </p14:cNvPr>
                <p14:cNvContentPartPr/>
                <p14:nvPr/>
              </p14:nvContentPartPr>
              <p14:xfrm>
                <a:off x="1819011" y="3497879"/>
                <a:ext cx="137520" cy="235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83C344A-2423-AD78-E450-38C3A731EDE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810011" y="3488879"/>
                  <a:ext cx="155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811ADAA-B101-5DEB-E721-C6FBC2FF29CF}"/>
                    </a:ext>
                  </a:extLst>
                </p14:cNvPr>
                <p14:cNvContentPartPr/>
                <p14:nvPr/>
              </p14:nvContentPartPr>
              <p14:xfrm>
                <a:off x="2014851" y="3684719"/>
                <a:ext cx="14040" cy="48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811ADAA-B101-5DEB-E721-C6FBC2FF29C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05851" y="3676079"/>
                  <a:ext cx="31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6C00179-12BE-B25A-6637-BB56BC32CBA2}"/>
                    </a:ext>
                  </a:extLst>
                </p14:cNvPr>
                <p14:cNvContentPartPr/>
                <p14:nvPr/>
              </p14:nvContentPartPr>
              <p14:xfrm>
                <a:off x="1976331" y="3547919"/>
                <a:ext cx="360" cy="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6C00179-12BE-B25A-6637-BB56BC32CBA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967691" y="353891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3896E00-566F-A2CC-1324-0A8A8650BC7B}"/>
                    </a:ext>
                  </a:extLst>
                </p14:cNvPr>
                <p14:cNvContentPartPr/>
                <p14:nvPr/>
              </p14:nvContentPartPr>
              <p14:xfrm>
                <a:off x="2096931" y="3662759"/>
                <a:ext cx="156600" cy="68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3896E00-566F-A2CC-1324-0A8A8650BC7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087931" y="3654119"/>
                  <a:ext cx="174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08E8629-DA4E-A9F3-509C-CDCAABE0EBFB}"/>
                    </a:ext>
                  </a:extLst>
                </p14:cNvPr>
                <p14:cNvContentPartPr/>
                <p14:nvPr/>
              </p14:nvContentPartPr>
              <p14:xfrm>
                <a:off x="2302131" y="3660959"/>
                <a:ext cx="84600" cy="227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08E8629-DA4E-A9F3-509C-CDCAABE0EBF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293491" y="3651959"/>
                  <a:ext cx="10224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AAF264C-3580-EAF7-1252-99F7F1859E3D}"/>
              </a:ext>
            </a:extLst>
          </p:cNvPr>
          <p:cNvGrpSpPr/>
          <p:nvPr/>
        </p:nvGrpSpPr>
        <p:grpSpPr>
          <a:xfrm>
            <a:off x="740451" y="4407239"/>
            <a:ext cx="141480" cy="77400"/>
            <a:chOff x="740451" y="4407239"/>
            <a:chExt cx="141480" cy="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53E54B5-6092-D1DE-446D-C3A35AA7B7A7}"/>
                    </a:ext>
                  </a:extLst>
                </p14:cNvPr>
                <p14:cNvContentPartPr/>
                <p14:nvPr/>
              </p14:nvContentPartPr>
              <p14:xfrm>
                <a:off x="767091" y="4478519"/>
                <a:ext cx="114840" cy="6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53E54B5-6092-D1DE-446D-C3A35AA7B7A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58091" y="4469879"/>
                  <a:ext cx="132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16C777C-277F-DCC8-6D43-7EB67766A911}"/>
                    </a:ext>
                  </a:extLst>
                </p14:cNvPr>
                <p14:cNvContentPartPr/>
                <p14:nvPr/>
              </p14:nvContentPartPr>
              <p14:xfrm>
                <a:off x="740451" y="4407239"/>
                <a:ext cx="91800" cy="9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16C777C-277F-DCC8-6D43-7EB67766A91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31811" y="4398239"/>
                  <a:ext cx="1094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46710D6-4173-D602-DCCE-0197E9939334}"/>
              </a:ext>
            </a:extLst>
          </p:cNvPr>
          <p:cNvGrpSpPr/>
          <p:nvPr/>
        </p:nvGrpSpPr>
        <p:grpSpPr>
          <a:xfrm>
            <a:off x="326811" y="4349279"/>
            <a:ext cx="190440" cy="315720"/>
            <a:chOff x="326811" y="4349279"/>
            <a:chExt cx="1904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65C859D-6A54-5DB8-F23C-DC32145F2D0A}"/>
                    </a:ext>
                  </a:extLst>
                </p14:cNvPr>
                <p14:cNvContentPartPr/>
                <p14:nvPr/>
              </p14:nvContentPartPr>
              <p14:xfrm>
                <a:off x="354891" y="4349279"/>
                <a:ext cx="162360" cy="194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65C859D-6A54-5DB8-F23C-DC32145F2D0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46251" y="4340279"/>
                  <a:ext cx="180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DDAB0A9-B6F6-4E8B-C434-3BF8B363A7B7}"/>
                    </a:ext>
                  </a:extLst>
                </p14:cNvPr>
                <p14:cNvContentPartPr/>
                <p14:nvPr/>
              </p14:nvContentPartPr>
              <p14:xfrm>
                <a:off x="376131" y="4385639"/>
                <a:ext cx="103320" cy="147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DDAB0A9-B6F6-4E8B-C434-3BF8B363A7B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67491" y="4376639"/>
                  <a:ext cx="120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B3D04D0-D3A9-E373-DC39-7F3727E72718}"/>
                    </a:ext>
                  </a:extLst>
                </p14:cNvPr>
                <p14:cNvContentPartPr/>
                <p14:nvPr/>
              </p14:nvContentPartPr>
              <p14:xfrm>
                <a:off x="326811" y="4636559"/>
                <a:ext cx="151200" cy="28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B3D04D0-D3A9-E373-DC39-7F3727E7271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18171" y="4627919"/>
                  <a:ext cx="1688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42424766-B181-6BFA-8B6F-AFA3F1204C9D}"/>
              </a:ext>
            </a:extLst>
          </p:cNvPr>
          <p:cNvGrpSpPr/>
          <p:nvPr/>
        </p:nvGrpSpPr>
        <p:grpSpPr>
          <a:xfrm>
            <a:off x="2683011" y="3498599"/>
            <a:ext cx="1123200" cy="395640"/>
            <a:chOff x="2683011" y="3498599"/>
            <a:chExt cx="11232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74B41C5-41B5-D0B7-04C8-BE638F823C82}"/>
                    </a:ext>
                  </a:extLst>
                </p14:cNvPr>
                <p14:cNvContentPartPr/>
                <p14:nvPr/>
              </p14:nvContentPartPr>
              <p14:xfrm>
                <a:off x="2713971" y="3564839"/>
                <a:ext cx="121680" cy="110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74B41C5-41B5-D0B7-04C8-BE638F823C8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705331" y="3556199"/>
                  <a:ext cx="139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8ED04B5-CCE3-C451-265C-72E4D5612571}"/>
                    </a:ext>
                  </a:extLst>
                </p14:cNvPr>
                <p14:cNvContentPartPr/>
                <p14:nvPr/>
              </p14:nvContentPartPr>
              <p14:xfrm>
                <a:off x="2718651" y="3566639"/>
                <a:ext cx="90360" cy="115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8ED04B5-CCE3-C451-265C-72E4D561257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710011" y="3557639"/>
                  <a:ext cx="108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6905C2D-91FA-ED59-CB95-D239BE4B4BD7}"/>
                    </a:ext>
                  </a:extLst>
                </p14:cNvPr>
                <p14:cNvContentPartPr/>
                <p14:nvPr/>
              </p14:nvContentPartPr>
              <p14:xfrm>
                <a:off x="2683011" y="3739439"/>
                <a:ext cx="197280" cy="6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6905C2D-91FA-ED59-CB95-D239BE4B4BD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674011" y="3730439"/>
                  <a:ext cx="214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8615E4E-FBB0-DCD5-272A-8960DC98E199}"/>
                    </a:ext>
                  </a:extLst>
                </p14:cNvPr>
                <p14:cNvContentPartPr/>
                <p14:nvPr/>
              </p14:nvContentPartPr>
              <p14:xfrm>
                <a:off x="3121491" y="3604439"/>
                <a:ext cx="187200" cy="727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8615E4E-FBB0-DCD5-272A-8960DC98E19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112491" y="3595799"/>
                  <a:ext cx="204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CE222C2-EBF2-30E3-302C-F4AAA29D7EF0}"/>
                    </a:ext>
                  </a:extLst>
                </p14:cNvPr>
                <p14:cNvContentPartPr/>
                <p14:nvPr/>
              </p14:nvContentPartPr>
              <p14:xfrm>
                <a:off x="3322371" y="3564479"/>
                <a:ext cx="96120" cy="1162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CE222C2-EBF2-30E3-302C-F4AAA29D7EF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13371" y="3555479"/>
                  <a:ext cx="113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96971BE-614B-8AA7-6786-9A4AE8891AD3}"/>
                    </a:ext>
                  </a:extLst>
                </p14:cNvPr>
                <p14:cNvContentPartPr/>
                <p14:nvPr/>
              </p14:nvContentPartPr>
              <p14:xfrm>
                <a:off x="3471411" y="3619199"/>
                <a:ext cx="20160" cy="428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96971BE-614B-8AA7-6786-9A4AE8891AD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62411" y="3610199"/>
                  <a:ext cx="37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4E908C5-75B2-D702-14D3-894BAFF68337}"/>
                    </a:ext>
                  </a:extLst>
                </p14:cNvPr>
                <p14:cNvContentPartPr/>
                <p14:nvPr/>
              </p14:nvContentPartPr>
              <p14:xfrm>
                <a:off x="3449451" y="3498599"/>
                <a:ext cx="12600" cy="475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4E908C5-75B2-D702-14D3-894BAFF6833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440451" y="3489959"/>
                  <a:ext cx="30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A3A007B-8682-B76E-7BE5-FCFECE39C5A6}"/>
                    </a:ext>
                  </a:extLst>
                </p14:cNvPr>
                <p14:cNvContentPartPr/>
                <p14:nvPr/>
              </p14:nvContentPartPr>
              <p14:xfrm>
                <a:off x="3536931" y="3629999"/>
                <a:ext cx="131400" cy="37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A3A007B-8682-B76E-7BE5-FCFECE39C5A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528291" y="3621359"/>
                  <a:ext cx="149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0B179EA-3671-562D-D0FA-D0BEA8BAA9F0}"/>
                    </a:ext>
                  </a:extLst>
                </p14:cNvPr>
                <p14:cNvContentPartPr/>
                <p14:nvPr/>
              </p14:nvContentPartPr>
              <p14:xfrm>
                <a:off x="3689571" y="3619559"/>
                <a:ext cx="116640" cy="2746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0B179EA-3671-562D-D0FA-D0BEA8BAA9F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680571" y="3610559"/>
                  <a:ext cx="13428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50F3405-49A4-7508-9D66-05BB9FA6DAD6}"/>
              </a:ext>
            </a:extLst>
          </p:cNvPr>
          <p:cNvGrpSpPr/>
          <p:nvPr/>
        </p:nvGrpSpPr>
        <p:grpSpPr>
          <a:xfrm>
            <a:off x="4083051" y="3397079"/>
            <a:ext cx="2419920" cy="313560"/>
            <a:chOff x="4083051" y="3397079"/>
            <a:chExt cx="24199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1935764-BECB-0BBD-8BA9-93D93869470B}"/>
                    </a:ext>
                  </a:extLst>
                </p14:cNvPr>
                <p14:cNvContentPartPr/>
                <p14:nvPr/>
              </p14:nvContentPartPr>
              <p14:xfrm>
                <a:off x="4083051" y="3591839"/>
                <a:ext cx="245520" cy="907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1935764-BECB-0BBD-8BA9-93D93869470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074411" y="3582839"/>
                  <a:ext cx="263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5CA89EB-38EC-AAF6-C2B2-019D384263BD}"/>
                    </a:ext>
                  </a:extLst>
                </p14:cNvPr>
                <p14:cNvContentPartPr/>
                <p14:nvPr/>
              </p14:nvContentPartPr>
              <p14:xfrm>
                <a:off x="4369251" y="3433799"/>
                <a:ext cx="300600" cy="2671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5CA89EB-38EC-AAF6-C2B2-019D384263B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360251" y="3425159"/>
                  <a:ext cx="3182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C935670-0C6B-88AD-01A5-2DFCC5472E6F}"/>
                    </a:ext>
                  </a:extLst>
                </p14:cNvPr>
                <p14:cNvContentPartPr/>
                <p14:nvPr/>
              </p14:nvContentPartPr>
              <p14:xfrm>
                <a:off x="4685691" y="3405719"/>
                <a:ext cx="192960" cy="2469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C935670-0C6B-88AD-01A5-2DFCC5472E6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677051" y="3396719"/>
                  <a:ext cx="210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3A1762D-5E1C-1623-8F91-C806EE93302F}"/>
                    </a:ext>
                  </a:extLst>
                </p14:cNvPr>
                <p14:cNvContentPartPr/>
                <p14:nvPr/>
              </p14:nvContentPartPr>
              <p14:xfrm>
                <a:off x="4833651" y="3491759"/>
                <a:ext cx="6840" cy="14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3A1762D-5E1C-1623-8F91-C806EE93302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825011" y="3483119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F7DC72F-7223-B0C9-C4C2-6CFF4138693C}"/>
                    </a:ext>
                  </a:extLst>
                </p14:cNvPr>
                <p14:cNvContentPartPr/>
                <p14:nvPr/>
              </p14:nvContentPartPr>
              <p14:xfrm>
                <a:off x="4977291" y="3431999"/>
                <a:ext cx="498240" cy="236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F7DC72F-7223-B0C9-C4C2-6CFF4138693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68291" y="3423359"/>
                  <a:ext cx="5158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F044A3A-EF38-D664-924F-09956C6F0F1A}"/>
                    </a:ext>
                  </a:extLst>
                </p14:cNvPr>
                <p14:cNvContentPartPr/>
                <p14:nvPr/>
              </p14:nvContentPartPr>
              <p14:xfrm>
                <a:off x="5511891" y="3599039"/>
                <a:ext cx="238680" cy="698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F044A3A-EF38-D664-924F-09956C6F0F1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503251" y="3590039"/>
                  <a:ext cx="256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1B2D173-5F82-2470-AD1E-FE552FBEFB79}"/>
                    </a:ext>
                  </a:extLst>
                </p14:cNvPr>
                <p14:cNvContentPartPr/>
                <p14:nvPr/>
              </p14:nvContentPartPr>
              <p14:xfrm>
                <a:off x="5787291" y="3557999"/>
                <a:ext cx="104040" cy="133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1B2D173-5F82-2470-AD1E-FE552FBEFB7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778651" y="3549359"/>
                  <a:ext cx="121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B0F5C70-029F-6970-BE80-6A5A40FBE374}"/>
                    </a:ext>
                  </a:extLst>
                </p14:cNvPr>
                <p14:cNvContentPartPr/>
                <p14:nvPr/>
              </p14:nvContentPartPr>
              <p14:xfrm>
                <a:off x="5940651" y="3641159"/>
                <a:ext cx="35640" cy="694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B0F5C70-029F-6970-BE80-6A5A40FBE37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932011" y="3632159"/>
                  <a:ext cx="53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C935376-096D-B2E9-DF8E-119C6A24DEA3}"/>
                    </a:ext>
                  </a:extLst>
                </p14:cNvPr>
                <p14:cNvContentPartPr/>
                <p14:nvPr/>
              </p14:nvContentPartPr>
              <p14:xfrm>
                <a:off x="5918691" y="3509759"/>
                <a:ext cx="360" cy="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C935376-096D-B2E9-DF8E-119C6A24DEA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910051" y="350075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3E7F077-A231-7203-1886-02419BC4DC27}"/>
                    </a:ext>
                  </a:extLst>
                </p14:cNvPr>
                <p14:cNvContentPartPr/>
                <p14:nvPr/>
              </p14:nvContentPartPr>
              <p14:xfrm>
                <a:off x="6055491" y="3624599"/>
                <a:ext cx="79200" cy="77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3E7F077-A231-7203-1886-02419BC4DC2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046851" y="3615599"/>
                  <a:ext cx="96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C12461-3342-9FD2-B147-EBCE32D9D716}"/>
                    </a:ext>
                  </a:extLst>
                </p14:cNvPr>
                <p14:cNvContentPartPr/>
                <p14:nvPr/>
              </p14:nvContentPartPr>
              <p14:xfrm>
                <a:off x="6176091" y="3608039"/>
                <a:ext cx="125280" cy="86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C12461-3342-9FD2-B147-EBCE32D9D71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167451" y="3599399"/>
                  <a:ext cx="14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39A1224-3145-F099-E09C-F455E1B4E33E}"/>
                    </a:ext>
                  </a:extLst>
                </p14:cNvPr>
                <p14:cNvContentPartPr/>
                <p14:nvPr/>
              </p14:nvContentPartPr>
              <p14:xfrm>
                <a:off x="6336291" y="3397079"/>
                <a:ext cx="166680" cy="287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39A1224-3145-F099-E09C-F455E1B4E33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327291" y="3388439"/>
                  <a:ext cx="18432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F9FA129-3E45-11B7-FE4A-E1F97469B67D}"/>
              </a:ext>
            </a:extLst>
          </p:cNvPr>
          <p:cNvGrpSpPr/>
          <p:nvPr/>
        </p:nvGrpSpPr>
        <p:grpSpPr>
          <a:xfrm>
            <a:off x="6729051" y="3420839"/>
            <a:ext cx="672120" cy="259920"/>
            <a:chOff x="6729051" y="3420839"/>
            <a:chExt cx="67212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3C09723-5BA3-D6DD-5CEC-685FDDBF858F}"/>
                    </a:ext>
                  </a:extLst>
                </p14:cNvPr>
                <p14:cNvContentPartPr/>
                <p14:nvPr/>
              </p14:nvContentPartPr>
              <p14:xfrm>
                <a:off x="6729051" y="3471239"/>
                <a:ext cx="165600" cy="2095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3C09723-5BA3-D6DD-5CEC-685FDDBF858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720411" y="3462599"/>
                  <a:ext cx="183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E2B12C6-C9BD-B9BB-1994-47C78FE39DBD}"/>
                    </a:ext>
                  </a:extLst>
                </p14:cNvPr>
                <p14:cNvContentPartPr/>
                <p14:nvPr/>
              </p14:nvContentPartPr>
              <p14:xfrm>
                <a:off x="6908331" y="3581039"/>
                <a:ext cx="109800" cy="608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E2B12C6-C9BD-B9BB-1994-47C78FE39DB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99331" y="3572039"/>
                  <a:ext cx="127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F36BFAC-B5C6-D5FB-A77F-A2901D6556E7}"/>
                    </a:ext>
                  </a:extLst>
                </p14:cNvPr>
                <p14:cNvContentPartPr/>
                <p14:nvPr/>
              </p14:nvContentPartPr>
              <p14:xfrm>
                <a:off x="7084371" y="3540719"/>
                <a:ext cx="82440" cy="129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F36BFAC-B5C6-D5FB-A77F-A2901D6556E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75371" y="3531719"/>
                  <a:ext cx="100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567607C-E2C6-96B3-8661-4030C78BAC70}"/>
                    </a:ext>
                  </a:extLst>
                </p14:cNvPr>
                <p14:cNvContentPartPr/>
                <p14:nvPr/>
              </p14:nvContentPartPr>
              <p14:xfrm>
                <a:off x="7254651" y="3569879"/>
                <a:ext cx="26640" cy="694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567607C-E2C6-96B3-8661-4030C78BAC7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246011" y="3560879"/>
                  <a:ext cx="44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A194DE0-0F14-D43A-4DE1-3230FBFCF118}"/>
                    </a:ext>
                  </a:extLst>
                </p14:cNvPr>
                <p14:cNvContentPartPr/>
                <p14:nvPr/>
              </p14:nvContentPartPr>
              <p14:xfrm>
                <a:off x="7238451" y="3420839"/>
                <a:ext cx="5760" cy="194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A194DE0-0F14-D43A-4DE1-3230FBFCF11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229451" y="3411839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127E807-9035-B95A-0271-C71E392C4BB7}"/>
                    </a:ext>
                  </a:extLst>
                </p14:cNvPr>
                <p14:cNvContentPartPr/>
                <p14:nvPr/>
              </p14:nvContentPartPr>
              <p14:xfrm>
                <a:off x="7314051" y="3525239"/>
                <a:ext cx="87120" cy="127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127E807-9035-B95A-0271-C71E392C4BB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305051" y="3516239"/>
                  <a:ext cx="1047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AE27F6B-C115-94A8-05AE-ADB1554B6C2B}"/>
              </a:ext>
            </a:extLst>
          </p:cNvPr>
          <p:cNvGrpSpPr/>
          <p:nvPr/>
        </p:nvGrpSpPr>
        <p:grpSpPr>
          <a:xfrm>
            <a:off x="7676571" y="3383759"/>
            <a:ext cx="1062360" cy="279360"/>
            <a:chOff x="7676571" y="3383759"/>
            <a:chExt cx="10623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6CB8DB2-45A7-FEDA-2D0B-8065B82826F9}"/>
                    </a:ext>
                  </a:extLst>
                </p14:cNvPr>
                <p14:cNvContentPartPr/>
                <p14:nvPr/>
              </p14:nvContentPartPr>
              <p14:xfrm>
                <a:off x="7676571" y="3527759"/>
                <a:ext cx="87120" cy="1227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6CB8DB2-45A7-FEDA-2D0B-8065B82826F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667571" y="3518759"/>
                  <a:ext cx="104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3A06B44-A470-9E7C-A85E-5046974619C9}"/>
                    </a:ext>
                  </a:extLst>
                </p14:cNvPr>
                <p14:cNvContentPartPr/>
                <p14:nvPr/>
              </p14:nvContentPartPr>
              <p14:xfrm>
                <a:off x="7808331" y="3520199"/>
                <a:ext cx="169560" cy="1202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3A06B44-A470-9E7C-A85E-5046974619C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799691" y="3511559"/>
                  <a:ext cx="187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E0ADDA3-DF01-F711-F5ED-B06026230E10}"/>
                    </a:ext>
                  </a:extLst>
                </p14:cNvPr>
                <p14:cNvContentPartPr/>
                <p14:nvPr/>
              </p14:nvContentPartPr>
              <p14:xfrm>
                <a:off x="7999851" y="3586079"/>
                <a:ext cx="95040" cy="77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E0ADDA3-DF01-F711-F5ED-B06026230E1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991211" y="3577439"/>
                  <a:ext cx="112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EB5A672-04D2-7C7F-83E5-17CBBAA46220}"/>
                    </a:ext>
                  </a:extLst>
                </p14:cNvPr>
                <p14:cNvContentPartPr/>
                <p14:nvPr/>
              </p14:nvContentPartPr>
              <p14:xfrm>
                <a:off x="8036211" y="3383759"/>
                <a:ext cx="150480" cy="247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EB5A672-04D2-7C7F-83E5-17CBBAA4622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27211" y="3374759"/>
                  <a:ext cx="168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B7A009F-2C10-4405-60A4-C1689EBA9939}"/>
                    </a:ext>
                  </a:extLst>
                </p14:cNvPr>
                <p14:cNvContentPartPr/>
                <p14:nvPr/>
              </p14:nvContentPartPr>
              <p14:xfrm>
                <a:off x="8233491" y="3497879"/>
                <a:ext cx="280080" cy="142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B7A009F-2C10-4405-60A4-C1689EBA993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24851" y="3488879"/>
                  <a:ext cx="297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0742992-3CB1-7798-FFDB-982CE0FF47E1}"/>
                    </a:ext>
                  </a:extLst>
                </p14:cNvPr>
                <p14:cNvContentPartPr/>
                <p14:nvPr/>
              </p14:nvContentPartPr>
              <p14:xfrm>
                <a:off x="8591691" y="3516599"/>
                <a:ext cx="147240" cy="141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0742992-3CB1-7798-FFDB-982CE0FF47E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583051" y="3507599"/>
                  <a:ext cx="16488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BBDE3EF0-C34A-57F8-2F39-67ED9FD70C30}"/>
              </a:ext>
            </a:extLst>
          </p:cNvPr>
          <p:cNvGrpSpPr/>
          <p:nvPr/>
        </p:nvGrpSpPr>
        <p:grpSpPr>
          <a:xfrm>
            <a:off x="9155811" y="3424079"/>
            <a:ext cx="917640" cy="309960"/>
            <a:chOff x="9155811" y="3424079"/>
            <a:chExt cx="91764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76246AF-B342-8F13-8FD6-58281CAD706A}"/>
                    </a:ext>
                  </a:extLst>
                </p14:cNvPr>
                <p14:cNvContentPartPr/>
                <p14:nvPr/>
              </p14:nvContentPartPr>
              <p14:xfrm>
                <a:off x="9155811" y="3457199"/>
                <a:ext cx="130320" cy="218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76246AF-B342-8F13-8FD6-58281CAD706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146811" y="3448199"/>
                  <a:ext cx="147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8579364-0B2A-63E1-E21A-EF92570C2BA8}"/>
                    </a:ext>
                  </a:extLst>
                </p14:cNvPr>
                <p14:cNvContentPartPr/>
                <p14:nvPr/>
              </p14:nvContentPartPr>
              <p14:xfrm>
                <a:off x="9291171" y="3439919"/>
                <a:ext cx="177840" cy="251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8579364-0B2A-63E1-E21A-EF92570C2BA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282171" y="3430919"/>
                  <a:ext cx="195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E6ACB24-A737-20E1-1BEF-27437C84613E}"/>
                    </a:ext>
                  </a:extLst>
                </p14:cNvPr>
                <p14:cNvContentPartPr/>
                <p14:nvPr/>
              </p14:nvContentPartPr>
              <p14:xfrm>
                <a:off x="9461811" y="3596519"/>
                <a:ext cx="105840" cy="52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E6ACB24-A737-20E1-1BEF-27437C84613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452811" y="3587519"/>
                  <a:ext cx="123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3F3AD08-838A-2265-B555-26E6EACBE483}"/>
                    </a:ext>
                  </a:extLst>
                </p14:cNvPr>
                <p14:cNvContentPartPr/>
                <p14:nvPr/>
              </p14:nvContentPartPr>
              <p14:xfrm>
                <a:off x="9660891" y="3601559"/>
                <a:ext cx="63720" cy="104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3F3AD08-838A-2265-B555-26E6EACBE48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51891" y="3592559"/>
                  <a:ext cx="81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59CA8DB-0D82-E074-46F9-BFB7DFEC34F9}"/>
                    </a:ext>
                  </a:extLst>
                </p14:cNvPr>
                <p14:cNvContentPartPr/>
                <p14:nvPr/>
              </p14:nvContentPartPr>
              <p14:xfrm>
                <a:off x="9796611" y="3476639"/>
                <a:ext cx="31320" cy="178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59CA8DB-0D82-E074-46F9-BFB7DFEC34F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787611" y="3467999"/>
                  <a:ext cx="48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385804A-6FB0-0F5D-DED1-000C49040A33}"/>
                    </a:ext>
                  </a:extLst>
                </p14:cNvPr>
                <p14:cNvContentPartPr/>
                <p14:nvPr/>
              </p14:nvContentPartPr>
              <p14:xfrm>
                <a:off x="9819651" y="3580679"/>
                <a:ext cx="149760" cy="500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385804A-6FB0-0F5D-DED1-000C49040A3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811011" y="3572039"/>
                  <a:ext cx="167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AAED8AE-2471-41B3-5F5D-A4C908A71D86}"/>
                    </a:ext>
                  </a:extLst>
                </p14:cNvPr>
                <p14:cNvContentPartPr/>
                <p14:nvPr/>
              </p14:nvContentPartPr>
              <p14:xfrm>
                <a:off x="9959691" y="3424079"/>
                <a:ext cx="113760" cy="3099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AAED8AE-2471-41B3-5F5D-A4C908A71D8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50691" y="3415079"/>
                  <a:ext cx="131400" cy="327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7C1D32-E55A-4AAC-A1A4-A1B4EAA9AE16}"/>
              </a:ext>
            </a:extLst>
          </p:cNvPr>
          <p:cNvGrpSpPr/>
          <p:nvPr/>
        </p:nvGrpSpPr>
        <p:grpSpPr>
          <a:xfrm>
            <a:off x="1128171" y="634079"/>
            <a:ext cx="1364400" cy="1573200"/>
            <a:chOff x="1128171" y="634079"/>
            <a:chExt cx="1364400" cy="15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468A12-4F1C-9FD0-F956-46F80FF2F317}"/>
                    </a:ext>
                  </a:extLst>
                </p14:cNvPr>
                <p14:cNvContentPartPr/>
                <p14:nvPr/>
              </p14:nvContentPartPr>
              <p14:xfrm>
                <a:off x="1128171" y="1380359"/>
                <a:ext cx="163440" cy="138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468A12-4F1C-9FD0-F956-46F80FF2F3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9531" y="1371359"/>
                  <a:ext cx="181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F0FB75-0CC7-BC95-3D8E-C50CD6FB7D7B}"/>
                    </a:ext>
                  </a:extLst>
                </p14:cNvPr>
                <p14:cNvContentPartPr/>
                <p14:nvPr/>
              </p14:nvContentPartPr>
              <p14:xfrm>
                <a:off x="1155891" y="1406999"/>
                <a:ext cx="87120" cy="108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F0FB75-0CC7-BC95-3D8E-C50CD6FB7D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7251" y="1398359"/>
                  <a:ext cx="104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A15A36-2578-29D1-87E9-60DB1026769C}"/>
                    </a:ext>
                  </a:extLst>
                </p14:cNvPr>
                <p14:cNvContentPartPr/>
                <p14:nvPr/>
              </p14:nvContentPartPr>
              <p14:xfrm>
                <a:off x="1347411" y="1280999"/>
                <a:ext cx="175680" cy="285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A15A36-2578-29D1-87E9-60DB102676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8411" y="1272359"/>
                  <a:ext cx="193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25DB819-6504-3D76-802D-48C6526A719C}"/>
                    </a:ext>
                  </a:extLst>
                </p14:cNvPr>
                <p14:cNvContentPartPr/>
                <p14:nvPr/>
              </p14:nvContentPartPr>
              <p14:xfrm>
                <a:off x="1527411" y="1439399"/>
                <a:ext cx="18252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25DB819-6504-3D76-802D-48C6526A71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8771" y="1430759"/>
                  <a:ext cx="200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A87D88-05C9-397D-6ADB-4170495534F5}"/>
                    </a:ext>
                  </a:extLst>
                </p14:cNvPr>
                <p14:cNvContentPartPr/>
                <p14:nvPr/>
              </p14:nvContentPartPr>
              <p14:xfrm>
                <a:off x="1653411" y="1257959"/>
                <a:ext cx="165960" cy="336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A87D88-05C9-397D-6ADB-4170495534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4411" y="1249319"/>
                  <a:ext cx="1836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CA9A15-D34A-66F8-A6E8-90B6C000CD01}"/>
                    </a:ext>
                  </a:extLst>
                </p14:cNvPr>
                <p14:cNvContentPartPr/>
                <p14:nvPr/>
              </p14:nvContentPartPr>
              <p14:xfrm>
                <a:off x="1977051" y="1455239"/>
                <a:ext cx="136800" cy="6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CA9A15-D34A-66F8-A6E8-90B6C000CD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8051" y="1446599"/>
                  <a:ext cx="154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9F4DF5-90C7-75FF-B1D5-8768653E9289}"/>
                    </a:ext>
                  </a:extLst>
                </p14:cNvPr>
                <p14:cNvContentPartPr/>
                <p14:nvPr/>
              </p14:nvContentPartPr>
              <p14:xfrm>
                <a:off x="1950411" y="1373159"/>
                <a:ext cx="114120" cy="23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9F4DF5-90C7-75FF-B1D5-8768653E92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1411" y="1364519"/>
                  <a:ext cx="131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230D6C-5265-C696-476E-3934613E239B}"/>
                    </a:ext>
                  </a:extLst>
                </p14:cNvPr>
                <p14:cNvContentPartPr/>
                <p14:nvPr/>
              </p14:nvContentPartPr>
              <p14:xfrm>
                <a:off x="2245251" y="634079"/>
                <a:ext cx="247320" cy="157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230D6C-5265-C696-476E-3934613E239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36611" y="625079"/>
                  <a:ext cx="264960" cy="159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5FC0F0-6998-7D87-F0C2-75CA51562B15}"/>
                  </a:ext>
                </a:extLst>
              </p14:cNvPr>
              <p14:cNvContentPartPr/>
              <p14:nvPr/>
            </p14:nvContentPartPr>
            <p14:xfrm>
              <a:off x="2571771" y="729119"/>
              <a:ext cx="204480" cy="159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5FC0F0-6998-7D87-F0C2-75CA51562B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2771" y="720479"/>
                <a:ext cx="22212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7E2DC28-36E6-0ACF-8F06-132F231D72DE}"/>
              </a:ext>
            </a:extLst>
          </p:cNvPr>
          <p:cNvGrpSpPr/>
          <p:nvPr/>
        </p:nvGrpSpPr>
        <p:grpSpPr>
          <a:xfrm>
            <a:off x="3060651" y="700679"/>
            <a:ext cx="585360" cy="157320"/>
            <a:chOff x="3060651" y="700679"/>
            <a:chExt cx="58536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A46D97-0570-9217-7F51-0193CC5E8BAC}"/>
                    </a:ext>
                  </a:extLst>
                </p14:cNvPr>
                <p14:cNvContentPartPr/>
                <p14:nvPr/>
              </p14:nvContentPartPr>
              <p14:xfrm>
                <a:off x="3060651" y="793919"/>
                <a:ext cx="165960" cy="64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A46D97-0570-9217-7F51-0193CC5E8B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51651" y="784919"/>
                  <a:ext cx="183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757257-8D4C-C959-B8BB-B4FAC7ABE5AF}"/>
                    </a:ext>
                  </a:extLst>
                </p14:cNvPr>
                <p14:cNvContentPartPr/>
                <p14:nvPr/>
              </p14:nvContentPartPr>
              <p14:xfrm>
                <a:off x="3313731" y="818759"/>
                <a:ext cx="64800" cy="8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2757257-8D4C-C959-B8BB-B4FAC7ABE5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04731" y="809759"/>
                  <a:ext cx="82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CDF4A5-E9ED-66CD-E833-29EC95A63945}"/>
                    </a:ext>
                  </a:extLst>
                </p14:cNvPr>
                <p14:cNvContentPartPr/>
                <p14:nvPr/>
              </p14:nvContentPartPr>
              <p14:xfrm>
                <a:off x="3314451" y="761159"/>
                <a:ext cx="53280" cy="11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CDF4A5-E9ED-66CD-E833-29EC95A639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05451" y="752159"/>
                  <a:ext cx="70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A426FE-985D-183B-BE24-ACEED62782F0}"/>
                    </a:ext>
                  </a:extLst>
                </p14:cNvPr>
                <p14:cNvContentPartPr/>
                <p14:nvPr/>
              </p14:nvContentPartPr>
              <p14:xfrm>
                <a:off x="3489771" y="700679"/>
                <a:ext cx="156240" cy="139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426FE-985D-183B-BE24-ACEED62782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1131" y="691679"/>
                  <a:ext cx="173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8FE928-0E1F-13AE-D1F9-FC57B0D8AB50}"/>
              </a:ext>
            </a:extLst>
          </p:cNvPr>
          <p:cNvGrpSpPr/>
          <p:nvPr/>
        </p:nvGrpSpPr>
        <p:grpSpPr>
          <a:xfrm>
            <a:off x="2505891" y="1148879"/>
            <a:ext cx="251280" cy="157320"/>
            <a:chOff x="2505891" y="1148879"/>
            <a:chExt cx="25128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A28EFB-DE3E-2541-A9AE-8F46AB879AD1}"/>
                    </a:ext>
                  </a:extLst>
                </p14:cNvPr>
                <p14:cNvContentPartPr/>
                <p14:nvPr/>
              </p14:nvContentPartPr>
              <p14:xfrm>
                <a:off x="2505891" y="1215479"/>
                <a:ext cx="105480" cy="18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A28EFB-DE3E-2541-A9AE-8F46AB879A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96891" y="1206479"/>
                  <a:ext cx="123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3F45F6-7A34-E425-10AF-720BF0D2098B}"/>
                    </a:ext>
                  </a:extLst>
                </p14:cNvPr>
                <p14:cNvContentPartPr/>
                <p14:nvPr/>
              </p14:nvContentPartPr>
              <p14:xfrm>
                <a:off x="2682651" y="1148879"/>
                <a:ext cx="74520" cy="15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3F45F6-7A34-E425-10AF-720BF0D209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74011" y="1139879"/>
                  <a:ext cx="9216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46CBE9-C38F-0D74-9DAB-63623189A35C}"/>
              </a:ext>
            </a:extLst>
          </p:cNvPr>
          <p:cNvGrpSpPr/>
          <p:nvPr/>
        </p:nvGrpSpPr>
        <p:grpSpPr>
          <a:xfrm>
            <a:off x="3071451" y="1172639"/>
            <a:ext cx="334440" cy="102240"/>
            <a:chOff x="3071451" y="1172639"/>
            <a:chExt cx="33444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51BAB0-51C6-45CA-D9F8-7D9C8BDC74A0}"/>
                    </a:ext>
                  </a:extLst>
                </p14:cNvPr>
                <p14:cNvContentPartPr/>
                <p14:nvPr/>
              </p14:nvContentPartPr>
              <p14:xfrm>
                <a:off x="3071451" y="1201799"/>
                <a:ext cx="156240" cy="7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51BAB0-51C6-45CA-D9F8-7D9C8BDC74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2811" y="1193159"/>
                  <a:ext cx="173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DE396A-857C-887F-6E30-36EDC8BA8ECD}"/>
                    </a:ext>
                  </a:extLst>
                </p14:cNvPr>
                <p14:cNvContentPartPr/>
                <p14:nvPr/>
              </p14:nvContentPartPr>
              <p14:xfrm>
                <a:off x="3306171" y="1233119"/>
                <a:ext cx="99720" cy="1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DE396A-857C-887F-6E30-36EDC8BA8E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97531" y="1224119"/>
                  <a:ext cx="117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E397CE-4574-5776-4355-F611EA74BC04}"/>
                    </a:ext>
                  </a:extLst>
                </p14:cNvPr>
                <p14:cNvContentPartPr/>
                <p14:nvPr/>
              </p14:nvContentPartPr>
              <p14:xfrm>
                <a:off x="3293931" y="1172639"/>
                <a:ext cx="95760" cy="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E397CE-4574-5776-4355-F611EA74BC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84931" y="1163999"/>
                  <a:ext cx="1134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C2F7C33-CCFB-6C90-C6E3-F9C8A65B4B5C}"/>
                  </a:ext>
                </a:extLst>
              </p14:cNvPr>
              <p14:cNvContentPartPr/>
              <p14:nvPr/>
            </p14:nvContentPartPr>
            <p14:xfrm>
              <a:off x="3591651" y="1094879"/>
              <a:ext cx="77760" cy="181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C2F7C33-CCFB-6C90-C6E3-F9C8A65B4B5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83011" y="1086239"/>
                <a:ext cx="954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833AC7-60EC-79C5-412A-15FF59D26FA2}"/>
                  </a:ext>
                </a:extLst>
              </p14:cNvPr>
              <p14:cNvContentPartPr/>
              <p14:nvPr/>
            </p14:nvContentPartPr>
            <p14:xfrm>
              <a:off x="2578611" y="1571159"/>
              <a:ext cx="190800" cy="170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833AC7-60EC-79C5-412A-15FF59D26F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69971" y="1562519"/>
                <a:ext cx="20844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A540FA7-0BD7-BFD0-A1E8-08CEFC457C7C}"/>
              </a:ext>
            </a:extLst>
          </p:cNvPr>
          <p:cNvGrpSpPr/>
          <p:nvPr/>
        </p:nvGrpSpPr>
        <p:grpSpPr>
          <a:xfrm>
            <a:off x="3104931" y="1559279"/>
            <a:ext cx="660240" cy="176760"/>
            <a:chOff x="3104931" y="1559279"/>
            <a:chExt cx="6602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BEE367-0575-793D-DFEC-54E96FCD71E9}"/>
                    </a:ext>
                  </a:extLst>
                </p14:cNvPr>
                <p14:cNvContentPartPr/>
                <p14:nvPr/>
              </p14:nvContentPartPr>
              <p14:xfrm>
                <a:off x="3104931" y="1652519"/>
                <a:ext cx="127440" cy="63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BEE367-0575-793D-DFEC-54E96FCD71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95931" y="1643879"/>
                  <a:ext cx="145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0F56B0-1DB9-83E4-8F56-C3B7D0752C95}"/>
                    </a:ext>
                  </a:extLst>
                </p14:cNvPr>
                <p14:cNvContentPartPr/>
                <p14:nvPr/>
              </p14:nvContentPartPr>
              <p14:xfrm>
                <a:off x="3378531" y="1692119"/>
                <a:ext cx="109440" cy="1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0F56B0-1DB9-83E4-8F56-C3B7D0752C9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69891" y="1683119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E0254D-8123-C89A-6816-369882B36C17}"/>
                    </a:ext>
                  </a:extLst>
                </p14:cNvPr>
                <p14:cNvContentPartPr/>
                <p14:nvPr/>
              </p14:nvContentPartPr>
              <p14:xfrm>
                <a:off x="3382851" y="1653599"/>
                <a:ext cx="8316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E0254D-8123-C89A-6816-369882B36C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73851" y="1644599"/>
                  <a:ext cx="10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3192F9-6835-3DB8-DDBC-AA1F38C05B43}"/>
                    </a:ext>
                  </a:extLst>
                </p14:cNvPr>
                <p14:cNvContentPartPr/>
                <p14:nvPr/>
              </p14:nvContentPartPr>
              <p14:xfrm>
                <a:off x="3597051" y="1559279"/>
                <a:ext cx="168120" cy="176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3192F9-6835-3DB8-DDBC-AA1F38C05B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88411" y="1550639"/>
                  <a:ext cx="18576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D82B353-9151-6F28-4D62-1FD017B90CFC}"/>
                  </a:ext>
                </a:extLst>
              </p14:cNvPr>
              <p14:cNvContentPartPr/>
              <p14:nvPr/>
            </p14:nvContentPartPr>
            <p14:xfrm>
              <a:off x="2587971" y="1998479"/>
              <a:ext cx="160560" cy="138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D82B353-9151-6F28-4D62-1FD017B90C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79331" y="1989479"/>
                <a:ext cx="178200" cy="1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603BAF4-0C2F-193D-886C-9CC7DB8302E4}"/>
              </a:ext>
            </a:extLst>
          </p:cNvPr>
          <p:cNvGrpSpPr/>
          <p:nvPr/>
        </p:nvGrpSpPr>
        <p:grpSpPr>
          <a:xfrm>
            <a:off x="3165411" y="1937999"/>
            <a:ext cx="1423080" cy="246240"/>
            <a:chOff x="3165411" y="1937999"/>
            <a:chExt cx="142308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062BA4-C070-75C2-587A-16F496571B0E}"/>
                    </a:ext>
                  </a:extLst>
                </p14:cNvPr>
                <p14:cNvContentPartPr/>
                <p14:nvPr/>
              </p14:nvContentPartPr>
              <p14:xfrm>
                <a:off x="3165411" y="2090279"/>
                <a:ext cx="133920" cy="57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062BA4-C070-75C2-587A-16F496571B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56411" y="2081639"/>
                  <a:ext cx="151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000AFC-2197-20B9-6572-2C4912E5889E}"/>
                    </a:ext>
                  </a:extLst>
                </p14:cNvPr>
                <p14:cNvContentPartPr/>
                <p14:nvPr/>
              </p14:nvContentPartPr>
              <p14:xfrm>
                <a:off x="3328851" y="1937999"/>
                <a:ext cx="91800" cy="19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000AFC-2197-20B9-6572-2C4912E588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20211" y="1929359"/>
                  <a:ext cx="109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1FF55D-02F7-4593-8343-ACEE8769C2D5}"/>
                    </a:ext>
                  </a:extLst>
                </p14:cNvPr>
                <p14:cNvContentPartPr/>
                <p14:nvPr/>
              </p14:nvContentPartPr>
              <p14:xfrm>
                <a:off x="3317331" y="2069039"/>
                <a:ext cx="11592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1FF55D-02F7-4593-8343-ACEE8769C2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08691" y="2060399"/>
                  <a:ext cx="133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426833-BE20-7A2B-30EE-E5023FE85E42}"/>
                    </a:ext>
                  </a:extLst>
                </p14:cNvPr>
                <p14:cNvContentPartPr/>
                <p14:nvPr/>
              </p14:nvContentPartPr>
              <p14:xfrm>
                <a:off x="3432891" y="1954559"/>
                <a:ext cx="467280" cy="19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426833-BE20-7A2B-30EE-E5023FE85E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24251" y="1945559"/>
                  <a:ext cx="484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23A65C-8796-9453-84DA-6D263FE98104}"/>
                    </a:ext>
                  </a:extLst>
                </p14:cNvPr>
                <p14:cNvContentPartPr/>
                <p14:nvPr/>
              </p14:nvContentPartPr>
              <p14:xfrm>
                <a:off x="3953091" y="2065439"/>
                <a:ext cx="187200" cy="91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23A65C-8796-9453-84DA-6D263FE981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44451" y="2056439"/>
                  <a:ext cx="2048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1A9257B-3375-AA11-34D7-08E6BD9383C7}"/>
                    </a:ext>
                  </a:extLst>
                </p14:cNvPr>
                <p14:cNvContentPartPr/>
                <p14:nvPr/>
              </p14:nvContentPartPr>
              <p14:xfrm>
                <a:off x="4243251" y="2118719"/>
                <a:ext cx="38880" cy="65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1A9257B-3375-AA11-34D7-08E6BD9383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34611" y="2110079"/>
                  <a:ext cx="56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B74F28-D91C-CEAC-8263-7013F4A6FD64}"/>
                    </a:ext>
                  </a:extLst>
                </p14:cNvPr>
                <p14:cNvContentPartPr/>
                <p14:nvPr/>
              </p14:nvContentPartPr>
              <p14:xfrm>
                <a:off x="4210491" y="1987319"/>
                <a:ext cx="26640" cy="15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B74F28-D91C-CEAC-8263-7013F4A6FD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01491" y="1978679"/>
                  <a:ext cx="44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14FF811-9170-2709-8F50-FD8AEAFE1B56}"/>
                    </a:ext>
                  </a:extLst>
                </p14:cNvPr>
                <p14:cNvContentPartPr/>
                <p14:nvPr/>
              </p14:nvContentPartPr>
              <p14:xfrm>
                <a:off x="4340811" y="2042759"/>
                <a:ext cx="24768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14FF811-9170-2709-8F50-FD8AEAFE1B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32171" y="2033759"/>
                  <a:ext cx="2653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F3F0F3D-2B56-D277-BA78-693B693142E3}"/>
              </a:ext>
            </a:extLst>
          </p:cNvPr>
          <p:cNvGrpSpPr/>
          <p:nvPr/>
        </p:nvGrpSpPr>
        <p:grpSpPr>
          <a:xfrm>
            <a:off x="1093251" y="3169199"/>
            <a:ext cx="883800" cy="292320"/>
            <a:chOff x="1093251" y="3169199"/>
            <a:chExt cx="88380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4F09F0-A24C-1272-3AFC-E6D2EEEF0FB0}"/>
                    </a:ext>
                  </a:extLst>
                </p14:cNvPr>
                <p14:cNvContentPartPr/>
                <p14:nvPr/>
              </p14:nvContentPartPr>
              <p14:xfrm>
                <a:off x="1093251" y="3262439"/>
                <a:ext cx="138960" cy="13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4F09F0-A24C-1272-3AFC-E6D2EEEF0F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4251" y="3253439"/>
                  <a:ext cx="156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9AB2A3-FDEC-35CB-20E8-88E6E013022B}"/>
                    </a:ext>
                  </a:extLst>
                </p14:cNvPr>
                <p14:cNvContentPartPr/>
                <p14:nvPr/>
              </p14:nvContentPartPr>
              <p14:xfrm>
                <a:off x="1115571" y="3290519"/>
                <a:ext cx="89280" cy="97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9AB2A3-FDEC-35CB-20E8-88E6E01302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6931" y="3281879"/>
                  <a:ext cx="106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1DF1EF2-A677-C04C-1E36-57B56FDFCA65}"/>
                    </a:ext>
                  </a:extLst>
                </p14:cNvPr>
                <p14:cNvContentPartPr/>
                <p14:nvPr/>
              </p14:nvContentPartPr>
              <p14:xfrm>
                <a:off x="1208811" y="3169199"/>
                <a:ext cx="231120" cy="282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1DF1EF2-A677-C04C-1E36-57B56FDFCA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00171" y="3160199"/>
                  <a:ext cx="24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DCAF87-F685-D166-1F13-30B1960D94E9}"/>
                    </a:ext>
                  </a:extLst>
                </p14:cNvPr>
                <p14:cNvContentPartPr/>
                <p14:nvPr/>
              </p14:nvContentPartPr>
              <p14:xfrm>
                <a:off x="1434531" y="3345959"/>
                <a:ext cx="146520" cy="38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DCAF87-F685-D166-1F13-30B1960D94E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5531" y="3336959"/>
                  <a:ext cx="164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8911B5-6C9D-12A1-967D-89ED6744727A}"/>
                    </a:ext>
                  </a:extLst>
                </p14:cNvPr>
                <p14:cNvContentPartPr/>
                <p14:nvPr/>
              </p14:nvContentPartPr>
              <p14:xfrm>
                <a:off x="1543971" y="3183959"/>
                <a:ext cx="137520" cy="277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8911B5-6C9D-12A1-967D-89ED674472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34971" y="3175319"/>
                  <a:ext cx="155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C6BE734-657F-6270-4D91-A15D2C4D62DC}"/>
                    </a:ext>
                  </a:extLst>
                </p14:cNvPr>
                <p14:cNvContentPartPr/>
                <p14:nvPr/>
              </p14:nvContentPartPr>
              <p14:xfrm>
                <a:off x="1854651" y="3368279"/>
                <a:ext cx="122400" cy="15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C6BE734-657F-6270-4D91-A15D2C4D62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45651" y="3359639"/>
                  <a:ext cx="140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5DD60E-D0C1-8F27-FFE5-F32A0A74EEC7}"/>
                    </a:ext>
                  </a:extLst>
                </p14:cNvPr>
                <p14:cNvContentPartPr/>
                <p14:nvPr/>
              </p14:nvContentPartPr>
              <p14:xfrm>
                <a:off x="1842051" y="3295199"/>
                <a:ext cx="118440" cy="2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5DD60E-D0C1-8F27-FFE5-F32A0A74EE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33051" y="3286199"/>
                  <a:ext cx="1360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18F7F69-8679-6C98-E36C-90345F7C9C4D}"/>
              </a:ext>
            </a:extLst>
          </p:cNvPr>
          <p:cNvGrpSpPr/>
          <p:nvPr/>
        </p:nvGrpSpPr>
        <p:grpSpPr>
          <a:xfrm>
            <a:off x="2298891" y="3542519"/>
            <a:ext cx="159840" cy="167760"/>
            <a:chOff x="2298891" y="3542519"/>
            <a:chExt cx="15984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3B0CBEB-DD68-9570-BD46-C54AAD6905B3}"/>
                    </a:ext>
                  </a:extLst>
                </p14:cNvPr>
                <p14:cNvContentPartPr/>
                <p14:nvPr/>
              </p14:nvContentPartPr>
              <p14:xfrm>
                <a:off x="2298891" y="3542519"/>
                <a:ext cx="23040" cy="167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3B0CBEB-DD68-9570-BD46-C54AAD6905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90251" y="3533519"/>
                  <a:ext cx="40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B4FCBFA-5FF4-6662-BB8C-AD6F67B8D63E}"/>
                    </a:ext>
                  </a:extLst>
                </p14:cNvPr>
                <p14:cNvContentPartPr/>
                <p14:nvPr/>
              </p14:nvContentPartPr>
              <p14:xfrm>
                <a:off x="2311131" y="3624599"/>
                <a:ext cx="147600" cy="66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B4FCBFA-5FF4-6662-BB8C-AD6F67B8D6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02491" y="3615599"/>
                  <a:ext cx="16524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23FEC16-8BA7-8CD9-1DD5-77B51E4A2AEE}"/>
              </a:ext>
            </a:extLst>
          </p:cNvPr>
          <p:cNvGrpSpPr/>
          <p:nvPr/>
        </p:nvGrpSpPr>
        <p:grpSpPr>
          <a:xfrm>
            <a:off x="2183331" y="3093959"/>
            <a:ext cx="2527560" cy="334800"/>
            <a:chOff x="2183331" y="3093959"/>
            <a:chExt cx="252756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4ECD1A-E2FE-75E5-6D06-9DD0302DC5F7}"/>
                    </a:ext>
                  </a:extLst>
                </p14:cNvPr>
                <p14:cNvContentPartPr/>
                <p14:nvPr/>
              </p14:nvContentPartPr>
              <p14:xfrm>
                <a:off x="2183331" y="3135359"/>
                <a:ext cx="350280" cy="291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4ECD1A-E2FE-75E5-6D06-9DD0302DC5F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4331" y="3126359"/>
                  <a:ext cx="3679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B7AA90-2A91-14BB-A649-72722AAAD1B6}"/>
                    </a:ext>
                  </a:extLst>
                </p14:cNvPr>
                <p14:cNvContentPartPr/>
                <p14:nvPr/>
              </p14:nvContentPartPr>
              <p14:xfrm>
                <a:off x="2671851" y="3279719"/>
                <a:ext cx="155520" cy="10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B7AA90-2A91-14BB-A649-72722AAAD1B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62851" y="3270719"/>
                  <a:ext cx="173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AFE244-7101-3700-22B1-C1F9C8DC0F91}"/>
                    </a:ext>
                  </a:extLst>
                </p14:cNvPr>
                <p14:cNvContentPartPr/>
                <p14:nvPr/>
              </p14:nvContentPartPr>
              <p14:xfrm>
                <a:off x="2721891" y="3312479"/>
                <a:ext cx="70920" cy="103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AFE244-7101-3700-22B1-C1F9C8DC0F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12891" y="3303479"/>
                  <a:ext cx="8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AA0FBD-7AB8-4EE9-3F6F-525E6E89BD7A}"/>
                    </a:ext>
                  </a:extLst>
                </p14:cNvPr>
                <p14:cNvContentPartPr/>
                <p14:nvPr/>
              </p14:nvContentPartPr>
              <p14:xfrm>
                <a:off x="2846091" y="3148679"/>
                <a:ext cx="198000" cy="251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AA0FBD-7AB8-4EE9-3F6F-525E6E89BD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37091" y="3140039"/>
                  <a:ext cx="2156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CB8FE2-C1D1-1316-8FDF-AA9250C52B02}"/>
                    </a:ext>
                  </a:extLst>
                </p14:cNvPr>
                <p14:cNvContentPartPr/>
                <p14:nvPr/>
              </p14:nvContentPartPr>
              <p14:xfrm>
                <a:off x="3029331" y="3206279"/>
                <a:ext cx="58320" cy="171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CB8FE2-C1D1-1316-8FDF-AA9250C52B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20331" y="3197639"/>
                  <a:ext cx="75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307312-3C0E-6A72-CF35-DE8A8B836D5A}"/>
                    </a:ext>
                  </a:extLst>
                </p14:cNvPr>
                <p14:cNvContentPartPr/>
                <p14:nvPr/>
              </p14:nvContentPartPr>
              <p14:xfrm>
                <a:off x="3104571" y="3290519"/>
                <a:ext cx="126000" cy="77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307312-3C0E-6A72-CF35-DE8A8B836D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95931" y="3281879"/>
                  <a:ext cx="143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A2E6BCF-4B2E-E6B3-DBDA-E62D8E588D7D}"/>
                    </a:ext>
                  </a:extLst>
                </p14:cNvPr>
                <p14:cNvContentPartPr/>
                <p14:nvPr/>
              </p14:nvContentPartPr>
              <p14:xfrm>
                <a:off x="3170091" y="3147959"/>
                <a:ext cx="184680" cy="280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A2E6BCF-4B2E-E6B3-DBDA-E62D8E588D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61451" y="3138959"/>
                  <a:ext cx="202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B06389-7FA9-53B1-5078-04503050A0AD}"/>
                    </a:ext>
                  </a:extLst>
                </p14:cNvPr>
                <p14:cNvContentPartPr/>
                <p14:nvPr/>
              </p14:nvContentPartPr>
              <p14:xfrm>
                <a:off x="3448371" y="3317159"/>
                <a:ext cx="1440" cy="1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B06389-7FA9-53B1-5078-04503050A0A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9731" y="3308159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58D15C-7AFF-AB34-6F2D-67BE2EBB80F6}"/>
                    </a:ext>
                  </a:extLst>
                </p14:cNvPr>
                <p14:cNvContentPartPr/>
                <p14:nvPr/>
              </p14:nvContentPartPr>
              <p14:xfrm>
                <a:off x="3542331" y="3093959"/>
                <a:ext cx="160200" cy="280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58D15C-7AFF-AB34-6F2D-67BE2EBB80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33331" y="3085319"/>
                  <a:ext cx="177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2C9006-DBF9-F19F-28A9-724E7028EEFB}"/>
                    </a:ext>
                  </a:extLst>
                </p14:cNvPr>
                <p14:cNvContentPartPr/>
                <p14:nvPr/>
              </p14:nvContentPartPr>
              <p14:xfrm>
                <a:off x="3746091" y="3122399"/>
                <a:ext cx="163080" cy="234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82C9006-DBF9-F19F-28A9-724E7028EEF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37091" y="3113399"/>
                  <a:ext cx="180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12BAA1-B443-1753-9168-4103E7AB47BB}"/>
                    </a:ext>
                  </a:extLst>
                </p14:cNvPr>
                <p14:cNvContentPartPr/>
                <p14:nvPr/>
              </p14:nvContentPartPr>
              <p14:xfrm>
                <a:off x="3925731" y="3274319"/>
                <a:ext cx="175680" cy="59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12BAA1-B443-1753-9168-4103E7AB47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16731" y="3265319"/>
                  <a:ext cx="193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5D68F7-4585-E316-910A-C1BA1001B2C7}"/>
                    </a:ext>
                  </a:extLst>
                </p14:cNvPr>
                <p14:cNvContentPartPr/>
                <p14:nvPr/>
              </p14:nvContentPartPr>
              <p14:xfrm>
                <a:off x="4166211" y="3274319"/>
                <a:ext cx="115920" cy="21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5D68F7-4585-E316-910A-C1BA1001B2C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57571" y="3265679"/>
                  <a:ext cx="133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927290-E3A5-1C2B-8AAF-620E00ED0BA1}"/>
                    </a:ext>
                  </a:extLst>
                </p14:cNvPr>
                <p14:cNvContentPartPr/>
                <p14:nvPr/>
              </p14:nvContentPartPr>
              <p14:xfrm>
                <a:off x="4319931" y="3120959"/>
                <a:ext cx="89640" cy="222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927290-E3A5-1C2B-8AAF-620E00ED0B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11291" y="3111959"/>
                  <a:ext cx="107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175EE6-3323-7985-FF95-1C971400EF62}"/>
                    </a:ext>
                  </a:extLst>
                </p14:cNvPr>
                <p14:cNvContentPartPr/>
                <p14:nvPr/>
              </p14:nvContentPartPr>
              <p14:xfrm>
                <a:off x="4400211" y="3257759"/>
                <a:ext cx="164520" cy="87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175EE6-3323-7985-FF95-1C971400EF6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1211" y="3248759"/>
                  <a:ext cx="182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9EF8A6-60AF-503D-2A4F-647CB7AA6581}"/>
                    </a:ext>
                  </a:extLst>
                </p14:cNvPr>
                <p14:cNvContentPartPr/>
                <p14:nvPr/>
              </p14:nvContentPartPr>
              <p14:xfrm>
                <a:off x="4538811" y="3114479"/>
                <a:ext cx="172080" cy="282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9EF8A6-60AF-503D-2A4F-647CB7AA65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30171" y="3105839"/>
                  <a:ext cx="1897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ADE0C2C-5BFB-59CB-AB40-9D1ECF3B6FF9}"/>
              </a:ext>
            </a:extLst>
          </p:cNvPr>
          <p:cNvGrpSpPr/>
          <p:nvPr/>
        </p:nvGrpSpPr>
        <p:grpSpPr>
          <a:xfrm>
            <a:off x="5082771" y="1356959"/>
            <a:ext cx="190080" cy="95040"/>
            <a:chOff x="5082771" y="1356959"/>
            <a:chExt cx="19008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4AF30A-F18A-66AA-8FFF-0FFF39857781}"/>
                    </a:ext>
                  </a:extLst>
                </p14:cNvPr>
                <p14:cNvContentPartPr/>
                <p14:nvPr/>
              </p14:nvContentPartPr>
              <p14:xfrm>
                <a:off x="5096811" y="1430039"/>
                <a:ext cx="176040" cy="21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4AF30A-F18A-66AA-8FFF-0FFF398577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88171" y="1421039"/>
                  <a:ext cx="193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070551-A024-C58F-E19D-9D2A395664EC}"/>
                    </a:ext>
                  </a:extLst>
                </p14:cNvPr>
                <p14:cNvContentPartPr/>
                <p14:nvPr/>
              </p14:nvContentPartPr>
              <p14:xfrm>
                <a:off x="5082771" y="1356959"/>
                <a:ext cx="129960" cy="17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070551-A024-C58F-E19D-9D2A395664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3771" y="1348319"/>
                  <a:ext cx="1476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677D08D-8AE0-FEB0-E6E3-C12832AB2D29}"/>
              </a:ext>
            </a:extLst>
          </p:cNvPr>
          <p:cNvGrpSpPr/>
          <p:nvPr/>
        </p:nvGrpSpPr>
        <p:grpSpPr>
          <a:xfrm>
            <a:off x="5404251" y="1249679"/>
            <a:ext cx="969480" cy="278640"/>
            <a:chOff x="5404251" y="1249679"/>
            <a:chExt cx="9694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58F4273-078C-882A-4EA2-FC3FBBBBA018}"/>
                    </a:ext>
                  </a:extLst>
                </p14:cNvPr>
                <p14:cNvContentPartPr/>
                <p14:nvPr/>
              </p14:nvContentPartPr>
              <p14:xfrm>
                <a:off x="5404251" y="1345799"/>
                <a:ext cx="208080" cy="167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58F4273-078C-882A-4EA2-FC3FBBBBA01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95251" y="1336799"/>
                  <a:ext cx="225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9B08B93-7864-5EF9-5D1A-12303214AC26}"/>
                    </a:ext>
                  </a:extLst>
                </p14:cNvPr>
                <p14:cNvContentPartPr/>
                <p14:nvPr/>
              </p14:nvContentPartPr>
              <p14:xfrm>
                <a:off x="5731131" y="1298279"/>
                <a:ext cx="137160" cy="202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9B08B93-7864-5EF9-5D1A-12303214AC2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22131" y="1289639"/>
                  <a:ext cx="154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D3CFAFC-247F-52F9-C6A2-39B4F5246FAA}"/>
                    </a:ext>
                  </a:extLst>
                </p14:cNvPr>
                <p14:cNvContentPartPr/>
                <p14:nvPr/>
              </p14:nvContentPartPr>
              <p14:xfrm>
                <a:off x="5895291" y="1262639"/>
                <a:ext cx="152640" cy="242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D3CFAFC-247F-52F9-C6A2-39B4F5246F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86291" y="1253999"/>
                  <a:ext cx="170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CD504D4-0DF9-C118-4C6E-84A3508A04A3}"/>
                    </a:ext>
                  </a:extLst>
                </p14:cNvPr>
                <p14:cNvContentPartPr/>
                <p14:nvPr/>
              </p14:nvContentPartPr>
              <p14:xfrm>
                <a:off x="6055491" y="1407359"/>
                <a:ext cx="149400" cy="52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CD504D4-0DF9-C118-4C6E-84A3508A04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46851" y="1398719"/>
                  <a:ext cx="167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24B1B25-4A05-4CD9-3939-D92E8AFD8FB0}"/>
                    </a:ext>
                  </a:extLst>
                </p14:cNvPr>
                <p14:cNvContentPartPr/>
                <p14:nvPr/>
              </p14:nvContentPartPr>
              <p14:xfrm>
                <a:off x="6181491" y="1249679"/>
                <a:ext cx="192240" cy="27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24B1B25-4A05-4CD9-3939-D92E8AFD8F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72851" y="1240679"/>
                  <a:ext cx="20988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0F1884F-E283-1245-B2FB-51C611BF6498}"/>
                  </a:ext>
                </a:extLst>
              </p14:cNvPr>
              <p14:cNvContentPartPr/>
              <p14:nvPr/>
            </p14:nvContentPartPr>
            <p14:xfrm>
              <a:off x="6570651" y="1423559"/>
              <a:ext cx="104040" cy="46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0F1884F-E283-1245-B2FB-51C611BF64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562011" y="1414559"/>
                <a:ext cx="12168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B134C937-31D6-0DA1-1AB6-14D03251E351}"/>
              </a:ext>
            </a:extLst>
          </p:cNvPr>
          <p:cNvGrpSpPr/>
          <p:nvPr/>
        </p:nvGrpSpPr>
        <p:grpSpPr>
          <a:xfrm>
            <a:off x="6936771" y="1225919"/>
            <a:ext cx="1034640" cy="324000"/>
            <a:chOff x="6936771" y="1225919"/>
            <a:chExt cx="103464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A6BD1D-4807-4915-6AB8-99466383F167}"/>
                    </a:ext>
                  </a:extLst>
                </p14:cNvPr>
                <p14:cNvContentPartPr/>
                <p14:nvPr/>
              </p14:nvContentPartPr>
              <p14:xfrm>
                <a:off x="6936771" y="1289639"/>
                <a:ext cx="155160" cy="226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A6BD1D-4807-4915-6AB8-99466383F1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28131" y="1280639"/>
                  <a:ext cx="172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45FF8B-BFE2-364E-A6DE-1BDBC04484F7}"/>
                    </a:ext>
                  </a:extLst>
                </p14:cNvPr>
                <p14:cNvContentPartPr/>
                <p14:nvPr/>
              </p14:nvContentPartPr>
              <p14:xfrm>
                <a:off x="7143411" y="1246079"/>
                <a:ext cx="162360" cy="260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45FF8B-BFE2-364E-A6DE-1BDBC04484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34771" y="1237439"/>
                  <a:ext cx="1800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1C7C9C0-5753-807D-C025-47A134F544E4}"/>
                    </a:ext>
                  </a:extLst>
                </p14:cNvPr>
                <p14:cNvContentPartPr/>
                <p14:nvPr/>
              </p14:nvContentPartPr>
              <p14:xfrm>
                <a:off x="7298571" y="1414199"/>
                <a:ext cx="160200" cy="52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1C7C9C0-5753-807D-C025-47A134F544E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89931" y="1405199"/>
                  <a:ext cx="177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76F926-E01F-5961-7651-1BEDF5EC719C}"/>
                    </a:ext>
                  </a:extLst>
                </p14:cNvPr>
                <p14:cNvContentPartPr/>
                <p14:nvPr/>
              </p14:nvContentPartPr>
              <p14:xfrm>
                <a:off x="7585131" y="1407359"/>
                <a:ext cx="53280" cy="5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76F926-E01F-5961-7651-1BEDF5EC719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76491" y="1398359"/>
                  <a:ext cx="7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B05BE2-475E-E1A3-3716-387A564D1ABE}"/>
                    </a:ext>
                  </a:extLst>
                </p14:cNvPr>
                <p14:cNvContentPartPr/>
                <p14:nvPr/>
              </p14:nvContentPartPr>
              <p14:xfrm>
                <a:off x="7725531" y="1319519"/>
                <a:ext cx="44280" cy="11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B05BE2-475E-E1A3-3716-387A564D1A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6891" y="1310519"/>
                  <a:ext cx="61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8B71C01-5191-E4B3-0CBC-488C334F2A63}"/>
                    </a:ext>
                  </a:extLst>
                </p14:cNvPr>
                <p14:cNvContentPartPr/>
                <p14:nvPr/>
              </p14:nvContentPartPr>
              <p14:xfrm>
                <a:off x="7752891" y="1225919"/>
                <a:ext cx="218520" cy="324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8B71C01-5191-E4B3-0CBC-488C334F2A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44251" y="1216919"/>
                  <a:ext cx="23616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8E82C93-709F-6C3D-DD7E-FE5A974DA417}"/>
              </a:ext>
            </a:extLst>
          </p:cNvPr>
          <p:cNvGrpSpPr/>
          <p:nvPr/>
        </p:nvGrpSpPr>
        <p:grpSpPr>
          <a:xfrm>
            <a:off x="8206851" y="1176239"/>
            <a:ext cx="1758960" cy="368640"/>
            <a:chOff x="8206851" y="1176239"/>
            <a:chExt cx="175896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6E47424-6F3D-40D3-A5BC-709C518F5D3B}"/>
                    </a:ext>
                  </a:extLst>
                </p14:cNvPr>
                <p14:cNvContentPartPr/>
                <p14:nvPr/>
              </p14:nvContentPartPr>
              <p14:xfrm>
                <a:off x="8229171" y="1324919"/>
                <a:ext cx="31320" cy="117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6E47424-6F3D-40D3-A5BC-709C518F5D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20531" y="1315919"/>
                  <a:ext cx="48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6FE5384-9DE5-2CD9-27AF-565CBAC83491}"/>
                    </a:ext>
                  </a:extLst>
                </p14:cNvPr>
                <p14:cNvContentPartPr/>
                <p14:nvPr/>
              </p14:nvContentPartPr>
              <p14:xfrm>
                <a:off x="8206851" y="1378559"/>
                <a:ext cx="99720" cy="1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6FE5384-9DE5-2CD9-27AF-565CBAC834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97851" y="1369559"/>
                  <a:ext cx="117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83B9C9-D2B7-C8E0-6D84-8FA864C3D1BF}"/>
                    </a:ext>
                  </a:extLst>
                </p14:cNvPr>
                <p14:cNvContentPartPr/>
                <p14:nvPr/>
              </p14:nvContentPartPr>
              <p14:xfrm>
                <a:off x="8404491" y="1293599"/>
                <a:ext cx="237960" cy="189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83B9C9-D2B7-C8E0-6D84-8FA864C3D1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95851" y="1284959"/>
                  <a:ext cx="255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EE07E65-29A7-B4D2-B263-E72E1E70EA30}"/>
                    </a:ext>
                  </a:extLst>
                </p14:cNvPr>
                <p14:cNvContentPartPr/>
                <p14:nvPr/>
              </p14:nvContentPartPr>
              <p14:xfrm>
                <a:off x="8765571" y="1242839"/>
                <a:ext cx="144000" cy="253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EE07E65-29A7-B4D2-B263-E72E1E70EA3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56571" y="1234199"/>
                  <a:ext cx="161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33931EC-93F5-4B39-C770-A05A60503092}"/>
                    </a:ext>
                  </a:extLst>
                </p14:cNvPr>
                <p14:cNvContentPartPr/>
                <p14:nvPr/>
              </p14:nvContentPartPr>
              <p14:xfrm>
                <a:off x="9022251" y="1218359"/>
                <a:ext cx="176040" cy="278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33931EC-93F5-4B39-C770-A05A605030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13611" y="1209359"/>
                  <a:ext cx="193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BB481B9-75C0-58CE-05A5-388455944F44}"/>
                    </a:ext>
                  </a:extLst>
                </p14:cNvPr>
                <p14:cNvContentPartPr/>
                <p14:nvPr/>
              </p14:nvContentPartPr>
              <p14:xfrm>
                <a:off x="9187491" y="1401599"/>
                <a:ext cx="175320" cy="83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BB481B9-75C0-58CE-05A5-388455944F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78851" y="1392599"/>
                  <a:ext cx="192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F2F4649-67F3-BC0D-CDA4-CF9E3E00C742}"/>
                    </a:ext>
                  </a:extLst>
                </p14:cNvPr>
                <p14:cNvContentPartPr/>
                <p14:nvPr/>
              </p14:nvContentPartPr>
              <p14:xfrm>
                <a:off x="9478011" y="1431119"/>
                <a:ext cx="60480" cy="11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F2F4649-67F3-BC0D-CDA4-CF9E3E00C7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69371" y="1422119"/>
                  <a:ext cx="78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0E09E0-4B12-7FD8-4C13-9AFC67998EB8}"/>
                    </a:ext>
                  </a:extLst>
                </p14:cNvPr>
                <p14:cNvContentPartPr/>
                <p14:nvPr/>
              </p14:nvContentPartPr>
              <p14:xfrm>
                <a:off x="9581691" y="1287479"/>
                <a:ext cx="195120" cy="176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0E09E0-4B12-7FD8-4C13-9AFC67998EB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73051" y="1278839"/>
                  <a:ext cx="212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87AF537-3F5F-1735-F012-E3671F8BFDDA}"/>
                    </a:ext>
                  </a:extLst>
                </p14:cNvPr>
                <p14:cNvContentPartPr/>
                <p14:nvPr/>
              </p14:nvContentPartPr>
              <p14:xfrm>
                <a:off x="9789771" y="1176239"/>
                <a:ext cx="176040" cy="368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87AF537-3F5F-1735-F012-E3671F8BFDD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81131" y="1167599"/>
                  <a:ext cx="19368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E7A7BC8-352A-98C4-3B9C-6A867D30811D}"/>
              </a:ext>
            </a:extLst>
          </p:cNvPr>
          <p:cNvGrpSpPr/>
          <p:nvPr/>
        </p:nvGrpSpPr>
        <p:grpSpPr>
          <a:xfrm>
            <a:off x="6614211" y="2173439"/>
            <a:ext cx="667800" cy="396000"/>
            <a:chOff x="6614211" y="2173439"/>
            <a:chExt cx="66780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9C4C28-20FB-0182-B474-98EAA9D8C0CD}"/>
                    </a:ext>
                  </a:extLst>
                </p14:cNvPr>
                <p14:cNvContentPartPr/>
                <p14:nvPr/>
              </p14:nvContentPartPr>
              <p14:xfrm>
                <a:off x="6614211" y="2241119"/>
                <a:ext cx="245880" cy="163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9C4C28-20FB-0182-B474-98EAA9D8C0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05571" y="2232479"/>
                  <a:ext cx="263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0559D72-5864-1344-48CE-2990248B2A30}"/>
                    </a:ext>
                  </a:extLst>
                </p14:cNvPr>
                <p14:cNvContentPartPr/>
                <p14:nvPr/>
              </p14:nvContentPartPr>
              <p14:xfrm>
                <a:off x="6849651" y="2173439"/>
                <a:ext cx="432360" cy="396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0559D72-5864-1344-48CE-2990248B2A3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40651" y="2164799"/>
                  <a:ext cx="450000" cy="41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1DA96A4-B1A9-5403-238F-F5FCFC0BE393}"/>
              </a:ext>
            </a:extLst>
          </p:cNvPr>
          <p:cNvGrpSpPr/>
          <p:nvPr/>
        </p:nvGrpSpPr>
        <p:grpSpPr>
          <a:xfrm>
            <a:off x="7523211" y="2129879"/>
            <a:ext cx="1202400" cy="311040"/>
            <a:chOff x="7523211" y="2129879"/>
            <a:chExt cx="120240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71CAC5-3EB7-B4AE-AE40-FDB953C03F39}"/>
                    </a:ext>
                  </a:extLst>
                </p14:cNvPr>
                <p14:cNvContentPartPr/>
                <p14:nvPr/>
              </p14:nvContentPartPr>
              <p14:xfrm>
                <a:off x="7583331" y="2359919"/>
                <a:ext cx="46800" cy="81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71CAC5-3EB7-B4AE-AE40-FDB953C03F3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74331" y="2350919"/>
                  <a:ext cx="64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183E1B-97FE-DCB8-83C1-78C67187D4CC}"/>
                    </a:ext>
                  </a:extLst>
                </p14:cNvPr>
                <p14:cNvContentPartPr/>
                <p14:nvPr/>
              </p14:nvContentPartPr>
              <p14:xfrm>
                <a:off x="7523211" y="2200799"/>
                <a:ext cx="24840" cy="64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183E1B-97FE-DCB8-83C1-78C67187D4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14211" y="2192159"/>
                  <a:ext cx="42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AF29476-326E-5593-3B16-FCAFCCDA8AC4}"/>
                    </a:ext>
                  </a:extLst>
                </p14:cNvPr>
                <p14:cNvContentPartPr/>
                <p14:nvPr/>
              </p14:nvContentPartPr>
              <p14:xfrm>
                <a:off x="7602771" y="2299439"/>
                <a:ext cx="125280" cy="111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AF29476-326E-5593-3B16-FCAFCCDA8AC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94131" y="2290799"/>
                  <a:ext cx="142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3C974F-0883-C950-3CFC-76B64036A1B0}"/>
                    </a:ext>
                  </a:extLst>
                </p14:cNvPr>
                <p14:cNvContentPartPr/>
                <p14:nvPr/>
              </p14:nvContentPartPr>
              <p14:xfrm>
                <a:off x="7982931" y="2129879"/>
                <a:ext cx="68760" cy="235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3C974F-0883-C950-3CFC-76B64036A1B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74291" y="2120879"/>
                  <a:ext cx="86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4D2C8D8-77DA-6F74-2EB2-9507B7016963}"/>
                    </a:ext>
                  </a:extLst>
                </p14:cNvPr>
                <p14:cNvContentPartPr/>
                <p14:nvPr/>
              </p14:nvContentPartPr>
              <p14:xfrm>
                <a:off x="7871331" y="2299439"/>
                <a:ext cx="210600" cy="11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4D2C8D8-77DA-6F74-2EB2-9507B70169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62691" y="2290799"/>
                  <a:ext cx="228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6E1468-E320-4E12-A3E8-023A32DFCE25}"/>
                    </a:ext>
                  </a:extLst>
                </p14:cNvPr>
                <p14:cNvContentPartPr/>
                <p14:nvPr/>
              </p14:nvContentPartPr>
              <p14:xfrm>
                <a:off x="8126571" y="2162639"/>
                <a:ext cx="163080" cy="218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6E1468-E320-4E12-A3E8-023A32DFCE2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17931" y="2153639"/>
                  <a:ext cx="180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E6E2CD-83AA-7996-A136-692B4FDB7210}"/>
                    </a:ext>
                  </a:extLst>
                </p14:cNvPr>
                <p14:cNvContentPartPr/>
                <p14:nvPr/>
              </p14:nvContentPartPr>
              <p14:xfrm>
                <a:off x="8311971" y="2244359"/>
                <a:ext cx="413640" cy="138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E6E2CD-83AA-7996-A136-692B4FDB721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302971" y="2235359"/>
                  <a:ext cx="43128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8EF48E4-5B21-15E6-CE53-97E32BA14A0E}"/>
                  </a:ext>
                </a:extLst>
              </p14:cNvPr>
              <p14:cNvContentPartPr/>
              <p14:nvPr/>
            </p14:nvContentPartPr>
            <p14:xfrm>
              <a:off x="8990571" y="2269919"/>
              <a:ext cx="378720" cy="1238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8EF48E4-5B21-15E6-CE53-97E32BA14A0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981571" y="2261279"/>
                <a:ext cx="39636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342E71D-6852-B9FE-6EF7-582D1375AA56}"/>
              </a:ext>
            </a:extLst>
          </p:cNvPr>
          <p:cNvGrpSpPr/>
          <p:nvPr/>
        </p:nvGrpSpPr>
        <p:grpSpPr>
          <a:xfrm>
            <a:off x="9724611" y="2057519"/>
            <a:ext cx="1194120" cy="441720"/>
            <a:chOff x="9724611" y="2057519"/>
            <a:chExt cx="119412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E3950CB-F369-D5D1-AF07-B70C95513790}"/>
                    </a:ext>
                  </a:extLst>
                </p14:cNvPr>
                <p14:cNvContentPartPr/>
                <p14:nvPr/>
              </p14:nvContentPartPr>
              <p14:xfrm>
                <a:off x="9724611" y="2099279"/>
                <a:ext cx="142560" cy="272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E3950CB-F369-D5D1-AF07-B70C955137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15971" y="2090639"/>
                  <a:ext cx="160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0C96881-3547-A991-466B-1E479D8537D4}"/>
                    </a:ext>
                  </a:extLst>
                </p14:cNvPr>
                <p14:cNvContentPartPr/>
                <p14:nvPr/>
              </p14:nvContentPartPr>
              <p14:xfrm>
                <a:off x="9904251" y="2057519"/>
                <a:ext cx="174960" cy="353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0C96881-3547-A991-466B-1E479D8537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95251" y="2048879"/>
                  <a:ext cx="1926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5F2B6B3-552A-1844-55AE-F31B93866991}"/>
                    </a:ext>
                  </a:extLst>
                </p14:cNvPr>
                <p14:cNvContentPartPr/>
                <p14:nvPr/>
              </p14:nvContentPartPr>
              <p14:xfrm>
                <a:off x="10093971" y="2288639"/>
                <a:ext cx="192240" cy="87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5F2B6B3-552A-1844-55AE-F31B9386699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85331" y="2279639"/>
                  <a:ext cx="209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6510215-22C0-5F71-8927-5A10B06C4867}"/>
                    </a:ext>
                  </a:extLst>
                </p14:cNvPr>
                <p14:cNvContentPartPr/>
                <p14:nvPr/>
              </p14:nvContentPartPr>
              <p14:xfrm>
                <a:off x="10421571" y="2315999"/>
                <a:ext cx="146520" cy="22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6510215-22C0-5F71-8927-5A10B06C486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12571" y="2306999"/>
                  <a:ext cx="164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66EE172-7002-EA16-775F-D0011B01DB9E}"/>
                    </a:ext>
                  </a:extLst>
                </p14:cNvPr>
                <p14:cNvContentPartPr/>
                <p14:nvPr/>
              </p14:nvContentPartPr>
              <p14:xfrm>
                <a:off x="10594731" y="2210519"/>
                <a:ext cx="214200" cy="145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66EE172-7002-EA16-775F-D0011B01DB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86091" y="2201519"/>
                  <a:ext cx="231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3396287-A04F-9910-3CCF-1025868C27DC}"/>
                    </a:ext>
                  </a:extLst>
                </p14:cNvPr>
                <p14:cNvContentPartPr/>
                <p14:nvPr/>
              </p14:nvContentPartPr>
              <p14:xfrm>
                <a:off x="10753491" y="2074799"/>
                <a:ext cx="165240" cy="424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3396287-A04F-9910-3CCF-1025868C27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44851" y="2065799"/>
                  <a:ext cx="182880" cy="44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F97AD3D-73B0-9914-91A7-8AFF3629ACD9}"/>
              </a:ext>
            </a:extLst>
          </p:cNvPr>
          <p:cNvGrpSpPr/>
          <p:nvPr/>
        </p:nvGrpSpPr>
        <p:grpSpPr>
          <a:xfrm>
            <a:off x="7649931" y="532559"/>
            <a:ext cx="1693800" cy="361080"/>
            <a:chOff x="7649931" y="532559"/>
            <a:chExt cx="169380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CF67807-2FF4-B7DD-BFE0-6E333AA27746}"/>
                    </a:ext>
                  </a:extLst>
                </p14:cNvPr>
                <p14:cNvContentPartPr/>
                <p14:nvPr/>
              </p14:nvContentPartPr>
              <p14:xfrm>
                <a:off x="7731651" y="787439"/>
                <a:ext cx="30960" cy="106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CF67807-2FF4-B7DD-BFE0-6E333AA277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23011" y="778799"/>
                  <a:ext cx="486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EC84429-22CA-DC7C-0514-11C552935962}"/>
                    </a:ext>
                  </a:extLst>
                </p14:cNvPr>
                <p14:cNvContentPartPr/>
                <p14:nvPr/>
              </p14:nvContentPartPr>
              <p14:xfrm>
                <a:off x="7649931" y="820919"/>
                <a:ext cx="152640" cy="12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EC84429-22CA-DC7C-0514-11C5529359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41291" y="811919"/>
                  <a:ext cx="170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25731A-56AD-1D3C-7CCD-525AF89D3D08}"/>
                    </a:ext>
                  </a:extLst>
                </p14:cNvPr>
                <p14:cNvContentPartPr/>
                <p14:nvPr/>
              </p14:nvContentPartPr>
              <p14:xfrm>
                <a:off x="7970691" y="641639"/>
                <a:ext cx="150840" cy="191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25731A-56AD-1D3C-7CCD-525AF89D3D0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61691" y="632639"/>
                  <a:ext cx="168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CC3BEF-686D-0E1D-EC58-796E6BCDB751}"/>
                    </a:ext>
                  </a:extLst>
                </p14:cNvPr>
                <p14:cNvContentPartPr/>
                <p14:nvPr/>
              </p14:nvContentPartPr>
              <p14:xfrm>
                <a:off x="8260491" y="771959"/>
                <a:ext cx="21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CC3BEF-686D-0E1D-EC58-796E6BCDB7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51491" y="762959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7AF2162-D9D8-815A-0E76-B1C1A00BF93F}"/>
                    </a:ext>
                  </a:extLst>
                </p14:cNvPr>
                <p14:cNvContentPartPr/>
                <p14:nvPr/>
              </p14:nvContentPartPr>
              <p14:xfrm>
                <a:off x="8311251" y="607439"/>
                <a:ext cx="154080" cy="187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7AF2162-D9D8-815A-0E76-B1C1A00BF93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302611" y="598799"/>
                  <a:ext cx="171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BEF0A30-41E1-CC93-BC43-638061A3CA2A}"/>
                    </a:ext>
                  </a:extLst>
                </p14:cNvPr>
                <p14:cNvContentPartPr/>
                <p14:nvPr/>
              </p14:nvContentPartPr>
              <p14:xfrm>
                <a:off x="8507811" y="546239"/>
                <a:ext cx="170280" cy="265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BEF0A30-41E1-CC93-BC43-638061A3CA2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99171" y="537599"/>
                  <a:ext cx="187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03E3281-293E-8D4B-9B5E-F58131C22E2B}"/>
                    </a:ext>
                  </a:extLst>
                </p14:cNvPr>
                <p14:cNvContentPartPr/>
                <p14:nvPr/>
              </p14:nvContentPartPr>
              <p14:xfrm>
                <a:off x="8673051" y="687359"/>
                <a:ext cx="170640" cy="66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03E3281-293E-8D4B-9B5E-F58131C22E2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64051" y="678359"/>
                  <a:ext cx="188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BCCB42E-D2E8-EE08-2E44-45CCBE611546}"/>
                    </a:ext>
                  </a:extLst>
                </p14:cNvPr>
                <p14:cNvContentPartPr/>
                <p14:nvPr/>
              </p14:nvContentPartPr>
              <p14:xfrm>
                <a:off x="8896971" y="680879"/>
                <a:ext cx="83160" cy="10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BCCB42E-D2E8-EE08-2E44-45CCBE6115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887971" y="671879"/>
                  <a:ext cx="100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548407-3027-9069-AA36-EEBB44E3FC0E}"/>
                    </a:ext>
                  </a:extLst>
                </p14:cNvPr>
                <p14:cNvContentPartPr/>
                <p14:nvPr/>
              </p14:nvContentPartPr>
              <p14:xfrm>
                <a:off x="9023331" y="611759"/>
                <a:ext cx="138960" cy="140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548407-3027-9069-AA36-EEBB44E3FC0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14691" y="602759"/>
                  <a:ext cx="156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3DDF69-035B-CADB-9C7F-2AD2D3E93DC2}"/>
                    </a:ext>
                  </a:extLst>
                </p14:cNvPr>
                <p14:cNvContentPartPr/>
                <p14:nvPr/>
              </p14:nvContentPartPr>
              <p14:xfrm>
                <a:off x="9094611" y="532559"/>
                <a:ext cx="249120" cy="308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3DDF69-035B-CADB-9C7F-2AD2D3E93DC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85611" y="523919"/>
                  <a:ext cx="266760" cy="32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324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B771008-E5B7-60E5-8CB1-BD38D16C6C38}"/>
                  </a:ext>
                </a:extLst>
              </p14:cNvPr>
              <p14:cNvContentPartPr/>
              <p14:nvPr/>
            </p14:nvContentPartPr>
            <p14:xfrm>
              <a:off x="5748051" y="1800479"/>
              <a:ext cx="28440" cy="1303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B771008-E5B7-60E5-8CB1-BD38D16C6C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9051" y="1791839"/>
                <a:ext cx="46080" cy="13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81A09EB-8691-9FB5-DEA3-0F5EB1395DB6}"/>
                  </a:ext>
                </a:extLst>
              </p14:cNvPr>
              <p14:cNvContentPartPr/>
              <p14:nvPr/>
            </p14:nvContentPartPr>
            <p14:xfrm>
              <a:off x="6165291" y="1818119"/>
              <a:ext cx="36360" cy="1287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81A09EB-8691-9FB5-DEA3-0F5EB1395D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6291" y="1809119"/>
                <a:ext cx="54000" cy="13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73C8A80-DBF7-7EAB-35FC-43725102DFAF}"/>
                  </a:ext>
                </a:extLst>
              </p14:cNvPr>
              <p14:cNvContentPartPr/>
              <p14:nvPr/>
            </p14:nvContentPartPr>
            <p14:xfrm>
              <a:off x="6602691" y="1785359"/>
              <a:ext cx="47160" cy="13086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73C8A80-DBF7-7EAB-35FC-43725102DF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4051" y="1776719"/>
                <a:ext cx="64800" cy="13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F67116F-9EFF-615E-EFA9-3DA5E19184A2}"/>
                  </a:ext>
                </a:extLst>
              </p14:cNvPr>
              <p14:cNvContentPartPr/>
              <p14:nvPr/>
            </p14:nvContentPartPr>
            <p14:xfrm>
              <a:off x="6953691" y="1793279"/>
              <a:ext cx="39600" cy="1327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F67116F-9EFF-615E-EFA9-3DA5E19184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44691" y="1784639"/>
                <a:ext cx="57240" cy="13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D422E44-BCED-93AD-BD23-B50F45A263D8}"/>
                  </a:ext>
                </a:extLst>
              </p14:cNvPr>
              <p14:cNvContentPartPr/>
              <p14:nvPr/>
            </p14:nvContentPartPr>
            <p14:xfrm>
              <a:off x="5416131" y="1600679"/>
              <a:ext cx="21600" cy="139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D422E44-BCED-93AD-BD23-B50F45A263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07131" y="1592039"/>
                <a:ext cx="3924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B0DCA43-EEFC-AAC7-37FE-DB5D9393B5E6}"/>
              </a:ext>
            </a:extLst>
          </p:cNvPr>
          <p:cNvGrpSpPr/>
          <p:nvPr/>
        </p:nvGrpSpPr>
        <p:grpSpPr>
          <a:xfrm>
            <a:off x="1168131" y="5486879"/>
            <a:ext cx="893880" cy="148680"/>
            <a:chOff x="1168131" y="5486879"/>
            <a:chExt cx="89388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B3A5E5-19EB-9B2F-BB61-B7CCC8B3FA30}"/>
                    </a:ext>
                  </a:extLst>
                </p14:cNvPr>
                <p14:cNvContentPartPr/>
                <p14:nvPr/>
              </p14:nvContentPartPr>
              <p14:xfrm>
                <a:off x="1168131" y="5486879"/>
                <a:ext cx="13104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B3A5E5-19EB-9B2F-BB61-B7CCC8B3FA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9131" y="5477879"/>
                  <a:ext cx="148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8248A0-FD55-1775-AA2C-7ACDCA14A955}"/>
                    </a:ext>
                  </a:extLst>
                </p14:cNvPr>
                <p14:cNvContentPartPr/>
                <p14:nvPr/>
              </p14:nvContentPartPr>
              <p14:xfrm>
                <a:off x="1446051" y="5590199"/>
                <a:ext cx="65520" cy="1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8248A0-FD55-1775-AA2C-7ACDCA14A9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7051" y="5581559"/>
                  <a:ext cx="83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D0D243-3BA2-5495-C29F-AF608ECA8035}"/>
                    </a:ext>
                  </a:extLst>
                </p14:cNvPr>
                <p14:cNvContentPartPr/>
                <p14:nvPr/>
              </p14:nvContentPartPr>
              <p14:xfrm>
                <a:off x="1439211" y="5552039"/>
                <a:ext cx="104760" cy="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D0D243-3BA2-5495-C29F-AF608ECA80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0571" y="5543039"/>
                  <a:ext cx="122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A3EE93-D55C-34A0-6043-3CA87CFFB634}"/>
                    </a:ext>
                  </a:extLst>
                </p14:cNvPr>
                <p14:cNvContentPartPr/>
                <p14:nvPr/>
              </p14:nvContentPartPr>
              <p14:xfrm>
                <a:off x="1669611" y="5557079"/>
                <a:ext cx="137520" cy="6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A3EE93-D55C-34A0-6043-3CA87CFFB6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0611" y="5548439"/>
                  <a:ext cx="155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8BD475-D01F-C7CF-6635-FC14C10CF6B6}"/>
                    </a:ext>
                  </a:extLst>
                </p14:cNvPr>
                <p14:cNvContentPartPr/>
                <p14:nvPr/>
              </p14:nvContentPartPr>
              <p14:xfrm>
                <a:off x="1861491" y="5495879"/>
                <a:ext cx="200520" cy="139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8BD475-D01F-C7CF-6635-FC14C10CF6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52491" y="5486879"/>
                  <a:ext cx="2181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9267981-0A31-6418-0B65-2674766D348D}"/>
              </a:ext>
            </a:extLst>
          </p:cNvPr>
          <p:cNvGrpSpPr/>
          <p:nvPr/>
        </p:nvGrpSpPr>
        <p:grpSpPr>
          <a:xfrm>
            <a:off x="6214611" y="4336319"/>
            <a:ext cx="870840" cy="303120"/>
            <a:chOff x="6214611" y="4336319"/>
            <a:chExt cx="87084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A8E891-7109-8475-91E1-F462D2C36BB2}"/>
                    </a:ext>
                  </a:extLst>
                </p14:cNvPr>
                <p14:cNvContentPartPr/>
                <p14:nvPr/>
              </p14:nvContentPartPr>
              <p14:xfrm>
                <a:off x="6214611" y="4479959"/>
                <a:ext cx="180360" cy="120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A8E891-7109-8475-91E1-F462D2C36B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05611" y="4470959"/>
                  <a:ext cx="198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CE357B-EF2C-47E1-D535-E66548FE9BD8}"/>
                    </a:ext>
                  </a:extLst>
                </p14:cNvPr>
                <p14:cNvContentPartPr/>
                <p14:nvPr/>
              </p14:nvContentPartPr>
              <p14:xfrm>
                <a:off x="6438171" y="4336319"/>
                <a:ext cx="186840" cy="303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CE357B-EF2C-47E1-D535-E66548FE9B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29531" y="4327319"/>
                  <a:ext cx="2044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B2C9A-D727-B64B-7025-D6FFEAE298C8}"/>
                    </a:ext>
                  </a:extLst>
                </p14:cNvPr>
                <p14:cNvContentPartPr/>
                <p14:nvPr/>
              </p14:nvContentPartPr>
              <p14:xfrm>
                <a:off x="6653091" y="4511639"/>
                <a:ext cx="182160" cy="68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B2C9A-D727-B64B-7025-D6FFEAE298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44091" y="4502639"/>
                  <a:ext cx="199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797717-711F-5E8C-D463-472CA80FA987}"/>
                    </a:ext>
                  </a:extLst>
                </p14:cNvPr>
                <p14:cNvContentPartPr/>
                <p14:nvPr/>
              </p14:nvContentPartPr>
              <p14:xfrm>
                <a:off x="6933171" y="4511639"/>
                <a:ext cx="15228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797717-711F-5E8C-D463-472CA80FA9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24171" y="4502639"/>
                  <a:ext cx="1699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906DFC-949A-695C-EE1C-D197D4FEDD27}"/>
              </a:ext>
            </a:extLst>
          </p:cNvPr>
          <p:cNvGrpSpPr/>
          <p:nvPr/>
        </p:nvGrpSpPr>
        <p:grpSpPr>
          <a:xfrm>
            <a:off x="7249251" y="4312919"/>
            <a:ext cx="338400" cy="317160"/>
            <a:chOff x="7249251" y="4312919"/>
            <a:chExt cx="33840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37788A-5C88-6664-1EA0-EE3ED1C1DD66}"/>
                    </a:ext>
                  </a:extLst>
                </p14:cNvPr>
                <p14:cNvContentPartPr/>
                <p14:nvPr/>
              </p14:nvContentPartPr>
              <p14:xfrm>
                <a:off x="7249251" y="4402199"/>
                <a:ext cx="155880" cy="11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37788A-5C88-6664-1EA0-EE3ED1C1D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40251" y="4393199"/>
                  <a:ext cx="173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3608C8-DA11-98D4-E3F9-CB9D43A12A18}"/>
                    </a:ext>
                  </a:extLst>
                </p14:cNvPr>
                <p14:cNvContentPartPr/>
                <p14:nvPr/>
              </p14:nvContentPartPr>
              <p14:xfrm>
                <a:off x="7353291" y="4462319"/>
                <a:ext cx="34560" cy="104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3608C8-DA11-98D4-E3F9-CB9D43A12A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44651" y="4453319"/>
                  <a:ext cx="52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64CC9F-7A83-F2E9-075B-2F10C38C3641}"/>
                    </a:ext>
                  </a:extLst>
                </p14:cNvPr>
                <p14:cNvContentPartPr/>
                <p14:nvPr/>
              </p14:nvContentPartPr>
              <p14:xfrm>
                <a:off x="7369851" y="4312919"/>
                <a:ext cx="217800" cy="317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64CC9F-7A83-F2E9-075B-2F10C38C36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60851" y="4303919"/>
                  <a:ext cx="23544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50E9506-A3F0-A9D3-879D-CC9ACEA4A8D1}"/>
              </a:ext>
            </a:extLst>
          </p:cNvPr>
          <p:cNvGrpSpPr/>
          <p:nvPr/>
        </p:nvGrpSpPr>
        <p:grpSpPr>
          <a:xfrm>
            <a:off x="8256171" y="4204919"/>
            <a:ext cx="3565440" cy="345600"/>
            <a:chOff x="8256171" y="4204919"/>
            <a:chExt cx="356544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6054CC-CFAA-647D-550E-264601138F97}"/>
                    </a:ext>
                  </a:extLst>
                </p14:cNvPr>
                <p14:cNvContentPartPr/>
                <p14:nvPr/>
              </p14:nvContentPartPr>
              <p14:xfrm>
                <a:off x="8256171" y="4426319"/>
                <a:ext cx="274320" cy="124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6054CC-CFAA-647D-550E-264601138F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47171" y="4417679"/>
                  <a:ext cx="291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88FAA8-6C89-1F62-3630-6521F7EECB56}"/>
                    </a:ext>
                  </a:extLst>
                </p14:cNvPr>
                <p14:cNvContentPartPr/>
                <p14:nvPr/>
              </p14:nvContentPartPr>
              <p14:xfrm>
                <a:off x="8508531" y="4330919"/>
                <a:ext cx="504720" cy="198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88FAA8-6C89-1F62-3630-6521F7EECB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99891" y="4321919"/>
                  <a:ext cx="522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5C99A4-5FDF-35EA-746F-27B4DC52D575}"/>
                    </a:ext>
                  </a:extLst>
                </p14:cNvPr>
                <p14:cNvContentPartPr/>
                <p14:nvPr/>
              </p14:nvContentPartPr>
              <p14:xfrm>
                <a:off x="9076971" y="4401119"/>
                <a:ext cx="171360" cy="122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5C99A4-5FDF-35EA-746F-27B4DC52D5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67971" y="4392479"/>
                  <a:ext cx="189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1FA7558-A6A3-3311-08F4-99642FA039D0}"/>
                    </a:ext>
                  </a:extLst>
                </p14:cNvPr>
                <p14:cNvContentPartPr/>
                <p14:nvPr/>
              </p14:nvContentPartPr>
              <p14:xfrm>
                <a:off x="9388011" y="4248479"/>
                <a:ext cx="140400" cy="24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1FA7558-A6A3-3311-08F4-99642FA039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79371" y="4239839"/>
                  <a:ext cx="158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E3C3F6-5646-DF37-8A6E-02DEB1806567}"/>
                    </a:ext>
                  </a:extLst>
                </p14:cNvPr>
                <p14:cNvContentPartPr/>
                <p14:nvPr/>
              </p14:nvContentPartPr>
              <p14:xfrm>
                <a:off x="9581691" y="4396079"/>
                <a:ext cx="312840" cy="10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E3C3F6-5646-DF37-8A6E-02DEB180656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72691" y="4387439"/>
                  <a:ext cx="330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3B850D-D9FE-D6C9-C0B0-61F4A4640465}"/>
                    </a:ext>
                  </a:extLst>
                </p14:cNvPr>
                <p14:cNvContentPartPr/>
                <p14:nvPr/>
              </p14:nvContentPartPr>
              <p14:xfrm>
                <a:off x="9826491" y="4385639"/>
                <a:ext cx="126360" cy="116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3B850D-D9FE-D6C9-C0B0-61F4A46404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17491" y="4376999"/>
                  <a:ext cx="144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22D88F1-3B1F-710C-1287-FB0855E56E39}"/>
                    </a:ext>
                  </a:extLst>
                </p14:cNvPr>
                <p14:cNvContentPartPr/>
                <p14:nvPr/>
              </p14:nvContentPartPr>
              <p14:xfrm>
                <a:off x="10167771" y="4451519"/>
                <a:ext cx="15120" cy="1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22D88F1-3B1F-710C-1287-FB0855E56E3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58771" y="4442519"/>
                  <a:ext cx="32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F1F648D-C920-27B8-2A44-CE9292DD52F4}"/>
                    </a:ext>
                  </a:extLst>
                </p14:cNvPr>
                <p14:cNvContentPartPr/>
                <p14:nvPr/>
              </p14:nvContentPartPr>
              <p14:xfrm>
                <a:off x="10096491" y="4243439"/>
                <a:ext cx="6120" cy="31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F1F648D-C920-27B8-2A44-CE9292DD52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87491" y="4234799"/>
                  <a:ext cx="23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4CA62A5-A463-B7FA-ED4F-A21D46FE27D5}"/>
                    </a:ext>
                  </a:extLst>
                </p14:cNvPr>
                <p14:cNvContentPartPr/>
                <p14:nvPr/>
              </p14:nvContentPartPr>
              <p14:xfrm>
                <a:off x="10162371" y="4243439"/>
                <a:ext cx="126720" cy="23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4CA62A5-A463-B7FA-ED4F-A21D46FE27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53371" y="4234439"/>
                  <a:ext cx="144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4ABB834-7EFF-9634-55B0-11917225C6E4}"/>
                    </a:ext>
                  </a:extLst>
                </p14:cNvPr>
                <p14:cNvContentPartPr/>
                <p14:nvPr/>
              </p14:nvContentPartPr>
              <p14:xfrm>
                <a:off x="10474491" y="4204919"/>
                <a:ext cx="97560" cy="20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4ABB834-7EFF-9634-55B0-11917225C6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65491" y="4196279"/>
                  <a:ext cx="115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C23D809-E1D0-EBBB-B029-33FBC9781354}"/>
                    </a:ext>
                  </a:extLst>
                </p14:cNvPr>
                <p14:cNvContentPartPr/>
                <p14:nvPr/>
              </p14:nvContentPartPr>
              <p14:xfrm>
                <a:off x="10414011" y="4341359"/>
                <a:ext cx="186840" cy="11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C23D809-E1D0-EBBB-B029-33FBC97813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05011" y="4332719"/>
                  <a:ext cx="204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5B96175-F9F7-8AC7-698D-F67AEDBC1729}"/>
                    </a:ext>
                  </a:extLst>
                </p14:cNvPr>
                <p14:cNvContentPartPr/>
                <p14:nvPr/>
              </p14:nvContentPartPr>
              <p14:xfrm>
                <a:off x="10663491" y="4369079"/>
                <a:ext cx="144720" cy="76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5B96175-F9F7-8AC7-698D-F67AEDBC17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4491" y="4360439"/>
                  <a:ext cx="162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A4DB91-343E-8EC5-1698-5DB424C75DB5}"/>
                    </a:ext>
                  </a:extLst>
                </p14:cNvPr>
                <p14:cNvContentPartPr/>
                <p14:nvPr/>
              </p14:nvContentPartPr>
              <p14:xfrm>
                <a:off x="10839891" y="4316159"/>
                <a:ext cx="73080" cy="120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A4DB91-343E-8EC5-1698-5DB424C75D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30891" y="4307159"/>
                  <a:ext cx="90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0D3068-D91A-0BA5-AB54-8E8F8EB25E4F}"/>
                    </a:ext>
                  </a:extLst>
                </p14:cNvPr>
                <p14:cNvContentPartPr/>
                <p14:nvPr/>
              </p14:nvContentPartPr>
              <p14:xfrm>
                <a:off x="10961571" y="4376639"/>
                <a:ext cx="132120" cy="6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0D3068-D91A-0BA5-AB54-8E8F8EB25E4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52931" y="4367999"/>
                  <a:ext cx="149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266E56A-E89A-2466-C451-3BA2C38B1607}"/>
                    </a:ext>
                  </a:extLst>
                </p14:cNvPr>
                <p14:cNvContentPartPr/>
                <p14:nvPr/>
              </p14:nvContentPartPr>
              <p14:xfrm>
                <a:off x="11243811" y="4378439"/>
                <a:ext cx="106920" cy="57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266E56A-E89A-2466-C451-3BA2C38B16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35171" y="4369799"/>
                  <a:ext cx="124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5CEBBB1-EA37-BAB5-2361-DCA2FCD60440}"/>
                    </a:ext>
                  </a:extLst>
                </p14:cNvPr>
                <p14:cNvContentPartPr/>
                <p14:nvPr/>
              </p14:nvContentPartPr>
              <p14:xfrm>
                <a:off x="11432451" y="4396079"/>
                <a:ext cx="225360" cy="77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5CEBBB1-EA37-BAB5-2361-DCA2FCD604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23811" y="4387079"/>
                  <a:ext cx="243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073BC5-DAC4-431B-2DB3-FBF58000F735}"/>
                    </a:ext>
                  </a:extLst>
                </p14:cNvPr>
                <p14:cNvContentPartPr/>
                <p14:nvPr/>
              </p14:nvContentPartPr>
              <p14:xfrm>
                <a:off x="11689851" y="4243439"/>
                <a:ext cx="83880" cy="127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073BC5-DAC4-431B-2DB3-FBF58000F7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81211" y="4234799"/>
                  <a:ext cx="101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2D48B3-7870-6782-B1E8-498CC60A2917}"/>
                    </a:ext>
                  </a:extLst>
                </p14:cNvPr>
                <p14:cNvContentPartPr/>
                <p14:nvPr/>
              </p14:nvContentPartPr>
              <p14:xfrm>
                <a:off x="11819091" y="4478879"/>
                <a:ext cx="2520" cy="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2D48B3-7870-6782-B1E8-498CC60A29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10451" y="4469879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156B8BE-9283-A047-18E2-9A7C92641F5E}"/>
                  </a:ext>
                </a:extLst>
              </p14:cNvPr>
              <p14:cNvContentPartPr/>
              <p14:nvPr/>
            </p14:nvContentPartPr>
            <p14:xfrm>
              <a:off x="8530851" y="4793519"/>
              <a:ext cx="160920" cy="107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156B8BE-9283-A047-18E2-9A7C92641F5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22211" y="4784519"/>
                <a:ext cx="17856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B22EA24-A487-09C6-1FEC-DD0AADB167CB}"/>
              </a:ext>
            </a:extLst>
          </p:cNvPr>
          <p:cNvGrpSpPr/>
          <p:nvPr/>
        </p:nvGrpSpPr>
        <p:grpSpPr>
          <a:xfrm>
            <a:off x="8863851" y="4681199"/>
            <a:ext cx="456480" cy="224640"/>
            <a:chOff x="8863851" y="4681199"/>
            <a:chExt cx="45648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F2CF286-130D-ECEB-74EE-88A91F26DA74}"/>
                    </a:ext>
                  </a:extLst>
                </p14:cNvPr>
                <p14:cNvContentPartPr/>
                <p14:nvPr/>
              </p14:nvContentPartPr>
              <p14:xfrm>
                <a:off x="8875731" y="4855439"/>
                <a:ext cx="98640" cy="3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F2CF286-130D-ECEB-74EE-88A91F26DA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67091" y="4846799"/>
                  <a:ext cx="11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9DD227-3CB7-834A-0DC1-51BEE6625CF9}"/>
                    </a:ext>
                  </a:extLst>
                </p14:cNvPr>
                <p14:cNvContentPartPr/>
                <p14:nvPr/>
              </p14:nvContentPartPr>
              <p14:xfrm>
                <a:off x="8863851" y="4789559"/>
                <a:ext cx="137880" cy="34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9DD227-3CB7-834A-0DC1-51BEE6625C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55211" y="4780559"/>
                  <a:ext cx="155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2F94166-344B-5FDD-F09E-DAB1281705F0}"/>
                    </a:ext>
                  </a:extLst>
                </p14:cNvPr>
                <p14:cNvContentPartPr/>
                <p14:nvPr/>
              </p14:nvContentPartPr>
              <p14:xfrm>
                <a:off x="9138171" y="4681199"/>
                <a:ext cx="182160" cy="132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2F94166-344B-5FDD-F09E-DAB1281705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29171" y="4672559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26946C-6ED5-A5C1-CC67-8B0B2910A8E5}"/>
                    </a:ext>
                  </a:extLst>
                </p14:cNvPr>
                <p14:cNvContentPartPr/>
                <p14:nvPr/>
              </p14:nvContentPartPr>
              <p14:xfrm>
                <a:off x="9254451" y="4730519"/>
                <a:ext cx="33840" cy="175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26946C-6ED5-A5C1-CC67-8B0B2910A8E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45451" y="4721879"/>
                  <a:ext cx="514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28DA258-07DC-1513-B29E-AB4EBF32A110}"/>
              </a:ext>
            </a:extLst>
          </p:cNvPr>
          <p:cNvGrpSpPr/>
          <p:nvPr/>
        </p:nvGrpSpPr>
        <p:grpSpPr>
          <a:xfrm>
            <a:off x="6312891" y="5193479"/>
            <a:ext cx="1674720" cy="415080"/>
            <a:chOff x="6312891" y="5193479"/>
            <a:chExt cx="167472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E9F031-1A41-717D-69B3-663EDA59FA01}"/>
                    </a:ext>
                  </a:extLst>
                </p14:cNvPr>
                <p14:cNvContentPartPr/>
                <p14:nvPr/>
              </p14:nvContentPartPr>
              <p14:xfrm>
                <a:off x="6312891" y="5398679"/>
                <a:ext cx="176040" cy="159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E9F031-1A41-717D-69B3-663EDA59FA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04251" y="5389679"/>
                  <a:ext cx="193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59EB3F8-B16B-4F4F-FEF2-89EAA3AA5B28}"/>
                    </a:ext>
                  </a:extLst>
                </p14:cNvPr>
                <p14:cNvContentPartPr/>
                <p14:nvPr/>
              </p14:nvContentPartPr>
              <p14:xfrm>
                <a:off x="6602331" y="5239919"/>
                <a:ext cx="166680" cy="368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59EB3F8-B16B-4F4F-FEF2-89EAA3AA5B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93331" y="5230919"/>
                  <a:ext cx="1843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EB0DF9-1C8F-087F-57E4-1500DE8E536F}"/>
                    </a:ext>
                  </a:extLst>
                </p14:cNvPr>
                <p14:cNvContentPartPr/>
                <p14:nvPr/>
              </p14:nvContentPartPr>
              <p14:xfrm>
                <a:off x="6751371" y="5433599"/>
                <a:ext cx="170640" cy="25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EB0DF9-1C8F-087F-57E4-1500DE8E53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42371" y="5424599"/>
                  <a:ext cx="188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461FD4E-AE86-E9A2-F97A-8D5228EFC224}"/>
                    </a:ext>
                  </a:extLst>
                </p14:cNvPr>
                <p14:cNvContentPartPr/>
                <p14:nvPr/>
              </p14:nvContentPartPr>
              <p14:xfrm>
                <a:off x="7019211" y="5377799"/>
                <a:ext cx="174600" cy="11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461FD4E-AE86-E9A2-F97A-8D5228EFC22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10571" y="5368799"/>
                  <a:ext cx="192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D0E44B-E8E8-8721-2786-C71977B191BA}"/>
                    </a:ext>
                  </a:extLst>
                </p14:cNvPr>
                <p14:cNvContentPartPr/>
                <p14:nvPr/>
              </p14:nvContentPartPr>
              <p14:xfrm>
                <a:off x="7386051" y="5332799"/>
                <a:ext cx="35280" cy="167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D0E44B-E8E8-8721-2786-C71977B191B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77051" y="5324159"/>
                  <a:ext cx="52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3E965E7-958C-8970-B757-FAC32F047321}"/>
                    </a:ext>
                  </a:extLst>
                </p14:cNvPr>
                <p14:cNvContentPartPr/>
                <p14:nvPr/>
              </p14:nvContentPartPr>
              <p14:xfrm>
                <a:off x="7358691" y="5426039"/>
                <a:ext cx="164880" cy="8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3E965E7-958C-8970-B757-FAC32F0473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49691" y="5417039"/>
                  <a:ext cx="182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23BCB07-D69E-D4B8-C201-A1FAAF5D2383}"/>
                    </a:ext>
                  </a:extLst>
                </p14:cNvPr>
                <p14:cNvContentPartPr/>
                <p14:nvPr/>
              </p14:nvContentPartPr>
              <p14:xfrm>
                <a:off x="7555971" y="5277719"/>
                <a:ext cx="240480" cy="205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23BCB07-D69E-D4B8-C201-A1FAAF5D23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46971" y="5268719"/>
                  <a:ext cx="258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F26DFA-6477-88D0-E92C-919B57943B13}"/>
                    </a:ext>
                  </a:extLst>
                </p14:cNvPr>
                <p14:cNvContentPartPr/>
                <p14:nvPr/>
              </p14:nvContentPartPr>
              <p14:xfrm>
                <a:off x="7835331" y="5193479"/>
                <a:ext cx="152280" cy="353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F26DFA-6477-88D0-E92C-919B57943B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26331" y="5184839"/>
                  <a:ext cx="169920" cy="37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5E28FF9-0E7E-C708-A296-F15DDF2FB0EE}"/>
              </a:ext>
            </a:extLst>
          </p:cNvPr>
          <p:cNvGrpSpPr/>
          <p:nvPr/>
        </p:nvGrpSpPr>
        <p:grpSpPr>
          <a:xfrm>
            <a:off x="8557491" y="5261879"/>
            <a:ext cx="869760" cy="239760"/>
            <a:chOff x="8557491" y="5261879"/>
            <a:chExt cx="86976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0FDFCF3-ED71-07A6-FC2A-4CE613533CE6}"/>
                    </a:ext>
                  </a:extLst>
                </p14:cNvPr>
                <p14:cNvContentPartPr/>
                <p14:nvPr/>
              </p14:nvContentPartPr>
              <p14:xfrm>
                <a:off x="8557491" y="5406599"/>
                <a:ext cx="221040" cy="95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0FDFCF3-ED71-07A6-FC2A-4CE613533C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48851" y="5397959"/>
                  <a:ext cx="238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41DA29D-49DE-7896-B694-78B1165F0AA7}"/>
                    </a:ext>
                  </a:extLst>
                </p14:cNvPr>
                <p14:cNvContentPartPr/>
                <p14:nvPr/>
              </p14:nvContentPartPr>
              <p14:xfrm>
                <a:off x="8787891" y="5261879"/>
                <a:ext cx="444600" cy="209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41DA29D-49DE-7896-B694-78B1165F0A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79251" y="5252879"/>
                  <a:ext cx="462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92E415-9EA8-BC79-984A-951810E578DA}"/>
                    </a:ext>
                  </a:extLst>
                </p14:cNvPr>
                <p14:cNvContentPartPr/>
                <p14:nvPr/>
              </p14:nvContentPartPr>
              <p14:xfrm>
                <a:off x="9285411" y="5348279"/>
                <a:ext cx="141840" cy="142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92E415-9EA8-BC79-984A-951810E578D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76411" y="5339639"/>
                  <a:ext cx="1594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320613A-D42C-B158-BA68-9FA0CE02CA06}"/>
              </a:ext>
            </a:extLst>
          </p:cNvPr>
          <p:cNvGrpSpPr/>
          <p:nvPr/>
        </p:nvGrpSpPr>
        <p:grpSpPr>
          <a:xfrm>
            <a:off x="9648291" y="5124719"/>
            <a:ext cx="2414520" cy="329040"/>
            <a:chOff x="9648291" y="5124719"/>
            <a:chExt cx="241452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6F038D3-6474-02E9-FBD9-08150EE612D7}"/>
                    </a:ext>
                  </a:extLst>
                </p14:cNvPr>
                <p14:cNvContentPartPr/>
                <p14:nvPr/>
              </p14:nvContentPartPr>
              <p14:xfrm>
                <a:off x="9648291" y="5194919"/>
                <a:ext cx="102240" cy="258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6F038D3-6474-02E9-FBD9-08150EE612D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39291" y="5185919"/>
                  <a:ext cx="119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285F9A-75F1-9738-E117-ED0343BDD8F0}"/>
                    </a:ext>
                  </a:extLst>
                </p14:cNvPr>
                <p14:cNvContentPartPr/>
                <p14:nvPr/>
              </p14:nvContentPartPr>
              <p14:xfrm>
                <a:off x="9829731" y="5345759"/>
                <a:ext cx="82440" cy="8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285F9A-75F1-9738-E117-ED0343BDD8F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21091" y="5337119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527774-9C35-3CA0-DAFB-BE7D59B67C6A}"/>
                    </a:ext>
                  </a:extLst>
                </p14:cNvPr>
                <p14:cNvContentPartPr/>
                <p14:nvPr/>
              </p14:nvContentPartPr>
              <p14:xfrm>
                <a:off x="9970491" y="5316959"/>
                <a:ext cx="170640" cy="120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527774-9C35-3CA0-DAFB-BE7D59B67C6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61851" y="5307959"/>
                  <a:ext cx="188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F1C8FE-7A11-BA61-F4B7-F499083A5114}"/>
                    </a:ext>
                  </a:extLst>
                </p14:cNvPr>
                <p14:cNvContentPartPr/>
                <p14:nvPr/>
              </p14:nvContentPartPr>
              <p14:xfrm>
                <a:off x="10070931" y="5304719"/>
                <a:ext cx="133920" cy="138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F1C8FE-7A11-BA61-F4B7-F499083A51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61931" y="5295719"/>
                  <a:ext cx="151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7D4F487-187F-58D9-46DD-11F1B36D284D}"/>
                    </a:ext>
                  </a:extLst>
                </p14:cNvPr>
                <p14:cNvContentPartPr/>
                <p14:nvPr/>
              </p14:nvContentPartPr>
              <p14:xfrm>
                <a:off x="10456851" y="5382119"/>
                <a:ext cx="16200" cy="22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7D4F487-187F-58D9-46DD-11F1B36D28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47851" y="5373479"/>
                  <a:ext cx="33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C3888C5-2F3B-4976-75B4-E996C80ABA92}"/>
                    </a:ext>
                  </a:extLst>
                </p14:cNvPr>
                <p14:cNvContentPartPr/>
                <p14:nvPr/>
              </p14:nvContentPartPr>
              <p14:xfrm>
                <a:off x="10380891" y="5158919"/>
                <a:ext cx="6120" cy="22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3888C5-2F3B-4976-75B4-E996C80ABA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72251" y="5150279"/>
                  <a:ext cx="2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DC464A2-C40D-7F36-E3ED-67171BB3E2F9}"/>
                    </a:ext>
                  </a:extLst>
                </p14:cNvPr>
                <p14:cNvContentPartPr/>
                <p14:nvPr/>
              </p14:nvContentPartPr>
              <p14:xfrm>
                <a:off x="10481691" y="5190599"/>
                <a:ext cx="168840" cy="202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DC464A2-C40D-7F36-E3ED-67171BB3E2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72691" y="5181599"/>
                  <a:ext cx="186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3F25EE-931C-6A89-529C-84136CAF6685}"/>
                    </a:ext>
                  </a:extLst>
                </p14:cNvPr>
                <p14:cNvContentPartPr/>
                <p14:nvPr/>
              </p14:nvContentPartPr>
              <p14:xfrm>
                <a:off x="10830171" y="5146679"/>
                <a:ext cx="114840" cy="227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3F25EE-931C-6A89-529C-84136CAF66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1531" y="5138039"/>
                  <a:ext cx="132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984E140-3CE1-DA85-5FC0-860A53F6B517}"/>
                    </a:ext>
                  </a:extLst>
                </p14:cNvPr>
                <p14:cNvContentPartPr/>
                <p14:nvPr/>
              </p14:nvContentPartPr>
              <p14:xfrm>
                <a:off x="10850691" y="5283479"/>
                <a:ext cx="100440" cy="11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984E140-3CE1-DA85-5FC0-860A53F6B5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41691" y="5274839"/>
                  <a:ext cx="11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F960421-52C2-5F6B-F1A5-348A95ADD6B7}"/>
                    </a:ext>
                  </a:extLst>
                </p14:cNvPr>
                <p14:cNvContentPartPr/>
                <p14:nvPr/>
              </p14:nvContentPartPr>
              <p14:xfrm>
                <a:off x="10994691" y="5242799"/>
                <a:ext cx="415800" cy="129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F960421-52C2-5F6B-F1A5-348A95ADD6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985691" y="5234159"/>
                  <a:ext cx="433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68F1D9A-9585-C3AC-FEE7-039A01FFE5EA}"/>
                    </a:ext>
                  </a:extLst>
                </p14:cNvPr>
                <p14:cNvContentPartPr/>
                <p14:nvPr/>
              </p14:nvContentPartPr>
              <p14:xfrm>
                <a:off x="11481771" y="5284199"/>
                <a:ext cx="115920" cy="60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68F1D9A-9585-C3AC-FEE7-039A01FFE5E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73131" y="5275199"/>
                  <a:ext cx="133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A8396E-9764-03AF-7DBC-43CC34DB7DA3}"/>
                    </a:ext>
                  </a:extLst>
                </p14:cNvPr>
                <p14:cNvContentPartPr/>
                <p14:nvPr/>
              </p14:nvContentPartPr>
              <p14:xfrm>
                <a:off x="11662491" y="5289239"/>
                <a:ext cx="99720" cy="66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A8396E-9764-03AF-7DBC-43CC34DB7D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53851" y="5280239"/>
                  <a:ext cx="117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7A04F16-8B13-8C54-5888-5C9D52ACB54E}"/>
                    </a:ext>
                  </a:extLst>
                </p14:cNvPr>
                <p14:cNvContentPartPr/>
                <p14:nvPr/>
              </p14:nvContentPartPr>
              <p14:xfrm>
                <a:off x="11875971" y="5187359"/>
                <a:ext cx="183600" cy="103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7A04F16-8B13-8C54-5888-5C9D52ACB54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867331" y="5178359"/>
                  <a:ext cx="201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79C5B3-6480-81A7-45BF-3A4911DCD5B9}"/>
                    </a:ext>
                  </a:extLst>
                </p14:cNvPr>
                <p14:cNvContentPartPr/>
                <p14:nvPr/>
              </p14:nvContentPartPr>
              <p14:xfrm>
                <a:off x="12056691" y="5398679"/>
                <a:ext cx="6120" cy="32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79C5B3-6480-81A7-45BF-3A4911DCD5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047691" y="5389679"/>
                  <a:ext cx="23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A1B55DF-2602-17EB-958E-1B334697B832}"/>
                    </a:ext>
                  </a:extLst>
                </p14:cNvPr>
                <p14:cNvContentPartPr/>
                <p14:nvPr/>
              </p14:nvContentPartPr>
              <p14:xfrm>
                <a:off x="11696331" y="5315879"/>
                <a:ext cx="144720" cy="51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A1B55DF-2602-17EB-958E-1B334697B83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687331" y="5307239"/>
                  <a:ext cx="162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D2C695D-6A9F-15E9-A185-61CC5DF829BE}"/>
                    </a:ext>
                  </a:extLst>
                </p14:cNvPr>
                <p14:cNvContentPartPr/>
                <p14:nvPr/>
              </p14:nvContentPartPr>
              <p14:xfrm>
                <a:off x="11531091" y="5298959"/>
                <a:ext cx="16200" cy="4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D2C695D-6A9F-15E9-A185-61CC5DF829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522451" y="5289959"/>
                  <a:ext cx="33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CECAC5-FA2A-335F-1DB4-15DFAA962D8C}"/>
                    </a:ext>
                  </a:extLst>
                </p14:cNvPr>
                <p14:cNvContentPartPr/>
                <p14:nvPr/>
              </p14:nvContentPartPr>
              <p14:xfrm>
                <a:off x="11366931" y="5124719"/>
                <a:ext cx="437400" cy="298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CECAC5-FA2A-335F-1DB4-15DFAA962D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57931" y="5116079"/>
                  <a:ext cx="45504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C023E25-CFB1-0B6D-59D9-5B6209EACE5C}"/>
              </a:ext>
            </a:extLst>
          </p:cNvPr>
          <p:cNvGrpSpPr/>
          <p:nvPr/>
        </p:nvGrpSpPr>
        <p:grpSpPr>
          <a:xfrm>
            <a:off x="11329491" y="5518199"/>
            <a:ext cx="508680" cy="326880"/>
            <a:chOff x="11329491" y="5518199"/>
            <a:chExt cx="50868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46BC84F-0C40-D7EB-623B-79D99CB14FCC}"/>
                    </a:ext>
                  </a:extLst>
                </p14:cNvPr>
                <p14:cNvContentPartPr/>
                <p14:nvPr/>
              </p14:nvContentPartPr>
              <p14:xfrm>
                <a:off x="11329491" y="5613599"/>
                <a:ext cx="151560" cy="120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46BC84F-0C40-D7EB-623B-79D99CB14F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20851" y="5604959"/>
                  <a:ext cx="169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36E281-B1B8-F294-C00A-84CE0DA94C0D}"/>
                    </a:ext>
                  </a:extLst>
                </p14:cNvPr>
                <p14:cNvContentPartPr/>
                <p14:nvPr/>
              </p14:nvContentPartPr>
              <p14:xfrm>
                <a:off x="11573931" y="5518199"/>
                <a:ext cx="87480" cy="309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36E281-B1B8-F294-C00A-84CE0DA94C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564931" y="5509199"/>
                  <a:ext cx="1051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5D50D0D-2F12-88C8-99DB-AAA274EE72BD}"/>
                    </a:ext>
                  </a:extLst>
                </p14:cNvPr>
                <p14:cNvContentPartPr/>
                <p14:nvPr/>
              </p14:nvContentPartPr>
              <p14:xfrm>
                <a:off x="11575371" y="5716919"/>
                <a:ext cx="104040" cy="15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5D50D0D-2F12-88C8-99DB-AAA274EE72B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66371" y="5708279"/>
                  <a:ext cx="121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E15331-DFA1-C11D-50BD-952EEF4AAC72}"/>
                    </a:ext>
                  </a:extLst>
                </p14:cNvPr>
                <p14:cNvContentPartPr/>
                <p14:nvPr/>
              </p14:nvContentPartPr>
              <p14:xfrm>
                <a:off x="11733051" y="5537279"/>
                <a:ext cx="66600" cy="307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E15331-DFA1-C11D-50BD-952EEF4AAC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724051" y="5528279"/>
                  <a:ext cx="84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6C7AB0-E9EC-AE39-C187-94C5159EC123}"/>
                    </a:ext>
                  </a:extLst>
                </p14:cNvPr>
                <p14:cNvContentPartPr/>
                <p14:nvPr/>
              </p14:nvContentPartPr>
              <p14:xfrm>
                <a:off x="11686611" y="5708999"/>
                <a:ext cx="151560" cy="46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6C7AB0-E9EC-AE39-C187-94C5159EC1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677611" y="5699999"/>
                  <a:ext cx="1692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E456599-14CA-B7F2-C867-AF75DEC863E9}"/>
              </a:ext>
            </a:extLst>
          </p:cNvPr>
          <p:cNvGrpSpPr/>
          <p:nvPr/>
        </p:nvGrpSpPr>
        <p:grpSpPr>
          <a:xfrm>
            <a:off x="10205931" y="4675439"/>
            <a:ext cx="648720" cy="212400"/>
            <a:chOff x="10205931" y="4675439"/>
            <a:chExt cx="64872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E92A51E-6BD4-610B-7B16-FD1A0C3546D2}"/>
                    </a:ext>
                  </a:extLst>
                </p14:cNvPr>
                <p14:cNvContentPartPr/>
                <p14:nvPr/>
              </p14:nvContentPartPr>
              <p14:xfrm>
                <a:off x="10205931" y="4760399"/>
                <a:ext cx="122040" cy="104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E92A51E-6BD4-610B-7B16-FD1A0C3546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97291" y="4751399"/>
                  <a:ext cx="139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ECEC7BB-EA28-5EA0-39F2-E1BFE635BCDE}"/>
                    </a:ext>
                  </a:extLst>
                </p14:cNvPr>
                <p14:cNvContentPartPr/>
                <p14:nvPr/>
              </p14:nvContentPartPr>
              <p14:xfrm>
                <a:off x="10421571" y="4711439"/>
                <a:ext cx="152280" cy="115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ECEC7BB-EA28-5EA0-39F2-E1BFE635BC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12571" y="4702439"/>
                  <a:ext cx="169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E3E1A5E-29CA-ADF0-FCB8-BCDB5449D40F}"/>
                    </a:ext>
                  </a:extLst>
                </p14:cNvPr>
                <p14:cNvContentPartPr/>
                <p14:nvPr/>
              </p14:nvContentPartPr>
              <p14:xfrm>
                <a:off x="10479171" y="4867319"/>
                <a:ext cx="126720" cy="20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E3E1A5E-29CA-ADF0-FCB8-BCDB5449D40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70531" y="4858679"/>
                  <a:ext cx="144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8800F1A-789A-F332-378E-85C030E464F6}"/>
                    </a:ext>
                  </a:extLst>
                </p14:cNvPr>
                <p14:cNvContentPartPr/>
                <p14:nvPr/>
              </p14:nvContentPartPr>
              <p14:xfrm>
                <a:off x="10680771" y="4675439"/>
                <a:ext cx="173880" cy="106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8800F1A-789A-F332-378E-85C030E464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72131" y="4666439"/>
                  <a:ext cx="1915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9EFC643-7987-60C4-1375-65E0B60BE746}"/>
                    </a:ext>
                  </a:extLst>
                </p14:cNvPr>
                <p14:cNvContentPartPr/>
                <p14:nvPr/>
              </p14:nvContentPartPr>
              <p14:xfrm>
                <a:off x="10808571" y="4730519"/>
                <a:ext cx="15840" cy="146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9EFC643-7987-60C4-1375-65E0B60BE7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99931" y="4721879"/>
                  <a:ext cx="3348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188A6E4-6641-39AF-C3B0-0FAC3F3F1961}"/>
              </a:ext>
            </a:extLst>
          </p:cNvPr>
          <p:cNvGrpSpPr/>
          <p:nvPr/>
        </p:nvGrpSpPr>
        <p:grpSpPr>
          <a:xfrm>
            <a:off x="2688411" y="5419559"/>
            <a:ext cx="937440" cy="241560"/>
            <a:chOff x="2688411" y="5419559"/>
            <a:chExt cx="93744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0AE3909-CFB5-5425-8A60-9C913165D5D0}"/>
                    </a:ext>
                  </a:extLst>
                </p14:cNvPr>
                <p14:cNvContentPartPr/>
                <p14:nvPr/>
              </p14:nvContentPartPr>
              <p14:xfrm>
                <a:off x="2688411" y="5557799"/>
                <a:ext cx="153720" cy="64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0AE3909-CFB5-5425-8A60-9C913165D5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9411" y="5549159"/>
                  <a:ext cx="171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4ACCF02-B232-5FBD-C0C1-D0D8CABC1E7F}"/>
                    </a:ext>
                  </a:extLst>
                </p14:cNvPr>
                <p14:cNvContentPartPr/>
                <p14:nvPr/>
              </p14:nvContentPartPr>
              <p14:xfrm>
                <a:off x="2977851" y="5472479"/>
                <a:ext cx="153000" cy="112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4ACCF02-B232-5FBD-C0C1-D0D8CABC1E7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969211" y="5463479"/>
                  <a:ext cx="170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ADB949B-22A3-C15C-470F-3A935A16282D}"/>
                    </a:ext>
                  </a:extLst>
                </p14:cNvPr>
                <p14:cNvContentPartPr/>
                <p14:nvPr/>
              </p14:nvContentPartPr>
              <p14:xfrm>
                <a:off x="3013131" y="5595599"/>
                <a:ext cx="80640" cy="65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ADB949B-22A3-C15C-470F-3A935A1628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04131" y="5586959"/>
                  <a:ext cx="98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9A54695-F5F2-27E9-E39F-432386550946}"/>
                    </a:ext>
                  </a:extLst>
                </p14:cNvPr>
                <p14:cNvContentPartPr/>
                <p14:nvPr/>
              </p14:nvContentPartPr>
              <p14:xfrm>
                <a:off x="3208971" y="5546279"/>
                <a:ext cx="142200" cy="20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9A54695-F5F2-27E9-E39F-4323865509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99971" y="5537639"/>
                  <a:ext cx="159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301921A-55C0-53F7-6607-5E61D53A91DD}"/>
                    </a:ext>
                  </a:extLst>
                </p14:cNvPr>
                <p14:cNvContentPartPr/>
                <p14:nvPr/>
              </p14:nvContentPartPr>
              <p14:xfrm>
                <a:off x="3432891" y="5419559"/>
                <a:ext cx="192960" cy="139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301921A-55C0-53F7-6607-5E61D53A91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24251" y="5410919"/>
                  <a:ext cx="210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5C0364-844D-2D9D-9D67-E6F39F813343}"/>
                    </a:ext>
                  </a:extLst>
                </p14:cNvPr>
                <p14:cNvContentPartPr/>
                <p14:nvPr/>
              </p14:nvContentPartPr>
              <p14:xfrm>
                <a:off x="2999091" y="5589839"/>
                <a:ext cx="11160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5C0364-844D-2D9D-9D67-E6F39F81334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90451" y="5581199"/>
                  <a:ext cx="1292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07DE5A4-BC1F-AB5D-F4CB-FE766F3F3546}"/>
              </a:ext>
            </a:extLst>
          </p:cNvPr>
          <p:cNvGrpSpPr/>
          <p:nvPr/>
        </p:nvGrpSpPr>
        <p:grpSpPr>
          <a:xfrm>
            <a:off x="4626291" y="6010679"/>
            <a:ext cx="1022760" cy="217080"/>
            <a:chOff x="4626291" y="6010679"/>
            <a:chExt cx="102276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D19673F-BDB3-2134-9808-6513856F1E64}"/>
                    </a:ext>
                  </a:extLst>
                </p14:cNvPr>
                <p14:cNvContentPartPr/>
                <p14:nvPr/>
              </p14:nvContentPartPr>
              <p14:xfrm>
                <a:off x="4626291" y="6148919"/>
                <a:ext cx="151920" cy="26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D19673F-BDB3-2134-9808-6513856F1E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17651" y="6139919"/>
                  <a:ext cx="169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C23934F-97DD-418A-F659-AF1467319F4D}"/>
                    </a:ext>
                  </a:extLst>
                </p14:cNvPr>
                <p14:cNvContentPartPr/>
                <p14:nvPr/>
              </p14:nvContentPartPr>
              <p14:xfrm>
                <a:off x="4868931" y="6099599"/>
                <a:ext cx="168480" cy="108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C23934F-97DD-418A-F659-AF1467319F4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59931" y="6090599"/>
                  <a:ext cx="186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3C26423-0EDA-544C-EF4B-032C259CE2E6}"/>
                    </a:ext>
                  </a:extLst>
                </p14:cNvPr>
                <p14:cNvContentPartPr/>
                <p14:nvPr/>
              </p14:nvContentPartPr>
              <p14:xfrm>
                <a:off x="5262051" y="6077639"/>
                <a:ext cx="44280" cy="1501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3C26423-0EDA-544C-EF4B-032C259CE2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53411" y="6068639"/>
                  <a:ext cx="61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916EBEA-C1E7-6887-76EA-DADE2DDF5651}"/>
                    </a:ext>
                  </a:extLst>
                </p14:cNvPr>
                <p14:cNvContentPartPr/>
                <p14:nvPr/>
              </p14:nvContentPartPr>
              <p14:xfrm>
                <a:off x="5212011" y="6143159"/>
                <a:ext cx="143280" cy="34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916EBEA-C1E7-6887-76EA-DADE2DDF565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03011" y="6134519"/>
                  <a:ext cx="160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65799C-DB90-AB56-FB79-E4855375D82E}"/>
                    </a:ext>
                  </a:extLst>
                </p14:cNvPr>
                <p14:cNvContentPartPr/>
                <p14:nvPr/>
              </p14:nvContentPartPr>
              <p14:xfrm>
                <a:off x="5458971" y="6010679"/>
                <a:ext cx="190080" cy="209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65799C-DB90-AB56-FB79-E4855375D82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49971" y="6001679"/>
                  <a:ext cx="2077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3B889E2-7506-CAFC-2718-AB6BC97F3E51}"/>
              </a:ext>
            </a:extLst>
          </p:cNvPr>
          <p:cNvGrpSpPr/>
          <p:nvPr/>
        </p:nvGrpSpPr>
        <p:grpSpPr>
          <a:xfrm>
            <a:off x="5910771" y="6026879"/>
            <a:ext cx="431280" cy="162000"/>
            <a:chOff x="5910771" y="6026879"/>
            <a:chExt cx="43128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73E1686-9F58-62D8-1E63-6D0E85D7AC75}"/>
                    </a:ext>
                  </a:extLst>
                </p14:cNvPr>
                <p14:cNvContentPartPr/>
                <p14:nvPr/>
              </p14:nvContentPartPr>
              <p14:xfrm>
                <a:off x="5910771" y="6027959"/>
                <a:ext cx="127080" cy="77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73E1686-9F58-62D8-1E63-6D0E85D7AC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02131" y="6019319"/>
                  <a:ext cx="144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ABEA219-027D-AC03-A5C3-BD367BB20563}"/>
                    </a:ext>
                  </a:extLst>
                </p14:cNvPr>
                <p14:cNvContentPartPr/>
                <p14:nvPr/>
              </p14:nvContentPartPr>
              <p14:xfrm>
                <a:off x="5958291" y="6148919"/>
                <a:ext cx="97920" cy="39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ABEA219-027D-AC03-A5C3-BD367BB2056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49291" y="6139919"/>
                  <a:ext cx="115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6C6E1BD-66D3-E007-F478-1B26FC435590}"/>
                    </a:ext>
                  </a:extLst>
                </p14:cNvPr>
                <p14:cNvContentPartPr/>
                <p14:nvPr/>
              </p14:nvContentPartPr>
              <p14:xfrm>
                <a:off x="6165651" y="6026879"/>
                <a:ext cx="176400" cy="127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6C6E1BD-66D3-E007-F478-1B26FC4355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57011" y="6017879"/>
                  <a:ext cx="1940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330FA1B-9088-FD07-6341-56D566F7EC1C}"/>
                  </a:ext>
                </a:extLst>
              </p14:cNvPr>
              <p14:cNvContentPartPr/>
              <p14:nvPr/>
            </p14:nvContentPartPr>
            <p14:xfrm>
              <a:off x="7095891" y="6072239"/>
              <a:ext cx="193680" cy="964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330FA1B-9088-FD07-6341-56D566F7EC1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087251" y="6063599"/>
                <a:ext cx="2113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A56C372-E89B-CC9E-0806-5DB93D99F168}"/>
              </a:ext>
            </a:extLst>
          </p:cNvPr>
          <p:cNvGrpSpPr/>
          <p:nvPr/>
        </p:nvGrpSpPr>
        <p:grpSpPr>
          <a:xfrm>
            <a:off x="7541211" y="6039839"/>
            <a:ext cx="188640" cy="166680"/>
            <a:chOff x="7541211" y="6039839"/>
            <a:chExt cx="18864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5FE5EC9-5069-EAC7-200F-E11A3ABA941D}"/>
                    </a:ext>
                  </a:extLst>
                </p14:cNvPr>
                <p14:cNvContentPartPr/>
                <p14:nvPr/>
              </p14:nvContentPartPr>
              <p14:xfrm>
                <a:off x="7541211" y="6039839"/>
                <a:ext cx="161640" cy="82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5FE5EC9-5069-EAC7-200F-E11A3ABA94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32571" y="6031199"/>
                  <a:ext cx="179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6C4C583-18A9-5AF3-05A5-B4D8A10676B4}"/>
                    </a:ext>
                  </a:extLst>
                </p14:cNvPr>
                <p14:cNvContentPartPr/>
                <p14:nvPr/>
              </p14:nvContentPartPr>
              <p14:xfrm>
                <a:off x="7555971" y="6148919"/>
                <a:ext cx="173880" cy="57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6C4C583-18A9-5AF3-05A5-B4D8A10676B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46971" y="6139919"/>
                  <a:ext cx="1915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304C8CC-884F-AE76-F90A-C44FF666385C}"/>
                  </a:ext>
                </a:extLst>
              </p14:cNvPr>
              <p14:cNvContentPartPr/>
              <p14:nvPr/>
            </p14:nvContentPartPr>
            <p14:xfrm>
              <a:off x="7917411" y="5961719"/>
              <a:ext cx="195120" cy="2073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304C8CC-884F-AE76-F90A-C44FF666385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908411" y="5953079"/>
                <a:ext cx="212760" cy="22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0B4C-DE65-E942-C9E6-7D729DB5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D655CC-7C7C-0447-E12C-C7EA2B4903B5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6735B0-6909-12D6-E7A0-61236437F6DF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E1A9F3-2F59-B38A-028F-6685B55EB14D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A8FECC-5B91-D31C-1C08-2967C0102506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D10041D-636D-B2BB-7626-F16E4B0CB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72A3A55-5B64-2802-4AEC-027B3AD760AD}"/>
              </a:ext>
            </a:extLst>
          </p:cNvPr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C4B7CB0-71A1-B099-C64A-22E9514AD419}"/>
              </a:ext>
            </a:extLst>
          </p:cNvPr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8E290C-80E1-5C3B-2FFC-4B71969DE181}"/>
              </a:ext>
            </a:extLst>
          </p:cNvPr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02E15C0-6B2C-C2EF-31ED-154D97010AED}"/>
              </a:ext>
            </a:extLst>
          </p:cNvPr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EA0E93-EDE3-9C14-A7CA-519EFFC9737E}"/>
              </a:ext>
            </a:extLst>
          </p:cNvPr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A1641C8-7579-2F38-DEF2-DB2EA3C83708}"/>
              </a:ext>
            </a:extLst>
          </p:cNvPr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512A565-06C3-C6D2-2003-90BDACC8AE51}"/>
              </a:ext>
            </a:extLst>
          </p:cNvPr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7524A76-9F6D-3A54-BC95-3905A1972AD1}"/>
              </a:ext>
            </a:extLst>
          </p:cNvPr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68AEA9C-BAAB-6C16-8E1C-CBECF72118B2}"/>
              </a:ext>
            </a:extLst>
          </p:cNvPr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3905BBB-7C80-4DFA-6E0B-C5997F23F264}"/>
              </a:ext>
            </a:extLst>
          </p:cNvPr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B7949AA-7AE4-FAF9-F1E0-BC62FD37AC5C}"/>
              </a:ext>
            </a:extLst>
          </p:cNvPr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0492BC1-CE70-AA12-CCE0-4498C29FC436}"/>
              </a:ext>
            </a:extLst>
          </p:cNvPr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591962A-59E5-A609-0E3F-A59DD248120B}"/>
              </a:ext>
            </a:extLst>
          </p:cNvPr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E250C04-4787-F689-5B96-1C928D5EF203}"/>
              </a:ext>
            </a:extLst>
          </p:cNvPr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79934DD-07F8-66E5-3DB2-C51A7F51B489}"/>
              </a:ext>
            </a:extLst>
          </p:cNvPr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08B3A65-8369-3D07-21BC-D0E405443699}"/>
              </a:ext>
            </a:extLst>
          </p:cNvPr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65FF4E5-BD96-052F-9975-C3D8BD698C47}"/>
              </a:ext>
            </a:extLst>
          </p:cNvPr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4CB41D-3618-EA08-F33E-3F4D761F481F}"/>
              </a:ext>
            </a:extLst>
          </p:cNvPr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D0AD34E-698A-7C14-A34F-2FACA21E1723}"/>
              </a:ext>
            </a:extLst>
          </p:cNvPr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A434F33-D9D4-B141-F65B-13661A668F84}"/>
              </a:ext>
            </a:extLst>
          </p:cNvPr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8845616-CF3A-D801-864C-75DCD823E83F}"/>
              </a:ext>
            </a:extLst>
          </p:cNvPr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8DF45F39-3CB4-0A22-7FD2-A04FFF237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727A8A1C-18EB-C223-BEB9-4A8F58316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>
            <a:extLst>
              <a:ext uri="{FF2B5EF4-FFF2-40B4-BE49-F238E27FC236}">
                <a16:creationId xmlns:a16="http://schemas.microsoft.com/office/drawing/2014/main" id="{02DEF725-BA0E-C34D-D469-9FD6E726FE40}"/>
              </a:ext>
            </a:extLst>
          </p:cNvPr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9CFBCCB-1405-72D1-5804-4EB00AEDBFFE}"/>
              </a:ext>
            </a:extLst>
          </p:cNvPr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1AD983A0-6381-977A-9081-C12048C5EBDF}"/>
              </a:ext>
            </a:extLst>
          </p:cNvPr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9DC082B-7291-3483-7687-CA72538BEADD}"/>
              </a:ext>
            </a:extLst>
          </p:cNvPr>
          <p:cNvSpPr/>
          <p:nvPr/>
        </p:nvSpPr>
        <p:spPr>
          <a:xfrm>
            <a:off x="5943600" y="42519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E9A74B5-5680-0A81-7ECA-0B6ED4368890}"/>
              </a:ext>
            </a:extLst>
          </p:cNvPr>
          <p:cNvSpPr/>
          <p:nvPr/>
        </p:nvSpPr>
        <p:spPr>
          <a:xfrm>
            <a:off x="6108192" y="4361688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Answer</a:t>
            </a:r>
            <a:endParaRPr lang="en-US" sz="12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8DF2AAB-8B54-250B-E0DE-732530A02694}"/>
              </a:ext>
            </a:extLst>
          </p:cNvPr>
          <p:cNvSpPr/>
          <p:nvPr/>
        </p:nvSpPr>
        <p:spPr>
          <a:xfrm>
            <a:off x="6108192" y="4636008"/>
            <a:ext cx="4334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n = −2. A “+2” inside the brackets shifts the sequence left by 2.</a:t>
            </a:r>
            <a:endParaRPr lang="en-US" sz="13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DCCD5646-FE3A-840B-3CDD-DC9C6D01AF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870431-B1E6-CE92-240C-B820065D44D7}"/>
              </a:ext>
            </a:extLst>
          </p:cNvPr>
          <p:cNvGrpSpPr/>
          <p:nvPr/>
        </p:nvGrpSpPr>
        <p:grpSpPr>
          <a:xfrm>
            <a:off x="4530891" y="5832479"/>
            <a:ext cx="708120" cy="307800"/>
            <a:chOff x="4530891" y="5832479"/>
            <a:chExt cx="70812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FD6758-6199-A07F-C89D-96659BCC0820}"/>
                    </a:ext>
                  </a:extLst>
                </p14:cNvPr>
                <p14:cNvContentPartPr/>
                <p14:nvPr/>
              </p14:nvContentPartPr>
              <p14:xfrm>
                <a:off x="4530891" y="5937599"/>
                <a:ext cx="201240" cy="126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FD6758-6199-A07F-C89D-96659BCC08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2251" y="5928959"/>
                  <a:ext cx="218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5C8490-7440-DCDC-5C6D-F6F93BA3A022}"/>
                    </a:ext>
                  </a:extLst>
                </p14:cNvPr>
                <p14:cNvContentPartPr/>
                <p14:nvPr/>
              </p14:nvContentPartPr>
              <p14:xfrm>
                <a:off x="4775691" y="5832479"/>
                <a:ext cx="143640" cy="257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5C8490-7440-DCDC-5C6D-F6F93BA3A02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6691" y="5823479"/>
                  <a:ext cx="161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13B82CD-D9A2-DEBD-A6E8-1E262059CA2B}"/>
                    </a:ext>
                  </a:extLst>
                </p14:cNvPr>
                <p14:cNvContentPartPr/>
                <p14:nvPr/>
              </p14:nvContentPartPr>
              <p14:xfrm>
                <a:off x="4932291" y="5985479"/>
                <a:ext cx="165240" cy="74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13B82CD-D9A2-DEBD-A6E8-1E262059CA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3291" y="5976479"/>
                  <a:ext cx="1828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F7D114-18A7-D83B-E582-2D7C220E79F9}"/>
                    </a:ext>
                  </a:extLst>
                </p14:cNvPr>
                <p14:cNvContentPartPr/>
                <p14:nvPr/>
              </p14:nvContentPartPr>
              <p14:xfrm>
                <a:off x="5097531" y="5856599"/>
                <a:ext cx="141480" cy="283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F7D114-18A7-D83B-E582-2D7C220E79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8531" y="5847599"/>
                  <a:ext cx="15912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2BF9B5-B92D-9085-E6C2-E24212A9D33F}"/>
              </a:ext>
            </a:extLst>
          </p:cNvPr>
          <p:cNvGrpSpPr/>
          <p:nvPr/>
        </p:nvGrpSpPr>
        <p:grpSpPr>
          <a:xfrm>
            <a:off x="5465091" y="5951639"/>
            <a:ext cx="136440" cy="69120"/>
            <a:chOff x="5465091" y="5951639"/>
            <a:chExt cx="13644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9E08FC6-47BF-5A2D-977A-8B94C1EF37A3}"/>
                    </a:ext>
                  </a:extLst>
                </p14:cNvPr>
                <p14:cNvContentPartPr/>
                <p14:nvPr/>
              </p14:nvContentPartPr>
              <p14:xfrm>
                <a:off x="5465091" y="6017159"/>
                <a:ext cx="98280" cy="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9E08FC6-47BF-5A2D-977A-8B94C1EF37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6091" y="6008159"/>
                  <a:ext cx="115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9C0A435-F238-628B-F526-72F741E1326E}"/>
                    </a:ext>
                  </a:extLst>
                </p14:cNvPr>
                <p14:cNvContentPartPr/>
                <p14:nvPr/>
              </p14:nvContentPartPr>
              <p14:xfrm>
                <a:off x="5475891" y="5951639"/>
                <a:ext cx="125640" cy="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9C0A435-F238-628B-F526-72F741E132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66891" y="5942639"/>
                  <a:ext cx="1432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060BC80-05C1-0686-9942-510D40B0507D}"/>
              </a:ext>
            </a:extLst>
          </p:cNvPr>
          <p:cNvGrpSpPr/>
          <p:nvPr/>
        </p:nvGrpSpPr>
        <p:grpSpPr>
          <a:xfrm>
            <a:off x="5847051" y="5702159"/>
            <a:ext cx="4385880" cy="387360"/>
            <a:chOff x="5847051" y="5702159"/>
            <a:chExt cx="438588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0EACC4-20DD-3427-3A53-761DC47A9501}"/>
                    </a:ext>
                  </a:extLst>
                </p14:cNvPr>
                <p14:cNvContentPartPr/>
                <p14:nvPr/>
              </p14:nvContentPartPr>
              <p14:xfrm>
                <a:off x="5847051" y="5814119"/>
                <a:ext cx="121680" cy="252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90EACC4-20DD-3427-3A53-761DC47A95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38411" y="5805479"/>
                  <a:ext cx="139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52DD51-F509-4BCB-B976-EAA4DBD8C2BE}"/>
                    </a:ext>
                  </a:extLst>
                </p14:cNvPr>
                <p14:cNvContentPartPr/>
                <p14:nvPr/>
              </p14:nvContentPartPr>
              <p14:xfrm>
                <a:off x="6038571" y="5784959"/>
                <a:ext cx="157320" cy="28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52DD51-F509-4BCB-B976-EAA4DBD8C2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29571" y="5776319"/>
                  <a:ext cx="174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5ACAAC-653E-A483-F3B1-07FF5B248244}"/>
                    </a:ext>
                  </a:extLst>
                </p14:cNvPr>
                <p14:cNvContentPartPr/>
                <p14:nvPr/>
              </p14:nvContentPartPr>
              <p14:xfrm>
                <a:off x="6194811" y="5983319"/>
                <a:ext cx="169560" cy="8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5ACAAC-653E-A483-F3B1-07FF5B2482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6171" y="5974319"/>
                  <a:ext cx="187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0E4AD8-7C52-1412-81DA-A5E532A97802}"/>
                    </a:ext>
                  </a:extLst>
                </p14:cNvPr>
                <p14:cNvContentPartPr/>
                <p14:nvPr/>
              </p14:nvContentPartPr>
              <p14:xfrm>
                <a:off x="6334851" y="5853719"/>
                <a:ext cx="150840" cy="235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0E4AD8-7C52-1412-81DA-A5E532A978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26211" y="5844719"/>
                  <a:ext cx="168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D8A83B-24E3-72A6-BD8D-0687D4C9E678}"/>
                    </a:ext>
                  </a:extLst>
                </p14:cNvPr>
                <p14:cNvContentPartPr/>
                <p14:nvPr/>
              </p14:nvContentPartPr>
              <p14:xfrm>
                <a:off x="6668931" y="5913479"/>
                <a:ext cx="48960" cy="110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D8A83B-24E3-72A6-BD8D-0687D4C9E6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59931" y="5904479"/>
                  <a:ext cx="66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6E13B9-EF9E-25D7-E2FE-2A473E33D21D}"/>
                    </a:ext>
                  </a:extLst>
                </p14:cNvPr>
                <p14:cNvContentPartPr/>
                <p14:nvPr/>
              </p14:nvContentPartPr>
              <p14:xfrm>
                <a:off x="6630411" y="5962079"/>
                <a:ext cx="126360" cy="1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06E13B9-EF9E-25D7-E2FE-2A473E33D2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21771" y="5953439"/>
                  <a:ext cx="144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FE8AF64-F4FC-E800-2F4C-7B7D7B602F99}"/>
                    </a:ext>
                  </a:extLst>
                </p14:cNvPr>
                <p14:cNvContentPartPr/>
                <p14:nvPr/>
              </p14:nvContentPartPr>
              <p14:xfrm>
                <a:off x="6880611" y="5804039"/>
                <a:ext cx="112320" cy="231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FE8AF64-F4FC-E800-2F4C-7B7D7B602F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71971" y="5795039"/>
                  <a:ext cx="129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CF2DFC-37EB-FD85-74D0-33923EA3B9AE}"/>
                    </a:ext>
                  </a:extLst>
                </p14:cNvPr>
                <p14:cNvContentPartPr/>
                <p14:nvPr/>
              </p14:nvContentPartPr>
              <p14:xfrm>
                <a:off x="7028931" y="5745359"/>
                <a:ext cx="172080" cy="295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CF2DFC-37EB-FD85-74D0-33923EA3B9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291" y="5736719"/>
                  <a:ext cx="189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EA96BB4-BBD7-ECE1-37A6-83770C1E1D66}"/>
                    </a:ext>
                  </a:extLst>
                </p14:cNvPr>
                <p14:cNvContentPartPr/>
                <p14:nvPr/>
              </p14:nvContentPartPr>
              <p14:xfrm>
                <a:off x="7185531" y="5929679"/>
                <a:ext cx="153720" cy="8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EA96BB4-BBD7-ECE1-37A6-83770C1E1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76531" y="5921039"/>
                  <a:ext cx="171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FFB79B-FCBC-DA17-4F35-AE8D6131A4B6}"/>
                    </a:ext>
                  </a:extLst>
                </p14:cNvPr>
                <p14:cNvContentPartPr/>
                <p14:nvPr/>
              </p14:nvContentPartPr>
              <p14:xfrm>
                <a:off x="7459131" y="5946959"/>
                <a:ext cx="53280" cy="9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FFB79B-FCBC-DA17-4F35-AE8D6131A4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50491" y="5938319"/>
                  <a:ext cx="70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85B7EE-6B78-D808-0C38-001A04784B0A}"/>
                    </a:ext>
                  </a:extLst>
                </p14:cNvPr>
                <p14:cNvContentPartPr/>
                <p14:nvPr/>
              </p14:nvContentPartPr>
              <p14:xfrm>
                <a:off x="7621491" y="5864159"/>
                <a:ext cx="41400" cy="132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85B7EE-6B78-D808-0C38-001A04784B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12851" y="5855159"/>
                  <a:ext cx="59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19A60FB-9ACB-E72B-DC22-65B5CEE15CDF}"/>
                    </a:ext>
                  </a:extLst>
                </p14:cNvPr>
                <p14:cNvContentPartPr/>
                <p14:nvPr/>
              </p14:nvContentPartPr>
              <p14:xfrm>
                <a:off x="7725531" y="5729159"/>
                <a:ext cx="154080" cy="316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19A60FB-9ACB-E72B-DC22-65B5CEE15C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16891" y="5720159"/>
                  <a:ext cx="1717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19104D-F9E5-9B0D-A423-5B0B63E999F8}"/>
                    </a:ext>
                  </a:extLst>
                </p14:cNvPr>
                <p14:cNvContentPartPr/>
                <p14:nvPr/>
              </p14:nvContentPartPr>
              <p14:xfrm>
                <a:off x="8086971" y="5847599"/>
                <a:ext cx="23040" cy="87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19104D-F9E5-9B0D-A423-5B0B63E999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78331" y="5838959"/>
                  <a:ext cx="40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AADF988-C405-95AB-C6BD-517DBBC38221}"/>
                    </a:ext>
                  </a:extLst>
                </p14:cNvPr>
                <p14:cNvContentPartPr/>
                <p14:nvPr/>
              </p14:nvContentPartPr>
              <p14:xfrm>
                <a:off x="8036931" y="5890799"/>
                <a:ext cx="110880" cy="17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AADF988-C405-95AB-C6BD-517DBBC382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27931" y="5881799"/>
                  <a:ext cx="128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5A28EC-60A0-E60A-540B-EE73EF0A02A1}"/>
                    </a:ext>
                  </a:extLst>
                </p14:cNvPr>
                <p14:cNvContentPartPr/>
                <p14:nvPr/>
              </p14:nvContentPartPr>
              <p14:xfrm>
                <a:off x="8287491" y="5730959"/>
                <a:ext cx="122400" cy="222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5A28EC-60A0-E60A-540B-EE73EF0A02A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78851" y="5722319"/>
                  <a:ext cx="1400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EDFE05-86A9-46AE-818A-4427E6347D7F}"/>
                    </a:ext>
                  </a:extLst>
                </p14:cNvPr>
                <p14:cNvContentPartPr/>
                <p14:nvPr/>
              </p14:nvContentPartPr>
              <p14:xfrm>
                <a:off x="8453451" y="5702159"/>
                <a:ext cx="175680" cy="30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EDFE05-86A9-46AE-818A-4427E6347D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4451" y="5693519"/>
                  <a:ext cx="193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CF80EE-03BB-3516-4097-04D9D5535A47}"/>
                    </a:ext>
                  </a:extLst>
                </p14:cNvPr>
                <p14:cNvContentPartPr/>
                <p14:nvPr/>
              </p14:nvContentPartPr>
              <p14:xfrm>
                <a:off x="8645691" y="5896919"/>
                <a:ext cx="178200" cy="87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CF80EE-03BB-3516-4097-04D9D5535A4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36691" y="5887919"/>
                  <a:ext cx="195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CC9782-D3D4-A97F-390C-B7D2B6EBF7D6}"/>
                    </a:ext>
                  </a:extLst>
                </p14:cNvPr>
                <p14:cNvContentPartPr/>
                <p14:nvPr/>
              </p14:nvContentPartPr>
              <p14:xfrm>
                <a:off x="8887251" y="5916719"/>
                <a:ext cx="97920" cy="29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CC9782-D3D4-A97F-390C-B7D2B6EBF7D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78611" y="5908079"/>
                  <a:ext cx="115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B62CDE-FDE9-E2EE-5579-AB244A4DFB7A}"/>
                    </a:ext>
                  </a:extLst>
                </p14:cNvPr>
                <p14:cNvContentPartPr/>
                <p14:nvPr/>
              </p14:nvContentPartPr>
              <p14:xfrm>
                <a:off x="9039891" y="5833199"/>
                <a:ext cx="191880" cy="140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B62CDE-FDE9-E2EE-5579-AB244A4DFB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30891" y="5824559"/>
                  <a:ext cx="209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7940786-9A39-B480-5E4F-582AB26E9D44}"/>
                    </a:ext>
                  </a:extLst>
                </p14:cNvPr>
                <p14:cNvContentPartPr/>
                <p14:nvPr/>
              </p14:nvContentPartPr>
              <p14:xfrm>
                <a:off x="9198651" y="5760119"/>
                <a:ext cx="130680" cy="28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7940786-9A39-B480-5E4F-582AB26E9D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89651" y="5751119"/>
                  <a:ext cx="148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6CFC13-580F-5A9D-0794-4671A5A1B87F}"/>
                    </a:ext>
                  </a:extLst>
                </p14:cNvPr>
                <p14:cNvContentPartPr/>
                <p14:nvPr/>
              </p14:nvContentPartPr>
              <p14:xfrm>
                <a:off x="9466851" y="5852999"/>
                <a:ext cx="29880" cy="121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36CFC13-580F-5A9D-0794-4671A5A1B8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58211" y="5844359"/>
                  <a:ext cx="47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FA3353-239C-9E52-3231-6F71F1F400C5}"/>
                    </a:ext>
                  </a:extLst>
                </p14:cNvPr>
                <p14:cNvContentPartPr/>
                <p14:nvPr/>
              </p14:nvContentPartPr>
              <p14:xfrm>
                <a:off x="9427251" y="5935079"/>
                <a:ext cx="133200" cy="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FA3353-239C-9E52-3231-6F71F1F400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18251" y="5926079"/>
                  <a:ext cx="150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DC595B-C7C7-D78D-6BA0-C01F4590AC79}"/>
                    </a:ext>
                  </a:extLst>
                </p14:cNvPr>
                <p14:cNvContentPartPr/>
                <p14:nvPr/>
              </p14:nvContentPartPr>
              <p14:xfrm>
                <a:off x="9658371" y="5968199"/>
                <a:ext cx="574560" cy="44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DC595B-C7C7-D78D-6BA0-C01F4590AC7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9731" y="5959199"/>
                  <a:ext cx="59220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91B828E-44D7-89A2-7B8C-33B8F0AC0FD9}"/>
                  </a:ext>
                </a:extLst>
              </p14:cNvPr>
              <p14:cNvContentPartPr/>
              <p14:nvPr/>
            </p14:nvContentPartPr>
            <p14:xfrm>
              <a:off x="5715651" y="1921799"/>
              <a:ext cx="50040" cy="11660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91B828E-44D7-89A2-7B8C-33B8F0AC0F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06651" y="1912799"/>
                <a:ext cx="67680" cy="11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AB7FEEF-B5A0-06D0-6DD3-0B6CA5AE170F}"/>
                  </a:ext>
                </a:extLst>
              </p14:cNvPr>
              <p14:cNvContentPartPr/>
              <p14:nvPr/>
            </p14:nvContentPartPr>
            <p14:xfrm>
              <a:off x="6153771" y="1847279"/>
              <a:ext cx="39240" cy="1215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AB7FEEF-B5A0-06D0-6DD3-0B6CA5AE17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144771" y="1838639"/>
                <a:ext cx="56880" cy="12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CAEF28E-4E0A-6D92-C692-91F21C6FD3C3}"/>
                  </a:ext>
                </a:extLst>
              </p14:cNvPr>
              <p14:cNvContentPartPr/>
              <p14:nvPr/>
            </p14:nvContentPartPr>
            <p14:xfrm>
              <a:off x="6537531" y="1828559"/>
              <a:ext cx="55080" cy="12729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CAEF28E-4E0A-6D92-C692-91F21C6FD3C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528531" y="1819919"/>
                <a:ext cx="72720" cy="12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31213F1-CF9E-FAEB-0065-A4D7FE673A02}"/>
                  </a:ext>
                </a:extLst>
              </p14:cNvPr>
              <p14:cNvContentPartPr/>
              <p14:nvPr/>
            </p14:nvContentPartPr>
            <p14:xfrm>
              <a:off x="6909771" y="1838279"/>
              <a:ext cx="56160" cy="11869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31213F1-CF9E-FAEB-0065-A4D7FE673A0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00771" y="1829639"/>
                <a:ext cx="73800" cy="12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C90E466-A50D-6C69-F15D-C113EC1C9565}"/>
                  </a:ext>
                </a:extLst>
              </p14:cNvPr>
              <p14:cNvContentPartPr/>
              <p14:nvPr/>
            </p14:nvContentPartPr>
            <p14:xfrm>
              <a:off x="7270131" y="3088559"/>
              <a:ext cx="132480" cy="99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C90E466-A50D-6C69-F15D-C113EC1C956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61491" y="3079919"/>
                <a:ext cx="15012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0B7F1ACC-4262-74A8-F79D-6FA303F1962E}"/>
              </a:ext>
            </a:extLst>
          </p:cNvPr>
          <p:cNvGrpSpPr/>
          <p:nvPr/>
        </p:nvGrpSpPr>
        <p:grpSpPr>
          <a:xfrm>
            <a:off x="5448531" y="6340439"/>
            <a:ext cx="732960" cy="302400"/>
            <a:chOff x="5448531" y="6340439"/>
            <a:chExt cx="73296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CB7F39A-C658-539A-D561-C80887DEE4BD}"/>
                    </a:ext>
                  </a:extLst>
                </p14:cNvPr>
                <p14:cNvContentPartPr/>
                <p14:nvPr/>
              </p14:nvContentPartPr>
              <p14:xfrm>
                <a:off x="5448531" y="6536639"/>
                <a:ext cx="112320" cy="17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CB7F39A-C658-539A-D561-C80887DEE4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39531" y="6527999"/>
                  <a:ext cx="12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3A70EA-850D-1BA8-CF69-857D22808015}"/>
                    </a:ext>
                  </a:extLst>
                </p14:cNvPr>
                <p14:cNvContentPartPr/>
                <p14:nvPr/>
              </p14:nvContentPartPr>
              <p14:xfrm>
                <a:off x="5448891" y="6480479"/>
                <a:ext cx="136080" cy="8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3A70EA-850D-1BA8-CF69-857D2280801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39891" y="6471479"/>
                  <a:ext cx="153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9333F91-41EB-0420-B940-98AE9354B1B3}"/>
                    </a:ext>
                  </a:extLst>
                </p14:cNvPr>
                <p14:cNvContentPartPr/>
                <p14:nvPr/>
              </p14:nvContentPartPr>
              <p14:xfrm>
                <a:off x="5714931" y="6340439"/>
                <a:ext cx="466560" cy="302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9333F91-41EB-0420-B940-98AE9354B1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05931" y="6331439"/>
                  <a:ext cx="48420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050681A-B4D6-8B75-DEE3-D123F12D43ED}"/>
              </a:ext>
            </a:extLst>
          </p:cNvPr>
          <p:cNvGrpSpPr/>
          <p:nvPr/>
        </p:nvGrpSpPr>
        <p:grpSpPr>
          <a:xfrm>
            <a:off x="5775771" y="6678119"/>
            <a:ext cx="450360" cy="138240"/>
            <a:chOff x="5775771" y="6678119"/>
            <a:chExt cx="4503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3F1121-B453-D176-5724-5E317DD6F03B}"/>
                    </a:ext>
                  </a:extLst>
                </p14:cNvPr>
                <p14:cNvContentPartPr/>
                <p14:nvPr/>
              </p14:nvContentPartPr>
              <p14:xfrm>
                <a:off x="5775771" y="6678119"/>
                <a:ext cx="59040" cy="138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3F1121-B453-D176-5724-5E317DD6F0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67131" y="6669119"/>
                  <a:ext cx="76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93661B6-4333-79C4-F3FA-D27659F67A2E}"/>
                    </a:ext>
                  </a:extLst>
                </p14:cNvPr>
                <p14:cNvContentPartPr/>
                <p14:nvPr/>
              </p14:nvContentPartPr>
              <p14:xfrm>
                <a:off x="5822211" y="6761999"/>
                <a:ext cx="131040" cy="43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93661B6-4333-79C4-F3FA-D27659F67A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13571" y="6753359"/>
                  <a:ext cx="148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14C433-9C18-14F9-08EB-255D0205485F}"/>
                    </a:ext>
                  </a:extLst>
                </p14:cNvPr>
                <p14:cNvContentPartPr/>
                <p14:nvPr/>
              </p14:nvContentPartPr>
              <p14:xfrm>
                <a:off x="5994651" y="6774599"/>
                <a:ext cx="105120" cy="25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14C433-9C18-14F9-08EB-255D020548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6011" y="6765959"/>
                  <a:ext cx="122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58423AF-5773-077B-4B48-C1FA6E75ED9A}"/>
                    </a:ext>
                  </a:extLst>
                </p14:cNvPr>
                <p14:cNvContentPartPr/>
                <p14:nvPr/>
              </p14:nvContentPartPr>
              <p14:xfrm>
                <a:off x="5984931" y="6717719"/>
                <a:ext cx="109440" cy="11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58423AF-5773-077B-4B48-C1FA6E75ED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76291" y="6709079"/>
                  <a:ext cx="127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5B361AA-8531-A27E-BF69-8ECAE6ECBECF}"/>
                    </a:ext>
                  </a:extLst>
                </p14:cNvPr>
                <p14:cNvContentPartPr/>
                <p14:nvPr/>
              </p14:nvContentPartPr>
              <p14:xfrm>
                <a:off x="6127851" y="6707279"/>
                <a:ext cx="98280" cy="83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5B361AA-8531-A27E-BF69-8ECAE6ECBE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18851" y="6698279"/>
                  <a:ext cx="11592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8F7ED45-6AC2-7690-9633-40F32A8F25AF}"/>
                  </a:ext>
                </a:extLst>
              </p14:cNvPr>
              <p14:cNvContentPartPr/>
              <p14:nvPr/>
            </p14:nvContentPartPr>
            <p14:xfrm>
              <a:off x="5792691" y="6209039"/>
              <a:ext cx="205560" cy="838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8F7ED45-6AC2-7690-9633-40F32A8F25A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83691" y="6200399"/>
                <a:ext cx="22320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C09EFFAE-80B8-B0F8-CEF0-169262B4308E}"/>
              </a:ext>
            </a:extLst>
          </p:cNvPr>
          <p:cNvGrpSpPr/>
          <p:nvPr/>
        </p:nvGrpSpPr>
        <p:grpSpPr>
          <a:xfrm>
            <a:off x="6362571" y="6295799"/>
            <a:ext cx="1143000" cy="304200"/>
            <a:chOff x="6362571" y="6295799"/>
            <a:chExt cx="1143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D8A504-5B98-5030-8B24-45F32380C363}"/>
                    </a:ext>
                  </a:extLst>
                </p14:cNvPr>
                <p14:cNvContentPartPr/>
                <p14:nvPr/>
              </p14:nvContentPartPr>
              <p14:xfrm>
                <a:off x="6362571" y="6333599"/>
                <a:ext cx="137160" cy="226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8A504-5B98-5030-8B24-45F32380C3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53571" y="6324959"/>
                  <a:ext cx="154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44CA5F3-8D51-7C23-4254-9EAA840A97BD}"/>
                    </a:ext>
                  </a:extLst>
                </p14:cNvPr>
                <p14:cNvContentPartPr/>
                <p14:nvPr/>
              </p14:nvContentPartPr>
              <p14:xfrm>
                <a:off x="6531771" y="6307679"/>
                <a:ext cx="145080" cy="292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44CA5F3-8D51-7C23-4254-9EAA840A97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22771" y="6298679"/>
                  <a:ext cx="1627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45CEE66-E9C0-15AF-AA87-FE4460FD9E2E}"/>
                    </a:ext>
                  </a:extLst>
                </p14:cNvPr>
                <p14:cNvContentPartPr/>
                <p14:nvPr/>
              </p14:nvContentPartPr>
              <p14:xfrm>
                <a:off x="6701691" y="6466439"/>
                <a:ext cx="157680" cy="73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45CEE66-E9C0-15AF-AA87-FE4460FD9E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93051" y="6457439"/>
                  <a:ext cx="175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889B40-8880-6812-43F3-112FDD7E8850}"/>
                    </a:ext>
                  </a:extLst>
                </p14:cNvPr>
                <p14:cNvContentPartPr/>
                <p14:nvPr/>
              </p14:nvContentPartPr>
              <p14:xfrm>
                <a:off x="6983571" y="6499199"/>
                <a:ext cx="112680" cy="17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889B40-8880-6812-43F3-112FDD7E88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74931" y="6490199"/>
                  <a:ext cx="130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B59019A-619B-D03B-A6BC-DD9989EC6538}"/>
                    </a:ext>
                  </a:extLst>
                </p14:cNvPr>
                <p14:cNvContentPartPr/>
                <p14:nvPr/>
              </p14:nvContentPartPr>
              <p14:xfrm>
                <a:off x="7167891" y="6325679"/>
                <a:ext cx="65160" cy="217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B59019A-619B-D03B-A6BC-DD9989EC653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59251" y="6317039"/>
                  <a:ext cx="82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DFE7154-BF55-C9E5-CDDC-399A95F25D16}"/>
                    </a:ext>
                  </a:extLst>
                </p14:cNvPr>
                <p14:cNvContentPartPr/>
                <p14:nvPr/>
              </p14:nvContentPartPr>
              <p14:xfrm>
                <a:off x="7230891" y="6433319"/>
                <a:ext cx="145080" cy="82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DFE7154-BF55-C9E5-CDDC-399A95F25D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21891" y="6424679"/>
                  <a:ext cx="1627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4D613C-C8E5-2404-05BE-125BF99B9648}"/>
                    </a:ext>
                  </a:extLst>
                </p14:cNvPr>
                <p14:cNvContentPartPr/>
                <p14:nvPr/>
              </p14:nvContentPartPr>
              <p14:xfrm>
                <a:off x="7352211" y="6295799"/>
                <a:ext cx="153360" cy="286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4D613C-C8E5-2404-05BE-125BF99B964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43571" y="6286799"/>
                  <a:ext cx="17100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BC8D2EE-4050-FA63-2F3D-FF209B002EC6}"/>
              </a:ext>
            </a:extLst>
          </p:cNvPr>
          <p:cNvGrpSpPr/>
          <p:nvPr/>
        </p:nvGrpSpPr>
        <p:grpSpPr>
          <a:xfrm>
            <a:off x="8821371" y="3589679"/>
            <a:ext cx="104040" cy="62640"/>
            <a:chOff x="8821371" y="3589679"/>
            <a:chExt cx="104040" cy="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0576B7-797E-9338-5EC8-E2128F119A2F}"/>
                    </a:ext>
                  </a:extLst>
                </p14:cNvPr>
                <p14:cNvContentPartPr/>
                <p14:nvPr/>
              </p14:nvContentPartPr>
              <p14:xfrm>
                <a:off x="8821371" y="3651959"/>
                <a:ext cx="9828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0576B7-797E-9338-5EC8-E2128F119A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12731" y="3642959"/>
                  <a:ext cx="11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7E2EB63-4AF6-9158-5F03-6C82631F9E12}"/>
                    </a:ext>
                  </a:extLst>
                </p14:cNvPr>
                <p14:cNvContentPartPr/>
                <p14:nvPr/>
              </p14:nvContentPartPr>
              <p14:xfrm>
                <a:off x="8827131" y="3589679"/>
                <a:ext cx="98280" cy="2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7E2EB63-4AF6-9158-5F03-6C82631F9E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18131" y="3580679"/>
                  <a:ext cx="1159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21ACEC7-3EE7-A87F-3D0B-764265CF59F2}"/>
              </a:ext>
            </a:extLst>
          </p:cNvPr>
          <p:cNvGrpSpPr/>
          <p:nvPr/>
        </p:nvGrpSpPr>
        <p:grpSpPr>
          <a:xfrm>
            <a:off x="9164451" y="3323999"/>
            <a:ext cx="502200" cy="666720"/>
            <a:chOff x="9164451" y="3323999"/>
            <a:chExt cx="502200" cy="6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A50A5C-E716-21E1-5F49-7BCC13ECB0B0}"/>
                    </a:ext>
                  </a:extLst>
                </p14:cNvPr>
                <p14:cNvContentPartPr/>
                <p14:nvPr/>
              </p14:nvContentPartPr>
              <p14:xfrm>
                <a:off x="9164451" y="3454679"/>
                <a:ext cx="498240" cy="280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A50A5C-E716-21E1-5F49-7BCC13ECB0B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55811" y="3445679"/>
                  <a:ext cx="5158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59B8683-26C4-BD1D-7937-5FBD26BD3469}"/>
                    </a:ext>
                  </a:extLst>
                </p14:cNvPr>
                <p14:cNvContentPartPr/>
                <p14:nvPr/>
              </p14:nvContentPartPr>
              <p14:xfrm>
                <a:off x="9609411" y="3701279"/>
                <a:ext cx="15120" cy="34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59B8683-26C4-BD1D-7937-5FBD26BD34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00411" y="3692279"/>
                  <a:ext cx="32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5836C54-11C5-9070-78CD-78BA03C3AB83}"/>
                    </a:ext>
                  </a:extLst>
                </p14:cNvPr>
                <p14:cNvContentPartPr/>
                <p14:nvPr/>
              </p14:nvContentPartPr>
              <p14:xfrm>
                <a:off x="9609411" y="3449279"/>
                <a:ext cx="44640" cy="70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5836C54-11C5-9070-78CD-78BA03C3AB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00411" y="3440639"/>
                  <a:ext cx="62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50DC4B9-C1A9-0258-A4EF-67365534C8AE}"/>
                    </a:ext>
                  </a:extLst>
                </p14:cNvPr>
                <p14:cNvContentPartPr/>
                <p14:nvPr/>
              </p14:nvContentPartPr>
              <p14:xfrm>
                <a:off x="9171291" y="3793439"/>
                <a:ext cx="54720" cy="197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50DC4B9-C1A9-0258-A4EF-67365534C8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2651" y="3784439"/>
                  <a:ext cx="72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133879-EE94-5288-C8C8-C944C99BACE4}"/>
                    </a:ext>
                  </a:extLst>
                </p14:cNvPr>
                <p14:cNvContentPartPr/>
                <p14:nvPr/>
              </p14:nvContentPartPr>
              <p14:xfrm>
                <a:off x="9217371" y="3925559"/>
                <a:ext cx="105120" cy="60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133879-EE94-5288-C8C8-C944C99BACE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08731" y="3916919"/>
                  <a:ext cx="122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429A1A6-1BDF-23C2-11C7-28F1AD98BF0F}"/>
                    </a:ext>
                  </a:extLst>
                </p14:cNvPr>
                <p14:cNvContentPartPr/>
                <p14:nvPr/>
              </p14:nvContentPartPr>
              <p14:xfrm>
                <a:off x="9384771" y="3957599"/>
                <a:ext cx="82440" cy="12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429A1A6-1BDF-23C2-11C7-28F1AD98BF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76131" y="3948599"/>
                  <a:ext cx="100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5F0E6FC-395D-17AA-CBA5-7E7D54335567}"/>
                    </a:ext>
                  </a:extLst>
                </p14:cNvPr>
                <p14:cNvContentPartPr/>
                <p14:nvPr/>
              </p14:nvContentPartPr>
              <p14:xfrm>
                <a:off x="9330051" y="3914759"/>
                <a:ext cx="1371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5F0E6FC-395D-17AA-CBA5-7E7D5433556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21411" y="3906119"/>
                  <a:ext cx="154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9B0B7E-102B-F77C-C130-09F1DBE0C234}"/>
                    </a:ext>
                  </a:extLst>
                </p14:cNvPr>
                <p14:cNvContentPartPr/>
                <p14:nvPr/>
              </p14:nvContentPartPr>
              <p14:xfrm>
                <a:off x="9582051" y="3902519"/>
                <a:ext cx="84600" cy="78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9B0B7E-102B-F77C-C130-09F1DBE0C2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73411" y="3893879"/>
                  <a:ext cx="102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DC6EEB2-30CA-1616-8BFC-F1B39B211820}"/>
                    </a:ext>
                  </a:extLst>
                </p14:cNvPr>
                <p14:cNvContentPartPr/>
                <p14:nvPr/>
              </p14:nvContentPartPr>
              <p14:xfrm>
                <a:off x="9279651" y="3323999"/>
                <a:ext cx="265320" cy="93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DC6EEB2-30CA-1616-8BFC-F1B39B2118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71011" y="3314999"/>
                  <a:ext cx="2829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9A9A108-854D-A675-F908-A79E987880A8}"/>
              </a:ext>
            </a:extLst>
          </p:cNvPr>
          <p:cNvGrpSpPr/>
          <p:nvPr/>
        </p:nvGrpSpPr>
        <p:grpSpPr>
          <a:xfrm>
            <a:off x="9926571" y="3422639"/>
            <a:ext cx="1058040" cy="293040"/>
            <a:chOff x="9926571" y="3422639"/>
            <a:chExt cx="10580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DA1A8B-85AB-6454-74BB-70C8D63824CC}"/>
                    </a:ext>
                  </a:extLst>
                </p14:cNvPr>
                <p14:cNvContentPartPr/>
                <p14:nvPr/>
              </p14:nvContentPartPr>
              <p14:xfrm>
                <a:off x="9926571" y="3464399"/>
                <a:ext cx="126720" cy="221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DA1A8B-85AB-6454-74BB-70C8D63824C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17571" y="3455759"/>
                  <a:ext cx="144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CAF0263-781F-1C89-F83C-E73784E68189}"/>
                    </a:ext>
                  </a:extLst>
                </p14:cNvPr>
                <p14:cNvContentPartPr/>
                <p14:nvPr/>
              </p14:nvContentPartPr>
              <p14:xfrm>
                <a:off x="10088931" y="3422639"/>
                <a:ext cx="11340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CAF0263-781F-1C89-F83C-E73784E681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80291" y="3413999"/>
                  <a:ext cx="131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3B5D807-861C-23E7-2E81-88F4A58C4400}"/>
                    </a:ext>
                  </a:extLst>
                </p14:cNvPr>
                <p14:cNvContentPartPr/>
                <p14:nvPr/>
              </p14:nvContentPartPr>
              <p14:xfrm>
                <a:off x="10233291" y="3587879"/>
                <a:ext cx="159840" cy="62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3B5D807-861C-23E7-2E81-88F4A58C440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24651" y="3579239"/>
                  <a:ext cx="177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E79BDC-10D4-7046-763D-B59C0FA5FD71}"/>
                    </a:ext>
                  </a:extLst>
                </p14:cNvPr>
                <p14:cNvContentPartPr/>
                <p14:nvPr/>
              </p14:nvContentPartPr>
              <p14:xfrm>
                <a:off x="10452531" y="3591479"/>
                <a:ext cx="99000" cy="1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E79BDC-10D4-7046-763D-B59C0FA5FD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43531" y="3582839"/>
                  <a:ext cx="11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A2575E5-EC6A-5FBA-1014-A43E9B37D7B4}"/>
                    </a:ext>
                  </a:extLst>
                </p14:cNvPr>
                <p14:cNvContentPartPr/>
                <p14:nvPr/>
              </p14:nvContentPartPr>
              <p14:xfrm>
                <a:off x="10620291" y="3443879"/>
                <a:ext cx="57960" cy="207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A2575E5-EC6A-5FBA-1014-A43E9B37D7B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11651" y="3434879"/>
                  <a:ext cx="75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80A662A-A61C-150D-4260-0C584A76C05E}"/>
                    </a:ext>
                  </a:extLst>
                </p14:cNvPr>
                <p14:cNvContentPartPr/>
                <p14:nvPr/>
              </p14:nvContentPartPr>
              <p14:xfrm>
                <a:off x="10679331" y="3569879"/>
                <a:ext cx="121680" cy="6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80A662A-A61C-150D-4260-0C584A76C0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70331" y="3560879"/>
                  <a:ext cx="139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09CAD8-9C2C-1938-4272-6D64DE014085}"/>
                    </a:ext>
                  </a:extLst>
                </p14:cNvPr>
                <p14:cNvContentPartPr/>
                <p14:nvPr/>
              </p14:nvContentPartPr>
              <p14:xfrm>
                <a:off x="10841331" y="3431999"/>
                <a:ext cx="143280" cy="28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09CAD8-9C2C-1938-4272-6D64DE0140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32331" y="3423359"/>
                  <a:ext cx="160920" cy="30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081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the “natural modes” of LTI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Today: recognize them. Lecture 2: prove the eigenfunction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457200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331720"/>
            <a:ext cx="493776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each factor does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Why DSP cares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sets scale / phase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αⁿ gives growth or decay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e^{jω₀n} gives rotation / oscillation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Sinusoids probe frequency response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Exponentials diagonalize convolution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Spectra decompose signals into modes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2918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BB5AAB-7E31-6B4C-8032-F9291F65912B}"/>
              </a:ext>
            </a:extLst>
          </p:cNvPr>
          <p:cNvGrpSpPr/>
          <p:nvPr/>
        </p:nvGrpSpPr>
        <p:grpSpPr>
          <a:xfrm>
            <a:off x="6192651" y="2422690"/>
            <a:ext cx="1080720" cy="312480"/>
            <a:chOff x="6192651" y="2422690"/>
            <a:chExt cx="10807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25AEEB-982A-A3C7-600F-23353298B448}"/>
                    </a:ext>
                  </a:extLst>
                </p14:cNvPr>
                <p14:cNvContentPartPr/>
                <p14:nvPr/>
              </p14:nvContentPartPr>
              <p14:xfrm>
                <a:off x="6235851" y="2518450"/>
                <a:ext cx="40320" cy="216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25AEEB-982A-A3C7-600F-23353298B4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27211" y="2509810"/>
                  <a:ext cx="57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37548A-6797-2C7A-8BCC-BE037566750D}"/>
                    </a:ext>
                  </a:extLst>
                </p14:cNvPr>
                <p14:cNvContentPartPr/>
                <p14:nvPr/>
              </p14:nvContentPartPr>
              <p14:xfrm>
                <a:off x="6192651" y="2485330"/>
                <a:ext cx="159840" cy="3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37548A-6797-2C7A-8BCC-BE03756675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83651" y="2476690"/>
                  <a:ext cx="177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14B9CF-5478-3F77-B654-191A0F2F8A00}"/>
                    </a:ext>
                  </a:extLst>
                </p14:cNvPr>
                <p14:cNvContentPartPr/>
                <p14:nvPr/>
              </p14:nvContentPartPr>
              <p14:xfrm>
                <a:off x="6258171" y="2600530"/>
                <a:ext cx="100440" cy="6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14B9CF-5478-3F77-B654-191A0F2F8A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49531" y="2591530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094DA3-0D3C-D34C-9AA8-627E93187C53}"/>
                    </a:ext>
                  </a:extLst>
                </p14:cNvPr>
                <p14:cNvContentPartPr/>
                <p14:nvPr/>
              </p14:nvContentPartPr>
              <p14:xfrm>
                <a:off x="6263571" y="2661010"/>
                <a:ext cx="81000" cy="3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094DA3-0D3C-D34C-9AA8-627E93187C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54931" y="2652010"/>
                  <a:ext cx="98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2C6EF3-68B1-9AF1-4B20-80753F1500A3}"/>
                    </a:ext>
                  </a:extLst>
                </p14:cNvPr>
                <p14:cNvContentPartPr/>
                <p14:nvPr/>
              </p14:nvContentPartPr>
              <p14:xfrm>
                <a:off x="6475251" y="2644450"/>
                <a:ext cx="137160" cy="8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2C6EF3-68B1-9AF1-4B20-80753F1500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66251" y="2635810"/>
                  <a:ext cx="15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A6D856-3EF7-D916-09AE-D8D5F040BB10}"/>
                    </a:ext>
                  </a:extLst>
                </p14:cNvPr>
                <p14:cNvContentPartPr/>
                <p14:nvPr/>
              </p14:nvContentPartPr>
              <p14:xfrm>
                <a:off x="6647331" y="2422690"/>
                <a:ext cx="394200" cy="29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A6D856-3EF7-D916-09AE-D8D5F040BB1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38331" y="2414050"/>
                  <a:ext cx="411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B601E9-CF98-4523-33AB-78DBA95137DB}"/>
                    </a:ext>
                  </a:extLst>
                </p14:cNvPr>
                <p14:cNvContentPartPr/>
                <p14:nvPr/>
              </p14:nvContentPartPr>
              <p14:xfrm>
                <a:off x="7107051" y="2425570"/>
                <a:ext cx="9000" cy="69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B601E9-CF98-4523-33AB-78DBA95137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98051" y="2416570"/>
                  <a:ext cx="26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12E333-A9E1-6DB0-FD14-B2505E018CE5}"/>
                    </a:ext>
                  </a:extLst>
                </p14:cNvPr>
                <p14:cNvContentPartPr/>
                <p14:nvPr/>
              </p14:nvContentPartPr>
              <p14:xfrm>
                <a:off x="7155291" y="2576050"/>
                <a:ext cx="118080" cy="136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12E333-A9E1-6DB0-FD14-B2505E018CE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46651" y="2567050"/>
                  <a:ext cx="13572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2FCA746-6B43-256B-C282-1C3FEB2E2A2A}"/>
              </a:ext>
            </a:extLst>
          </p:cNvPr>
          <p:cNvGrpSpPr/>
          <p:nvPr/>
        </p:nvGrpSpPr>
        <p:grpSpPr>
          <a:xfrm>
            <a:off x="7523211" y="2469490"/>
            <a:ext cx="1066680" cy="554040"/>
            <a:chOff x="7523211" y="2469490"/>
            <a:chExt cx="1066680" cy="55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8B3C9B-178D-4FE7-1FDC-FA2BBC08FBB8}"/>
                    </a:ext>
                  </a:extLst>
                </p14:cNvPr>
                <p14:cNvContentPartPr/>
                <p14:nvPr/>
              </p14:nvContentPartPr>
              <p14:xfrm>
                <a:off x="7550571" y="2639050"/>
                <a:ext cx="43920" cy="8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8B3C9B-178D-4FE7-1FDC-FA2BBC08FB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41571" y="2630050"/>
                  <a:ext cx="61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A9490C-3A0A-4DE2-0D7E-BC983527284C}"/>
                    </a:ext>
                  </a:extLst>
                </p14:cNvPr>
                <p14:cNvContentPartPr/>
                <p14:nvPr/>
              </p14:nvContentPartPr>
              <p14:xfrm>
                <a:off x="7523211" y="2545810"/>
                <a:ext cx="360" cy="1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A9490C-3A0A-4DE2-0D7E-BC983527284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14211" y="253717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62CFCF-71C8-98B0-42AB-42A574EE18BE}"/>
                    </a:ext>
                  </a:extLst>
                </p14:cNvPr>
                <p14:cNvContentPartPr/>
                <p14:nvPr/>
              </p14:nvContentPartPr>
              <p14:xfrm>
                <a:off x="7642731" y="2469490"/>
                <a:ext cx="498600" cy="276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62CFCF-71C8-98B0-42AB-42A574EE18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34091" y="2460490"/>
                  <a:ext cx="516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9B0876C-43A4-B636-43F3-94692E2B94CA}"/>
                    </a:ext>
                  </a:extLst>
                </p14:cNvPr>
                <p14:cNvContentPartPr/>
                <p14:nvPr/>
              </p14:nvContentPartPr>
              <p14:xfrm>
                <a:off x="8108931" y="2480290"/>
                <a:ext cx="174600" cy="251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9B0876C-43A4-B636-43F3-94692E2B94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00291" y="2471290"/>
                  <a:ext cx="192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683C43-CFDB-CFE3-2062-468BE0F802E4}"/>
                    </a:ext>
                  </a:extLst>
                </p14:cNvPr>
                <p14:cNvContentPartPr/>
                <p14:nvPr/>
              </p14:nvContentPartPr>
              <p14:xfrm>
                <a:off x="8204691" y="2507650"/>
                <a:ext cx="8640" cy="1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683C43-CFDB-CFE3-2062-468BE0F802E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95691" y="2498650"/>
                  <a:ext cx="26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750E9E-E196-3E2D-367F-E3375E176248}"/>
                    </a:ext>
                  </a:extLst>
                </p14:cNvPr>
                <p14:cNvContentPartPr/>
                <p14:nvPr/>
              </p14:nvContentPartPr>
              <p14:xfrm>
                <a:off x="8317011" y="2485690"/>
                <a:ext cx="66600" cy="225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750E9E-E196-3E2D-367F-E3375E17624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08371" y="2476690"/>
                  <a:ext cx="84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F5E0FA-40FF-2EFC-F80C-3B6045078451}"/>
                    </a:ext>
                  </a:extLst>
                </p14:cNvPr>
                <p14:cNvContentPartPr/>
                <p14:nvPr/>
              </p14:nvContentPartPr>
              <p14:xfrm>
                <a:off x="8305131" y="2633650"/>
                <a:ext cx="110880" cy="27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F5E0FA-40FF-2EFC-F80C-3B604507845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96131" y="2625010"/>
                  <a:ext cx="128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23288DD-5244-13E4-B456-37484DCB69B5}"/>
                    </a:ext>
                  </a:extLst>
                </p14:cNvPr>
                <p14:cNvContentPartPr/>
                <p14:nvPr/>
              </p14:nvContentPartPr>
              <p14:xfrm>
                <a:off x="8480451" y="2655250"/>
                <a:ext cx="109440" cy="368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23288DD-5244-13E4-B456-37484DCB69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71811" y="2646610"/>
                  <a:ext cx="12708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DA9CA26-93BD-CF38-740D-98A746ADB4D9}"/>
              </a:ext>
            </a:extLst>
          </p:cNvPr>
          <p:cNvGrpSpPr/>
          <p:nvPr/>
        </p:nvGrpSpPr>
        <p:grpSpPr>
          <a:xfrm>
            <a:off x="847731" y="4691770"/>
            <a:ext cx="691200" cy="255600"/>
            <a:chOff x="847731" y="4691770"/>
            <a:chExt cx="69120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673052-B0D2-5721-1D12-0A4BA1F7504C}"/>
                    </a:ext>
                  </a:extLst>
                </p14:cNvPr>
                <p14:cNvContentPartPr/>
                <p14:nvPr/>
              </p14:nvContentPartPr>
              <p14:xfrm>
                <a:off x="991011" y="4752610"/>
                <a:ext cx="170280" cy="15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673052-B0D2-5721-1D12-0A4BA1F7504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2371" y="4743610"/>
                  <a:ext cx="187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9DF29D-EA0D-FDEE-62C8-5540646DF490}"/>
                    </a:ext>
                  </a:extLst>
                </p14:cNvPr>
                <p14:cNvContentPartPr/>
                <p14:nvPr/>
              </p14:nvContentPartPr>
              <p14:xfrm>
                <a:off x="1258131" y="4705450"/>
                <a:ext cx="23400" cy="241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9DF29D-EA0D-FDEE-62C8-5540646DF49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49491" y="4696450"/>
                  <a:ext cx="41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1297FC-7B90-D835-14CD-672A37DC047B}"/>
                    </a:ext>
                  </a:extLst>
                </p14:cNvPr>
                <p14:cNvContentPartPr/>
                <p14:nvPr/>
              </p14:nvContentPartPr>
              <p14:xfrm>
                <a:off x="847731" y="4691770"/>
                <a:ext cx="33840" cy="248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1297FC-7B90-D835-14CD-672A37DC047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9091" y="4682770"/>
                  <a:ext cx="51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083575-3B34-8E9D-1AF4-9B9F179B8C9F}"/>
                    </a:ext>
                  </a:extLst>
                </p14:cNvPr>
                <p14:cNvContentPartPr/>
                <p14:nvPr/>
              </p14:nvContentPartPr>
              <p14:xfrm>
                <a:off x="1401411" y="4756570"/>
                <a:ext cx="137520" cy="115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083575-3B34-8E9D-1AF4-9B9F179B8C9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92411" y="4747930"/>
                  <a:ext cx="1551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9A69980-802D-374C-FB88-AE41878FA6AD}"/>
                  </a:ext>
                </a:extLst>
              </p14:cNvPr>
              <p14:cNvContentPartPr/>
              <p14:nvPr/>
            </p14:nvContentPartPr>
            <p14:xfrm>
              <a:off x="1767891" y="4728850"/>
              <a:ext cx="34560" cy="167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9A69980-802D-374C-FB88-AE41878FA6A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759251" y="4719850"/>
                <a:ext cx="522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D6299F3-517B-0948-0A52-A543A30BEB92}"/>
                  </a:ext>
                </a:extLst>
              </p14:cNvPr>
              <p14:cNvContentPartPr/>
              <p14:nvPr/>
            </p14:nvContentPartPr>
            <p14:xfrm>
              <a:off x="2344251" y="4642090"/>
              <a:ext cx="324360" cy="237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D6299F3-517B-0948-0A52-A543A30BEB9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335251" y="4633090"/>
                <a:ext cx="3420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BABDAA6-7641-5923-5D3B-6F46B783F354}"/>
                  </a:ext>
                </a:extLst>
              </p14:cNvPr>
              <p14:cNvContentPartPr/>
              <p14:nvPr/>
            </p14:nvContentPartPr>
            <p14:xfrm>
              <a:off x="2713611" y="4769170"/>
              <a:ext cx="164160" cy="92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BABDAA6-7641-5923-5D3B-6F46B783F35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704971" y="4760530"/>
                <a:ext cx="1818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EA1C1A3B-8393-3B20-2C0D-93D3EEE09BCB}"/>
              </a:ext>
            </a:extLst>
          </p:cNvPr>
          <p:cNvGrpSpPr/>
          <p:nvPr/>
        </p:nvGrpSpPr>
        <p:grpSpPr>
          <a:xfrm>
            <a:off x="2928531" y="4626610"/>
            <a:ext cx="2278440" cy="389520"/>
            <a:chOff x="2928531" y="4626610"/>
            <a:chExt cx="227844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02EF70-B7E2-9A5F-D20D-3698A7AE7DF3}"/>
                    </a:ext>
                  </a:extLst>
                </p14:cNvPr>
                <p14:cNvContentPartPr/>
                <p14:nvPr/>
              </p14:nvContentPartPr>
              <p14:xfrm>
                <a:off x="2928531" y="4775650"/>
                <a:ext cx="134280" cy="90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02EF70-B7E2-9A5F-D20D-3698A7AE7DF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19531" y="4767010"/>
                  <a:ext cx="15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C8F7226-9BE1-D678-C917-10E700E5FF84}"/>
                    </a:ext>
                  </a:extLst>
                </p14:cNvPr>
                <p14:cNvContentPartPr/>
                <p14:nvPr/>
              </p14:nvContentPartPr>
              <p14:xfrm>
                <a:off x="3117891" y="4787890"/>
                <a:ext cx="144720" cy="212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C8F7226-9BE1-D678-C917-10E700E5FF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09251" y="4778890"/>
                  <a:ext cx="162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28865C-2CCD-EF38-B1A7-D765C0E3A0BC}"/>
                    </a:ext>
                  </a:extLst>
                </p14:cNvPr>
                <p14:cNvContentPartPr/>
                <p14:nvPr/>
              </p14:nvContentPartPr>
              <p14:xfrm>
                <a:off x="3345411" y="4807330"/>
                <a:ext cx="2520" cy="2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28865C-2CCD-EF38-B1A7-D765C0E3A0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36411" y="4798330"/>
                  <a:ext cx="20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698FFE-10E0-F280-D2B0-5DAB8878083E}"/>
                    </a:ext>
                  </a:extLst>
                </p14:cNvPr>
                <p14:cNvContentPartPr/>
                <p14:nvPr/>
              </p14:nvContentPartPr>
              <p14:xfrm>
                <a:off x="3318051" y="4685650"/>
                <a:ext cx="5760" cy="1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698FFE-10E0-F280-D2B0-5DAB887808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09051" y="4676650"/>
                  <a:ext cx="23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B74BD13-14F2-7E8B-52A3-3BBB85AADB5F}"/>
                    </a:ext>
                  </a:extLst>
                </p14:cNvPr>
                <p14:cNvContentPartPr/>
                <p14:nvPr/>
              </p14:nvContentPartPr>
              <p14:xfrm>
                <a:off x="3410931" y="4803010"/>
                <a:ext cx="166320" cy="53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B74BD13-14F2-7E8B-52A3-3BBB85AADB5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02291" y="4794010"/>
                  <a:ext cx="183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2C449A-A348-C7EF-7CC8-39F9F78B6BA6}"/>
                    </a:ext>
                  </a:extLst>
                </p14:cNvPr>
                <p14:cNvContentPartPr/>
                <p14:nvPr/>
              </p14:nvContentPartPr>
              <p14:xfrm>
                <a:off x="3568971" y="4768450"/>
                <a:ext cx="180360" cy="24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2C449A-A348-C7EF-7CC8-39F9F78B6B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60331" y="4759810"/>
                  <a:ext cx="198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B4E10C0-6939-C62E-0193-E1A80DD81A69}"/>
                    </a:ext>
                  </a:extLst>
                </p14:cNvPr>
                <p14:cNvContentPartPr/>
                <p14:nvPr/>
              </p14:nvContentPartPr>
              <p14:xfrm>
                <a:off x="3941211" y="4639210"/>
                <a:ext cx="127080" cy="362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B4E10C0-6939-C62E-0193-E1A80DD81A6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32571" y="4630210"/>
                  <a:ext cx="144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2C595F-3866-0141-10B7-0DE40A337583}"/>
                    </a:ext>
                  </a:extLst>
                </p14:cNvPr>
                <p14:cNvContentPartPr/>
                <p14:nvPr/>
              </p14:nvContentPartPr>
              <p14:xfrm>
                <a:off x="3909171" y="4833970"/>
                <a:ext cx="164880" cy="55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2C595F-3866-0141-10B7-0DE40A3375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00171" y="4825330"/>
                  <a:ext cx="182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146C06F-DA38-2695-6603-97EDE0E937BA}"/>
                    </a:ext>
                  </a:extLst>
                </p14:cNvPr>
                <p14:cNvContentPartPr/>
                <p14:nvPr/>
              </p14:nvContentPartPr>
              <p14:xfrm>
                <a:off x="4110051" y="4830010"/>
                <a:ext cx="176760" cy="65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146C06F-DA38-2695-6603-97EDE0E937B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01051" y="4821010"/>
                  <a:ext cx="194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AF4D93-770A-3F5D-68B9-CDD3DF098197}"/>
                    </a:ext>
                  </a:extLst>
                </p14:cNvPr>
                <p14:cNvContentPartPr/>
                <p14:nvPr/>
              </p14:nvContentPartPr>
              <p14:xfrm>
                <a:off x="4297971" y="4823530"/>
                <a:ext cx="153000" cy="43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AF4D93-770A-3F5D-68B9-CDD3DF0981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89331" y="4814890"/>
                  <a:ext cx="170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2F9E0B2-C52F-301C-7A32-AA63D375C85F}"/>
                    </a:ext>
                  </a:extLst>
                </p14:cNvPr>
                <p14:cNvContentPartPr/>
                <p14:nvPr/>
              </p14:nvContentPartPr>
              <p14:xfrm>
                <a:off x="4464291" y="4807330"/>
                <a:ext cx="124920" cy="10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2F9E0B2-C52F-301C-7A32-AA63D375C8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455291" y="4798330"/>
                  <a:ext cx="142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98946F-4C63-D1F3-CFD3-FDBFE833D736}"/>
                    </a:ext>
                  </a:extLst>
                </p14:cNvPr>
                <p14:cNvContentPartPr/>
                <p14:nvPr/>
              </p14:nvContentPartPr>
              <p14:xfrm>
                <a:off x="4566171" y="4626610"/>
                <a:ext cx="190800" cy="256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98946F-4C63-D1F3-CFD3-FDBFE833D7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57531" y="4617610"/>
                  <a:ext cx="208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C8E9EAE-5D2E-8006-D8D8-F1CD408037EC}"/>
                    </a:ext>
                  </a:extLst>
                </p14:cNvPr>
                <p14:cNvContentPartPr/>
                <p14:nvPr/>
              </p14:nvContentPartPr>
              <p14:xfrm>
                <a:off x="4708731" y="4648570"/>
                <a:ext cx="13320" cy="42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C8E9EAE-5D2E-8006-D8D8-F1CD408037E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699731" y="4639570"/>
                  <a:ext cx="30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F0E010-673D-97D2-8DE9-6F1F2148916C}"/>
                    </a:ext>
                  </a:extLst>
                </p14:cNvPr>
                <p14:cNvContentPartPr/>
                <p14:nvPr/>
              </p14:nvContentPartPr>
              <p14:xfrm>
                <a:off x="4847331" y="4786810"/>
                <a:ext cx="359640" cy="92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F0E010-673D-97D2-8DE9-6F1F2148916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38331" y="4777810"/>
                  <a:ext cx="37728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1713B2D-70C1-DE7D-7FA1-9FD936A1D199}"/>
              </a:ext>
            </a:extLst>
          </p:cNvPr>
          <p:cNvGrpSpPr/>
          <p:nvPr/>
        </p:nvGrpSpPr>
        <p:grpSpPr>
          <a:xfrm>
            <a:off x="778251" y="5360290"/>
            <a:ext cx="716760" cy="267480"/>
            <a:chOff x="778251" y="5360290"/>
            <a:chExt cx="71676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935DBC-92AB-D2D2-5FE2-D5EF32F3AA32}"/>
                    </a:ext>
                  </a:extLst>
                </p14:cNvPr>
                <p14:cNvContentPartPr/>
                <p14:nvPr/>
              </p14:nvContentPartPr>
              <p14:xfrm>
                <a:off x="778251" y="5510770"/>
                <a:ext cx="228240" cy="117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935DBC-92AB-D2D2-5FE2-D5EF32F3AA3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69611" y="5501770"/>
                  <a:ext cx="245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717586-73F3-D70A-3BE2-79F149DE5DE4}"/>
                    </a:ext>
                  </a:extLst>
                </p14:cNvPr>
                <p14:cNvContentPartPr/>
                <p14:nvPr/>
              </p14:nvContentPartPr>
              <p14:xfrm>
                <a:off x="1095051" y="5431570"/>
                <a:ext cx="196920" cy="170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717586-73F3-D70A-3BE2-79F149DE5DE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86051" y="5422570"/>
                  <a:ext cx="214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9C0D9F-8789-356F-921E-4BBF5EB8D244}"/>
                    </a:ext>
                  </a:extLst>
                </p14:cNvPr>
                <p14:cNvContentPartPr/>
                <p14:nvPr/>
              </p14:nvContentPartPr>
              <p14:xfrm>
                <a:off x="1310691" y="5541010"/>
                <a:ext cx="82440" cy="65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9C0D9F-8789-356F-921E-4BBF5EB8D24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01691" y="5532010"/>
                  <a:ext cx="100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489521-3F35-E108-E63C-2C6226C68059}"/>
                    </a:ext>
                  </a:extLst>
                </p14:cNvPr>
                <p14:cNvContentPartPr/>
                <p14:nvPr/>
              </p14:nvContentPartPr>
              <p14:xfrm>
                <a:off x="1373691" y="5360290"/>
                <a:ext cx="121320" cy="240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489521-3F35-E108-E63C-2C6226C6805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64691" y="5351290"/>
                  <a:ext cx="1389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5831575-8BC9-DF03-49B0-9EBED9ECE86C}"/>
              </a:ext>
            </a:extLst>
          </p:cNvPr>
          <p:cNvGrpSpPr/>
          <p:nvPr/>
        </p:nvGrpSpPr>
        <p:grpSpPr>
          <a:xfrm>
            <a:off x="1768251" y="5360290"/>
            <a:ext cx="1152720" cy="279000"/>
            <a:chOff x="1768251" y="5360290"/>
            <a:chExt cx="11527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D9E9C1-4D3B-2EFD-1D78-48749A0735C0}"/>
                    </a:ext>
                  </a:extLst>
                </p14:cNvPr>
                <p14:cNvContentPartPr/>
                <p14:nvPr/>
              </p14:nvContentPartPr>
              <p14:xfrm>
                <a:off x="1768251" y="5360290"/>
                <a:ext cx="267120" cy="218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D9E9C1-4D3B-2EFD-1D78-48749A0735C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759611" y="5351290"/>
                  <a:ext cx="284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010C59C-F20E-2287-3566-B0A0C9823B42}"/>
                    </a:ext>
                  </a:extLst>
                </p14:cNvPr>
                <p14:cNvContentPartPr/>
                <p14:nvPr/>
              </p14:nvContentPartPr>
              <p14:xfrm>
                <a:off x="2024571" y="5507170"/>
                <a:ext cx="137520" cy="84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010C59C-F20E-2287-3566-B0A0C9823B4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15571" y="5498530"/>
                  <a:ext cx="155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4E07BD-06A1-FC26-2E19-1CE77524F6D9}"/>
                    </a:ext>
                  </a:extLst>
                </p14:cNvPr>
                <p14:cNvContentPartPr/>
                <p14:nvPr/>
              </p14:nvContentPartPr>
              <p14:xfrm>
                <a:off x="2225451" y="5479090"/>
                <a:ext cx="74520" cy="160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4E07BD-06A1-FC26-2E19-1CE77524F6D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16811" y="5470090"/>
                  <a:ext cx="92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06EF51-36DB-9C71-BF24-B9A9FC854DD6}"/>
                    </a:ext>
                  </a:extLst>
                </p14:cNvPr>
                <p14:cNvContentPartPr/>
                <p14:nvPr/>
              </p14:nvContentPartPr>
              <p14:xfrm>
                <a:off x="2342811" y="5476930"/>
                <a:ext cx="51480" cy="160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06EF51-36DB-9C71-BF24-B9A9FC854DD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333811" y="5468290"/>
                  <a:ext cx="69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993FB7-AB3F-1B5F-376E-8ACE158CD19D}"/>
                    </a:ext>
                  </a:extLst>
                </p14:cNvPr>
                <p14:cNvContentPartPr/>
                <p14:nvPr/>
              </p14:nvContentPartPr>
              <p14:xfrm>
                <a:off x="2464491" y="5459650"/>
                <a:ext cx="344520" cy="125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993FB7-AB3F-1B5F-376E-8ACE158CD19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455851" y="5450650"/>
                  <a:ext cx="362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0574DB-AF11-E639-ABA3-FF58DAED1DA2}"/>
                    </a:ext>
                  </a:extLst>
                </p14:cNvPr>
                <p14:cNvContentPartPr/>
                <p14:nvPr/>
              </p14:nvContentPartPr>
              <p14:xfrm>
                <a:off x="2746371" y="5436970"/>
                <a:ext cx="174600" cy="164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0574DB-AF11-E639-ABA3-FF58DAED1DA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737371" y="5427970"/>
                  <a:ext cx="1922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DCC2304-6446-0B4C-4F77-C849DD30BC90}"/>
              </a:ext>
            </a:extLst>
          </p:cNvPr>
          <p:cNvGrpSpPr/>
          <p:nvPr/>
        </p:nvGrpSpPr>
        <p:grpSpPr>
          <a:xfrm>
            <a:off x="3188811" y="5299810"/>
            <a:ext cx="239760" cy="385560"/>
            <a:chOff x="3188811" y="5299810"/>
            <a:chExt cx="23976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0BE4518-BC1C-F5B7-00B5-201F75680715}"/>
                    </a:ext>
                  </a:extLst>
                </p14:cNvPr>
                <p14:cNvContentPartPr/>
                <p14:nvPr/>
              </p14:nvContentPartPr>
              <p14:xfrm>
                <a:off x="3214011" y="5502490"/>
                <a:ext cx="38880" cy="48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0BE4518-BC1C-F5B7-00B5-201F7568071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05011" y="549385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C0B00A-2D30-4B0D-6533-8937300F713E}"/>
                    </a:ext>
                  </a:extLst>
                </p14:cNvPr>
                <p14:cNvContentPartPr/>
                <p14:nvPr/>
              </p14:nvContentPartPr>
              <p14:xfrm>
                <a:off x="3188811" y="5386570"/>
                <a:ext cx="3960" cy="38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C0B00A-2D30-4B0D-6533-8937300F713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79811" y="5377570"/>
                  <a:ext cx="21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49DDF0-01B7-D3E5-3A83-60535D6C68A1}"/>
                    </a:ext>
                  </a:extLst>
                </p14:cNvPr>
                <p14:cNvContentPartPr/>
                <p14:nvPr/>
              </p14:nvContentPartPr>
              <p14:xfrm>
                <a:off x="3286731" y="5299810"/>
                <a:ext cx="141840" cy="385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49DDF0-01B7-D3E5-3A83-60535D6C68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77731" y="5291170"/>
                  <a:ext cx="159480" cy="40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B1BC330-E00C-D092-AFA9-5CD224FC1C5B}"/>
              </a:ext>
            </a:extLst>
          </p:cNvPr>
          <p:cNvGrpSpPr/>
          <p:nvPr/>
        </p:nvGrpSpPr>
        <p:grpSpPr>
          <a:xfrm>
            <a:off x="3772371" y="5316010"/>
            <a:ext cx="652320" cy="229320"/>
            <a:chOff x="3772371" y="5316010"/>
            <a:chExt cx="65232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6457BA-348B-AF27-BAD8-74273F117579}"/>
                    </a:ext>
                  </a:extLst>
                </p14:cNvPr>
                <p14:cNvContentPartPr/>
                <p14:nvPr/>
              </p14:nvContentPartPr>
              <p14:xfrm>
                <a:off x="3772371" y="5404210"/>
                <a:ext cx="207720" cy="141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6457BA-348B-AF27-BAD8-74273F1175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763371" y="5395210"/>
                  <a:ext cx="225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AB34B5E-D929-2772-199A-2F9E4A60BF82}"/>
                    </a:ext>
                  </a:extLst>
                </p14:cNvPr>
                <p14:cNvContentPartPr/>
                <p14:nvPr/>
              </p14:nvContentPartPr>
              <p14:xfrm>
                <a:off x="4116531" y="5449570"/>
                <a:ext cx="113400" cy="26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AB34B5E-D929-2772-199A-2F9E4A60BF8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07531" y="5440570"/>
                  <a:ext cx="131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7E12306-9CED-95E3-A012-3932D7DEE1D2}"/>
                    </a:ext>
                  </a:extLst>
                </p14:cNvPr>
                <p14:cNvContentPartPr/>
                <p14:nvPr/>
              </p14:nvContentPartPr>
              <p14:xfrm>
                <a:off x="4107171" y="5403850"/>
                <a:ext cx="114840" cy="17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7E12306-9CED-95E3-A012-3932D7DEE1D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98171" y="5394850"/>
                  <a:ext cx="132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9E8196-04A5-8DC9-E474-EF5B562F3906}"/>
                    </a:ext>
                  </a:extLst>
                </p14:cNvPr>
                <p14:cNvContentPartPr/>
                <p14:nvPr/>
              </p14:nvContentPartPr>
              <p14:xfrm>
                <a:off x="4378251" y="5316010"/>
                <a:ext cx="46440" cy="209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9E8196-04A5-8DC9-E474-EF5B562F390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69611" y="5307010"/>
                  <a:ext cx="64080" cy="22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435B475-C08C-A607-7C64-5B45752FAC29}"/>
                  </a:ext>
                </a:extLst>
              </p14:cNvPr>
              <p14:cNvContentPartPr/>
              <p14:nvPr/>
            </p14:nvContentPartPr>
            <p14:xfrm>
              <a:off x="4741491" y="5232130"/>
              <a:ext cx="147600" cy="165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435B475-C08C-A607-7C64-5B45752FAC2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732851" y="5223130"/>
                <a:ext cx="1652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33B6305-6C10-0FE1-243A-B3A0534721B2}"/>
                  </a:ext>
                </a:extLst>
              </p14:cNvPr>
              <p14:cNvContentPartPr/>
              <p14:nvPr/>
            </p14:nvContentPartPr>
            <p14:xfrm>
              <a:off x="4866051" y="5531290"/>
              <a:ext cx="39960" cy="10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33B6305-6C10-0FE1-243A-B3A0534721B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857411" y="5522290"/>
                <a:ext cx="5760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925BCB1D-E060-F293-ADA8-58F7F3DB0A4D}"/>
              </a:ext>
            </a:extLst>
          </p:cNvPr>
          <p:cNvGrpSpPr/>
          <p:nvPr/>
        </p:nvGrpSpPr>
        <p:grpSpPr>
          <a:xfrm>
            <a:off x="6932091" y="4943410"/>
            <a:ext cx="339480" cy="377640"/>
            <a:chOff x="6932091" y="4943410"/>
            <a:chExt cx="33948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7C028A2-8CA6-B387-162F-77C48565B6CC}"/>
                    </a:ext>
                  </a:extLst>
                </p14:cNvPr>
                <p14:cNvContentPartPr/>
                <p14:nvPr/>
              </p14:nvContentPartPr>
              <p14:xfrm>
                <a:off x="7013091" y="5058970"/>
                <a:ext cx="17640" cy="111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7C028A2-8CA6-B387-162F-77C48565B6C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04091" y="5050330"/>
                  <a:ext cx="35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16D29E-DB03-F339-009E-3F8EB6743564}"/>
                    </a:ext>
                  </a:extLst>
                </p14:cNvPr>
                <p14:cNvContentPartPr/>
                <p14:nvPr/>
              </p14:nvContentPartPr>
              <p14:xfrm>
                <a:off x="6932091" y="4943410"/>
                <a:ext cx="120600" cy="55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16D29E-DB03-F339-009E-3F8EB674356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23091" y="4934770"/>
                  <a:ext cx="13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DB27A2-3812-B201-CFE4-3B0918AD9AA4}"/>
                    </a:ext>
                  </a:extLst>
                </p14:cNvPr>
                <p14:cNvContentPartPr/>
                <p14:nvPr/>
              </p14:nvContentPartPr>
              <p14:xfrm>
                <a:off x="6981051" y="5168050"/>
                <a:ext cx="120960" cy="22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DB27A2-3812-B201-CFE4-3B0918AD9AA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72051" y="5159410"/>
                  <a:ext cx="138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9BAD28-B593-4102-677C-23FF44076E14}"/>
                    </a:ext>
                  </a:extLst>
                </p14:cNvPr>
                <p14:cNvContentPartPr/>
                <p14:nvPr/>
              </p14:nvContentPartPr>
              <p14:xfrm>
                <a:off x="7134051" y="4946650"/>
                <a:ext cx="123480" cy="374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9BAD28-B593-4102-677C-23FF44076E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25051" y="4938010"/>
                  <a:ext cx="1411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CE94E8-9741-8A8E-41E4-4E35369D14D0}"/>
                    </a:ext>
                  </a:extLst>
                </p14:cNvPr>
                <p14:cNvContentPartPr/>
                <p14:nvPr/>
              </p14:nvContentPartPr>
              <p14:xfrm>
                <a:off x="7096971" y="5178490"/>
                <a:ext cx="174600" cy="39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CE94E8-9741-8A8E-41E4-4E35369D14D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87971" y="5169490"/>
                  <a:ext cx="19224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B16218E-73CE-FC74-BE14-71AC263301B8}"/>
              </a:ext>
            </a:extLst>
          </p:cNvPr>
          <p:cNvGrpSpPr/>
          <p:nvPr/>
        </p:nvGrpSpPr>
        <p:grpSpPr>
          <a:xfrm>
            <a:off x="7564971" y="4926490"/>
            <a:ext cx="900360" cy="296640"/>
            <a:chOff x="7564971" y="4926490"/>
            <a:chExt cx="90036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DD38F8-87CF-9A87-D44C-D2D2F638A486}"/>
                    </a:ext>
                  </a:extLst>
                </p14:cNvPr>
                <p14:cNvContentPartPr/>
                <p14:nvPr/>
              </p14:nvContentPartPr>
              <p14:xfrm>
                <a:off x="7566771" y="5075530"/>
                <a:ext cx="123840" cy="109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DD38F8-87CF-9A87-D44C-D2D2F638A48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58131" y="5066890"/>
                  <a:ext cx="141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0DA7774-8281-F92A-7F98-ECC61A50A034}"/>
                    </a:ext>
                  </a:extLst>
                </p14:cNvPr>
                <p14:cNvContentPartPr/>
                <p14:nvPr/>
              </p14:nvContentPartPr>
              <p14:xfrm>
                <a:off x="7564971" y="5086690"/>
                <a:ext cx="106200" cy="97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0DA7774-8281-F92A-7F98-ECC61A50A03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56331" y="5077690"/>
                  <a:ext cx="123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00A8EA-C024-F1E7-CF78-358D4CDC71AE}"/>
                    </a:ext>
                  </a:extLst>
                </p14:cNvPr>
                <p14:cNvContentPartPr/>
                <p14:nvPr/>
              </p14:nvContentPartPr>
              <p14:xfrm>
                <a:off x="7701051" y="4957450"/>
                <a:ext cx="153360" cy="245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00A8EA-C024-F1E7-CF78-358D4CDC71A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92051" y="4948810"/>
                  <a:ext cx="171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3563C8-7FC1-72C9-9ACA-CAA547B6F4F7}"/>
                    </a:ext>
                  </a:extLst>
                </p14:cNvPr>
                <p14:cNvContentPartPr/>
                <p14:nvPr/>
              </p14:nvContentPartPr>
              <p14:xfrm>
                <a:off x="7873491" y="5102890"/>
                <a:ext cx="196200" cy="60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3563C8-7FC1-72C9-9ACA-CAA547B6F4F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64851" y="5094250"/>
                  <a:ext cx="213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7DF4A7E-E3DF-85B4-9067-1A58FFBBABE4}"/>
                    </a:ext>
                  </a:extLst>
                </p14:cNvPr>
                <p14:cNvContentPartPr/>
                <p14:nvPr/>
              </p14:nvContentPartPr>
              <p14:xfrm>
                <a:off x="8021451" y="4926490"/>
                <a:ext cx="150120" cy="29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7DF4A7E-E3DF-85B4-9067-1A58FFBBAB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12451" y="4917850"/>
                  <a:ext cx="1677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CC5579-6631-2296-19E8-F4176082E705}"/>
                    </a:ext>
                  </a:extLst>
                </p14:cNvPr>
                <p14:cNvContentPartPr/>
                <p14:nvPr/>
              </p14:nvContentPartPr>
              <p14:xfrm>
                <a:off x="8341491" y="5111170"/>
                <a:ext cx="118440" cy="19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CC5579-6631-2296-19E8-F4176082E70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32491" y="5102530"/>
                  <a:ext cx="136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02FD47-2873-A427-8241-B695AE3CA2F3}"/>
                    </a:ext>
                  </a:extLst>
                </p14:cNvPr>
                <p14:cNvContentPartPr/>
                <p14:nvPr/>
              </p14:nvContentPartPr>
              <p14:xfrm>
                <a:off x="8340411" y="5047090"/>
                <a:ext cx="124920" cy="34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02FD47-2873-A427-8241-B695AE3CA2F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31771" y="5038450"/>
                  <a:ext cx="14256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5025143-75CA-8FCB-4F5E-0D3F097A7F62}"/>
              </a:ext>
            </a:extLst>
          </p:cNvPr>
          <p:cNvGrpSpPr/>
          <p:nvPr/>
        </p:nvGrpSpPr>
        <p:grpSpPr>
          <a:xfrm>
            <a:off x="8727411" y="4834690"/>
            <a:ext cx="612000" cy="340920"/>
            <a:chOff x="8727411" y="4834690"/>
            <a:chExt cx="61200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AE647EA-24E6-19C6-D12F-97AACC10003B}"/>
                    </a:ext>
                  </a:extLst>
                </p14:cNvPr>
                <p14:cNvContentPartPr/>
                <p14:nvPr/>
              </p14:nvContentPartPr>
              <p14:xfrm>
                <a:off x="8727411" y="4912810"/>
                <a:ext cx="153720" cy="262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AE647EA-24E6-19C6-D12F-97AACC10003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18411" y="4903810"/>
                  <a:ext cx="171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63A374-966A-5AFE-F265-D5BAC44B1616}"/>
                    </a:ext>
                  </a:extLst>
                </p14:cNvPr>
                <p14:cNvContentPartPr/>
                <p14:nvPr/>
              </p14:nvContentPartPr>
              <p14:xfrm>
                <a:off x="9011451" y="5031610"/>
                <a:ext cx="155880" cy="93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63A374-966A-5AFE-F265-D5BAC44B161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02811" y="5022970"/>
                  <a:ext cx="173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C75BC10-A92F-5F3B-6717-87C1A540A8C3}"/>
                    </a:ext>
                  </a:extLst>
                </p14:cNvPr>
                <p14:cNvContentPartPr/>
                <p14:nvPr/>
              </p14:nvContentPartPr>
              <p14:xfrm>
                <a:off x="9178851" y="4834690"/>
                <a:ext cx="160560" cy="81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C75BC10-A92F-5F3B-6717-87C1A540A8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170211" y="4825690"/>
                  <a:ext cx="1782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6DA07B9-0268-3E43-6241-854EFB0703E3}"/>
              </a:ext>
            </a:extLst>
          </p:cNvPr>
          <p:cNvGrpSpPr/>
          <p:nvPr/>
        </p:nvGrpSpPr>
        <p:grpSpPr>
          <a:xfrm>
            <a:off x="9534171" y="4691770"/>
            <a:ext cx="889200" cy="510480"/>
            <a:chOff x="9534171" y="4691770"/>
            <a:chExt cx="889200" cy="5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DCFB55-B475-F256-3F89-C84FFD44A5A6}"/>
                    </a:ext>
                  </a:extLst>
                </p14:cNvPr>
                <p14:cNvContentPartPr/>
                <p14:nvPr/>
              </p14:nvContentPartPr>
              <p14:xfrm>
                <a:off x="9534171" y="5057890"/>
                <a:ext cx="167400" cy="144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DCFB55-B475-F256-3F89-C84FFD44A5A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25171" y="5049250"/>
                  <a:ext cx="185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B89A4E7-272F-4562-AAB9-C56CC6D1121C}"/>
                    </a:ext>
                  </a:extLst>
                </p14:cNvPr>
                <p14:cNvContentPartPr/>
                <p14:nvPr/>
              </p14:nvContentPartPr>
              <p14:xfrm>
                <a:off x="9665211" y="4818130"/>
                <a:ext cx="106200" cy="232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B89A4E7-272F-4562-AAB9-C56CC6D112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56211" y="4809490"/>
                  <a:ext cx="123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A645304-6E4B-605A-0984-833EEF71CA12}"/>
                    </a:ext>
                  </a:extLst>
                </p14:cNvPr>
                <p14:cNvContentPartPr/>
                <p14:nvPr/>
              </p14:nvContentPartPr>
              <p14:xfrm>
                <a:off x="9645771" y="4691770"/>
                <a:ext cx="29520" cy="28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A645304-6E4B-605A-0984-833EEF71CA1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37131" y="4682770"/>
                  <a:ext cx="47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7BD8200-21BE-B160-A1DC-DC2D56D219C1}"/>
                    </a:ext>
                  </a:extLst>
                </p14:cNvPr>
                <p14:cNvContentPartPr/>
                <p14:nvPr/>
              </p14:nvContentPartPr>
              <p14:xfrm>
                <a:off x="9784011" y="4739650"/>
                <a:ext cx="181440" cy="101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7BD8200-21BE-B160-A1DC-DC2D56D219C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75011" y="4730650"/>
                  <a:ext cx="199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CB4B7C4-ED2A-50B5-D7C5-02F1746A41B3}"/>
                    </a:ext>
                  </a:extLst>
                </p14:cNvPr>
                <p14:cNvContentPartPr/>
                <p14:nvPr/>
              </p14:nvContentPartPr>
              <p14:xfrm>
                <a:off x="10057251" y="4816330"/>
                <a:ext cx="72360" cy="84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CB4B7C4-ED2A-50B5-D7C5-02F1746A41B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048251" y="4807690"/>
                  <a:ext cx="90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6D1CE6-3F6C-7BAD-FAF0-77D8C2C33EC2}"/>
                    </a:ext>
                  </a:extLst>
                </p14:cNvPr>
                <p14:cNvContentPartPr/>
                <p14:nvPr/>
              </p14:nvContentPartPr>
              <p14:xfrm>
                <a:off x="10189731" y="4714810"/>
                <a:ext cx="233640" cy="66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06D1CE6-3F6C-7BAD-FAF0-77D8C2C33E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80731" y="4705810"/>
                  <a:ext cx="25128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F8983BE-FE3C-D841-BABA-D4305F93A2EB}"/>
              </a:ext>
            </a:extLst>
          </p:cNvPr>
          <p:cNvGrpSpPr/>
          <p:nvPr/>
        </p:nvGrpSpPr>
        <p:grpSpPr>
          <a:xfrm>
            <a:off x="7182291" y="5557570"/>
            <a:ext cx="624600" cy="301320"/>
            <a:chOff x="7182291" y="5557570"/>
            <a:chExt cx="62460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097BE8-E15A-238C-2467-CC14C6D301FD}"/>
                    </a:ext>
                  </a:extLst>
                </p14:cNvPr>
                <p14:cNvContentPartPr/>
                <p14:nvPr/>
              </p14:nvContentPartPr>
              <p14:xfrm>
                <a:off x="7182291" y="5583850"/>
                <a:ext cx="193680" cy="275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097BE8-E15A-238C-2467-CC14C6D301F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73651" y="5574850"/>
                  <a:ext cx="2113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5678EC2-BA71-AFD3-6A32-7DCE39B6376B}"/>
                    </a:ext>
                  </a:extLst>
                </p14:cNvPr>
                <p14:cNvContentPartPr/>
                <p14:nvPr/>
              </p14:nvContentPartPr>
              <p14:xfrm>
                <a:off x="7393251" y="5631730"/>
                <a:ext cx="114480" cy="75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5678EC2-BA71-AFD3-6A32-7DCE39B6376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84251" y="5623090"/>
                  <a:ext cx="132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9C5029-224B-A7B3-CDC6-BE04F96D2043}"/>
                    </a:ext>
                  </a:extLst>
                </p14:cNvPr>
                <p14:cNvContentPartPr/>
                <p14:nvPr/>
              </p14:nvContentPartPr>
              <p14:xfrm>
                <a:off x="7560291" y="5570530"/>
                <a:ext cx="115920" cy="124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9C5029-224B-A7B3-CDC6-BE04F96D204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551651" y="5561530"/>
                  <a:ext cx="133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957E98-4457-640C-48AD-1BD8BF7CBFB1}"/>
                    </a:ext>
                  </a:extLst>
                </p14:cNvPr>
                <p14:cNvContentPartPr/>
                <p14:nvPr/>
              </p14:nvContentPartPr>
              <p14:xfrm>
                <a:off x="7715811" y="5557570"/>
                <a:ext cx="91080" cy="137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957E98-4457-640C-48AD-1BD8BF7CBFB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06811" y="5548570"/>
                  <a:ext cx="10872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DB7E0E4-5A9B-A70F-D970-B1A20A841306}"/>
              </a:ext>
            </a:extLst>
          </p:cNvPr>
          <p:cNvGrpSpPr/>
          <p:nvPr/>
        </p:nvGrpSpPr>
        <p:grpSpPr>
          <a:xfrm>
            <a:off x="8099931" y="5414290"/>
            <a:ext cx="566280" cy="263520"/>
            <a:chOff x="8099931" y="5414290"/>
            <a:chExt cx="56628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668835-5B4B-63E1-B3C3-00A3F980FE20}"/>
                    </a:ext>
                  </a:extLst>
                </p14:cNvPr>
                <p14:cNvContentPartPr/>
                <p14:nvPr/>
              </p14:nvContentPartPr>
              <p14:xfrm>
                <a:off x="8099931" y="5479450"/>
                <a:ext cx="9360" cy="19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668835-5B4B-63E1-B3C3-00A3F980FE2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91291" y="5470450"/>
                  <a:ext cx="27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FFF72C1-A370-E402-6F9E-0BF288B842F6}"/>
                    </a:ext>
                  </a:extLst>
                </p14:cNvPr>
                <p14:cNvContentPartPr/>
                <p14:nvPr/>
              </p14:nvContentPartPr>
              <p14:xfrm>
                <a:off x="8120091" y="5617690"/>
                <a:ext cx="28440" cy="60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FFF72C1-A370-E402-6F9E-0BF288B842F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11091" y="5608690"/>
                  <a:ext cx="4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799F97-246C-7597-E8E0-34341F383794}"/>
                    </a:ext>
                  </a:extLst>
                </p14:cNvPr>
                <p14:cNvContentPartPr/>
                <p14:nvPr/>
              </p14:nvContentPartPr>
              <p14:xfrm>
                <a:off x="8185611" y="5595730"/>
                <a:ext cx="182880" cy="43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799F97-246C-7597-E8E0-34341F38379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176971" y="5586730"/>
                  <a:ext cx="200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84B2A1-441B-62C2-7709-499346E60AF8}"/>
                    </a:ext>
                  </a:extLst>
                </p14:cNvPr>
                <p14:cNvContentPartPr/>
                <p14:nvPr/>
              </p14:nvContentPartPr>
              <p14:xfrm>
                <a:off x="8394051" y="5414290"/>
                <a:ext cx="42480" cy="247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84B2A1-441B-62C2-7709-499346E60AF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85411" y="5405290"/>
                  <a:ext cx="60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13195F-9AEB-DDD2-D9C9-BD2F4FF1D48D}"/>
                    </a:ext>
                  </a:extLst>
                </p14:cNvPr>
                <p14:cNvContentPartPr/>
                <p14:nvPr/>
              </p14:nvContentPartPr>
              <p14:xfrm>
                <a:off x="8347251" y="5568370"/>
                <a:ext cx="150840" cy="4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13195F-9AEB-DDD2-D9C9-BD2F4FF1D48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338251" y="5559370"/>
                  <a:ext cx="168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E0ACDA-7CA3-BA1F-5F72-F741F8F0AD70}"/>
                    </a:ext>
                  </a:extLst>
                </p14:cNvPr>
                <p14:cNvContentPartPr/>
                <p14:nvPr/>
              </p14:nvContentPartPr>
              <p14:xfrm>
                <a:off x="8523651" y="5556850"/>
                <a:ext cx="142560" cy="68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E0ACDA-7CA3-BA1F-5F72-F741F8F0AD7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515011" y="5548210"/>
                  <a:ext cx="1602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888829C-BD88-5097-6E94-0D25579DF90B}"/>
              </a:ext>
            </a:extLst>
          </p:cNvPr>
          <p:cNvGrpSpPr/>
          <p:nvPr/>
        </p:nvGrpSpPr>
        <p:grpSpPr>
          <a:xfrm>
            <a:off x="9016851" y="5416450"/>
            <a:ext cx="570960" cy="229320"/>
            <a:chOff x="9016851" y="5416450"/>
            <a:chExt cx="57096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CF441D-F8BE-B1CC-6A16-62643BC6BF75}"/>
                    </a:ext>
                  </a:extLst>
                </p14:cNvPr>
                <p14:cNvContentPartPr/>
                <p14:nvPr/>
              </p14:nvContentPartPr>
              <p14:xfrm>
                <a:off x="9016851" y="5463250"/>
                <a:ext cx="190440" cy="182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CF441D-F8BE-B1CC-6A16-62643BC6BF7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008211" y="5454250"/>
                  <a:ext cx="208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1197ABC-7AD3-A47B-4407-A61CAB389E26}"/>
                    </a:ext>
                  </a:extLst>
                </p14:cNvPr>
                <p14:cNvContentPartPr/>
                <p14:nvPr/>
              </p14:nvContentPartPr>
              <p14:xfrm>
                <a:off x="9275331" y="5501770"/>
                <a:ext cx="13320" cy="114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1197ABC-7AD3-A47B-4407-A61CAB389E2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66331" y="5492770"/>
                  <a:ext cx="30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0BEB45B-FB45-29DE-961D-853D3F15E7B2}"/>
                    </a:ext>
                  </a:extLst>
                </p14:cNvPr>
                <p14:cNvContentPartPr/>
                <p14:nvPr/>
              </p14:nvContentPartPr>
              <p14:xfrm>
                <a:off x="9171651" y="5447050"/>
                <a:ext cx="158760" cy="28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0BEB45B-FB45-29DE-961D-853D3F15E7B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162651" y="5438410"/>
                  <a:ext cx="176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8AB3330-BCFF-E78E-B3CB-59418FEA0EBE}"/>
                    </a:ext>
                  </a:extLst>
                </p14:cNvPr>
                <p14:cNvContentPartPr/>
                <p14:nvPr/>
              </p14:nvContentPartPr>
              <p14:xfrm>
                <a:off x="9520491" y="5486290"/>
                <a:ext cx="15840" cy="93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8AB3330-BCFF-E78E-B3CB-59418FEA0EB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511491" y="5477290"/>
                  <a:ext cx="33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9FB416F-87EE-E8ED-8C4B-4083F63AEBBF}"/>
                    </a:ext>
                  </a:extLst>
                </p14:cNvPr>
                <p14:cNvContentPartPr/>
                <p14:nvPr/>
              </p14:nvContentPartPr>
              <p14:xfrm>
                <a:off x="9425091" y="5416450"/>
                <a:ext cx="113040" cy="31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9FB416F-87EE-E8ED-8C4B-4083F63AEBB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416451" y="5407450"/>
                  <a:ext cx="130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805402-4E5F-10BC-98F4-81B356BEBDA4}"/>
                    </a:ext>
                  </a:extLst>
                </p14:cNvPr>
                <p14:cNvContentPartPr/>
                <p14:nvPr/>
              </p14:nvContentPartPr>
              <p14:xfrm>
                <a:off x="9442011" y="5595730"/>
                <a:ext cx="145800" cy="16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805402-4E5F-10BC-98F4-81B356BEBDA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433011" y="5586730"/>
                  <a:ext cx="1634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32A26F2-E76D-11DF-E32C-D73A5E8D61C2}"/>
              </a:ext>
            </a:extLst>
          </p:cNvPr>
          <p:cNvGrpSpPr/>
          <p:nvPr/>
        </p:nvGrpSpPr>
        <p:grpSpPr>
          <a:xfrm>
            <a:off x="9766371" y="5310970"/>
            <a:ext cx="1064160" cy="446040"/>
            <a:chOff x="9766371" y="5310970"/>
            <a:chExt cx="10641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24D7051-A24C-2A92-E11D-2AE30F05A5F6}"/>
                    </a:ext>
                  </a:extLst>
                </p14:cNvPr>
                <p14:cNvContentPartPr/>
                <p14:nvPr/>
              </p14:nvContentPartPr>
              <p14:xfrm>
                <a:off x="9766371" y="5456050"/>
                <a:ext cx="88920" cy="146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24D7051-A24C-2A92-E11D-2AE30F05A5F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57731" y="5447410"/>
                  <a:ext cx="106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C79EC74-8258-DE81-4738-478248542F92}"/>
                    </a:ext>
                  </a:extLst>
                </p14:cNvPr>
                <p14:cNvContentPartPr/>
                <p14:nvPr/>
              </p14:nvContentPartPr>
              <p14:xfrm>
                <a:off x="9904971" y="5519050"/>
                <a:ext cx="124920" cy="237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C79EC74-8258-DE81-4738-478248542F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895971" y="5510410"/>
                  <a:ext cx="142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E46EAB-4F84-110E-C28F-9B47D4DA2088}"/>
                    </a:ext>
                  </a:extLst>
                </p14:cNvPr>
                <p14:cNvContentPartPr/>
                <p14:nvPr/>
              </p14:nvContentPartPr>
              <p14:xfrm>
                <a:off x="10038171" y="5471890"/>
                <a:ext cx="135360" cy="141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E46EAB-4F84-110E-C28F-9B47D4DA208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029531" y="5462890"/>
                  <a:ext cx="153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F0F40A-CA04-5614-F586-544339D632B7}"/>
                    </a:ext>
                  </a:extLst>
                </p14:cNvPr>
                <p14:cNvContentPartPr/>
                <p14:nvPr/>
              </p14:nvContentPartPr>
              <p14:xfrm>
                <a:off x="10233291" y="5310970"/>
                <a:ext cx="18000" cy="277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F0F40A-CA04-5614-F586-544339D632B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224651" y="5302330"/>
                  <a:ext cx="35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183E405-DFCB-2059-98CB-2BF6D80FFFD4}"/>
                    </a:ext>
                  </a:extLst>
                </p14:cNvPr>
                <p14:cNvContentPartPr/>
                <p14:nvPr/>
              </p14:nvContentPartPr>
              <p14:xfrm>
                <a:off x="10205931" y="5461450"/>
                <a:ext cx="624600" cy="129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183E405-DFCB-2059-98CB-2BF6D80FFFD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97291" y="5452450"/>
                  <a:ext cx="642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F0BA9AC-25D3-56AE-3E5D-5391AFF21344}"/>
              </a:ext>
            </a:extLst>
          </p:cNvPr>
          <p:cNvGrpSpPr/>
          <p:nvPr/>
        </p:nvGrpSpPr>
        <p:grpSpPr>
          <a:xfrm>
            <a:off x="6636171" y="5901730"/>
            <a:ext cx="4713480" cy="871560"/>
            <a:chOff x="6636171" y="5901730"/>
            <a:chExt cx="4713480" cy="87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F41738E-DB60-831E-FE2D-8BB2347B343E}"/>
                    </a:ext>
                  </a:extLst>
                </p14:cNvPr>
                <p14:cNvContentPartPr/>
                <p14:nvPr/>
              </p14:nvContentPartPr>
              <p14:xfrm>
                <a:off x="6937131" y="6147970"/>
                <a:ext cx="126000" cy="88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F41738E-DB60-831E-FE2D-8BB2347B34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28491" y="6138970"/>
                  <a:ext cx="143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8B8DC67-7884-53E4-9A7A-668AB5F1FE7D}"/>
                    </a:ext>
                  </a:extLst>
                </p14:cNvPr>
                <p14:cNvContentPartPr/>
                <p14:nvPr/>
              </p14:nvContentPartPr>
              <p14:xfrm>
                <a:off x="7136211" y="6176050"/>
                <a:ext cx="119160" cy="39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8B8DC67-7884-53E4-9A7A-668AB5F1FE7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27211" y="6167410"/>
                  <a:ext cx="136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91C8246-34F3-4B48-E96B-BBEA18804B0B}"/>
                    </a:ext>
                  </a:extLst>
                </p14:cNvPr>
                <p14:cNvContentPartPr/>
                <p14:nvPr/>
              </p14:nvContentPartPr>
              <p14:xfrm>
                <a:off x="7248891" y="5984530"/>
                <a:ext cx="131040" cy="263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91C8246-34F3-4B48-E96B-BBEA18804B0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240251" y="5975530"/>
                  <a:ext cx="148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81A854-10E5-672E-454D-9C133C36A958}"/>
                    </a:ext>
                  </a:extLst>
                </p14:cNvPr>
                <p14:cNvContentPartPr/>
                <p14:nvPr/>
              </p14:nvContentPartPr>
              <p14:xfrm>
                <a:off x="7568931" y="6120610"/>
                <a:ext cx="72360" cy="205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81A854-10E5-672E-454D-9C133C36A95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560291" y="6111610"/>
                  <a:ext cx="90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794F7C-FDB3-BBE5-3D7C-BED427E6450B}"/>
                    </a:ext>
                  </a:extLst>
                </p14:cNvPr>
                <p14:cNvContentPartPr/>
                <p14:nvPr/>
              </p14:nvContentPartPr>
              <p14:xfrm>
                <a:off x="7692771" y="6151570"/>
                <a:ext cx="129600" cy="65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794F7C-FDB3-BBE5-3D7C-BED427E6450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684131" y="6142570"/>
                  <a:ext cx="147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E9F251-B7E4-1232-88B2-9D72369ED568}"/>
                    </a:ext>
                  </a:extLst>
                </p14:cNvPr>
                <p14:cNvContentPartPr/>
                <p14:nvPr/>
              </p14:nvContentPartPr>
              <p14:xfrm>
                <a:off x="7873491" y="5979130"/>
                <a:ext cx="57600" cy="249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E9F251-B7E4-1232-88B2-9D72369ED56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864851" y="5970130"/>
                  <a:ext cx="752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9B505FB-144F-BAAA-874F-B9B47F55CEE4}"/>
                    </a:ext>
                  </a:extLst>
                </p14:cNvPr>
                <p14:cNvContentPartPr/>
                <p14:nvPr/>
              </p14:nvContentPartPr>
              <p14:xfrm>
                <a:off x="7795731" y="6118810"/>
                <a:ext cx="171000" cy="79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9B505FB-144F-BAAA-874F-B9B47F55CEE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787091" y="6110170"/>
                  <a:ext cx="188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FC58B1-8AD0-D715-8CF9-F0F6899A9CE8}"/>
                    </a:ext>
                  </a:extLst>
                </p14:cNvPr>
                <p14:cNvContentPartPr/>
                <p14:nvPr/>
              </p14:nvContentPartPr>
              <p14:xfrm>
                <a:off x="8299371" y="6137890"/>
                <a:ext cx="19080" cy="70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FC58B1-8AD0-D715-8CF9-F0F6899A9CE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90371" y="6128890"/>
                  <a:ext cx="36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BA632FB-E271-BF2F-9540-B65AD2B711D1}"/>
                    </a:ext>
                  </a:extLst>
                </p14:cNvPr>
                <p14:cNvContentPartPr/>
                <p14:nvPr/>
              </p14:nvContentPartPr>
              <p14:xfrm>
                <a:off x="8273091" y="6001090"/>
                <a:ext cx="4680" cy="40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BA632FB-E271-BF2F-9540-B65AD2B711D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264451" y="5992090"/>
                  <a:ext cx="22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EFC98DB-FC50-3401-1897-7CE32B2AED29}"/>
                    </a:ext>
                  </a:extLst>
                </p14:cNvPr>
                <p14:cNvContentPartPr/>
                <p14:nvPr/>
              </p14:nvContentPartPr>
              <p14:xfrm>
                <a:off x="8376051" y="6079930"/>
                <a:ext cx="61920" cy="114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EFC98DB-FC50-3401-1897-7CE32B2AED2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367051" y="6070930"/>
                  <a:ext cx="79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BFE1178-5822-2400-6094-4D21718C008B}"/>
                    </a:ext>
                  </a:extLst>
                </p14:cNvPr>
                <p14:cNvContentPartPr/>
                <p14:nvPr/>
              </p14:nvContentPartPr>
              <p14:xfrm>
                <a:off x="8676291" y="6089650"/>
                <a:ext cx="120960" cy="110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BFE1178-5822-2400-6094-4D21718C008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667651" y="6081010"/>
                  <a:ext cx="13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8228BAC-89A7-0266-FB83-C18329DB6B9B}"/>
                    </a:ext>
                  </a:extLst>
                </p14:cNvPr>
                <p14:cNvContentPartPr/>
                <p14:nvPr/>
              </p14:nvContentPartPr>
              <p14:xfrm>
                <a:off x="8809851" y="5924410"/>
                <a:ext cx="63720" cy="209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8228BAC-89A7-0266-FB83-C18329DB6B9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800851" y="5915410"/>
                  <a:ext cx="81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DC3B058-1E14-7951-02CF-26DB36458011}"/>
                    </a:ext>
                  </a:extLst>
                </p14:cNvPr>
                <p14:cNvContentPartPr/>
                <p14:nvPr/>
              </p14:nvContentPartPr>
              <p14:xfrm>
                <a:off x="8811291" y="6044650"/>
                <a:ext cx="102960" cy="5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DC3B058-1E14-7951-02CF-26DB3645801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802291" y="6036010"/>
                  <a:ext cx="12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6E603CF-9C06-AC06-9B77-3B2281C70002}"/>
                    </a:ext>
                  </a:extLst>
                </p14:cNvPr>
                <p14:cNvContentPartPr/>
                <p14:nvPr/>
              </p14:nvContentPartPr>
              <p14:xfrm>
                <a:off x="9136371" y="6019090"/>
                <a:ext cx="120240" cy="164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6E603CF-9C06-AC06-9B77-3B2281C7000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127371" y="6010090"/>
                  <a:ext cx="137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456008-84F6-B4E9-0E43-F2F33921F938}"/>
                    </a:ext>
                  </a:extLst>
                </p14:cNvPr>
                <p14:cNvContentPartPr/>
                <p14:nvPr/>
              </p14:nvContentPartPr>
              <p14:xfrm>
                <a:off x="9273171" y="6024490"/>
                <a:ext cx="569160" cy="158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456008-84F6-B4E9-0E43-F2F33921F93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264531" y="6015850"/>
                  <a:ext cx="586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521070-900C-D9A2-D4E4-F3714AB0CCAF}"/>
                    </a:ext>
                  </a:extLst>
                </p14:cNvPr>
                <p14:cNvContentPartPr/>
                <p14:nvPr/>
              </p14:nvContentPartPr>
              <p14:xfrm>
                <a:off x="10046811" y="5901730"/>
                <a:ext cx="159840" cy="402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521070-900C-D9A2-D4E4-F3714AB0CCA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037811" y="5893090"/>
                  <a:ext cx="1774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BA0096-5B98-C1B5-6828-FF0B6728D680}"/>
                    </a:ext>
                  </a:extLst>
                </p14:cNvPr>
                <p14:cNvContentPartPr/>
                <p14:nvPr/>
              </p14:nvContentPartPr>
              <p14:xfrm>
                <a:off x="10060851" y="6146890"/>
                <a:ext cx="140040" cy="111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BA0096-5B98-C1B5-6828-FF0B6728D68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52211" y="6138250"/>
                  <a:ext cx="157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5FCCBB9-C86D-453E-D824-17D95EF4F5A6}"/>
                    </a:ext>
                  </a:extLst>
                </p14:cNvPr>
                <p14:cNvContentPartPr/>
                <p14:nvPr/>
              </p14:nvContentPartPr>
              <p14:xfrm>
                <a:off x="10193691" y="6025210"/>
                <a:ext cx="270000" cy="163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5FCCBB9-C86D-453E-D824-17D95EF4F5A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84691" y="6016210"/>
                  <a:ext cx="287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A8E7EBF-4BA7-C3C8-3BB5-686D0F726A76}"/>
                    </a:ext>
                  </a:extLst>
                </p14:cNvPr>
                <p14:cNvContentPartPr/>
                <p14:nvPr/>
              </p14:nvContentPartPr>
              <p14:xfrm>
                <a:off x="10506531" y="6054370"/>
                <a:ext cx="167040" cy="191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A8E7EBF-4BA7-C3C8-3BB5-686D0F726A7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97891" y="6045730"/>
                  <a:ext cx="184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FF2468-EE8B-EA24-867E-7AD5C6C5C53A}"/>
                    </a:ext>
                  </a:extLst>
                </p14:cNvPr>
                <p14:cNvContentPartPr/>
                <p14:nvPr/>
              </p14:nvContentPartPr>
              <p14:xfrm>
                <a:off x="10671411" y="6151570"/>
                <a:ext cx="91440" cy="25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EFF2468-EE8B-EA24-867E-7AD5C6C5C53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62771" y="6142570"/>
                  <a:ext cx="109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BF3E5F3-1EBF-9165-1B5F-42F15B74DC18}"/>
                    </a:ext>
                  </a:extLst>
                </p14:cNvPr>
                <p14:cNvContentPartPr/>
                <p14:nvPr/>
              </p14:nvContentPartPr>
              <p14:xfrm>
                <a:off x="10934211" y="5994610"/>
                <a:ext cx="240840" cy="122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BF3E5F3-1EBF-9165-1B5F-42F15B74DC1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925571" y="5985610"/>
                  <a:ext cx="258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D77892-0D95-DA12-72B5-9089AAC280F9}"/>
                    </a:ext>
                  </a:extLst>
                </p14:cNvPr>
                <p14:cNvContentPartPr/>
                <p14:nvPr/>
              </p14:nvContentPartPr>
              <p14:xfrm>
                <a:off x="11249571" y="6048970"/>
                <a:ext cx="100080" cy="110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D77892-0D95-DA12-72B5-9089AAC280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240931" y="6040330"/>
                  <a:ext cx="117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47DA50B-90AD-A797-0F06-4A7EFB6F210D}"/>
                    </a:ext>
                  </a:extLst>
                </p14:cNvPr>
                <p14:cNvContentPartPr/>
                <p14:nvPr/>
              </p14:nvContentPartPr>
              <p14:xfrm>
                <a:off x="6636171" y="6576010"/>
                <a:ext cx="214920" cy="131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47DA50B-90AD-A797-0F06-4A7EFB6F210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627171" y="6567010"/>
                  <a:ext cx="232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418951B-F321-F6C9-6F24-CB37A362323F}"/>
                    </a:ext>
                  </a:extLst>
                </p14:cNvPr>
                <p14:cNvContentPartPr/>
                <p14:nvPr/>
              </p14:nvContentPartPr>
              <p14:xfrm>
                <a:off x="6877011" y="6488170"/>
                <a:ext cx="147240" cy="218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418951B-F321-F6C9-6F24-CB37A362323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68011" y="6479530"/>
                  <a:ext cx="164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0F7652A-9CA6-F1A7-32E7-3F05E82AA75A}"/>
                    </a:ext>
                  </a:extLst>
                </p14:cNvPr>
                <p14:cNvContentPartPr/>
                <p14:nvPr/>
              </p14:nvContentPartPr>
              <p14:xfrm>
                <a:off x="6915171" y="6624970"/>
                <a:ext cx="44280" cy="71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0F7652A-9CA6-F1A7-32E7-3F05E82AA75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06531" y="6616330"/>
                  <a:ext cx="61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D05ACC0-60E6-817B-0546-D5FB0FBA8CE0}"/>
                    </a:ext>
                  </a:extLst>
                </p14:cNvPr>
                <p14:cNvContentPartPr/>
                <p14:nvPr/>
              </p14:nvContentPartPr>
              <p14:xfrm>
                <a:off x="6857931" y="6450730"/>
                <a:ext cx="63720" cy="50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D05ACC0-60E6-817B-0546-D5FB0FBA8CE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48931" y="6441730"/>
                  <a:ext cx="81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74839C8-3980-9083-AB8B-0D8484344C60}"/>
                    </a:ext>
                  </a:extLst>
                </p14:cNvPr>
                <p14:cNvContentPartPr/>
                <p14:nvPr/>
              </p14:nvContentPartPr>
              <p14:xfrm>
                <a:off x="6986811" y="6474490"/>
                <a:ext cx="27000" cy="186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74839C8-3980-9083-AB8B-0D8484344C6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978171" y="6465850"/>
                  <a:ext cx="44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77D0CDB-6321-5CC9-EFD7-76FA910AB81D}"/>
                    </a:ext>
                  </a:extLst>
                </p14:cNvPr>
                <p14:cNvContentPartPr/>
                <p14:nvPr/>
              </p14:nvContentPartPr>
              <p14:xfrm>
                <a:off x="6969891" y="6416170"/>
                <a:ext cx="331920" cy="284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77D0CDB-6321-5CC9-EFD7-76FA910AB81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961251" y="6407170"/>
                  <a:ext cx="349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650F8D-E041-1AC2-62F2-0C3E7728E1E0}"/>
                    </a:ext>
                  </a:extLst>
                </p14:cNvPr>
                <p14:cNvContentPartPr/>
                <p14:nvPr/>
              </p14:nvContentPartPr>
              <p14:xfrm>
                <a:off x="7459131" y="6559810"/>
                <a:ext cx="442440" cy="114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650F8D-E041-1AC2-62F2-0C3E7728E1E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450491" y="6550810"/>
                  <a:ext cx="46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C05B480-C2FE-6298-84AD-8B3E33A4C061}"/>
                    </a:ext>
                  </a:extLst>
                </p14:cNvPr>
                <p14:cNvContentPartPr/>
                <p14:nvPr/>
              </p14:nvContentPartPr>
              <p14:xfrm>
                <a:off x="7948371" y="6590770"/>
                <a:ext cx="115920" cy="168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C05B480-C2FE-6298-84AD-8B3E33A4C06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39731" y="6582130"/>
                  <a:ext cx="133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C8F4C39-BF2F-6C64-5338-3946E18AE7D2}"/>
                    </a:ext>
                  </a:extLst>
                </p14:cNvPr>
                <p14:cNvContentPartPr/>
                <p14:nvPr/>
              </p14:nvContentPartPr>
              <p14:xfrm>
                <a:off x="8086251" y="6405730"/>
                <a:ext cx="213840" cy="262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C8F4C39-BF2F-6C64-5338-3946E18AE7D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77251" y="6397090"/>
                  <a:ext cx="231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06776D4-0CC8-5D9B-D11C-A82F7CC5E334}"/>
                    </a:ext>
                  </a:extLst>
                </p14:cNvPr>
                <p14:cNvContentPartPr/>
                <p14:nvPr/>
              </p14:nvContentPartPr>
              <p14:xfrm>
                <a:off x="8240331" y="6419050"/>
                <a:ext cx="5400" cy="12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06776D4-0CC8-5D9B-D11C-A82F7CC5E33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31691" y="6410050"/>
                  <a:ext cx="23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04FECF-8A84-D40B-EBEC-648BE7B1874C}"/>
                    </a:ext>
                  </a:extLst>
                </p14:cNvPr>
                <p14:cNvContentPartPr/>
                <p14:nvPr/>
              </p14:nvContentPartPr>
              <p14:xfrm>
                <a:off x="8295051" y="6400690"/>
                <a:ext cx="143640" cy="219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04FECF-8A84-D40B-EBEC-648BE7B1874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286411" y="6391690"/>
                  <a:ext cx="161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6AF30C2-D6FA-AE3C-D466-6D5E4081E0D7}"/>
                    </a:ext>
                  </a:extLst>
                </p14:cNvPr>
                <p14:cNvContentPartPr/>
                <p14:nvPr/>
              </p14:nvContentPartPr>
              <p14:xfrm>
                <a:off x="8475771" y="6564850"/>
                <a:ext cx="82800" cy="43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6AF30C2-D6FA-AE3C-D466-6D5E4081E0D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467131" y="6556210"/>
                  <a:ext cx="100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DE184F9-6626-174D-0485-34E4ACE56EBD}"/>
                    </a:ext>
                  </a:extLst>
                </p14:cNvPr>
                <p14:cNvContentPartPr/>
                <p14:nvPr/>
              </p14:nvContentPartPr>
              <p14:xfrm>
                <a:off x="8622651" y="6375130"/>
                <a:ext cx="278280" cy="299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DE184F9-6626-174D-0485-34E4ACE56EB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614011" y="6366490"/>
                  <a:ext cx="295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DC9F863-B773-EE2E-289D-80FC82E746DA}"/>
                    </a:ext>
                  </a:extLst>
                </p14:cNvPr>
                <p14:cNvContentPartPr/>
                <p14:nvPr/>
              </p14:nvContentPartPr>
              <p14:xfrm>
                <a:off x="8964291" y="6345610"/>
                <a:ext cx="115200" cy="427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DC9F863-B773-EE2E-289D-80FC82E746D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955291" y="6336970"/>
                  <a:ext cx="1328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64F8CA7-6D78-43E0-E744-E8EDE6373C29}"/>
                    </a:ext>
                  </a:extLst>
                </p14:cNvPr>
                <p14:cNvContentPartPr/>
                <p14:nvPr/>
              </p14:nvContentPartPr>
              <p14:xfrm>
                <a:off x="9105411" y="6552970"/>
                <a:ext cx="141840" cy="171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64F8CA7-6D78-43E0-E744-E8EDE6373C2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096771" y="6544330"/>
                  <a:ext cx="159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54C6C72-999A-18CB-FE43-654C552DEE25}"/>
                    </a:ext>
                  </a:extLst>
                </p14:cNvPr>
                <p14:cNvContentPartPr/>
                <p14:nvPr/>
              </p14:nvContentPartPr>
              <p14:xfrm>
                <a:off x="9280011" y="6438850"/>
                <a:ext cx="148680" cy="193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54C6C72-999A-18CB-FE43-654C552DEE2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271011" y="6430210"/>
                  <a:ext cx="166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2D32FAB-C48F-D24E-F337-37BA2397DF73}"/>
                    </a:ext>
                  </a:extLst>
                </p14:cNvPr>
                <p14:cNvContentPartPr/>
                <p14:nvPr/>
              </p14:nvContentPartPr>
              <p14:xfrm>
                <a:off x="9436971" y="6562330"/>
                <a:ext cx="89640" cy="75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2D32FAB-C48F-D24E-F337-37BA2397DF7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427971" y="6553690"/>
                  <a:ext cx="107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CDA37D6-1DBD-BF1E-C9C4-957CEDBFE0C2}"/>
                    </a:ext>
                  </a:extLst>
                </p14:cNvPr>
                <p14:cNvContentPartPr/>
                <p14:nvPr/>
              </p14:nvContentPartPr>
              <p14:xfrm>
                <a:off x="9658371" y="6499330"/>
                <a:ext cx="257040" cy="197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CDA37D6-1DBD-BF1E-C9C4-957CEDBFE0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649731" y="6490690"/>
                  <a:ext cx="274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420081E-712C-84B2-C834-12BCE7C5CE1D}"/>
                    </a:ext>
                  </a:extLst>
                </p14:cNvPr>
                <p14:cNvContentPartPr/>
                <p14:nvPr/>
              </p14:nvContentPartPr>
              <p14:xfrm>
                <a:off x="10115211" y="6506170"/>
                <a:ext cx="91440" cy="124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420081E-712C-84B2-C834-12BCE7C5CE1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106571" y="6497170"/>
                  <a:ext cx="109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4D34D8D-4E49-0B2C-7CE9-E5BB5B1B7BE7}"/>
                    </a:ext>
                  </a:extLst>
                </p14:cNvPr>
                <p14:cNvContentPartPr/>
                <p14:nvPr/>
              </p14:nvContentPartPr>
              <p14:xfrm>
                <a:off x="10162371" y="6329410"/>
                <a:ext cx="196200" cy="244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4D34D8D-4E49-0B2C-7CE9-E5BB5B1B7BE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153371" y="6320770"/>
                  <a:ext cx="213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ADFD20D-C227-5B6B-DFF8-62DC837D1A44}"/>
                    </a:ext>
                  </a:extLst>
                </p14:cNvPr>
                <p14:cNvContentPartPr/>
                <p14:nvPr/>
              </p14:nvContentPartPr>
              <p14:xfrm>
                <a:off x="10392411" y="6452530"/>
                <a:ext cx="300600" cy="122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ADFD20D-C227-5B6B-DFF8-62DC837D1A4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383771" y="6443530"/>
                  <a:ext cx="31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E8EB773-6B9D-644E-699E-A77806D068B9}"/>
                    </a:ext>
                  </a:extLst>
                </p14:cNvPr>
                <p14:cNvContentPartPr/>
                <p14:nvPr/>
              </p14:nvContentPartPr>
              <p14:xfrm>
                <a:off x="10768251" y="6399610"/>
                <a:ext cx="258840" cy="221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E8EB773-6B9D-644E-699E-A77806D068B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759611" y="6390970"/>
                  <a:ext cx="276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7BF0D8-76B8-DC79-F5F4-9C136C53F032}"/>
                    </a:ext>
                  </a:extLst>
                </p14:cNvPr>
                <p14:cNvContentPartPr/>
                <p14:nvPr/>
              </p14:nvContentPartPr>
              <p14:xfrm>
                <a:off x="11173611" y="6272530"/>
                <a:ext cx="58320" cy="227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7BF0D8-76B8-DC79-F5F4-9C136C53F03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164611" y="6263530"/>
                  <a:ext cx="75960" cy="244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discrete-time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rule that maps an input sequence to an output sequence.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29718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Examples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Nonlinear / time-varying examples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Gain: y[n]=2x[n]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Delay: y[n]=x[n−3]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Moving average: y[n]=(x[n]+x[n−1])/2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Squaring: y[n]=x²[n]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Compressor / limiter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 that changes with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2860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34640" y="530352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99232" y="541324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Question to ask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5687568"/>
            <a:ext cx="6163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Which properties let us predict behavior without simulating every possible input?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= superposition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Scale inputs → scale outputs. Add inputs → add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65836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Linear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Not linear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y[n]=3x[n]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y[n]=x[n]+0.5x[n−1]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convolution with fixed h[n]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y[n]=|x[n]|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Dynamic-range compressor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1663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91272" y="52760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Fast 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91272" y="55504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linear system must map zero input to zero output.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invariance = “the clock does not matter”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Shift the input; the output shifts by exactly the same amount.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80160"/>
            <a:ext cx="71323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 invariant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Time varying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delay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FIR / IIR filter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Static gain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y[n]=n 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Daily adaptive equalizer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rule using absolute sample index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2120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3218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analogy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9612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echo with a fixed 100 ms delay is time invariant. An echo whose delay sweeps over time is not.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Causality and BIBO stability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Two properties with direct implementation consequences.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Causal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BIBO stable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y[n₀] depends only on x[n] for n≤n₀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Can operate in real time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h[n]=0 for n&lt;0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Every bounded input gives bounded output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Σ |h[n]| &lt; ∞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Rules out runaway responses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54880"/>
            <a:ext cx="4754880" cy="658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80760" y="46177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5352" y="472744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stretch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45352" y="5001768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prove the LTI stability condition using |x*h| ≤ Bx Σ|h|.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check: classify these audio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Think → vote → justify.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733"/>
                </a:solidFill>
              </a:rPr>
              <a:t>For each system: linear? time invariant? causal? BIBO stable?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y[n]=x[n−4800]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956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Fixed 100 ms delay at 48 kHz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27980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y[n]=0.8x[n]+0.2x[n−1]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7797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Two-tap smoother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3621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y[n]=|x[n]|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Full-wave rectifier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y[n]=n x[n]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Index-dependent 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Impulse response: one experiment characterizes an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Feed δ[n]; call the output h[n].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δ[n]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2757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6176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4464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T{·}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908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16240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07680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5968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880360"/>
            <a:ext cx="42976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703320"/>
            <a:ext cx="101498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Linearity tells us how scaled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Time invariance tells us how shifted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Since any x[n] is a sum of scaled, shifted impulses, h[n] tells us the response to any x[n].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Deriving convolution from impulse decomposition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derivation is worth understanding line by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234440"/>
            <a:ext cx="384048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1. Decompose the input into shifted impulses.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2240280"/>
            <a:ext cx="49377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2. Use linearity.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" y="3246120"/>
            <a:ext cx="384048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3. Use time invariance.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297680"/>
            <a:ext cx="640080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54380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708392" y="42702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Meaning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708392" y="4544568"/>
            <a:ext cx="3328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Each input sample launches a shifted copy of h[n]; the output is their sum.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mechanics: flip → shift → multiply → add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For finite sequences, the overlap changes as n moves.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1. Flip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h[k] → h[−k]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470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1860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2. Shift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1588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h[n−k]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0488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3. Multiply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x[k]h[n−k]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9195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29116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20556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4. Sum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8844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Σ over k</a:t>
            </a:r>
            <a:endParaRPr lang="en-US" sz="11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971800"/>
            <a:ext cx="4389120" cy="685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Graphical view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72200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Algebraic / code view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86384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Track overlap as n changes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intuition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Best with short sequences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245352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Use nonzero-support limits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longer signals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np.convolve / scipy.signal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5989320" y="393192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convolution: x[n]=[1,2,1], h[n]=[1,−1]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Assume both start at n=0.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x[n]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4228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1996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769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82012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2320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2028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772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h[n]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68112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7820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2844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3854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582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y[n]=x*h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791956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41664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2736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5946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09176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9487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26980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076688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6238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794492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44200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62990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931920"/>
            <a:ext cx="9966960" cy="713232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834640" y="49834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99232" y="509320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Sanity checks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999232" y="5367528"/>
            <a:ext cx="6163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Output length = 3+2−1 = 4. Sum(y)=sum(x)sum(h)=0.</a:t>
            </a:r>
            <a:endParaRPr lang="en-US" sz="13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has algebraic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Useful facts that save work and explain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228600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commutative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560" y="1325880"/>
            <a:ext cx="384048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associative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080" y="1325880"/>
            <a:ext cx="37490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0" y="1892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distributive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13232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4672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2960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room EQ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27576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364736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456176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h₂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74464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speaker response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79080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6240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107680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h₁*h₂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25968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equivalent system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971800" y="480060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136392" y="4910328"/>
            <a:ext cx="598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Why ML cares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36392" y="5184648"/>
            <a:ext cx="59801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stack of linear convolution layers with no nonlinearity collapses to one convolution.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convolution in one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Then verify the indexing and meaning.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2926080"/>
          </a:xfrm>
          <a:prstGeom prst="roundRect">
            <a:avLst>
              <a:gd name="adj" fmla="val 125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92040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np.array([1., 2., 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np.array([1., -1.])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np.convolve(x, h, mode='full')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  # [ 1.  1. -1. -1.]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16636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89204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long signals, scipy.signal.fftconvolve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scipy.signal import 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y_fast = fftconvolve(x, h, mode='full')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474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358444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Do not skip the math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3858768"/>
            <a:ext cx="48371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library call gives numbers. Convolution theory tells you support, delay, stability, frequency behavior, and what to debug.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PyTorch “convolution” is usually cross-correlation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Same local weighted sum, different kernel orientation.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80160"/>
            <a:ext cx="5303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280160"/>
            <a:ext cx="530352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20240" y="2788920"/>
            <a:ext cx="8412480" cy="1920240"/>
          </a:xfrm>
          <a:prstGeom prst="roundRect">
            <a:avLst>
              <a:gd name="adj" fmla="val 1905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057400" y="28803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PyTorch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057400" y="3154680"/>
            <a:ext cx="813816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torch.nn.functional as 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torch.tensor([[[1.,2.,1.]]])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torch.tensor([[[1.,-1.]]])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F.conv1d(x, w)  # correlation convention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57400" y="49834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21992" y="50932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Key idea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21992" y="536752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kernel is learned in ML, but the local linear operation is the same family of operation you are analyzing now.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7D993E9D-BD39-AFAF-E8EB-A06311280F3E}"/>
              </a:ext>
            </a:extLst>
          </p:cNvPr>
          <p:cNvSpPr/>
          <p:nvPr/>
        </p:nvSpPr>
        <p:spPr>
          <a:xfrm>
            <a:off x="960120" y="29260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641B-C67F-0E88-546E-60B936F2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20A9F4-D697-DB7A-BB9E-0763D8BF3D9D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D8DE8D-F0E3-AFAE-E8CA-743537945A4A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F4B762-8DD9-07AA-17A6-196153224F09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7F7680-6373-DF76-38EB-346FD3981FB8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806E60-102E-4E8B-42CA-74D7820C62EB}"/>
              </a:ext>
            </a:extLst>
          </p:cNvPr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F9604D-60E0-D38D-6A34-AD2166D0544A}"/>
              </a:ext>
            </a:extLst>
          </p:cNvPr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875B56-B775-815A-EDB2-9475771AC505}"/>
              </a:ext>
            </a:extLst>
          </p:cNvPr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5FCD76-198C-DD41-C049-CF5C719BB45B}"/>
              </a:ext>
            </a:extLst>
          </p:cNvPr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111184-DBA4-359C-9A16-6A42204F3E1F}"/>
              </a:ext>
            </a:extLst>
          </p:cNvPr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2CF358-E49F-FDB4-206A-251EFF7727A5}"/>
              </a:ext>
            </a:extLst>
          </p:cNvPr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091103-2E70-6469-4E61-00EAA1E2A45E}"/>
              </a:ext>
            </a:extLst>
          </p:cNvPr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8748203-7834-8A02-B0E4-57B3D389A633}"/>
              </a:ext>
            </a:extLst>
          </p:cNvPr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12CAC6-B328-0F5B-2B8F-470239F21FAB}"/>
              </a:ext>
            </a:extLst>
          </p:cNvPr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C61676-1F8F-FF39-4ED1-7F7007AEF6E7}"/>
              </a:ext>
            </a:extLst>
          </p:cNvPr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time invariance shifts the impulse response; linearity handles scaling. Stability and causality are additional properties, not automatic.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820B4BD-18C1-E072-C0D1-2CFA944C94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83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1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chain of reasoning matters more than memorizing isolated formulas.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basis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x=Σx[k]δ[n−k]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 + 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scale + shift response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y=x*h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Filtering / CNNs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weighted sums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324612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test system properties with a counterexample or proof.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convolution from LTI assumptions.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compute a short convolution by hand and predict its support.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514600" y="5166360"/>
            <a:ext cx="713232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9192" y="5276088"/>
            <a:ext cx="680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Next lecture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79192" y="5550408"/>
            <a:ext cx="68031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Complex exponentials turn convolution into multiplication in the frequency domain.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board reserve: index bookkeeping for finite convolution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if students need one more example.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RESERVE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80160"/>
            <a:ext cx="7589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31720"/>
            <a:ext cx="777240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039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668512" y="13441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Length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68512" y="1618488"/>
            <a:ext cx="30540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sequences of lengths Lx and Lh starting at known indices, full convolution has length Lx+Lh−1.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65760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This predicts where the output can be nonzero before any arithmetic.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It also helps debug off-by-one errors in code.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3066</TotalTime>
  <Words>2701</Words>
  <Application>Microsoft Office PowerPoint</Application>
  <PresentationFormat>Widescreen</PresentationFormat>
  <Paragraphs>402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1 — Signals, LTI Systems, and Convolution</dc:title>
  <dc:subject>Week 1 DSP + ML lecture materials</dc:subject>
  <dc:creator>OpenAI</dc:creator>
  <cp:lastModifiedBy>Peter Mathys</cp:lastModifiedBy>
  <cp:revision>5</cp:revision>
  <cp:lastPrinted>2026-08-18T23:10:45Z</cp:lastPrinted>
  <dcterms:created xsi:type="dcterms:W3CDTF">2026-08-18T14:03:18Z</dcterms:created>
  <dcterms:modified xsi:type="dcterms:W3CDTF">2026-08-25T13:59:01Z</dcterms:modified>
</cp:coreProperties>
</file>