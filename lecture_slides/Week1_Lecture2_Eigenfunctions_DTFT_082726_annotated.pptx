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notesSlides/notesSlide4.xml" ContentType="application/vnd.openxmlformats-officedocument.presentationml.notesSlide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notesSlides/notesSlide5.xml" ContentType="application/vnd.openxmlformats-officedocument.presentationml.notesSlide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6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notesSlides/notesSlide7.xml" ContentType="application/vnd.openxmlformats-officedocument.presentationml.notesSlide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notesSlides/notesSlide8.xml" ContentType="application/vnd.openxmlformats-officedocument.presentationml.notesSlide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notesSlides/notesSlide9.xml" ContentType="application/vnd.openxmlformats-officedocument.presentationml.notesSlide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notesSlides/notesSlide10.xml" ContentType="application/vnd.openxmlformats-officedocument.presentationml.notesSlide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notesSlides/notesSlide11.xml" ContentType="application/vnd.openxmlformats-officedocument.presentationml.notesSlide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notesSlides/notesSlide12.xml" ContentType="application/vnd.openxmlformats-officedocument.presentationml.notesSlide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notesSlides/notesSlide13.xml" ContentType="application/vnd.openxmlformats-officedocument.presentationml.notesSlide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notesSlides/notesSlide14.xml" ContentType="application/vnd.openxmlformats-officedocument.presentationml.notesSlide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2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1" r:id="rId23"/>
    <p:sldId id="275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1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1386 60 24575,'10'-3'0,"22"-7"0,-22 7 0,-10 3 0,0 0 0,0 0 0,0 0 0,0 0 0,0 0 0,0 0 0,0 0 0,0 0 0,0 0 0,0 0 0,-1 0 0,1 0 0,0 0 0,0 0 0,0 0 0,0 0 0,0 0 0,0 0 0,0 0 0,0-1 0,0 1 0,0 0 0,0 0 0,0 0 0,0 0 0,0 0 0,0 0 0,0 0 0,0 0 0,0 0 0,0 0 0,0 0 0,0 0 0,0 0 0,0 0 0,0 0 0,-364-4 0,-1-19 0,246 14 0,-268 3 0,240 7 0,145-1-62,0-1 0,-1 1 0,1 0 0,-1 1 0,1-1 0,-1 0 0,1 1 0,0-1 0,-1 1 0,1-1 0,0 1 0,0 0-1,-1 0 1,1 0 0,0 1 0,0-1 0,0 0 0,0 1 0,0-1 0,1 1 0,-4 2 0,1 5-6764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2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1508 64 24575,'191'-41'0,"-183"40"0,6-1 0,-29 8 0,4-3 0,0 0 0,0-1 0,0 0 0,-16 0 0,-49-3 0,29 0 0,-177-8 0,-109-12 0,-587 22 0,895-4-1365,15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19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1169 58 24575,'62'-11'0,"91"-5"0,-142 16 0,-14 3 0,-18 3 0,-54 3 0,-1-4 0,-114-6 0,-443-46 0,572 42 0,-118 5 0,135 8 0,16-2 0,12-3 0,12-1 0,-1-1 0,1-1 0,-1 1 0,0-1 0,1 0 0,-1 0 0,1 0 0,-7-1 0,0-1-1365,1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22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1871 30 24575,'6'-4'0,"1"1"0,-1 0 0,1 0 0,-1 1 0,1 0 0,0 0 0,0 1 0,0 0 0,-1 0 0,1 0 0,0 1 0,0 0 0,0 1 0,0-1 0,0 1 0,0 1 0,10 2 0,-16-4 0,-1 0 0,1 0 0,-1 1 0,1-1 0,-1 0 0,1 0 0,-1 0 0,1 1 0,-1-1 0,1 0 0,-1 0 0,1 1 0,-1-1 0,0 0 0,1 1 0,-1-1 0,0 1 0,1-1 0,-1 1 0,0-1 0,1 0 0,-1 1 0,0-1 0,0 1 0,1 0 0,-2 0 0,1-1 0,0 1 0,0-1 0,-1 1 0,1-1 0,0 1 0,-1-1 0,1 0 0,0 1 0,-1-1 0,1 1 0,-1-1 0,1 0 0,0 1 0,-1-1 0,1 0 0,-1 1 0,0-1 0,-4 2 0,0 0 0,0 0 0,-9 1 0,-2-1 0,-1 0 0,-19-2 0,21-1 0,1 1 0,-1 1 0,-19 4 0,3-1 0,0 0 0,0-2 0,-46-3 0,28 0 0,-38-6 0,3 0 0,25 6 0,6 1 0,-64-8 0,54 3 0,-108 3 0,83 4 0,62-2 0,1-1 0,-39-7 0,30 3 0,1 3 0,-1 0 0,-35 4 0,6-1 0,-397-1 0,449-1 0,1 0 0,0 0 0,-12-4 0,-6-1 0,42 7 0,28-1 0,-24-1 0,33 3 0,179 20 0,-199-20 0,295 2 0,-187-5 0,46-8 0,-92 3 0,118 6 0,-130 7 0,27 1 0,222-8 0,-328-1-68,0 1 0,1 0-1,-1 0 1,0 1 0,1-1 0,-1 0-1,0 1 1,1-1 0,-1 1 0,0 0-1,0 0 1,0 0 0,1 0 0,-1 0-1,0 0 1,0 1 0,-1-1-1,1 1 1,2 2 0,3 4-6758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31 24575,'0'0'0,"-1"-1"0,1 1 0,0-1 0,0 1 0,0-1 0,-1 1 0,1 0 0,0-1 0,0 1 0,-1-1 0,1 1 0,-1-1 0,1 1 0,0 0 0,-1-1 0,1 1 0,-1 0 0,1-1 0,0 1 0,-1 0 0,1 0 0,-1 0 0,1-1 0,-2 1 0,-14-5 0,11 4 0,-15-4 0,0 1 0,1 1 0,-29-1 0,-62 5 0,45 1 0,59-2 0,-1 0 0,1 0 0,0 1 0,-1 0 0,1 1 0,0-1 0,0 1 0,-11 5 0,15-6 0,1 0 0,-1 0 0,0 0 0,1 0 0,-1 1 0,1-1 0,-1 0 0,1 1 0,-1-1 0,1 1 0,0-1 0,0 1 0,0 0 0,0-1 0,0 1 0,0 0 0,0 0 0,1 0 0,-1 0 0,1 0 0,-1 0 0,1 0 0,0-1 0,0 1 0,0 0 0,0 0 0,0 0 0,0 0 0,0 0 0,1 0 0,0 4 0,2 0 0,-1-1 0,0 1 0,1-1 0,0 1 0,1-1 0,-1 0 0,1-1 0,0 1 0,0 0 0,0-1 0,1 0 0,0 0 0,5 3 0,7 5 0,1-2 0,28 14 0,206 100 0,-206-105 0,-30-12 0,1 0 0,-1 1 0,18 11 0,-33-18 0,0 0 0,0-1 0,0 1 0,0 0 0,0 0 0,-1 0 0,1-1 0,0 1 0,0 0 0,0 0 0,-1 0 0,1 0 0,-1 1 0,2 1 0,-2-3 0,0 1 0,0-1 0,0 0 0,0 1 0,0-1 0,0 1 0,-1-1 0,1 0 0,0 1 0,0-1 0,0 1 0,0-1 0,0 0 0,-1 1 0,1-1 0,0 0 0,0 1 0,-1-1 0,1 0 0,0 1 0,-1-1 0,1 0 0,0 1 0,-1-1 0,1 0 0,0 0 0,-1 1 0,-3 0 0,1 0 0,-1 1 0,1-1 0,-1-1 0,0 1 0,1 0 0,-8-1 0,-39 0 67,-97-15 0,-15-1-1566,148 16-5327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24575,'1'14'0,"1"-1"0,0 1 0,1-1 0,0 0 0,9 21 0,34 68 0,-43-94 0,3 3 0,0 0 0,12 17 0,-18-28-39,0 0 0,0 1 0,0-1 0,0 0 0,0 0 0,1 0 0,-1 1 0,0-1 0,0 0 0,0 0 0,0 0 0,1 0 0,-1 1 0,0-1 0,0 0 0,0 0 0,0 0 0,1 0 0,-1 0 0,0 0 0,0 0 0,0 0 0,1 0 0,-1 1 0,0-1 0,0 0 0,1 0 0,-1 0 0,0 0 0,0 0 0,1 0 0,-1 0 0,0-1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75 24575,'-27'-9'0,"-14"-7"0,-5 0 0,3 3 0,4 4 0,4 2 0,5 4 0,3 1 0,3 2 0,2 3 0,1 1 0,0 0 0,-2 1 0,1 1 0,-1 1 0,1-1 0,2-1 0,4-1-8191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24575,'59'147'0,"-42"-108"0,-5-14 0,1-1 0,18 24 0,-27-41-1365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24575,'9'-17'0,"9"-6"0,4 2 0,0 3 0,1 6 0,0 4 0,-2 1 0,0 2 0,-1 2 0,-1 1 0,-1 2 0,-2-1 0,-1 2 0,-3-1-8191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24575,'0'1'0,"0"0"0,0-1 0,1 1 0,-1-1 0,0 1 0,1 0 0,-1-1 0,0 1 0,1-1 0,-1 1 0,1-1 0,-1 1 0,1-1 0,-1 1 0,1-1 0,-1 0 0,1 1 0,0-1 0,-1 0 0,1 0 0,0 1 0,-1-1 0,1 0 0,0 0 0,-1 0 0,1 0 0,1 1 0,21 1 0,-20-2 0,22 1 0,-1-2 0,0-1 0,26-5 0,-40 5 0,11 0 43,12-2-1451,-23 1-5418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24575,'2'10'0,"1"0"0,0 0 0,6 12 0,0-1 0,-7-13 0,45 112 0,-35-92 0,2-1 0,21 32 0,-31-53-101,-7-7 257,-8-9-520,8 7-692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9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21 24575,'0'0'0,"-1"-1"0,1 1 0,0 0 0,0-1 0,-1 1 0,1-1 0,0 1 0,0 0 0,-1-1 0,1 1 0,0 0 0,-1 0 0,1-1 0,0 1 0,-1 0 0,1 0 0,-1-1 0,1 1 0,0 0 0,-1 0 0,1 0 0,-1 0 0,1 0 0,-1 0 0,1-1 0,-1 1 0,1 0 0,0 0 0,-1 0 0,1 1 0,-1-1 0,1 0 0,-1 0 0,-22 2 0,17-1 0,-49 1 0,-103-9 0,124 4 0,-42-3-1365,57 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4:1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4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24575,'1'3'0,"0"1"0,1-1 0,-1 1 0,1-1 0,0 0 0,0 1 0,0-1 0,0 0 0,0 0 0,3 3 0,2 2 0,137 166 0,14-11 0,-149-154 0,-7-5 0,2-1 0,-1 0 0,0 1 0,1-1 0,-1 0 0,1-1 0,4 3 0,-8-5 0,1 0 0,-1 0 0,0 0 0,1 0 0,-1 0 0,0 0 0,0 0 0,1 0 0,-1-1 0,0 1 0,0 0 0,1 0 0,-1 0 0,0-1 0,0 1 0,1 0 0,-1 0 0,0-1 0,0 1 0,0 0 0,0 0 0,1-1 0,-1 1 0,0 0 0,0-1 0,0 1 0,0 0 0,0-1 0,0 1 0,0 0 0,0 0 0,0-1 0,0 1 0,0 0 0,0-1 0,0 1 0,0 0 0,0-1 0,0 1 0,0 0 0,-1-1 0,0-14 0,-2 8-151,0 0-1,0 1 0,-1 0 0,1-1 1,-2 1-1,1 1 0,0-1 1,-9-7-1,2 1-6674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16 24575,'9'-15'0,"-7"15"0,-4 8 0,-11 16 0,-1-1 0,-1-1 0,0 0 0,-31 32 0,22-27 0,-35 54 0,31-25 0,28-56 2,0 0 0,0 0 0,0 1 0,0-1-1,0 0 1,0 1 0,-1-1 0,1 0 0,0 0 0,0 0-1,0 1 1,0-1 0,-1 0 0,1 0 0,0 0-1,0 1 1,-1-1 0,1 0 0,0 0 0,0 0 0,-1 0-1,1 0 1,0 0 0,-1 1 0,1-1 0,0 0 0,0 0-1,-1 0 1,1 0 0,0 0 0,-1 0 0,1 0 0,0 0-1,-1 0 1,1 0 0,0-1 0,0 1 0,-1 0-1,1 0 1,0 0 0,-1 0 0,1 0 0,0 0 0,0-1-1,0 1 1,-1 0 0,-9-12-925,9 10 395,-6-8-6298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6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45 24575,'-14'-7'0,"-1"0"0,1 1 0,-1 1 0,0 0 0,-1 1 0,1 0 0,-1 2 0,0 0 0,-22 0 0,35 2 0,0 0 0,0 0 0,0 1 0,0-1 0,0 1 0,0 0 0,1 0 0,-1 0 0,0 1 0,0-1 0,1 0 0,-1 1 0,1 0 0,0 0 0,-1-1 0,1 1 0,0 1 0,0-1 0,0 0 0,0 0 0,1 1 0,-1-1 0,1 1 0,-1-1 0,1 1 0,0 0 0,0 0 0,0-1 0,-1 7 0,1-1 0,0 0 0,0 1 0,0-1 0,1 0 0,1 1 0,-1-1 0,2 0 0,-1 1 0,4 10 0,7 13 0,1 0 0,1-1 0,19 30 0,24 49 0,-53-97 0,1 0 0,-2 0 0,1 1 0,-2-1 0,2 21 0,-3-7 0,-4 50 0,-4-45 0,4-21 0,1 0 0,-2 14 0,4-22 0,0-1 0,0 0 0,0 1 0,0-1 0,0 0 0,1 0 0,-1 1 0,1-1 0,0 0 0,-1 0 0,1 1 0,0-1 0,0 0 0,0 0 0,0 0 0,3 3 0,-2-4 0,0 1 0,0-1 0,0 0 0,0 1 0,0-1 0,1 0 0,-1 0 0,0 0 0,1 0 0,-1-1 0,1 1 0,-1-1 0,1 1 0,3-1 0,41-2 0,-28 1 0,-13 1 0,-1 0 0,0 0 0,1-1 0,-1 0 0,0 0 0,9-3 0,-12 3 0,-1 0 0,1 0 0,0 0 0,-1 0 0,1 0 0,-1-1 0,1 1 0,-1 0 0,1-1 0,-1 1 0,0-1 0,0 0 0,0 1 0,0-1 0,0 0 0,0 0 0,0 1 0,-1-1 0,1 0 0,-1 0 0,1-2 0,2-25-1365,-3 16-5461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6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24575,'1'14'0,"1"0"0,0 0 0,1-1 0,0 1 0,1-1 0,1 0 0,0 0 0,1 0 0,0-1 0,1 1 0,1-2 0,15 21 0,-19-28 0,-1 0 0,1 0 0,1 0 0,-1 0 0,0-1 0,1 0 0,0 0 0,8 5 0,-12-8 0,1 1 0,-1-1 0,0 1 0,1-1 0,-1 1 0,0-1 0,1 0 0,-1 0 0,1 0 0,-1 0 0,0 0 0,1 0 0,-1 0 0,1 0 0,-1 0 0,0-1 0,1 1 0,-1-1 0,0 1 0,1-1 0,-1 1 0,0-1 0,0 0 0,0 1 0,1-1 0,-1 0 0,0 0 0,0 0 0,0 0 0,0 0 0,0 0 0,-1 0 0,1 0 0,0-1 0,0 1 0,-1 0 0,1 0 0,-1-1 0,1-1 0,2-6 0,0-1 0,-1 1 0,0-1 0,1-14 0,-3 15 0,1 0 0,1 0 0,-1 0 0,2 0 0,3-11 0,-5 19 0,-1 0 0,0 0 0,1 0 0,-1 0 0,1 1 0,-1-1 0,1 0 0,-1 1 0,1-1 0,0 0 0,-1 1 0,1-1 0,0 1 0,0-1 0,-1 1 0,1-1 0,0 1 0,0-1 0,0 1 0,-1 0 0,1 0 0,0-1 0,1 1 0,0 0 0,0 0 0,0 0 0,-1 0 0,1 1 0,0-1 0,0 0 0,0 1 0,-1-1 0,1 1 0,3 1 0,2 3 0,0-1 0,0 1 0,11 11 0,72 61 0,16 17 0,-102-90 0,-2-2 0,1 0 0,-1 1 0,1-1 0,0 0 0,0 0 0,4 2 0,-7-4-21,0 0 0,0 0-1,0 0 1,0 0 0,0 0-1,0 0 1,0-1 0,0 1-1,0 0 1,0 0 0,0 0-1,0 0 1,0 0 0,1 0-1,-1 0 1,0 0 0,0 0-1,0 0 1,0 0 0,0 0-1,0-1 1,0 1 0,0 0-1,0 0 1,0 0 0,0 0-1,0 0 1,0 0 0,0 0-1,0 0 1,0 0 0,0 0-1,0-1 1,0 1 0,0 0-1,0 0 1,0 0 0,-1 0-1,1 0 1,0 0 0,0 0-1,0 0 1,0 0 0,0 0-1,0 0 1,0 0 0,0 0-1,0-1 1,0 1 0,0 0-1,0 0 1,0 0 0,0 0-1,-1 0 1,1 0 0,0 0-1,0 0 1,0 0 0,0 0-1,0 0 1,0 0 0,0 0-1,0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24575,'15'-1'0,"81"-5"0,-86 6 0,0 0 0,0 1 0,0 1 0,0-1 0,0 2 0,-1-1 0,14 6 0,-18-5 0,0 0 0,0 0 0,-1 0 0,1 0 0,-1 1 0,0 0 0,0 0 0,0 0 0,0 0 0,-1 1 0,1-1 0,4 11 0,0 0 0,-1 1 0,8 32 0,-9-24 0,-1 1 0,2 36 0,-4-36 0,10 158 0,-6-133 0,2 0 0,15 50 0,-23-98 0,0 1 0,-1-1 0,1 0 0,-1 0 0,0 1 0,1-1 0,-1 0 0,0 1 0,-1-1 0,1 0 0,0 1 0,-1-1 0,1 0 0,-1 1 0,0-1 0,0 0 0,0 0 0,0 0 0,-2 4 0,1-3 0,-1-1 0,0 1 0,1-1 0,-1 1 0,0-1 0,0 0 0,0 0 0,0 0 0,-1-1 0,1 1 0,0-1 0,-4 2 0,-57 14-1365,49-14-5461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30 24575,'-25'-3'0,"-10"-2"0,-2-2 0,3 2 0,5 0 0,5 3 0,4 0 0,3 3 0,2 2 0,0 1 0,2-2 0,-1 0 0,3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7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41 24575,'-29'-8'0,"-13"-1"0,-3-1 0,2 3 0,7 1 0,5 5 0,5 3 0,6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3 206 24575,'0'0'0,"-1"0"0,1 0 0,0 0 0,0 1 0,0-1 0,0 0 0,-1 0 0,1 0 0,0 0 0,0 1 0,0-1 0,0 0 0,0 0 0,0 0 0,0 0 0,0 1 0,-1-1 0,1 0 0,0 0 0,0 1 0,0-1 0,0 0 0,0 0 0,0 0 0,0 1 0,0-1 0,0 0 0,0 0 0,0 0 0,1 1 0,-1-1 0,0 0 0,0 0 0,0 0 0,0 1 0,9 3 0,11-1 0,-7-5 0,0 0 0,0 0 0,0-1 0,-1-1 0,1 0 0,-1-1 0,0 0 0,-1-1 0,1 0 0,-1-1 0,18-14 0,-26 19 0,-1 0 0,0-1 0,1 1 0,-1-1 0,0 1 0,0-1 0,0 0 0,-1 0 0,1 0 0,-1 0 0,0 0 0,0-1 0,0 1 0,0 0 0,0 0 0,0-1 0,-1 1 0,0-1 0,0 1 0,0 0 0,0-1 0,0 1 0,-1 0 0,1-1 0,-1 1 0,0 0 0,0-1 0,0 1 0,-1 0 0,1 0 0,-1 0 0,0 0 0,0 0 0,0 1 0,0-1 0,0 0 0,0 1 0,-1 0 0,-3-4 0,1 3 0,-1-1 0,0 0 0,1 1 0,-2 0 0,1 1 0,0-1 0,0 1 0,-1 1 0,1-1 0,-11 0 0,14 1 0,0 1 0,-1 0 0,1 0 0,0 0 0,-1 0 0,1 1 0,0-1 0,0 1 0,-1 0 0,1 0 0,0 0 0,0 1 0,0-1 0,0 1 0,0-1 0,0 1 0,1 0 0,-1 0 0,1 0 0,-1 1 0,1-1 0,-4 5 0,2 0 0,0 0 0,0 1 0,1 0 0,0-1 0,0 1 0,1 0 0,0 0 0,1 0 0,0 1 0,0-1 0,0 10 0,1-5 0,1-1 0,0 1 0,1-1 0,0 1 0,1-1 0,7 21 0,-6-23 0,1-1 0,1 1 0,0-1 0,0 0 0,1 0 0,0-1 0,0 0 0,1 0 0,0-1 0,18 13 0,-10-9 0,0-1 0,1-1 0,0-1 0,0 0 0,27 8 0,-30-12 0,0-1 0,28 3 0,-36-6 0,0 1 0,0-1 0,1 0 0,-1-1 0,0 0 0,0 0 0,0 0 0,0-1 0,8-2 0,-12 2-80,0 1 0,1-1-1,-1 1 1,0-1 0,0 0-1,0 0 1,-1 0 0,1 0-1,0 0 1,-1 0 0,1 0 0,-1-1-1,0 1 1,0-1 0,0 1-1,1-3 1,1-7-6746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 24575,'-3'19'0,"0"1"0,1 0 0,1 0 0,0 0 0,2 0 0,0 0 0,2 0 0,0 0 0,1 0 0,10 29 0,4 1 0,3 0 0,44 79 0,25 20 0,-72-121 0,-7-7 0,-11-20 0,0-1 0,0 0 0,0 1 0,1-1 0,-1 0 0,0 1 0,0-1 0,0 0 0,0 1 0,0-1 0,1 1 0,-1-1 0,0 0 0,0 1 0,0-1 0,0 1 0,0-1 0,0 0 0,0 1 0,-1-1 0,1 0 0,0 1 0,0-1 0,0 1 0,0-1 0,0 0 0,-1 1 0,1-1 0,0 0 0,0 1 0,0-1 0,-1 0 0,1 0 0,0 1 0,0-1 0,-1 0 0,1 0 0,0 1 0,-1-1 0,1 0 0,0 0 0,-1 0 0,1 1 0,-1-1 0,1 0 0,0 0 0,-1 0 0,1 0 0,0 0 0,-1 0 0,1 0 0,-1 0 0,1 0 0,-1 0 0,-9-2 0,0-1 0,0 0 0,1 0 0,-1-1 0,1-1 0,0 1 0,-11-8 0,2 2 0,-8-5 0,0 0 0,-24-21 0,38 27 0,0-2 0,1 0 0,0 0 0,1-1 0,-15-22 0,23 31 0,0-1 0,0 1 0,0-1 0,0 1 0,1-1 0,0 0 0,0 1 0,0-1 0,0 0 0,1 0 0,-1 0 0,1 0 0,0 0 0,0 0 0,1-5 0,0 6 0,0 1 0,0-1 0,-1 1 0,1 0 0,1-1 0,-1 1 0,0 0 0,1 0 0,-1 0 0,1 0 0,-1 0 0,1 0 0,0 0 0,0 0 0,0 1 0,0-1 0,0 1 0,0-1 0,0 1 0,1 0 0,-1 0 0,1 0 0,4-1 0,17-4 0,1 2 0,46-3 0,-54 6 0,46-4-1365,-48 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39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 24575,'0'-3'0,"0"2"0,0 4 0,0 3 0,-2 4 0,-2-1-8191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4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10 111 24575,'-3'8'0,"1"-1"0,1 1 0,-1-1 0,1 1 0,1 0 0,-1-1 0,1 1 0,0 0 0,1-1 0,0 1 0,0-1 0,3 10 0,-2-12 0,0 0 0,0-1 0,0 1 0,0-1 0,1 0 0,-1 0 0,1 0 0,0 0 0,0 0 0,1 0 0,-1-1 0,1 1 0,0-1 0,0 0 0,0-1 0,0 1 0,0 0 0,1-1 0,-1 0 0,6 2 0,-5-3 0,-1 0 0,1 0 0,-1-1 0,1 1 0,0-1 0,-1 0 0,1 0 0,-1-1 0,1 1 0,0-1 0,-1 0 0,0 0 0,1-1 0,-1 1 0,1-1 0,-1 0 0,0 0 0,0-1 0,0 1 0,4-4 0,-3 2 0,1-1 0,-1 0 0,0 0 0,0 0 0,0-1 0,-1 1 0,0-1 0,0 0 0,0 0 0,-1-1 0,0 1 0,4-11 0,-7 15 0,1 0 0,-1-1 0,0 1 0,0-1 0,0 1 0,0 0 0,0-1 0,0 1 0,0-1 0,-1 1 0,1 0 0,-1-1 0,0 1 0,-1-3 0,3 2 0,4 5 0,4 5 0,-2-2 0,0 0 0,0-1 0,0 0 0,1 0 0,0 0 0,0-1 0,0 0 0,0-1 0,0 0 0,0 0 0,0-1 0,1 0 0,-1 0 0,1-1 0,-1 0 0,17-2 0,-22 2 0,1-1 0,-1 1 0,0-1 0,1 0 0,-1 0 0,0 0 0,0-1 0,0 1 0,0-1 0,0 0 0,0 1 0,0-1 0,0-1 0,-1 1 0,1 0 0,-1-1 0,1 1 0,-1-1 0,0 1 0,0-1 0,0 0 0,-1 0 0,1 0 0,-1 0 0,1-1 0,-1 1 0,0 0 0,0 0 0,-1-1 0,1 1 0,-1 0 0,1-5 0,-1 3 0,0-1 0,0 1 0,0-1 0,-1 1 0,0 0 0,0-1 0,0 1 0,-1 0 0,0 0 0,0 0 0,0 0 0,0 0 0,-1 0 0,0 0 0,0 1 0,0-1 0,0 1 0,-1 0 0,-7-6 0,-2 1-1365,0 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7:40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24575,'19'42'0,"-18"-38"0,6 14 0,16 35 0,-21-49 0,0-1 0,0 1 0,0 0 0,1-1 0,-1 1 0,1-1 0,0 0 0,0 0 0,0 0 0,1 0 0,-1-1 0,1 1 0,-1-1 0,1 0 0,5 2 0,-8-3 0,1-1 0,-1 0 0,0 1 0,0-1 0,0 0 0,0 0 0,1 0 0,-1 0 0,0 0 0,0 0 0,0 0 0,0-1 0,0 1 0,1 0 0,-1-1 0,0 1 0,0 0 0,0-1 0,0 0 0,0 1 0,0-1 0,0 1 0,0-1 0,0 0 0,-1 0 0,1 0 0,0 0 0,0 1 0,-1-1 0,1 0 0,0 0 0,-1 0 0,1 0 0,-1 0 0,1-3 0,2-3 0,-1 0 0,0-1 0,-1 1 0,2-12 0,-2 5 0,2-15 0,-3 22 0,1 0 0,-1 0 0,1 1 0,1-1 0,-1 1 0,1-1 0,0 1 0,5-12 0,-5 17 0,-1-1 0,1 0 0,0 1 0,0-1 0,0 1 0,0-1 0,0 1 0,0 0 0,0 0 0,0 0 0,0 0 0,1 0 0,-1 0 0,0 1 0,0-1 0,1 1 0,-1-1 0,1 1 0,-1 0 0,0 0 0,1 0 0,-1 1 0,1-1 0,-1 0 0,4 2 0,7 1 0,0 1 0,-1 0 0,15 8 0,-24-11 0,68 35 0,99 69 0,-133-81 0,-29-19-170,1 0-1,-2 1 0,1 0 1,0 1-1,-1-1 0,-1 1 1,8 9-1,-7-3-6655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28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59 24575,'2'-1'0,"11"-4"0,-13 4 0,0 1 0,0 0 0,0 0 0,1 0 0,-1 0 0,0-1 0,0 1 0,0 0 0,0 0 0,0-1 0,0 1 0,0 0 0,0 0 0,0 0 0,1-1 0,-1 1 0,0 0 0,0 0 0,0-1 0,0 1 0,-1 0 0,1 0 0,0-1 0,0 1 0,0 0 0,0 0 0,0 0 0,0-1 0,0 1 0,0 0 0,0 0 0,0 0 0,-1-1 0,1 1 0,0 0 0,0 0 0,0 0 0,0-1 0,-1 1 0,1 0 0,0 0 0,0 0 0,0 0 0,-1 0 0,1 0 0,0 0 0,0-1 0,0 1 0,-1 0 0,1 0 0,0 0 0,0 0 0,-1 0 0,1 0 0,-10-4 0,0 0 0,-1 0 0,1 1 0,-22-3 0,-7-2 0,22 4-273,0 0 0,-1 2 0,0 0 0,-27 0 0,32 3-6553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2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49 24575,'-19'-10'0,"-10"-3"0,-2 0 0,5 6 0,4 3 0,3 3 0,5 3 0,2 2 0,1 1 0,0-2 0,-1 0 0,0-2 0,1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0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0 24575,'-21'6'0,"-1"-1"0,-40 3 0,42-6 0,-1 1 0,1 0 0,-30 11 0,44-12 0,1 0 0,0 0 0,-1 1 0,1 0 0,0 1 0,0-1 0,0 1 0,1 0 0,-8 7 0,11-9 0,-1 0 0,0 0 0,1 0 0,0 0 0,0 1 0,-1-1 0,1 0 0,1 1 0,-1-1 0,0 0 0,0 1 0,1-1 0,0 1 0,-1-1 0,1 1 0,0-1 0,0 1 0,0-1 0,1 1 0,-1-1 0,0 1 0,1-1 0,0 1 0,0-1 0,1 4 0,3 3 0,0 0 0,1-1 0,0 0 0,0 0 0,1 0 0,0-1 0,0 0 0,0 0 0,1-1 0,0 0 0,10 6 0,-4-4 0,0-1 0,0-1 0,0 0 0,1 0 0,0-2 0,23 5 0,-28-8-151,1 0-1,-1 0 0,0-1 0,1-1 1,-1 1-1,1-2 0,-1 0 1,16-4-1,-10 0-6674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1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69 24575,'-3'4'0,"1"-1"0,-1 1 0,1 0 0,0 0 0,0 0 0,0 0 0,0 0 0,1 1 0,0-1 0,0 0 0,0 1 0,0-1 0,1 9 0,0-10 0,0 1 0,1-1 0,0 0 0,0 0 0,0 0 0,0 0 0,0 0 0,0 0 0,1-1 0,-1 1 0,1 0 0,0 0 0,0-1 0,0 0 0,0 1 0,0-1 0,1 0 0,-1 0 0,1 0 0,3 2 0,3 2 0,1-1 0,-1 0 0,1-1 0,0 0 0,0-1 0,0 0 0,0-1 0,15 2 0,-20-3 0,0 0 0,0-1 0,0 0 0,-1 0 0,1-1 0,0 1 0,0-1 0,0 0 0,0 0 0,-1 0 0,1-1 0,0 0 0,-1 0 0,0 0 0,1 0 0,-1-1 0,0 0 0,0 1 0,0-1 0,3-4 0,-5 5 0,-1 0 0,1 0 0,-1 0 0,1 0 0,-1-1 0,0 1 0,0 0 0,0 0 0,0-1 0,-1 1 0,1 0 0,-1-1 0,1 1 0,-1-1 0,0 1 0,0-1 0,0-2 0,-1 1 0,1-1 0,-1 1 0,-1 0 0,1 0 0,0 0 0,-1 0 0,0 0 0,0 0 0,-3-4 0,-3-2 0,0 0 0,0 0 0,-1 1 0,0 1 0,-19-15 0,19 16 24,0 1 0,-1 0 0,1 1 0,-13-5 0,19 9-41,1 0 0,0 0 1,-1 1-1,1-1 0,0 1 0,-1 0 1,1-1-1,-1 1 0,1 0 0,-1 1 1,-2-1-1,4 1-41,0-1-1,-1 1 1,1-1 0,0 1-1,0 0 1,-1-1-1,1 1 1,0 0 0,0 0-1,0 0 1,0 0 0,0 0-1,0 0 1,0 0-1,1 0 1,-1 0 0,0 0-1,0 0 1,1 1 0,-1-1-1,0 2 1,-2 8-6768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24575,'-7'2'0,"0"0"0,1 1 0,-1 0 0,1 1 0,0-1 0,0 1 0,0 1 0,0-1 0,1 1 0,-1 0 0,-5 7 0,9-9 0,0 0 0,0 0 0,0 0 0,0 1 0,1-1 0,-1 0 0,1 1 0,0 0 0,0-1 0,0 1 0,0-1 0,1 1 0,0 0 0,-1 0 0,1-1 0,1 1 0,-1 0 0,0-1 0,1 1 0,0 0 0,0-1 0,0 1 0,2 5 0,2 1 0,1 0 0,0 0 0,0-1 0,13 16 0,35 32 0,-47-50 0,25 20 0,-25-21 0,1 1 0,-1-1 0,0 1 0,9 12 0,-15-19 0,-1 0 0,0 1 0,1-1 0,-1 0 0,0 1 0,0-1 0,0 1 0,1-1 0,-1 0 0,0 1 0,0-1 0,0 1 0,0-1 0,0 1 0,0-1 0,0 0 0,1 1 0,-1-1 0,-1 1 0,1-1 0,0 1 0,0-1 0,0 1 0,0-1 0,0 0 0,0 1 0,0-1 0,-1 1 0,1-1 0,-1 1 0,1 0 0,-1-1 0,0 1 0,0-1 0,0 1 0,0-1 0,1 1 0,-1-1 0,0 1 0,0-1 0,0 0 0,0 0 0,-1 1 0,-34 0 0,31-1 0,-29-2 67,-64-12-1,-13-1-1564,98 14-5328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2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24575,'0'16'0,"1"0"0,1 1 0,0-1 0,1 0 0,10 28 0,-10-35 0,1 0 0,0 0 0,0 0 0,1 0 0,0-1 0,1 0 0,0 0 0,0 0 0,1-1 0,14 13 0,-19-19 0,0 1 0,0-1 0,0 1 0,0-1 0,0 0 0,0 0 0,1 0 0,-1 0 0,0 0 0,1 0 0,-1-1 0,1 1 0,-1-1 0,1 0 0,-1 0 0,1 0 0,-1 0 0,1 0 0,2-1 0,-3 1 0,-1-1 0,1 0 0,0 0 0,0 0 0,-1 0 0,1 0 0,0 0 0,-1 0 0,1 0 0,-1-1 0,1 1 0,-1-1 0,0 1 0,0-1 0,0 0 0,0 1 0,0-1 0,0 0 0,0 0 0,0 1 0,-1-1 0,1 0 0,-1 0 0,1-3 0,0-5 0,0 0 0,0 0 0,-1 0 0,-1-12 0,0 10 0,0 1 0,3-17 0,-2 28 0,0-1 0,0 1 0,0 0 0,0 0 0,0-1 0,0 1 0,0 0 0,0 0 0,0 0 0,0-1 0,0 1 0,0 0 0,0 0 0,0 0 0,0 0 0,0-1 0,1 1 0,-1 0 0,0 0 0,0 0 0,0 0 0,0-1 0,0 1 0,1 0 0,-1 0 0,0 0 0,0 0 0,0 0 0,0 0 0,1 0 0,-1-1 0,0 1 0,0 0 0,0 0 0,1 0 0,7 5 0,9 13 0,-14-14 0,8 5 0,0 0 0,0 0 0,1-1 0,0 0 0,0-1 0,1 0 0,-1-1 0,2 0 0,-1-2 0,1 1 0,-1-1 0,21 2 0,-31-5 0,-1-1 0,1 0 0,0 0 0,-1 0 0,1 0 0,0 0 0,-1-1 0,1 1 0,0-1 0,-1 1 0,1-1 0,-1 0 0,1 0 0,-1 0 0,1-1 0,1-1 0,-2 2 0,-1 0 0,0 0 0,1-1 0,-1 1 0,0 0 0,0-1 0,0 1 0,-1-1 0,1 1 0,0-1 0,0 0 0,-1 1 0,1-1 0,-1 0 0,1 1 0,-1-1 0,0 0 0,0 0 0,0 1 0,0-1 0,0 0 0,0 0 0,0 1 0,-1-1 0,0-3 0,-1-2 11,-1-1-1,0 1 0,0 0 1,-1 0-1,0 0 0,0 0 1,-1 1-1,0-1 0,-8-7 1,-7-7-524,-28-20 0,40 34 70,-9-7-6383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3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24575,'4'13'0,"1"0"0,1 0 0,1-1 0,0 0 0,0 0 0,1-1 0,0 0 0,1 0 0,0-1 0,1 0 0,0-1 0,1 0 0,12 8 0,-21-15 0,1-1 0,-1 1 0,0-1 0,1 0 0,0 0 0,-1 0 0,1 0 0,-1-1 0,1 1 0,0-1 0,0 1 0,-1-1 0,1 0 0,0 0 0,0 0 0,-1 0 0,1-1 0,0 1 0,3-2 0,-3 1 0,0-1 0,0 0 0,0 0 0,0 0 0,0 0 0,0 0 0,-1 0 0,1-1 0,-1 1 0,0-1 0,1 0 0,-1 1 0,0-1 0,2-6 0,1-1 0,-1-1 0,0 0 0,-1 0 0,0 0 0,-1-1 0,2-17 0,-3 23 0,-2 5 0,1 1 0,0-1 0,1 1 0,-1-1 0,0 0 0,0 1 0,0-1 0,0 1 0,0-1 0,1 1 0,-1-1 0,0 1 0,0-1 0,1 1 0,-1-1 0,0 1 0,1-1 0,-1 1 0,1-1 0,-1 1 0,0 0 0,1-1 0,-1 1 0,1 0 0,0-1 0,0 1 0,0 0 0,0 0 0,-1 0 0,1 0 0,0 0 0,0 0 0,0 0 0,-1 0 0,1 1 0,0-1 0,0 0 0,0 1 0,-1-1 0,1 0 0,0 1 0,0 0 0,5 3 0,0 1 0,-1 0 0,7 8 0,-8-9 0,25 26 0,26 38 0,-35-33-1365,-15-26-5461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24575,'-2'0'0,"-1"3"0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24575,'-2'0'0,"-1"3"0,0 2 0,0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3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24575,'3'29'0,"0"15"0,2 5 0,4-1 0,1-7 0,3-4 0,0-5 0,2-5 0,0-1 0,0-4 0,0-3 0,-1-4 0,-1-3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24575,'-27'0'0,"-11"0"0,-5 0 0,4 2 0,5 1 0,6 0 0,5 2 0,5 0 0,5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4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24575,'31'89'0,"75"157"0,73 68 0,-160-284 0,33 57 0,-51-85 0,0-1 0,-1 1 0,1-1 0,0 0 0,-1 1 0,1 0 0,-1-1 0,0 1 0,0-1 0,1 1 0,-1 3 0,0-5 0,0 0 0,0 0 0,0 1 0,0-1 0,-1 0 0,1 0 0,0 0 0,0 1 0,0-1 0,0 0 0,0 0 0,-1 0 0,1 1 0,0-1 0,0 0 0,0 0 0,0 0 0,-1 0 0,1 0 0,0 1 0,0-1 0,0 0 0,-1 0 0,1 0 0,0 0 0,0 0 0,-1 0 0,-11-3 0,-8-6 0,1-2 0,1 0 0,-35-27 0,-43-51 0,80 72 0,-19-23 0,31 34 0,0 0 0,0 0 0,1 0 0,0 0 0,0 0 0,0-1 0,1 0 0,-3-11 0,4 16 6,1 0 0,0 0-1,0 0 1,0-1 0,0 1-1,0 0 1,1 0 0,-1 0 0,0 0-1,1 0 1,0 0 0,-1 0-1,1 0 1,0 0 0,0 1-1,0-1 1,0 0 0,0 0 0,1 1-1,1-3 1,1 1-171,-1 0 0,1 0 0,0 0 0,0 1 0,0 0 0,0 0 0,0 0 0,5-2 0,4 0-6661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0 24575,'-12'0'0,"-67"2"0,69-1 0,1 1 0,-1-1 0,0 1 0,1 1 0,-16 6 0,23-8 0,0 0 0,0 0 0,0 1 0,0-1 0,0 0 0,0 1 0,1-1 0,-1 1 0,0 0 0,1-1 0,0 1 0,-1 0 0,1 0 0,0 0 0,0 0 0,0 0 0,0 0 0,0 1 0,1-1 0,-1 0 0,1 0 0,-1 0 0,1 1 0,0-1 0,0 0 0,0 1 0,0 2 0,2 6 0,0 0 0,0 0 0,1 0 0,6 15 0,-4-11 0,1-1 0,0 0 0,15 23 0,-13-22 0,13 28 0,-20-42 0,-1 0 0,0 0 0,1 0 0,-1 0 0,0 0 0,0 0 0,1 0 0,-1-1 0,0 1 0,0 0 0,0 0 0,0 0 0,0 0 0,0 0 0,-1 0 0,1 0 0,0 0 0,0 0 0,-1 0 0,1 0 0,-1 0 0,1-1 0,0 1 0,-1 0 0,0 0 0,1 0 0,-1-1 0,1 1 0,-1 0 0,0-1 0,0 1 0,1 0 0,-1-1 0,0 1 0,0-1 0,0 1 0,0-1 0,1 0 0,-1 1 0,0-1 0,0 0 0,-2 1 0,-4 0 0,0 0 0,0 0 0,0 0 0,-11-2 0,12 1 0,-9 0-227,0-1-1,0-1 1,0-1-1,1 0 1,-18-6-1,16 4-6598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24575,'5'17'0,"4"9"0,0 1 0,2 0 0,1-6 0,-2-3 0,1-6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6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24575,'25'44'0,"43"71"0,-65-111 0,0 0 0,0 0 0,0-1 0,1 1 0,-1-1 0,1 0 0,0 0 0,0 0 0,0 0 0,6 2 0,-9-5 0,0 1 0,0-1 0,1 1 0,-1-1 0,0 0 0,1 1 0,-1-1 0,0 0 0,1 0 0,-1 0 0,0 0 0,1 0 0,-1 0 0,0 0 0,1-1 0,-1 1 0,0 0 0,1-1 0,-1 1 0,0-1 0,0 0 0,1 1 0,-1-1 0,0 0 0,0 0 0,0 0 0,0 1 0,0-1 0,0 0 0,0 0 0,0 0 0,0-1 0,-1 1 0,1 0 0,0 0 0,-1 0 0,1-1 0,-1 1 0,1 0 0,-1-2 0,4-8 0,-1 0 0,2-14 0,6-18 0,-11 42 0,1-1 0,-1 1 0,1 0 0,-1-1 0,1 1 0,0 0 0,0-1 0,0 1 0,0 0 0,0 0 0,0 0 0,0-1 0,0 1 0,0 0 0,0 1 0,1-1 0,-1 0 0,0 0 0,1 0 0,1 0 0,-1 1 0,0-1 0,0 1 0,0 0 0,0 0 0,0 0 0,-1 0 0,1 1 0,0-1 0,0 0 0,0 1 0,0-1 0,-1 1 0,1 0 0,2 1 0,2 1 0,0 1 0,-1 0 0,0 0 0,0 0 0,0 1 0,0-1 0,0 1 0,4 8 0,2 5-598,13 30 0,-23-46 429,6 13-6657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7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24575,'6'14'0,"1"1"0,0-1 0,1 0 0,1-1 0,0 0 0,1 0 0,15 15 0,-21-24 0,0 0 0,1-1 0,-1 1 0,1-1 0,0 0 0,-1-1 0,1 1 0,1-1 0,-1 0 0,0 0 0,0 0 0,1-1 0,-1 0 0,1 0 0,-1 0 0,1-1 0,0 0 0,-1 0 0,1 0 0,-1-1 0,1 0 0,-1 0 0,1 0 0,7-3 0,13-10 0,-21 11 0,-1 1 0,1-1 0,0 1 0,-1 0 0,7-2 0,-9 4 0,0 1 0,0-1 0,0 0 0,0 0 0,-1 1 0,1-1 0,0 1 0,0-1 0,-1 1 0,1 0 0,0-1 0,-1 1 0,1 0 0,0 0 0,-1 1 0,0-1 0,1 0 0,1 3 0,0-2 0,-1 0 0,0 0 0,1 0 0,0-1 0,-1 1 0,6 2 0,-4-3 0,0 0 0,1 0 0,-1 0 0,0-1 0,0 1 0,0-1 0,0 0 0,1 0 0,-1 0 0,0-1 0,0 0 0,0 1 0,0-1 0,0-1 0,0 1 0,5-3 0,-6 2 0,0 0 0,-1 0 0,1 0 0,0 0 0,-1 0 0,0-1 0,1 1 0,-1-1 0,0 0 0,0 0 0,-1 0 0,1 0 0,-1 0 0,1 0 0,-1 0 0,0 0 0,0 0 0,0-1 0,-1 1 0,1-5 0,0 2-91,-1 1 0,1-1 0,-2 0 0,1 0 0,0 1 0,-1-1 0,0 0 0,-1 1 0,1-1 0,-1 1 0,0-1 0,-1 1 0,1 0 0,-4-6 0,-3-1-6735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7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24575,'55'75'0,"45"53"0,-96-124 0,0 0 0,0 0 0,0-1 0,0 0 0,1 1 0,-1-2 0,1 1 0,0 0 0,0-1 0,0 0 0,0 0 0,11 2 0,-14-4 0,1 0 0,-1 0 0,0 1 0,1-2 0,-1 1 0,0 0 0,1 0 0,-1-1 0,0 1 0,1-1 0,-1 0 0,0 0 0,0 0 0,1 0 0,-1 0 0,0 0 0,0 0 0,0-1 0,-1 1 0,1-1 0,0 0 0,0 1 0,-1-1 0,1 0 0,-1 0 0,0 0 0,1 0 0,-1 0 0,0 0 0,0 0 0,1-3 0,1-7 0,1-1 0,-1 1 0,-1 0 0,0-1 0,-1 0 0,0-20 0,0-3 0,-1 33 0,0 1 0,0 0 0,1 0 0,-1 0 0,1 0 0,-1 0 0,1-1 0,0 1 0,-1 0 0,1 0 0,0 1 0,0-1 0,1 0 0,-1 0 0,0 0 0,1 1 0,-1-1 0,1 1 0,-1-1 0,4-1 0,-3 2 0,0 0 0,0 0 0,0 0 0,0 1 0,0-1 0,0 1 0,0 0 0,0 0 0,1-1 0,-1 1 0,0 0 0,0 1 0,0-1 0,0 0 0,0 1 0,0-1 0,0 1 0,0 0 0,0-1 0,0 1 0,3 2 0,6 3 0,-1 1 0,1 1 0,-1-1 0,0 2 0,11 12 0,41 52 0,-51-60 0,15 22-1365,-17-21-5461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38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24575,'0'2'0,"3"4"0,3 3 0,2 2 0,1 2 0,1 1 0,-1 1 0,-3-2-8191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3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10170 73 24575,'197'-41'0,"-135"26"0,-36 9 0,-20 3 0,-17 4 0,-27 6 0,5-2 0,-57 4 0,-430-8 0,241-3 0,153-5 0,1-1 0,-19 1 0,-8 0 0,-870 8 0,759 17 0,160-8 0,-185 6 0,58-26 0,-97 3 0,205 9 0,-570-3 0,582 9 0,19-1 0,-105 7 0,-39 2 0,-557-17 0,528 17 0,116-4 0,114-10 0,-285 12 0,-643-15 0,810 9 0,3-1 0,29-6 0,-214-3 0,139-12 0,-50-1 0,-327 16 0,469 6 0,1 1 0,25-10 0,-60 3 0,86 6 0,30-3 0,-27 0 0,-40-5 0,35 0 0,-73 8 0,-27 3-1365,134-10-5461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5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6 24575,'0'0'0,"1"-1"0,-1 1 0,0 0 0,0 0 0,0 0 0,0 0 0,0 0 0,0-1 0,0 1 0,0 0 0,0 0 0,0 0 0,0 0 0,0 0 0,0-1 0,0 1 0,0 0 0,0 0 0,0 0 0,0 0 0,0 0 0,0-1 0,0 1 0,0 0 0,0 0 0,0 0 0,-1 0 0,1 0 0,0-1 0,0 1 0,0 0 0,0 0 0,0 0 0,0 0 0,0 0 0,-1 0 0,1 0 0,0 0 0,0 0 0,0-1 0,0 1 0,0 0 0,0 0 0,-1 0 0,1 0 0,0 0 0,0 0 0,0 0 0,0 0 0,-1 0 0,1 0 0,0 0 0,0 0 0,0 0 0,0 0 0,0 0 0,-1 0 0,1 0 0,0 1 0,0-1 0,0 0 0,0 0 0,-1 0 0,-5 9 0,5-4 0,1-1 0,-1 1 0,1 0 0,0 0 0,0-1 0,0 1 0,1 0 0,0-1 0,0 1 0,2 7 0,3 5 0,13 24 0,-5-11 0,-6-14 0,1-1 0,0 0 0,2 0 0,-1 0 0,1-1 0,20 17 0,-29-28 0,1-1 0,1 0 0,-1 0 0,0 0 0,0 0 0,1-1 0,-1 1 0,1-1 0,0 0 0,-1 0 0,1 0 0,0-1 0,0 1 0,-1-1 0,1 0 0,0 0 0,0 0 0,-1-1 0,7 0 0,-4 0 0,-1 0 0,1-1 0,-1 0 0,1 1 0,-1-2 0,0 1 0,0 0 0,0-1 0,0 0 0,0-1 0,-1 1 0,6-6 0,-7 5 0,0 0 0,0 0 0,-1 0 0,0-1 0,0 1 0,0-1 0,0 0 0,-1 0 0,1 1 0,-1-1 0,-1 0 0,1 0 0,-1-9 0,0 2 0,0 1 0,-1-1 0,0 0 0,-6-20 0,3 19 0,0 0 0,-1 0 0,-11-18 0,16 31 0,0 0 0,0-1 0,0 1 0,0 0 0,0-1 0,0 1 0,-1 0 0,1-1 0,0 1 0,0 0 0,-1-1 0,1 1 0,0 0 0,0 0 0,-1-1 0,1 1 0,0 0 0,-1 0 0,1-1 0,0 1 0,-1 0 0,1 0 0,-1 0 0,0 7 0,4 16 0,8 15 0,1 0 0,26 54 0,45 68 0,-65-127 0,37 66 0,53 103 0,-106-198 0,0 1 0,-1-1 0,1 1 0,-1-1 0,0 1 0,0-1 0,0 1 0,-1 8 0,0-11 0,0-1 0,0 0 0,0 0 0,0 0 0,-1 0 0,1 0 0,-1 0 0,1 0 0,0 0 0,-1 0 0,0 0 0,1 0 0,-1 0 0,0 0 0,1 0 0,-3 1 0,2-1 0,0 0 0,-1 0 0,1-1 0,-1 1 0,1-1 0,0 1 0,-1-1 0,0 1 0,1-1 0,-1 0 0,1 0 0,-1 0 0,1 0 0,-1 0 0,-2 0 0,-3-1 0,0-1 0,-1 0 0,1 0 0,0 0 0,0-1 0,1 0 0,-1 0 0,1-1 0,-9-6 0,-5-4 0,-26-26 0,37 32 0,0-1 0,0 0 0,1 0 0,1-1 0,0 0 0,-11-19 0,16 24 0,0 0 0,0-1 0,0 1 0,1 0 0,-1-1 0,1 1 0,0-1 0,1 1 0,0-1 0,0 0 0,0 1 0,0-1 0,1 1 0,0-1 0,0 1 0,0-1 0,3-5 0,-2 7 9,0 0-1,0 0 0,0 1 0,0-1 1,1 1-1,-1 0 0,1-1 0,0 1 1,4-4-1,32-19-662,-28 19-140,-1 1-6032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6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0 24575,'-16'5'0,"3"-2"0,1 0 0,0 2 0,0-1 0,-17 10 0,26-12 0,0 0 0,0 0 0,0 0 0,1 0 0,-1 0 0,1 1 0,-1-1 0,1 1 0,0 0 0,0 0 0,0 0 0,1 0 0,-1 0 0,1 0 0,-1 0 0,1 0 0,0 1 0,0-1 0,1 0 0,-1 1 0,0 5 0,1-1 0,1 0 0,0 0 0,0 0 0,0-1 0,1 1 0,1 0 0,-1-1 0,1 0 0,0 1 0,7 10 0,5 7 0,29 34 0,-24-34 0,-10-12 0,15 20 0,-1 0 0,27 52 0,-45-72 0,-1 0 0,0 0 0,0 1 0,-2 0 0,0 0 0,0 0 0,-2 0 0,1 0 0,-2 0 0,0 1 0,-1-1 0,0 0 0,-4 17 0,4-29 0,1-1 0,0 1 0,-1 0 0,1-1 0,0 1 0,0 0 0,0-1 0,0 1 0,0 0 0,0-1 0,1 1 0,-1-1 0,0 1 0,1 0 0,-1-1 0,1 1 0,0-1 0,1 3 0,-1-3 0,0 0 0,1 0 0,-1 0 0,1 0 0,-1 0 0,1 0 0,-1 0 0,1-1 0,0 1 0,-1 0 0,1-1 0,0 1 0,-1-1 0,1 0 0,0 0 0,0 0 0,2 0 0,17 2 0,1-2 0,0-1 0,31-5 0,-46 5-195,-1-1 0,1 0 0,-1 0 0,0 0 0,0-1 0,11-6 0,-8 2-6631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6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20 24575,'-7'-9'0,"7"9"0,0 0 0,0 0 0,0 0 0,0 0 0,0-1 0,0 1 0,0 0 0,0 0 0,-1 0 0,1 0 0,0 0 0,0 0 0,0 0 0,0 0 0,0-1 0,0 1 0,0 0 0,0 0 0,0 0 0,0 0 0,0 0 0,1 0 0,-1 0 0,0 0 0,0-1 0,0 1 0,0 0 0,0 0 0,0 0 0,0 0 0,0 0 0,0 0 0,0 0 0,0 0 0,0 0 0,0 0 0,0-1 0,1 1 0,-1 0 0,0 0 0,0 0 0,0 0 0,0 0 0,1 0 0,0 0 0,0 1 0,1-1 0,-1 0 0,0 1 0,0-1 0,0 0 0,0 1 0,0-1 0,0 1 0,0 0 0,0-1 0,0 1 0,1 1 0,37 32 0,-24-20 0,0-1 0,1-1 0,17 11 0,-28-20 0,-2-1 0,0 0 0,1 0 0,-1-1 0,1 1 0,5 1 0,-8-3 0,-1 0 0,0 0 0,1 0 0,-1 0 0,1 0 0,-1 0 0,0 0 0,1 0 0,-1 0 0,1 0 0,-1 0 0,1 0 0,-1 0 0,0 0 0,1-1 0,-1 1 0,0 0 0,1 0 0,-1 0 0,0-1 0,1 1 0,0-1 0,-1 0 0,1 1 0,-1-1 0,0 0 0,1 0 0,-1 0 0,0 0 0,0 1 0,0-1 0,0 0 0,0 0 0,0 0 0,0 0 0,0 0 0,0 0 0,0-1 0,-5-24 0,-2-13 0,6 37 0,1 0 0,0-1 0,0 1 0,0 0 0,1-1 0,-1 1 0,0 0 0,1 0 0,0 0 0,-1 0 0,1-1 0,0 1 0,2-3 0,-2 4 0,-1 0 0,1 1 0,0-1 0,-1 1 0,1-1 0,0 0 0,0 1 0,0-1 0,-1 1 0,1 0 0,0-1 0,0 1 0,0 0 0,0 0 0,0-1 0,0 1 0,0 0 0,0 0 0,-1 0 0,1 0 0,0 0 0,0 0 0,0 0 0,0 0 0,0 1 0,0-1 0,0 0 0,0 1 0,0-1 0,-1 0 0,1 1 0,1 0 0,4 2 0,0 1 0,-1-1 0,8 8 0,-7-7 0,105 92 0,-109-95-80,-1-1 0,0 2-1,0-1 1,0 0 0,0 0-1,0 0 1,0 0 0,0 1-1,-1-1 1,1 0 0,0 1 0,-1-1-1,1 0 1,-1 1 0,1-1-1,-1 2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7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24575,'22'-15'0,"1"1"0,0 2 0,1 0 0,25-9 0,-39 18 0,0 0 0,0 0 0,0 1 0,0 1 0,1-1 0,-1 2 0,0-1 0,1 1 0,-1 1 0,0 0 0,1 0 0,-1 1 0,13 4 0,-12-2 0,-1 0 0,1 0 0,-1 1 0,0 0 0,14 11 0,-20-13 0,-1 0 0,1 1 0,-1-1 0,1 1 0,-1 0 0,0 0 0,-1 0 0,1 0 0,-1 0 0,0 1 0,0-1 0,0 1 0,0 0 0,-1-1 0,1 8 0,2 16 0,-2 1 0,-2 41 0,3 33 0,2-65 0,2 0 0,1 0 0,2-1 0,1 0 0,26 54 0,-25-68 0,1-2 0,0 1 0,19 20 0,-31-41 0,0-1 0,0 1 0,-1 0 0,1 0 0,0 0 0,-1 0 0,1 1 0,0-1 0,-1 0 0,1 0 0,-1 0 0,0 0 0,1 0 0,-1 1 0,0-1 0,0 0 0,0 0 0,0 1 0,0-1 0,0 0 0,0 0 0,0 0 0,-1 1 0,1-1 0,-1 2 0,0-2 0,0 1 0,-1 0 0,1-1 0,-1 1 0,1-1 0,-1 0 0,1 1 0,-1-1 0,0 0 0,0 0 0,0 0 0,1 0 0,-1 0 0,-3 0 0,-7 2-81,1 0 0,0-1 0,-1-1 0,1 0 0,-1-1 0,-14 0 0,14-1-717,-6 1-6028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 24575,'-25'0'0,"-12"0"0,-3 0 0,3 0 0,5 0 0,6 0 0,5 0 0,3 0 0,3 0 0,3 2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8:58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59 24575,'-30'-7'0,"-11"-5"0,-5-1 0,4 2 0,6 3 0,7 3 0,8 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0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959 0 24575,'2'0'0,"18"1"0,-15 1 0,-11 1 0,-7 1 0,-1-2 0,-27 4 0,13-3 0,-55 4 0,-135-4 0,119-5 0,-257 2 0,331 1 0,0 2 0,-34 7 0,58-10 0,0 0 0,0 0 0,0 0 0,0 0 0,0 0 0,0 1 0,0-1 0,0 0 0,1 1 0,-1-1 0,0 1 0,0-1 0,0 1 0,0 0 0,1-1 0,-1 1 0,0 0 0,0-1 0,0 2 0,1-2 0,0 1 0,0-1 0,0 1 0,0-1 0,0 1 0,0-1 0,0 1 0,0-1 0,1 1 0,-1-1 0,0 1 0,0-1 0,0 1 0,1-1 0,-1 1 0,0-1 0,0 1 0,1-1 0,-1 1 0,0-1 0,1 0 0,-1 1 0,1-1 0,0 1 0,4 2 0,0 1 0,0-1 0,0 0 0,9 3 0,81 29 0,129 27 0,9 3 0,-224-62 0,0 0 0,-1 1 0,1 0 0,-1 1 0,11 7 0,-17-11 0,-1 0 0,1 1 0,-1-1 0,1 1 0,-1 0 0,1-1 0,-1 1 0,0 0 0,0 0 0,0 0 0,0 0 0,1 3 0,-1-4 0,-1 1 0,0-1 0,0 1 0,0-1 0,0 1 0,0-1 0,0 1 0,0-1 0,-1 1 0,1-1 0,0 1 0,-1-1 0,1 0 0,-1 1 0,0-1 0,1 1 0,-1-1 0,0 0 0,0 0 0,-1 2 0,-4 2 0,1 0 0,-1-1 0,0 0 0,0 0 0,-1 0 0,1-1 0,-1 1 0,0-2 0,-12 5 0,3-2 0,-129 42 0,-32 13 0,165-55 0,0 1 0,1 0 0,-1 0 0,2 1 0,-1 1 0,1 0 0,0 0 0,0 1 0,-12 16 0,21-24 0,-1 1 0,1 0 0,0-1 0,0 1 0,0 0 0,0 0 0,1 0 0,-1 0 0,0-1 0,1 1 0,0 0 0,-1 0 0,1 0 0,0 0 0,0 0 0,0 1 0,0-1 0,0 0 0,0 0 0,1 0 0,-1 0 0,1-1 0,0 1 0,-1 0 0,1 0 0,0 0 0,0 0 0,0 0 0,0-1 0,0 1 0,0-1 0,1 1 0,-1-1 0,1 1 0,-1-1 0,1 0 0,-1 1 0,1-1 0,0 0 0,0 0 0,-1 0 0,1 0 0,0-1 0,0 1 0,0 0 0,0-1 0,0 0 0,0 1 0,3-1 0,29 3 0,64-4 0,-41 0 0,219-15 0,4 1 0,-205 15-1365,-49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1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24575,'1'42'0,"10"75"0,-2-70 0,23 63 0,-30-102 0,5 9 0,-1 0 0,0 0 0,-2 0 0,0 1 0,2 29 0,-6-45-23,0-4 77,-1-6-1450,1-1-5430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1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0 24575,'-25'11'0,"0"0"0,-1 1 0,-41 26 0,64-36 0,1 1 0,-1-1 0,0 0 0,1 1 0,-1-1 0,1 1 0,0 0 0,0 0 0,-4 6 0,6-8 0,-1 0 0,1 0 0,0 0 0,-1 1 0,1-1 0,0 0 0,0 0 0,0 0 0,0 1 0,0-1 0,0 0 0,0 0 0,0 0 0,0 1 0,1-1 0,-1 0 0,0 0 0,1 0 0,-1 0 0,1 0 0,0 1 0,-1-1 0,1 0 0,0 0 0,-1-1 0,1 1 0,0 0 0,0 0 0,0 0 0,0 0 0,2 1 0,5 3 0,0 0 0,1-1 0,0 1 0,0-2 0,0 1 0,15 3 0,-1-2 0,37 3 0,-1-4 0,87-6 0,-142 2-136,0 0-1,0-1 1,0 1-1,1-1 1,-1 0-1,0 0 1,0-1-1,0 1 0,5-3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24575,'-7'-14'0,"3"11"0,4 10 0,12 47 0,2 0 0,38 94 0,6 18 0,-54-150 0,-2-6 0,1-1 0,0 0 0,5 10 0,-8-18 0,0-1 0,0 0 0,0 0 0,0 1 0,0-1 0,0 0 0,1 0 0,-1 1 0,0-1 0,0 0 0,0 0 0,0 1 0,0-1 0,1 0 0,-1 0 0,0 0 0,0 0 0,0 1 0,1-1 0,-1 0 0,0 0 0,0 0 0,1 0 0,-1 0 0,0 0 0,0 0 0,1 1 0,-1-1 0,0 0 0,0 0 0,1 0 0,-1 0 0,5-8 0,0-21 0,-4 23 0,3-21 0,-3 18 0,1-1 0,0 1 0,0-1 0,1 1 0,0 0 0,6-12 0,-9 20 0,1 0 0,0 0 0,-1-1 0,1 1 0,0 0 0,0 0 0,0 1 0,0-1 0,0 0 0,0 0 0,0 0 0,0 1 0,0-1 0,1 0 0,-1 1 0,0-1 0,0 1 0,1-1 0,-1 1 0,2-1 0,0 1 0,-1 1 0,0-1 0,1 0 0,-1 0 0,0 1 0,1-1 0,-1 1 0,0 0 0,0 0 0,4 2 0,4 3 0,-1 0 0,-1 0 0,17 16 0,-23-19 0,39 31 0,-28-24 0,-1 0 0,0 1 0,20 24 0,-24-24-1365,-4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23 24575,'-10'-2'0,"-69"-15"0,69 15 0,0 1 0,1 1 0,-1-1 0,1 2 0,-1-1 0,-11 3 0,19-2 0,-1-1 0,0 1 0,0 0 0,1 0 0,-1 0 0,1 1 0,-1-1 0,1 1 0,0-1 0,-1 1 0,1 0 0,0 0 0,0 0 0,0 0 0,1 0 0,-1 0 0,0 0 0,1 1 0,-1-1 0,1 1 0,0-1 0,0 1 0,0-1 0,0 1 0,0 0 0,1 0 0,-1-1 0,1 1 0,-1 0 0,1 0 0,1 5 0,-1 2 0,1 1 0,1 0 0,0-1 0,0 0 0,1 1 0,0-1 0,5 10 0,67 124 0,-14-30 0,-49-89 0,-2 0 0,13 46 0,-3 42 0,-5-25 0,-15-84 0,1-1 0,-1 0 0,1 1 0,0-1 0,0 0 0,1 1 0,-1-1 0,1 0 0,-1 0 0,1 0 0,0 0 0,0 0 0,1-1 0,-1 1 0,1-1 0,-1 1 0,1-1 0,0 0 0,-1 0 0,1 0 0,0 0 0,0 0 0,1-1 0,-1 0 0,0 1 0,0-1 0,1 0 0,-1-1 0,1 1 0,-1 0 0,1-1 0,4 0 0,2 0 20,-1 0 0,1 0 0,-1-1 0,0-1 0,14-3 0,-18 3-144,0 1 0,-1-1 1,1-1-1,-1 1 0,1-1 0,-1 1 1,0-1-1,0 0 0,0-1 0,-1 1 1,7-8-1,-2 1-6702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24575,'-1'1'0,"1"0"0,-1-1 0,1 1 0,-1 0 0,1 0 0,0 0 0,-1 0 0,1 0 0,0 0 0,0 0 0,-1 0 0,1 0 0,0 1 0,0-1 0,0 0 0,1 1 0,2 19 0,-2-15 0,8 44 0,3-2 0,1 0 0,22 49 0,-25-74-341,2 0 0,1-1-1,17 24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3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24575,'-15'6'0,"-22"12"0,34-16 0,0 0 0,0-1 0,0 1 0,0 1 0,1-1 0,-1 0 0,1 1 0,0-1 0,-1 1 0,1 0 0,0-1 0,0 1 0,1 0 0,-2 4 0,3-6 0,-1 0 0,1 0 0,0 0 0,0 0 0,0 0 0,1 0 0,-1 0 0,0 0 0,0 0 0,0 0 0,1 0 0,-1 0 0,0 0 0,1 0 0,-1 0 0,1-1 0,0 1 0,-1 0 0,1 0 0,-1 0 0,1-1 0,0 1 0,0 0 0,-1-1 0,1 1 0,0 0 0,0-1 0,0 1 0,0-1 0,0 1 0,0-1 0,0 0 0,0 1 0,1-1 0,4 2 0,0 0 0,0 0 0,14 1 0,13 0 0,47-4 0,-30 0 0,-25-2-1365,-15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04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24575,'21'-11'0,"0"1"0,1 1 0,0 1 0,0 1 0,26-5 0,-42 11 0,-1 0 0,2 0 0,-1 1 0,0 0 0,0 0 0,0 0 0,0 1 0,0 0 0,-1 0 0,1 1 0,0-1 0,0 1 0,-1 1 0,1-1 0,-1 1 0,1 0 0,-1 0 0,0 0 0,0 1 0,-1 0 0,1 0 0,-1 0 0,0 0 0,0 1 0,4 5 0,-5-5 0,0 0 0,0 1 0,-1-1 0,0 1 0,0-1 0,0 1 0,0 0 0,-1 0 0,0 0 0,0 7 0,0 9 0,-3 32 0,0-11 0,3-22 0,0 0 0,2 0 0,0 0 0,1 0 0,11 28 0,44 97 0,-32-83 0,-6-20 0,-15-33 0,0 1 0,-1 0 0,0 0 0,-1 0 0,-1 0 0,1 1 0,1 12 0,-5-22 5,0 0 0,0 0 0,-1 0 0,1 0 0,0 0 0,-1 0 0,1 0 0,-1 0 0,0-1 0,1 1 0,-1 0 0,0 0 0,0-1 0,0 1 0,0-1 0,0 1 0,-1-1 0,1 1 0,0-1 0,-1 0 0,1 1 0,-1-1 0,-2 2 0,0-1-170,-1 0 0,1 0 0,0 0 0,0-1 0,-1 1 0,1-1 0,-1 0 0,-8 0 0,1 0-6661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2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17 261 24575,'1'-2'0,"-1"1"0,0-1 0,1 1 0,0-1 0,-1 1 0,1-1 0,0 1 0,0 0 0,-1-1 0,1 1 0,0 0 0,0 0 0,0-1 0,2 0 0,17-15 0,-7 9 0,0 0 0,1 1 0,18-7 0,23-12 0,-55 26 0,10-5 0,-1-1 0,0 0 0,0 0 0,0-1 0,11-12 0,-18 18 0,0-1 0,-1 0 0,1 0 0,-1 0 0,0-1 0,0 1 0,0 0 0,0 0 0,0-1 0,0 1 0,0-1 0,-1 1 0,0 0 0,1-1 0,-1 1 0,0-1 0,0 1 0,0-1 0,0 1 0,-1-1 0,1 1 0,-1-1 0,1 1 0,-1 0 0,0-1 0,0 1 0,0 0 0,0 0 0,0-1 0,-3-2 0,1 2 0,1 0 0,-1 0 0,0 0 0,0 1 0,0-1 0,0 1 0,-1 0 0,1-1 0,-1 2 0,1-1 0,-1 0 0,0 1 0,0-1 0,0 1 0,0 0 0,0 1 0,0-1 0,0 1 0,0-1 0,0 1 0,0 0 0,0 1 0,0-1 0,0 1 0,0 0 0,0 0 0,0 0 0,1 0 0,-1 0 0,-4 3 0,-1 1 0,1 0 0,0-1 0,-1 0 0,0 0 0,0-1 0,0 0 0,0-1 0,-19 2 0,27-3 0,-1-1 0,1 0 0,0 0 0,-1 1 0,1-1 0,-1 1 0,1-1 0,0 1 0,0 0 0,-1-1 0,1 1 0,0 0 0,0 0 0,0 0 0,0 0 0,0 0 0,0 0 0,0 0 0,0 0 0,-1 2 0,1 0 0,0-1 0,0 1 0,0-1 0,1 1 0,-1-1 0,1 1 0,0-1 0,0 1 0,0-1 0,0 6 0,2 4 0,1 0 0,0 0 0,9 21 0,-11-28 0,7 15 0,0-1 0,2 0 0,0 0 0,1-1 0,13 17 0,-21-32 0,0 0 0,0-1 0,0 1 0,0-1 0,1 0 0,-1 0 0,1 0 0,-1 0 0,1-1 0,0 1 0,-1-1 0,1 0 0,5 1 0,5 1 0,0-1 0,20 0 0,-14-2 0,147-2 0,-166 3-44,1-1 0,-1-1 0,1 1 0,-1 0 0,1 0 0,0 0 0,-1-1 0,0 1 0,1-1 0,-1 0 0,1 1 0,-1-1 0,0 0 0,1 0 0,-1 1 0,0-1 0,0 0 0,1 0-1,-1-1 1,0 1 0,0 0 0,0 0 0,0 0 0,-1-1 0,1 1 0,0 0 0,0-1 0,-1 1 0,1-1 0,0-1 0,-1-8-6782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3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28 24575,'-3'-2'0,"-17"-16"0,19 17 0,1 0 0,-1 1 0,0-1 0,0 0 0,0 1 0,0-1 0,0 1 0,0-1 0,0 1 0,0 0 0,0-1 0,0 1 0,-1 0 0,1 0 0,0 0 0,0 0 0,0 0 0,0 0 0,-2 0 0,3 0 0,-1 1 0,1-1 0,0 0 0,-1 1 0,1-1 0,0 1 0,-1-1 0,1 0 0,0 1 0,-1-1 0,1 1 0,0-1 0,0 1 0,-1-1 0,1 1 0,0-1 0,0 1 0,0-1 0,0 1 0,0-1 0,0 1 0,0-1 0,0 1 0,0-1 0,0 1 0,0-1 0,0 1 0,0 0 0,5 18 0,-5-16 0,9 23 0,0-1 0,2 0 0,17 31 0,50 69 0,-26-43 0,-28-47 0,-17-26 0,-1 0 0,0 1 0,0 0 0,0 0 0,-2 0 0,1 1 0,3 13 0,-7-22 0,-1-1 0,1 0 0,-1 1 0,0-1 0,0 0 0,0 1 0,0-1 0,0 1 0,0-1 0,0 0 0,0 1 0,0-1 0,0 0 0,-1 1 0,1-1 0,-1 0 0,1 1 0,-1-1 0,1 0 0,-1 0 0,0 1 0,1-1 0,-1 0 0,0 0 0,0 0 0,0 0 0,0 0 0,0 0 0,0 0 0,0-1 0,-1 1 0,1 0 0,0-1 0,0 1 0,0 0 0,-1-1 0,1 1 0,0-1 0,-1 0 0,1 0 0,0 1 0,-1-1 0,-2 0 0,-4 0 0,0 0 0,0-1 0,0 0 0,0 0 0,0-1 0,-8-3 0,4 1 0,-1 0 0,1-1 0,0-1 0,0 0 0,0 0 0,1-1 0,0-1 0,0 0 0,-18-18 0,24 21 0,1-1 0,-1 1 0,1-1 0,1 1 0,-1-1 0,1 0 0,0 0 0,0-1 0,1 1 0,-1-1 0,2 1 0,-1-1 0,1 0 0,0 1 0,0-1 0,1 0 0,-1 0 0,2 0 0,-1 0 0,1 1 0,2-9 0,-2 11 7,0 0 0,0 0 0,1 1 0,0-1 0,0 0 0,0 1 0,0-1-1,0 1 1,1 0 0,-1 0 0,6-5 0,1 0-226,1 0 0,15-9 0,-13 9-572,1-1-6035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3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24575,'2'-3'0,"4"3"0,3 2 0,0 4 0,0 4 0,3 4 0,-3 3 0,-1 1 0,0 0 0,-2-4-8191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4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24575,'6'21'0,"2"-1"0,0 1 0,1-1 0,17 26 0,-22-41 0,0 1 0,1-1 0,0 0 0,-1 0 0,2 0 0,-1-1 0,11 8 0,-12-10 0,1 0 0,-1 0 0,1 0 0,-1 0 0,1-1 0,0 0 0,0 0 0,0 0 0,-1 0 0,1-1 0,0 0 0,7 0 0,-9 0 0,0-1 0,0 1 0,0-1 0,0 0 0,0 1 0,0-2 0,0 1 0,0 0 0,-1 0 0,1-1 0,0 1 0,-1-1 0,1 0 0,-1 0 0,0 0 0,1 0 0,1-4 0,-1 2 0,0 0 0,-1 0 0,1 0 0,-1-1 0,0 1 0,0-1 0,-1 0 0,0 0 0,0 1 0,1-7 0,-1 1 0,0-1 0,-1 0 0,0 0 0,-1 1 0,0-1 0,-1 1 0,0-1 0,-1 1 0,-5-16 0,7 25 0,-5-17 0,8 13 0,7 9 0,7 6 0,0 0 0,1-1 0,0-1 0,1 0 0,0-1 0,0-1 0,1-1 0,0 0 0,0-2 0,0 0 0,34 0 0,-49-3 0,0 0 0,0 0 0,-1-1 0,1 1 0,0-1 0,0 0 0,-1 0 0,1 0 0,-1-1 0,1 1 0,-1-1 0,1 0 0,-1 0 0,0 0 0,6-5 0,-7 4 0,0 1 0,0-1 0,0 0 0,-1 0 0,1 0 0,-1 0 0,0 0 0,0 0 0,0-1 0,0 1 0,0 0 0,0-1 0,-1 1 0,0 0 0,0-1 0,0 1 0,0-1 0,-1-3 0,0 2 9,0-1-1,0 1 1,0-1-1,-1 1 1,0 0 0,0 0-1,-1-1 1,1 2-1,-1-1 1,0 0-1,0 0 1,-1 1-1,-4-5 1,0 1-257,-1 0 1,1 1-1,-2 0 1,1 1-1,-16-9 1,7 6-6579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24575,'-6'0'0,"1"0"0,0 0 0,0 1 0,0-1 0,-1 1 0,1 1 0,0-1 0,0 1 0,1 0 0,-9 3 0,11-3 0,-1 0 0,0 0 0,1 1 0,-1-1 0,1 0 0,0 1 0,0 0 0,0-1 0,0 1 0,0 0 0,0 0 0,1 0 0,0 0 0,-1 0 0,1 0 0,0 1 0,0 4 0,-1 7 0,0 0 0,1 0 0,1 0 0,1 0 0,0 0 0,1 0 0,0-1 0,1 1 0,1 0 0,8 20 0,3 1 0,1-1 0,39 62 0,5-11 0,-50-74 0,1-1 0,0 0 0,0 0 0,22 14 0,-29-22-124,0-1 0,0 1 0,1-1 0,-1-1 0,1 1 0,0-1-1,-1 1 1,1-1 0,0-1 0,9 2 0,-2-2-6702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24575,'0'11'0,"1"-1"0,0 1 0,0-1 0,1 1 0,6 19 0,-6-24 0,1 0 0,0 0 0,0 0 0,1 0 0,-1 0 0,1 0 0,1-1 0,-1 0 0,1 0 0,7 6 0,-1-2 0,0 0 0,24 14 0,-32-21 0,0-1 0,0 1 0,1-1 0,-1 1 0,0-1 0,1 0 0,-1 0 0,1-1 0,-1 1 0,1-1 0,-1 0 0,1 1 0,-1-2 0,1 1 0,-1 0 0,1-1 0,5-1 0,-7 1 0,0 0 0,0-1 0,0 1 0,0 0 0,0-1 0,-1 1 0,1-1 0,-1 0 0,1 0 0,-1 0 0,0 1 0,1-1 0,-1 0 0,0-1 0,0 1 0,0 0 0,-1 0 0,1 0 0,0 0 0,0-4 0,1-5 0,-1-1 0,0-19 0,-1 29 0,0-5 0,-1 0 0,0 1 0,-3-12 0,2 14 0,1-1 0,0 1 0,0-1 0,1 1 0,-1-1 0,1 1 0,0-1 0,1-8 0,-1 12 0,0 1 0,0 0 0,1-1 0,-1 1 0,0-1 0,0 1 0,0 0 0,1-1 0,-1 1 0,0 0 0,1-1 0,-1 1 0,0 0 0,1 0 0,-1-1 0,0 1 0,1 0 0,-1 0 0,1 0 0,-1-1 0,0 1 0,1 0 0,-1 0 0,1 0 0,-1 0 0,1 0 0,-1 0 0,0 0 0,1 0 0,-1 0 0,1 0 0,-1 0 0,1 0 0,-1 0 0,0 0 0,1 0 0,-1 1 0,1-1 0,-1 0 0,0 0 0,1 0 0,0 1 0,19 11 0,-17-10 0,102 81 127,-8-6-1619,-84-68-5334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 24575,'-12'0'0,"-7"2"0,-2 2 0,-3-1 0,-2 2 0,1 0 0,0-1 0,1-1 0,3-1 0,5-1-8191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6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24575,'11'43'0,"33"81"0,-37-106 0,110 232 0,-111-240-15,-4-8-154,-1 1 0,0-1 1,0 0-1,1 1 0,-1-1 0,-1 0 1,2 4-1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24575,'-6'0'0,"-1"1"0,1 1 0,-1-1 0,1 1 0,0 0 0,0 0 0,0 1 0,0 0 0,0 0 0,1 1 0,-1-1 0,1 1 0,0 0 0,-6 7 0,9-10 0,1 1 0,-1-1 0,1 1 0,0 0 0,-1-1 0,1 1 0,0 0 0,0 0 0,1 0 0,-1 0 0,0 0 0,1 0 0,-1 0 0,1 0 0,-1 0 0,1 0 0,0 0 0,0 0 0,0 0 0,0 0 0,0 1 0,1-1 0,-1 0 0,0 0 0,1 0 0,1 2 0,0 0 0,0-1 0,0 0 0,0 0 0,1 1 0,-1-1 0,1-1 0,0 1 0,0 0 0,0-1 0,1 1 0,-1-1 0,0 0 0,5 2 0,5 2 0,0-1 0,0 0 0,1 0 0,0-2 0,-1 0 0,17 2 0,-4-3 0,0-1 0,38-3 0,-44 0-1365,-4-2-5461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17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24575,'16'1'0,"0"1"0,0 1 0,0 0 0,0 1 0,-1 1 0,1 1 0,-1 0 0,0 1 0,-1 0 0,0 1 0,0 1 0,-1 1 0,0-1 0,0 2 0,-1 0 0,-1 0 0,1 1 0,-2 1 0,9 13 0,-6-6 17,-1 1 0,-2 0 1,0 0-1,-1 1 0,-1 1 0,8 40 0,-13-50-116,-2-1 0,1 1 0,-2-1 0,1 1 0,-2 0 0,0-1 0,0 1 0,-1-1 0,-1 1 0,0-1 0,0 0 0,-2 0 0,1 0 0,-8 13 0,-1-5-6727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6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16 24575,'120'0'0,"-412"-12"0,259 9-1365,20 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37 24575,'-7'-7'0,"-5"-3"0,-3 1 0,-2 1 0,1 5 0,-1 3 0,-1 1 0,-1 1 0,-2 0 0,1-1 0,-2 1 0,-2 1 0,-2 0 0,2 0 0,4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17 267 24575,'32'-16'0,"-13"5"0,0 2 0,0 0 0,2 1 0,25-7 0,-36 13 0,3 0 0,-1-1 0,0 0 0,0-1 0,16-7 0,-26 10 0,0 0 0,0 0 0,0 0 0,0 0 0,-1 0 0,1-1 0,0 1 0,-1-1 0,1 1 0,0-1 0,-1 1 0,0-1 0,1 0 0,-1 0 0,0 0 0,0 0 0,0 0 0,0 0 0,-1 0 0,1 0 0,0 0 0,-1 0 0,1 0 0,-1 0 0,0 0 0,0-1 0,0 1 0,0 0 0,0 0 0,0 0 0,-1-1 0,0-2 0,0 2 0,-1-1 0,1 1 0,-1-1 0,0 1 0,0 0 0,0 0 0,-1 0 0,1 0 0,-1 0 0,0 1 0,-5-5 0,-5-3 0,-22-12 0,14 9 0,18 11 0,-2-2 0,-1 1 0,1 0 0,-1 0 0,1 0 0,-1 0 0,-6-1 0,10 4 0,0 0 0,1-1 0,-1 1 0,0 0 0,1 0 0,-1 0 0,0 0 0,0 1 0,1-1 0,-1 0 0,0 1 0,1-1 0,-1 1 0,1 0 0,-1 0 0,1-1 0,-1 1 0,1 0 0,-1 0 0,1 0 0,0 0 0,-1 1 0,1-1 0,0 0 0,0 0 0,0 1 0,-1 1 0,-21 33 0,14-21 0,-17 21 0,21-29 0,1 0 0,-1 0 0,1 0 0,1 0 0,-1 0 0,1 1 0,0 0 0,1 0 0,0-1 0,0 1 0,1 1 0,0-1 0,0 9 0,0-12 0,1-1 0,0 0 0,1 1 0,-1-1 0,1 0 0,0 1 0,0-1 0,0 0 0,1 0 0,-1 0 0,1 0 0,0 0 0,0 0 0,1-1 0,-1 1 0,1-1 0,0 1 0,-1-1 0,1 0 0,1 0 0,-1 0 0,0-1 0,1 1 0,0-1 0,-1 0 0,6 3 0,3-1 0,-1 0 0,1-1 0,0 0 0,0-1 0,18 1 0,63-2 0,-46-2 0,-36 0-195,0 0 0,0 0 0,0-1 0,0 0 0,0-1 0,11-4 0,-8 2-6631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8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24575,'45'117'0,"72"135"0,-18-45 0,-97-205 0,-1 1 0,0 0 0,0 0 0,0 0 0,-1 0 0,1 0 0,-1 0 0,1 5 0,-1-8 0,0 1 0,0-1 0,0 1 0,0-1 0,-1 1 0,1 0 0,0-1 0,0 1 0,0-1 0,-1 0 0,1 1 0,0-1 0,-1 1 0,1-1 0,0 1 0,-1-1 0,1 0 0,0 1 0,-1-1 0,0 1 0,0-1 0,0 1 0,0-1 0,-1 1 0,1-1 0,0 0 0,0 0 0,0 0 0,0 0 0,-1 0 0,1 0 0,0 0 0,0 0 0,-2-1 0,-8-1 0,-1-2 0,1 1 0,0-2 0,0 1 0,1-1 0,-12-8 0,-57-43 0,66 46 0,1-1 0,-1-1 0,2 0 0,-19-24 0,27 31 0,-1 0 0,1 0 0,0 0 0,0-1 0,1 1 0,-1-1 0,1 0 0,0 0 0,1 1 0,0-1 0,0 0 0,0-1 0,0 1 0,1 0 0,0 0 0,2-9 0,-2 13 0,1-1 0,0 0 0,0 1 0,0-1 0,0 1 0,0-1 0,1 1 0,-1-1 0,1 1 0,0 0 0,-1 0 0,1 0 0,0 0 0,0 0 0,1 0 0,-1 0 0,0 1 0,0-1 0,1 1 0,-1 0 0,1 0 0,-1 0 0,1 0 0,0 0 0,-1 0 0,4 0 0,8-1 0,-1 0 0,1 1 0,-1 1 0,17 1 0,-13 0 0,6 0-1365,-3 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9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29 24575,'-5'-10'0,"-1"-1"0,-1 4 0,2 6 0,2 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29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0 223 24575,'1'4'0,"-1"0"0,1-1 0,0 1 0,0-1 0,0 1 0,0-1 0,1 1 0,-1-1 0,1 0 0,0 0 0,0 1 0,4 4 0,6 5 0,17 17 0,-14-16 0,-1 0 0,1-1 0,0 0 0,22 14 0,-32-23 0,1-1 0,0 0 0,0 0 0,0 0 0,0-1 0,0 0 0,0 0 0,0-1 0,1 1 0,-1-1 0,1-1 0,-1 1 0,1-1 0,6-1 0,-10 1 0,0 0 0,0-1 0,0 0 0,-1 0 0,1 0 0,0 0 0,-1 0 0,1 0 0,-1-1 0,1 1 0,-1-1 0,1 0 0,-1 0 0,0 0 0,0 0 0,2-2 0,-2 1 0,0-1 0,0 1 0,0-1 0,0 1 0,-1-1 0,0 0 0,1 0 0,-1 1 0,-1-1 0,2-6 0,-2 1 0,1 0 0,-2 0 0,1 0 0,-1 0 0,-1 0 0,0 0 0,0 0 0,0 0 0,-6-11 0,4 7 0,4 13 0,0 0 0,0 0 0,0 0 0,0 0 0,0 0 0,0 0 0,0 0 0,0 0 0,0 0 0,0 0 0,0-1 0,0 1 0,0 0 0,0 0 0,0 0 0,0 0 0,0 0 0,0 0 0,0 0 0,0 0 0,0 0 0,1 0 0,-1 0 0,0 0 0,0 0 0,0 0 0,0-1 0,0 1 0,0 0 0,0 0 0,0 0 0,0 0 0,0 0 0,1 0 0,-1 0 0,0 0 0,0 0 0,0 0 0,0 0 0,0 0 0,0 0 0,0 0 0,0 0 0,0 0 0,0 0 0,1 0 0,-1 1 0,0-1 0,0 0 0,0 0 0,0 0 0,0 0 0,0 0 0,0 0 0,18 14 0,-7-6 0,-2-2 0,0-1 0,1 0 0,-1-1 0,1 0 0,0-1 0,0 0 0,1 0 0,-1-1 0,0 0 0,1-1 0,-1-1 0,1 1 0,18-3 0,-26 2 0,1-1 0,-1 1 0,0-1 0,0 0 0,0 0 0,0 0 0,0 0 0,0 0 0,0-1 0,0 1 0,0-1 0,0 0 0,-1 0 0,1 0 0,-1 0 0,0 0 0,1-1 0,-1 1 0,0-1 0,0 0 0,2-3 0,-2 2 0,-1 0 0,1 0 0,-1-1 0,0 1 0,0 0 0,0 0 0,0-1 0,-1 1 0,1 0 0,-1-1 0,-1 1 0,1-1 0,0 1 0,-1 0 0,-2-7 0,0-1-91,-2-1 0,1 1 0,-2-1 0,1 1 0,-2 1 0,0-1 0,0 1 0,-1 0 0,0 1 0,-1 0 0,0 0 0,0 1 0,-1 0 0,-16-11 0,13 12-6735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0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24575,'16'33'0,"16"30"0,-27-54 0,0-1 0,0 0 0,1-1 0,1 1 0,7 6 0,-13-12 0,0-1 0,0 0 0,1 0 0,-1 0 0,0-1 0,0 1 0,1 0 0,-1 0 0,0-1 0,1 1 0,-1-1 0,1 1 0,-1-1 0,1 1 0,-1-1 0,1 0 0,-1 0 0,1 0 0,0 0 0,-1 0 0,2 0 0,-1-1 0,-1 0 0,0 1 0,1-1 0,-1 0 0,0 0 0,0 0 0,0 0 0,0 0 0,0 0 0,0 0 0,0 0 0,0 0 0,0 0 0,0 0 0,-1-1 0,1 1 0,0 0 0,-1-1 0,1 1 0,-1 0 0,1-1 0,-1-2 0,2-7 0,-1 0 0,0 0 0,-1 0 0,-1-17 0,0-20 0,1 47 0,0 0 0,1 0 0,-1-1 0,0 1 0,0 0 0,1 0 0,-1-1 0,0 1 0,1 0 0,-1 0 0,1 0 0,0 0 0,-1 0 0,1 0 0,0 0 0,0 0 0,-1 0 0,1 0 0,0 0 0,2-1 0,-1 1 0,-1 0 0,1 1 0,0-1 0,0 1 0,0-1 0,-1 1 0,1-1 0,0 1 0,0 0 0,0 0 0,0 0 0,3 1 0,5 1 0,-1 0 0,1 1 0,0 0 0,10 6 0,-14-7 0,17 8 40,-1 1 0,28 18 0,-40-22-226,0 0 1,-1 0-1,0 1 0,-1 0 1,1 0-1,-2 1 1,9 10-1,-9-6-6640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1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1036 45 24575,'6'-5'0,"-1"0"0,1 1 0,0 0 0,0 0 0,0 0 0,0 1 0,1 0 0,-1 0 0,1 1 0,0 0 0,0 0 0,12-2 0,-90 13 0,-99-1 0,-108 0 0,37 7 0,82 5 0,75-9 0,49-10 0,27-1 0,0 0 0,1 1 0,-1-1 0,-11 4 0,19-4 0,0 0 0,0 0 0,-1 0 0,1 0 0,0 0 0,0 0 0,0 0 0,-1 0 0,1 0 0,0 0 0,0 0 0,0 0 0,0 0 0,-1 1 0,1-1 0,0 0 0,0 0 0,0 0 0,0 0 0,-1 0 0,1 0 0,0 1 0,0-1 0,0 0 0,0 0 0,0 0 0,0 0 0,0 1 0,0-1 0,0 0 0,-1 0 0,1 0 0,0 1 0,0-1 0,0 0 0,0 0 0,0 0 0,0 1 0,7 5 0,13 4 0,10-1 0,1-2 0,58 7 0,-33-6 0,32 5 0,153 27 0,-232-38 0,-5-1 0,0-1 0,-1 1 0,1 0 0,0 0 0,-1 0 0,1 0 0,0 1 0,-1-1 0,0 1 0,5 3 0,-8-4 0,1-1 0,-1 0 0,0 0 0,0 1 0,0-1 0,0 0 0,0 0 0,0 1 0,0-1 0,0 0 0,0 1 0,0-1 0,0 0 0,0 0 0,0 1 0,0-1 0,0 0 0,0 0 0,0 1 0,0-1 0,0 0 0,0 1 0,0-1 0,0 0 0,-1 0 0,1 0 0,0 1 0,0-1 0,0 0 0,0 0 0,-1 1 0,1-1 0,0 0 0,0 0 0,0 0 0,-1 0 0,1 1 0,0-1 0,0 0 0,-1 0 0,1 0 0,0 0 0,-1 0 0,1 0 0,0 0 0,0 0 0,-1 0 0,-15 6 0,14-5 0,-131 33 0,88-25 0,0 2 0,1 3 0,-64 27 0,82-27 0,0 1 0,1 1 0,-42 34 0,54-39 0,1 0 0,1 1 0,0 1 0,1-1 0,0 2 0,1-1 0,1 1 0,-11 23 0,18-35 0,0 1 0,0-1 0,0 0 0,0 1 0,1-1 0,-1 1 0,1-1 0,0 1 0,-1-1 0,1 1 0,0-1 0,1 1 0,-1-1 0,0 1 0,1-1 0,-1 1 0,2 2 0,-1-3 0,0-1 0,1 1 0,-1 0 0,0-1 0,1 1 0,-1-1 0,1 1 0,0-1 0,-1 0 0,1 0 0,0 1 0,0-1 0,0-1 0,0 1 0,0 0 0,0 0 0,0-1 0,0 1 0,0-1 0,4 1 0,25 2 0,0-2 0,47-2 0,-20-1 0,140-6 0,4 1 0,-138 6-95,-4-1-540,102 11 0,-142-6-6191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24575,'1'46'0,"7"49"0,9-3 0,15 104 0,-31-192 0,-1 5 0,1 1 0,1-1 0,-1 1 0,2-1 0,5 16 0,-8-24-50,1 0-1,0 0 1,-1 0-1,1-1 0,0 1 1,-1 0-1,1 0 1,0 0-1,0-1 1,0 1-1,0 0 0,0-1 1,0 1-1,0-1 1,0 1-1,0-1 1,0 1-1,0-1 0,0 0 1,0 1-1,1-1 1,-1 0-1,0 0 1,0 0-1,0 0 1,2 0-1,7-2-6775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2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24575,'-28'15'0,"9"-5"0,-31 22 0,45-29 0,1 0 0,0 1 0,0-1 0,0 1 0,0 0 0,1 1 0,0-1 0,0 0 0,0 1 0,0 0 0,1 0 0,-3 5 0,4-8 0,1 0 0,-1 0 0,1 0 0,-1 1 0,1-1 0,0 0 0,0 0 0,0 0 0,0 1 0,0-1 0,0 0 0,0 0 0,1 1 0,-1-1 0,1 0 0,0 0 0,0 0 0,0 0 0,1 3 0,0-3 0,0 1 0,0-1 0,1 0 0,-1 1 0,1-1 0,-1 0 0,1 0 0,0 0 0,0-1 0,0 1 0,5 1 0,4 1 0,-1-1 0,1 0 0,0-1 0,0 0 0,24 0 0,203-4 0,-209-1-1365,-20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4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36 24575,'-12'-36'0,"99"386"0,-26-85 0,-58-252 0,-3-10 0,0 0 0,1 0 0,0 0 0,0-1 0,0 1 0,0 0 0,2 3 0,-3-6 0,0 1 0,0-1 0,1 0 0,-1 0 0,0 0 0,0 0 0,0 0 0,1 0 0,-1 1 0,0-1 0,0 0 0,0 0 0,1 0 0,-1 0 0,0 0 0,0 0 0,1 0 0,-1 0 0,0 0 0,0 0 0,1 0 0,-1 0 0,0 0 0,0 0 0,0 0 0,1 0 0,-1-1 0,0 1 0,0 0 0,1 0 0,-1 0 0,0 0 0,0 0 0,0 0 0,0-1 0,1 1 0,-1 0 0,0 0 0,0 0 0,0 0 0,0-1 0,0 1 0,1 0 0,-1 0 0,0 0 0,0-1 0,0 1 0,0 0 0,0 0 0,0-1 0,0 1 0,7-16 0,-6 14 0,6-14 0,1 1 0,0 1 0,19-27 0,-21 34 0,1-1 0,-1 1 0,1 0 0,1 0 0,-1 1 0,1 0 0,0 1 0,10-6 0,-15 10 0,1-1 0,-1 1 0,1 0 0,-1 0 0,1 0 0,-1 0 0,1 1 0,0-1 0,0 1 0,-1 0 0,1 0 0,0 0 0,0 1 0,3 0 0,-1 1 0,0 0 0,0 0 0,-1 0 0,1 1 0,-1 0 0,0 0 0,0 0 0,5 5 0,2 3 0,0 0 0,-1 1 0,0 0 0,-1 0 0,14 25 0,16 36-1365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4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51 24575,'-33'-12'0,"-56"-16"0,76 25 0,0 0 0,-1 1 0,0 1 0,-21-1 0,31 2 0,1 1 0,0-1 0,-1 0 0,1 1 0,0 0 0,-1 0 0,1 0 0,0 0 0,0 0 0,0 1 0,0 0 0,0-1 0,0 1 0,1 0 0,-1 0 0,0 0 0,1 1 0,0-1 0,-1 1 0,1-1 0,0 1 0,0 0 0,1 0 0,-1 0 0,0 0 0,1 0 0,0 0 0,0 0 0,0 0 0,0 1 0,0-1 0,1 0 0,-1 1 0,1-1 0,0 0 0,0 1 0,0-1 0,1 0 0,-1 1 0,1-1 0,0 0 0,0 1 0,2 4 0,6 9 0,1 0 0,1 0 0,19 23 0,-13-19 0,14 25 0,-19-25 0,-2 0 0,0 1 0,-2 0 0,10 40 0,8 94 0,-25-145 0,6 41 0,-6-48 0,0-1 0,0 1 0,0-1 0,1 1 0,-1-1 0,1 0 0,0 1 0,-1-1 0,2 0 0,-1 0 0,3 3 0,-3-5 0,0 1 0,1-1 0,-1 1 0,0-1 0,1 0 0,-1 0 0,1 0 0,-1-1 0,1 1 0,0 0 0,-1-1 0,1 0 0,3 1 0,39-3 0,-25 1 0,1 1-49,-13 0-214,0 0 0,-1 0-1,1-1 1,10-2 0,-8 0-6563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24575,'0'-1'0,"0"1"0,1-1 0,-1 0 0,0 0 0,0 1 0,1-1 0,-1 0 0,0 1 0,1-1 0,-1 0 0,1 1 0,-1-1 0,1 1 0,-1-1 0,1 0 0,-1 1 0,1-1 0,-1 1 0,1 0 0,0-1 0,-1 1 0,1-1 0,0 1 0,-1 0 0,2-1 0,-1 1 0,0 1 0,1-1 0,-1 0 0,0 0 0,0 1 0,0-1 0,-1 0 0,1 1 0,0-1 0,0 1 0,0-1 0,0 1 0,0 0 0,0-1 0,-1 1 0,2 1 0,3 3 0,0 1 0,-1 0 0,0 0 0,4 7 0,10 25 0,-2-1 0,-2 2 0,10 42 0,-6-21 0,6 19-84,-6-17-556,50 116-1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0 24575,'-45'37'0,"-37"32"0,81-69 0,0 1 0,0 0 0,0 0 0,0 0 0,0 0 0,0 0 0,0 0 0,0 0 0,0 0 0,1 0 0,-1 0 0,0 0 0,1 1 0,-1-1 0,1 0 0,-1 0 0,1 1 0,0-1 0,0 0 0,-1 1 0,1-1 0,0 0 0,0 1 0,0-1 0,0 0 0,1 1 0,-1-1 0,0 0 0,0 1 0,1-1 0,-1 0 0,1 0 0,-1 1 0,1-1 0,0 0 0,-1 0 0,1 0 0,0 0 0,0 0 0,0 0 0,0 0 0,0 0 0,1 1 0,3 1 0,-1 1 0,1-1 0,0 0 0,0 0 0,0-1 0,0 0 0,1 0 0,-1 0 0,7 1 0,34 5 0,0-2 0,88-1 0,-121-4 0,26 3 0,-1 1 0,-37-5 5,0 1-1,-1-1 1,1 0-1,0 0 0,0 0 1,-1 0-1,1 0 1,0 0-1,0 0 1,-1-1-1,1 1 0,0 0 1,0 0-1,-1-1 1,1 1-1,0 0 1,-1-1-1,1 1 1,0 0-1,-1-1 0,1 1 1,-1-1-1,1 1 1,-1-1-1,1 1 1,0-2-1,-1 1-63,0 0-1,0 1 1,0-1-1,0 0 1,0 0 0,0 0-1,0 1 1,0-1-1,-1 0 1,1 0 0,0 0-1,0 1 1,-1-1-1,1 0 1,0 1 0,-1-1-1,1 0 1,-1 1-1,1-1 1,-1 0 0,0 1-1,1-1 1,-1 1-1,0-1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24575,'11'-11'0,"0"0"0,0 2 0,1-1 0,1 1 0,0 1 0,26-13 0,-35 19 0,1 0 0,0 0 0,-1 1 0,1 0 0,0 0 0,0 0 0,0 0 0,0 1 0,0 0 0,-1 0 0,1 0 0,0 1 0,0 0 0,0-1 0,0 2 0,-1-1 0,1 1 0,0-1 0,-1 1 0,1 0 0,-1 1 0,0-1 0,0 1 0,0 0 0,4 4 0,0-1 0,0 2 0,-1-1 0,0 1 0,-1 0 0,0 0 0,0 0 0,-1 1 0,0 0 0,0 0 0,-1 1 0,0-1 0,-1 1 0,0 0 0,-1 0 0,0 0 0,2 19 0,-4 67 0,3 61 0,-1-135 0,1-1 0,1 0 0,1 0 0,1-1 0,12 29 0,-7-26 0,1-1 0,1-1 0,19 26 0,-28-41 0,1 0 0,-2 0 0,1 0 0,-1 0 0,1 1 0,2 10 0,-5-15 0,-1 0 0,1-1 0,-1 1 0,0 0 0,0-1 0,0 1 0,0 0 0,0 0 0,0-1 0,0 1 0,-1 0 0,1-1 0,0 1 0,-1 0 0,0-1 0,1 1 0,-1 0 0,0-1 0,0 1 0,0-1 0,0 0 0,0 1 0,0-1 0,0 0 0,0 1 0,-1-1 0,1 0 0,0 0 0,-1 0 0,1 0 0,-1 0 0,-1 0 0,-9 5 30,-1-2-1,1 0 1,-23 5-1,-9 2-1512,30-6-5343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1 248 24575,'9'-1'0,"1"0"0,0-1 0,-1 0 0,16-6 0,9-1 0,-4 2 0,14-2 0,1-3 0,47-18 0,-83 27 0,-1-1 0,0 0 0,0-1 0,0 1 0,0-2 0,8-7 0,-14 12 0,0-1 0,-1 1 0,1-1 0,-1 0 0,0 1 0,1-1 0,-1 0 0,0 0 0,0 0 0,0 0 0,0 0 0,-1 0 0,1 0 0,0 0 0,-1 0 0,0-1 0,1 1 0,-1 0 0,0 0 0,0 0 0,0-1 0,-1 1 0,1 0 0,0 0 0,-1 0 0,1 0 0,-1-1 0,0 1 0,0 0 0,0 0 0,-2-3 0,0 0 0,0 1 0,-1 0 0,0 0 0,0 0 0,0 0 0,0 0 0,-1 1 0,1 0 0,-1 0 0,0 0 0,0 0 0,0 1 0,-7-3 0,6 3 0,0 0 0,0 1 0,0-1 0,0 1 0,0 0 0,0 1 0,-1-1 0,1 1 0,0 1 0,0-1 0,-11 3 0,14-2 0,-1 1 0,0-1 0,1 1 0,-1 0 0,1 0 0,-1 1 0,1-1 0,0 1 0,0-1 0,0 1 0,1 0 0,-1 0 0,-2 4 0,-4 7 0,-15 28 0,12-20 0,3-7 0,4-6 0,-1 0 0,2 0 0,-1 1 0,-3 13 0,7-21 0,0 1 0,1-1 0,-1 0 0,1 1 0,0-1 0,0 1 0,0-1 0,0 1 0,0-1 0,0 0 0,1 1 0,-1-1 0,1 1 0,0-1 0,0 0 0,0 1 0,0-1 0,0 0 0,0 0 0,0 0 0,1 0 0,-1 0 0,4 3 0,7 6 0,0-1 0,0 0 0,1-1 0,0 0 0,1-1 0,0 0 0,17 6 0,-9-6 0,1-1 0,-1-1 0,1-1 0,28 2 0,-11-2 0,-4 0 0,0-1 0,63-3 0,-83-3-1365,-2-2-5461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39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30 24575,'-24'-5'0,"-11"-1"0,-2 0 0,3 1 0,5 1 0,5 2 0,3 1 0,4 0 0,2 1 0,4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0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24575,'0'21'0,"0"-1"0,1 0 0,1 1 0,1-1 0,1 0 0,1 0 0,11 29 0,2-12 0,27 43 0,9 18 0,-53-97 0,0 1 0,0-1 0,-1 1 0,1 0 0,-1-1 0,1 1 0,-1 0 0,1-1 0,-1 1 0,0 0 0,0-1 0,0 1 0,0 0 0,0 0 0,0-1 0,-1 1 0,1 0 0,0-1 0,-1 1 0,1 0 0,-2 2 0,0-3 0,1 1 0,0-1 0,-1 0 0,1 1 0,-1-1 0,1 0 0,-1 0 0,0 0 0,1 0 0,-1 0 0,0-1 0,0 1 0,0 0 0,0-1 0,0 1 0,1-1 0,-1 0 0,0 0 0,-3 1 0,-6-1 0,0-1 0,-1 0 0,1 0 0,0-1 0,-22-6 0,-54-23 0,83 29 0,-1 0 0,0-1 0,0 1 0,0-1 0,1 0 0,-1 0 0,-6-6 0,10 8 0,1 1 0,-1-1 0,0 0 0,1 0 0,-1 1 0,0-1 0,1 0 0,-1 0 0,1 0 0,0 0 0,-1 0 0,1 0 0,0 0 0,-1 0 0,1 0 0,0 0 0,0-1 0,0 1 0,1 0 0,-1-1 0,0 1 0,1 0 0,-1 0 0,1 0 0,-1 0 0,1 0 0,-1 1 0,1-1 0,0 0 0,0 0 0,-1 0 0,1 0 0,0 1 0,0-1 0,0 0 0,0 1 0,1-2 0,5-2 0,1 1 0,-1 0 0,0 0 0,1 0 0,11-2 0,42-5 0,-44 8 0,4-1-1365,-5 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0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24575,'3'-7'0,"0"-1"0,-2 5 0,-2 4 0,0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1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14 24575,'-1'6'0,"0"1"0,0-1 0,1 1 0,0-1 0,0 1 0,0-1 0,1 1 0,0 0 0,0-1 0,1 0 0,0 1 0,0-1 0,0 0 0,7 12 0,-4-10 0,0-1 0,1 0 0,0 0 0,0 0 0,0-1 0,1 1 0,0-2 0,1 1 0,-1-1 0,10 5 0,-9-5 0,-1-1 0,1 0 0,0-1 0,0 0 0,1 0 0,11 2 0,-17-4 0,0-1 0,0 0 0,0 0 0,0 0 0,0 0 0,0 0 0,1-1 0,-1 0 0,0 1 0,0-1 0,0 0 0,-1-1 0,1 1 0,0 0 0,0-1 0,-1 0 0,1 1 0,0-1 0,-1 0 0,0 0 0,3-3 0,-2 2 0,0 0 0,-1-1 0,1 1 0,-1-1 0,1 0 0,-1 0 0,0 0 0,-1 0 0,1 0 0,1-8 0,-1 0 0,0 1 0,-1-20 0,0 4 0,-1 27 0,0 0 0,0-1 0,0 1 0,0-1 0,0 1 0,0-1 0,0 1 0,0 0 0,0-1 0,0 1 0,0-1 0,0 1 0,0 0 0,0-1 0,0 1 0,1 0 0,-1-1 0,0 1 0,0-1 0,0 1 0,1 0 0,-1-1 0,0 1 0,0 0 0,1 0 0,-1-1 0,0 1 0,1 0 0,-1 0 0,0-1 0,1 1 0,-1 0 0,1 0 0,-1 0 0,0 0 0,1 0 0,-1-1 0,1 1 0,-1 0 0,0 0 0,1 0 0,-1 0 0,1 0 0,-1 0 0,0 0 0,1 1 0,-1-1 0,1 0 0,-1 0 0,0 0 0,1 0 0,-1 0 0,0 1 0,1-1 0,22 17 0,-18-13 0,14 10 0,1 0 0,0-1 0,1-1 0,1-1 0,-1-1 0,2-1 0,34 9 0,-55-17 0,0-1 0,-1 1 0,1-1 0,-1 0 0,1 0 0,0 0 0,-1 0 0,1 0 0,-1 0 0,1 0 0,0 0 0,-1-1 0,1 1 0,-1-1 0,1 1 0,-1-1 0,1 1 0,-1-1 0,1 0 0,1-1 0,-2 1 0,0 0 0,0-1 0,-1 1 0,1 0 0,0-1 0,0 1 0,-1 0 0,1-1 0,-1 1 0,0-1 0,1 1 0,-1-1 0,0 1 0,0-1 0,1 1 0,-1-1 0,-1 1 0,1-1 0,0 1 0,0-1 0,0 1 0,-1-2 0,-1-4 12,-1 0 0,1 0 0,-1 0 0,0 1 0,-1 0 0,1-1 0,-1 1 0,-1 0 0,-8-9 0,-2-1-755,-34-25 1,33 28-6084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14 24575,'-11'-13'0,"11"13"0,0 0 0,0 0 0,0 0 0,0 0 0,-1 0 0,1 0 0,0 0 0,0 0 0,0 0 0,0 0 0,0 0 0,0 0 0,-1 0 0,1 0 0,0 0 0,0 0 0,0 0 0,0 0 0,0 0 0,0 0 0,-1 0 0,1 0 0,0 0 0,0 0 0,0 0 0,0 0 0,0 0 0,0 0 0,0 0 0,-1 0 0,1 0 0,0 0 0,0 0 0,0 0 0,0 0 0,0 1 0,0-1 0,0 0 0,0 0 0,0 0 0,-1 0 0,1 0 0,0 0 0,0 0 0,0 0 0,0 1 0,0-1 0,0 0 0,0 3 0,-1 1 0,1-1 0,0 0 0,0 1 0,1-1 0,0 5 0,19 104 0,4 0 0,59 161 0,-53-198 0,-29-76-55,0-5 193,0-9-1586,-1 3-5378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39:42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0 24575,'-39'8'0,"19"-4"0,0 0 0,1 1 0,-1 0 0,1 2 0,-30 15 0,47-21 0,-1 0 0,1 1 0,0 0 0,0-1 0,0 1 0,0 0 0,0 0 0,0 0 0,1 0 0,-1 1 0,1-1 0,-1 0 0,1 1 0,0-1 0,0 1 0,0-1 0,0 1 0,0-1 0,1 1 0,-1 0 0,1-1 0,0 1 0,-1 3 0,2-3 0,-1 0 0,1 0 0,-1 1 0,1-1 0,0 0 0,0 0 0,0 0 0,1 0 0,-1 0 0,1 0 0,-1 0 0,1-1 0,0 1 0,0-1 0,0 1 0,1-1 0,-1 0 0,6 4 0,6 4 0,1-1 0,0-1 0,0-1 0,31 11 0,69 14 0,-91-26 0,133 31-1365,-141-33-5461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3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1716 104 24575,'-38'-18'0,"21"10"0,0 0 0,0 1 0,-23-5 0,32 11 0,0 0 0,1 1 0,-1 0 0,0 1 0,0 0 0,-13 3 0,-8 1 0,-813 40-887,557-53 875,-4 0 172,216 9 579,633-10-1534,-396 3 650,657-37-174,-794 37 351,-17 0 252,-10 5-264,0 1 0,0 0 0,0-1 0,0 1 0,0 0 0,0-1 0,0 1 0,0 0-1,0-1 1,0 1 0,0 0 0,-1-1 0,1 1 0,0 0 0,0 0 0,0-1 0,0 1 0,-1 0 0,1 0 0,0-1-1,0 1 1,0 0 0,-1 0 0,1 0 0,0-1 0,0 1 0,-1 0 0,1 0 0,0 0 0,-1 0 0,1-1-1,0 1 1,-1 0 0,-3-2 4,-1 0 0,1 1 1,0-1-1,-1 1 0,1 0 0,-1 0 0,0 1 0,1-1 0,-1 1 0,0 0 0,-8 1 1,5 1-29,-1-1 0,1 1 0,0 0 0,0 1 0,-13 6 0,5-2 4,0-1 0,0 0 0,0-1 0,-1-1 0,-26 3 0,-87 0 0,63-5 0,-726 10-1369,591-13 346,181 1-4776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33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1855 1 24575,'200'0'0,"-511"23"0,261-17 0,-543 48-362,-22 4-20,178-14 1002,426-43-508,-12 0-97,22-1-15,0 0 0,1 0 0,-1 0-1,0 1 1,0-1 0,0 0 0,0 1 0,0-1 0,0 0-1,0 1 1,1-1 0,-1 1 0,0-1 0,0 1 0,0-1-1,0 2 1,1-2 0,0 0 0,0 0 0,0 1 0,0-1 0,0 0 0,0 0 0,0 0 0,0 1 0,1-1 0,-1 0 0,0 0 0,0 0 0,0 0 0,0 1 0,0-1 0,0 0 0,0 0 0,1 0 0,-1 0 0,0 1 0,0-1 0,0 0 0,0 0 0,1 0 0,-1 0 0,0 0 0,0 0 0,0 0 0,1 0 0,-1 0 0,0 0 0,0 1 0,0-1 0,1 0 0,-1 0 0,0 0 0,0 0 0,1 0 0,-1 0 0,0-1 0,0 1 0,0 0 0,1 0 0,-1 0 0,11 0 0,622-48-667,-330 30 448,69-10-300,286-17-709,-527 42 1900,-131 3-657,1 0 0,-1 0 0,0 0 0,0 0 0,1 0 0,-1 0 0,0 0 0,1 0 0,-1 0 0,0 0 0,1 0 0,-1 0 0,0 0 0,1 0 0,-1 0 0,0 0 0,0-1 0,1 1 0,-1 0 0,0 0 0,1 0 0,-1 0 0,0-1 0,0 1 0,1 0 0,-1 0 0,0-1 0,-7-3 647,-17-1 217,15 5-879,-1 0 0,1 1 0,-1 0 0,-13 4 0,-24 2 0,-213 6 0,-1194 110-4593,1411-119 995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0 173 24575,'2'0'0,"39"0"0,-1-1 0,0-2 0,46-9 0,-73 9 0,67-18 0,-71 18 0,-1-1 0,0 1 0,0-1 0,0-1 0,0 1 0,-1-2 0,8-5 0,-14 10 0,0 0 0,0 0 0,0 1 0,0-1 0,0 0 0,-1 0 0,1 0 0,0 0 0,0 0 0,-1 0 0,1 0 0,0 0 0,-1 0 0,1 0 0,-1-1 0,0 1 0,1 0 0,-1 0 0,0 0 0,0-1 0,0 1 0,0 0 0,0 0 0,0-1 0,0 1 0,0 0 0,0 0 0,0-1 0,-1 1 0,1 0 0,-1 0 0,1 0 0,-1 0 0,1 0 0,-1-1 0,0 1 0,1 0 0,-1 0 0,0 0 0,0 1 0,0-1 0,1 0 0,-1 0 0,-2-1 0,-3-2 0,0 0 0,0 0 0,0 1 0,-1 0 0,1 0 0,-11-3 0,3 2 0,-1 0 0,-28-4 0,37 8 0,0 0 0,0 0 0,0 0 0,-1 0 0,1 1 0,0 0 0,0 1 0,0-1 0,-11 6 0,-4 3 0,-32 19 0,45-24 0,0 1 0,1 0 0,0 0 0,0 1 0,0 0 0,-9 13 0,14-17 0,0 0 0,0 1 0,0-1 0,1 1 0,-1-1 0,1 1 0,0 0 0,0 0 0,1-1 0,-1 1 0,1 0 0,0 0 0,0 0 0,0 0 0,0 0 0,1 0 0,-1-1 0,1 1 0,0 0 0,2 5 0,-1-4 0,1 0 0,-1 0 0,1 0 0,0 0 0,0 0 0,0-1 0,1 1 0,0-1 0,0 0 0,0 0 0,0-1 0,1 1 0,6 3 0,-3-2 0,1-1 0,0 0 0,0 0 0,0-1 0,0 0 0,1-1 0,12 2 0,5-2 0,36-1 0,-50-1 0,1-1 0,16 2 0,0-3 0,52-8 0,-72 8 0,-1 0 0,1-1 0,-1-1 0,0 1 0,0-1 0,-1-1 0,1 0 0,-1 0 0,0-1 0,-1 0 0,1 0 0,10-12 0,-17 17 0,0 0 0,-1 1 0,1-1 0,0 0 0,0 1 0,-1-1 0,1 0 0,0 1 0,0-1 0,0 1 0,0-1 0,0 1 0,0-1 0,0 1 0,0 0 0,0 0 0,0-1 0,0 1 0,0 0 0,0 0 0,0 0 0,0 0 0,0 0 0,0 0 0,0 1 0,0-1 0,0 0 0,0 0 0,0 1 0,0-1 0,0 1 0,0-1 0,0 1 0,1 0 0,4 3 0,-1 1 0,0-1 0,-1 1 0,8 9 0,4 5 0,1-4 0,1 0 0,25 15 0,-31-25 120,-12-5-156,0 0 0,0 0-1,1 0 1,-1 0 0,0 0 0,0 0-1,1 0 1,-1 0 0,0 0 0,0 0 0,1 0-1,-1 0 1,0 0 0,0 0 0,0 0-1,1 0 1,-1-1 0,0 1 0,0 0 0,1 0-1,-1 0 1,0 0 0,0-1 0,0 1 0,1 0-1,-1 0 1,0 0 0,0-1 0,0 1-1,0 0 1,0 0 0,0 0 0,1-1 0,-1 1-1,0 0 1,0 0 0,0-1 0,0 1-1,0 0 1,0-1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24575,'2'0'0,"4"0"0,1 2 0,-2 4 0,-1 3 0,-1 2 0,1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0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60 24575,'8'-5'0,"-4"3"0,0 0 0,-1-1 0,1 1 0,-1 0 0,0-1 0,0 0 0,0 0 0,0 0 0,0 0 0,-1 0 0,1-1 0,1-3 0,-4 7 0,0-1 0,0 1 0,1 0 0,-1-1 0,0 1 0,0 0 0,0-1 0,0 1 0,0 0 0,0-1 0,0 1 0,0-1 0,0 1 0,0 0 0,-1-1 0,1 1 0,0 0 0,0-1 0,0 1 0,0 0 0,0-1 0,-1 1 0,1 0 0,0-1 0,0 1 0,-1 0 0,1 0 0,0-1 0,0 1 0,-1 0 0,-13-4 0,10 3 0,0 1 0,0 1 0,0-1 0,-8 2 0,9-1 0,-1 1 0,0 0 0,1 0 0,-1 0 0,1 0 0,0 1 0,0-1 0,0 1 0,0 0 0,0 0 0,0 0 0,1 0 0,-1 0 0,1 1 0,0-1 0,0 1 0,1-1 0,-1 1 0,1 0 0,-1 0 0,1 0 0,-1 5 0,0 4 0,0 0 0,0 1 0,2-1 0,0 0 0,2 22 0,-2-31 0,1 1 0,1-1 0,-1 0 0,0 1 0,1-1 0,0 0 0,0 0 0,0 0 0,1 0 0,-1 0 0,1-1 0,0 1 0,0-1 0,0 1 0,1-1 0,-1 0 0,1-1 0,4 4 0,-5-4 0,0 0 0,0-1 0,0 1 0,0-1 0,0 0 0,0 0 0,1 0 0,-1 0 0,0 0 0,0-1 0,1 0 0,-1 0 0,1 1 0,-1-2 0,0 1 0,1 0 0,-1-1 0,0 0 0,1 1 0,-1-1 0,0 0 0,0-1 0,0 1 0,0-1 0,4-2 0,-4 2 0,-1 0 0,1 0 0,-1 0 0,0 0 0,1-1 0,-1 1 0,0-1 0,-1 0 0,1 0 0,2-5 0,0 0 0,-1-1 0,2-12 0,-3 13 0,0 0 0,0 1 0,1 0 0,4-9 0,-7 15 0,0 0 0,1 0 0,-1 1 0,1-1 0,0 0 0,-1 0 0,1 1 0,0-1 0,-1 1 0,1-1 0,0 1 0,0-1 0,0 1 0,-1-1 0,1 1 0,0-1 0,0 1 0,0 0 0,0 0 0,0-1 0,0 1 0,-1 0 0,1 0 0,0 0 0,0 0 0,0 0 0,0 0 0,0 0 0,0 1 0,0-1 0,0 0 0,0 0 0,-1 1 0,1-1 0,0 0 0,0 1 0,0-1 0,0 1 0,0 0 0,4 2 0,-1 0 0,1 1 0,-1-1 0,0 1 0,5 7 0,8 10 0,-1 1 0,20 38 0,19 55 0,-26-55 0,-13-28 0,18 38 0,-30-59 0,0-1 0,-1 1 0,0 0 0,2 17 0,-5-27 0,1 0 0,-1 1 0,0-1 0,0 0 0,0 0 0,0 0 0,0 0 0,0 0 0,0 1 0,-1-1 0,1 0 0,0 0 0,-1 0 0,1 0 0,0 0 0,-1 0 0,1 0 0,-1 0 0,0 0 0,1 0 0,-1 0 0,0 0 0,0 0 0,1-1 0,-1 1 0,0 0 0,0 0 0,0-1 0,0 1 0,0-1 0,0 1 0,0-1 0,0 1 0,0-1 0,0 0 0,0 1 0,-1-1 0,1 0 0,0 0 0,0 0 0,0 0 0,0 0 0,0 0 0,-1 0 0,0 0 0,-3-1 0,-1 0 0,1 0 0,0 0 0,0-1 0,0 1 0,0-1 0,0-1 0,-7-3 0,-21-17-372,-42-38 0,65 52-249,-9-7-6205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1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46 223 24575,'10'-17'0,"-1"0"0,-1-1 0,0 0 0,-2 0 0,0 0 0,-1-1 0,4-27 0,-9 43 0,0-1 0,0 1 0,0-1 0,0 1 0,-1 0 0,0-1 0,1 1 0,-1 0 0,0 0 0,-2-4 0,2 6 0,1 0 0,0 1 0,-1-1 0,1 0 0,-1 0 0,0 1 0,1-1 0,-1 1 0,1-1 0,-1 0 0,0 1 0,0-1 0,1 1 0,-1-1 0,0 1 0,0 0 0,1-1 0,-1 1 0,0 0 0,0 0 0,0-1 0,0 1 0,1 0 0,-1 0 0,0 0 0,0 0 0,0 0 0,0 0 0,0 0 0,0 0 0,1 1 0,-1-1 0,0 0 0,0 0 0,0 1 0,0-1 0,1 1 0,-1-1 0,0 0 0,1 1 0,-1-1 0,-1 2 0,-2 1 0,0 1 0,0 0 0,1 0 0,-1 0 0,1 0 0,0 0 0,0 1 0,0-1 0,1 1 0,-4 9 0,0 0 0,1 1 0,-4 21 0,6-22 0,1 0 0,1-1 0,0 1 0,1 0 0,1 16 0,-1-29 0,1 1 0,-1-1 0,0 0 0,1 1 0,-1-1 0,0 0 0,1 0 0,0 1 0,-1-1 0,1 0 0,0 0 0,-1 0 0,1 0 0,0 0 0,0 0 0,0 0 0,0 0 0,0 0 0,0 0 0,2 1 0,0-1 0,0 0 0,0 0 0,-1 0 0,1 0 0,0-1 0,0 1 0,0-1 0,0 0 0,4 1 0,0-2 0,0 1 0,0-1 0,0 0 0,0-1 0,0 0 0,0 0 0,9-4 0,-8 2 0,-1 0 0,0-1 0,0 0 0,0 0 0,0 0 0,8-9 0,-11 9 0,-1 0 0,1 1 0,-1-1 0,0 0 0,0-1 0,-1 1 0,1 0 0,-1-1 0,3-10 0,-5 14 0,0 1 0,1-1 0,-1 1 0,1-1 0,-1 1 0,1 0 0,-1-1 0,1 1 0,0 0 0,1-3 0,-1 4 0,-1 0 0,1-1 0,-1 1 0,1 0 0,0 0 0,-1-1 0,1 1 0,-1 0 0,1 0 0,-1 0 0,1 0 0,0 0 0,-1 0 0,1 0 0,-1 0 0,1 0 0,-1 0 0,1 0 0,0 1 0,-1-1 0,1 0 0,-1 0 0,1 1 0,-1-1 0,1 0 0,-1 0 0,1 1 0,-1-1 0,0 1 0,1-1 0,0 1 0,13 9 0,-5-2 0,1-1 0,0-1 0,0 1 0,20 7 0,-28-13 0,1 0 0,0 0 0,0 0 0,0-1 0,-1 1 0,1-1 0,0 0 0,0 0 0,0 0 0,0 0 0,0 0 0,-1 0 0,1-1 0,0 0 0,0 1 0,0-1 0,-1 0 0,1 0 0,0-1 0,-1 1 0,1 0 0,-1-1 0,0 0 0,1 1 0,2-4 0,12-14 0,-13 14 0,0 1 0,0 0 0,0 0 0,0 0 0,7-4 0,-9 7 0,0 0 0,0 0 0,0 0 0,1 0 0,-1 1 0,0-1 0,0 1 0,1-1 0,-1 1 0,0 0 0,0 0 0,1 0 0,-1 0 0,0 0 0,1 1 0,-1-1 0,4 2 0,8 4-53,1 0 0,-1 1-1,0 0 1,0 1-1,12 11 1,-7-6-992,-7-5-5781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95 24575,'-43'-20'0,"-5"-2"0,-70-24 0,115 44 0,-1 1 0,0 0 0,0 0 0,0 1 0,1-1 0,-1 1 0,0 0 0,0 0 0,-4 1 0,6-1 0,1 0 0,0 1 0,-1-1 0,1 1 0,0 0 0,0-1 0,-1 1 0,1 0 0,0 0 0,0 0 0,0 0 0,0 0 0,0 0 0,0 0 0,0 0 0,0 0 0,0 0 0,1 1 0,-1-1 0,0 0 0,1 0 0,-1 1 0,1-1 0,-1 1 0,1-1 0,0 2 0,-3 11 0,1 1 0,1-1 0,0 1 0,3 24 0,10 58 0,-12-96 0,13 63 0,2 0 0,2-1 0,35 80 0,-14-58 0,85 139 0,-105-195 60,25 28 0,-33-44-357,1-1 0,1-1 0,0 0 0,19 14 0,-22-20-6529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90 24575,'-29'-9'0,"-16"-4"0,-6-2 0,0-1 0,4 2 0,5 4 0,7 4 0,5 2 0,5 2 0,4 2 0,3 0 0,3 1 0,3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20 24575,'-3'4'0,"0"0"0,1 0 0,-1 1 0,1-1 0,0 0 0,1 1 0,-1-1 0,1 1 0,0-1 0,0 1 0,0 0 0,1 5 0,-1-8 0,1 0 0,1 0 0,-1 0 0,0 0 0,0 0 0,1 0 0,0 0 0,-1 0 0,1 0 0,0 0 0,0 0 0,0 0 0,0 0 0,0 0 0,0 0 0,0-1 0,1 1 0,-1-1 0,1 1 0,-1-1 0,1 1 0,0-1 0,0 0 0,-1 0 0,1 0 0,0 0 0,0 0 0,3 1 0,0 0 0,0-1 0,1 1 0,-1-1 0,0 0 0,1-1 0,-1 1 0,0-1 0,1 0 0,-1-1 0,0 1 0,1-1 0,-1 0 0,0 0 0,10-4 0,-11 3 0,0 0 0,0 0 0,-1 0 0,1-1 0,-1 0 0,1 1 0,-1-1 0,0 0 0,0-1 0,0 1 0,-1 0 0,1-1 0,-1 1 0,0-1 0,0 0 0,0 0 0,0 0 0,2-8 0,-1-3 0,-3 11 0,1 0 0,0 0 0,0 0 0,0 1 0,0-1 0,0 0 0,1 1 0,0-1 0,0 1 0,4-7 0,-6 10 0,1 0 0,0-1 0,-1 1 0,1 0 0,0 0 0,-1 0 0,1-1 0,0 1 0,0 0 0,-1 0 0,1 0 0,0 0 0,-1 0 0,1 0 0,0 0 0,0 0 0,-1 1 0,1-1 0,0 0 0,-1 0 0,1 1 0,0-1 0,-1 0 0,1 1 0,0-1 0,-1 0 0,2 2 0,15 13 0,11 16 0,-20-21 0,1 0 0,0-1 0,12 10 0,47 31-1365,-54-41-5461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3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24575,'2'8'0,"1"0"0,0-1 0,0 1 0,1-1 0,-1 0 0,2 0 0,8 12 0,3-1 0,23 21 0,-26-27 0,-11-10 0,-1 0 0,1-1 0,0 1 0,0-1 0,0 1 0,1-1 0,-1 0 0,0 0 0,0 0 0,1 0 0,-1 0 0,0-1 0,1 1 0,-1-1 0,1 1 0,-1-1 0,1 0 0,-1 0 0,1 0 0,3-1 0,-4 1 0,-1-1 0,1 0 0,0 1 0,0-1 0,-1 0 0,1 0 0,0 0 0,-1 0 0,1-1 0,-1 1 0,1 0 0,-1-1 0,0 1 0,1-1 0,-1 1 0,0-1 0,0 1 0,0-1 0,0 0 0,0 0 0,-1 1 0,1-1 0,0 0 0,-1 0 0,0 0 0,1-2 0,0-25 0,-1 22 0,0 0 0,0 1 0,1-1 0,0 0 0,2-9 0,-3 15 0,1 0 0,-1-1 0,1 1 0,-1 0 0,1 0 0,-1 0 0,1 0 0,0 0 0,0 0 0,-1 0 0,1 0 0,0 0 0,0 1 0,0-1 0,0 0 0,0 0 0,0 1 0,0-1 0,0 1 0,0-1 0,1 1 0,-1-1 0,0 1 0,0 0 0,0 0 0,1-1 0,-1 1 0,0 0 0,0 0 0,1 0 0,-1 0 0,0 0 0,0 1 0,2-1 0,4 2 0,0 1 0,0 0 0,0 0 0,-1 0 0,1 0 0,-1 1 0,0 0 0,0 1 0,8 7 0,14 9 0,-15-12-117,13 8-507,39 34 0,-52-39-6202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3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7 24575,'-20'-2'0,"-84"-3"0,93 6 0,0 0 0,0 0 0,0 1 0,0 0 0,0 1 0,1 0 0,-14 6 0,20-8 0,1 1 0,-1 1 0,1-1 0,0 0 0,0 1 0,-1 0 0,2-1 0,-1 1 0,0 0 0,1 1 0,-1-1 0,1 0 0,0 1 0,0-1 0,0 1 0,0 0 0,1 0 0,0-1 0,0 1 0,0 0 0,0 0 0,0 0 0,1 0 0,0 6 0,0-3 0,0 0 0,1-1 0,0 1 0,0 0 0,0 0 0,1-1 0,0 1 0,1-1 0,-1 0 0,1 0 0,1 0 0,-1 0 0,8 10 0,-1-5 0,0 0 0,1-1 0,0-1 0,1 0 0,0 0 0,0-1 0,0-1 0,1 0 0,0-1 0,1 0 0,0-1 0,-1 0 0,2-1 0,-1-1 0,0 0 0,1-1 0,18 0 0,-28-2-54,1 0-1,-1-1 0,1 1 1,-1-1-1,1-1 1,-1 1-1,0-1 0,1 0 1,-1 0-1,0-1 1,0 1-1,-1-1 0,1 0 1,-1 0-1,1-1 0,-1 1 1,0-1-1,0 0 1,0 0-1,-1-1 0,0 1 1,0-1-1,0 1 1,4-8-1,-2 0-6771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24575,'183'493'0,"-182"-493"0,15 48 0,-15-44 0,0-1 0,0 1 0,-1 0 0,1 0 0,-1 0 0,0 0 0,0 0 0,0 0 0,-1 0 0,0 5 0,0-8 0,1 0 0,0-1 0,0 1 0,0 0 0,-1 0 0,1-1 0,-1 1 0,1 0 0,0-1 0,-1 1 0,1 0 0,-1-1 0,1 1 0,-1-1 0,0 1 0,1-1 0,-1 1 0,1-1 0,-1 1 0,0-1 0,0 0 0,1 1 0,-1-1 0,0 0 0,0 1 0,0-1 0,-1 0 0,1 0 0,-1 0 0,1 0 0,-1-1 0,1 1 0,-1 0 0,1-1 0,-1 1 0,1-1 0,-1 0 0,1 1 0,-2-2 0,-2-2 0,1 1 0,-1 0 0,1-1 0,0 0 0,0 0 0,-5-7 0,5 4 0,0 0 0,0 0 0,0-1 0,1 0 0,0 1 0,-2-13 0,4 18 0,1 0 0,-1 0 0,1 1 0,0-1 0,0 0 0,0 0 0,0 0 0,0 0 0,0 0 0,0 1 0,1-1 0,-1 0 0,1 0 0,-1 0 0,1 1 0,0-1 0,-1 0 0,1 1 0,0-1 0,0 0 0,0 1 0,0-1 0,1 1 0,-1 0 0,0-1 0,1 1 0,-1 0 0,1 0 0,-1 0 0,1 0 0,-1 0 0,1 0 0,3-1 0,9-2 0,1 0 0,0 1 0,0 1 0,0 0 0,1 1 0,-1 1 0,0 0 0,17 3 0,0 2 0,-1 1 0,57 19 0,-85-24 0,0 0 0,0 0 0,0 0 0,-1 0 0,1 1 0,-1 0 0,1-1 0,-1 1 0,1 0 0,-1 0 0,0 0 0,0 0 0,0 1 0,0-1 0,-1 1 0,1-1 0,0 1 0,1 4 0,0 1 0,-1 0 0,0 0 0,-1 1 0,0-1 0,1 9 0,-1-6 0,0-1 0,5 21 0,-1-19-1365,0-3-5461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24575,'0'-7'0,"0"-1"0,0 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4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33 24575,'31'-2'0,"4"-2"0,0 2 0,49 4 0,-82-2 0,1 0 0,0 0 0,0 1 0,0-1 0,-1 1 0,1 0 0,0 0 0,-1 0 0,1 0 0,-1 1 0,1-1 0,-1 0 0,5 5 0,-6-5 0,1 1 0,-1 0 0,0 1 0,0-1 0,1 0 0,-1 0 0,-1 0 0,1 1 0,0-1 0,0 0 0,-1 1 0,0-1 0,1 1 0,-1-1 0,0 1 0,0 2 0,-1 7 0,0 0 0,-1 0 0,0-1 0,0 1 0,-1 0 0,-1-1 0,0 0 0,-7 13 0,1-5 0,-1 0 0,-1-1 0,-23 28 0,34-44 0,-1 0 0,1-1 0,-1 1 0,1-1 0,-1 1 0,0-1 0,0 0 0,0 1 0,0-1 0,1 0 0,-2 0 0,1-1 0,0 1 0,0 0 0,0-1 0,0 1 0,0-1 0,-1 1 0,1-1 0,0 0 0,0 0 0,-1 0 0,1 0 0,0-1 0,0 1 0,0-1 0,-1 1 0,1-1 0,0 0 0,0 0 0,0 1 0,0-2 0,0 1 0,0 0 0,0 0 0,-1-2 0,-4-3 0,0 0 0,0 0 0,1 0 0,0-1 0,0 0 0,0-1 0,-6-11 0,6 8 0,0 0 0,1 0 0,0 0 0,1-1 0,1 0 0,0 0 0,0 0 0,1 0 0,0 0 0,2 0 0,-1 0 0,1-1 0,1 1 0,0 0 0,4-19 0,-4 29 0,0 0 0,-1 0 0,1 0 0,0 0 0,0 0 0,0 0 0,1 0 0,-1 0 0,0 0 0,1 1 0,-1-1 0,1 1 0,-1-1 0,1 1 0,0 0 0,0-1 0,0 1 0,0 0 0,-1 0 0,1 0 0,0 1 0,1-1 0,-1 0 0,0 1 0,0-1 0,4 1 0,-2-1 0,-1 1 0,0 0 0,1 1 0,-1-1 0,1 1 0,-1-1 0,0 1 0,1 0 0,-1 0 0,0 0 0,0 1 0,0-1 0,0 1 0,0 0 0,0 0 0,4 4 0,5 5-1365,-2 0-5461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0:4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24575,'3'20'0,"-1"1"0,1 0 0,2 1 0,0-1 0,11 28 0,-16-48 0,1 1 0,0 0 0,0-1 0,0 1 0,0-1 0,0 1 0,0-1 0,0 0 0,0 1 0,0-1 0,1 0 0,-1 0 0,0 0 0,1 0 0,-1 0 0,1 0 0,0 0 0,2 1 0,-3-2 0,0 0 0,1 0 0,-1 0 0,0 0 0,0 0 0,0 0 0,1-1 0,-1 1 0,0 0 0,0-1 0,0 1 0,0 0 0,0-1 0,1 0 0,-1 1 0,0-1 0,0 0 0,0 1 0,-1-1 0,1 0 0,0 0 0,0 0 0,0 0 0,0 0 0,-1 0 0,1 0 0,0-2 0,5-8 0,-1 1 0,-1-1 0,0-1 0,0 1 0,3-20 0,-3 14 0,10-28 0,-14 43 0,1 0 0,0 0 0,0 0 0,0 0 0,0 1 0,0-1 0,1 1 0,-1-1 0,0 0 0,1 1 0,-1 0 0,1-1 0,-1 1 0,1 0 0,0 0 0,0 0 0,-1 0 0,1 0 0,3-1 0,-1 2 0,-1-1 0,1 1 0,-1-1 0,1 1 0,-1 0 0,1 1 0,-1-1 0,1 0 0,-1 1 0,6 1 0,4 3 0,1 0 0,-1 1 0,-1 1 0,18 11 0,-2 0 0,-1 2 0,-1 1 0,-1 1 0,26 30 0,-47-48-341,0 1 0,0 0-1,5 10 1,-3-3-6485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24575,'1'20'0,"1"0"0,0 0 0,2 0 0,0 0 0,9 23 0,42 95 0,-35-93 0,5 16 0,-3 2 0,-2 0 0,14 85 0,-51-232 0,13 64-1365,0 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24575,'0'12'0,"0"7"0,0 2 0,2 1 0,2-2 0,1-4 0,1-2 0,1-1 0,3-3 0,1-1 0,2-1 0,0-5 0,-1-3-8191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 24575,'-2'-2'0,"-2"1"0,1 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1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0 190 24575,'12'23'0,"-5"-6"0,2 0 0,0-1 0,0-1 0,17 21 0,-25-35 0,-1 0 0,1 0 0,0-1 0,0 1 0,0 0 0,0 0 0,0 0 0,0-1 0,0 1 0,0-1 0,0 1 0,0-1 0,0 1 0,1-1 0,-1 1 0,0-1 0,0 0 0,0 0 0,1 0 0,1 1 0,-2-2 0,0 1 0,0-1 0,0 1 0,0-1 0,0 1 0,0-1 0,0 1 0,-1-1 0,1 0 0,0 0 0,0 1 0,0-1 0,-1 0 0,1 0 0,0 0 0,-1 0 0,1 0 0,-1 0 0,1 0 0,-1 0 0,1 0 0,-1-2 0,4-9 0,-1-1 0,3-23 0,-4 22 0,7-27 0,-8 39 0,-1 1 0,0 0 0,1 0 0,-1 0 0,1 0 0,-1-1 0,1 1 0,-1 0 0,1 0 0,0 0 0,0 0 0,-1 0 0,1 0 0,0 0 0,0 1 0,0-1 0,0 0 0,0 0 0,0 1 0,0-1 0,0 1 0,2-2 0,-1 2 0,0 0 0,-1 0 0,1 0 0,0 0 0,-1 0 0,1 1 0,-1-1 0,1 0 0,-1 1 0,1-1 0,-1 1 0,1 0 0,-1-1 0,1 1 0,1 1 0,5 4 0,0 1 0,0-1 0,0 2 0,8 9 0,-15-16 0,12 13 0,0-1 0,0 0 0,25 17 0,-32-26 0,1 0 0,0 0 0,0 0 0,0-1 0,1 0 0,-1-1 0,1 0 0,0 0 0,0 0 0,-1-1 0,9 0 0,-7-1 0,0 0 0,0-1 0,0-1 0,0 1 0,-1-1 0,12-5 0,51-23 0,-42 17 0,-17 8 0,-1-1 0,0 0 0,0-1 0,-1 0 0,0 0 0,0-1 0,13-14 0,-20 19 0,0 0 0,0-1 0,-1 1 0,1-1 0,-1 0 0,0 0 0,0 1 0,0-1 0,-1-1 0,1 1 0,-1 0 0,0 0 0,0-1 0,0 1 0,-1 0 0,0-1 0,0 1 0,0-1 0,0 1 0,-1 0 0,1-1 0,-1 1 0,0 0 0,-3-8 0,1 6 0,0-1 0,-1 1 0,1-1 0,-2 1 0,1 0 0,0 0 0,-1 1 0,0-1 0,-1 1 0,-5-4 0,9 7 0,-1 0 0,0 0 0,1 0 0,-1 1 0,0-1 0,0 1 0,0 0 0,0-1 0,0 2 0,0-1 0,0 0 0,0 0 0,0 1 0,0 0 0,0 0 0,-1 0 0,1 0 0,0 0 0,0 0 0,0 1 0,0 0 0,0-1 0,0 1 0,0 1 0,-5 1 0,5-1 0,1 0 0,-1 0 0,1 1 0,0-1 0,-1 1 0,1 0 0,0-1 0,0 1 0,1 0 0,-1 0 0,1 0 0,-1 1 0,1-1 0,0 0 0,0 0 0,0 1 0,1-1 0,-1 0 0,1 1 0,0 6 0,-1-1 0,2 1 0,-1-1 0,1 1 0,1 0 0,-1-1 0,5 12 0,-1-10 0,-1 0 0,2-1 0,-1 0 0,1 0 0,1 0 0,0-1 0,0 0 0,1-1 0,0 1 0,12 8 0,-7-6 0,0-1 0,1-1 0,0-1 0,1 0 0,0 0 0,25 8 0,-34-14 0,0 0 0,1-1 0,-1 0 0,0 0 0,1 0 0,-1 0 0,0-1 0,1 0 0,-1-1 0,1 1 0,-1-1 0,0-1 0,0 1 0,1-1 0,-1 0 0,0 0 0,-1-1 0,1 0 0,0 0 0,-1 0 0,1-1 0,-1 1 0,0-1 0,0-1 0,-1 1 0,1-1 0,-1 1 0,0-1 0,6-10 0,0-3-1365,-1 2-5461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2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195 66 24575,'-29'3'0,"-41"6"0,62-8 0,-1 1 0,1 1 0,0-1 0,0 1 0,1 1 0,-9 4 0,14-7 0,0 1 0,0-1 0,0 1 0,0 0 0,0 0 0,0 0 0,0 0 0,0 0 0,1 0 0,-1 1 0,1-1 0,0 0 0,-1 1 0,1-1 0,-1 5 0,1-3 0,0 1 0,0 0 0,1 0 0,0 0 0,-1 0 0,2 0 0,-1 0 0,1 5 0,1-1 0,0 0 0,1 0 0,-1-1 0,2 1 0,-1-1 0,1 0 0,1 0 0,10 15 0,-13-20 0,1 1 0,0-1 0,0 0 0,1-1 0,-1 1 0,1 0 0,-1-1 0,1 0 0,0 0 0,0 0 0,0 0 0,0-1 0,0 0 0,0 0 0,0 0 0,1 0 0,-1 0 0,0-1 0,1 0 0,-1 0 0,0 0 0,1 0 0,-1-1 0,0 0 0,7-1 0,-5 0 0,0 0 0,0-1 0,0 1 0,-1-1 0,1-1 0,-1 1 0,1-1 0,-1 1 0,0-2 0,0 1 0,-1 0 0,1-1 0,-1 0 0,0 0 0,6-11 0,-10 15 0,0 1 0,1-1 0,-1 1 0,0-1 0,1 1 0,-1-1 0,0 1 0,1-1 0,-1 1 0,0-1 0,1 1 0,-1-1 0,1 1 0,-1-1 0,1 1 0,-1 0 0,1-1 0,0 1 0,-1 0 0,1-1 0,-1 1 0,1 0 0,0 0 0,-1 0 0,1 0 0,-1 0 0,1 0 0,0-1 0,-1 1 0,1 1 0,0-1 0,-1 0 0,1 0 0,0 0 0,-1 0 0,1 0 0,-1 0 0,1 1 0,0-1 0,-1 0 0,1 1 0,-1-1 0,1 0 0,-1 1 0,1 0 0,3 3 0,-1 0 0,0 0 0,0 0 0,0 0 0,2 6 0,7 8 0,-9-14 0,1-1 0,0 0 0,-1 0 0,2-1 0,-1 1 0,0-1 0,0 1 0,1-1 0,-1-1 0,1 1 0,0-1 0,-1 1 0,1-1 0,0-1 0,0 1 0,0-1 0,0 0 0,6 0 0,0-1 0,-1 0 0,0 0 0,1-1 0,-1 0 0,0-1 0,0 0 0,16-8 0,-14 5 0,1 0 0,0 0 0,1 2 0,-1-1 0,1 2 0,0 0 0,0 0 0,0 1 0,18 1 0,49 1 0,-80 1 0,-1-1 0,1 0 0,0 0 0,0 0 0,-1 0 0,1-1 0,0 1 0,0 0 0,-1 0 0,1 0 0,0-1 0,0 1 0,-1 0 0,1 0 0,0-1 0,-1 1 0,1-1 0,-1 1 0,1-1 0,0 1 0,-1-1 0,1 1 0,-1-1 0,1 1 0,-1-1 0,0 0 0,1 1 0,-1-1 0,1 0 0,-1 1 0,0-1 0,0 0 0,1 0 0,-1 1 0,0-1 0,0 0 0,0 0 0,0 1 0,0-1 0,0 0 0,0 0 0,0 1 0,0-1 0,0 0 0,-1 0 0,1 1 0,-1-2 0,-1-4 0,-1-1 0,0 2 0,0-1 0,-6-8 0,5 7 0,-2-3 0,1 0 0,0 0 0,1 0 0,0 0 0,0-1 0,1 1 0,-1-15 0,3 21 0,1 0 0,-1-1 0,1 1 0,1-1 0,-1 1 0,1 0 0,-1-1 0,1 1 0,2-6 0,-2 8 0,0-1 0,1 1 0,-1 0 0,0-1 0,1 1 0,0 0 0,-1 0 0,1 0 0,0 0 0,0 0 0,0 0 0,0 1 0,1-1 0,-1 1 0,0-1 0,3 0 0,-2 1-151,0 0-1,-1 0 0,1 1 0,0-1 1,0 1-1,0-1 0,-1 1 1,5 0-1,6 1-6674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3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54 24575,'-53'-17'0,"-108"-18"0,154 35 0,1-1 0,-1 1 0,1 0 0,-1 0 0,1 1 0,-1 0 0,1 0 0,0 1 0,-8 2 0,12-3 0,0-1 0,1 1 0,-1 0 0,0 0 0,0 0 0,0 0 0,1 0 0,-1 1 0,1-1 0,-1 1 0,1-1 0,-1 1 0,1-1 0,0 1 0,0 0 0,0-1 0,0 1 0,0 0 0,0 0 0,0 0 0,1 0 0,-1 0 0,0 0 0,1 0 0,0 0 0,0 0 0,-1 0 0,1 0 0,0 0 0,1 0 0,-1 0 0,1 3 0,0-1 0,0 1 0,1-1 0,0 0 0,0 1 0,0-1 0,0 0 0,1 0 0,-1 0 0,1 0 0,0-1 0,0 1 0,1-1 0,4 4 0,6 5 0,1-2 0,16 10 0,68 34 0,-84-47 0,1 0 0,0-1 0,1-1 0,25 4 0,-36-8 0,-1 0 0,1-1 0,-1 0 0,0-1 0,1 1 0,-1-1 0,1 0 0,-1 0 0,0-1 0,0 1 0,0-1 0,0-1 0,0 1 0,9-6 0,-12 6 0,0 1 0,1-1 0,-1 0 0,0 0 0,0-1 0,0 1 0,0 0 0,0-1 0,0 1 0,-1-1 0,0 0 0,1 1 0,-1-1 0,0 0 0,0 0 0,0 0 0,-1 0 0,1 0 0,-1 0 0,1 0 0,-1 0 0,0 0 0,0 0 0,0 0 0,-1 0 0,1 0 0,-1 0 0,-1-3 0,1 1 0,-1-1 0,-1 0 0,1 1 0,-5-7 0,6 10 0,-1 0 0,1 0 0,-1 0 0,0 0 0,1 0 0,-1 0 0,0 0 0,0 0 0,-1 1 0,1-1 0,-4-1 0,6 2 0,-1 1 0,1 0 0,-1 0 0,1 0 0,-1 0 0,0 0 0,1 0 0,-1 0 0,1 0 0,-1 0 0,1 0 0,-1 0 0,1 0 0,-1 0 0,1 1 0,-1-1 0,1 0 0,-1 0 0,1 0 0,0 1 0,-1-1 0,1 0 0,-1 1 0,1-1 0,-1 0 0,1 1 0,0-1 0,-1 1 0,1-1 0,0 0 0,0 1 0,-1-1 0,1 1 0,0-1 0,0 1 0,0-1 0,-1 1 0,1-1 0,0 1 0,0-1 0,0 1 0,0-1 0,0 2 0,-2 25 0,2-24 0,-1 3-68,1 1 0,1-1-1,-1 0 1,1 1 0,0-1 0,1 0-1,-1 0 1,1 1 0,1-1 0,-1-1-1,1 1 1,0 0 0,0-1 0,0 1-1,1-1 1,0 0 0,0 0-1,1 0 1,6 5 0,-2-3-6758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3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104 672 24575,'16'-47'0,"12"-65"0,-25 94 0,-1 0 0,0 0 0,-1 0 0,-1 0 0,-1 0 0,-1 0 0,-4-20 0,-8-18 0,-2 1 0,-3 1 0,-2 0 0,-33-59 0,53 112 0,1 0 0,-1-1 0,0 1 0,0 0 0,1-1 0,-1 1 0,0 0 0,0 0 0,0 0 0,-1 0 0,1 0 0,-2-1 0,3 2 0,0 0 0,0 0 0,0 0 0,0 0 0,-1 0 0,1 0 0,0 0 0,0 0 0,0 0 0,-1 0 0,1 0 0,0 0 0,0 0 0,0 0 0,0 0 0,-1 0 0,1 0 0,0 0 0,0 0 0,0 1 0,0-1 0,0 0 0,-1 0 0,1 0 0,0 0 0,0 0 0,0 0 0,0 1 0,0-1 0,0 0 0,0 0 0,-1 0 0,-1 13 0,1 3 0,1 0 0,1 0 0,0 0 0,5 17 0,18 63 0,-9-50 0,2 0 0,1-1 0,3-1 0,2 0 0,1-2 0,54 69 0,-69-99-151,1-2-1,0 1 0,1-1 0,0-1 1,0 0-1,1 0 0,0-2 1,18 10-1,-21-13-6674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4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221 118 24575,'-33'-7'0,"-33"-4"0,57 10 0,0 0 0,1 1 0,-1 0 0,0 0 0,-11 3 0,19-3 0,-1 0 0,1 1 0,-1-1 0,1 0 0,-1 1 0,1-1 0,0 1 0,-1 0 0,1-1 0,0 1 0,-1 0 0,1 0 0,0 0 0,0 0 0,0 0 0,-2 2 0,3-2 0,-1 0 0,1 0 0,0 0 0,-1-1 0,1 1 0,0 0 0,0 0 0,0 0 0,0 0 0,0 0 0,0 0 0,0 0 0,0-1 0,0 1 0,0 0 0,0 0 0,1 0 0,-1 0 0,0 0 0,1 1 0,1 1 0,0 0 0,0-1 0,0 1 0,0 0 0,1-1 0,-1 1 0,1-1 0,-1 0 0,1 0 0,0 0 0,0 0 0,6 3 0,-2-3 0,0 1 0,0-1 0,1-1 0,-1 1 0,0-1 0,16 0 0,45-6 0,-46 3 0,-22 2 0,1 0 0,-1 0 0,0 0 0,0 1 0,1-1 0,-1 0 0,0 0 0,0 0 0,0 1 0,0-1 0,1 0 0,-1 0 0,0 0 0,0 1 0,0-1 0,0 0 0,0 0 0,0 1 0,0-1 0,0 0 0,0 0 0,1 1 0,-1-1 0,0 0 0,0 0 0,0 1 0,0-1 0,-1 0 0,1 0 0,0 1 0,0-1 0,0 0 0,0 0 0,0 1 0,0-1 0,0 0 0,-3 15 0,2-13 0,-6 34 0,1 0 0,-1 46 0,6 75 0,2-100 0,-1-54 0,0 1 0,0-1 0,-1 1 0,1-1 0,-1 0 0,-1 7 0,2-9 0,-1-1 0,1 1 0,-1 0 0,1-1 0,-1 1 0,1 0 0,-1-1 0,1 1 0,-1 0 0,1-1 0,-1 1 0,0-1 0,1 1 0,-1-1 0,0 0 0,0 1 0,1-1 0,-1 0 0,0 1 0,0-1 0,0 0 0,0 0 0,1 0 0,-1 0 0,0 0 0,0 0 0,0 0 0,0 0 0,1 0 0,-1 0 0,0 0 0,0 0 0,0 0 0,0-1 0,-7-2 0,0 1 0,0-2 0,0 1 0,1-1 0,-1 0 0,1-1 0,0 0 0,-11-10 0,2 1 0,1-1 0,-18-24 0,28 34 0,2-1 0,-1 0 0,0 0 0,1-1 0,0 1 0,1 0 0,-1-1 0,1 0 0,-2-13 0,4 17 0,-1 0 0,1 0 0,0 0 0,0 0 0,0 0 0,1 0 0,-1 0 0,1 0 0,-1 0 0,1 0 0,0 0 0,0 0 0,0 0 0,1 0 0,-1 1 0,1-1 0,-1 0 0,1 1 0,0 0 0,0-1 0,0 1 0,0 0 0,1 0 0,-1 0 0,3-2 0,7-2 0,-1 0 0,1 0 0,0 1 0,0 1 0,15-4 0,68-10 0,-53 11 0,0 0 0,93-21 0,-121 24 0,0-1 0,-1 0 0,0 0 0,0-2 0,0 0 0,-1 0 0,15-12 0,-23 15 0,0 0 0,0 0 0,-1 0 0,1-1 0,-1 1 0,0-1 0,0 0 0,-1 1 0,0-1 0,0-1 0,0 1 0,0 0 0,-1 0 0,0-1 0,0 1 0,1-11 0,-2 11 0,0 1 0,0-1 0,-1 0 0,1 0 0,-1 1 0,0-1 0,0 0 0,-1 1 0,1-1 0,-1 1 0,0-1 0,0 1 0,0 0 0,-1 0 0,0 0 0,1 0 0,-1 0 0,-1 1 0,-5-6 0,9 9 0,-1-1 0,0 0 0,1 1 0,-1-1 0,0 1 0,1 0 0,-1-1 0,0 1 0,1-1 0,-1 1 0,0 0 0,0 0 0,0-1 0,1 1 0,-1 0 0,0 0 0,0 0 0,0 0 0,1 0 0,-1 0 0,0 0 0,0 0 0,0 0 0,0 1 0,0-1 0,0 1 0,0 0 0,1-1 0,-1 1 0,0 0 0,1-1 0,-1 1 0,0 0 0,1 0 0,-1 0 0,1 0 0,-1 0 0,1 0 0,0-1 0,-1 1 0,1 2 0,-2 4 0,1 0 0,0 0 0,1 0 0,-1 8 0,1-4 0,1 1 0,0 0 0,0-1 0,1 1 0,6 17 0,-5-21 0,0 0 0,1 0 0,0-1 0,0 1 0,1-1 0,0 0 0,0 0 0,8 7 0,-10-10 0,0-1 0,0 1 0,1-1 0,-1 0 0,1 0 0,0-1 0,0 1 0,0-1 0,0 1 0,1-1 0,-1-1 0,1 1 0,-1-1 0,1 1 0,-1-1 0,1 0 0,0-1 0,-1 1 0,1-1 0,0 0 0,0 0 0,-1-1 0,1 1 0,0-1 0,-1 0 0,1 0 0,6-3 0,-7 2-114,1 1 1,-1-1-1,0 0 0,0 0 0,0-1 1,0 1-1,0-1 0,-1 0 0,1 0 1,-1 0-1,6-7 0,-2-1-6712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5.2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24575,'1'58'0,"16"111"0,-11-135 0,2-1 0,1-1 0,1 0 0,26 53 0,-31-74 0,-3-6 0,1 1 0,0-1 0,-1 0 0,2 0 0,5 7 0,-9-12 0,0 0 0,0 0 0,1 0 0,-1 1 0,0-1 0,0 0 0,1 0 0,-1 0 0,0 0 0,1 0 0,-1 0 0,0 0 0,0 0 0,1 0 0,-1 0 0,0-1 0,1 1 0,-1 0 0,0 0 0,0 0 0,1 0 0,-1 0 0,0 0 0,0-1 0,0 1 0,1 0 0,-1 0 0,0 0 0,0 0 0,0-1 0,1 1 0,-1 0 0,0 0 0,0-1 0,0 1 0,0 0 0,0 0 0,1-1 0,-1 1 0,0 0 0,0 0 0,0-1 0,0 1 0,0 0 0,0-1 0,0 1 0,0 0 0,5-18 0,-5 16 0,0 0 0,3-9 0,0 0 0,0 1 0,8-18 0,-10 26 0,0-1 0,0 1 0,1 0 0,-1 0 0,1 0 0,0 0 0,-1 0 0,1 0 0,4-2 0,-5 3 0,0 1 0,0-1 0,0 1 0,1-1 0,-1 1 0,0-1 0,0 1 0,1 0 0,-1 0 0,0-1 0,0 1 0,1 0 0,-1 0 0,0 0 0,1 1 0,-1-1 0,0 0 0,0 0 0,1 1 0,1 0 0,0 0 0,-1 1 0,1 0 0,0 0 0,0 0 0,-1 0 0,1 0 0,-1 0 0,1 1 0,-1-1 0,0 1 0,3 4 0,18 35 0,-18-32 0,-3-5 0,1-1 0,-1 1 0,0 0 0,-1 0 0,1 0 0,-1 1 0,0-1 0,0 0 0,-1 0 0,0 1 0,0 6 0,0-9 0,-1 0 0,0 1 0,0-1 0,0 0 0,0 0 0,0 0 0,-1-1 0,1 1 0,-1 0 0,0 0 0,0-1 0,0 1 0,0-1 0,0 1 0,0-1 0,-1 0 0,1 0 0,-1 0 0,-4 3 0,0-2 0,0 1 0,-1-1 0,1 0 0,0-1 0,-1 0 0,0 0 0,-12 1 0,6-1 0,-1-2 0,1 0 0,-19-2 0,31 1-105,0 1 0,-1-1 0,1 0 0,0 1 0,0-1 0,0 0 0,0 0 0,0-1 0,0 1 0,0 0 0,0-1 0,-2-1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5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178 236 24575,'-2'7'0,"-1"0"0,0 0 0,0 0 0,-1-1 0,0 1 0,-5 6 0,8-12 0,0 1 0,0-1 0,0 0 0,0 0 0,0 0 0,0 0 0,0 0 0,0 0 0,0-1 0,0 1 0,0 0 0,-1-1 0,1 1 0,0 0 0,0-1 0,-1 1 0,1-1 0,0 0 0,-1 1 0,1-1 0,-1 0 0,1 0 0,0 0 0,-1 0 0,1 0 0,-1 0 0,1-1 0,0 1 0,-1 0 0,1-1 0,0 1 0,-1-1 0,1 1 0,0-1 0,0 0 0,-1 1 0,1-1 0,0 0 0,0 0 0,-2-1 0,-4-6 0,0 0 0,0 0 0,0-1 0,1 0 0,1 0 0,-6-10 0,2 0 0,1-1 0,-7-22 0,11 26 0,-5-29 0,8 39 0,0 0 0,1 0 0,0 0 0,0 0 0,0 0 0,1 0 0,0 0 0,2-7 0,-3 12 0,1-1 0,-1 1 0,1 0 0,0 0 0,-1-1 0,1 1 0,0 0 0,0 0 0,-1 0 0,1 0 0,0 0 0,0 0 0,0 0 0,0 1 0,0-1 0,0 0 0,1 0 0,-1 1 0,2-2 0,0 2 0,-1-1 0,0 1 0,0 0 0,0 0 0,0 0 0,0 0 0,0 0 0,1 0 0,-1 0 0,0 1 0,3 0 0,1 1 0,0 1 0,0 0 0,0 0 0,0 0 0,0 1 0,10 7 0,22 30-1365,-29-31-5461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06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40 24575,'-15'-9'0,"-1"1"0,-18-6 0,29 12 0,0 1 0,0-1 0,0 1 0,0 0 0,0 0 0,0 1 0,-1 0 0,1 0 0,0 0 0,0 0 0,-8 2 0,12-1 0,-1-1 0,0 1 0,1-1 0,-1 1 0,1 0 0,-1 0 0,1-1 0,0 1 0,-1 0 0,1 0 0,0 1 0,0-1 0,0 0 0,-1 0 0,1 0 0,0 1 0,-1 2 0,1-2 0,0 1 0,0 0 0,0-1 0,1 1 0,-1 0 0,1 0 0,-1 0 0,1 0 0,0 4 0,1 4 0,1 0 0,0 0 0,0-1 0,4 12 0,-4-17 0,0 1 0,0-1 0,1 0 0,-1 0 0,1-1 0,0 1 0,1-1 0,-1 1 0,1-1 0,0 0 0,0 0 0,0 0 0,0-1 0,6 4 0,-8-5 0,1-1 0,-1 0 0,1 0 0,-1 1 0,1-2 0,0 1 0,0 0 0,-1 0 0,1-1 0,0 0 0,0 1 0,0-1 0,0 0 0,-1 0 0,1-1 0,0 1 0,0-1 0,0 1 0,-1-1 0,1 0 0,0 0 0,-1 0 0,1 0 0,-1-1 0,1 1 0,-1-1 0,0 1 0,1-1 0,1-2 0,0 0 0,0 0 0,-1 0 0,1 0 0,-1 0 0,0-1 0,0 1 0,0-1 0,2-7 0,0-2 0,6-25 0,-2 7 0,-9 31 0,0 0 0,0 1 0,1-1 0,-1 0 0,0 0 0,1 0 0,-1 1 0,0-1 0,1 0 0,-1 1 0,1-1 0,-1 0 0,1 1 0,0-1 0,-1 0 0,1 1 0,0-1 0,-1 1 0,1-1 0,1 0 0,-1 1 0,0 0 0,0 0 0,0 0 0,-1 0 0,1 0 0,0 0 0,0 0 0,0 0 0,-1 1 0,1-1 0,0 0 0,0 0 0,-1 1 0,1-1 0,0 1 0,0-1 0,1 1 0,3 4 0,0 0 0,0 0 0,0 0 0,4 8 0,-4-7 0,76 99-1365,-71-92-5461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0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129 191 24575,'0'-6'0,"-2"5"0,-2 14 0,-3 22 0,-5 22 0,-6 42 0,16-78 0,-11 142 0,6-63 0,-1 1 0,9-83 0,-1-11 0,1-1 0,-1 1 0,-1 0 0,1 0 0,-1 0 0,0 0 0,-1 0 0,0-1 0,-3 10 0,-5-40 0,6 0 0,-2-38 0,2 13 0,-18-193 0,23 202 0,7-63 0,-3 66 0,10-75 0,-14 108 0,0 0 0,1 0 0,-1 0 0,1 0 0,0 0 0,0 0 0,0 0 0,0 1 0,1-1 0,0 1 0,-1 0 0,1-1 0,0 1 0,5-3 0,17-21 0,-22 22 0,0 0 0,0-1 0,0 1 0,0-1 0,-1 0 0,0 0 0,0 0 0,-1 0 0,1 0 0,0-10 0,-2 16 0,0-1 0,0 0 0,0 0 0,0 0 0,0 1 0,0-1 0,0 0 0,0 0 0,1 0 0,-1 1 0,0-1 0,1 0 0,-1 0 0,0 1 0,1-1 0,-1 0 0,1 1 0,-1-1 0,1 0 0,0 0 0,0 1 0,0 0 0,-1 0 0,1 0 0,-1 0 0,1 0 0,-1 1 0,0-1 0,1 0 0,-1 0 0,1 1 0,-1-1 0,1 0 0,-1 0 0,1 1 0,-1-1 0,0 0 0,1 1 0,-1-1 0,0 1 0,1-1 0,-1 0 0,0 1 0,1 0 0,4 7 0,-1 0 0,6 13 0,-9-17 0,66 133 0,102 156 0,-116-211 0,39 64 0,-85-134 0,-1-1 0,0 0 0,0-1 0,1 0 0,11 13 0,-81-94-1365,49 58-5461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0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45 24575,'-7'-2'0,"-5"-4"0,-6-1 0,-1-1 0,-1 1 0,-2 1 0,1 2 0,2 1 0,0 2 0,3 0 0,0 1 0,-1 0 0,-1 1 0,1-1 0,2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8.2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24575,'0'-1'0,"0"1"0,0-1 0,0 0 0,0 0 0,0 1 0,0-1 0,0 0 0,0 1 0,0-1 0,0 0 0,0 1 0,1-1 0,-1 0 0,0 1 0,0-1 0,1 0 0,-1 1 0,0-1 0,1 0 0,-1 1 0,1-1 0,-1 1 0,1-1 0,-1 1 0,1-1 0,-1 1 0,1-1 0,-1 1 0,1 0 0,-1-1 0,1 1 0,0 0 0,-1 0 0,1-1 0,0 1 0,-1 0 0,1 0 0,0 0 0,0 0 0,-1 0 0,1 0 0,0 0 0,-1 0 0,1 0 0,0 0 0,-1 0 0,1 0 0,0 0 0,-1 0 0,1 1 0,0-1 0,-1 0 0,2 1 0,4 2 0,0 0 0,0 0 0,-1 1 0,8 5 0,17 16 0,-2 3 0,0 0 0,29 40 0,-15-18 0,34 48 0,-76-98 0,1 0 0,-1 1 0,0-1 0,0 0 0,1 0 0,-1 1 0,0-1 0,0 0 0,1 0 0,-1 1 0,0-1 0,1 0 0,-1 0 0,0 0 0,1 1 0,-1-1 0,0 0 0,1 0 0,-1 0 0,1 0 0,-1 0 0,0 0 0,1 0 0,-1 0 0,0 0 0,1 0 0,-1 0 0,1 0 0,-1 0 0,0 0 0,1 0 0,-1-1 0,1 1 0,0-1 0,0 1 0,-1-1 0,1 0 0,-1 0 0,1 0 0,-1 1 0,1-1 0,-1 0 0,1 0 0,-1 0 0,1-1 0,5-28 0,-4-23 0,2-21 0,0 43 0,3-32 0,29-110 0,-36 171-72,1-1-113,0 0 0,0-1 1,0 1-1,1 0 0,-1 0 1,3-4-1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19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0 24575,'18'4'0,"-12"-3"0,1 0 0,-1 1 0,0 0 0,1 0 0,-1 0 0,10 7 0,-16-9 0,0 0 0,0 0 0,0 0 0,1 0 0,-1 0 0,0 0 0,0 0 0,0 0 0,0 0 0,0 0 0,0 0 0,0 0 0,0 0 0,0 0 0,0 0 0,0 0 0,0 0 0,0 0 0,0 0 0,0 1 0,0-1 0,0 0 0,0 0 0,0 0 0,0 0 0,0 0 0,0 0 0,0 0 0,0 0 0,0 0 0,0 0 0,0 0 0,0 0 0,0 1 0,0-1 0,0 0 0,0 0 0,0 0 0,0 0 0,0 0 0,0 0 0,0 0 0,0 0 0,0 0 0,0 0 0,0 0 0,0 0 0,0 0 0,0 0 0,0 0 0,0 0 0,0 0 0,-1 1 0,1-1 0,0 0 0,0 0 0,-7 2 0,-7 0 0,-177 12 0,164-12 0,0 2 0,1 0 0,-1 2 0,1 1 0,-31 12 0,48-16 0,11-7 0,13-6 0,-7 6 0,1 1 0,0 0 0,0 0 0,0 1 0,0 0 0,0 0 0,0 1 0,0 1 0,12 0 0,3 1 0,1 1 0,29 6 0,-40-4-94,-21-2 282,-25-1-1019,28-1 203,-12 0-6198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0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1 24575,'127'8'0,"-40"-1"0,-317-9 0,115 3 0,90-3-1365,15-1-5461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2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0 24575,'-27'0'0,"0"2"0,-34 5 0,32-3-49,-1-2-1,-46-2 1,37 0-1168,27 0-5609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2.8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38 24575,'-27'-7'0,"-11"-3"0,-2 0 0,3 3 0,6 4 0,6 3 0,7 4 0,4 1 0,2 0 0,0 1 0,1 0 0,1-1-8191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3.8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1 120 24575,'1'-7'0,"0"0"0,1 0 0,0 0 0,1 0 0,-1 0 0,1 0 0,1 1 0,-1 0 0,1-1 0,7-7 0,-8 10 0,0 1 0,0 0 0,1 0 0,0 0 0,-1 0 0,1 1 0,0 0 0,0-1 0,0 1 0,0 1 0,0-1 0,1 1 0,-1-1 0,1 1 0,-1 0 0,1 1 0,7-1 0,3 1 0,-1 0 0,1 1 0,-1 0 0,23 6 0,-31-5 0,-1-1 0,1 1 0,-1 1 0,0-1 0,0 1 0,0 0 0,0 0 0,0 0 0,0 1 0,-1 0 0,0 0 0,0 0 0,0 0 0,4 6 0,15 26 0,22 48 0,-24-43 0,22 44 0,93 157 0,-118-214 0,-1 1 0,-2 1 0,-1 1 0,14 44 0,-22-61 0,5 19 0,-11-32 0,1 1 0,-1-1 0,0 0 0,0 1 0,0-1 0,0 0 0,0 0 0,0 1 0,0-1 0,0 0 0,-1 0 0,1 1 0,0-1 0,-1 0 0,1 0 0,-1 0 0,1 1 0,-1-1 0,0 0 0,1 0 0,-3 1 0,3-1-72,-1-1 1,0 1-1,1-1 0,-1 0 0,0 1 0,1-1 0,-1 0 0,0 1 1,1-1-1,-1 0 0,0 0 0,0 0 0,1 0 0,-1 0 0,0 0 1,0 0-1,1 0 0,-2 0 0,-6-2-6754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0 24575,'-3'1'0,"1"0"0,-1 1 0,0-1 0,1 0 0,-1 1 0,1 0 0,0-1 0,-1 1 0,-3 4 0,5-5 0,-8 8 0,1 0 0,0 1 0,0 0 0,-10 17 0,-21 48 0,32-61 0,1-1 0,-4 7 0,-17 27 0,6-12-1365,16-23-5461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5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24575,'1'5'0,"0"-1"0,0 1 0,1-1 0,0 0 0,0 1 0,0-1 0,1 0 0,-1 0 0,1 0 0,6 6 0,-7-7 0,51 55 0,-6-7 0,4 7 0,29 38 0,-74-88 0,-3-3 0,1 1 0,0-1 0,1 0 0,-1 0 0,9 8 0,-12-13 0,-1 0 0,1 0 0,0 0 0,-1 1 0,1-1 0,-1 0 0,1 0 0,-1 0 0,1 0 0,0 0 0,-1 0 0,1 0 0,-1 0 0,1 0 0,-1 0 0,1-1 0,0 1 0,-1 0 0,1 0 0,-1 0 0,1-1 0,-1 1 0,1 0 0,-1-1 0,1 1 0,-1 0 0,1-1 0,-1 1 0,0-1 0,1 1 0,-1-1 0,0 1 0,1 0 0,-1-1 0,0 0 0,1 1 0,-1-1 0,0 1 0,0-1 0,0 0 0,11-28 0,-9 23 0,18-62 0,15-95 0,-30 144 0,-3 14 0,-1 1 0,0 0 0,0-1 0,0 1 0,-1-1 0,1-6 0,-1 11-25,0 0 0,0 0-1,0-1 1,0 1 0,0 0 0,0 0-1,0 0 1,-1 0 0,1 0-1,0-1 1,0 1 0,0 0 0,0 0-1,0 0 1,0 0 0,0 0-1,0-1 1,0 1 0,0 0 0,-1 0-1,1 0 1,0 0 0,0 0-1,0 0 1,0 0 0,0 0 0,0 0-1,-1-1 1,1 1 0,0 0 0,0 0-1,0 0 1,0 0 0,-1 0-1,1 0 1,0 0 0,0 0 0,0 0-1,0 0 1,0 0 0,-1 0-1,1 0 1,0 0 0,0 0 0,0 0-1,0 0 1,-1 1 0,1-1-1,0 0 1,0 0 0,0 0 0,0 0-1,0 0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26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1 24575,'0'0'0,"0"-1"0,0 1 0,0 0 0,1 0 0,-1 0 0,0 0 0,0 0 0,0 0 0,1 0 0,-1 0 0,0 0 0,0 0 0,0 0 0,1 0 0,-1 1 0,0-1 0,0 0 0,0 0 0,1 0 0,-1 0 0,0 0 0,0 0 0,0 0 0,0 0 0,1 1 0,-1-1 0,0 0 0,0 0 0,0 0 0,0 0 0,1 1 0,-6 4 0,-8 3 0,-2-2 0,0-1 0,-1-1 0,1 0 0,-1-1 0,1-1 0,-28 1 0,-139-2 0,148-1 0,277 20 0,-177-12 0,0 4 0,-94-19 0,-20 1-69,-85-7-1227,116 13-5530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0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 0 0,0 0 0,0-1 0,0 1 0,0 0 0,0 0 0,1 0 0,-1 0 0,0 0 0,0 0 0,0 0 0,0 0 0,0 0 0,0 0 0,0 0 0,0 0 0,0 0 0,0 0 0,0 0 0,0 0 0,0 0 0,0 0 0,0 0 0,0 0 0,0 0 0,0 0 0,1 0 0,-1 0 0,0 0 0,0 0 0,0 0 0,0 0 0,0 0 0,0 0 0,0 0 0,0 0 0,0 0 0,0 0 0,0 0 0,0 0 0,0 0 0,0 0 0,1 0 0,-1 0 0,0 0 0,5 4 0,6 8 0,-10-11 0,182 215 0,-178-210-136,0-1-1,-1 1 1,1 0-1,-1 0 1,0 1-1,-1-1 1,0 1-1,0-1 0,3 11 1,-4-4-6690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1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27 24575,'5'-4'0,"1"1"0,0 0 0,0 0 0,0 0 0,0 1 0,1 0 0,-1 0 0,0 1 0,1-1 0,0 2 0,-1-1 0,1 1 0,-1-1 0,1 2 0,0-1 0,-1 1 0,10 2 0,10 4 0,0 0 0,47 22 0,-66-26 0,22 10 0,-27-9 0,-7-3 0,-8-1 0,-25-8 0,-66-22 0,77 21 0,24 8 5,0 0 1,1 0-1,-1 1 0,0-1 0,0 1 0,0 0 1,0 0-1,0 0 0,0 0 0,0 1 1,0-1-1,0 1 0,1-1 0,-1 1 0,0 0 1,0 0-1,0 0 0,1 1 0,-1-1 0,1 1 1,-1-1-1,-3 4 0,3-2-104,0 1 0,0-1 0,1 0 0,-1 1 0,1-1 0,-1 1 0,1 0 0,0 0 0,1 0 0,-1 0 0,1 0 0,-1 1 0,1-1 0,0 8 0,0-1-6727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2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1 283 24575,'57'-9'0,"-23"5"0,35-10 0,-60 11 0,1 0 0,-1 0 0,0 0 0,-1-2 0,1 1 0,-1-1 0,1 0 0,9-9 0,-15 11 0,0 0 0,0 0 0,0-1 0,-1 1 0,1-1 0,-1 0 0,0 0 0,0 0 0,-1 0 0,1 0 0,-1 0 0,0 0 0,0 0 0,0 0 0,-1-1 0,1 1 0,-1 0 0,0-6 0,-1 5 0,1 0 0,-1 0 0,1 0 0,-1 0 0,-1 0 0,1 1 0,-1-1 0,0 0 0,0 1 0,0-1 0,-1 1 0,1 0 0,-1 0 0,0 0 0,-6-6 0,0 2 0,-1 0 0,-17-10 0,22 15 0,1 0 0,-1 1 0,0 0 0,0 0 0,0 0 0,-1 1 0,1 0 0,-9-1 0,13 2 0,-1-1 0,1 2 0,0-1 0,-1 0 0,1 0 0,-1 0 0,1 1 0,0-1 0,-1 1 0,1-1 0,0 1 0,0-1 0,-1 1 0,1 0 0,0 0 0,0-1 0,0 1 0,0 0 0,-1 1 0,0 1 0,0-1 0,1 1 0,-1-1 0,1 1 0,-1-1 0,1 1 0,0 0 0,-1 5 0,0-1 0,1 1 0,0 0 0,0 0 0,1 0 0,0 0 0,1 9 0,2-5 0,-1 0 0,2 0 0,-1 0 0,2 0 0,0-1 0,0 0 0,1 0 0,0 0 0,1 0 0,0-1 0,0 0 0,1-1 0,1 0 0,0 0 0,0-1 0,1 0 0,-1 0 0,2-1 0,-1 0 0,13 5 0,-17-9 0,1-1 0,0 0 0,-1 0 0,1 0 0,0-1 0,0 0 0,0 0 0,1-1 0,-1 0 0,0 0 0,0 0 0,7-2 0,-10 1 0,0 0 0,-1 0 0,1 0 0,0 0 0,-1 0 0,1-1 0,-1 0 0,1 0 0,-1 0 0,0 0 0,0 0 0,0 0 0,0-1 0,0 0 0,-1 1 0,1-1 0,-1 0 0,0 0 0,1-1 0,-1 1 0,-1 0 0,1-1 0,1-5 0,3-14 0,-6 19 0,1 0 0,0-1 0,0 1 0,0-1 0,0 1 0,1 0 0,0 0 0,0 0 0,0 0 0,0 0 0,4-5 0,-5 9 0,0-1 0,0 1 0,0-1 0,0 1 0,1 0 0,-1-1 0,0 1 0,0 0 0,0 0 0,0 0 0,0-1 0,1 1 0,-1 1 0,0-1 0,0 0 0,0 0 0,0 0 0,0 0 0,1 1 0,-1-1 0,0 1 0,0-1 0,0 1 0,0-1 0,0 1 0,0 0 0,0-1 0,0 1 0,0 1 0,6 3 0,-1 0 0,10 11 0,-14-14 0,19 21 0,-9-9 0,0-1 0,0-1 0,1 0 0,1-1 0,17 11 0,-18-13-99,14 7 319,-26-15-307,0 0 0,1-1-1,-1 1 1,0-1-1,1 1 1,-1-1-1,1 0 1,-1 1-1,1-1 1,-1 0 0,0 0-1,1 0 1,-1 0-1,1 0 1,-1 0-1,3-1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2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24575,'12'2'0,"5"4"0,1 3 0,0 2 0,-3 5 0,-1 1 0,-4 1 0,-3-3-8191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3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232 125 24575,'-24'-13'0,"-46"-23"0,62 32 0,-1 0 0,0 1 0,0 1 0,0-1 0,0 2 0,-10-2 0,18 3 0,0-1 0,-1 1 0,1 0 0,-1 0 0,1 0 0,0 0 0,-1 0 0,1 0 0,0 1 0,-1-1 0,1 0 0,0 1 0,-1-1 0,1 1 0,0-1 0,-1 1 0,1 0 0,0-1 0,0 1 0,0 0 0,0 0 0,0 0 0,0 0 0,0 0 0,0 0 0,0 0 0,0 0 0,0 0 0,1 1 0,-1-1 0,0 0 0,1 0 0,-1 1 0,1-1 0,0 0 0,-1 1 0,1-1 0,0 0 0,0 1 0,0-1 0,0 3 0,0 0 0,1 1 0,-1-1 0,1 0 0,0 0 0,1 1 0,-1-1 0,1 0 0,-1 0 0,1 0 0,1 0 0,-1 0 0,4 4 0,-1-2 0,6 7 0,0 1 0,18 14 0,-25-25 0,-1 0 0,1 0 0,0 0 0,0-1 0,0 0 0,1 1 0,-1-2 0,1 1 0,-1 0 0,1-1 0,-1 0 0,1 0 0,6 0 0,-10 0 0,0-1 0,0 0 0,0 1 0,0-1 0,0 0 0,0 1 0,0-1 0,0 1 0,0-1 0,0 1 0,0 0 0,0-1 0,-1 1 0,1 0 0,0 0 0,0-1 0,-1 1 0,1 0 0,-1 0 0,1 0 0,-1 0 0,1 0 0,-1 0 0,1 0 0,-1 0 0,0 0 0,0 0 0,1 0 0,-1 0 0,0 0 0,0 0 0,0 1 0,1 8 0,-1-1 0,-2 17 0,2-13 0,-16 176 0,16-186 0,-1 0 0,1-1 0,-1 1 0,1 0 0,-1-1 0,0 1 0,0-1 0,-1 1 0,1-1 0,0 1 0,-1-1 0,0 0 0,1 1 0,-5 2 0,5-4 0,0 0 0,-1 0 0,1-1 0,0 1 0,-1 0 0,1-1 0,-1 1 0,1-1 0,-1 0 0,1 1 0,-1-1 0,1 0 0,-1 0 0,1 0 0,-1 0 0,1 0 0,-1 0 0,1 0 0,-1-1 0,1 1 0,-1-1 0,1 1 0,-1-1 0,1 1 0,0-1 0,-1 0 0,1 0 0,-2-1 0,-3-2 0,0-1 0,0 0 0,1 0 0,-1 0 0,-8-12 0,2 0 0,-10-18 0,17 26 0,0-1 0,0 0 0,1 0 0,0 0 0,1-1 0,-3-14 0,5 21 0,1 1 0,-1-1 0,1 0 0,0 0 0,0 0 0,0 0 0,1 1 0,-1-1 0,1 0 0,0 0 0,0 1 0,1-1 0,-1 1 0,1-1 0,-1 1 0,1-1 0,0 1 0,1 0 0,-1 0 0,0 0 0,5-4 0,4-2 0,0 0 0,1 1 0,0 0 0,0 1 0,1 0 0,18-6 0,83-22 0,-87 29 0,-1-1 0,0-1 0,-1-2 0,45-23 0,-66 30 0,0 1 0,0-2 0,-1 1 0,1 0 0,-1-1 0,0 1 0,0-1 0,0 0 0,-1 0 0,1 0 0,-1 0 0,3-7 0,-4 9 0,0-1 0,0 0 0,-1 0 0,1 0 0,0 1 0,-1-1 0,0 0 0,0 0 0,1 0 0,-2 0 0,1 0 0,0 0 0,-1 0 0,1 0 0,-1 1 0,0-1 0,0 0 0,0 0 0,0 1 0,0-1 0,-3-3 0,4 6 0,-1-1 0,0 0 0,1 0 0,-1 0 0,0 0 0,0 1 0,1-1 0,-1 0 0,0 0 0,0 1 0,0-1 0,0 1 0,0-1 0,0 1 0,0-1 0,-1 1 0,1 0 0,1 0 0,-1 0 0,1 0 0,-1 0 0,1 0 0,-1 0 0,0 0 0,1 1 0,-1-1 0,1 0 0,-1 0 0,1 0 0,0 1 0,-1-1 0,1 0 0,-1 1 0,1-1 0,-1 0 0,1 1 0,0-1 0,-1 1 0,0 0 0,0 2 0,-1-1 0,1 1 0,0 0 0,0 0 0,0 0 0,0 0 0,0 0 0,1 0 0,-1 5 0,0 6 0,1 1 0,0-1 0,2 1 0,-1-1 0,2 0 0,0 1 0,8 23 0,-7-28 0,0 0 0,1 0 0,0 0 0,1-1 0,0 0 0,0 0 0,1-1 0,0 1 0,0-2 0,1 1 0,9 7 0,-12-12 0,0 1 0,0-1 0,0 0 0,1 0 0,-1-1 0,0 0 0,1 0 0,0 0 0,0-1 0,-1 1 0,11 0 0,-14-2 0,1 0 0,0 0 0,-1-1 0,1 1 0,-1-1 0,1 1 0,0-1 0,-1 0 0,0 0 0,1 0 0,-1 0 0,1 0 0,-1 0 0,0-1 0,0 1 0,0-1 0,0 1 0,0-1 0,0 0 0,0 0 0,-1 0 0,1 0 0,-1 0 0,1-1 0,-1 1 0,0 0 0,0-1 0,2-2 0,2-13 0,0-1 0,-1 0 0,0 1 0,-2-1 0,1-21 0,-1 16 0,-2 23 0,0 0 0,0 0 0,0 0 0,0 1 0,0-1 0,0 0 0,0 0 0,1 0 0,-1 0 0,0 1 0,1-1 0,-1 0 0,0 0 0,1 0 0,-1 1 0,1-1 0,1-1 0,-2 2 0,0 0 0,1 0 0,-1 0 0,1 0 0,-1 0 0,1-1 0,-1 1 0,0 0 0,1 0 0,-1 0 0,1 1 0,-1-1 0,1 0 0,-1 0 0,1 0 0,-1 0 0,0 0 0,1 0 0,-1 1 0,1-1 0,-1 0 0,0 0 0,1 1 0,-1-1 0,5 5 0,0-1 0,-1 1 0,8 9 0,-5-5 0,0 0 0,1-1 0,0 0 0,1 0 0,-1-1 0,1 0 0,1-1 0,-1 0 0,1 0 0,0-1 0,1 0 0,-1-1 0,1 0 0,0-1 0,22 4 0,72 9 0,-100-15 15,1 0 0,-1 0 0,0 0 0,0 1 0,1 0 0,-1 0 0,5 3 0,-9-5-55,0 1 0,0-1 0,0 1-1,0 0 1,0-1 0,0 1 0,0 0 0,0 0 0,0 0 0,-1 0 0,1 0-1,0 0 1,-1 0 0,1 0 0,0 0 0,-1 0 0,1 0 0,-1 0-1,0 0 1,1 1 0,-1-1 0,0 0 0,0 0 0,1 0 0,-1 1-1,0-1 1,0 0 0,-1 0 0,1 1 0,0-1 0,0 0 0,0 0 0,-1 0-1,1 0 1,-1 1 0,0 0 0,-4 6-6786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4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24575,'176'176'0,"-153"-151"0,-6-5 0,0-1 0,25 19 0,-32-29 0,-8-7 0,1 1 0,0-1 0,0 0 0,-1 0 0,2 0 0,-1 0 0,0 0 0,0 0 0,7 2 0,-9-4 0,-1 0 0,1-1 0,-1 1 0,1 0 0,-1 0 0,1 0 0,-1 0 0,1 0 0,-1-1 0,0 1 0,1 0 0,-1 0 0,1-1 0,-1 1 0,1 0 0,-1-1 0,0 1 0,1 0 0,-1-1 0,0 1 0,1-1 0,-1 1 0,0 0 0,0-1 0,0 1 0,1-1 0,-1 1 0,0-1 0,0 1 0,0-1 0,0 1 0,0-2 0,2-18 0,-2 17 0,0-4 0,7-111 0,-5 95 0,-1 13 0,0 0 0,0-1 0,1 1 0,0 1 0,1-1 0,5-12 0,-3 15-1365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18 276 24575,'2'-2'0,"55"-73"0,-47 60 0,-1 0 0,0 0 0,8-22 0,-15 34 0,-1 0 0,0-1 0,0 1 0,0-1 0,-1 1 0,1-1 0,-1 1 0,1-1 0,-1 1 0,0-1 0,-1 0 0,1 1 0,-1-1 0,1 1 0,-1-1 0,0 1 0,0-1 0,-1 1 0,1 0 0,-1 0 0,0-1 0,1 1 0,-1 0 0,-1 0 0,1 1 0,0-1 0,-1 0 0,1 1 0,-1 0 0,0-1 0,0 1 0,0 0 0,0 0 0,0 1 0,0-1 0,-1 1 0,1-1 0,0 1 0,-1 0 0,1 0 0,-1 1 0,1-1 0,-6 1 0,8-1 0,-1 1 0,0 0 0,1 1 0,-1-1 0,0 0 0,1 0 0,-1 1 0,0-1 0,1 1 0,-1 0 0,1-1 0,-1 1 0,1 0 0,-1 0 0,1 0 0,0 0 0,-1 0 0,1 0 0,-2 2 0,2-1 0,-1 1 0,0-1 0,1 1 0,-1 0 0,1-1 0,0 1 0,0 0 0,0 0 0,-1 6 0,1 1 0,0 0 0,1 0 0,0-1 0,1 1 0,2 16 0,0-14 0,0 0 0,1-1 0,0 0 0,1 0 0,0 0 0,1-1 0,0 1 0,1-1 0,0-1 0,1 1 0,10 9 0,-6-7 0,0 0 0,2-2 0,-1 1 0,1-2 0,1 1 0,-1-2 0,22 9 0,-25-13 0,1 0 0,-1-1 0,0 0 0,1-1 0,16 1 0,-21-3 0,1 0 0,-1 0 0,0 0 0,1-1 0,-1 0 0,0-1 0,0 1 0,0-2 0,12-4 0,-17 6-57,1-1 0,-1 0 1,0 1-1,0-1 0,0 0 0,0 0 0,0 0 0,0 0 0,-1-1 0,1 1 0,-1 0 1,1-1-1,-1 1 0,0-1 0,0 1 0,0-1 0,0 0 0,-1 1 0,1-1 1,-1 0-1,0 0 0,1 1 0,-2-6 0,1-5-6769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8 24575,'-1'-1'0,"0"0"0,0 0 0,0 1 0,0-1 0,0 0 0,0 1 0,0-1 0,0 1 0,0-1 0,0 1 0,0 0 0,0 0 0,0-1 0,-1 1 0,1 0 0,0 0 0,0 0 0,0 0 0,0 0 0,-1 0 0,1 1 0,0-1 0,0 0 0,0 0 0,0 1 0,0-1 0,-2 2 0,2-1 0,0 0 0,-1 1 0,1-1 0,0 1 0,0-1 0,1 1 0,-1-1 0,0 1 0,1-1 0,-1 1 0,0 0 0,1-1 0,0 1 0,-1 0 0,1 0 0,0-1 0,0 1 0,0 2 0,1 5 0,0 0 0,0 0 0,1 0 0,0 0 0,1 0 0,0 0 0,0-1 0,1 0 0,0 1 0,0-2 0,1 1 0,0 0 0,11 12 0,-9-12 0,0 0 0,1-1 0,0 0 0,0 0 0,0-1 0,1 0 0,-1-1 0,2 0 0,-1 0 0,0-1 0,21 6 0,-29-9 0,1-1 0,-1 1 0,1-1 0,0 0 0,-1 0 0,1 0 0,0 0 0,-1 0 0,1 0 0,-1 0 0,1-1 0,0 1 0,-1 0 0,1-1 0,-1 0 0,1 1 0,-1-1 0,1 0 0,-1 1 0,1-1 0,-1 0 0,0 0 0,1 0 0,-1-1 0,0 1 0,0 0 0,0 0 0,0-1 0,0 1 0,1-2 0,-1 0 0,0 0 0,0 0 0,0 0 0,0 0 0,0 0 0,-1 0 0,1 0 0,-1 0 0,0 0 0,0 0 0,0 0 0,0 0 0,0 0 0,-1 0 0,0-4 0,-4-6-78,0 0 0,-9-15 0,8 15-1053,-3-6-5695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24575,'0'0'0,"0"0"0,0-1 0,0 1 0,0 0 0,0 0 0,0-1 0,1 1 0,-1 0 0,0 0 0,0-1 0,0 1 0,1 0 0,-1 0 0,0-1 0,0 1 0,1 0 0,-1 0 0,0 0 0,1-1 0,-1 1 0,0 0 0,0 0 0,1 0 0,-1 0 0,0 0 0,1 0 0,-1 0 0,0 0 0,1 0 0,-1 0 0,0 0 0,1 0 0,-1 0 0,0 0 0,1 0 0,-1 0 0,2 1 0,-1-1 0,0 1 0,0 0 0,0 0 0,0 0 0,0 0 0,0 0 0,0 0 0,1 2 0,18 30 0,-19-29 0,96 232 0,-63-144 0,44 129-1365,-73-207-5461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261 109 24575,'-29'-22'0,"-13"-7"0,-1 3 0,4 7 0,6 9 0,7 8 0,7 7 0,5 3 0,4 2 0,5 0-8191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6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82 24575,'-3'-17'0,"2"10"0,1 0 0,-2 1 0,1-1 0,-1 1 0,0-1 0,-5-9 0,7 15 0,0 1 0,0-1 0,-1 1 0,1-1 0,0 1 0,0 0 0,-1-1 0,1 1 0,0-1 0,-1 1 0,1 0 0,0-1 0,-1 1 0,1 0 0,0-1 0,-1 1 0,1 0 0,-1 0 0,1-1 0,-1 1 0,1 0 0,-1 0 0,1 0 0,-1 0 0,1 0 0,-1 0 0,1 0 0,-1-1 0,0 2 0,0-1 0,0 0 0,0 1 0,0-1 0,0 1 0,1 0 0,-1-1 0,0 1 0,0 0 0,1-1 0,-1 1 0,0 0 0,1 0 0,-2 1 0,-2 5 0,1 0 0,-6 14 0,9-19 0,-4 7 0,1 0 0,1 0 0,0 1 0,0-1 0,1 1 0,0 0 0,0-1 0,2 18 0,-1-23 0,1-1 0,0 1 0,-1 0 0,1-1 0,1 1 0,-1-1 0,0 1 0,1-1 0,0 0 0,-1 0 0,1 1 0,1-1 0,-1-1 0,0 1 0,1 0 0,-1 0 0,1-1 0,0 0 0,0 1 0,0-1 0,0 0 0,0 0 0,1-1 0,-1 1 0,6 1 0,0 0 0,1 0 0,-1-1 0,1 0 0,0 0 0,-1-1 0,1 0 0,16-2 0,-22 1 0,0-1 0,-1 0 0,1 1 0,-1-2 0,0 1 0,1 0 0,-1-1 0,0 1 0,0-1 0,1 0 0,-1 0 0,-1 0 0,1 0 0,0-1 0,-1 1 0,1-1 0,-1 1 0,1-1 0,-1 0 0,0 0 0,0 0 0,-1 0 0,1-1 0,1-3 0,-2 2 0,1 0 0,-1 0 0,0 0 0,0 0 0,-1 0 0,0-1 0,1 1 0,-2 0 0,1 0 0,-1 0 0,1 0 0,-2 0 0,1-1 0,-4-7 0,4 9 0,0 1 0,-1-1 0,0 1 0,0 0 0,0-1 0,0 1 0,0 0 0,-1 0 0,1 0 0,-1 1 0,0-1 0,0 1 0,0-1 0,0 1 0,0 0 0,0 0 0,-1 1 0,1-1 0,-1 0 0,-6-1 0,9 3-76,0 0 1,0 0-1,0 0 0,0 0 0,0-1 0,0 2 0,-1-1 0,1 0 1,0 0-1,0 0 0,0 0 0,0 1 0,0-1 0,0 0 1,0 1-1,0-1 0,-1 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6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1 324 24575,'9'2'0,"1"0"0,-1 0 0,1-1 0,-1 0 0,1-1 0,15 0 0,-22-1 0,-1 1 0,1-1 0,0 1 0,0-1 0,0 0 0,-1 0 0,1 0 0,0-1 0,-1 1 0,1 0 0,-1-1 0,0 0 0,1 0 0,-1 1 0,0-1 0,0-1 0,0 1 0,0 0 0,0 0 0,-1-1 0,1 1 0,-1-1 0,0 1 0,1-1 0,0-5 0,1-3 0,-1 0 0,-1-1 0,0 1 0,0-1 0,-1 1 0,-2-14 0,1 10 0,1-1 0,2-24 0,0 23 0,9-28 0,-10 41 0,0 0 0,0 0 0,1 0 0,0 0 0,0 0 0,0 1 0,0-1 0,0 1 0,1 0 0,0-1 0,0 1 0,0 0 0,3-2 0,-5 4-76,0 0 1,0 1-1,1-1 0,-1 1 0,0 0 0,0-1 0,0 1 0,1 0 1,-1-1-1,0 1 0,0 0 0,0 0 0,1 0 0,-1 0 1,0 0-1,0 1 0,2-1 0,9 4-6750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8.5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0 128 24575,'1'0'0,"-1"-1"0,0 1 0,1-1 0,-1 1 0,1-1 0,-1 1 0,1-1 0,-1 1 0,0-1 0,1 1 0,-1 0 0,1-1 0,0 1 0,-1 0 0,1 0 0,-1-1 0,1 1 0,-1 0 0,1 0 0,0 0 0,-1 0 0,1 0 0,-1 0 0,1 0 0,0 0 0,-1 0 0,1 0 0,0 0 0,-1 0 0,1 0 0,-1 0 0,1 0 0,0 1 0,-1-1 0,1 0 0,-1 1 0,1-1 0,-1 0 0,1 1 0,-1-1 0,1 0 0,-1 1 0,1-1 0,0 2 0,1 1 0,0 1 0,0 0 0,0 0 0,0 0 0,1 7 0,1 1 0,10 19 0,-8-21 0,-1 1 0,-1 0 0,5 16 0,-18-35 0,4-3 0,1 0 0,0 0 0,1 0 0,0-1 0,0 1 0,0-16 0,2 18 0,0 1 0,1-1 0,0 0 0,0 0 0,1 0 0,0 0 0,2-8 0,-1 12 0,-1 0 0,1 0 0,0 0 0,0 0 0,1 0 0,0 1 0,-1 0 0,1-1 0,1 1 0,-1 0 0,1 0 0,-1 1 0,7-5 0,-9 6 6,1 1 0,-1 0 0,1 0 0,0 0 0,0 0 0,0 0 0,-1 1 0,1-1 0,0 0 0,0 1 0,0 0 0,0-1 0,0 1 0,0 0 0,0 0 0,0 0 0,0 0 0,0 0 0,4 1 0,0 1-254,0 1 1,-1-1-1,1 1 1,-1 0-1,6 4 1,2 1-6579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2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5528 22 24575,'9'-8'0,"-7"6"0,0 1 0,0-1 0,0 1 0,1-1 0,-1 1 0,0 0 0,0 0 0,3-1 0,-5 2 0,1 0 0,-1 0 0,1 0 0,-1 0 0,0 0 0,1 0 0,-1 0 0,0 0 0,1 0 0,-1 0 0,0 0 0,1 0 0,-1 1 0,0-1 0,1 0 0,-1 0 0,0 0 0,1 0 0,-1 1 0,0-1 0,0 0 0,1 0 0,-1 1 0,0-1 0,1 1 0,0 1 0,-1-1 0,1 0 0,-1 0 0,1 0 0,-1 1 0,0-1 0,1 0 0,-1 1 0,0 1 0,1 4 0,-1 1 0,0 0 0,-1-1 0,1 1 0,-1-1 0,-1 1 0,1 0 0,-1-1 0,-1 0 0,-4 11 0,2-8 0,-1-1 0,1 0 0,-1 0 0,-1 0 0,0-1 0,-15 15 0,8-12 0,0 0 0,0-1 0,-1 0 0,-1-1 0,1-1 0,-1-1 0,-1 0 0,1-1 0,-20 5 0,16-6 0,0-1 0,-1-1 0,-34 2 0,38-5 0,-31 7 0,30-4 0,-29 1 0,23-4 0,0-1 0,-43-8 0,44 6 0,-27-1 0,26 3 0,-23-5 0,14 2 0,0 1 0,-62 3 0,39 1 0,41 0 0,1 0 0,-17 5 0,16-3 0,-25 1 0,-276-3 0,153-2 0,146 1 0,-1 2 0,1 0 0,0 1 0,0 1 0,0 0 0,0 1 0,0 1 0,1 0 0,0 2 0,1 0 0,-20 13 0,29-16 0,-1 1 0,1-1 0,1 2 0,-1-1 0,-4 8 0,-3 3 0,13-17 0,-1 1 0,1-1 0,-1 0 0,1 1 0,-1-1 0,1 0 0,-1 0 0,1 1 0,-1-1 0,1 0 0,-1 0 0,1 0 0,-1 0 0,0 0 0,1 0 0,-1 0 0,1 0 0,-1 0 0,1 0 0,-1 0 0,1 0 0,-1 0 0,0 0 0,1 0 0,-1 0 0,1-1 0,-1 1 0,1 0 0,-1 0 0,1-1 0,-1 1 0,1 0 0,0-1 0,-1 1 0,1 0 0,-1-1 0,1 1 0,0-1 0,-1 1 0,1-1 0,-20-24 0,14 16 0,0 2 0,-1 0 0,0 0 0,-1 0 0,0 1 0,0 0 0,0 1 0,0 0 0,-1 0 0,0 1 0,0 0 0,-13-4 0,-2 1 0,0 2 0,0 1 0,-35-2 0,2 0 0,-48-2 0,75 8 0,1 1 0,-42 7 0,70-8 0,-35 8 0,-1-2 0,-47 1 0,66-6 0,-29 5 0,29-3 0,-29 1 0,30-4 0,1 1 0,-1 0 0,-25 5 0,23-2 0,-23 1 0,-6 1 0,-24 1 0,48-6 0,-25 5 0,24-2 0,-1-2 0,-30-1 0,30-1 0,1 1 0,-33 6 0,34-4 0,-25 1 0,-23 3 0,-72 22 0,82-21 0,8-1 0,-19 0 0,54-6 0,1 0 0,-1 2 0,-25 6 0,9 1 0,13-2 0,-1-1 0,0-2 0,0 0 0,-38 3 0,41-7 0,-24 5 0,25-3 0,-28 1 0,28-3 0,-27 5 0,28-3 0,-29 1 0,31-3 0,-27 5 0,26-3 0,-23 1 0,26-2 0,-24 3 0,-11 2 0,20-4 0,-41 10 0,-9 1 0,35-8 0,21-2 0,-35 0 0,40-3 0,-29 6 0,29-4 0,-29 1 0,33-4 0,0 1 0,0 0 0,-21 5 0,22-4 0,1 0 0,0-1 0,-16-1 0,17 0 0,-1 0 0,1 1 0,0 0 0,-12 4 0,4-2 0,0 1 0,0-2 0,0-1 0,-1 0 0,-34-4 0,7-4 0,29 4 0,-33-2 0,42 5 12,0 0 0,0-1 0,0 0 0,0-1 0,0 0 0,0-1 0,0 1 0,1-1 0,-9-5 0,12 6-90,1-1 0,0 0 0,0 0-1,0 0 1,1 0 0,-1 0 0,1-1 0,0 1 0,-1-1-1,2 0 1,-1 0 0,0 0 0,1-1 0,0 1 0,0 0-1,0-1 1,0 0 0,-1-7 0,1 0-6748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31 24575,'1'-1'0,"-1"1"0,1-1 0,-1 1 0,1-1 0,0 1 0,-1-1 0,0 1 0,1-1 0,-1 1 0,1-1 0,-1 0 0,0 1 0,1-1 0,-1 0 0,0 1 0,0-1 0,1 0 0,-1 1 0,0-1 0,0 0 0,0 0 0,0 1 0,0-1 0,0 0 0,0 1 0,0-1 0,0-1 0,-1 1 0,0 1 0,0-1 0,1 0 0,-1 0 0,0 1 0,0-1 0,0 1 0,0-1 0,1 1 0,-1-1 0,0 1 0,0-1 0,0 1 0,0 0 0,0-1 0,-2 1 0,-4-1 0,-1 0 0,0 0 0,0 1 0,-7 1 0,9 0 0,0 0 0,0 0 0,1 1 0,-1 0 0,1 0 0,-1 0 0,1 1 0,0-1 0,0 1 0,0 1 0,-6 4 0,-4 5 0,-26 29 0,39-40 0,0 0 0,1 0 0,-1 0 0,0 0 0,1 1 0,0-1 0,0 0 0,-1 1 0,1 0 0,1-1 0,-1 1 0,0-1 0,1 1 0,-1 0 0,1-1 0,0 1 0,0 0 0,0 0 0,0-1 0,0 1 0,0 0 0,1-1 0,0 1 0,0 3 0,1-3 0,-1 0 0,1 0 0,0 0 0,0 0 0,0 0 0,0 0 0,1-1 0,-1 1 0,1-1 0,-1 0 0,1 1 0,0-1 0,0-1 0,0 1 0,0 0 0,0-1 0,0 1 0,6 1 0,10 2 0,1 0 0,0-2 0,28 2 0,61-3 0,-79-3 0,-27 1 10,1 0 0,-1 0 0,0 0 0,1-1 0,-1 0 0,0 1 0,1-1 0,-1 0 0,0-1 0,0 1 0,6-4 0,-8 4-63,0 0 0,0 0 0,0 0 0,0 0 0,0 0 0,0-1 0,0 1 0,0 0 0,0-1 0,-1 1 0,1-1 0,0 1 0,-1-1-1,1 1 1,-1-1 0,0 1 0,1-1 0,-1 1 0,0-1 0,0 1 0,0-1 0,0 1 0,0-1 0,-1 0 0,1 1 0,0-1 0,-1-1 0,-3-6-6773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4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72 24575,'26'-3'0,"41"-2"0,-61 5 0,0 0 0,-1 0 0,1 1 0,0 0 0,0 0 0,0 1 0,-1 0 0,9 3 0,-13-4 0,1-1 0,-1 1 0,0-1 0,0 1 0,0 0 0,-1-1 0,1 1 0,0 0 0,0 0 0,0 0 0,0-1 0,-1 1 0,1 0 0,0 0 0,-1 0 0,1 0 0,-1 1 0,1-1 0,-1 0 0,0 0 0,1 0 0,-1 2 0,0-1 0,0 1 0,0-1 0,-1 0 0,1 0 0,-1 0 0,1 0 0,-1 0 0,0 0 0,1 0 0,-1 0 0,-3 3 0,0 1 0,0 0 0,-1 0 0,0-1 0,0 0 0,-1 0 0,-7 6 0,9-9 0,0 1 0,-1-1 0,0 0 0,1 0 0,-1 0 0,0 0 0,0-1 0,0 0 0,0 0 0,0 0 0,0-1 0,0 0 0,0 0 0,-1 0 0,1 0 0,0-1 0,0 0 0,0 0 0,-5-2 0,4 1 0,1 0 0,-1 0 0,1-1 0,0 0 0,0 0 0,0 0 0,0 0 0,1-1 0,-1 1 0,1-1 0,0-1 0,0 1 0,0 0 0,1-1 0,0 0 0,-5-9 0,6 11 0,0-2 0,1 1 0,0 0 0,0 0 0,0 0 0,0 0 0,0-1 0,1 1 0,0 0 0,0-1 0,0 1 0,1-6 0,0 7 0,-1 1 0,1-1 0,0 1 0,0-1 0,0 1 0,0 0 0,0-1 0,1 1 0,-1 0 0,1 0 0,-1 0 0,1 0 0,0 0 0,0 0 0,0 1 0,0-1 0,0 1 0,0-1 0,0 1 0,1 0 0,2-2 0,0 1-62,1 0 0,-1 1 0,0 0 0,1 0 0,-1 0 0,1 0 0,-1 1 0,1 0 0,-1 0 0,1 1 0,-1 0 0,1-1-1,-1 2 1,0-1 0,1 1 0,-1 0 0,0 0 0,0 0 0,0 0 0,0 1 0,8 6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5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24575,'0'2'0,"1"0"0,-1 1 0,1-1 0,0 0 0,-1 0 0,1 1 0,0-1 0,0 0 0,1 0 0,-1 0 0,0 0 0,1 0 0,-1-1 0,1 1 0,0 0 0,2 2 0,6 4 0,19 12 0,-21-15 0,-1 0 0,1-1 0,0 0 0,0 0 0,0-1 0,0 0 0,0 0 0,1-1 0,-1 0 0,1-1 0,0 0 0,10 0 0,-13-1 0,-1 0 0,1 0 0,-1-1 0,1 0 0,-1 0 0,0-1 0,0 1 0,0-1 0,1 0 0,-2 0 0,1-1 0,0 0 0,0 0 0,-1 0 0,0 0 0,1-1 0,-1 1 0,0-1 0,3-5 0,-3 5 0,-1-1 0,1 0 0,-1-1 0,-1 1 0,1 0 0,2-9 0,-5 13 0,1 0 0,-1 0 0,0 0 0,0 1 0,1-1 0,-1 0 0,0 0 0,1 1 0,-1-1 0,1 0 0,-1 0 0,1 1 0,-1-1 0,1 0 0,-1 1 0,1-1 0,0 1 0,-1-1 0,1 1 0,0-1 0,-1 1 0,1-1 0,0 1 0,0 0 0,0-1 0,-1 1 0,1 0 0,0 0 0,0 0 0,0 0 0,0 0 0,-1-1 0,1 1 0,0 1 0,0-1 0,0 0 0,0 0 0,0 0 0,-1 0 0,1 1 0,0-1 0,0 0 0,0 1 0,-1-1 0,1 0 0,1 2 0,4 2 0,1 0 0,-1 1 0,0 0 0,7 8 0,-1-2 0,-4-5-107,0-1 0,16 9-1,-15-10-935,3 3-5783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10 24575,'0'0'0,"-12"-3"0,0 1 0,-1 0 0,1 1 0,-1 0 0,1 1 0,-1 0 0,-23 4 0,35-4 0,0 0 0,0 0 0,-1 1 0,1-1 0,0 0 0,0 1 0,-1-1 0,1 1 0,0-1 0,0 1 0,0 0 0,0 0 0,0-1 0,0 1 0,0 0 0,0 0 0,0 0 0,0 0 0,0 0 0,1 0 0,-1 0 0,0 0 0,1 0 0,-1 1 0,1-1 0,-1 0 0,1 0 0,0 0 0,-1 1 0,1-1 0,0 0 0,0 1 0,0-1 0,0 0 0,0 0 0,0 1 0,0-1 0,0 0 0,0 0 0,1 1 0,-1-1 0,1 0 0,0 3 0,2 2 0,1 1 0,0 0 0,0-1 0,0 0 0,1 0 0,6 6 0,15 13 0,1-1 0,45 30 0,-39-31 0,-19-13 0,-11-9 0,0 1 0,0 0 0,0-1 0,0 1 0,0 1 0,-1-1 0,1 0 0,-1 1 0,5 4 0,-7-6 0,0-1 0,0 0 0,0 1 0,0-1 0,0 0 0,0 1 0,0-1 0,-1 1 0,1-1 0,0 0 0,0 1 0,0-1 0,0 0 0,0 1 0,-1-1 0,1 0 0,0 0 0,0 1 0,0-1 0,-1 0 0,1 1 0,0-1 0,0 0 0,-1 0 0,1 0 0,0 1 0,-1-1 0,1 0 0,0 0 0,-1 0 0,1 0 0,0 1 0,-1-1 0,1 0 0,0 0 0,-1 0 0,1 0 0,0 0 0,-1 0 0,1 0 0,0 0 0,-1 0 0,-19 1 0,18-1 0,-88-1 0,-37 1 0,101 5-1365,17-1-5461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6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0 24575,'-2'13'0,"1"8"0,1 8 0,3 5 0,3 3 0,4 0 0,2 0 0,1-3 0,2-1 0,0-2 0,-3-4 0,0-4 0,-3 0 0,0-3 0,-1-1 0,-3-3 0,-2-2-8191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6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45 24575,'-24'-5'0,"-11"-3"0,-5-2 0,3 2 0,5 2 0,5 2 0,3 2 0,2 0 0,3 2 0,3 3 0,0 1 0,4 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50 24575,'-27'-10'0,"6"1"0,-1 2 0,1 0 0,-1 1 0,-34-4 0,54 10 0,0-1 0,0 1 0,0 0 0,-1 1 0,1-1 0,0 0 0,0 0 0,0 1 0,0-1 0,0 1 0,0 0 0,0 0 0,0 0 0,0 0 0,0 0 0,0 0 0,1 0 0,-1 0 0,0 1 0,-1 1 0,2-1 0,-1 0 0,1 0 0,0 0 0,0 0 0,1 0 0,-1 0 0,0 0 0,1 0 0,-1 1 0,1-1 0,0 0 0,-1 0 0,1 1 0,0-1 0,0 0 0,1 0 0,-1 1 0,0-1 0,2 2 0,-1 2 0,1 0 0,1-1 0,-1 1 0,1-1 0,0 0 0,0 0 0,0 0 0,1 0 0,-1-1 0,1 1 0,5 4 0,5 2 0,-1 0 0,23 14 0,-26-19 0,-1-1 0,0-1 0,1 0 0,0 0 0,20 4 0,-23-6 0,0-1 0,0 0 0,0 0 0,-1-1 0,1 0 0,0 0 0,0-1 0,0 0 0,0 0 0,7-2 0,-12 2 0,0 0 0,1 0 0,-1 0 0,0-1 0,0 1 0,1 0 0,-1-1 0,0 0 0,0 1 0,-1-1 0,1 0 0,0 0 0,-1 0 0,1 0 0,1-4 0,-1 3 0,0-1 0,-1 0 0,0 0 0,0 0 0,0 0 0,0 0 0,0 0 0,-1-8 0,0 0 0,-1 0 0,-1 1 0,0-1 0,0 1 0,-8-20 0,15 42 0,0 0 0,0-1 0,1 0 0,0 0 0,12 14 0,-13-18 0,0 0 0,0-1 0,1 0 0,-1 0 0,1 0 0,0-1 0,0 0 0,1 0 0,-1 0 0,15 5 0,-19-8 0,0-1 0,0 1 0,0-1 0,0 0 0,0 0 0,1 0 0,-1 0 0,0 0 0,0 0 0,0 0 0,0-1 0,0 1 0,0-1 0,0 0 0,0 1 0,0-1 0,0 0 0,0 0 0,0 0 0,0 0 0,-1-1 0,1 1 0,0 0 0,-1-1 0,1 1 0,-1-1 0,1 0 0,-1 1 0,0-1 0,0 0 0,2-3 0,1-3 0,-1-1 0,1 1 0,-1-1 0,-1 0 0,4-17 0,-6 25 0,0 0 0,0 0 0,0 0 0,0 1 0,0-1 0,0 0 0,0 0 0,1 0 0,-1 1 0,0-1 0,1 0 0,-1 0 0,0 1 0,1-1 0,-1 0 0,1 1 0,-1-1 0,1 0 0,-1 1 0,1-1 0,0 1 0,-1-1 0,1 1 0,0-1 0,-1 1 0,1-1 0,0 1 0,0 0 0,-1-1 0,1 1 0,0 0 0,0 0 0,0 0 0,-1 0 0,1-1 0,0 1 0,0 0 0,0 0 0,0 0 0,1 1 0,3 0 0,1 1 0,-1 0 0,0 1 0,0-1 0,7 5 0,15 6 0,-20-12 0,1 0 0,0-1 0,-1 0 0,1 0 0,-1 0 0,1-1 0,-1-1 0,1 1 0,-1-1 0,14-5 0,-12 4 0,0 0 0,0 1 0,0 0 0,1 0 0,19 0 0,-28 2-76,1 0 1,0 0-1,0 1 0,0-1 0,0 1 0,-1-1 0,1 1 0,0 0 1,-1 0-1,1-1 0,0 1 0,-1 0 0,1 1 0,-1-1 1,1 0-1,-1 0 0,2 3 0,4 5-6750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24575,'36'119'0,"-17"-52"0,29 67 0,-21-73-56,38 94-1253,-61-141-5517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7.5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49 24575,'-17'-10'0,"-8"-3"0,-3 0 0,-1 6 0,0 3 0,2 2 0,5 3-8191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8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24575,'14'23'0,"1"0"0,1 0 0,36 35 0,-42-48 0,0 0 0,1-2 0,0 1 0,1-1 0,0-1 0,0 0 0,0-1 0,1 0 0,19 6 0,-29-12 0,0 1 0,1 0 0,-1-1 0,0 1 0,1-1 0,-1 0 0,0 0 0,0 0 0,1-1 0,-1 1 0,0-1 0,0 0 0,1 0 0,-1 0 0,5-2 0,-6 2 0,0-1 0,0 1 0,0 0 0,0-1 0,0 0 0,-1 1 0,1-1 0,0 0 0,-1 0 0,1 0 0,-1 0 0,0 0 0,0 0 0,0-1 0,0 1 0,0 0 0,0-1 0,0 1 0,-1 0 0,1-1 0,-1-2 0,0-4 0,2-15 0,-2 24 0,1 0 0,-1-1 0,0 1 0,0 0 0,0-1 0,0 1 0,0-1 0,0 1 0,1 0 0,-1-1 0,0 1 0,0 0 0,1 0 0,-1-1 0,0 1 0,0 0 0,1 0 0,-1-1 0,0 1 0,1 0 0,-1 0 0,0 0 0,1-1 0,-1 1 0,0 0 0,1 0 0,-1 0 0,1 0 0,-1 0 0,0 0 0,1 0 0,-1 0 0,1 0 0,-1 0 0,0 0 0,1 0 0,-1 0 0,0 0 0,1 0 0,-1 0 0,1 0 0,-1 1 0,0-1 0,1 0 0,-1 0 0,0 0 0,1 1 0,-1-1 0,14 9 0,20 16 0,-23-16 0,1-1 0,24 14 0,-18-13 0,0-2 0,34 10 0,-45-15 0,0-1 0,0 0 0,0 0 0,0 0 0,0-1 0,1 0 0,-1 0 0,0-1 0,0 0 0,0 0 0,7-3 0,-12 3 0,1 0 0,-1 0 0,0 0 0,-1-1 0,1 1 0,0-1 0,0 0 0,-1 1 0,1-1 0,-1 0 0,1 0 0,-1 0 0,0 0 0,1 0 0,-1 0 0,0 0 0,-1-1 0,1 1 0,0 0 0,-1 0 0,1-1 0,-1 1 0,0-1 0,0 1 0,0-4 0,0-1 0,0 0 0,0 0 0,-1 0 0,0 1 0,0-1 0,-1 0 0,-5-11 0,3 8-105,-2 1 0,1 0 0,-1 0 0,0 1 0,-1-1 0,0 1 0,-1 1 0,1 0 0,-1 0 0,-1 0 0,1 1 0,-17-9 0,12 8-6721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8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131 258 24575,'-41'-35'0,"26"23"0,1 0 0,-17-19 0,28 27 0,0 1 0,0-1 0,0-1 0,1 1 0,-1 0 0,1-1 0,0 1 0,0-1 0,0 0 0,1 0 0,0 1 0,0-1 0,-1-7 0,3 8 5,-1 0 1,0 0-1,1 0 0,0 0 0,0 0 0,0 1 1,1-1-1,-1 0 0,1 1 0,0-1 1,0 1-1,0-1 0,0 1 0,0 0 0,1 0 1,0 0-1,-1 0 0,1 1 0,0-1 0,0 1 1,1-1-1,3-1 0,-2 1-98,-1 0 0,1 1 1,0 0-1,0 0 0,0 0 0,0 0 0,0 1 0,1 0 1,-1 0-1,0 0 0,1 1 0,-1-1 0,1 1 1,-1 1-1,9 0 0,-4 2-6733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9.4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 24575,'0'-4'0,"1"1"0,0 0 0,0 0 0,1 0 0,-1 0 0,1 0 0,3-5 0,-5 8 0,0 0 0,0-1 0,1 1 0,-1 0 0,0 0 0,1-1 0,-1 1 0,0 0 0,0 0 0,1-1 0,-1 1 0,1 0 0,-1 0 0,0 0 0,1 0 0,-1 0 0,0 0 0,1-1 0,-1 1 0,1 0 0,-1 0 0,0 0 0,1 0 0,-1 0 0,0 0 0,1 1 0,0-1 0,0 1 0,0-1 0,0 1 0,-1 0 0,1-1 0,0 1 0,-1 0 0,1 0 0,0-1 0,-1 1 0,1 0 0,-1 0 0,1 0 0,-1 0 0,1 1 0,8 23 0,-1 1 0,0 0 0,6 52 0,4 16 0,17 57 0,-24-99 0,-10-47 0,0 0 0,1 0 0,0 0 0,0 0 0,0 0 0,0 0 0,1 0 0,0-1 0,0 1 0,0-1 0,5 5 0,-3-4 0,0-1 0,1 0 0,-1 0 0,1-1 0,-1 0 0,1 0 0,0 0 0,12 4 0,17 3-1365,-19-6-5461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29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287 57 24575,'-30'-9'0,"-11"-4"0,-2 0 0,1 3 0,6 3 0,7 3 0,3 4 0,3 2 0,6 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0.4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18 24575,'-1'1'0,"1"-1"0,0 1 0,-1-1 0,1 1 0,0 0 0,0-1 0,-1 1 0,1 0 0,0-1 0,0 1 0,0 0 0,0 0 0,0-1 0,0 1 0,0 0 0,0-1 0,0 1 0,0 0 0,0-1 0,0 1 0,1 0 0,-1-1 0,0 1 0,1 0 0,-1-1 0,0 1 0,1 0 0,14 20 0,-11-16 0,13 19 0,0-2 0,2 0 0,36 33 0,-55-55 0,1 1 0,-1-1 0,1 0 0,-1 1 0,1-1 0,-1 1 0,1-1 0,-1 0 0,1 1 0,0-1 0,-1 0 0,1 0 0,0 1 0,-1-1 0,1 0 0,0 0 0,-1 0 0,1 0 0,0 0 0,-1 0 0,2 0 0,-2 0 0,1-1 0,-1 1 0,0 0 0,1-1 0,-1 1 0,1 0 0,-1-1 0,0 1 0,1-1 0,-1 1 0,0 0 0,0-1 0,1 1 0,-1-1 0,0 1 0,0-1 0,0 1 0,1-1 0,-1 1 0,0-2 0,0-4 0,1-1 0,-1 1 0,-1-11 0,0 9 0,0-5 0,1 1 0,1-1 0,-1 1 0,2-1 0,3-12 0,-5 22 0,1 1 0,0-1 0,-1 1 0,1-1 0,0 1 0,1 0 0,-1 0 0,0 0 0,0-1 0,1 1 0,0 0 0,-1 0 0,1 1 0,0-1 0,0 0 0,0 1 0,0-1 0,0 1 0,0-1 0,0 1 0,1 0 0,-1 0 0,0 0 0,1 0 0,-1 1 0,1-1 0,-1 1 0,1-1 0,-1 1 0,1 0 0,4 0 0,0 1 0,-1 0 0,1 0 0,-1 1 0,0-1 0,1 1 0,-1 1 0,0-1 0,0 1 0,7 5 0,8 6 0,21 19 0,-20-16 0,9 5-100,23 21 322,-48-38-435,-1 0 1,0 1 0,0-1-1,0 1 1,-1 0-1,7 13 1,-5-7-6614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3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505 1 24575,'12'0'0,"7"0"0,-21 2 0,-13 1 0,-4 1 0,-1-2 0,0 0 0,-25-1 0,-61-9 0,-6 1 0,-72 8-1365,172-1-5461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4.2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13 24575,'-9'0'0,"-7"-1"0,-25 4 0,35-2 0,0 1 0,0-1 0,0 1 0,0 0 0,1 1 0,-1-1 0,-7 5 0,6-3 0,0-1 0,0 0 0,-1 0 0,1 0 0,-1-1 0,0-1 0,0 1 0,-14 0 0,-5-1 0,-33-4 0,51 2-114,-1 0 1,1-1-1,-1 0 0,1-1 0,0 0 1,0 0-1,0-1 0,0 0 0,1-1 1,-1 0-1,-7-6 0,3 0-6712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5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 24575,'0'9'0,"1"1"0,0-1 0,1 1 0,0-1 0,0 0 0,1 0 0,0 0 0,1 0 0,0 0 0,0-1 0,1 0 0,0 0 0,1 0 0,11 13 0,-3-7 0,1 0 0,0-1 0,0 0 0,2-2 0,-1 0 0,20 9 0,-31-16 0,-1-3 0,0 1 0,0 1 0,-1-1 0,1 0 0,6 7 0,-35-27 0,-70-55 0,79 61 0,1-1 0,1-1 0,0 0 0,0-1 0,2 0 0,-19-29 0,30 41 0,-8-9 0,5 14 0,0 7 0,-18 57 0,-8 29 0,27-85 0,0 0 0,-1 0 0,0 0 0,-1 0 0,0-1 0,0 1 0,-1-1 0,-1-1 0,1 1 0,-14 12 0,28-25 0,-1 1 0,1 0 0,0 1 0,0 0 0,15-2 0,-10 1 0,7 0 0,-1 0 0,1 1 0,26 1 0,58 9 0,-52-4 0,-29-2 4,18 1-1373,-29 0-5457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6.7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0,0-1 0,0 1 0,0 0 0,0-1 0,1 1 0,-1 0 0,0-1 0,0 1 0,0 0 0,1 0 0,-1-1 0,0 1 0,0 0 0,1 0 0,-1-1 0,0 1 0,0 0 0,1 0 0,-1 0 0,0 0 0,1-1 0,-1 1 0,0 0 0,1 0 0,-1 0 0,0 0 0,1 0 0,-1 0 0,1 0 0,-1 0 0,1 0 0,0 1 0,-1-1 0,1 1 0,0-1 0,0 1 0,-1-1 0,1 1 0,0 0 0,-1 0 0,1-1 0,0 1 0,-1 0 0,1 1 0,14 34 0,-12-29 0,67 151 0,-20-57 0,51 148 0,-92-226 0,9 28 0,-18-51 0,0 0 0,0 0 0,0 1 0,0-1 0,0 0 0,0 0 0,0 0 0,0 0 0,0 0 0,1 0 0,-1 0 0,0 0 0,0 1 0,0-1 0,0 0 0,0 0 0,0 0 0,0 0 0,0 0 0,0 0 0,0 1 0,0-1 0,0 0 0,0 0 0,0 0 0,0 0 0,0 0 0,0 0 0,0 1 0,0-1 0,0 0 0,-1 0 0,1 0 0,0 0 0,0 0 0,0 0 0,0 0 0,0 1 0,0-1 0,0 0 0,0 0 0,0 0 0,0 0 0,-1 0 0,1 0 0,0 0 0,0 0 0,0 0 0,0 0 0,0 0 0,0 0 0,0 0 0,-1 0 0,-6-6 0,-7-12 0,-18-26-1365,21 31-5461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6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54 24575,'27'0'0,"13"0"0,6 0 0,-3 0 0,-4 0 0,-4 0 0,-5 0 0,-5 0 0,-5 0 0,-3-2 0,-2-2 0,-3-1 0,-5-3 0,-2-3 0,-3-1 0,-1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7.3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18 24575,'-4'-3'0,"0"0"0,0 0 0,-1 1 0,-5-3 0,10 5 0,0-1 0,-1 1 0,1 0 0,-1 0 0,1 0 0,-1 0 0,1 0 0,-1 0 0,1 0 0,-1 0 0,1 0 0,-1 0 0,1 0 0,-1 0 0,1 0 0,-1 0 0,1 0 0,-1 0 0,1 0 0,-1 1 0,0-1 0,1 1 0,0-1 0,-1 1 0,1-1 0,0 1 0,-1 0 0,1-1 0,0 1 0,0 0 0,0-1 0,0 1 0,0 0 0,0-1 0,0 1 0,0 0 0,0-1 0,0 1 0,0 0 0,0-1 0,0 1 0,1 0 0,-1 0 0,6 18 0,1-1 0,1 0 0,16 27 0,7 16 0,67 179 0,-92-225 0,0 2 0,1-1 0,13 25 0,-13-35 107,-7-6-160,1 0 1,-1 0-1,0 0 1,0 0-1,1-1 0,-1 1 1,0 0-1,0 0 1,1 0-1,-1 0 1,0-1-1,0 1 0,0 0 1,1 0-1,-1 0 1,0-1-1,0 1 1,0 0-1,0 0 0,1-1 1,-1 1-1,0 0 1,0 0-1,0-1 1,0 1-1,0 0 1,0-1-1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7.9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6 24575,'5'-2'0,"8"-1"0,-11 5 0,-7 6 0,-14 14 0,9-11 0,1 0 0,0 0 0,0 1 0,-11 22 0,13-17 0,0 1 0,1 0 0,1 0 0,0 0 0,2 1 0,0-1 0,0 32 0,3-26 0,1 0 0,2-1 0,0 1 0,1-1 0,13 37 0,-6-30 0,1-1 0,2 0 0,0-1 0,2 0 0,1-2 0,2 0 0,0-1 0,1 0 0,35 31 0,-45-47 0,1-1 0,18 12 0,-26-17 0,1-1 0,0 0 0,0 0 0,0 0 0,0-1 0,0 0 0,0 1 0,1-2 0,-1 1 0,0 0 0,9-1 0,-1-3-1365,-3-1-5461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8.5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1 218 24575,'43'-5'0,"-10"3"0,40-10 0,-63 10 0,-1 0 0,1-1 0,-1-1 0,0 1 0,0-2 0,0 1 0,0-1 0,12-10 0,-19 13 0,0 0 0,0 0 0,0 0 0,0 0 0,0-1 0,0 1 0,0-1 0,-1 1 0,1-1 0,-1 0 0,0 0 0,0 0 0,0 1 0,0-1 0,-1 0 0,1 0 0,-1 0 0,0 0 0,1 0 0,-1 0 0,-1 0 0,1 0 0,0 0 0,-1 0 0,1 0 0,-1 0 0,0 0 0,0 0 0,0 0 0,-1 0 0,1 1 0,-1-1 0,1 1 0,-1-1 0,0 1 0,0-1 0,-4-3 0,-1 1 0,0-1 0,-1 1 0,0 0 0,0 1 0,0-1 0,-1 2 0,1-1 0,-1 1 0,0 1 0,0-1 0,0 2 0,0-1 0,-14 0 0,20 2 0,1 1 0,0-1 0,0 0 0,-1 1 0,1-1 0,0 1 0,0 0 0,0 0 0,0 0 0,0 0 0,0 0 0,0 0 0,0 0 0,1 1 0,-1-1 0,0 1 0,-2 2 0,2-1 0,0 0 0,0 0 0,0 1 0,0-1 0,0 1 0,1 0 0,0 0 0,0-1 0,-1 6 0,0 2 0,1 0 0,0 1 0,1-1 0,0 0 0,3 22 0,0-21 0,0 0 0,0-1 0,1 1 0,1-1 0,0 0 0,0 0 0,8 10 0,0-2 0,0-1 0,29 30 0,-34-40 0,1-1 0,-1 0 0,1 0 0,0-1 0,1 0 0,-1-1 0,1 0 0,1 0 0,-1-1 0,0 0 0,1-1 0,11 2 0,-11-3-83,3 1 137,0-1-1,0-1 0,25 1 1,-35-3-137,1 1-1,-1-1 1,0 1 0,0-2 0,0 1 0,0 0 0,0-1 0,0 1 0,0-1 0,0 0 0,-1 0 0,1-1-1,-1 1 1,1-1 0,-1 0 0,0 0 0,3-4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24575,'36'66'0,"9"15"0,50 123 0,-91-194 0,-1 0 0,3 16 0,-5-22 0,-1-1 0,1 1 0,-1 0 0,0 0 0,0 0 0,0 0 0,-1 0 0,0 0 0,1 0 0,-3 5 0,3-9 0,-1 1 0,1-1 0,0 1 0,-1-1 0,1 1 0,0-1 0,-1 0 0,1 1 0,-1-1 0,1 1 0,-1-1 0,1 0 0,-1 0 0,1 1 0,-1-1 0,1 0 0,-1 0 0,0 1 0,1-1 0,-1 0 0,1 0 0,-1 0 0,0 0 0,1 0 0,-1 0 0,1 0 0,-1 0 0,0 0 0,1 0 0,-1-1 0,1 1 0,-1 0 0,1 0 0,-1 0 0,0-1 0,1 1 0,-1 0 0,1-1 0,-1 1 0,1-1 0,-27-18 0,21 14 0,-11-7 60,-18-17 0,31 25-195,0 0 0,1 1 0,-1-2 0,1 1 0,0 0 0,0-1 0,0 1 0,1-1 0,-1 0 0,-1-6 0,2 1-6691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21 24575,'-5'-10'0,"-2"-1"0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39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1 136 24575,'0'5'0,"0"1"0,1 0 0,0 0 0,0 0 0,1 0 0,0 0 0,0-1 0,0 1 0,0-1 0,1 0 0,0 1 0,0-1 0,6 6 0,-2-3 0,0 0 0,1 0 0,0-1 0,0 0 0,1 0 0,13 7 0,-15-10 0,0 0 0,0-1 0,0 0 0,0-1 0,1 0 0,-1 0 0,1 0 0,-1-1 0,1 0 0,0-1 0,0 1 0,-1-1 0,13-2 0,-16 1 0,-1 1 0,1-1 0,-1 0 0,1 0 0,-1-1 0,1 1 0,-1-1 0,0 1 0,0-1 0,0 0 0,0 0 0,0 0 0,0-1 0,-1 1 0,1-1 0,-1 1 0,1-1 0,-1 0 0,0 0 0,0 0 0,0 0 0,-1 0 0,1-1 0,-1 1 0,1-1 0,-1 1 0,0-1 0,-1 1 0,1-1 0,0-4 0,-1 1 0,0 0 0,0 0 0,-1 1 0,0-1 0,-3-12 0,4 19 0,0-1 0,0 0 0,-1 1 0,1-1 0,0 1 0,0-1 0,0 1 0,0-1 0,0 1 0,0-1 0,0 0 0,0 1 0,0-1 0,0 1 0,0-1 0,0 1 0,0-1 0,1 1 0,-1-1 0,0 1 0,0-1 0,1 1 0,-1-1 0,0 1 0,1-1 0,-1 1 0,0-1 0,1 1 0,-1-1 0,0 1 0,1 0 0,-1-1 0,1 1 0,-1 0 0,1 0 0,-1-1 0,1 1 0,-1 0 0,1 0 0,-1-1 0,1 1 0,0 0 0,-1 0 0,1 0 0,-1 0 0,2 0 0,3 0 0,0 1 0,0-1 0,0 1 0,7 2 0,3 0 0,-10-3 0,0 0 0,1 0 0,-1 0 0,1-1 0,-1 0 0,0 0 0,0 0 0,1-1 0,-1 0 0,0 0 0,0 0 0,-1 0 0,9-6 0,-11 7 0,0-1 0,0 1 0,-1-1 0,1 1 0,0-1 0,-1 0 0,1 0 0,-1 1 0,0-1 0,1 0 0,-1-1 0,0 1 0,0 0 0,-1 0 0,1 0 0,0 0 0,-1-1 0,1 1 0,-1 0 0,0-1 0,1 1 0,-1 0 0,0-1 0,-1 1 0,1 0 0,0-1 0,-1 1 0,1 0 0,-1 0 0,0-1 0,0 1 0,0 0 0,-1-3 0,0 1 12,-1 1 0,1 0-1,0-1 1,-1 1 0,0 0 0,0 0-1,0 1 1,0-1 0,-4-3 0,-34-16-1413,40 22 1319,-14-8-6744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40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27 24575,'0'-1'0,"-1"-1"0,1 1 0,0 0 0,-1 0 0,1-1 0,0 1 0,0 0 0,0 0 0,0-1 0,0 1 0,0 0 0,0-1 0,0 1 0,0 0 0,1 0 0,0-2 0,-1 2 0,0 1 0,0 0 0,0 0 0,0 0 0,1-1 0,-1 1 0,0 0 0,0 0 0,1 0 0,-1 0 0,0-1 0,0 1 0,1 0 0,-1 0 0,0 0 0,1 0 0,-1 0 0,0 0 0,0 0 0,1 0 0,-1 0 0,0 0 0,1 0 0,0 0 0,11 6 0,9 12 0,0 0 0,-2 2 0,0 0 0,20 30 0,-33-43 0,13 18 0,0 2 0,-2 0 0,-1 0 0,-1 2 0,20 55 0,-28-63 0,-1-1 0,-2 2 0,0-1 0,-1 0 0,-1 1 0,-1-1 0,0 1 0,-2 0 0,-6 34 0,5-43 0,-1-1 0,-1 0 0,0 0 0,-1 0 0,-10 18 0,11-22 0,-1-1 0,0 1 0,0-1 0,-1-1 0,0 1 0,0-1 0,-1 0 0,-13 10 0,8-9-1365,3 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4.5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605 1 24575,'0'4'0,"-1"-1"0,0 1 0,1 0 0,-2-1 0,1 1 0,0-1 0,-1 0 0,1 1 0,-1-1 0,0 0 0,0 0 0,0 0 0,-1 0 0,1 0 0,-1-1 0,1 1 0,-1-1 0,0 1 0,-3 1 0,-6 4 0,0 0 0,-1-1 0,-20 8 0,-22 7 0,-1-3 0,-1-2 0,0-3 0,-1-2 0,-69 5 0,58-8-1365,53-7-5461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5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8 24575,'-1'-1'0,"1"1"0,-1-1 0,1 1 0,-1-1 0,0 1 0,1-1 0,-1 1 0,1-1 0,-1 1 0,0 0 0,0-1 0,1 1 0,-1 0 0,0-1 0,0 1 0,1 0 0,-1 0 0,0 0 0,0 0 0,1 0 0,-1 0 0,0 0 0,0 0 0,0 0 0,1 0 0,-1 0 0,0 1 0,0-1 0,1 0 0,-1 1 0,0-1 0,1 0 0,-1 1 0,0-1 0,1 1 0,-2 0 0,-1 2 0,-1 1 0,1 0 0,-1 0 0,-4 8 0,-4 5 0,5-10 0,-1 0 0,0 0 0,0-1 0,-17 10 0,-39 17 0,48-26 0,-33 12 0,37-15 0,1 0 0,0 0 0,0 1 0,1 1 0,-19 11 0,28-16 0,0 0 0,0-1 0,0 1 0,1-1 0,-1 1 0,0 0 0,1 0 0,-1-1 0,0 1 0,1 0 0,-1 0 0,1 0 0,-1 0 0,1 0 0,0 0 0,-1 0 0,1 0 0,0 0 0,-1 0 0,1 0 0,0 0 0,0 0 0,0 0 0,0 0 0,0 0 0,0 0 0,0 0 0,1 0 0,-1 0 0,0 0 0,0-1 0,1 1 0,-1 0 0,1 0 0,-1 0 0,1 0 0,-1 0 0,1 0 0,-1-1 0,1 1 0,0 0 0,0 0 0,-1-1 0,1 1 0,1 1 0,5 3 0,1 0 0,-1-1 0,1 1 0,10 4 0,-9-5 0,-2-1 0,1 0 0,-1 0 0,1-1 0,0 0 0,16 2 0,42-1 0,2 0 0,-56-1-105,6 0-147,0 1 0,1-2 0,-1-1 0,25-2 0,-27-1-6574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6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118 204 24575,'6'-8'0,"8"-11"0,11-22 0,-22 35 0,0 1 0,0-1 0,-1 0 0,0 0 0,0 1 0,-1-1 0,1 0 0,-2-1 0,2-7 0,-2 12 0,-1-1 0,1 0 0,-1 1 0,1-1 0,-1 1 0,0-1 0,0 1 0,0-1 0,0 1 0,-1 0 0,1-1 0,0 1 0,-1 0 0,0 0 0,1 0 0,-1 0 0,0 0 0,0 1 0,0-1 0,0 0 0,-1 1 0,1 0 0,0-1 0,-4 0 0,-1-1 0,0 0 0,0 1 0,0 0 0,0 0 0,0 1 0,0 0 0,-13 0 0,17 0 0,0 2 0,0-1 0,0 0 0,0 0 0,0 1 0,1 0 0,-1-1 0,0 1 0,0 0 0,0 1 0,1-1 0,-1 0 0,1 1 0,-1-1 0,1 1 0,-1 0 0,-2 3 0,3-2 0,-1 0 0,1 0 0,0 0 0,0 0 0,1 1 0,-1-1 0,1 1 0,0-1 0,-1 1 0,1-1 0,1 1 0,-1 0 0,0 5 0,0 6 0,1 0 0,0 0 0,1 0 0,4 23 0,-4-33 0,0 0 0,1 0 0,-1 1 0,1-1 0,0 0 0,1-1 0,-1 1 0,1 0 0,0-1 0,0 1 0,1-1 0,-1 0 0,1 0 0,0 0 0,8 6 0,-7-8 0,-1 0 0,1 0 0,-1 0 0,1-1 0,0 0 0,0 0 0,0 0 0,0 0 0,0-1 0,5 0 0,3 0 0,-1-1 0,24-4 0,-15 0 0,-1-2 0,0 0 0,-1-2 0,0 0 0,0-1 0,-1-1 0,19-15 0,-33 23 0,0 0 0,-1 0 0,0-1 0,6-7 0,8-8 0,-17 19 0,1 0 0,-1 0 0,0 0 0,1 0 0,-1 1 0,0-1 0,0 0 0,1 0 0,-1 0 0,0 1 0,0-1 0,1 0 0,-1 0 0,0 1 0,0-1 0,0 0 0,1 1 0,-1-1 0,0 0 0,0 1 0,0-1 0,0 0 0,0 1 0,0-1 0,0 0 0,0 1 0,5 14 0,-4-12 0,2 5-97,0-1-1,1 0 1,0 0-1,0 0 1,1-1-1,-1 1 1,1-1-1,1 0 1,-1-1-1,1 1 1,0-1-1,0 0 0,14 8 1,-9-8-6729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6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 24575,'3'-2'0,"2"-2"0,2 4 0,1 3 0,2 2 0,-1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8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122 160 24575,'-8'-1'0,"-2"-1"0,0 1 0,0 0 0,0 0 0,1 1 0,-12 2 0,19-2 0,0 0 0,0 1 0,0-1 0,0 1 0,0-1 0,0 1 0,0 0 0,0 0 0,1 0 0,-1 0 0,0 0 0,1 0 0,-1 0 0,1 1 0,-1-1 0,1 1 0,0-1 0,-1 1 0,1-1 0,0 1 0,0 0 0,0 0 0,0-1 0,0 1 0,1 0 0,-1 0 0,0 0 0,1 0 0,0 0 0,-1 0 0,1 3 0,-1 6 0,1-1 0,0 1 0,0 0 0,1 0 0,0 0 0,1 0 0,4 11 0,-5-19 0,0 1 0,0-1 0,1 1 0,-1-1 0,1 0 0,0 1 0,0-1 0,0 0 0,1 0 0,-1-1 0,1 1 0,-1 0 0,1-1 0,0 1 0,0-1 0,0 0 0,0 0 0,1 0 0,-1-1 0,0 1 0,1-1 0,-1 0 0,8 2 0,-7-2 0,-1-1 0,1 1 0,0-1 0,-1 0 0,1 0 0,0 0 0,0-1 0,-1 1 0,1-1 0,0 0 0,4-1 0,-7 1 0,1 0 0,0 0 0,-1 0 0,1 0 0,-1 0 0,1 0 0,-1-1 0,0 1 0,1 0 0,-1-1 0,0 1 0,0-1 0,0 0 0,0 1 0,0-1 0,0 0 0,-1 1 0,1-1 0,0 0 0,-1 0 0,0 0 0,1 0 0,-1-3 0,1-7 0,0-1 0,-1 0 0,0 1 0,-1-1 0,-1 0 0,0 1 0,-5-17 0,46 115 0,-17-40 0,24 53 0,-38-80 0,-1 0 0,-2 1 0,5 24 0,-9-42 0,-1 1 0,1-1 0,-1 1 0,0-1 0,0 1 0,0-1 0,-1 1 0,1-1 0,0 1 0,-1-1 0,0 1 0,1-1 0,-1 1 0,0-1 0,0 0 0,-1 0 0,1 1 0,0-1 0,-3 2 0,2-2 0,-1 1 0,1-1 0,-1 0 0,0 0 0,0-1 0,0 1 0,0-1 0,0 1 0,0-1 0,0 0 0,-1 0 0,1 0 0,-6 0 0,1 0 0,0-1 0,0 0 0,1 0 0,-1-1 0,0 0 0,1 0 0,-1-1 0,-10-3 0,8 1 0,0 0 0,-1-1 0,2 0 0,-1 0 0,-11-9 0,19 12 0,0 1 0,0 0 0,0-1 0,0 0 0,0 1 0,1-1 0,-1 0 0,1 0 0,-1 0 0,1 0 0,-1 0 0,1 0 0,0-1 0,0 1 0,0 0 0,1-1 0,-1 1 0,0 0 0,1-1 0,0 1 0,-1-1 0,1 1 0,0-1 0,0 1 0,0-1 0,1 1 0,-1-1 0,1 1 0,-1 0 0,1-1 0,0 1 0,0 0 0,0-1 0,0 1 0,0 0 0,0 0 0,1 0 0,-1 0 0,3-3 0,4-3 0,0 1 0,0 0 0,0 1 0,1-1 0,0 2 0,12-7 0,63-25 0,-24 13 0,-34 11 0,-1-1 0,0 0 0,-1-2 0,-1-1 0,-1-1 0,0-1 0,24-27 0,-42 41 0,-1 0 0,1 0 0,-1 0 0,-1 0 0,1 0 0,-1-1 0,0 1 0,0-1 0,0 1 0,-1-1 0,0 0 0,0 0 0,-1 0 0,1 0 0,-2-9 0,1 9 0,-1 0 0,1 1 0,-1-1 0,-1 1 0,1-1 0,-1 1 0,0 0 0,0-1 0,0 1 0,-1 0 0,0 1 0,0-1 0,0 0 0,0 1 0,-1 0 0,-6-7 0,9 10 0,0 0 0,0 0 0,-1 0 0,1 0 0,0 0 0,0 1 0,0-1 0,0 0 0,-1 1 0,1-1 0,0 1 0,-1-1 0,1 1 0,0-1 0,-1 1 0,1 0 0,-1 0 0,1 0 0,0 0 0,-1 0 0,1 0 0,-1 0 0,1 0 0,0 1 0,-1-1 0,1 0 0,-1 1 0,1-1 0,0 1 0,0 0 0,-1-1 0,1 1 0,0 0 0,0 0 0,0 0 0,0 0 0,0 0 0,0 0 0,0 0 0,-1 1 0,-2 4 0,1-1 0,0 1 0,0 0 0,0 0 0,1 0 0,0 0 0,-2 10 0,-1 3 0,1 1 0,1 0 0,1 0 0,0 0 0,3 28 0,-1-45 0,1-1 0,-1 1 0,1 0 0,0 0 0,0-1 0,1 1 0,-1 0 0,0-1 0,1 1 0,0-1 0,-1 0 0,1 1 0,0-1 0,0 0 0,0 0 0,1 0 0,-1-1 0,0 1 0,1 0 0,-1-1 0,1 1 0,-1-1 0,1 0 0,0 0 0,4 1 0,8 2 0,0-1 0,0 0 0,25 1 0,-33-4 0,4 1 0,0-1 0,1 0 0,-1-1 0,0-1 0,0 0 0,0 0 0,-1-1 0,1 0 0,11-6 0,-16 7 0,-1-1 0,0 0 0,0 0 0,0 0 0,-1-1 0,1 0 0,-1 0 0,6-6 0,-8 7 0,0 0 0,0 0 0,0 0 0,0-1 0,0 1 0,-1-1 0,0 1 0,0-1 0,0 1 0,0-1 0,0 0 0,-1 1 0,1-1 0,-1-4 0,0 4 0,-1 0 0,1 0 0,-1 0 0,-2-7 0,2 8 0,0 0 0,0 0 0,0 0 0,1 0 0,-1 0 0,1 0 0,0-6 0,0 8 0,1 1 0,-1-1 0,0 1 0,1-1 0,-1 0 0,1 1 0,-1-1 0,1 1 0,-1-1 0,1 1 0,0 0 0,-1-1 0,1 1 0,0 0 0,-1-1 0,1 1 0,0 0 0,-1 0 0,1-1 0,0 1 0,-1 0 0,1 0 0,0 0 0,0 0 0,-1 0 0,1 0 0,0 0 0,0 0 0,-1 0 0,1 0 0,0 1 0,0-1 0,28 7 0,-28-7 0,17 5 0,1-1 0,-1-1 0,1-1 0,0-1 0,0 0 0,30-3 0,-47 2 0,-1 0 0,1-1 0,-1 1 0,0-1 0,1 1 0,-1-1 0,1 1 0,-1-1 0,0 0 0,1 0 0,-1 0 0,0 0 0,0 0 0,0 0 0,0 0 0,0 0 0,0 0 0,0 0 0,0 0 0,1-2 0,10-11 0,-11 13 0,0 0 0,0 1 0,0 0 0,0-1 0,1 1 0,-1 0 0,0-1 0,0 1 0,0 0 0,0 0 0,0 0 0,0 0 0,0 0 0,1 0 0,-1 0 0,0 0 0,0 1 0,0-1 0,0 0 0,0 1 0,2 0 0,24 13 0,-19-8 0,77 47-1365,-76-46-5461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8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57 24575,'17'20'0,"1"0"0,0-1 0,2-1 0,0 0 0,1-2 0,0-1 0,35 19 0,-53-32 0,1 0 0,-1 0 0,1-1 0,0 0 0,-1 0 0,1 0 0,0 0 0,0 0 0,5-1 0,-8 0 0,0 0 0,1 0 0,-1 0 0,0 0 0,0-1 0,0 1 0,1 0 0,-1-1 0,0 1 0,0-1 0,0 1 0,0-1 0,0 0 0,0 1 0,0-1 0,0 0 0,0 0 0,0 0 0,0 0 0,-1 0 0,1 0 0,0 0 0,-1 0 0,1 0 0,-1 0 0,1 0 0,-1 0 0,1 0 0,-1 0 0,0-1 0,1 1 0,-1-2 0,1-12 0,0 1 0,-1 0 0,0-1 0,-2 1 0,-5-27 0,4 20 0,-3-35 0,6 54-117,0 1 67,0 1 0,0-1 0,0 1 0,0 0 0,0-1 0,0 1 0,0-1 1,0 1-1,0-1 0,0 1 0,0 0 0,0-1 0,0 1 0,0-1 0,0 1 0,0 0 0,1-1 0,-1 1 0,0-1 1,0 1-1,1 0 0,-1-1 0,0 1 0,1-1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2:5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47 550 24575,'0'-3'0,"0"0"0,0 1 0,-1-1 0,0 1 0,1-1 0,-1 0 0,0 1 0,0-1 0,-3-4 0,4 7 0,0-1 0,-1 1 0,1-1 0,-1 1 0,1 0 0,0-1 0,-1 1 0,1-1 0,-1 1 0,1 0 0,-1-1 0,1 1 0,-1 0 0,1 0 0,-1-1 0,1 1 0,-1 0 0,0 0 0,0-1 0,0 2 0,0-1 0,0 0 0,1 0 0,-1 0 0,0 1 0,1-1 0,-1 0 0,0 1 0,0-1 0,1 1 0,-1-1 0,1 1 0,-1-1 0,0 1 0,1-1 0,-1 1 0,1-1 0,-1 1 0,0 1 0,-1 2 0,0-1 0,1 1 0,-1 0 0,1 0 0,-1 0 0,1 0 0,0 1 0,1-1 0,-1 0 0,1 8 0,0-9 0,0 1 0,0-1 0,0 1 0,0-1 0,1 0 0,0 1 0,-1-1 0,1 0 0,1 0 0,-1 1 0,0-1 0,1 0 0,3 5 0,-5-7 0,1 0 0,0-1 0,-1 1 0,1 0 0,0-1 0,-1 1 0,1-1 0,0 1 0,0-1 0,0 1 0,-1-1 0,1 1 0,0-1 0,0 0 0,0 0 0,0 1 0,0-1 0,0 0 0,-1 0 0,1 0 0,0 0 0,0 0 0,0 0 0,0 0 0,2-1 0,-2 1 0,1-1 0,0 0 0,-1 0 0,1 0 0,0 0 0,-1 0 0,0-1 0,1 1 0,-1 0 0,0-1 0,3-2 0,0-3 0,0 0 0,0 0 0,0 0 0,-1 0 0,2-9 0,1-19 0,-6 30 0,0 0 0,1 0 0,-1 0 0,1 0 0,1 0 0,-1 0 0,1 0 0,4-9 0,-6 14 0,1-1 0,-1 1 0,0 0 0,1 0 0,-1-1 0,0 1 0,1 0 0,-1 0 0,1 0 0,-1 0 0,0 0 0,1 0 0,-1-1 0,1 1 0,-1 0 0,1 0 0,-1 0 0,0 0 0,1 1 0,-1-1 0,1 0 0,-1 0 0,1 0 0,-1 0 0,0 0 0,1 0 0,-1 1 0,1-1 0,-1 0 0,0 0 0,1 1 0,-1-1 0,0 0 0,0 1 0,1-1 0,-1 0 0,0 1 0,1-1 0,-1 1 0,16 18 0,-12-15 0,5 6 0,6 8 0,18 16 0,-29-30 0,1 1 0,0-2 0,0 1 0,0 0 0,1-1 0,-1 0 0,1-1 0,12 5 0,-17-7 0,1 1 0,0-1 0,0 1 0,0-1 0,0 0 0,0 0 0,-1 0 0,1 0 0,0-1 0,0 1 0,0 0 0,0-1 0,0 1 0,-1-1 0,1 1 0,0-1 0,0 0 0,2-1 0,-2 0 0,0 0 0,0 0 0,0 0 0,0 0 0,0-1 0,-1 1 0,1 0 0,0-1 0,-1 1 0,0-1 0,2-2 0,-1-3 0,0 1 0,0-1 0,0 1 0,-1-1 0,0 1 0,-1-1 0,1 0 0,-2-9 0,-2-5 0,-1-1 0,-2 1 0,0 0 0,-14-33 0,-47-80 0,41 91 0,-1 1 0,-63-74 0,89 117 0,1 0 0,0-1 0,0 1 0,0 0 0,0 0 0,0-1 0,0 1 0,0 0 0,-1 0 0,1 0 0,0 0 0,0-1 0,0 1 0,0 0 0,-1 0 0,1 0 0,0 0 0,0 0 0,0-1 0,-1 1 0,1 0 0,0 0 0,0 0 0,-1 0 0,1 0 0,0 0 0,0 0 0,-1 0 0,1 0 0,0 0 0,0 0 0,0 0 0,-1 0 0,1 0 0,0 0 0,0 0 0,-1 0 0,1 0 0,0 1 0,0-1 0,0 0 0,-1 0 0,1 0 0,0 0 0,0 1 0,-4 13 0,5 21 0,-1-34 0,2 13 0,1 0 0,0-1 0,0 1 0,2-1 0,-1 0 0,9 15 0,44 73 0,-42-77 0,1-1 0,1 0 0,1-1 0,1-1 0,1 0 0,0-2 0,2 0 0,32 21 0,-50-38 0,1 1 0,0-1 0,-1 0 0,1 0 0,0 0 0,0-1 0,1 1 0,-1-1 0,0 0 0,0-1 0,0 0 0,1 1 0,9-3 0,-12 2 0,-1-1 0,1 1 0,-1-1 0,1 0 0,-1 0 0,0 0 0,1 0 0,-1 0 0,0-1 0,0 1 0,0-1 0,0 1 0,0-1 0,0 0 0,0 0 0,-1 0 0,1 0 0,-1 0 0,1 0 0,-1 0 0,0 0 0,0-1 0,0 1 0,0 0 0,0-1 0,0 1 0,-1-1 0,1 1 0,-1-1 0,1-2 0,-2-20 0,0 21 0,1 1 0,0-1 0,0 0 0,0 0 0,0 0 0,0 1 0,1-1 0,0 0 0,1-4 0,-2 8 0,1-1 0,-1 1 0,0 0 0,1 0 0,-1-1 0,0 1 0,1 0 0,-1 0 0,1 0 0,-1-1 0,0 1 0,1 0 0,-1 0 0,1 0 0,-1 0 0,1 0 0,-1 0 0,0 0 0,1 0 0,-1 0 0,1 0 0,-1 0 0,0 0 0,1 0 0,-1 0 0,1 0 0,-1 1 0,0-1 0,1 0 0,-1 0 0,1 0 0,-1 1 0,0-1 0,1 0 0,-1 0 0,0 1 0,1-1 0,-1 0 0,0 1 0,0-1 0,1 0 0,-1 1 0,17 18 0,-15-16 0,7 7 0,1 0 0,17 15 0,-24-23 0,0 1 0,0-1 0,0 0 0,1 0 0,-1 0 0,0-1 0,1 1 0,-1-1 0,1 0 0,0 0 0,-1 0 0,1-1 0,0 1 0,-1-1 0,5 1 0,-7-2 0,1 1 0,-1 0 0,0 0 0,0 0 0,1-1 0,-1 1 0,0-1 0,0 1 0,0-1 0,1 1 0,-1-1 0,0 0 0,0 0 0,0 1 0,0-1 0,0 0 0,0 0 0,-1 0 0,1 0 0,0 0 0,0 0 0,-1 0 0,1 0 0,0-1 0,-1 1 0,1-2 0,1-2 0,-1-1 0,-1 1 0,1-1 0,-1 1 0,0-7 0,0 7 0,0 1 0,0-1 0,1 0 0,1-8 0,-1 13 0,-1-1 0,0 0 0,0 1 0,1-1 0,-1 1 0,0-1 0,1 1 0,-1-1 0,1 1 0,-1-1 0,1 1 0,-1-1 0,1 1 0,-1-1 0,1 1 0,-1 0 0,1-1 0,0 1 0,-1 0 0,1 0 0,-1-1 0,1 1 0,0 0 0,-1 0 0,1 0 0,0 0 0,-1 0 0,1 0 0,0 0 0,-1 0 0,1 0 0,0 0 0,-1 0 0,1 0 0,0 1 0,0-1 0,26 12 0,-21-8 0,21 10-94,-2-1-542,44 17 1,-59-27-6191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0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1 323 24575,'85'-63'0,"-76"55"0,-1 0 0,0 0 0,0-1 0,0 0 0,-1-1 0,-1 1 0,6-12 0,-10 16 0,0 0 0,0-1 0,-1 1 0,0 0 0,0-1 0,0 0 0,0 1 0,-1-1 0,0 1 0,-1-1 0,1 1 0,-1-1 0,-1-5 0,0 2 0,0 1 0,-1 0 0,0-1 0,-1 1 0,0 1 0,0-1 0,-8-12 0,11 19 0,0-1 0,0 1 0,0 0 0,0-1 0,-1 1 0,1 0 0,0 0 0,0 0 0,-1 0 0,1 0 0,-1 0 0,1 0 0,-1 1 0,1-1 0,-1 0 0,1 1 0,-1-1 0,0 1 0,1 0 0,-1-1 0,1 1 0,-1 0 0,0 0 0,0 0 0,1 0 0,-1 0 0,0 1 0,1-1 0,-1 0 0,-2 2 0,2-1 0,0 0 0,-1 1 0,1-1 0,0 1 0,0-1 0,0 1 0,1 0 0,-1 0 0,0 0 0,1 0 0,-1 0 0,1 0 0,-1 0 0,1 1 0,0-1 0,0 0 0,0 1 0,1-1 0,-2 4 0,1 0 0,0-1 0,0 1 0,1-1 0,-1 1 0,1 0 0,1-1 0,-1 1 0,1-1 0,0 1 0,0-1 0,0 1 0,1-1 0,0 0 0,0 1 0,1-1 0,-1 0 0,1 0 0,0-1 0,0 1 0,1-1 0,-1 1 0,1-1 0,0 0 0,0 0 0,0-1 0,1 1 0,-1-1 0,1 0 0,0 0 0,0-1 0,8 4 0,1-1 14,0 0-1,0-1 1,1-1 0,-1 0-1,22 2 1,75-4-651,-80-2-173,-17 1-6016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3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24575,'0'42'0,"-1"46"0,-6-49 0,5-28 0,0 0 0,-1 15 0,3-5 0,1 1 0,1-1 0,7 29 0,20 63 0,-17-71 0,1-3 0,2 0 0,2 0 0,25 42 0,-23-45 0,66 168 0,-65-151 0,35 120 0,12 32 0,6-7 0,-41-105 0,7 6 0,9 28 0,-17-46 0,-7-21 0,-7-20 0,21 38 0,0-3 0,-21-42 0,43 61 0,-46-74 0,-14-20 1,0 0 0,0 0-1,0 0 1,0 0 0,0 0 0,0 0-1,0 0 1,0 0 0,0 0-1,0 0 1,-1 0 0,1 0-1,0 0 1,0 0 0,0 0 0,0 0-1,0 0 1,0 1 0,0-1-1,0 0 1,0 0 0,0 0 0,0 0-1,0 0 1,0 0 0,0 0-1,0 0 1,0 0 0,0 0 0,0 0-1,0 0 1,0 0 0,0 0-1,0 0 1,0 0 0,-1 0-1,1 0 1,0 0 0,0 1 0,0-1-1,0 0 1,0 0 0,0 0-1,0 0 1,0 0 0,0 0 0,1 0-1,-1 0 1,0 0 0,0 0-1,0 0 1,0 0 0,-7-3-617,5 2-171,-6-3-6039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4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173 95 24575,'-16'-22'0,"13"17"0,-1-1 0,0 1 0,0 0 0,-1 0 0,-9-8 0,17 29 0,10 14 0,1 0 0,1-1 0,2 0 0,22 30 0,-52-80 0,0 0 0,-14-31 0,16 28 0,-1 1 0,0 1 0,-21-26 0,32 47 0,0 0 0,0 0 0,0-1 0,0 1 0,0 0 0,0 0 0,0 1 0,0-1 0,0 0 0,0 0 0,-1 0 0,1 1 0,0-1 0,0 1 0,-1-1 0,1 1 0,-1-1 0,1 1 0,0 0 0,-1 0 0,-1 0 0,1 0 0,1 1 0,-1-1 0,0 1 0,1-1 0,-1 1 0,1 0 0,-1 0 0,1 0 0,-1 0 0,1 0 0,0 0 0,0 1 0,-1-1 0,1 0 0,0 1 0,0-1 0,-1 2 0,-4 7 0,0-1 0,1 1 0,0 0 0,1 0 0,0 1 0,-5 19 0,1 18-1365,6-32-5461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15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11373 159 24575,'262'0'0,"-239"-2"0,-22 2 0,-1 0 0,0 0 0,0 0 0,0 0 0,0 0 0,1 0 0,-1 0 0,0 0 0,0 0 0,0 0 0,0-1 0,0 1 0,1 0 0,-1 0 0,0 0 0,0 0 0,0 0 0,0 0 0,0 0 0,0 0 0,1-1 0,-1 1 0,0 0 0,0 0 0,0 0 0,0 0 0,0 0 0,0-1 0,0 1 0,0 0 0,0 0 0,0 0 0,0 0 0,0 0 0,0-1 0,0 1 0,0 0 0,0 0 0,-11-7 0,-17-3 0,-1 2 0,-30-6 0,-11-2 0,-7-3 0,-150-16 0,180 30 0,-87-5 0,-19 19 0,38 1 0,44-5 0,-7-2 0,-157-15 0,206 9 0,-512-23 0,430 25 0,-93 3 0,70 12 0,87-8 0,17-2 0,-33 1 0,-70-15 0,63 4 0,-82-9 0,87 9 0,-58-2 0,69 9 0,-58 7 0,36-1 0,-108-6 0,84-3 0,-20 1 0,-125 3 0,106 11 0,-6 2 0,90-8 0,-59 1 0,-1001-9 0,1015 9 0,8-1 0,-36 0 0,-20 1 0,-173-17 0,38 2 0,209 8 0,-24 6 0,15 0 0,46-4 0,-43 9 0,43-6 0,-41 2 0,0 0 0,-16-1 0,-287-7 0,289 7 0,12 0 0,-36 0 0,-29 1 0,-14-1 0,-5 0 0,6 2 0,-47 5 0,63-5 0,30-3 0,-271 1 0,235-9 0,-552 2 0,350 29 0,47 0 0,7-14 0,213-8 0,-48 0 0,-99-7 0,225 0-136,0 0-1,0-1 1,0 0-1,-1 1 1,1-2-1,0 1 1,1-1-1,-1 1 0,-8-5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6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24575,'19'28'0,"62"116"0,195 359 0,-203-358 0,-72-143 0,0 0 0,0-1 0,0 1 0,0 0 0,0-1 0,1 1 0,-1 0 0,0-1 0,1 0 0,2 3 0,-3-4 0,-1 0 0,0 0 0,1 0 0,-1 0 0,0 0 0,1 1 0,-1-1 0,0 0 0,1 0 0,-1 0 0,0 0 0,1 0 0,-1 0 0,0 0 0,1-1 0,-1 1 0,0 0 0,1 0 0,-1 0 0,0 0 0,1 0 0,-1 0 0,1-1 0,0 0 0,0 1 0,-1-1 0,1 0 0,0 0 0,0 0 0,-1 0 0,1 0 0,-1 0 0,1 0 0,-1 0 0,1-1 0,8-24 0,7-42 0,-12 49 0,0 1 0,1 0 0,0 1 0,2-1 0,15-29 0,-22 46 0,0 1 0,0-1 0,0 0 0,1 1 0,-1-1 0,0 1 0,1-1 0,-1 1 0,0-1 0,1 1 0,-1-1 0,1 1 0,-1-1 0,1 1 0,-1-1 0,1 1 0,-1 0 0,1-1 0,-1 1 0,1 0 0,0 0 0,-1-1 0,1 1 0,-1 0 0,1 0 0,0 0 0,0 0 0,0 0 0,0 1 0,-1-1 0,1 1 0,-1 0 0,1-1 0,-1 1 0,1 0 0,-1-1 0,1 1 0,-1 0 0,0 0 0,0-1 0,1 1 0,-1 0 0,0 0 0,0 0 0,1 1 0,0 7 0,0 2 0,0 10 0,-2 163 0,1-181 0,0-1 0,0 0 0,0 0 0,-1 0 0,1 0 0,0 0 0,-1 0 0,0 0 0,1 1 0,-1-2 0,0 1 0,0 0 0,0 0 0,-2 2 0,2-3 0,1 0 0,-1-1 0,0 1 0,0 0 0,0-1 0,0 1 0,0-1 0,-1 1 0,1-1 0,0 0 0,0 1 0,0-1 0,0 0 0,0 0 0,0 0 0,-1 0 0,1 0 0,0 0 0,0 0 0,0 0 0,0 0 0,0-1 0,-1 1 0,1 0 0,0-1 0,0 1 0,0-1 0,-1 0 0,-21-11 0,1-1 0,-38-28 0,38 24 0,-51-28 0,58 37-227,-1 2-1,0 0 1,-1 0-1,0 2 1,-21-4-1,25 6-6598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8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79 24575,'-183'-73'0,"180"72"0,-1 0 0,0 0 0,1 0 0,-1 1 0,0-1 0,0 1 0,0 0 0,1 0 0,-6 1 0,7-1 0,1 0 0,0 1 0,-1-1 0,1 1 0,0 0 0,0-1 0,0 1 0,-1 0 0,1 0 0,0-1 0,0 1 0,0 0 0,0 0 0,0 0 0,1 0 0,-1 0 0,0 1 0,0-1 0,1 0 0,-1 0 0,0 0 0,1 1 0,0-1 0,-1 0 0,1 1 0,0-1 0,-1 0 0,1 3 0,-1 9 0,0 0 0,2 0 0,-1 0 0,1 0 0,1 0 0,4 13 0,25 77 0,6-12 0,73 131 0,-109-219 0,80 187 0,-61-138 0,6 20 0,-25-64-1365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0 24575,'-29'0'0,"-13"0"0,-1 0 0,4 0 0,6 0 0,7 0 0,7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24575,'0'3'0,"0"2"0,2 4 0,2 2 0,1 3 0,3 0 0,3 1 0,2 0 0,0-3 0,-1 0 0,0 0 0,0 0 0,0-2 0,1 0 0,-2-1-8191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24575,'12'9'0,"5"4"-8191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49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24575,'36'15'0,"7"9"0,91 46 0,-96-53 0,64 21 0,-98-37-107,25 6 348,-28-7-313,0 1 1,0-1-1,0 0 1,0 0 0,1 0-1,-1 0 1,0 0 0,0 0-1,0 0 1,0-1 0,0 1-1,1 0 1,-1-1-1,0 1 1,0-1 0,0 1-1,0-1 1,0 1 0,0-1-1,1-1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0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24575,'-8'29'0,"-4"13"0,-3 1 0,-1-4 0,-1-7 0,3-5 0,1-6 0,1-3 0,2-6-8191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0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84 277 24575,'1'-1'0,"19"-25"0,20-37 0,-36 56 0,0-1 0,0 0 0,-1 0 0,0-1 0,0 1 0,-1-1 0,0 1 0,0-1 0,-1 0 0,0-8 0,-2 13 0,1 0 0,-1 0 0,0 1 0,0-1 0,-1 0 0,1 1 0,-1-1 0,0 1 0,0 0 0,0-1 0,0 1 0,0 0 0,-1 0 0,1 1 0,-1-1 0,0 0 0,0 1 0,0 0 0,0-1 0,-7-2 0,6 2 0,0 1 0,-1 0 0,1 0 0,-1 0 0,1 1 0,-1-1 0,0 1 0,1 0 0,-1 1 0,0-1 0,0 1 0,0 0 0,0 0 0,1 0 0,-1 1 0,-5 1 0,7-1 0,1-1 0,0 1 0,0 0 0,0 0 0,0 0 0,0 0 0,0 0 0,0 1 0,0-1 0,1 1 0,-1-1 0,0 1 0,1-1 0,-1 1 0,1 0 0,0 0 0,-1 0 0,1 0 0,0 0 0,0 0 0,0 0 0,1 0 0,-1 1 0,0-1 0,1 0 0,-1 0 0,1 1 0,0-1 0,0 0 0,0 0 0,0 1 0,0-1 0,1 0 0,0 4 0,1 3 0,0 0 0,1-1 0,0 0 0,1 1 0,0-1 0,0-1 0,9 13 0,-6-10 0,1-1 0,1 0 0,0 0 0,0-1 0,20 14 0,56 28 0,-85-49 0,12 5 0,0 0 0,0 0 0,1-1 0,0-1 0,0 0 0,0-1 0,21 3 0,-31-6-41,-1 0 0,0 0-1,1 0 1,-1 0-1,0-1 1,0 1 0,0-1-1,1 0 1,-1 1 0,0-1-1,0 0 1,0 0-1,0-1 1,0 1 0,0 0-1,0-1 1,-1 1 0,1-1-1,0 1 1,-1-1-1,1 0 1,-1 1 0,0-1-1,0 0 1,1 0 0,-1 0-1,0 0 1,-1-1-1,1 1 1,0 0 0,0 0-1,-1-3 1,4-10-6785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118 417 24575,'-4'-4'0,"0"0"0,0 1 0,-1 0 0,1-1 0,-1 2 0,0-1 0,0 0 0,0 1 0,0 0 0,-9-3 0,12 5 0,0 0 0,0-1 0,1 1 0,-1 0 0,0 0 0,0 0 0,0 0 0,0 1 0,1-1 0,-1 0 0,0 1 0,0-1 0,1 1 0,-1-1 0,0 1 0,1 0 0,-1 0 0,1 0 0,-1 0 0,1 0 0,-1 0 0,1 0 0,0 1 0,-1-1 0,1 0 0,0 1 0,0-1 0,0 1 0,0-1 0,0 1 0,0 0 0,1-1 0,-1 1 0,0 0 0,0 2 0,0 0 0,0-1 0,0 1 0,0 0 0,1 0 0,-1 0 0,1 0 0,0-1 0,0 1 0,0 0 0,0 0 0,1 0 0,0 0 0,2 7 0,-1-6 0,1 0 0,-1-1 0,1 1 0,0-1 0,0 0 0,0 0 0,1 0 0,0 0 0,7 6 0,1 0 0,0 0 0,1-1 0,0 0 0,25 12 0,-34-19 0,-1-1 0,1 1 0,-1-1 0,1 0 0,-1 0 0,1 0 0,0-1 0,0 1 0,-1-1 0,1 0 0,0 0 0,0 0 0,-1-1 0,1 1 0,0-1 0,-1 0 0,1 0 0,-1 0 0,1 0 0,-1-1 0,1 1 0,-1-1 0,0 0 0,0 0 0,1 0 0,3-4 0,-4 2 0,0-1 0,1 1 0,-1 0 0,-1-1 0,1 0 0,-1 0 0,0 0 0,0 0 0,0 0 0,-1 0 0,1 0 0,-1 0 0,-1-1 0,1 1 0,-1 0 0,0-1 0,0-7 0,-2-4 0,0-1 0,-1 1 0,-1 0 0,-7-19 0,-3-3 0,-2 1 0,-1 0 0,-23-35 0,-79-98 0,110 162 0,9 9 0,0 0 0,0 0 0,0 0 0,0-1 0,-1 1 0,1 0 0,0 0 0,0 0 0,0 0 0,0 0 0,0 0 0,-1 0 0,1 0 0,0 0 0,0 0 0,0 0 0,0 0 0,0 0 0,-1 0 0,1 0 0,0 0 0,0 0 0,0 0 0,0 0 0,-1 0 0,1 0 0,0 0 0,0 1 0,0-1 0,0 0 0,0 0 0,0 0 0,0 0 0,-1 0 0,1 0 0,0 2 0,0-1 0,-1 0 0,1 0 0,0 0 0,0 1 0,0-1 0,0 0 0,0 0 0,1 0 0,-1 1 0,0-1 0,0 0 0,1 0 0,0 2 0,6 15 0,1 0 0,1-1 0,1-1 0,19 28 0,55 56 0,-81-96 0,73 79-39,-19-22-624,54 76 0,-101-123-6163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1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263 213 24575,'-18'-21'0,"-12"-17"0,-2 2 0,-71-63 0,100 97 0,0 0 0,0 0 0,0 0 0,0 0 0,0 0 0,-1 1 0,1-1 0,-6-1 0,8 3 0,0 0 0,0 0 0,0 0 0,0 0 0,0 0 0,0 0 0,0 0 0,-1 1 0,1-1 0,0 0 0,0 1 0,0-1 0,1 0 0,-1 1 0,0-1 0,0 1 0,0 0 0,0-1 0,0 1 0,0 0 0,1-1 0,-1 1 0,0 0 0,1 0 0,-1 0 0,0 0 0,1 0 0,-1-1 0,1 1 0,0 0 0,-1 0 0,1 2 0,-5 9 0,2 0 0,0 0 0,0 0 0,1 1 0,1-1 0,0 1 0,1-1 0,2 24 0,1-12 0,1 0 0,1-1 0,14 40 0,-1-19 0,2 0 0,2-1 0,54 79 0,102 104 0,-44-59 0,-133-166 0,12 18 0,-12-19 0,-1 1 0,1-1 0,-1 1 0,0-1 0,1 1 0,-1-1 0,0 1 0,1 0 0,-1-1 0,0 1 0,0 0 0,0-1 0,1 1 0,-1 0 0,0-1 0,0 1 0,0 0 0,0-1 0,0 1 0,0 0 0,0-1 0,-1 1 0,1 0 0,0 1 0,-1-2 0,0 0 0,1 0 0,-1 0 0,1 0 0,-1 0 0,1 0 0,-1 0 0,0 0 0,1 0 0,-1 0 0,1 0 0,-1-1 0,0 1 0,1 0 0,-1 0 0,1 0 0,-1-1 0,1 1 0,-1 0 0,1-1 0,-1 1 0,0-1 0,-13-11 0,12 11 0,-6-7-195,0 1 0,1-2 0,0 1 0,0-1 0,1 1 0,-7-14 0,3 3-6631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70 24575,'-10'-13'0,"-5"-3"0,-3 1 0,-1 2 0,0 4 0,2 6 0,0 3 0,1 2 0,4 3 0,0 1 0,4 1 0,2 3 0,2 1 0,2-1-8191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2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207 362 24575,'-2'-2'0,"-24"-23"0,-1 2 0,-56-36 0,80 57 0,0 0 0,0 0 0,0 1 0,-1-1 0,1 1 0,-1 0 0,1 0 0,-1 0 0,1 1 0,-6-1 0,8 1 0,-1 0 0,1 0 0,0 1 0,0-1 0,0 0 0,0 1 0,0-1 0,-1 1 0,1-1 0,0 1 0,0-1 0,0 1 0,0 0 0,0 0 0,0-1 0,1 1 0,-1 0 0,0 0 0,0 0 0,1 0 0,-1 0 0,0 0 0,1 0 0,-1 0 0,1 0 0,-1 0 0,1 1 0,0-1 0,-1 0 0,1 0 0,0 0 0,0 1 0,0 0 0,0 4 0,0 1 0,0-1 0,0 0 0,1 0 0,0 0 0,0 0 0,1 0 0,0 0 0,0-1 0,0 1 0,5 6 0,2 6 0,1-2 0,15 20 0,-18-28 0,0 0 0,1 0 0,0-1 0,0 0 0,0 0 0,1-1 0,0 0 0,1-1 0,-1 0 0,14 5 0,-16-7 0,1 0 0,0-1 0,0 0 0,0 0 0,0-1 0,0 0 0,0 0 0,0-1 0,0 0 0,0 0 0,1-1 0,-1 0 0,0 0 0,9-4 0,-12 3 0,0 0 0,0 0 0,0-1 0,0 0 0,-1 0 0,1 0 0,-1-1 0,0 1 0,0-1 0,0 0 0,0 0 0,-1-1 0,0 1 0,0-1 0,0 1 0,0-1 0,-1 0 0,1 0 0,1-7 0,1-7 0,0 0 0,-1-1 0,1-38 0,-4 46 0,-1 11 0,0 0 0,0 1 0,0-1 0,0 0 0,0 0 0,1 0 0,-1 0 0,0 0 0,0 0 0,1 1 0,-1-1 0,0 0 0,1 0 0,-1 0 0,1 1 0,-1-1 0,1 0 0,-1 1 0,1-1 0,0 0 0,-1 1 0,1-1 0,0 1 0,-1-1 0,1 1 0,0-1 0,0 1 0,0-1 0,-1 1 0,1 0 0,0-1 0,0 1 0,0 0 0,0 0 0,0 0 0,0 0 0,-1 0 0,1 0 0,0 0 0,0 0 0,0 0 0,0 0 0,0 0 0,0 1 0,-1-1 0,1 0 0,2 1 0,5 2 0,0 1 0,-1 0 0,1 0 0,7 6 0,-5-4 0,45 28 0,43 23 0,-98-57 0,1 1 0,0-1 0,0 1 0,0-1 0,-1 0 0,1 1 0,0-1 0,0 0 0,0 0 0,0 0 0,0 1 0,0-1 0,0 0 0,-1 0 0,1 0 0,0-1 0,1 1 0,-1 0 0,-1 0 0,0-1 0,0 1 0,1 0 0,-1-1 0,0 1 0,0 0 0,0-1 0,1 1 0,-1 0 0,0-1 0,0 1 0,0 0 0,0-1 0,0 1 0,0 0 0,0-1 0,0 1 0,0 0 0,0-1 0,0 1 0,0-1 0,0 1 0,0 0 0,0-1 0,0 0 0,-2-4 0,1 1 0,-1-1 0,0 0 0,-4-6 0,-28-44 0,16 27 0,-27-56 0,42 76 0,0 0 0,0-1 0,0 1 0,1-1 0,0 0 0,1 1 0,0-1 0,0 0 0,1 0 0,0 0 0,3-16 0,-2 22 0,0-1 0,0 1 0,0-1 0,0 1 0,1 0 0,-1 0 0,1 0 0,0 0 0,0 0 0,0 0 0,0 0 0,1 1 0,-1-1 0,1 1 0,0-1 0,-1 1 0,1 0 0,0 0 0,0 0 0,0 1 0,1-1 0,-1 1 0,0 0 0,1 0 0,-1 0 0,0 0 0,1 0 0,5 0 0,-2 1 0,0-1 0,0 2 0,0-1 0,0 1 0,-1 0 0,1 0 0,0 0 0,-1 1 0,1 0 0,-1 1 0,1-1 0,-1 1 0,0 1 0,6 3 0,20 19-1365,-19-17-5461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30 24575,'-59'-11'0,"-1"2"0,-88-1 0,142 11 0,-1-1 0,1 1 0,0 0 0,0 0 0,-1 1 0,1-1 0,0 1 0,0 1 0,0-1 0,-6 5 0,10-6 0,0 0 0,1 0 0,-1 1 0,1-1 0,-1 0 0,1 1 0,0-1 0,-1 1 0,1-1 0,0 1 0,0-1 0,0 1 0,0 0 0,0 0 0,1 0 0,-1-1 0,0 1 0,1 0 0,0 0 0,-1 0 0,1 0 0,0 0 0,0 0 0,0 0 0,0 0 0,0 0 0,0 0 0,1 0 0,-1 0 0,1 0 0,-1-1 0,1 1 0,0 0 0,0 0 0,0 0 0,1 2 0,2 3 0,1 0 0,0-1 0,0 1 0,1-1 0,0 0 0,11 9 0,43 28 0,-46-34 0,47 28 0,126 53 0,-170-83 0,-15-6 0,0 0 0,0 0 0,0 1 0,0-1 0,0 0 0,0 1 0,0 0 0,3 3 0,-5-5 0,0 0 0,1 1 0,-1-1 0,0 0 0,0 1 0,0-1 0,1 0 0,-1 1 0,0-1 0,0 0 0,0 1 0,0-1 0,0 0 0,0 1 0,0-1 0,0 1 0,0-1 0,0 0 0,0 1 0,0-1 0,0 1 0,0-1 0,0 1 0,-1-1 0,1 1 0,-1 0 0,1-1 0,-1 1 0,0-1 0,1 0 0,-1 1 0,1-1 0,-1 1 0,0-1 0,1 0 0,-1 1 0,0-1 0,1 0 0,-1 0 0,0 1 0,0-1 0,-17 3 0,0-1 0,-1-1 0,1 0 0,-27-3 0,1 0 0,-99 1-1365,131 2-5461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4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72 177 24575,'21'50'0,"3"-1"0,1 0 0,51 70 0,-74-117 0,-1 0 0,1 0 0,0 0 0,0 0 0,0-1 0,3 3 0,-5-4 0,0 0 0,0 0 0,1 0 0,-1 0 0,0 1 0,0-1 0,0 0 0,0 0 0,0 0 0,0 0 0,0 0 0,0 0 0,0 0 0,1 0 0,-1 0 0,0 0 0,0 0 0,0 0 0,0 0 0,0 0 0,0 0 0,0 0 0,1 0 0,-1 0 0,0 0 0,0 0 0,0 0 0,0 0 0,0 0 0,0 0 0,0 0 0,1 0 0,-1 0 0,0 0 0,0 0 0,0 0 0,0-1 0,0 1 0,0 0 0,0 0 0,0 0 0,0 0 0,0 0 0,0 0 0,1 0 0,-5-12 0,-9-13 0,-2 1 0,-18-26 0,-5-5 0,4 3 0,-23-40 0,48 76 0,1-1 0,0 1 0,-8-33 0,15 46 0,0 1 0,1 0 0,-1-1 0,1 1 0,0 0 0,0-1 0,0 1 0,0 0 0,0-1 0,0 1 0,1 0 0,1-5 0,-2 6 0,1 0 0,0 0 0,-1 0 0,1 0 0,0 0 0,0 0 0,0 0 0,0 0 0,0 1 0,0-1 0,0 0 0,0 1 0,0-1 0,0 0 0,1 1 0,-1-1 0,0 1 0,0 0 0,0-1 0,1 1 0,-1 0 0,0 0 0,1 0 0,-1 0 0,2 0 0,5 0 0,1 1 0,-1 0 0,0 0 0,1 1 0,-1 0 0,14 5 0,47 24 0,-48-20 0,-4-3 0,8 3 0,-1 2 0,35 23 0,-58-34 0,1-1 0,0 1 0,0-1 0,-1 1 0,1-1 0,-1 1 0,1 0 0,-1 0 0,1 0 0,-1 0 0,0 0 0,0 0 0,0 0 0,0 0 0,0 3 0,-1-4 0,0 0 0,0-1 0,0 1 0,0 0 0,0 0 0,0 0 0,0-1 0,0 1 0,-1 0 0,1 0 0,0 0 0,-1-1 0,1 1 0,0 0 0,-1 0 0,1-1 0,-1 2 0,-1-1 0,1 0 0,0 0 0,-1 0 0,1 0 0,-1 0 0,1 0 0,-1 0 0,1 0 0,-1 0 0,-3 0 0,-16 4 0,-1 0 0,-1-2 0,-24 1 0,23-3 0,-132 4-1365,144-5-5461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4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1 363 24575,'22'-24'0,"72"-82"0,-76 83 0,-1-1 0,25-45 0,-40 64 0,1 0 0,-2 0 0,1-1 0,-1 1 0,1 0 0,-2-1 0,1 1 0,0-1 0,-1 1 0,0-1 0,-1 1 0,-1-10 0,2 14 0,0-1 0,-1 0 0,1 0 0,-1 0 0,1 1 0,-1-1 0,0 0 0,0 0 0,0 1 0,0-1 0,0 1 0,0-1 0,0 1 0,-1-1 0,1 1 0,0 0 0,-1 0 0,1 0 0,-1-1 0,1 1 0,-1 1 0,0-1 0,1 0 0,-1 0 0,0 1 0,0-1 0,0 1 0,1-1 0,-1 1 0,0 0 0,0-1 0,0 1 0,0 0 0,0 1 0,0-1 0,1 0 0,-1 0 0,0 1 0,-2 0 0,-1 1 0,1-1 0,-1 1 0,1 0 0,0 1 0,0-1 0,0 1 0,0 0 0,0 0 0,0 0 0,1 0 0,0 1 0,-1-1 0,1 1 0,0 0 0,1 0 0,-5 8 0,1 0 0,0 1 0,1-1 0,0 1 0,-5 23 0,9-32 0,1-1 0,-1 1 0,1-1 0,-1 0 0,1 1 0,0-1 0,0 1 0,1-1 0,-1 1 0,1-1 0,-1 0 0,3 5 0,-2-6 0,0 0 0,0 0 0,1 0 0,-1 0 0,1 0 0,0 0 0,-1 0 0,1-1 0,0 1 0,0 0 0,0-1 0,0 0 0,0 1 0,0-1 0,1 0 0,-1 0 0,4 1 0,32 8 0,1-1 0,68 7 0,-31-5 0,-56-9-682,21 1-1,-29-3-6143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5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8 24575,'-10'-2'0,"0"0"0,0 1 0,0 0 0,1 0 0,-1 1 0,0 0 0,-10 2 0,17-2 0,1 1 0,-1-1 0,1 1 0,-1 0 0,1 0 0,-1 0 0,1 0 0,0 0 0,-1 0 0,1 1 0,0-1 0,0 1 0,-3 3 0,4-3 0,0-1 0,0 1 0,0 0 0,0 0 0,0 0 0,0 0 0,0 0 0,1 0 0,-1 0 0,1 1 0,0-1 0,-1 0 0,1 0 0,0 0 0,0 0 0,1 1 0,-1-1 0,1 4 0,1-1 0,-1 0 0,1 0 0,0 1 0,0-2 0,1 1 0,0 0 0,0 0 0,0-1 0,0 0 0,1 1 0,-1-1 0,6 4 0,5 4 0,1 0 0,19 11 0,-25-18 0,-1 0 0,1 0 0,-1-1 0,1 0 0,1-1 0,-1 0 0,13 3 0,-19-6 0,1 1 0,-1-1 0,1 0 0,-1 0 0,1 0 0,-1 0 0,0-1 0,1 1 0,-1-1 0,0 0 0,1 0 0,-1 0 0,0 0 0,0 0 0,0-1 0,0 0 0,0 1 0,0-1 0,0 0 0,-1 0 0,1-1 0,-1 1 0,1-1 0,1-2 0,0-1 0,0 0 0,-1-1 0,-1 1 0,1 0 0,-1-1 0,0 1 0,2-12 0,-2 10 0,0 0 0,0 0 0,1 0 0,5-10 0,-8 17 0,1 0 0,-1 0 0,1 0 0,-1 1 0,1-1 0,-1 0 0,1 1 0,0-1 0,-1 1 0,1-1 0,0 1 0,-1-1 0,1 1 0,0-1 0,0 1 0,0-1 0,-1 1 0,1 0 0,0 0 0,0-1 0,0 1 0,1 0 0,0 0 0,-1 0 0,1 0 0,0 1 0,0-1 0,-1 1 0,1-1 0,0 1 0,0-1 0,-1 1 0,3 1 0,4 3 0,-1 0 0,0 1 0,9 9 0,-13-13 0,18 19-1365,-13-11-5461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24575,'5'10'0,"2"6"0,1 2 0,1 1 0,0 1 0,-1 1 0,0-1 0,2-2 0,-1-3-8191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58 24575,'-7'-5'0,"-8"-8"0,-19-9 0,30 19 0,0 1 0,0 0 0,0 0 0,-1 0 0,1 1 0,0-1 0,-1 1 0,1 0 0,-1 0 0,-5 0 0,9 1 0,0 0 0,0 0 0,0 1 0,0-1 0,0 0 0,0 0 0,0 0 0,0 1 0,0-1 0,0 1 0,0-1 0,0 1 0,0-1 0,0 1 0,0-1 0,1 1 0,-1 0 0,0-1 0,0 1 0,1 0 0,-1 0 0,0 1 0,0-1 0,0 1 0,0 0 0,0 1 0,1-1 0,-1 0 0,1 0 0,-1 0 0,1 0 0,0 0 0,0 3 0,0 4 0,1 0 0,1 0 0,-1-1 0,4 11 0,8 22 0,3 0 0,29 57 0,53 72 0,-60-105 0,112 187 0,-171-269 0,-1-2 0,-77-72 0,85 77 0,1-1 0,0-1 0,1 0 0,-15-29 0,24 41 0,1 0 0,1 0 0,-1-1 0,1 1 0,-1 0 0,1-1 0,0 0 0,1 1 0,-1-7 0,1 9 0,0 0 0,0 1 0,1-1 0,-1 0 0,0 1 0,1-1 0,-1 0 0,1 1 0,0-1 0,0 1 0,-1-1 0,1 1 0,0-1 0,0 1 0,0 0 0,1-1 0,-1 1 0,0 0 0,0 0 0,1 0 0,-1 0 0,0 0 0,1 0 0,-1 0 0,1 0 0,0 1 0,2-2 0,15-3 0,-1 0 0,1 2 0,1 0 0,30 0 0,17-2 0,-23-1 0,-18 4 0,0-2 0,0 0 0,50-17 0,-75 21 0,-1 0 0,0-1 0,1 1 0,-1 0 0,1 0 0,-1 0 0,1 0 0,-1 0 0,1-1 0,-1 1 0,1 0 0,-1 0 0,1 0 0,-1 0 0,1 1 0,-1-1 0,1 0 0,-1 0 0,1 0 0,-1 0 0,1 0 0,-1 1 0,1-1 0,-1 0 0,1 0 0,-1 1 0,0-1 0,1 0 0,-1 1 0,0-1 0,1 0 0,-1 1 0,0-1 0,1 0 0,-1 1 0,0-1 0,0 1 0,1-1 0,-1 1 0,0-1 0,0 1 0,0-1 0,0 1 0,1 0 0,-1 4 0,1 0 0,-1-1 0,1 1 0,-2 6 0,1 5 0,3-2-1365,-1 0-5461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24575,'-3'8'0,"0"4"0,-3 3 0,0-1-8191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6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28 24575,'-4'-2'0,"-6"-3"0,0 1 0,0 1 0,-1-1 0,1 1 0,-1 1 0,1 0 0,-1 1 0,-14-1 0,23 2 0,1 0 0,-1 0 0,1 0 0,0 1 0,-1-1 0,1 0 0,-1 1 0,1-1 0,0 0 0,-1 1 0,1 0 0,0-1 0,0 1 0,-1 0 0,1 0 0,0-1 0,0 1 0,0 0 0,0 0 0,0 0 0,0 0 0,0 1 0,0-1 0,1 0 0,-1 0 0,0 0 0,1 1 0,-1-1 0,1 0 0,-1 1 0,1-1 0,-1 1 0,1-1 0,0 0 0,0 1 0,0-1 0,0 3 0,0 1 0,1 0 0,0 0 0,0-1 0,0 1 0,1 0 0,-1 0 0,1-1 0,0 1 0,4 6 0,4 3 0,0-1 0,1 0 0,0 0 0,1-1 0,0 0 0,22 15 0,-15-14 0,0 0 0,1-2 0,0 0 0,29 11 0,-44-21 0,-1 1 0,1-1 0,0 1 0,0-1 0,0-1 0,1 1 0,-1-1 0,0 0 0,0 0 0,0 0 0,0-1 0,7-1 0,-9 2 0,-1-1 0,1 0 0,-1 0 0,0-1 0,1 1 0,-1 0 0,0-1 0,0 1 0,0-1 0,0 0 0,0 0 0,0 0 0,0 0 0,-1 0 0,1 0 0,-1 0 0,0 0 0,1-1 0,-1 1 0,0-1 0,0 1 0,0-1 0,-1 1 0,1-1 0,0-3 0,-1-6-1365,-1 3-5461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5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0 177 24575,'7'17'0,"-1"-1"0,2 0 0,1 0 0,0-1 0,0 0 0,2-1 0,12 15 0,3-2 0,1-1 0,38 30 0,-60-52 0,0-1 0,0 0 0,0 0 0,1 0 0,-1 0 0,0-1 0,1 0 0,9 2 0,-14-3 0,1-1 0,-1 0 0,1 0 0,-1 1 0,1-1 0,-1 0 0,1 0 0,-1-1 0,1 1 0,0 0 0,-1-1 0,1 1 0,-1 0 0,0-1 0,1 0 0,-1 1 0,1-1 0,-1 0 0,0 0 0,1 0 0,-1 1 0,0-2 0,0 1 0,0 0 0,0 0 0,0 0 0,0 0 0,0-1 0,0 1 0,0 0 0,-1-1 0,1 1 0,0 0 0,-1-1 0,0 1 0,1-1 0,0-1 0,1-16 0,1 0 0,-2 0 0,-1 0 0,0 1 0,-1-1 0,-1 0 0,-8-33 0,5 35 0,3 14 0,1-1 0,0 1 0,0-1 0,1 0 0,-1 1 0,0-5 0,1 8 0,0-1 0,0 1 0,0 0 0,0 0 0,0-1 0,0 1 0,0 0 0,0 0 0,1-1 0,-1 1 0,0 0 0,0 0 0,0 0 0,0-1 0,0 1 0,0 0 0,0 0 0,0 0 0,1-1 0,-1 1 0,0 0 0,0 0 0,0 0 0,0 0 0,1 0 0,-1-1 0,0 1 0,0 0 0,0 0 0,1 0 0,-1 0 0,0 0 0,10 2 0,9 11 0,-17-11 0,36 27 0,-4-2 0,69 40 0,-91-60 0,1-1 0,-1-1 0,1 0 0,0 0 0,0-2 0,0 1 0,1-2 0,-1 0 0,1 0 0,16-1 0,-26-1 0,1-1 0,0 1 0,-1-1 0,1 0 0,0 0 0,-1 0 0,1 0 0,-1-1 0,0 0 0,1 0 0,-1 0 0,0-1 0,0 1 0,0-1 0,4-4 0,-4 2 0,0 1 0,-1-1 0,1 1 0,-1-1 0,0 0 0,-1 0 0,1 0 0,-1-1 0,0 1 0,-1-1 0,1 1 0,0-8 0,0 4 6,-1 0 0,-1 0 0,0 1 0,0-1 0,-1 0 0,0 1 0,0-1 0,-1 0 0,0 1 0,-1-1 0,0 1 0,0 0 0,0 0 0,-1 0 0,-1 1 0,1-1 0,-1 1 0,0 0 0,-12-12 0,8 10-120,-1 1 0,1-1-1,-2 2 1,1-1 0,-1 2 0,0-1-1,0 1 1,-1 1 0,0 0 0,0 1-1,0 0 1,-25-4 0,9 4-6712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0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795 53 24575,'12'1'0,"0"0"0,19 5 0,1-1 0,-32-5 0,1 0 0,-1 0 0,1 0 0,-1 0 0,1 0 0,-1 0 0,1 0 0,-1 0 0,1 1 0,-1-1 0,1 0 0,-1 0 0,1 0 0,-1 0 0,1 1 0,-1-1 0,1 0 0,-1 1 0,0-1 0,1 0 0,0 1 0,-9 4 0,-20 3 0,26-7 0,-37 6 0,-64 4 0,54-7 0,-244 29 0,252-27 0,14-2 0,-45 2 0,-129-7 0,201 1 0,-1 1 0,1-1 0,0 0 0,-1 0 0,1 0 0,0 0 0,-1 0 0,1 0 0,-1 0 0,1 0 0,0 0 0,-1 0 0,1 0 0,0-1 0,-1 1 0,1 0 0,0 0 0,-1 0 0,1 0 0,0 0 0,-1-1 0,1 1 0,0 0 0,-1 0 0,1-1 0,0 1 0,0 0 0,-1 0 0,1-1 0,0 1 0,7-9 0,23-10 0,-27 17 0,80-41 0,22-14 0,-103 56 0,0 0 0,-1 0 0,1 0 0,-1 0 0,1-1 0,-1 1 0,1-1 0,-1 1 0,2-3 0,-3 4 0,0 0 0,0 0 0,0-1 0,0 1 0,0 0 0,0 0 0,0 0 0,0 0 0,0 0 0,0-1 0,0 1 0,0 0 0,0 0 0,0 0 0,0 0 0,0-1 0,0 1 0,0 0 0,0 0 0,0 0 0,0 0 0,0 0 0,0-1 0,0 1 0,0 0 0,0 0 0,0 0 0,-1 0 0,1 0 0,0 0 0,0-1 0,0 1 0,0 0 0,0 0 0,0 0 0,0 0 0,-1 0 0,1 0 0,-13 0 0,-2 2 0,-1 2 0,1 0 0,0 1 0,0 1 0,0 0 0,1 1 0,-16 10 0,9-3 0,0 1 0,1 1 0,-29 31 0,49-47 0,-1 0 0,1 1 0,0-1 0,0 0 0,-1 0 0,1 1 0,0-1 0,0 0 0,0 1 0,-1-1 0,1 0 0,0 1 0,0-1 0,0 0 0,0 1 0,0-1 0,0 1 0,0-1 0,0 0 0,0 1 0,0-1 0,0 0 0,0 1 0,0-1 0,0 1 0,0-1 0,0 0 0,0 1 0,0-1 0,10 9 0,21 1 0,-26-8 0,157 36 109,-67-18-1583,-81-17-5352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838 99 24575,'1'-1'0,"1"0"0,-1-1 0,1 1 0,-1 0 0,1 0 0,-1-1 0,0 1 0,0-1 0,0 1 0,1-3 0,-1 3 0,-1 1 0,0 0 0,0 0 0,0 0 0,0-1 0,0 1 0,0 0 0,0 0 0,0-1 0,0 1 0,0 0 0,0 0 0,0-1 0,0 1 0,0 0 0,0 0 0,0-1 0,0 1 0,0 0 0,0 0 0,-1 0 0,1-1 0,0 1 0,0 0 0,0 0 0,0 0 0,0-1 0,-1 1 0,1 0 0,0 0 0,-1-1 0,0 1 0,0 0 0,0-1 0,1 1 0,-1 0 0,0 0 0,0 0 0,0 0 0,0 0 0,0 0 0,0 0 0,0 0 0,-1 0 0,-87 10 0,-56 5 0,58-12 0,-138 24 0,191-19 0,-52 21 0,-5 1 0,87-29 0,0 0 0,0-1 0,0 1 0,0-1 0,0 0 0,0 0 0,0-1 0,-1 1 0,1-1 0,0 0 0,0 0 0,1 0 0,-1-1 0,0 1 0,0-1 0,1 0 0,-5-2 0,7 3 0,1 1 0,0 0 0,-1 0 0,1 0 0,0 0 0,0-1 0,-1 1 0,1 0 0,0 0 0,0-1 0,-1 1 0,1 0 0,0 0 0,0-1 0,0 1 0,-1 0 0,1-1 0,0 1 0,0 0 0,0-1 0,0 1 0,0 0 0,0-1 0,0 1 0,0 0 0,0-1 0,0 1 0,0 0 0,0-1 0,0 1 0,0 0 0,0-1 0,9-9 0,23-5 0,-28 13 0,107-37 0,-78 29 0,-2-1 0,0-1 0,37-21 0,-66 31 0,1 1 0,0-1 0,-1 0 0,0-1 0,1 1 0,3-5 0,-6 7 0,0-1 0,1 1 0,-1-1 0,0 1 0,0 0 0,1-1 0,-1 1 0,0-1 0,0 1 0,1-1 0,-1 1 0,0-1 0,0 1 0,0-1 0,0 1 0,0-1 0,0 1 0,0-1 0,0 1 0,0-1 0,0 1 0,0-1 0,0 1 0,0-1 0,0 1 0,0-1 0,-1 1 0,1 0 0,0-1 0,0 1 0,-1-1 0,1 1 0,0-1 0,0 1 0,-1 0 0,1-1 0,0 1 0,-1 0 0,1-1 0,-1 1 0,1 0 0,0-1 0,-1 1 0,1 0 0,-1 0 0,1 0 0,-1-1 0,1 1 0,-1 0 0,1 0 0,-1 0 0,-1 0 0,-1-1 0,1 1 0,0 0 0,0 0 0,0 0 0,0 0 0,0 1 0,0-1 0,0 1 0,0-1 0,0 1 0,0 0 0,0-1 0,0 1 0,0 0 0,-2 2 0,-31 22 0,25-17 0,3-2 0,-34 25 0,-61 36 0,89-60 0,-18 12 0,31-19 0,-1 0 0,1 0 0,0 0 0,0 0 0,0 0 0,-1 0 0,1 0 0,0 1 0,0-1 0,0 0 0,-1 0 0,1 0 0,0 1 0,0-1 0,0 0 0,0 0 0,0 0 0,-1 1 0,1-1 0,0 0 0,0 0 0,0 0 0,0 1 0,0-1 0,0 0 0,0 0 0,0 1 0,0-1 0,0 0 0,0 0 0,0 1 0,0-1 0,0 0 0,0 0 0,0 1 0,0-1 0,0 0 0,0 0 0,0 1 0,0-1 0,1 0 0,-1 0 0,0 1 0,0-1 0,0 0 0,0 0 0,1 0 0,-1 0 0,0 1 0,0-1 0,0 0 0,1 0 0,-1 0 0,0 0 0,0 0 0,0 0 0,1 1 0,-1-1 0,0 0 0,1 0 0,19 5 0,-15-4 0,153 27 0,-150-27-114,-1 1 1,1 0-1,-1 0 0,0 0 0,0 1 1,0 0-1,0 1 0,-1-1 0,1 1 1,-1 0-1,7 7 0,-3 0-6712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27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86 24575,'30'-12'0,"33"-10"0,-51 19 0,-1 0 0,0 1 0,1 1 0,0 0 0,0 0 0,16 2 0,-27-1 0,-1-1 0,1 1 0,0 0 0,0 0 0,-1 1 0,1-1 0,0 0 0,0 0 0,0 0 0,-1 0 0,1 1 0,0-1 0,0 0 0,-1 1 0,1-1 0,0 0 0,-1 1 0,1-1 0,-1 1 0,2 0 0,-2 0 0,0-1 0,0 1 0,-1-1 0,1 1 0,0-1 0,0 1 0,-1-1 0,1 1 0,0-1 0,-1 1 0,1-1 0,0 0 0,-1 1 0,1-1 0,0 0 0,-1 1 0,1-1 0,-1 0 0,1 1 0,-1-1 0,0 0 0,-34 15 0,34-14 0,-35 9 0,0-1 0,-1-2 0,-39 2 0,53-6 0,-73 8 0,-96-2 0,169-8 0,0 2 0,1 0 0,-45 13 0,56-13 0,-6 2 0,12-3 0,1 0 0,-1-1 0,1 0 0,-1 0 0,0 0 0,0-1 0,1 1 0,-8-1 0,12 0 0,0 0 0,-1 0 0,1 0 0,0 0 0,0 0 0,-1 0 0,1-1 0,0 1 0,0 0 0,-1 0 0,1 0 0,0 0 0,0 0 0,0 0 0,-1 0 0,1 0 0,0-1 0,0 1 0,0 0 0,-1 0 0,1 0 0,0 0 0,0-1 0,0 1 0,0 0 0,0 0 0,-1 0 0,1-1 0,0 1 0,0 0 0,0 0 0,0 0 0,0-1 0,0 1 0,5-8 0,15-8 0,-17 14 0,22-13 0,52-25 0,-57 32 0,0-2 0,-1-1 0,0 0 0,34-27 0,-50 33 0,-12 9 0,-21 12 0,26-14 0,-20 10 0,0-1 0,-2-1 0,1-1 0,-1-2 0,-40 8 0,58-14 0,-1 1 0,1 0 0,0 0 0,-1 1 0,-10 6 0,17-9 0,1 1 0,-1 0 0,1 0 0,-1 0 0,1 0 0,-1 1 0,1-1 0,0 0 0,0 0 0,-1 1 0,1-1 0,0 1 0,0-1 0,0 1 0,1 0 0,-1-1 0,0 1 0,0 0 0,1-1 0,-1 1 0,1 0 0,0 0 0,0-1 0,-1 1 0,1 0 0,0 0 0,0 0 0,1 0 0,-1-1 0,0 1 0,1 3 0,1-2 0,-1-1 0,0 1 0,1 0 0,-1-1 0,1 0 0,0 1 0,0-1 0,0 0 0,0 0 0,0 0 0,0 0 0,0 0 0,1 0 0,-1-1 0,1 1 0,-1-1 0,1 0 0,3 2 0,8 2 0,0-1 0,19 5 0,-21-7 0,25 5 0,41 3 0,10 1 0,-78-8-1365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39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920 78 24575,'20'-7'0,"-14"5"0,-1 0 0,1 0 0,-1 0 0,9-6 0,-14 8 0,0 0 0,0 0 0,1 0 0,-1 0 0,0 0 0,0 0 0,0 0 0,0 0 0,0 0 0,0 0 0,0 0 0,0 0 0,0 0 0,1 0 0,-1 0 0,0 0 0,0 0 0,0 0 0,0-1 0,0 1 0,0 0 0,0 0 0,0 0 0,0 0 0,0 0 0,0 0 0,0 0 0,0 0 0,0 0 0,0-1 0,0 1 0,0 0 0,0 0 0,0 0 0,0 0 0,0 0 0,0 0 0,0 0 0,0 0 0,0-1 0,0 1 0,0 0 0,0 0 0,0 0 0,0 0 0,0 0 0,0 0 0,0 0 0,0 0 0,0-1 0,-7 0 0,-10 1 0,-174 32 0,44 2 0,141-33 0,-190 31 0,75-32 0,-4 1 0,81 6 0,29-4 0,-26 2 0,7 1 0,12-2 0,22-4 0,0 1 0,0-1 0,0 0 0,0 0 0,0 0 0,0 0 0,0 0 0,0 0 0,0 0 0,0 0 0,0 0 0,0 0 0,0 0 0,0 0 0,-1 0 0,1 0 0,0 0 0,0 0 0,0 0 0,0 0 0,0 0 0,0 0 0,0 0 0,0 0 0,0 0 0,0 0 0,0 0 0,0 0 0,0 0 0,0 0 0,-1 0 0,1 0 0,0 0 0,0-1 0,0 1 0,0 0 0,0 0 0,0 0 0,0 0 0,0 0 0,0 0 0,0 0 0,0 0 0,0 0 0,0 0 0,0 0 0,0 0 0,0 0 0,0 0 0,0 0 0,0 0 0,0-1 0,0 1 0,0 0 0,0 0 0,0 0 0,0 0 0,0 0 0,0 0 0,0 0 0,0 0 0,0 0 0,0 0 0,0 0 0,0 0 0,0 0 0,0-1 0,5-4 0,8-6 0,13-3 0,2 1 0,31-11 0,-35 15 0,-1-1 0,1 0 0,36-25 0,-52 30 0,-1-2 0,0 1 0,0-1 0,7-9 0,-61 42 0,-51 15 0,10-6 0,69-26 0,-18 8 0,34-16 0,2 0 0,-1 0 0,0 1 0,0-1 0,0 1 0,1 0 0,-1-1 0,0 1 0,1 0 0,0 0 0,-1 0 0,1 0 0,-2 4 0,3-5 0,0-1 0,0 1 0,0 0 0,0 0 0,0-1 0,0 1 0,0 0 0,0 0 0,0-1 0,0 1 0,1 0 0,-1 0 0,0-1 0,0 1 0,1 0 0,-1-1 0,0 1 0,1 0 0,-1-1 0,1 1 0,-1 0 0,1-1 0,-1 1 0,1-1 0,0 1 0,-1-1 0,1 1 0,0-1 0,-1 0 0,1 1 0,0-1 0,-1 0 0,1 1 0,0-1 0,0 0 0,0 0 0,6 2 0,0 0 0,14 2 0,-15-3 0,235 33 0,-229-33-116,-6-1-40,0 1 0,0 0 0,0 0-1,-1 0 1,1 1 0,0-1 0,8 5 0,-5 0-6670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45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870 37 24575,'0'0'0,"4"-1"0,-1 0 0,0 0 0,1 0 0,-1 1 0,1 0 0,-1-1 0,1 1 0,-1 1 0,1-1 0,-1 0 0,1 1 0,-1-1 0,4 3 0,-6-3 0,-1 0 0,0 0 0,0 0 0,0 0 0,0 0 0,0 0 0,1 0 0,-1 0 0,0 0 0,0 0 0,0 1 0,0-1 0,0 0 0,0 0 0,0 0 0,0 0 0,1 0 0,-1 0 0,0 0 0,0 1 0,0-1 0,0 0 0,0 0 0,0 0 0,0 0 0,0 0 0,0 1 0,0-1 0,0 0 0,0 0 0,0 0 0,0 0 0,0 1 0,0-1 0,0 0 0,0 0 0,0 0 0,0 0 0,-6 6 0,-8 0 0,-7 0 0,1-1 0,-25 2 0,-2 0 0,-156 26 0,83-15 0,39-6 0,6-1 0,-84 23 0,142-29 0,4 0 0,0-1 0,0-1 0,-1-1 0,0 1 0,-18-1 0,31-2 0,1 0 0,-1 0 0,0 0 0,1 0 0,-1 0 0,0 0 0,0 0 0,1 0 0,-1 0 0,0 0 0,1 0 0,-1-1 0,0 1 0,1 0 0,-1 0 0,1-1 0,-1 1 0,0-1 0,1 1 0,-1 0 0,1-1 0,-1 1 0,1-1 0,-1 1 0,1-1 0,0 1 0,-1-2 0,1 1 0,0 0 0,0 0 0,0 0 0,0 0 0,0 0 0,0 0 0,1 0 0,-1 0 0,0 0 0,1 0 0,-1 0 0,1 0 0,-1 0 0,1 0 0,-1 0 0,2 0 0,3-5 0,-1 1 0,1 0 0,1 0 0,7-5 0,18-10 0,1 2 0,1 1 0,54-20 0,-67 30 0,0-2 0,35-20 0,-54 28 0,0 1 0,0-1 0,-1 1 0,1-1 0,0 0 0,0 1 0,-1-1 0,1 0 0,0 1 0,-1-1 0,1 0 0,-1 0 0,2-1 0,-2 2 0,0 0 0,0-1 0,0 1 0,0 0 0,-1 0 0,1 0 0,0-1 0,0 1 0,0 0 0,0 0 0,0 0 0,0-1 0,0 1 0,0 0 0,0 0 0,-1 0 0,1 0 0,0-1 0,0 1 0,0 0 0,0 0 0,-1 0 0,1 0 0,0 0 0,0 0 0,0-1 0,-1 1 0,1 0 0,0 0 0,0 0 0,0 0 0,-1 0 0,1 0 0,0 0 0,-3 0 0,0-1 0,0 1 0,0 0 0,0 0 0,0 0 0,1 1 0,-5 0 0,-24 7 0,2 2 0,-1 1 0,1 2 0,-48 28 0,51-27 0,-16 11 0,42-25 0,0 0 0,-1 1 0,1-1 0,0 0 0,0 0 0,0 0 0,-1 0 0,1 0 0,0 0 0,0 1 0,0-1 0,0 0 0,-1 0 0,1 0 0,0 0 0,0 1 0,0-1 0,0 0 0,0 0 0,0 0 0,0 1 0,0-1 0,0 0 0,-1 0 0,1 1 0,0-1 0,0 0 0,0 0 0,0 0 0,0 1 0,0-1 0,0 0 0,1 0 0,-1 1 0,0-1 0,0 0 0,0 0 0,0 1 0,10 3 0,18-1 0,-23-3 0,103 14 0,-15-1 0,-78-10-1365,-4 1-5461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6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618 1 24575,'-7'10'0,"0"-1"0,-13 12 0,-4 6 0,-37 53 0,-66 112 0,108-162 0,-1 0 0,-1-1 0,-26 26 0,38-45 0,-1-1 0,0 0 0,0-1 0,-1 0 0,0-1 0,-1 0 0,1-1 0,-1 0 0,-1-1 0,1 0 0,-20 4 0,-55 7-1365,62-13-5461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1 24575,'-38'-1'0,"-69"3"0,89 0 0,1 0 0,0 1 0,0 0 0,-19 8 0,34-11 0,0 1 0,0-1 0,0 1 0,0 0 0,1 0 0,-1 0 0,0 0 0,0 0 0,1 0 0,-1 0 0,0 0 0,1 1 0,-1-1 0,1 1 0,0-1 0,0 1 0,-1 0 0,1-1 0,0 1 0,0 0 0,0 0 0,1 0 0,-1 0 0,0-1 0,1 1 0,-1 0 0,1 0 0,0 0 0,-1 1 0,1-1 0,0 0 0,0 0 0,1 0 0,-1 0 0,0 0 0,1 0 0,-1 0 0,1 0 0,0 0 0,-1-1 0,2 4 0,1 1 0,1 0 0,0 1 0,0-1 0,0-1 0,0 1 0,1 0 0,0-1 0,0 0 0,1 0 0,8 5 0,9 4 0,2-1 0,39 15 0,-34-17 0,38 22 0,-66-32 0,0 1 0,0-1 0,0 0 0,0 1 0,0 0 0,0-1 0,0 1 0,0 0 0,-1 0 0,3 4 0,-3-6 0,-1 1 0,0 0 0,0 0 0,1 0 0,-1 0 0,0 0 0,0 0 0,0 0 0,0 0 0,0-1 0,0 1 0,0 0 0,-1 0 0,1 0 0,0 0 0,0 0 0,-1 0 0,1 0 0,0-1 0,-1 1 0,1 0 0,-1 0 0,1 0 0,-1-1 0,1 1 0,-1 0 0,0-1 0,1 1 0,-1 0 0,0-1 0,0 1 0,0 0 0,-5 2 0,1 1 0,-1-1 0,0 0 0,0 0 0,0-1 0,-1 1 0,1-2 0,0 1 0,-1-1 0,1 1 0,-10-1 0,-5 0 0,0-1 0,-28-4 0,47 4-68,0 0 0,0 0-1,0 0 1,0-1 0,0 1 0,0-1-1,0 0 1,0 0 0,0 1 0,0-1-1,1 0 1,-1 0 0,0-1 0,0 1-1,1 0 1,-1-1 0,1 1-1,-1-1 1,-1-1 0,-1-5-6758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1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89 237 24575,'18'129'0,"-14"-110"0,1-1 0,1 0 0,0 0 0,17 31 0,-23-48 0,12 18 0,-11-18 0,0 0 0,-1 0 0,1 0 0,0-1 0,-1 1 0,1 0 0,0 0 0,0-1 0,0 1 0,-1-1 0,1 1 0,0-1 0,0 1 0,0-1 0,0 1 0,0-1 0,1 1 0,-1-2 0,-1 1 0,1 0 0,-1 0 0,1 0 0,-1 0 0,1-1 0,-1 1 0,0 0 0,1 0 0,-1-1 0,1 1 0,-1 0 0,0-1 0,1 1 0,-1-1 0,0 1 0,1 0 0,-1-1 0,0 1 0,0-1 0,1 1 0,-1-1 0,0 1 0,0-1 0,0 1 0,0-1 0,0 1 0,1-1 0,-1 1 0,0-1 0,0 1 0,0-1 0,0 1 0,-1-1 0,1 1 0,0-1 0,-3-20 0,3 20 0,-3-8 0,1 0 0,-2 0 0,0 0 0,0 0 0,0 0 0,-7-8 0,-37-47 0,7 10 0,31 39 0,-25-41 0,32 51 0,0-1 0,1 0 0,0 0 0,0 0 0,0-1 0,0 1 0,0-12 0,2 16 0,0 1 0,0-1 0,0 0 0,0 1 0,0-1 0,0 0 0,1 1 0,-1-1 0,1 0 0,-1 1 0,1-1 0,0 1 0,0-1 0,-1 1 0,1 0 0,0-1 0,0 1 0,0 0 0,0-1 0,1 1 0,-1 0 0,0 0 0,1 0 0,-1 0 0,0 0 0,1 0 0,-1 1 0,1-1 0,-1 0 0,1 1 0,-1-1 0,1 1 0,2-1 0,6 0 0,0-1 0,-1 2 0,1-1 0,16 3 0,-11-1 0,-6-1 0,1 0 0,0 1 0,0-1 0,18 5 0,-26-4 0,-1-1 0,1 0 0,0 1 0,-1-1 0,1 1 0,-1 0 0,1 0 0,0-1 0,-1 1 0,0 0 0,1 0 0,-1 0 0,0 1 0,1-1 0,-1 0 0,0 0 0,0 1 0,0-1 0,0 0 0,0 1 0,0-1 0,-1 1 0,1 0 0,0-1 0,-1 1 0,1 0 0,-1-1 0,1 1 0,-1 2 0,0-2 0,0 0 0,-1-1 0,1 1 0,-1 0 0,1 0 0,-1-1 0,0 1 0,1 0 0,-1-1 0,0 1 0,0-1 0,0 1 0,0-1 0,-1 1 0,1-1 0,0 0 0,-1 1 0,1-1 0,-1 0 0,1 0 0,-1 0 0,-2 1 0,-6 3 0,1-1 0,-19 6 0,18-6 0,-32 9 0,-28 11 0,70-24 0,0 0 0,0 0 0,0 0 0,0 0 0,-1 0 0,1 0 0,0 0 0,0 0 0,0 0 0,0 0 0,0 0 0,0 0 0,-1 0 0,1 0 0,0 0 0,0 0 0,0 0 0,0 0 0,0 0 0,-1 1 0,1-1 0,0 0 0,0 0 0,0 0 0,0 0 0,0 0 0,0 0 0,0 0 0,0 0 0,-1 1 0,1-1 0,0 0 0,0 0 0,0 0 0,0 0 0,0 0 0,0 0 0,0 1 0,0-1 0,0 0 0,0 0 0,0 0 0,0 0 0,0 0 0,0 0 0,0 1 0,0-1 0,0 0 0,0 0 0,0 0 0,0 0 0,0 0 0,0 1 0,0-1 0,0 0 0,1 0 0,10 3 0,16-2 0,10-2 0,-1 0 0,0-3 0,0-1 0,69-19 0,-95 21 0,12-4 0,43-18 0,-59 22 0,0 0 0,-1 0 0,0-1 0,0 1 0,0-1 0,0 0 0,0 0 0,-1-1 0,0 0 0,0 1 0,0-1 0,5-9 0,-8 10 0,0 1 0,0 0 0,-1-1 0,1 1 0,-1-1 0,0 1 0,1-1 0,-2 1 0,1-1 0,0 1 0,-1-1 0,1 1 0,-1 0 0,0-1 0,0 1 0,-1 0 0,1-1 0,-1 1 0,1 0 0,-3-3 0,0 0 0,0 0 0,0 0 0,0 1 0,-1-1 0,0 1 0,0 0 0,0 1 0,0-1 0,-8-4 0,13 9 0,-1-1 0,0 1 0,1 0 0,-1-1 0,0 1 0,1-1 0,-1 1 0,0 0 0,0 0 0,0-1 0,1 1 0,-1 0 0,0 0 0,0 0 0,0 0 0,1 0 0,-1 0 0,0 0 0,0 0 0,0 0 0,0 0 0,1 1 0,-1-1 0,0 0 0,0 0 0,0 1 0,0 0 0,0 0 0,1 0 0,-1 0 0,0 0 0,1 0 0,-1 0 0,1 0 0,-1 0 0,1 0 0,-1 0 0,1 0 0,0 0 0,0 0 0,0 1 0,-1 1 0,1 2 0,0 1 0,0-1 0,1 0 0,0 1 0,0-1 0,0 0 0,2 5 0,2 2 0,1 0 0,0-1 0,1 0 0,0-1 0,1 1 0,0-2 0,1 1 0,0-1 0,15 12 0,-16-14 0,1-1 0,-1 0 0,1-1 0,1 0 0,-1-1 0,1 0 0,0 0 0,0-1 0,0 0 0,0-1 0,21 3 0,-26-5 0,17 1 0,27-1 0,-43-1 0,-1 1 0,1-1 0,0 0 0,0-1 0,0 1 0,-1-1 0,1 0 0,-1-1 0,9-4 0,-12 5-72,0 1 1,0-1-1,-1 1 0,1-1 0,-1 0 0,0 0 0,1 0 0,-1 0 1,0 0-1,0 0 0,0 0 0,0 0 0,-1 0 0,1 0 0,-1 0 1,1-1-1,-1 1 0,1-3 0,0-7-6754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0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24575,'-8'0'0,"-1"0"0,1 1 0,0 0 0,-1 1 0,1 0 0,-11 4 0,17-5 0,0 0 0,-1 0 0,1 0 0,0 0 0,0 1 0,0-1 0,0 1 0,0 0 0,0-1 0,0 1 0,-1 2 0,2-2 0,0-1 0,0 1 0,1-1 0,-1 1 0,1-1 0,-1 1 0,1-1 0,-1 1 0,1-1 0,0 1 0,0 0 0,0-1 0,0 1 0,0 0 0,0-1 0,0 1 0,1-1 0,-1 1 0,1 1 0,1 1 0,-1-1 0,1 0 0,0 1 0,0-1 0,0 0 0,1 0 0,-1-1 0,1 1 0,0 0 0,0-1 0,-1 0 0,1 1 0,1-1 0,-1 0 0,4 1 0,6 4 0,1-1 0,19 6 0,-17-7 0,-1-1 0,1 0 0,-1-1 0,1-1 0,23 1 0,-35-3 0,0 0 0,0 0 0,0 0 0,0-1 0,0 0 0,0 0 0,0 0 0,0 0 0,0 0 0,-1-1 0,1 0 0,0 1 0,-1-1 0,0-1 0,1 1 0,-1 0 0,0-1 0,0 0 0,0 0 0,-1 0 0,1 0 0,-1 0 0,1 0 0,-1-1 0,0 1 0,3-7 0,-2 7 0,2 7 0,8 17 0,3 2 0,-13-21 0,0 1 0,0 0 0,1-1 0,-1 1 0,1-1 0,0 0 0,6 3 0,-9-5 0,0 0 0,0 0 0,0 1 0,0-1 0,0 0 0,0 0 0,0 0 0,0 0 0,0 0 0,0 0 0,0 0 0,0-1 0,0 1 0,0 0 0,0 0 0,0-1 0,-1 1 0,1-1 0,0 1 0,0-1 0,0 1 0,0-1 0,-1 1 0,1-1 0,0 0 0,-1 1 0,1-1 0,0 0 0,-1 0 0,1 0 0,-1 1 0,1-1 0,-1 0 0,1 0 0,-1 0 0,0 0 0,0 0 0,1-1 0,2-11-1365,-2 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0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27 24575,'-3'-8'0,"2"-1"0,2 2 0,2 5 0,1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0 24575,'-9'13'0,"0"1"0,1-1 0,1 1 0,0 1 0,0-1 0,2 1 0,0 1 0,1-1 0,0 0 0,1 1 0,1 0 0,0 0 0,1 0 0,1 0 0,1 0 0,0 0 0,1-1 0,0 1 0,2 0 0,0-1 0,0 1 0,14 27 0,4 0 0,2-2 0,2 0 0,34 40 0,21 31 0,-81-112 0,3 5 0,1 0 0,-1 0 0,0 0 0,-1 1 0,4 11 0,-5-16 0,-1 0 0,0 0 0,0 0 0,0 1 0,0-1 0,0 0 0,0 0 0,0 1 0,0-1 0,-1 0 0,1 0 0,0 1 0,-1-1 0,1 0 0,-1 0 0,1 0 0,-1 0 0,0 0 0,1 0 0,-1 0 0,0 0 0,0 0 0,0 0 0,0 0 0,0 0 0,0 0 0,0-1 0,0 1 0,0 0 0,0-1 0,0 1 0,0-1 0,0 1 0,-2-1 0,-3 2 0,1-1 0,-1 0 0,1 0 0,-1 0 0,0-1 0,1 1 0,-1-1 0,0-1 0,0 1 0,1-1 0,-1 0 0,1-1 0,-1 1 0,1-1 0,-1 0 0,1 0 0,-6-4 0,4 2 0,0 0 0,0 0 0,0-1 0,1 0 0,-1 0 0,1 0 0,0-1 0,1 0 0,0 0 0,0-1 0,-7-9 0,9 9 0,0-1 0,0 1 0,0-1 0,1 1 0,0-1 0,0 0 0,1 0 0,0 0 0,0-11 0,1 14 0,0 0 0,1 0 0,0 0 0,-1 0 0,2 0 0,-1 0 0,1 1 0,-1-1 0,1 0 0,0 1 0,1-1 0,-1 1 0,1 0 0,0 0 0,0 0 0,4-4 0,2 1 0,0-1 0,1 1 0,0 1 0,0 0 0,0 1 0,1-1 0,0 2 0,0 0 0,0 0 0,1 1 0,-1 0 0,17-1 0,17 0 0,85 3 0,-94 1 0,-14 0 0,-13 0 0,0 0 0,0 0 0,0 1 0,0 0 0,18 4 0,-26-4 0,-1-1 0,1 0 0,-1 1 0,1-1 0,0 1 0,-1-1 0,1 1 0,-1-1 0,1 1 0,-1-1 0,1 1 0,-1-1 0,0 1 0,1 0 0,-1-1 0,0 1 0,1 0 0,-1-1 0,0 1 0,0 0 0,0-1 0,0 1 0,1 0 0,-1-1 0,0 1 0,0 1 0,-3 22 0,1-14 0,1 4 40,0-1 0,1 13 0,0-21-189,1-1 1,-1 1-1,1-1 1,0 0-1,1 0 1,-1 0-1,1 0 1,0 0-1,4 8 1,3 0-6678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24575,'0'3'0,"0"3"0,3 2 0,0 4 0,3 1 0,0-1-8191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1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24575,'-7'0'0,"-12"2"0,0 0 0,-28 8 0,43-9 0,0 0 0,0 0 0,0 0 0,1 1 0,-1 0 0,0 0 0,1 0 0,-1 0 0,1 0 0,0 1 0,0-1 0,0 1 0,0 0 0,0 0 0,1 0 0,-1 1 0,1-1 0,-3 4 0,4-3 0,0-1 0,1 0 0,-1 1 0,1-1 0,-1 0 0,1 1 0,0-1 0,0 0 0,1 1 0,-1-1 0,1 1 0,0-1 0,-1 0 0,1 0 0,1 1 0,-1-1 0,0 0 0,1 0 0,0 0 0,2 3 0,3 4 0,0 0 0,1-1 0,0 1 0,12 9 0,-3-4 0,1-1 0,1 0 0,0-2 0,0 0 0,39 16 0,-43-21 0,0-2 0,1 0 0,0 0 0,0-2 0,0 0 0,0-1 0,0 0 0,31-2 0,-44 0-114,0 0 1,0-1-1,-1 1 0,1-1 0,0 0 1,0 1-1,-1-1 0,1-1 0,-1 1 1,1 0-1,2-3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2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24575,'-3'4'0,"-1"0"0,0 0 0,1 1 0,0-1 0,0 1 0,0 0 0,0 0 0,1 0 0,0 0 0,0 0 0,0 1 0,-1 8 0,2-10 0,1-1 0,0 1 0,0 0 0,0 0 0,0 0 0,1 0 0,0 0 0,0 0 0,0 0 0,0-1 0,0 1 0,1 0 0,-1-1 0,1 1 0,0-1 0,0 0 0,1 1 0,3 4 0,12 11 0,1 0 0,42 32 0,-51-44 0,1 0 0,-1 0 0,1-1 0,1-1 0,-1 0 0,1-1 0,0 0 0,19 4 0,-28-7 0,-1-1 0,1 0 0,0 0 0,-1 1 0,1-2 0,0 1 0,-1 0 0,1 0 0,0-1 0,-1 0 0,1 1 0,0-1 0,-1 0 0,1 0 0,-1 0 0,0-1 0,1 1 0,-1-1 0,0 1 0,0-1 0,0 0 0,0 0 0,0 1 0,0-1 0,-1-1 0,1 1 0,-1 0 0,1 0 0,-1-1 0,0 1 0,0-1 0,0 1 0,1-5 0,0 0 0,0 0 0,-1 0 0,0-1 0,0 1 0,-1 0 0,0 0 0,0-1 0,-1 1 0,0 0 0,0-1 0,-3-9 0,-9-22 0,39 59 0,-10-8 0,0 0 0,0-1 0,1-1 0,0 0 0,31 12 0,-20-12 0,0-1 0,0-2 0,35 6 0,-58-12 0,-1-1 0,0 1 0,1-1 0,-1 0 0,0 0 0,1-1 0,-1 1 0,8-3 0,-11 3 0,1-1 0,-1 0 0,1 1 0,-1-1 0,0 0 0,0 0 0,1 0 0,-1 0 0,0 0 0,0 0 0,0 0 0,0 0 0,0 0 0,0-1 0,0 1 0,0 0 0,-1-1 0,1 1 0,0-1 0,-1 1 0,1-1 0,-1 1 0,0-1 0,1 1 0,-1-1 0,0 1 0,0-4 0,0-1 0,-1 0 0,1 0 0,-2 0 0,1 0 0,0 1 0,-1-1 0,0 0 0,-1 1 0,1-1 0,-5-6 0,0 0 0,-1 0 0,-1 0 0,-11-12 0,18 22-32,-6-7-159,0 1 1,0-1-1,-1 1 1,0 1 0,-1-1-1,-18-10 1,15 13-6636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24575,'-4'1'0,"1"0"0,-1 0 0,1 1 0,-1-1 0,1 1 0,-1 0 0,1 0 0,0 0 0,0 0 0,0 1 0,0-1 0,0 1 0,0 0 0,1 0 0,0 0 0,-1 0 0,1 0 0,0 0 0,0 0 0,1 1 0,-1-1 0,1 1 0,0 0 0,0-1 0,-1 7 0,1-4 0,0 0 0,1 0 0,0 0 0,0 0 0,0 0 0,1 0 0,0 0 0,0 0 0,1 0 0,0 0 0,0-1 0,0 1 0,0 0 0,1-1 0,5 8 0,-1-5 0,0 1 0,1-1 0,0 0 0,1 0 0,0-1 0,0 0 0,0-1 0,1 0 0,0-1 0,0 0 0,0 0 0,1-1 0,0 0 0,0-1 0,0 0 0,0-1 0,0 0 0,0-1 0,20 0 0,-28-1 0,0 0 0,0 0 0,0-1 0,0 0 0,0 1 0,0-1 0,0 0 0,-1 0 0,1-1 0,0 1 0,0 0 0,-1-1 0,1 0 0,-1 0 0,0 0 0,1 0 0,-1 0 0,0 0 0,0 0 0,0-1 0,0 1 0,-1-1 0,1 1 0,-1-1 0,1 0 0,-1 0 0,0 0 0,0 1 0,0-1 0,-1 0 0,2-5 0,-2 1 0,1 1 0,-1 0 0,0-1 0,0 1 0,0-1 0,-1 1 0,0 0 0,0-1 0,-1 1 0,0 0 0,0 0 0,-1 0 0,1 0 0,-5-6 0,2 5-136,-1 0-1,0 0 1,-1 0-1,1 1 1,-1 0-1,0 1 1,-1-1-1,1 1 0,-17-7 1,3 2-6690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1967 43 24575,'-2'-2'0,"0"1"0,0-1 0,0 1 0,0 0 0,-1 0 0,1 0 0,0 0 0,-1 0 0,1 0 0,-1 1 0,1-1 0,-4 0 0,-35 0 0,27 1 0,-487 9 0,413-6 0,-472 1-522,356-5 411,-226-28 111,392 23 238,26 3-106,1 1 0,-18 0-1,23 3-1496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31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1693 61 24575,'139'-42'0,"-115"36"0,0 1 0,0 2 0,45-2 0,-63 6 0,-7 1 0,-14 5 0,-23 5 0,-20-2 0,0-2 0,-101 0 0,48-4 0,-489 6 0,411-11 0,-309-26 0,431 19 0,42 4 0,-1 1 0,0 1 0,-38 2 0,61 1-151,-1-1-1,1 1 0,0 0 0,-1 1 1,1-1-1,0 0 0,0 1 1,-6 4-1,1-1-6674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6:3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1614 1 24575,'-236'9'0,"-213"25"0,207-41 0,57 0 0,92 0 0,68 4 0,1 1 0,0 1 0,-1 1 0,-31 4 0,-145 29 0,198-32 0,-4 0 0,0 0 0,0 0 0,0 0 0,0-1 0,-7 0 0,12-2 0,7-2 0,8-3 0,-12 7 0,10-4 0,-1 0 0,0 1 0,1 0 0,0 1 0,-1 0 0,22 0 0,-2 0 0,224-9 0,-98 8 0,552-6-1039,-557 9 22,-117 0-5118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1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24575,'-11'-9'0,"7"8"0,5 8 0,4 2 0,1 1 0,0 0 0,8 9 0,4 7 0,153 218 0,-35-52 0,-19-45 0,-107-139 0,-10-8 0,0 0 0,0 0 0,0 0 0,0 0 0,0 0 0,0 0 0,1 0 0,-1 0 0,0 0 0,0 0 0,0 0 0,0 0 0,0 0 0,0 0 0,0-1 0,0 1 0,0 0 0,0 0 0,1 0 0,-1 0 0,0 0 0,0 0 0,0 0 0,0 0 0,0-1 0,0 1 0,0 0 0,0 0 0,0 0 0,0 0 0,0 0 0,0 0 0,0-1 0,0 1 0,0 0 0,0 0 0,0 0 0,0 0 0,0 0 0,0 0 0,0 0 0,0-1 0,0 1 0,-7-22 0,-4 1 23,0 0-1,-20-27 1,3 6-1456,16 23-5393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1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324 107 24575,'-2'-7'0,"0"-6"0,-2-1 0,0 1 0,0 1 0,-1-1 0,-11-19 0,16 32 0,0-1 0,0 1 0,0 0 0,-1 0 0,1 0 0,0 0 0,0 0 0,0-1 0,0 1 0,0 0 0,0 0 0,-1 0 0,1 0 0,0 0 0,0 0 0,0 0 0,0 0 0,0 0 0,-1 0 0,1 0 0,0 0 0,0 0 0,0-1 0,0 1 0,0 0 0,-1 0 0,1 0 0,0 0 0,0 1 0,0-1 0,0 0 0,-1 0 0,1 0 0,0 0 0,0 0 0,0 0 0,-1 0 0,-4 7 0,-3 11 0,8-16 0,-114 366 0,95-283 0,-24 78 0,37-145 0,-1-1 0,0-1 0,-2 1 0,0-1 0,0-1 0,-2 1 0,-13 14 0,23-29-151,0 1-1,0-1 0,-1 0 0,1 1 1,1-1-1,-1 1 0,0-1 1,-1 3-1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34 24575,'0'0'0,"-2"-4"0,0-1 0,1 1 0,-2 0 0,-3-6 0,5 9 0,1 1 0,0 0 0,-1-1 0,1 1 0,0-1 0,-1 1 0,1 0 0,-1-1 0,1 1 0,-1 0 0,1-1 0,0 1 0,-1 0 0,1 0 0,-1-1 0,1 1 0,-1 0 0,0 0 0,1 0 0,-1 0 0,1 0 0,-1 0 0,1 0 0,-1 0 0,1 0 0,-1 0 0,1 0 0,-1 0 0,0 0 0,1 0 0,-1 0 0,1 1 0,-1-1 0,1 0 0,-1 0 0,1 1 0,0-1 0,-1 0 0,1 1 0,-1-1 0,1 0 0,0 1 0,-1-1 0,1 1 0,-1-1 0,1 0 0,0 1 0,0-1 0,-1 1 0,1-1 0,0 2 0,-7 11 0,2 0 0,-1 0 0,2 1 0,0-1 0,0 1 0,-1 14 0,-2 6 0,-16 64 0,-18 179 0,40-263 0,1 1 0,1-1 0,0 0 0,0 0 0,1 0 0,1 0 0,1 0 0,10 26 0,-11-33 0,0 0 0,1 0 0,0 0 0,0-1 0,1 0 0,0 1 0,0-2 0,1 1 0,-1-1 0,1 1 0,0-1 0,1-1 0,-1 0 0,1 1 0,0-2 0,0 1 0,13 4 0,-6-4 30,1 0 0,0-1 0,23 3 0,-30-6-179,-1 0 1,1 0-1,-1 0 1,1-1-1,-1 0 1,1-1-1,-1 1 1,0-2-1,8-2 1,-4 0-6678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2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0 229 24575,'9'-1'0,"16"-2"0,1 0 0,-1-2 0,43-13 0,-61 15 0,0 0 0,0 0 0,-1-1 0,1 1 0,-1-1 0,0-1 0,9-7 0,-12 8 0,0 1 0,0-1 0,0 0 0,0 0 0,-1 0 0,1 0 0,-1-1 0,0 1 0,-1-1 0,1 1 0,-1-1 0,2-9 0,-2 11 0,-1-1 0,0 1 0,0-1 0,0 0 0,-1 1 0,1-1 0,-1 1 0,1-1 0,-1 1 0,0-1 0,-1 1 0,1 0 0,-1-1 0,1 1 0,-1 0 0,0 0 0,0 0 0,0 0 0,-1 1 0,1-1 0,-1 0 0,1 1 0,-1 0 0,0-1 0,0 1 0,0 0 0,0 1 0,0-1 0,-4-1 0,3 1 0,0 1 0,0 0 0,0 0 0,0 0 0,0 0 0,0 0 0,0 1 0,0 0 0,0 0 0,0 0 0,0 0 0,0 1 0,0-1 0,0 1 0,0 0 0,0 0 0,0 1 0,0-1 0,0 1 0,1 0 0,-1 0 0,1 0 0,-1 0 0,1 1 0,-4 3 0,1 0 0,2 0 0,-1 0 0,1 0 0,0 1 0,0-1 0,0 1 0,1 0 0,0 0 0,1 1 0,0-1 0,0 0 0,0 1 0,1-1 0,0 1 0,1 0 0,-1-1 0,1 1 0,2 8 0,-2-9 0,2 1 0,-1-1 0,1 0 0,0 1 0,0-1 0,1 0 0,0 0 0,0 0 0,1-1 0,0 1 0,0-1 0,0 0 0,1 0 0,0 0 0,0-1 0,1 1 0,-1-1 0,9 5 0,-1-3 0,0 0 0,0 0 0,1-2 0,-1 1 0,1-2 0,16 3 0,5 0 0,47 3 0,-75-9 15,0-1 0,0 0 0,0-1 0,0 1 0,0-1 0,0-1 0,9-2 0,-14 4-65,0-1 1,0 0-1,0 0 1,0 1-1,0-1 1,0 0-1,-1-1 1,1 1-1,0 0 1,-1 0-1,1-1 1,-1 1-1,0-1 1,1 1-1,-1-1 1,0 0-1,0 0 1,0 1-1,0-1 1,0 0-1,0 0 1,-1 0-1,1 0 1,-1 0-1,1 0 1,-1 0-1,0 0 1,0 0-1,0-3 1,-1-7-6777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3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24575,'16'22'0,"-1"0"0,-1 1 0,22 48 0,20 78 0,-36-90 0,35 73 0,-53-129 0,0 1 0,-1-1 0,0 0 0,1 1 0,-1-1 0,0 5 0,-1-8 0,0 1 0,0-1 0,0 1 0,0-1 0,0 1 0,0 0 0,0-1 0,0 1 0,0-1 0,0 1 0,0-1 0,-1 1 0,1-1 0,0 1 0,0-1 0,-1 1 0,1-1 0,0 1 0,-1-1 0,1 1 0,0-1 0,-1 0 0,1 1 0,-1-1 0,1 1 0,-1-1 0,1 0 0,-1 0 0,1 1 0,-1-1 0,1 0 0,-1 0 0,1 0 0,-1 1 0,1-1 0,-1 0 0,0 0 0,1 0 0,-1 0 0,1 0 0,-1 0 0,1 0 0,-1 0 0,1 0 0,-1-1 0,0 1 0,0 0 0,-5-1 0,-1-1 0,1 0 0,0 0 0,0 0 0,0 0 0,0-1 0,0 0 0,-8-6 0,3 1 0,1 0 0,0 0 0,-12-13 0,15 13 0,1 0 0,-1 0 0,1-1 0,1 0 0,0 0 0,0-1 0,0 1 0,1-1 0,-4-16 0,7 21 0,0 1 0,0-1 0,0 0 0,1 0 0,0 0 0,0 0 0,0 0 0,0 0 0,1 0 0,0 0 0,0 0 0,0 0 0,1 0 0,-1 0 0,1 1 0,0-1 0,1 1 0,-1 0 0,1-1 0,0 1 0,6-7 0,-2 5 33,0 0 0,1 0 0,11-6 0,-10 6-532,-1 0 0,10-8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3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24575,'0'-12'0,"0"-2"0,0 4 0,0 7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24575,'3'22'0,"2"-1"0,1 0 0,0-1 0,2 0 0,0 0 0,2 0 0,0-1 0,0 0 0,2-1 0,25 30 0,-30-40 0,1 0 0,0-1 0,1 0 0,15 10 0,-22-15 0,0-1 0,1 1 0,-1-1 0,0 0 0,0 0 0,1 0 0,-1-1 0,1 1 0,-1 0 0,1-1 0,-1 1 0,1-1 0,-1 0 0,1 0 0,-1 0 0,1 0 0,-1-1 0,1 1 0,-1-1 0,1 1 0,-1-1 0,0 0 0,1 0 0,-1 0 0,0 0 0,4-2 0,-4 0 0,0 1 0,0 0 0,0-1 0,0 1 0,0-1 0,-1 1 0,1-1 0,-1 0 0,0 0 0,0 1 0,0-1 0,0 0 0,0 0 0,-1 0 0,1-6 0,0-6 0,-2-29 0,1 28 0,0 15 0,1-19 0,-1 20 0,0 0 0,0-1 0,1 1 0,-1 0 0,0-1 0,0 1 0,0 0 0,1-1 0,-1 1 0,0 0 0,0-1 0,1 1 0,-1 0 0,0 0 0,1 0 0,-1-1 0,0 1 0,0 0 0,1 0 0,-1 0 0,1 0 0,-1-1 0,0 1 0,1 0 0,-1 0 0,0 0 0,1 0 0,-1 0 0,0 0 0,1 0 0,-1 0 0,1 0 0,-1 0 0,0 0 0,1 1 0,-1-1 0,0 0 0,1 0 0,-1 0 0,0 0 0,1 0 0,-1 1 0,0-1 0,1 0 0,-1 0 0,0 1 0,1-1 0,11 8 0,0 1 0,13 12 0,-18-14 0,0 0 0,1-1 0,0-1 0,0 1 0,0-1 0,0-1 0,1 1 0,12 4 0,-15-8 0,0 1 0,0-1 0,0 0 0,0 0 0,0-1 0,0 0 0,9-1 0,-12 1 0,-1-1 0,1 1 0,-1-1 0,1 0 0,-1 1 0,0-1 0,1 0 0,-1-1 0,0 1 0,0 0 0,0-1 0,0 1 0,0-1 0,0 0 0,0 0 0,0 1 0,-1-1 0,1 0 0,-1 0 0,2-4 0,2-5 0,-1 0 0,0-1 0,0 0 0,-2 0 0,1 0 0,-2 0 0,1-1 0,-2 1 0,0 0 0,0 0 0,-1-1 0,0 1 0,-2 0 0,1 0 0,-6-15 0,6 21-68,0 0 0,-1 1-1,0-1 1,0 0 0,0 1 0,-1 0-1,0 0 1,0 0 0,0 0 0,-1 0-1,1 1 1,-1 0 0,0 0 0,-1 0-1,1 1 1,0 0 0,-1 0-1,0 0 1,-9-3 0,-1 3-6758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4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24575,'0'0'0,"0"-1"0,0 0 0,0 0 0,0 1 0,0-1 0,0 0 0,0 0 0,0 0 0,0 1 0,1-1 0,-1 0 0,0 0 0,0 1 0,1-1 0,-1 0 0,1 1 0,-1-1 0,1 0 0,0 0 0,-1 1 0,1 0 0,-1-1 0,1 1 0,-1 0 0,1 0 0,-1 0 0,1 0 0,-1 0 0,1 0 0,-1 0 0,1 0 0,-1 0 0,1 0 0,-1 0 0,1 0 0,-1 0 0,1 0 0,-1 0 0,1 1 0,-1-1 0,1 0 0,3 2 0,-1 0 0,0 1 0,0-1 0,0 1 0,0-1 0,4 5 0,12 17 0,0 0 0,-2 2 0,17 30 0,32 89 0,-48-97 0,-3 2 0,-2-1 0,10 78 0,-16-60 0,-3 0 0,-6 82 0,1-133 20,-1 0 0,0 0 0,-1-1 0,-1 1 0,-10 26 0,11-34-134,-1 0 0,0 0-1,0-1 1,-1 0 0,0 0 0,0 0-1,0 0 1,-1-1 0,0 0 0,-1 0-1,1-1 1,-11 7 0,6-5-6712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5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54 24575,'-289'0'0,"285"0"-59,0 0 0,0 0-1,1 0 1,-1-1-1,0 0 1,1 1 0,-1-1-1,0-1 1,1 1 0,0 0-1,-1-1 1,1 0 0,0 0-1,0 0 1,0 0-1,0 0 1,0-1 0,0 1-1,0-1 1,1 0 0,0 0-1,-4-5 1,0-4-6767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5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61 24575,'-27'-10'0,"-11"-3"0,-4 1 0,2 2 0,6 2 0,6 4 0,5 2 0,5 1 0,2 3 0,0 2 0,-1 2 0,1 0 0,0 0 0,0 0 0,1 0 0,3-2-8191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7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1124 16 24575,'0'0'0,"1"0"0,-1 0 0,0 0 0,0-1 0,0 1 0,0 0 0,1 0 0,-1 0 0,0 0 0,0 0 0,0-1 0,0 1 0,0 0 0,0 0 0,0 0 0,0-1 0,0 1 0,1 0 0,-1 0 0,0 0 0,0 0 0,0-1 0,0 1 0,0 0 0,0 0 0,0 0 0,0-1 0,0 1 0,0 0 0,-1 0 0,1 0 0,0-1 0,0 1 0,0 0 0,0 0 0,0 0 0,0-1 0,0 1 0,0 0 0,0 0 0,-1 0 0,-9-4 0,-16 1 0,25 3 0,-340-2 0,174 4 0,-274-2 0,425 0 0,-1 1 0,1 1 0,-1 0 0,-28 9 0,44-11 0,0 1 0,0-1 0,0 0 0,0 0 0,0 1 0,0-1 0,0 1 0,0-1 0,0 1 0,0-1 0,1 1 0,-1 0 0,0-1 0,0 1 0,1 0 0,-1-1 0,0 1 0,1 0 0,-1 0 0,0 0 0,1 0 0,-1 0 0,1 0 0,-1 1 0,1-1 0,1 0 0,-1 0 0,0 0 0,1 0 0,-1 0 0,1 1 0,-1-1 0,1-1 0,-1 1 0,1 0 0,0 0 0,0 0 0,-1 0 0,1 0 0,0 0 0,0-1 0,0 1 0,0 0 0,0-1 0,0 1 0,0-1 0,1 1 0,24 12 0,0-2 0,1-1 0,39 9 0,-25-7 0,72 17 0,52 19 0,-143-41 0,77 31 0,-79-29 0,0 1 0,31 20 0,-47-27 0,-1-1 0,0 1 0,0 0 0,0-1 0,0 2 0,0-1 0,-1 0 0,1 0 0,-1 1 0,3 5 0,-4-7 0,-1 0 0,1 0 0,0 0 0,-1 0 0,0-1 0,1 1 0,-1 0 0,0 0 0,0 0 0,0 0 0,0 0 0,-1 0 0,1 0 0,0 0 0,-1 0 0,1 0 0,-1 0 0,0 0 0,0-1 0,0 1 0,0 0 0,0 0 0,-2 2 0,-3 3 0,0 0 0,-1-1 0,0 0 0,-1 0 0,1 0 0,-1-1 0,-8 5 0,-64 27 0,54-26 0,-96 37 0,62-26 0,-70 37 0,73-29 0,-77 46 0,119-66 0,10-7 0,0 0 0,1 0 0,-1 0 0,1 1 0,0 0 0,-5 5 0,9-9 0,0 0 0,-1 0 0,1 0 0,0 1 0,0-1 0,0 0 0,-1 0 0,1 1 0,0-1 0,0 0 0,0 0 0,0 1 0,0-1 0,0 0 0,0 1 0,0-1 0,0 0 0,0 1 0,0-1 0,0 0 0,0 0 0,0 1 0,0-1 0,0 0 0,0 1 0,0-1 0,0 0 0,0 0 0,0 1 0,0-1 0,1 0 0,-1 1 0,0-1 0,11 5 0,19-4 0,-27-1 0,1006-2-1835,-992 2-4521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5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24575,'0'10'0,"1"0"0,0 0 0,1 0 0,0 0 0,5 12 0,21 48 0,-3-10 0,-21-50 0,-6-18 0,-2-7 0,0-11 0,1-1 0,2 1 0,0-1 0,3-28 0,-1 52 0,-1 1 0,0-1 0,1 1 0,-1-1 0,1 1 0,0-1 0,0 1 0,0 0 0,0-1 0,0 1 0,0 0 0,1 0 0,-1 0 0,1 0 0,-1 0 0,1 0 0,0 0 0,0 1 0,0-1 0,0 1 0,0-1 0,0 1 0,0 0 0,3-2 0,-2 2 0,0 1 0,-1-1 0,1 1 0,0-1 0,-1 1 0,1 0 0,0 0 0,0 0 0,-1 0 0,1 1 0,0-1 0,-1 1 0,1-1 0,0 1 0,-1 0 0,1 0 0,-1 0 0,1 1 0,-1-1 0,0 1 0,1-1 0,1 3 0,7 6 0,-2 0 0,1 0 0,-2 1 0,16 23 0,-13-16 0,17 19 0,-3-11-1365,-17-19-5461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0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24575,'14'26'0,"1"0"0,0-1 0,2 0 0,1-2 0,1 0 0,1-1 0,1-1 0,46 36 0,-43-39 0,-17-11 0,1-1 0,0 0 0,0 0 0,0-1 0,1 0 0,18 7 0,-26-12-72,0 0 1,0 1-1,0-1 0,0 0 0,0 0 0,0 0 0,0 0 0,0 0 1,0 0-1,0 0 0,0 0 0,0 0 0,0-1 0,0 1 0,0 0 1,0-1-1,0 1 0,1-1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0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0 24575,'-14'22'0,"-8"10"0,0 4 0,1-1 0,5-5 0,4-4 0,2-2 0,3-3 0,3-2 0,1-2 0,0-2 0,0 0 0,0-1 0,-2-2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1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72 24575,'-58'-20'0,"-1"2"0,-81-14 0,136 31 0,0 1 0,0-1 0,0 1 0,0 0 0,0 0 0,0 0 0,0 1 0,0 0 0,-1-1 0,1 1 0,1 1 0,-8 1 0,9-1 0,0-1 0,0 1 0,-1 0 0,1-1 0,0 1 0,1 0 0,-1 0 0,0 0 0,1 0 0,-1 0 0,1 1 0,-1-1 0,1 0 0,0 1 0,0-1 0,0 1 0,0-1 0,1 1 0,-1 0 0,0 2 0,1 4 0,-1-1 0,1 0 0,0 0 0,0 0 0,1 1 0,1-1 0,-1 0 0,1 0 0,0 0 0,7 14 0,3 2 0,29 46 0,-9-18 0,46 106 0,-64-124 0,-2 1 0,14 64 0,-25-94 0,-1-1 0,1 1 0,0 0 0,1 0 0,-1-1 0,5 9 0,-6-12 0,1 0 0,0 0 0,0 0 0,-1 0 0,1 0 0,0 0 0,0 0 0,0 0 0,0-1 0,0 1 0,0 0 0,0-1 0,0 1 0,0-1 0,0 1 0,0-1 0,1 0 0,-1 1 0,0-1 0,0 0 0,0 0 0,1 0 0,-1 0 0,0 0 0,0 0 0,1 0 0,-1 0 0,2-1 0,7-1 0,1-2 0,-1 1 0,0-1 0,10-6 0,6-2 0,-16 7 40,0 0 0,14-9 0,-20 12-189,0-1 1,-1 0-1,1 0 1,-1 0-1,0 0 1,0 0-1,0-1 1,0 0-1,1-3 1,2-4-6678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24575,'0'7'0,"1"0"0,0 0 0,0 0 0,1 0 0,-1 0 0,2 0 0,-1 0 0,1-1 0,6 12 0,-1-5 0,1 0 0,0-1 0,16 17 0,-18-22 0,-1-1 0,1 1 0,1-1 0,-1 0 0,1-1 0,0 0 0,11 5 0,-17-9 0,0 0 0,0 0 0,0-1 0,1 1 0,-1 0 0,0-1 0,0 0 0,1 1 0,-1-1 0,0 0 0,0 0 0,1 0 0,-1-1 0,0 1 0,1 0 0,-1-1 0,0 0 0,0 1 0,0-1 0,0 0 0,1 0 0,-1 0 0,0 0 0,-1-1 0,1 1 0,0 0 0,0-1 0,0 1 0,-1-1 0,1 0 0,-1 0 0,0 1 0,1-1 0,-1 0 0,1-3 0,1-1 0,-1 0 0,1 0 0,-1 0 0,-1 0 0,1-1 0,-1 1 0,0-1 0,-1 1 0,1-8 0,0-3 0,-1 16 0,0 0 0,0 1 0,0-1 0,0 0 0,0 0 0,0 0 0,0 1 0,1-1 0,-1 0 0,0 1 0,0-1 0,1 0 0,-1 0 0,1 1 0,-1-1 0,1 1 0,-1-1 0,1 0 0,-1 1 0,1-1 0,-1 1 0,1-1 0,0 1 0,0-1 0,1 0 0,-1 1 0,0 0 0,1 0 0,-1 0 0,0 0 0,1 0 0,-1 0 0,0 0 0,1 0 0,-1 0 0,0 1 0,1-1 0,1 1 0,6 3 0,0 0 0,0 1 0,11 8 0,-10-6 0,5 1-66,-7-4-259,0 1 1,-1 0-1,10 8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2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24575,'19'-9'0,"1"1"0,0 2 0,28-7 0,-41 12 0,0 0 0,1 0 0,-1 1 0,0 0 0,0 0 0,1 1 0,-1 0 0,0 0 0,0 0 0,0 1 0,0 0 0,0 1 0,9 4 0,-2 1 0,-1 0 0,0 1 0,0 0 0,-1 1 0,16 16 0,-23-21 0,0 1 0,0 0 0,0 1 0,-1-1 0,0 1 0,0 0 0,0 0 0,-1 0 0,0 1 0,-1-1 0,0 1 0,3 12 0,-3 20 0,-3 60 0,1 30 0,2-111 0,1 1 0,0-1 0,2 0 0,10 30 0,-4-29 0,-9-15 0,1-1 0,-1 1 0,0-1 0,0 1 0,0 0 0,2 10 0,-4-14 0,0 1 0,-1-1 0,1 1 0,0-1 0,0 1 0,0-1 0,-1 0 0,1 1 0,-1-1 0,1 1 0,-1-1 0,0 0 0,1 0 0,-1 1 0,0-1 0,0 0 0,0 0 0,0 0 0,0 0 0,0 0 0,0 0 0,0 0 0,-1 0 0,1 0 0,0-1 0,0 1 0,-1 0 0,1-1 0,0 1 0,-2-1 0,-4 2-124,0 0-1,0 0 0,1-1 1,-1 0-1,0-1 0,-14 0 1,17 0-369,-12 0-6333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3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1 263 24575,'61'-27'0,"69"-34"0,-127 59 0,0 1 0,-1-1 0,1 0 0,0 0 0,-1 0 0,0 0 0,1-1 0,-1 1 0,0-1 0,0 1 0,0-1 0,-1 0 0,1 0 0,-1 0 0,1 0 0,-1 0 0,0 0 0,0 0 0,0 0 0,-1 0 0,1 0 0,-1-1 0,0-3 0,0 2 0,0 0 0,-1 0 0,0 1 0,0-1 0,-1 0 0,1 1 0,-1-1 0,0 1 0,0-1 0,0 1 0,-1 0 0,0 0 0,0 0 0,-6-6 0,6 6 0,0 1 0,0 0 0,-1 0 0,0 0 0,1 1 0,-1-1 0,0 1 0,0 0 0,-1 0 0,1 1 0,0-1 0,-1 1 0,1 0 0,0 0 0,-1 0 0,0 0 0,1 1 0,-1 0 0,1 0 0,-1 0 0,1 1 0,-1 0 0,1-1 0,-7 3 0,7-1 0,0 1 0,-1-1 0,1 1 0,0-1 0,1 1 0,-1 1 0,0-1 0,1 0 0,0 1 0,0 0 0,0-1 0,0 1 0,1 1 0,-3 4 0,1-2 0,1 0 0,0 0 0,0 0 0,1 1 0,0-1 0,0 1 0,1 0 0,-1 8 0,3-10 0,-1 0 0,1 0 0,0 0 0,0 0 0,1-1 0,-1 1 0,1 0 0,1 0 0,-1-1 0,1 0 0,0 1 0,7 8 0,-3-4 0,1-2 0,-1 1 0,1-1 0,1-1 0,18 14 0,-14-13 0,1-2 0,0 0 0,0 0 0,0-1 0,17 3 0,10 5 0,-4-2 0,0-1 0,1-2 0,59 4 0,-91-11-105,1-1 0,-1 0 0,1 0 0,-1-1 0,0 1 0,1-2 0,-1 1 0,0-1 0,0 0 0,0 0 0,0 0 0,8-5 0,-5 0-6721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3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24575,'-22'5'0,"-12"2"0,-3 1 0,2 3 0,3-1 0,4 0 0,4-1 0,1 0 0,3-1 0,2-1 0,1 0 0,4-2-8191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24575,'-5'-7'0,"1"7"0,0 14 0,2 23 0,4-13 0,1 0 0,1 0 0,1 0 0,1 0 0,1-1 0,16 37 0,76 126 0,-50-100 0,-47-82 0,0-1 0,-1 1 0,1-1 0,-1 1 0,0-1 0,0 1 0,0 4 0,0-7 0,-1 0 0,0 0 0,0 0 0,0 0 0,0 0 0,-1 0 0,1 0 0,0 0 0,0-1 0,0 1 0,-1 0 0,1 0 0,0 0 0,-1 0 0,1-1 0,-1 1 0,1 0 0,-1 0 0,1-1 0,-1 1 0,0 0 0,1-1 0,-1 1 0,0-1 0,0 1 0,1-1 0,-1 1 0,0-1 0,0 1 0,0-1 0,1 0 0,-1 1 0,0-1 0,0 0 0,0 0 0,-1 0 0,-3 1 0,-1-1 0,1 0 0,0 0 0,-1 0 0,1-1 0,0 0 0,0 0 0,-1 0 0,1-1 0,-7-3 0,-7-3 0,-22-15 0,28 16 0,0 0 0,1-2 0,0 1 0,0-2 0,1 1 0,0-2 0,1 1 0,0-1 0,1-1 0,0 0 0,-12-23 0,20 34 0,0-1 0,0 1 0,1 0 0,-1-1 0,1 1 0,-1-1 0,1 1 0,0 0 0,-1-1 0,1 1 0,0-1 0,0 1 0,0-1 0,0 1 0,0-1 0,1 1 0,-1-1 0,0 1 0,1-1 0,-1 1 0,1 0 0,0-3 0,1 2 0,-1 1 0,1-1 0,-1 1 0,1-1 0,-1 1 0,1-1 0,0 1 0,0 0 0,0 0 0,0 0 0,0 0 0,0 0 0,3-1 0,6-1 0,1 1 0,-1 0 0,1 1 0,16-1 0,108 4-1365,-121-2-5461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4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24575,'0'-5'0,"0"1"0,3 1 0,0 4 0,0 3 0,2 5 0,0 2 0,-1 2 0,-1 2 0,-1 0 0,-1-2-8191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6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15 24575,'-2'10'0,"0"-1"0,1 1 0,0-1 0,0 1 0,1 0 0,0-1 0,1 1 0,0 0 0,4 17 0,-3-20 0,1-1 0,-1 1 0,1 0 0,0-1 0,1 0 0,-1 0 0,1 0 0,1 0 0,-1-1 0,1 0 0,0 1 0,0-2 0,0 1 0,8 5 0,-11-8 0,1-1 0,-1 1 0,1-1 0,-1 0 0,1 0 0,0 0 0,-1 0 0,1 0 0,0 0 0,-1-1 0,1 1 0,0-1 0,0 0 0,0 0 0,0 0 0,-1 0 0,1 0 0,0-1 0,0 1 0,-1-1 0,1 0 0,0 0 0,0 0 0,3-2 0,-2 0 0,1 0 0,-1 0 0,0 0 0,-1-1 0,1 1 0,0-1 0,-1 0 0,0 0 0,0 0 0,0-1 0,-1 1 0,4-8 0,-6 11 0,0 1 0,0-1 0,1 0 0,-1 0 0,0 1 0,1-1 0,-1 0 0,0 1 0,1-1 0,-1 0 0,1 1 0,-1-1 0,1 1 0,-1-1 0,1 1 0,-1-1 0,1 1 0,0-1 0,-1 1 0,1 0 0,0-1 0,-1 1 0,1 0 0,0-1 0,0 1 0,-1 0 0,1 0 0,0 0 0,0 0 0,-1 0 0,1 0 0,0 0 0,0 0 0,-1 0 0,1 0 0,0 0 0,0 0 0,-1 0 0,1 1 0,0-1 0,0 0 0,-1 0 0,1 1 0,0 0 0,4 2 0,-1 1 0,1-1 0,-1 1 0,0 0 0,4 5 0,0 1 0,-1-3 0,0-1 0,0 0 0,0-1 0,1 1 0,0-1 0,0-1 0,0 1 0,0-2 0,17 6 0,-13-5 0,1-2 0,-1 0 0,1 0 0,0-1 0,0-1 0,19-1 0,-28 0 0,-1 1 0,1 0 0,-1-1 0,1 0 0,-1 0 0,0 0 0,1 0 0,-1-1 0,0 1 0,0-1 0,0 0 0,0 0 0,0 0 0,0 0 0,0-1 0,-1 1 0,1-1 0,-1 1 0,0-1 0,0 0 0,0 0 0,3-5 0,-3 3 0,0 0 0,-1 1 0,1-1 0,-1 0 0,0 0 0,-1 0 0,1 0 0,-1 0 0,0 0 0,0 0 0,0 0 0,-1 1 0,0-1 0,0 0 0,0 0 0,-2-5 0,-1 2 0,0-1 0,0 1 0,-1 0 0,0 0 0,-1 0 0,1 1 0,-1 0 0,-1 0 0,-11-10 0,12 12 0,1 1 0,-1 0 0,0 0 0,0 1 0,0-1 0,0 1 0,-1 0 0,1 1 0,-1 0 0,1 0 0,-1 0 0,0 1 0,-12-1 0,5 4-1365,2 1-5461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06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44 24575,'-5'-5'0,"5"6"0,7 11 0,16 20 0,-16-23 0,1 0 0,0 0 0,0-1 0,1 0 0,0-1 0,0 0 0,0 0 0,15 7 0,-24-13 0,1-1 0,0 0 0,0 1 0,-1-1 0,1 0 0,0 1 0,0-1 0,-1 0 0,1 0 0,0 0 0,0 1 0,0-1 0,0 0 0,0 0 0,-1 0 0,1-1 0,0 1 0,0 0 0,0 0 0,-1 0 0,1-1 0,0 1 0,0 0 0,0-1 0,-1 1 0,1 0 0,0-1 0,-1 1 0,1-1 0,0 1 0,-1-1 0,1 0 0,-1 1 0,1-1 0,0 0 0,-1 1 0,0-1 0,1 0 0,-1 0 0,1 1 0,-1-1 0,0 0 0,0 0 0,1 0 0,-1 1 0,0-1 0,0-2 0,1-4 0,0-1 0,-1 0 0,0 0 0,-1-9 0,1 8 0,-1 0 0,1 2 0,-1 0 0,1 0 0,1 0 0,-1 0 0,3-12 0,-2 18 0,-1-1 0,1 1 0,0 0 0,-1-1 0,1 1 0,0 0 0,-1-1 0,1 1 0,0 0 0,0 0 0,0 0 0,0 0 0,0 0 0,1 0 0,-1 0 0,0 0 0,0 0 0,1 1 0,-1-1 0,0 0 0,1 1 0,-1-1 0,0 1 0,1 0 0,-1-1 0,1 1 0,-1 0 0,1 0 0,-1 0 0,1 0 0,-1 0 0,1 0 0,1 1 0,7 0 0,0 1 0,-1 1 0,1 0 0,-1 0 0,0 1 0,0 0 0,0 1 0,16 10 0,61 54 0,-79-64 0,3 5-227,0 0-1,0 1 1,-1 0-1,-1 1 1,11 18-1,-13-20-6598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 24575,'-7'-13'0,"3"9"0,3 11 0,1 7 0,2 0 0,0 0 0,1 0 0,7 23 0,-2-8 0,35 110 0,-23-79 0,16 74 0,-35-129 0,0 0 0,0-1 0,0 1 0,-1-1 0,1 0 0,-1 1 0,0-1 0,0 1 0,0-1 0,-1 1 0,-1 5 0,2-9-2,0-1-1,0 0 1,0 1-1,-1-1 0,1 0 1,0 1-1,0-1 1,0 0-1,-1 1 0,1-1 1,0 0-1,0 0 1,-1 1-1,1-1 1,0 0-1,0 0 0,-1 1 1,1-1-1,0 0 1,-1 0-1,1 0 1,0 0-1,-1 1 0,1-1 1,0 0-1,-1 0 1,1 0-1,-1 0 1,1 0-1,0 0 0,-1 0 1,1 0-1,-1-1 19,0 1 0,0 0 0,0-1-1,0 1 1,0-1 0,1 0 0,-1 1 0,0-1-1,0 0 1,1 1 0,-2-3 0,-14-23-1148,15 25 794,-6-15-6488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24575,'19'-9'0,"0"0"0,1 2 0,0 0 0,0 1 0,1 1 0,39-4 0,-44 8 0,1 0 0,-1 2 0,1 0 0,-1 1 0,0 1 0,1 0 0,-1 1 0,-1 1 0,22 9 0,-16-4 0,1 1 0,-2 1 0,1 0 0,-2 2 0,1 1 0,-2 0 0,0 1 0,19 23 0,-26-26 0,-1-1 0,-1 1 0,0 1 0,-1 0 0,-1 0 0,0 0 0,0 1 0,-2 0 0,0 0 0,0 1 0,-2-1 0,0 1 0,2 20 0,-5-27 0,0 1 0,-1-1 0,0 0 0,0 1 0,-1-1 0,0 0 0,-1 0 0,0 0 0,0 0 0,-1-1 0,-9 16 0,6-14 0,-1 1 0,0-1 0,0 0 0,-1-1 0,-1 0 0,0 0 0,-20 13 0,12-11 0,-1 0 0,-1-2 0,0 0 0,0-1 0,-1-1 0,0 0 0,0-2 0,0-1 0,-44 3 0,57-6-117,0-1-91,1 1 0,-1-1 0,0-1 0,1 1 0,-14-4 0,12 0-6618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4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24575,'10'25'0,"5"12"0,3 6 0,-1-3 0,-2-3 0,-3-3 0,-1-4 0,0-6 0,-2-1 0,0-3 0,-2-1 0,-1-3 0,0-3 0,-4-6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678 102 24575,'-90'-23'0,"-108"-26"0,137 37 0,-80-5 0,122 17-170,0 0-1,1 1 0,-1 1 1,0 1-1,1 1 0,0 0 1,-25 9-1,28-7-6655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24575,'10'30'0,"5"12"0,1 3 0,0-3 0,-3-3 0,-2-7 0,-1-6 0,-1-5 0,-2-3 0,0-3 0,2-1 0,-1-6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24575,'41'-25'0,"2"1"0,0 3 0,1 1 0,1 2 0,50-13 0,-77 25 0,-13 4 0,-1 1 0,0-1 0,1 1 0,-1 0 0,1 0 0,-1 0 0,9 1 0,-13 0 0,0 0 0,0 1 0,-1-1 0,1 1 0,0-1 0,0 0 0,-1 1 0,1-1 0,0 0 0,0 0 0,-1 1 0,1-1 0,0 0 0,-1 0 0,1 1 0,0-1 0,-1 0 0,1 0 0,0 0 0,-1 1 0,1-1 0,-1 0 0,-18 7-341,0-1 0,0-1-1,-21 2 1,13-2-6485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5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24575,'45'10'0,"1"-2"0,0-2 0,0-2 0,50-2 0,59-3-1365,-142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6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24575,'9'5'0,"-1"1"0,-1 0 0,1 0 0,-1 1 0,0 0 0,-1 0 0,1 0 0,-1 1 0,-1 0 0,0 1 0,8 15 0,-1 5 0,-1 0 0,8 43 0,-12-44 0,1 0 0,23 52 0,-28-74 0,3 6 0,0 0 0,1-1 0,0 1 0,12 13 0,-19-25 2,0 0-1,0 0 0,0 0 1,0 1-1,0-1 0,0 0 1,1 0-1,-1 0 0,0 0 1,0 0-1,0 0 0,0 1 1,0-1-1,0 0 0,1 0 1,-1 0-1,0 0 0,0 0 1,0 0-1,0 0 0,0 0 1,1 0-1,-1 0 0,0 0 1,0 0-1,0 0 0,0 0 1,1 0-1,-1 0 0,0 0 1,0 0-1,0 0 0,0 0 1,1 0-1,-1 0 0,0 0 1,0 0-1,0 0 0,0 0 1,1 0-1,-1 0 0,0 0 1,0 0-1,0 0 0,0-1 1,0 1-1,0 0 0,1 0 1,-1 0-1,0 0 0,0 0 1,0-1-1,0 1 0,2-9-1438,-2 0-5389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6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628 60 24575,'-30'-9'0,"-16"-5"0,-6 2 0,-2 2 0,4 3 0,4 2 0,1 3 0,1 1 0,-1 1 0,-1 0 0,-2 1 0,2 0 0,4-1 0,9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28 24575,'-2'-9'0,"-1"-2"0,2 4 0,2 6 0,0 5 0,0 5 0,1 0-8191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17 275 24575,'62'1'0,"-22"1"0,67-7 0,-103 4 0,0 0 0,0 0 0,-1 0 0,1 0 0,0-1 0,0 1 0,-1-1 0,1 0 0,-1 0 0,0 0 0,0-1 0,1 1 0,-1-1 0,-1 1 0,1-1 0,0 0 0,-1 0 0,1-1 0,-1 1 0,0 0 0,0-1 0,0 1 0,-1-1 0,1 0 0,-1 1 0,0-1 0,0 0 0,0 0 0,0-4 0,0 1 0,-1 0 0,1 1 0,-1-1 0,-1 0 0,1 0 0,-1 0 0,0 1 0,-1-1 0,0 0 0,0 1 0,0-1 0,-1 1 0,1 0 0,-2 0 0,1 0 0,-5-7 0,2 6 0,0 0 0,0 1 0,-1 0 0,1 0 0,-1 0 0,-1 1 0,1 0 0,-1 0 0,0 1 0,-9-4 0,13 7 0,0 0 0,1-1 0,-1 2 0,0-1 0,0 0 0,0 1 0,1 0 0,-1 0 0,0 0 0,0 0 0,0 1 0,0-1 0,1 1 0,-1 0 0,0 0 0,1 1 0,-1-1 0,1 1 0,-1-1 0,1 1 0,0 0 0,-1 0 0,1 1 0,0-1 0,1 1 0,-4 2 0,-4 6 0,1 1 0,0-1 0,1 2 0,0-1 0,1 1 0,0 0 0,1 0 0,1 1 0,0 0 0,1 0 0,0 0 0,1 0 0,1 1 0,0-1 0,1 1 0,1 0 0,1 18 0,0-28 0,0 0 0,1 0 0,-1 0 0,1-1 0,0 1 0,1 0 0,-1-1 0,1 1 0,0-1 0,0 0 0,0 0 0,0 0 0,1 0 0,0 0 0,0-1 0,0 0 0,6 4 0,4 3 0,1-1 0,1-1 0,29 12 0,-7-7-195,2-1 0,0-1 0,0-3 0,1-1 0,0-2 0,82 0 0,-111-6-6631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461 61 24575,'-289'-15'0,"272"15"-151,1-2-1,0 0 0,0 0 0,1-2 1,-1 0-1,0-1 0,1 0 1,-17-9-1,19 7-6674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0 24575,'-1'2'0,"0"0"0,1-1 0,-1 1 0,1 0 0,-1 0 0,1 0 0,0 0 0,0-1 0,-1 1 0,1 0 0,0 0 0,1 0 0,-1 0 0,0 0 0,1 2 0,0 2 0,6 36 0,2 0 0,1-1 0,20 50 0,-15-48 0,49 131 0,-63-171 0,0 1 0,0-1 0,0 1 0,0-1 0,-1 1 0,0 0 0,1-1 0,-1 1 0,-1 0 0,1 4 0,-1-7 0,1 0 0,-1 0 0,1 0 0,0 0 0,-1 0 0,0 0 0,1 0 0,-1 0 0,1 0 0,-1 0 0,0 0 0,0 0 0,0-1 0,0 1 0,1 0 0,-1 0 0,0-1 0,0 1 0,0-1 0,0 1 0,-1-1 0,1 1 0,0-1 0,0 1 0,0-1 0,0 0 0,0 0 0,-1 0 0,1 0 0,0 0 0,0 0 0,0 0 0,0 0 0,-3 0 0,-3-2 0,-1 1 0,0-2 0,1 1 0,-1-1 0,1 0 0,0 0 0,0-1 0,-13-8 0,6 2 0,0-1 0,-24-24 0,31 28 0,0-1 0,1 0 0,0 0 0,0 0 0,1-1 0,0 1 0,1-1 0,0-1 0,-4-11 0,7 17 0,0-1 0,0 1 0,1 0 0,-1-1 0,1 1 0,0 0 0,0-1 0,1 1 0,-1 0 0,1-1 0,0 1 0,0 0 0,0-1 0,0 1 0,1 0 0,0 0 0,0 0 0,0 1 0,0-1 0,1 0 0,-1 1 0,1-1 0,5-4 0,15-14-1365,-13 12-5461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19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18 112 24575,'0'0'0,"0"0"0,-1-1 0,1 1 0,0 0 0,-1 0 0,1-1 0,0 1 0,-1 0 0,1 0 0,-1 0 0,1 0 0,-1-1 0,1 1 0,0 0 0,-1 0 0,1 0 0,-1 0 0,1 0 0,-1 0 0,1 0 0,-1 0 0,1 0 0,0 0 0,-1 0 0,1 1 0,-1-1 0,1 0 0,0 0 0,-1 0 0,1 0 0,-1 1 0,1-1 0,0 0 0,-1 0 0,1 1 0,0-1 0,-1 0 0,1 1 0,0-1 0,-1 0 0,1 1 0,0-1 0,0 0 0,0 1 0,-1-1 0,1 1 0,0-1 0,0 1 0,0-1 0,0 0 0,0 1 0,0-1 0,0 1 0,0-1 0,0 1 0,0-1 0,0 1 0,0-1 0,0 0 0,0 1 0,0-1 0,0 1 0,1 0 0,-1 2 0,1 1 0,0 0 0,0 0 0,0-1 0,0 1 0,2 3 0,7 9 0,-1-1 0,2-1 0,0 0 0,1 0 0,0-1 0,1 0 0,16 11 0,-18-15 0,1-1 0,0-1 0,0 0 0,0 0 0,1-1 0,0-1 0,1 0 0,-1-1 0,22 4 0,-32-7 0,-1-1 0,1 1 0,-1-1 0,1 0 0,-1 0 0,1 0 0,-1-1 0,1 1 0,-1-1 0,1 1 0,-1-1 0,1 0 0,-1 1 0,0-2 0,1 1 0,-1 0 0,0 0 0,0-1 0,0 1 0,0-1 0,3-2 0,-3 2 0,0-1 0,0 0 0,0 0 0,-1-1 0,1 1 0,-1 0 0,1-1 0,-1 1 0,0 0 0,0-1 0,-1 1 0,1-1 0,-1 0 0,0-4 0,0-4 0,-1-1 0,-3-18 0,3 29 0,1 1 0,0 0 0,-1 0 0,1 0 0,0 0 0,0 1 0,0-1 0,0 0 0,0 0 0,0 0 0,0 0 0,0 0 0,0 0 0,0 0 0,1 1 0,-1-1 0,0 0 0,0 0 0,1 0 0,-1 1 0,1-1 0,-1 0 0,1 0 0,-1 1 0,1-1 0,-1 0 0,1 1 0,-1-1 0,1 0 0,0 1 0,0-1 0,-1 1 0,1-1 0,0 1 0,0 0 0,-1-1 0,1 1 0,0 0 0,0-1 0,0 1 0,0 0 0,0 0 0,-1 0 0,1 0 0,0 0 0,0 0 0,2 0 0,5 1 0,0 0 0,0 0 0,-1 1 0,12 4 0,-5-2 0,7 1 0,0-1 0,0-1 0,0-1 0,1-1 0,-1-1 0,39-4 0,-55 3 0,-1 0 0,1 0 0,0-1 0,-1 1 0,0-1 0,1 0 0,-1 0 0,0 0 0,0-1 0,0 1 0,0-1 0,0 0 0,4-4 0,-7 5 0,1 0 0,0 0 0,-1 0 0,0 0 0,0-1 0,1 1 0,-1 0 0,-1-1 0,1 1 0,0 0 0,0-1 0,-1 1 0,0-1 0,1 1 0,-1-1 0,0 1 0,0-1 0,0 0 0,-1 1 0,1-1 0,-1 1 0,1 0 0,-1-1 0,0 1 0,0-1 0,-1-3 0,-3-2-97,0-1-1,0 0 1,-1 1-1,0 0 1,-1 1-1,1-1 1,-2 1-1,1 0 1,-1 1-1,1 0 1,-2 0-1,1 1 0,-11-6 1,4 4-6729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24 24575,'-3'4'0,"1"1"0,1-1 0,-1 0 0,1 1 0,-1 0 0,1-1 0,1 1 0,-1 0 0,1-1 0,-1 1 0,1 0 0,1-1 0,-1 1 0,1 0 0,0 0 0,0-1 0,0 1 0,0-1 0,1 1 0,0-1 0,0 0 0,0 0 0,0 1 0,1-1 0,0-1 0,0 1 0,0 0 0,0-1 0,0 1 0,1-1 0,-1 0 0,1 0 0,0-1 0,0 1 0,0-1 0,0 0 0,1 0 0,-1 0 0,1 0 0,-1-1 0,1 0 0,-1 0 0,1 0 0,0 0 0,-1-1 0,8 0 0,-9 0 0,-1 0 0,1-1 0,0 1 0,-1-1 0,1 0 0,-1 0 0,0 0 0,1 0 0,-1 0 0,0 0 0,0-1 0,1 1 0,2-3 0,-2 0 0,1 1 0,-1-1 0,0 0 0,0 0 0,0 0 0,3-8 0,0 0 0,-1 0 0,-1 0 0,0-1 0,3-20 0,-6 28 0,0-1 0,0 1 0,0 0 0,1-1 0,3-4 0,-5 9 0,1 0 0,-1 0 0,0 0 0,1 0 0,0 0 0,-1 1 0,1-1 0,0 0 0,-1 0 0,1 1 0,0-1 0,0 1 0,-1-1 0,1 0 0,0 1 0,0 0 0,0-1 0,0 1 0,0-1 0,0 1 0,0 0 0,0 0 0,0-1 0,0 1 0,0 0 0,0 0 0,0 0 0,0 0 0,0 0 0,0 1 0,0-1 0,0 0 0,0 0 0,0 1 0,1 0 0,6 3 0,0 1 0,0 0 0,-1 0 0,0 0 0,0 1 0,7 8 0,5 4 0,30 27 81,13 11-1527,-50-46-5380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2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89 24575,'-26'-12'0,"-90"-37"0,98 42 0,-1 2 0,1 0 0,-1 1 0,-28-2 0,39 6 0,0 0 0,0 0 0,0 1 0,1 0 0,-1 1 0,0 0 0,1 0 0,-1 0 0,1 1 0,0 0 0,-11 7 0,15-8 0,0-1 0,0 1 0,0 0 0,1 1 0,-1-1 0,1 0 0,-1 1 0,1-1 0,0 1 0,0 0 0,0 0 0,0 0 0,1 0 0,-1 0 0,1 0 0,0 0 0,0 0 0,0 1 0,0-1 0,0 0 0,1 1 0,0-1 0,-1 1 0,1-1 0,0 0 0,1 1 0,-1-1 0,1 1 0,0 2 0,1 0 0,1 0 0,-1-1 0,1 1 0,0-1 0,1 0 0,-1 0 0,1 0 0,0 0 0,0-1 0,0 1 0,1-1 0,0 0 0,6 4 0,7 4 0,0-1 0,30 13 0,-37-19 0,1-1 0,0 0 0,0 0 0,0-2 0,0 1 0,1-1 0,-1-1 0,15 0 0,-22-1 0,0 0 0,0 0 0,0-1 0,0 0 0,-1 0 0,1 0 0,0 0 0,0-1 0,0 0 0,-1 0 0,1 0 0,-1 0 0,0-1 0,1 0 0,-1 0 0,0 0 0,-1 0 0,1-1 0,-1 1 0,1-1 0,-1 0 0,5-8 0,-6 9 0,-1 0 0,0-1 0,1 1 0,-1-1 0,0 1 0,-1-1 0,1 1 0,-1-1 0,1 0 0,-1 1 0,0-1 0,-1 0 0,1 1 0,0-1 0,-1 1 0,0-1 0,-2-5 0,5 17 0,0 1 0,0-1 0,5 15 0,-2-13-136,0-1-1,0 0 1,1-1-1,0 1 1,0-1-1,1 0 1,0 0-1,0-1 0,16 12 1,-11-12-6690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85 274 24575,'1'0'0,"1"8"0,0 0 0,0 0 0,0 0 0,-1 0 0,0 0 0,0 0 0,-1 8 0,0-16 0,0 1 0,0-1 0,0 0 0,0 0 0,0 0 0,0 1 0,0-1 0,0 0 0,0 0 0,0 1 0,0-1 0,0 0 0,0 0 0,0 0 0,-1 1 0,1-1 0,0 0 0,0 0 0,0 0 0,0 1 0,0-1 0,0 0 0,-1 0 0,1 0 0,0 0 0,0 1 0,0-1 0,0 0 0,-1 0 0,1 0 0,0 0 0,0 0 0,0 0 0,-1 0 0,1 1 0,0-1 0,0 0 0,0 0 0,-1 0 0,1 0 0,0 0 0,-9-8 0,-5-14 0,0-8 0,2 0 0,0 0 0,2-1 0,-8-42 0,16 48 0,2 25 0,0-1 0,0 1 0,0 0 0,0-1 0,0 1 0,0-1 0,0 1 0,1 0 0,-1-1 0,0 1 0,0 0 0,0-1 0,1 1 0,-1-1 0,0 1 0,0 0 0,1 0 0,-1-1 0,0 1 0,1 0 0,-1-1 0,1 1 0,0 0 0,-1 0 0,1 0 0,-1 0 0,1 0 0,0 0 0,-1 0 0,1 0 0,0 0 0,-1 0 0,1 0 0,-1 0 0,1 1 0,0-1 0,-1 0 0,1 0 0,-1 1 0,1-1 0,0 1 0,95 60 0,-78-53 0,0 1 0,0-2 0,1-1 0,-1 0 0,1-1 0,1-1 0,-1-1 0,1-1 0,23 0 0,-35-3 0,1 0 0,-1 0 0,0-1 0,1-1 0,-1 1 0,0-1 0,0-1 0,0 0 0,-1 0 0,0 0 0,1-1 0,-1 0 0,-1 0 0,1-1 0,-1 0 0,0 0 0,0 0 0,-1-1 0,1 0 0,-2 0 0,1 0 0,-1-1 0,0 1 0,0-1 0,-1 0 0,0 0 0,2-13 0,-4 19 0,-1 0 0,0 0 0,0 0 0,1 0 0,-1 0 0,-1 0 0,1 0 0,0 0 0,0 0 0,-1 0 0,1 0 0,-1 0 0,0 0 0,1 0 0,-1 0 0,0 0 0,0 0 0,0 0 0,0 1 0,-1-1 0,1 0 0,0 1 0,-4-4 0,3 4 0,1 0 0,-1 1 0,0-1 0,0 0 0,0 0 0,0 1 0,1-1 0,-1 1 0,0 0 0,0-1 0,0 1 0,0 0 0,0 0 0,0 0 0,0 1 0,0-1 0,0 0 0,0 1 0,0-1 0,0 1 0,0 0 0,1-1 0,-1 1 0,0 0 0,-2 2 0,-1 0 0,1 0 0,-1 1 0,1-1 0,0 1 0,0 0 0,0 0 0,1 0 0,-1 0 0,1 1 0,0 0 0,0-1 0,1 1 0,-1 0 0,1 1 0,0-1 0,1 0 0,-1 0 0,1 1 0,0-1 0,0 1 0,1 10 0,0-8 0,0-1 0,1 1 0,0-1 0,0 0 0,1 0 0,0 1 0,1-1 0,-1 0 0,1 0 0,0-1 0,1 1 0,0-1 0,0 1 0,0-1 0,10 9 0,-5-6 0,1 0 0,0-1 0,1 0 0,-1-1 0,2-1 0,-1 1 0,1-2 0,19 8 0,-12-8 0,-1 0 0,1-1 0,-1-1 0,1-1 0,25 1 0,49 4-1365,-75-5-5461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24575,'5'30'0,"1"14"0,1 5 0,0-2 0,2 0 0,2-4 0,2-2 0,0-3 0,2 0 0,2-3 0,1-1 0,0-2 0,-4-4 0,0-7 0,-4-6-8191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3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24575,'-30'0'0,"-11"0"0,-2 0 0,4 2 0,4 1 0,5 0 0,6 0 0,3-1 0,4-1 0,3-1 0,0 1 0,0-1 0,3-1-8191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4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24575,'5'43'0,"2"0"0,2-1 0,25 76 0,-28-102 0,1 0 0,1 0 0,0 0 0,1-1 0,0 0 0,1-1 0,1 0 0,0 0 0,1-1 0,1-1 0,0 0 0,18 12 0,-28-22 0,0 0 0,0 0 0,0-1 0,0 1 0,0-1 0,0 0 0,0 0 0,1 0 0,3 1 0,-6-2 0,-1 0 0,1 0 0,0 0 0,0-1 0,0 1 0,0 0 0,0 0 0,0 0 0,0-1 0,0 1 0,0-1 0,0 1 0,-1 0 0,1-1 0,0 1 0,0-1 0,-1 0 0,1 1 0,0-1 0,0 0 0,-1 1 0,1-1 0,-1 0 0,1 0 0,-1 0 0,1 1 0,-1-1 0,1 0 0,-1 0 0,0 0 0,0 0 0,1 0 0,-1 0 0,0 0 0,0 0 0,0-1 0,0-26 0,0 24 0,-1 1 0,1 0 0,0 0 0,0-1 0,0 1 0,0 0 0,1 0 0,-1 0 0,1-1 0,0 1 0,0 0 0,0 0 0,0 0 0,2-4 0,-2 6 0,0 0 0,0 1 0,1-1 0,-1 0 0,0 1 0,0-1 0,0 0 0,1 1 0,-1-1 0,0 1 0,0 0 0,1 0 0,-1-1 0,0 1 0,1 0 0,-1 0 0,0 0 0,1 0 0,-1 0 0,0 0 0,1 1 0,-1-1 0,2 1 0,5 2 0,0-1 0,12 8 0,-9-5 0,5 1 0,0 0 0,0 0 0,1-2 0,-1 0 0,1-1 0,21 1 0,-28-3 0,0-1 0,0 0 0,0-1 0,0-1 0,0 1 0,0-1 0,0-1 0,-1 0 0,1 0 0,-1-1 0,17-9 0,-22 10 0,1 0 0,-1-1 0,0 1 0,0-1 0,0 1 0,0-1 0,-1 0 0,6-8 0,-8 10 0,0 0 0,0 0 0,0-1 0,0 1 0,0 0 0,0-1 0,0 1 0,-1 0 0,0-1 0,1 1 0,-1-1 0,0 1 0,0-1 0,0 1 0,0-1 0,0 1 0,-1 0 0,1-1 0,-1 1 0,-1-5 0,0 5 0,1 0 0,-1 0 0,1-1 0,-1 1 0,0 0 0,0 1 0,1-1 0,-2 0 0,1 1 0,0-1 0,0 1 0,0-1 0,-1 1 0,1 0 0,0 0 0,-1 0 0,1 0 0,-1 1 0,0-1 0,1 1 0,-1-1 0,1 1 0,-1 0 0,0 0 0,-3 0 0,0 0 0,0 1 0,0 0 0,0 0 0,1 0 0,-1 0 0,0 1 0,1 0 0,-1 0 0,1 1 0,-7 3 0,8-3 0,1-1 0,-1 1 0,1 0 0,0 1 0,-1-1 0,2 0 0,-1 1 0,0-1 0,1 1 0,-1 0 0,1 0 0,0 0 0,0 0 0,-1 5 0,3-6 0,-1 0 0,1 0 0,-1 0 0,1 0 0,0-1 0,0 1 0,0 0 0,0 0 0,1 0 0,-1 0 0,1 0 0,0-1 0,0 1 0,0 0 0,0 0 0,0-1 0,0 1 0,1-1 0,-1 1 0,1-1 0,0 0 0,0 1 0,2 1 0,5 4 0,0 0 0,1-1 0,0 0 0,16 8 0,48 20 0,-57-28 0,18 8-195,1-2 0,0-2 0,1-1 0,0-2 0,0-2 0,73 4 0,-94-10-6631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24575,'0'-13'0,"0"15"0,0 23 0,1 20 0,3 1 0,14 76 0,40 85 0,-57-205 0,5 15 0,-6-17 0,0 1 0,0-1 0,1 1 0,-1-1 0,0 1 0,0-1 0,1 1 0,-1-1 0,0 1 0,1-1 0,-1 1 0,0-1 0,1 0 0,-1 1 0,1-1 0,-1 1 0,1-1 0,-1 0 0,1 0 0,-1 1 0,2-1 0,-2-1 0,1 0 0,0 0 0,-1 0 0,1 0 0,-1 0 0,1-1 0,-1 1 0,0 0 0,1 0 0,-1 0 0,0-1 0,0 1 0,0 0 0,0-1 0,0 1 0,0-2 0,0 1 0,0-14 0,0 7 0,0 0 0,1-1 0,0 1 0,0 0 0,4-10 0,-4 16 0,-1 1 0,1 0 0,0 0 0,0 0 0,0 0 0,1 0 0,-1 0 0,0 0 0,1 0 0,-1 1 0,1-1 0,0 0 0,0 1 0,-1 0 0,1-1 0,0 1 0,0 0 0,0 0 0,0 0 0,1 0 0,-1 0 0,0 0 0,0 1 0,0-1 0,1 1 0,2-1 0,1 1 0,0 0 0,0 0 0,1 1 0,-1 0 0,0 0 0,0 0 0,0 1 0,0 0 0,0 0 0,0 1 0,-1-1 0,11 7 0,3 5 0,37 30 0,-48-37 0,-8-7 0,12 11 0,0-1 0,-1 1 0,13 17 0,-22-25 0,0-1 0,0 1 0,0 0 0,-1-1 0,1 1 0,-1 0 0,0 0 0,0 0 0,0 0 0,0 0 0,0 0 0,0 0 0,-1 0 0,0 0 0,1 0 0,-1 0 0,-1 1 0,1-1 0,0 0 0,-1 0 0,1 0 0,-1 0 0,-2 6 0,1-7 0,1 0 0,-1 0 0,1 0 0,-1 0 0,0 0 0,0 0 0,0-1 0,0 1 0,0 0 0,-1-1 0,1 0 0,0 0 0,-1 1 0,1-1 0,-1-1 0,1 1 0,-5 1 0,-5 0 0,0 0 0,-17 0 0,26-2 0,-23 0 0,-1-1 0,1-1 0,0-1 0,1-1 0,-1-1 0,-48-18 0,73 23 0,0 0 0,0-1 0,0 1 0,0 0 0,0-1 0,0 1 0,0-1 0,0 0 0,0 1 0,0-1 0,0 0 0,0 0 0,0 1 0,0-1 0,0 0 0,1 0 0,-1 0 0,0 0 0,1 0 0,-1 0 0,0-1 0,1 1 0,0 0 0,0 0 0,1 0 0,-1 0 0,0 0 0,0 0 0,1 0 0,-1 0 0,1 0 0,-1 0 0,1 0 0,-1 0 0,1 0 0,-1 0 0,1 1 0,0-1 0,-1 0 0,1 0 0,0 1 0,0-1 0,0 0 0,-1 1 0,1-1 0,2 0 0,25-14-1365,-15 10-5461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5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7 24575,'-16'-2'0,"-36"-3"0,49 5 0,-1 0 0,0 0 0,0 1 0,0-1 0,0 1 0,1 0 0,-1 0 0,0 1 0,1-1 0,-7 4 0,9-5 0,0 1 0,0 0 0,0-1 0,0 1 0,0 0 0,0 0 0,0 0 0,0 0 0,1 0 0,-1 0 0,0 0 0,0 0 0,1 1 0,-1-1 0,1 0 0,-1 0 0,1 0 0,0 1 0,-1-1 0,1 2 0,0-1 0,0 1 0,0-1 0,0 0 0,1 0 0,-1 1 0,1-1 0,0 0 0,-1 0 0,1 0 0,2 4 0,1 0 0,0 0 0,1 0 0,-1 0 0,1 0 0,0-1 0,8 6 0,-6-5 0,1-1 0,0 1 0,1-2 0,-1 1 0,1-1 0,13 4 0,-17-6 0,0-1 0,0 0 0,0 0 0,0 0 0,0 0 0,0-1 0,0 0 0,0 0 0,0-1 0,0 1 0,0-1 0,0 0 0,9-3 0,-13 3 0,1 1 0,-1-1 0,1 0 0,-1 0 0,0 0 0,0 0 0,0 0 0,1 0 0,-1 0 0,0 0 0,0 0 0,-1-1 0,1 1 0,0 0 0,0 0 0,0-1 0,-1 1 0,1-1 0,-1 1 0,1-1 0,-1-1 0,1-4 0,0 1 0,-1 0 0,0-1 0,-1-6 0,0 8 0,1 1 0,0-1 0,0 1 0,0-1 0,1 1 0,1-8 0,-2 12 0,0 0 0,0 0 0,0-1 0,0 1 0,0 0 0,0 0 0,0 0 0,0 0 0,0 0 0,0 0 0,0 0 0,0-1 0,1 1 0,-1 0 0,0 0 0,0 0 0,0 0 0,0 0 0,0 0 0,0 0 0,1 0 0,-1 0 0,0 0 0,0 0 0,0 0 0,0 0 0,0 0 0,0 0 0,1 0 0,-1 0 0,0 0 0,0 0 0,0 0 0,0 0 0,0 0 0,1 0 0,-1 0 0,7 4 0,7 11 0,-13-13 0,16 16 0,1 0 0,30 24 0,-42-37 0,1 0 0,-1 0 0,1-1 0,0-1 0,1 1 0,-1-1 0,0 0 0,1-1 0,0 1 0,-1-2 0,1 1 0,10 0 0,-15-2-227,0 0-1,0-1 1,1 1-1,-1-1 1,5-1-1,1-2-6598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11 24575,'1'-1'0,"-1"1"0,0-1 0,0 1 0,0-1 0,0 1 0,0-1 0,0 1 0,0-1 0,0 1 0,-1 0 0,1-1 0,0 1 0,0-1 0,0 1 0,0-1 0,-1 1 0,1-1 0,0 1 0,0 0 0,-1-1 0,0 0 0,1 1 0,0 0 0,0 0 0,-1 0 0,1 0 0,0 0 0,-1 1 0,1-1 0,0 0 0,-1 0 0,1 0 0,0 0 0,0 0 0,-1 0 0,1 1 0,0-1 0,0 0 0,-1 0 0,1 0 0,0 1 0,0-1 0,-1 0 0,1 0 0,0 1 0,-2 1 0,0 1 0,0-1 0,1 1 0,-1-1 0,-1 7 0,-1 6 0,2 0 0,-1 0 0,2 0 0,0 1 0,1-1 0,1 0 0,4 26 0,-3-29 0,1-1 0,1 0 0,-1 0 0,2-1 0,0 1 0,0-1 0,1 0 0,0 0 0,1 0 0,15 16 0,-22-25 0,1-1 0,0 1 0,-1 0 0,1 0 0,0-1 0,-1 1 0,1 0 0,-1 0 0,1 0 0,-1 0 0,0-1 0,1 1 0,-1 0 0,0 0 0,0 0 0,0 0 0,1 0 0,-1 0 0,0 0 0,0 0 0,0 0 0,-1 0 0,1 0 0,0 0 0,-1 1 0,1 0 0,-1-1 0,0 0 0,0 1 0,0-1 0,-1 0 0,1 0 0,0 0 0,0 0 0,-1 0 0,1 0 0,0 0 0,-1-1 0,-2 2 0,-4 1 0,0 0 0,0-1 0,0 0 0,-16 1 0,-15 4-1365,29-4-5461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24575,'0'12'0,"0"7"0,0 2 0,0 0 0,0 2 0,0-1 0,0-2 0,0-1 0,0-2 0,0-2 0,3-2 0,0-2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75 24575,'-3'-20'0,"0"-4"0,0 5 0,0 8 0,2 11 0,0 7 0,2 8 0,2 4 0,1 1 0,-2-1 0,0-3-8191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16 24575,'-2'-2'0,"-1"1"0,0-1 0,1 0 0,-1 1 0,0-1 0,0 1 0,0 0 0,0 0 0,0 0 0,-1 1 0,1-1 0,-4 0 0,6 1 0,0 0 0,0 1 0,0-1 0,0 0 0,0 0 0,-1 1 0,1-1 0,0 1 0,0-1 0,0 1 0,0-1 0,0 1 0,0-1 0,0 1 0,1 0 0,-1 0 0,0-1 0,0 1 0,0 0 0,1 0 0,-1 0 0,0 0 0,1 0 0,-1 0 0,1 0 0,-1 0 0,1 0 0,-1 0 0,1 0 0,0 0 0,0 1 0,0-1 0,-1 0 0,1 0 0,0 0 0,1 2 0,-1 6 0,0-1 0,1 0 0,0 0 0,1 0 0,0 0 0,0-1 0,1 1 0,-1 0 0,8 12 0,4 5 0,24 32 0,-22-38 0,6 7 0,-21-25 0,0 1 0,0 0 0,0-1 0,0 1 0,0 0 0,-1 0 0,1 0 0,0 0 0,-1-1 0,1 1 0,-1 0 0,0 3 0,0-4 0,0 0 0,0-1 0,0 1 0,-1 0 0,1 0 0,-1 0 0,1 0 0,0-1 0,-1 1 0,1 0 0,-1 0 0,0-1 0,1 1 0,-1 0 0,0-1 0,1 1 0,-1-1 0,0 1 0,1-1 0,-1 1 0,0-1 0,0 1 0,0-1 0,-1 1 0,-25 5 0,24-5 0,-44 4-32,-1-1-1,-74-5 0,53-1-1234,40 2-5559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7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25 24575,'-5'-3'0,"-1"-1"0,0 1 0,0 0 0,1 1 0,-2-1 0,1 1 0,-11-2 0,16 4 0,-1 0 0,0 0 0,0 0 0,0 0 0,0 0 0,1 0 0,-1 1 0,0-1 0,0 0 0,0 1 0,1 0 0,-1-1 0,0 1 0,1 0 0,-1 0 0,1 0 0,-1 0 0,1 0 0,-1 0 0,1 1 0,0-1 0,0 0 0,-1 1 0,1-1 0,0 1 0,0-1 0,1 1 0,-1 0 0,0-1 0,0 1 0,0 3 0,-3 7 0,1 0 0,0 0 0,1 0 0,0 1 0,1-1 0,0 16 0,10 78 0,4-24-140,31 103 0,39 78-211,-67-215 338,-13-40 29,13 38 335,-14-43-323,0 1-1,0-1 1,0 1 0,0-1 0,0 1-1,1-1 1,-1 0 0,1 0 0,4 3-1,0-2-1392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325 135 24575,'-19'-17'0,"-12"-9"0,-3 1 0,-1 5 0,4 2 0,4 5 0,2 5 0,3 3 0,2 3 0,3 2 0,1 0 0,1 1 0,4 3 0,0 0 0,0-1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8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24575,'0'5'0,"1"-1"0,-1 1 0,1-1 0,0 1 0,0-1 0,1 1 0,0-1 0,-1 0 0,1 0 0,1 0 0,-1 0 0,0 0 0,1 0 0,0-1 0,0 1 0,0-1 0,0 0 0,1 0 0,-1 0 0,1 0 0,0-1 0,0 1 0,0-1 0,0 0 0,0 0 0,0 0 0,1-1 0,-1 0 0,1 0 0,-1 0 0,1 0 0,-1 0 0,1-1 0,-1 0 0,1 0 0,-1 0 0,1-1 0,8-1 0,-5-1 0,0 0 0,0 0 0,-1 0 0,1-1 0,-1 0 0,0-1 0,0 0 0,0 0 0,0 0 0,-1-1 0,0 0 0,8-10 0,-12 14 0,0-1 0,0 1 0,0-1 0,1 1 0,-1 0 0,1 0 0,0 0 0,0 1 0,-1-1 0,1 1 0,0-1 0,0 1 0,0 0 0,1 0 0,-1 0 0,0 0 0,5 0 0,-4 1 0,-1 0 0,1 1 0,0-1 0,0 1 0,-1 0 0,1 0 0,0 0 0,-1 0 0,0 1 0,1-1 0,-1 1 0,0 0 0,1 0 0,-1 0 0,3 3 0,2 3-195,1 0 0,-1 0 0,-1 0 0,0 1 0,0 1 0,10 18 0,-10-16-6631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8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24575,'44'55'0,"3"-2"0,67 60 0,-109-109 0,0 1 0,1-1 0,-1 0 0,1-1 0,0 1 0,0-1 0,0 0 0,10 3 0,-15-6 0,0 0 0,0 1 0,0-1 0,0 0 0,0 0 0,0 0 0,0 0 0,0-1 0,0 1 0,0 0 0,0 0 0,0-1 0,-1 1 0,1 0 0,0-1 0,0 1 0,0-1 0,0 1 0,-1-1 0,1 1 0,1-2 0,-1 1 0,0-1 0,1 0 0,-1 1 0,0-1 0,0 0 0,0 0 0,0 0 0,0 0 0,0-3 0,1-3 0,-1 0 0,0 0 0,1-15 0,-3-17 0,1-17 0,0 56 0,0 0 0,0-1 0,1 1 0,-1 0 0,0 0 0,0-1 0,1 1 0,-1 0 0,0 0 0,1 0 0,0 0 0,-1-1 0,1 1 0,-1 0 0,1 0 0,0 0 0,0 0 0,1-1 0,-1 2 0,0-1 0,0 1 0,0-1 0,0 1 0,0 0 0,0-1 0,0 1 0,0 0 0,0 0 0,0 0 0,0 0 0,0 0 0,1 0 0,-1 0 0,0 0 0,0 1 0,1-1 0,3 2 0,0 0 0,0 0 0,-1 1 0,1 0 0,-1-1 0,0 1 0,6 6 0,9 9 20,21 28 1,-15-16-1427,-16-20-5420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24575,'-9'4'0,"0"0"0,0 1 0,1 0 0,-1 0 0,-10 9 0,18-13 0,-1 1 0,1-1 0,-1 0 0,1 1 0,-1-1 0,1 1 0,0 0 0,0-1 0,0 1 0,0 0 0,0 0 0,0 0 0,1 0 0,-1 0 0,0 0 0,1 0 0,0 0 0,-1 0 0,1 0 0,0 0 0,0 0 0,0 0 0,0 0 0,1 0 0,-1 0 0,0 0 0,1 0 0,0 0 0,-1 0 0,1-1 0,0 1 0,2 3 0,1 1 0,0-1 0,0 0 0,1 0 0,-1 0 0,1 0 0,0-1 0,1 0 0,-1 0 0,1 0 0,0-1 0,0 0 0,0 0 0,0 0 0,1-1 0,11 3 0,-3-2 0,1 0 0,-1-1 0,0-1 0,1 0 0,29-3 0,-41 2 14,0-1-1,0 1 0,-1-1 0,1 0 1,0 0-1,0-1 0,-1 1 1,5-3-1,-6 3-91,-1 0 0,1 0 0,-1-1-1,1 1 1,-1 0 0,1-1 0,-1 1 0,0-1 0,0 0-1,0 1 1,0-1 0,0 0 0,0 1 0,-1-1 0,1 0-1,0 0 1,-1 0 0,1-2 0,0-8-6748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24575,'-5'27'0,"2"0"0,2 1 0,0-1 0,2 1 0,0-1 0,2 0 0,2 0 0,12 46 0,12 10 0,41 80 0,-69-159 0,-2-5 0,-8-8 0,-10-15 0,17 20 0,0 0 0,0 0 0,0 0 0,0-1 0,1 1 0,-1 0 0,1-1 0,1 1 0,-1-1 0,0 1 0,1-6 0,0 7 0,1 0 0,-1 1 0,1-1 0,-1 0 0,1 0 0,0 0 0,0 1 0,0-1 0,0 1 0,1-1 0,-1 1 0,1-1 0,0 1 0,-1 0 0,1 0 0,0-1 0,0 1 0,4-2 0,-1 0 0,1 1 0,0-1 0,0 1 0,0 1 0,0-1 0,1 1 0,-1 0 0,1 0 0,-1 1 0,1 0 0,9-1 0,-5 2 0,1 0 0,0 1 0,-1 0 0,1 0 0,20 6 0,-28-6 0,0 1 0,0-1 0,0 1 0,0 0 0,0 0 0,0 0 0,-1 0 0,1 1 0,-1-1 0,0 1 0,1 0 0,-1 0 0,-1 0 0,6 7 0,-6-5 0,1-1 0,-1 1 0,0 0 0,0 0 0,-1 0 0,1 0 0,-1 0 0,0 0 0,0 1 0,-1-1 0,0 9 0,0-6-341,1 1 0,0 0-1,1 8 1,1-5-6485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29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0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26 24575,'0'7'0,"-1"0"0,0-1 0,0 1 0,0-1 0,-1 0 0,0 1 0,0-1 0,-1 0 0,-5 9 0,-3 3 0,-21 27 0,23-34 0,8-10 0,0 1 0,0-1 0,0 1 0,0-1 0,0 0 0,-1 1 0,1-1 0,-1 0 0,1 0 0,-1 0 0,1 0 0,-1 0 0,1-1 0,-1 1 0,0 0 0,1-1 0,-3 1 0,2-1 0,1 0 0,0 0 0,-1-1 0,1 1 0,0 0 0,0-1 0,-1 1 0,1-1 0,0 0 0,0 1 0,-1-1 0,1 0 0,0 0 0,0 0 0,0 1 0,0-1 0,0 0 0,0 0 0,1-1 0,-1 1 0,0 0 0,0 0 0,0-2 0,-4-5 0,0-1 0,1 0 0,0 0 0,-5-17 0,8 22 0,-1-1 0,2 1 0,-1-1 0,0 1 0,1-1 0,0 1 0,0-1 0,0 0 0,1 1 0,-1-1 0,1 1 0,2-8 0,-2 9-30,1 1 0,-1-1-1,0 0 1,1 1 0,-1-1-1,1 1 1,0-1 0,0 1-1,0 0 1,0 0 0,0 0-1,1 0 1,-1 0-1,0 1 1,1-1 0,0 1-1,-1-1 1,1 1 0,0 0-1,0 0 1,-1 0 0,1 0-1,0 1 1,0-1 0,0 1-1,0 0 1,0-1 0,0 1-1,0 1 1,0-1 0,0 0-1,0 1 1,0 0 0,0-1-1,0 1 1,-1 0 0,1 1-1,0-1 1,-1 0 0,1 1-1,0-1 1,-1 1 0,0 0-1,3 3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0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24575,'1'6'0,"0"-1"0,0 1 0,0-1 0,0 1 0,1-1 0,0 0 0,0 1 0,0-1 0,1 0 0,0 0 0,5 8 0,6 4 0,24 25 0,-36-40 0,-1-1 0,3 4 0,0-1 0,1 0 0,0 0 0,-1 0 0,11 6 0,-14-10 0,0 1 0,0-1 0,0 0 0,0 1 0,0-1 0,0 0 0,0 0 0,0 0 0,0 1 0,0-1 0,0 0 0,0 0 0,0-1 0,0 1 0,0 0 0,0 0 0,1-1 0,-1 1 0,1-1 0,-1 0 0,0 0 0,0 0 0,0 0 0,0 0 0,0 0 0,0 0 0,0 0 0,-1 0 0,1 0 0,0 0 0,0-1 0,-1 1 0,1 0 0,0-2 0,1-6 0,1 0 0,-1 1 0,1-14 0,-3 15 0,1-1 0,1 0 0,-1 1 0,2 0 0,2-9 0,-5 15 0,1 0 0,-1 0 0,0 0 0,1 0 0,-1 0 0,1 1 0,-1-1 0,1 0 0,0 0 0,-1 1 0,1-1 0,0 0 0,-1 1 0,1-1 0,0 0 0,0 1 0,-1-1 0,1 1 0,0-1 0,0 1 0,0 0 0,0-1 0,0 1 0,0 0 0,0 0 0,0 0 0,0-1 0,0 1 0,0 0 0,0 0 0,0 0 0,0 1 0,-1-1 0,1 0 0,0 0 0,0 0 0,0 1 0,0-1 0,0 0 0,0 1 0,0-1 0,0 1 0,0 0 0,6 3 0,-1 1 0,-1 0 0,1 0 0,8 11 0,-2-3 0,74 58-1365,-74-62-5461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1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5 24575,'-4'-1'0,"0"0"0,0 0 0,0 0 0,0 1 0,0 0 0,-1-1 0,1 2 0,0-1 0,0 0 0,0 1 0,-8 2 0,9-2 0,1 0 0,-1 1 0,1-1 0,0 1 0,0-1 0,-1 1 0,1 0 0,0 0 0,0 0 0,1 0 0,-1 0 0,0 0 0,1 1 0,-1-1 0,1 1 0,0-1 0,0 1 0,-2 4 0,2-3 0,0-1 0,0 1 0,1-1 0,-1 1 0,1-1 0,-1 1 0,1 0 0,0-1 0,1 1 0,-1-1 0,0 1 0,1-1 0,0 1 0,0-1 0,0 1 0,0-1 0,3 4 0,1 3 0,2-1 0,-1 0 0,1-1 0,10 11 0,-9-11 0,-6-6 0,0 0 0,0 1 0,0-1 0,-1 1 0,1 0 0,-1 0 0,1-1 0,-1 1 0,0 0 0,0 0 0,0 0 0,0 0 0,-1 0 0,1 0 0,-1 0 0,0 1 0,0-1 0,0 0 0,0 0 0,0 0 0,-1 0 0,-1 6 0,0-5 0,1 1 0,-2-1 0,1 1 0,0-1 0,-1 0 0,0 0 0,0 0 0,0-1 0,0 1 0,0-1 0,-1 0 0,0 0 0,1 0 0,-7 4 0,-4 0-1365,1-2-5461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4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24575,'1'-27'0,"-1"27"0,0 0 0,0 0 0,0 0 0,0 0 0,0 0 0,0 0 0,0 0 0,0 0 0,0-1 0,0 1 0,0 0 0,0 0 0,0 0 0,0 0 0,0 0 0,0 0 0,0 0 0,0-1 0,0 1 0,0 0 0,0 0 0,0 0 0,0 0 0,0 0 0,0 0 0,0 0 0,0 0 0,0 0 0,1-1 0,-1 1 0,0 0 0,0 0 0,0 0 0,0 0 0,0 0 0,0 0 0,0 0 0,0 0 0,0 0 0,1 0 0,-1 0 0,0 0 0,0 0 0,0 0 0,0 0 0,0 0 0,0 0 0,0 0 0,1 0 0,-1 0 0,5 13 0,1 15 0,23 106 0,-23-101 0,-3-21 0,-1 0 0,1 18 0,-2-22-86,0 0-1,0 0 0,1 0 1,0-1-1,0 1 1,7 13-1,-6-12-672,1 1-6067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967 1 24575,'4'0'0,"50"9"0,-48-8 0,0 0 0,1 1 0,-1 0 0,0 1 0,11 5 0,-16-7 0,-1-1 0,0 0 0,1 0 0,-1 0 0,0 0 0,1 1 0,-1-1 0,0 0 0,1 0 0,-1 1 0,0-1 0,0 0 0,1 1 0,-1-1 0,0 0 0,0 1 0,0-1 0,1 0 0,-1 1 0,0-1 0,0 0 0,0 1 0,0-1 0,0 1 0,0-1 0,-7 6 0,-18-2 0,22-4 0,-402 14 0,312-15 0,-79-7 0,107 3 0,0 3 0,-96 8 0,94 2-1365,52-7-5461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5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26 103 24575,'-4'-5'0,"1"0"0,-1 0 0,1 0 0,0-1 0,1 1 0,-3-7 0,5 10 0,-1 1 0,1 0 0,0 0 0,-1 0 0,1-1 0,0 1 0,0 0 0,0 0 0,0-1 0,0 1 0,0 0 0,1-1 0,-1 1 0,0 0 0,0 0 0,1 0 0,-1-1 0,1 1 0,-1 0 0,1 0 0,0 0 0,-1 0 0,1 0 0,0 0 0,0 0 0,0 0 0,0 0 0,0 0 0,0 0 0,0 1 0,0-1 0,0 0 0,0 1 0,0-1 0,2 0 0,9-4 0,1 1 0,0 1 0,-1 0 0,1 1 0,0 0 0,0 1 0,24 1 0,-26 0 0,0 1 0,-1 1 0,1 0 0,0 0 0,-1 1 0,1 0 0,-1 1 0,0 0 0,16 10 0,-22-12 0,0 1 0,0-1 0,-1 1 0,1 0 0,-1 0 0,0 1 0,0-1 0,0 1 0,0-1 0,-1 1 0,1 0 0,2 5 0,-4-6 0,0 1 0,-1-1 0,1 0 0,-1 0 0,1 0 0,-1 0 0,0 1 0,0-1 0,0 0 0,-1 0 0,1 1 0,-1-1 0,1 0 0,-1 0 0,0 0 0,-1 0 0,1 0 0,-2 3 0,-10 15 0,-1 0 0,-29 34 0,27-36 0,8-10 0,0-1 0,-17 13 0,-7 8 0,31-29 0,0 1 0,0 0 0,1-1 0,-1 1 0,0 0 0,1 0 0,-1 0 0,1-1 0,-1 1 0,1 0 0,-1 0 0,1 0 0,-1 0 0,1 0 0,0 0 0,0 0 0,-1 0 0,1 0 0,0 0 0,0 0 0,0 2 0,1-2 0,-1-1 0,0 1 0,1 0 0,-1-1 0,1 1 0,0 0 0,-1-1 0,1 1 0,-1-1 0,1 1 0,0-1 0,0 1 0,-1-1 0,1 1 0,0-1 0,0 0 0,-1 1 0,1-1 0,2 0 0,5 2 0,0-1 0,0 0 0,16-1 0,9-2 0,0-2 0,-1-1 0,1-2 0,31-11 0,-52 15 40,-1-1 0,15-7 0,-22 9-164,-1 0 0,1 0 1,-1 0-1,0 0 0,0-1 0,0 0 1,0 1-1,0-1 0,-1 0 0,1 0 1,1-4-1,2-4-6702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24575,'0'7'0,"0"0"0,1 1 0,0-1 0,0 0 0,0 0 0,1 0 0,0 0 0,1 0 0,-1-1 0,1 1 0,5 8 0,5 8 0,-11-17 0,1-1 0,0 1 0,0 0 0,1-1 0,-1 1 0,1-1 0,1 0 0,-1-1 0,1 1 0,5 4 0,-3-6-1365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24575,'12'20'0,"5"8"0,1 3 0,-3-2 0,0-4 0,-4-3 0,0-3 0,-1-2 0,1-2 0,-1-6 0,-3-6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6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73 24575,'-27'-5'0,"-17"-4"0,-5-1 0,1 0 0,3 1 0,5 1 0,4 1 0,3 1 0,5 2 0,2 1 0,4 1 0,-1 4 0,3 1 0,3 3 0,6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24575,'0'-3'0,"0"1"0,0 0 0,0 0 0,1 0 0,-1 0 0,0 0 0,1 0 0,-1 0 0,1 0 0,0 0 0,0 0 0,0 0 0,0 0 0,0 0 0,2-2 0,-3 4 0,1-1 0,-1 1 0,1-1 0,-1 1 0,1 0 0,0-1 0,-1 1 0,1 0 0,-1 0 0,1-1 0,0 1 0,-1 0 0,1 0 0,0 0 0,-1 0 0,1 0 0,0 0 0,-1 0 0,2 0 0,0 1 0,0-1 0,-1 1 0,1-1 0,0 1 0,-1 0 0,1 0 0,-1 0 0,1 0 0,-1 0 0,2 1 0,14 14 0,-1 1 0,19 26 0,4 4 0,113 115 0,13-14 0,-146-133 0,1 2 0,19 22 0,-38-38-69,0-1 10,-1 1 0,0-1 0,1 0 0,-1 1 1,1-1-1,-1 1 0,0-1 0,1 1 0,-1-1 0,0 1 0,1 0 0,-1-1 0,0 1 0,0-1 0,0 1 0,1 0 1,-1-1-1,0 1 0,0-1 0,0 1 0,0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76 24575,'17'-11'0,"1"0"0,0 1 0,0 1 0,1 1 0,32-9 0,-40 14 0,0 1 0,1 0 0,-1 0 0,0 2 0,1-1 0,-1 1 0,1 1 0,-1 0 0,1 1 0,-1 0 0,17 6 0,-15-1 0,-11-2 0,-9-1 0,-9-1 0,-1-1 0,1-1 0,-1-1 0,-19-1 0,-2-1 0,-39-5 0,53 4 0,-39-1 0,62 4 0,0 0 0,0 0 0,0 0 0,0 0 0,0 0 0,0 0 0,0 0 0,0 1 0,0-1 0,0 0 0,0 1 0,0-1 0,0 1 0,0-1 0,0 1 0,0-1 0,1 1 0,-1 0 0,0-1 0,0 1 0,0 1 0,0-1 0,1 0 0,0 0 0,-1 0 0,1 0 0,0 0 0,0 0 0,-1 0 0,1 0 0,0 0 0,0 0 0,0 0 0,0 0 0,1 0 0,-1 0 0,0 0 0,1 2 0,1 3 0,1 0 0,0 0 0,0 0 0,0 0 0,6 6 0,2 1 0,1 0 0,0 0 0,1-2 0,18 14 0,-28-22 0,-1-1-105,0-1 0,0 1 0,-1-1 0,1 1 0,-1 0 0,1 0 0,-1 0 0,0 0 0,0 0 0,0 0 0,0 1 0,1 2 0,1 5-6721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9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44 24575,'-15'-8'0,"0"0"0,-24-9 0,33 15 0,0 0 0,0 0 0,0 0 0,0 1 0,0 0 0,0 1 0,-1-1 0,1 1 0,0 1 0,-7 0 0,9 0 0,0 1 0,1-1 0,-1 1 0,1 0 0,-1 0 0,1 0 0,0 1 0,0-1 0,0 1 0,0 0 0,0-1 0,0 1 0,1 1 0,-1-1 0,1 0 0,-2 5 0,-2 2 0,1 0 0,0 0 0,1 0 0,-5 19 0,8-24 0,0 0 0,0 0 0,1-1 0,0 1 0,0 0 0,0 0 0,1 0 0,-1 0 0,1 0 0,0 0 0,1-1 0,-1 1 0,1 0 0,0-1 0,0 1 0,0-1 0,1 0 0,0 0 0,0 0 0,0 0 0,0 0 0,0 0 0,1-1 0,7 6 0,-5-4 0,1 0 0,0-1 0,0 0 0,0 0 0,1 0 0,0-1 0,-1 0 0,1-1 0,0 0 0,0 0 0,1 0 0,-1-1 0,0 0 0,11-1 0,-16 0-65,-1-1 0,1 1 0,0-1 0,-1 1 0,1-1 0,-1 0 0,1 0 0,-1 0 0,1 0 0,-1 0 0,0-1 0,1 1 0,-1-1 0,0 1 0,0-1 0,0 0 0,0 0 0,-1 0 0,1 0 0,1-2 0,3-7-6761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0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83 24575,'0'4'0,"1"0"0,0 0 0,0-1 0,0 1 0,0 0 0,0 0 0,1 0 0,0-1 0,0 1 0,0-1 0,0 0 0,0 1 0,5 3 0,1 2 0,1 1 0,19 14 0,-27-23 0,0 0 0,1 0 0,-1 0 0,1 0 0,-1 0 0,1 0 0,0 0 0,-1-1 0,1 1 0,0 0 0,-1-1 0,1 0 0,0 1 0,0-1 0,0 0 0,-1 0 0,1 0 0,0 0 0,0 0 0,0 0 0,1-1 0,-1 0 0,-1 0 0,1 1 0,-1-1 0,0 0 0,1 0 0,-1-1 0,0 1 0,0 0 0,0 0 0,0-1 0,0 1 0,0 0 0,0-1 0,0 1 0,0-1 0,-1 1 0,1-1 0,-1 1 0,1-1 0,-1 0 0,1 1 0,-1-4 0,2-10 0,-2 10 0,1 1 0,-1-1 0,1 0 0,0 1 0,1-1 0,-1 0 0,1 1 0,0-1 0,0 1 0,0 0 0,1 0 0,5-8 0,-8 12 0,1-1 0,0 1 0,-1-1 0,1 1 0,-1-1 0,0 0 0,1 1 0,-1-1 0,0 0 0,1 1 0,-1-1 0,0 0 0,1 1 0,-1-1 0,0 0 0,0 1 0,0-1 0,0 0 0,0 0 0,0 1 0,0-1 0,0 0 0,0 0 0,0 1 0,0-1 0,-1-1 0,1 1 0,-1 0 0,0 1 0,0-1 0,1 0 0,-1 0 0,0 0 0,0 0 0,0 1 0,0-1 0,0 0 0,0 1 0,0-1 0,0 1 0,-2-1 0,-3-1 0,-1 0 0,1 0 0,-1 1 0,-11-1 0,-13 1 0,-42 4 0,72-3 0,-1 0 0,1 0 0,0 0 0,-1 1 0,1-1 0,0 1 0,-1-1 0,1 1 0,0-1 0,0 1 0,-1 0 0,1 0 0,0-1 0,0 1 0,0 0 0,0 0 0,0 0 0,0 0 0,0 0 0,1 1 0,-2 0 0,1 1 0,0-1 0,0 1 0,0-1 0,0 1 0,1 0 0,-1 0 0,1-1 0,0 1 0,0 0 0,0 3 0,0 0 0,1 0 0,0-1 0,0 1 0,0-1 0,1 1 0,-1-1 0,1 0 0,1 0 0,-1 0 0,5 6 0,-2-4 0,0-1 0,1-1 0,0 1 0,0-1 0,0 0 0,1 0 0,-1-1 0,1 0 0,0 0 0,1-1 0,12 5 0,-8-5 0,0 0 0,0 0 0,-1-2 0,1 1 0,0-2 0,1 1 0,13-2 0,-23 0 0,1 1 0,-1-1 0,0 0 0,1 0 0,-1 0 0,0 0 0,0 0 0,1-1 0,-1 1 0,0-1 0,-1 0 0,1 0 0,0 0 0,0 0 0,-1 0 0,1-1 0,-1 1 0,0-1 0,2-3 0,-2 4 0,-1-1 0,0 1 0,1-1 0,-1 0 0,-1 1 0,1-1 0,0 0 0,-1 0 0,1 1 0,-1-1 0,0 0 0,0 0 0,0 0 0,0 1 0,0-1 0,-1 0 0,1 0 0,-1 1 0,0-1 0,0 0 0,0 1 0,0-1 0,-3-3 0,-3-5 0,0 1 0,-1 0 0,-1 1 0,1 0 0,-2 0 0,1 1 0,-1 0 0,0 1 0,-1 0 0,0 0 0,0 1 0,0 1 0,-1 0 0,-14-4 0,23 8 9,0 0 1,0 1-1,0-1 0,0 1 0,0-1 1,0 1-1,0 0 0,0 0 0,0 1 0,0-1 1,0 1-1,-5 1 0,2 0-257,1 0 1,-1 1-1,1 0 1,-1 0-1,-4 5 1,1-2-6579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24575,'1'3'0,"-1"0"0,1 0 0,0 0 0,0 0 0,0-1 0,0 1 0,0 0 0,0-1 0,1 1 0,-1-1 0,1 1 0,0-1 0,-1 0 0,1 0 0,1 0 0,-1 0 0,0 0 0,0 0 0,1 0 0,-1-1 0,1 1 0,-1-1 0,4 2 0,0 0 0,1 0 0,-1-1 0,1 0 0,-1 0 0,1 0 0,0-1 0,-1 0 0,14 0 0,-17-1 0,-1 0 0,0 0 0,0-1 0,0 1 0,1-1 0,-1 1 0,0-1 0,0 0 0,0 0 0,0 0 0,0 0 0,-1 0 0,1 0 0,0 0 0,0-1 0,-1 1 0,1-1 0,0 1 0,-1-1 0,0 0 0,2-2 0,0-1 0,0-1 0,-1 1 0,0-1 0,0 0 0,0 1 0,1-11 0,-3 15 0,0-1 0,0 1 0,1-1 0,-1 1 0,1 0 0,-1-1 0,1 1 0,0 0 0,-1-1 0,1 1 0,0 0 0,0 0 0,0 0 0,0 0 0,0 0 0,0 0 0,0 0 0,0 0 0,2-1 0,-1 1 0,0 0 0,1 0 0,-1 1 0,0-1 0,0 1 0,1-1 0,-1 1 0,0 0 0,1 0 0,-1 0 0,3 0 0,2 1 0,1 0 0,-1 1 0,0 0 0,0 0 0,-1 1 0,14 6 0,21 16 0,-22-13 0,29 14 0,-36-20 0,-12-6 0,0 1 0,1-1 0,-1 0 0,0 0 0,1 0 0,-1 0 0,0 0 0,1 1 0,-1-1 0,0 0 0,0 0 0,1 0 0,-1 1 0,0-1 0,0 0 0,0 0 0,1 1 0,-1-1 0,0 0 0,0 0 0,0 1 0,0-1 0,0 0 0,1 1 0,-1-1 0,0 0 0,0 1 0,0-1 0,0 0 0,0 1 0,0-1 0,0 0 0,0 1 0,-3-1-1365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0 24575,'1'0'0,"1"0"0,-1 1 0,0-1 0,0 0 0,1 1 0,-1-1 0,0 1 0,0-1 0,0 1 0,0-1 0,0 1 0,0 0 0,0-1 0,0 1 0,0 0 0,0 0 0,0 0 0,0 0 0,-1 0 0,1 0 0,0 0 0,0 2 0,12 29 0,-10-22 0,23 69 0,-16-44 0,2 0 0,30 59 0,29 39 0,-71-132 0,0-1 0,0 1 0,1 0 0,-1-1 0,0 1 0,1-1 0,-1 1 0,1 0 0,-1-1 0,1 1 0,-1-1 0,1 1 0,-1-1 0,1 1 0,0-1 0,-1 0 0,1 1 0,0-1 0,0 1 0,-1-1 0,1-1 0,-1 1 0,0 0 0,1 0 0,-1-1 0,0 1 0,1 0 0,-1 0 0,0-1 0,0 1 0,1 0 0,-1-1 0,0 1 0,0 0 0,0-1 0,0 1 0,0-1 0,1 1 0,-1 0 0,0-1 0,0 1 0,0 0 0,0-1 0,0 0 0,0-30 0,-2 18 0,-1-1 0,0 0 0,-1 0 0,-1 1 0,-9-21 0,12 30 0,-1 0 0,1 0 0,-1 0 0,1 0 0,-1 1 0,0-1 0,-1 1 0,1 0 0,-1 0 0,1 0 0,-1 0 0,0 1 0,0-1 0,0 1 0,0 0 0,0 0 0,-1 1 0,1-1 0,-1 1 0,1 0 0,-5 0 0,-1 0 0,-1 0 0,1 1 0,0 0 0,-1 1 0,1 1 0,-11 2 0,1 1 0,-38 17 0,18-8-1365,31-10-5461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24575,'5'8'0,"4"2"0,0 1 0,-1 3 0,1-3 0,-2 1 0,1-3 0,1 0 0,2-1 0,1-3 0,-1-4 0,-2-5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1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24575,'20'2'0,"8"4"0,3 1 0,-5 1 0,-6-1-8191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6 24575,'-15'-1'0,"-7"-2"0,1 2 0,-43 1 0,60 0 0,-1 1 0,0 0 0,0-1 0,0 2 0,1-1 0,-1 0 0,0 1 0,1 0 0,-1 0 0,1 0 0,0 1 0,0 0 0,0-1 0,0 1 0,0 1 0,1-1 0,-1 0 0,-5 8 0,8-9 0,0 0 0,0-1 0,0 1 0,0 0 0,0 0 0,1 0 0,-1 0 0,0 0 0,1 0 0,0 0 0,-1 0 0,1 0 0,0 1 0,0-1 0,0 0 0,0 0 0,1 0 0,-1 0 0,0 0 0,1 0 0,0 0 0,-1 0 0,1 0 0,0 0 0,0 0 0,0 0 0,0-1 0,0 1 0,3 3 0,-1-2 0,0-1 0,0 1 0,0-1 0,0 1 0,1-1 0,-1 0 0,1 0 0,-1 0 0,1-1 0,0 1 0,0-1 0,0 0 0,0 0 0,6 1 0,1-1 0,0-1 0,0 0 0,20-2 0,-26 1 0,0 0 0,0-1 0,0 1 0,0-1 0,0 0 0,0 0 0,0 0 0,-1-1 0,1 0 0,4-3 0,-9 5 0,1 1 0,-1-1 0,1 0 0,0 1 0,-1-1 0,1 1 0,0-1 0,-1 1 0,1 0 0,0-1 0,0 1 0,-1 0 0,1-1 0,0 1 0,0 0 0,0 0 0,0 0 0,-1 0 0,1 0 0,0 0 0,1 0 0,-1 1 0,0-1 0,-1 1 0,1-1 0,0 1 0,-1 0 0,1 0 0,-1-1 0,1 1 0,-1 0 0,1 0 0,-1 0 0,0 0 0,0-1 0,1 1 0,-1 0 0,0 0 0,0 0 0,0 0 0,0 0 0,0 0 0,0 1 0,10 113 0,9 197 0,-19-308 0,0-1 0,0 0 0,-1 1 0,1-1 0,-1 0 0,1 1 0,-1-1 0,0 0 0,-3 6 0,3-8 0,1 0 0,-1-1 0,0 1 0,0 0 0,1 0 0,-1 0 0,0-1 0,0 1 0,0 0 0,0-1 0,0 1 0,0 0 0,0-1 0,0 0 0,-1 1 0,1-1 0,0 0 0,0 1 0,0-1 0,0 0 0,-1 0 0,1 0 0,0 0 0,0 0 0,0 0 0,0 0 0,-1-1 0,1 1 0,0 0 0,0-1 0,-1 0 0,-4-1 0,0 0 0,1-1 0,0 1 0,-1-1 0,1-1 0,-8-6 0,-28-28 0,27 25 0,-4-6 40,0 0 0,-17-24 0,28 34-226,1 0 1,0-1-1,1 0 0,0 0 1,0-1-1,1 0 1,-3-14-1,3 7-6640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2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24575,'1'-1'0,"-1"1"0,1 0 0,0-1 0,-1 1 0,1 0 0,0-1 0,-1 1 0,1 0 0,0 0 0,-1 0 0,1 0 0,0 0 0,0-1 0,-1 1 0,1 0 0,0 1 0,0-1 0,-1 0 0,1 0 0,0 0 0,-1 0 0,1 1 0,0-1 0,0 0 0,-1 0 0,1 1 0,-1-1 0,1 1 0,0-1 0,-1 0 0,1 1 0,0 1 0,20 19 0,-17-17 0,9 12 0,-2-3 0,23 21 0,-31-31 0,0 0 0,0-1 0,0 0 0,1 0 0,-1 0 0,0 0 0,1 0 0,-1-1 0,1 1 0,0-1 0,0 0 0,-1 0 0,8 0 0,-10 0 0,1-1 0,-1 0 0,1 0 0,-1 0 0,0 0 0,1-1 0,-1 1 0,1 0 0,-1-1 0,1 1 0,-1-1 0,1 1 0,-1-1 0,0 0 0,1 1 0,-1-1 0,0 0 0,0 0 0,0 0 0,1 0 0,-1 0 0,0 0 0,0 0 0,-1 0 0,1-1 0,0 1 0,1-2 0,-1-2 0,1 0 0,-1 0 0,0 0 0,-1 0 0,1 0 0,-1-9 0,0 9 0,0-1 0,0 1 0,1-1 0,1-7 0,-1 12 0,-1 0 0,0 0 0,1 0 0,-1 0 0,0 1 0,1-1 0,-1 0 0,1 0 0,-1 0 0,1 1 0,-1-1 0,1 0 0,0 1 0,-1-1 0,1 0 0,0 1 0,0-1 0,-1 1 0,1-1 0,0 1 0,0 0 0,0-1 0,0 1 0,0 0 0,1-1 0,0 1 0,0 0 0,0 0 0,0 0 0,0 1 0,0-1 0,0 1 0,0-1 0,0 1 0,0 0 0,0-1 0,2 3 0,2 1 0,1 0 0,-1 0 0,0 1 0,-1 0 0,9 8 0,-9-7-195,-1 1 0,1-1 0,-1 1 0,0 0 0,0 0 0,3 10 0,-3-4-6631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3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86 114 24575,'-4'-2'0,"-1"0"0,1 1 0,-1-1 0,1 1 0,-1-1 0,1 1 0,-1 1 0,-8-2 0,12 2 0,-1 0 0,1 1 0,0-1 0,-1 0 0,1 0 0,-1 1 0,1-1 0,-1 1 0,1-1 0,0 1 0,-1 0 0,1-1 0,0 1 0,0 0 0,-1 0 0,1 0 0,0 0 0,0 0 0,0 0 0,0 0 0,0 0 0,0 0 0,1 1 0,-1-1 0,0 0 0,0 1 0,1-1 0,-1 0 0,1 1 0,0-1 0,-1 4 0,1-3 0,-1 1 0,1 0 0,1-1 0,-1 1 0,0-1 0,1 1 0,-1 0 0,1-1 0,0 1 0,0-1 0,0 1 0,0-1 0,0 1 0,1-1 0,-1 0 0,1 0 0,-1 0 0,1 0 0,3 3 0,0 1 0,1-1 0,0 0 0,0 0 0,0-1 0,11 7 0,-13-10 0,-1 1 0,1 0 0,-1-1 0,1 0 0,0 0 0,0 0 0,0 0 0,-1-1 0,1 1 0,0-1 0,0 0 0,0 0 0,0 0 0,0-1 0,0 0 0,5-1 0,-6 1 0,0 0 0,0-1 0,-1 1 0,1-1 0,0 1 0,-1-1 0,0 0 0,1 0 0,-1 0 0,0-1 0,0 1 0,0 0 0,0-1 0,-1 1 0,1-1 0,-1 0 0,1 1 0,-1-1 0,0 0 0,0 0 0,1-4 0,-1 0 6,0 1 0,-1 0-1,0-1 1,0 1 0,0 0-1,-1-1 1,1 1 0,-2 0 0,1-1-1,-1 1 1,0 0 0,0 0-1,0 0 1,-1 0 0,0 1-1,0-1 1,-1 1 0,1 0 0,-1 0-1,-7-7 1,8 8-63,-1 1 0,0-1 0,1 1 0,-1 0-1,-1 0 1,1 0 0,0 0 0,-1 1 0,1 0 0,-1-1 0,0 2 0,0-1-1,0 1 1,1 0 0,-1 0 0,-1 0 0,1 0 0,0 1 0,0 0 0,0 0 0,0 0-1,0 1 1,0 0 0,0 0 0,-9 3 0,0 2-6769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3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24575,'0'0'0,"0"0"0,0 0 0,0-1 0,0 1 0,0 0 0,0 0 0,0 0 0,0 0 0,0 0 0,0 0 0,0-1 0,0 1 0,0 0 0,1 0 0,-1 0 0,0 0 0,0 0 0,0 0 0,0 0 0,0-1 0,0 1 0,0 0 0,0 0 0,1 0 0,-1 0 0,0 0 0,0 0 0,0 0 0,0 0 0,0 0 0,0 0 0,1 0 0,-1 0 0,0 0 0,0 0 0,0 0 0,0 0 0,0 0 0,1 0 0,8 2 0,6 5 0,-14-6 0,19 10 0,-4-1 0,27 11 0,-38-19 0,-1 0 0,0-1 0,1 0 0,-1 0 0,1 0 0,0 0 0,-1-1 0,1 0 0,-1 0 0,1 0 0,8-1 0,-11 0 0,-1 1 0,1-1 0,-1 1 0,1-1 0,-1 0 0,1 1 0,-1-1 0,1 0 0,-1 0 0,0 0 0,0 0 0,1 0 0,-1 0 0,0 0 0,0-1 0,0 1 0,0 0 0,0-1 0,0 1 0,0-1 0,0-2 0,1-2 0,-1 0 0,1 0 0,-1 0 0,0-10 0,2-13 0,-2 22 0,0 4 0,0-1 0,0 0 0,0 1 0,0-1 0,0 1 0,2-4 0,-2 7 0,-1-1 0,0 1 0,0 0 0,1-1 0,-1 1 0,0 0 0,1-1 0,-1 1 0,0 0 0,1 0 0,-1-1 0,0 1 0,1 0 0,-1 0 0,0 0 0,1 0 0,-1-1 0,1 1 0,-1 0 0,1 0 0,-1 0 0,1 0 0,0 0 0,0 1 0,0-1 0,0 0 0,0 1 0,0-1 0,0 0 0,-1 1 0,1-1 0,0 1 0,0 0 0,0-1 0,-1 1 0,1 0 0,1 0 0,15 22-1365,-10-11-5461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4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3 24575,'-4'-1'0,"-1"1"0,1-1 0,-1 1 0,0 0 0,1 0 0,-1 0 0,1 1 0,-1 0 0,1 0 0,-1 0 0,-6 2 0,10-2 0,-1 0 0,0 0 0,1-1 0,0 1 0,-1 0 0,1 0 0,-1 1 0,1-1 0,0 0 0,0 0 0,0 1 0,0-1 0,0 0 0,0 1 0,0-1 0,0 1 0,0-1 0,1 1 0,-1 0 0,1-1 0,-1 1 0,1 0 0,0-1 0,-1 1 0,1 0 0,0-1 0,0 1 0,0 0 0,0 0 0,1-1 0,-1 1 0,0 0 0,2 1 0,0 4 0,0-1 0,1 0 0,0 0 0,0 0 0,0-1 0,1 1 0,0-1 0,0 0 0,10 9 0,-2-2 0,2 0 0,21 14 0,-33-25 0,0 0 0,1 1 0,0 0 0,0 0 0,-1 0 0,1 1 0,3 4 0,-6-7 0,0 0 0,0 0 0,1 1 0,-1-1 0,0 0 0,0 1 0,0-1 0,0 0 0,0 1 0,0-1 0,0 0 0,0 1 0,0-1 0,0 0 0,0 1 0,0-1 0,0 0 0,0 1 0,0-1 0,0 0 0,0 1 0,0-1 0,0 0 0,0 1 0,-1-1 0,1 0 0,0 1 0,-1 0 0,0 0 0,0 0 0,0-1 0,0 1 0,0 0 0,-1-1 0,1 1 0,0-1 0,0 1 0,0-1 0,-3 1 0,-22 5 0,-1-1 0,-48 3 0,19-4 0,-69 8-1365,93-10-5461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31 24575,'0'0'0,"0"0"0,1-1 0,-1 1 0,1 0 0,-1-1 0,1 1 0,-1-1 0,0 1 0,1 0 0,-1-1 0,0 1 0,1-1 0,-1 1 0,0-1 0,0 1 0,0-1 0,1 1 0,-1-1 0,0 0 0,0 1 0,0-1 0,0 1 0,0-1 0,0 1 0,0-1 0,0 1 0,0-1 0,0 0 0,0 1 0,0-1 0,-1 1 0,1-1 0,0 1 0,0-1 0,0 1 0,-1-1 0,1 1 0,0-1 0,-1 1 0,1 0 0,0-1 0,-1 1 0,1-1 0,-1 1 0,1 0 0,0-1 0,-1 1 0,1 0 0,-1 0 0,1-1 0,-1 1 0,1 0 0,-1 0 0,0 0 0,1-1 0,-1 1 0,0 0 0,-5-1 0,1-1 0,-1 1 0,1 0 0,-8 0 0,-4 1 0,1 0 0,0 1 0,0 1 0,-1 0 0,1 1 0,-27 9 0,34-8 0,0-1 0,0 2 0,0-1 0,1 1 0,0 0 0,0 1 0,0 0 0,1 0 0,0 0 0,0 1 0,0 1 0,-8 12 0,10-13 0,0-1 0,1 2 0,-1-1 0,2 0 0,-1 1 0,1 0 0,1-1 0,-1 1 0,1 0 0,1 1 0,-1-1 0,0 14 0,2 13 0,1 0 0,8 54 0,11 18 0,-8-29 0,4-1 0,29 80 0,-36-126 0,8 38 0,-9-33 0,-1 4 0,6 75 0,-10 41 0,-4-143 26,0 0 1,-1 0-1,-1 0 0,-4 12 0,-5 30-1522,10-40-5330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2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24575,'0'0'0,"0"-1"0,1 1 0,-1 0 0,0-1 0,0 1 0,0 0 0,0-1 0,0 1 0,1 0 0,-1-1 0,0 1 0,0 0 0,0 0 0,1-1 0,-1 1 0,0 0 0,1 0 0,-1-1 0,0 1 0,0 0 0,1 0 0,-1 0 0,0 0 0,1 0 0,-1-1 0,0 1 0,1 0 0,-1 0 0,0 0 0,1 0 0,-1 0 0,1 0 0,0 1 0,0-1 0,-1 1 0,1-1 0,0 1 0,-1-1 0,1 1 0,-1 0 0,1-1 0,-1 1 0,1 0 0,-1-1 0,1 1 0,-1 1 0,12 32 0,-10-29 0,14 48 0,24 70 0,-17-66 0,-22-54 79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24575,'0'31'0,"1"-1"0,6 38 0,-5-59 0,0 1 0,1 0 0,0 0 0,1-1 0,-1 0 0,2 0 0,-1 0 0,1 0 0,1-1 0,10 14 0,-11-17-1365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13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514 1 24575,'1'0'0,"-1"0"0,1 0 0,-1 0 0,0-1 0,1 1 0,-1 0 0,0 0 0,1 0 0,-1 0 0,1 0 0,-1 0 0,0 0 0,1 1 0,-1-1 0,1 0 0,-1 0 0,0 0 0,1 0 0,-1 0 0,0 0 0,1 1 0,-1-1 0,0 0 0,1 0 0,-1 1 0,0-1 0,0 0 0,1 1 0,-10 5 0,-19 5 0,3-6 0,-1-2 0,1 0 0,-1-2 0,-37-3 0,18 2 0,-160-12 0,195 11-120,4 0-58,-1 0 0,1 0 1,-1 1-1,1 0 0,-1 1 0,-8 1 0,6 1-6648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76 24575,'-9'-6'0,"5"5"0,0-1 0,1-1 0,0 1 0,-1-1 0,-4-4 0,8 7 0,-1-1 0,1 1 0,0-1 0,-1 1 0,1-1 0,0 1 0,0-1 0,-1 1 0,1-1 0,0 0 0,0 1 0,0-1 0,0 1 0,0-1 0,0 0 0,0 1 0,0-1 0,0 1 0,0-1 0,0 0 0,0 1 0,0-1 0,0 1 0,0-1 0,1 0 0,-1 1 0,0-1 0,1 1 0,-1-1 0,0 1 0,1-1 0,-1 1 0,0-1 0,1 1 0,-1-1 0,1 1 0,-1 0 0,1-1 0,-1 1 0,1 0 0,-1-1 0,1 1 0,-1 0 0,2-1 0,5-3 0,1 0 0,-1 1 0,1-1 0,0 1 0,0 1 0,0-1 0,1 2 0,-1-1 0,11 0 0,-13 1 0,1 1 0,-1 0 0,1 0 0,-1 1 0,0 0 0,1 0 0,-1 0 0,0 1 0,1 0 0,-1 0 0,0 1 0,9 5 0,-13-7 0,0 1 0,0 0 0,0-1 0,0 1 0,-1 0 0,1 0 0,-1 0 0,1 0 0,-1 0 0,0 0 0,0 1 0,0-1 0,0 0 0,0 1 0,-1-1 0,1 0 0,0 1 0,-1-1 0,0 1 0,0-1 0,0 1 0,0-1 0,0 1 0,0-1 0,-1 1 0,0 2 0,-1 3 0,0 0 0,-1 0 0,1-1 0,-2 1 0,1-1 0,-9 12 0,5-9 0,0-1 0,-1 0 0,-12 10 0,10-10 0,-16 19 0,26-27 0,0-1 0,-1 0 0,1 0 0,0 1 0,0-1 0,-1 0 0,1 1 0,0-1 0,0 0 0,0 1 0,0-1 0,-1 0 0,1 1 0,0-1 0,0 0 0,0 1 0,0-1 0,0 1 0,0-1 0,0 0 0,0 1 0,0-1 0,0 0 0,0 1 0,0-1 0,0 1 0,1-1 0,-1 0 0,0 1 0,0-1 0,0 0 0,0 1 0,1-1 0,-1 0 0,0 1 0,0-1 0,1 0 0,-1 0 0,0 1 0,0-1 0,1 0 0,-1 0 0,0 0 0,1 1 0,-1-1 0,0 0 0,1 0 0,-1 0 0,0 0 0,1 0 0,-1 1 0,1-1 0,-1 0 0,0 0 0,1 0 0,25 2 0,-24-2 0,32-1 0,-1-1 0,59-13 0,-20 2 0,-60 11-1365,-3-1-5461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24575,'10'12'0,"6"7"0,2 3 0,1-1 0,-1-1 0,0-4 0,-4-2 0,-2-3 0,0-4 0,-2-4-8191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24575,'3'5'0,"2"4"0,2 3 0,-2 1 0,0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5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24575,'0'1'0,"0"0"0,0 0 0,0 0 0,0-1 0,0 1 0,0 0 0,1 0 0,-1 0 0,0 0 0,0 0 0,1 0 0,-1 0 0,0 0 0,1-1 0,-1 1 0,1 0 0,-1 0 0,1 0 0,0-1 0,-1 1 0,1 0 0,0-1 0,-1 1 0,1-1 0,0 1 0,0-1 0,0 1 0,-1-1 0,1 1 0,0-1 0,0 0 0,0 1 0,0-1 0,0 0 0,0 0 0,0 0 0,0 1 0,-1-1 0,1 0 0,0 0 0,0-1 0,0 1 0,0 0 0,0 0 0,1-1 0,7-1 0,-1 0 0,0-1 0,-1 0 0,10-4 0,-8 3 0,-1 0 0,0 2 0,0-1 0,0 1 0,0 0 0,0 1 0,0 0 0,1 0 0,-1 1 0,0 0 0,1 0 0,-1 1 0,0 0 0,9 3 0,7 2 0,-1 2 0,0 1 0,22 13 0,8 2 0,-31-15-1365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6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24575,'10'20'0,"5"11"0,4 8 0,-1 2 0,1 1 0,-2 2 0,0-3 0,-1-3 0,-1 0 0,-1-3 0,1-1 0,-1-2 0,0-4 0,-2-5 0,-3-3 0,-4-3 0,-2-4-8191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6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24575,'85'16'0,"-41"-6"0,0-3 0,1-1 0,58-1 0,-94-5 0,0-1 0,0 0 0,0-1 0,0 0 0,0-1 0,0 1 0,-1-2 0,1 1 0,-1-1 0,0 0 0,0-1 0,0 0 0,-1-1 0,0 1 0,0-1 0,0 0 0,7-10 0,-11 12 0,-1 0 0,1 0 0,-1-1 0,0 1 0,-1 0 0,1-1 0,-1 0 0,0 1 0,1-8 0,-2 9 0,1 1 0,-1-1 0,0 1 0,0-1 0,0 1 0,0-1 0,0 1 0,-1-1 0,1 1 0,-1-1 0,0 1 0,0-1 0,0 1 0,0 0 0,0 0 0,0-1 0,0 1 0,-1 0 0,-2-3 0,3 5 0,1-1 0,-1 0 0,0 1 0,0-1 0,0 1 0,1-1 0,-1 1 0,0 0 0,0-1 0,0 1 0,0 0 0,0 0 0,0-1 0,0 1 0,0 0 0,0 0 0,0 0 0,0 0 0,0 0 0,-1 1 0,-1-1 0,1 1 0,0 0 0,0 0 0,1 0 0,-1 0 0,0 0 0,0 0 0,0 1 0,-1 1 0,-2 2 0,-1 1 0,1-1 0,1 2 0,-6 7 0,8-10 0,-1 0 0,1 1 0,0-1 0,0 1 0,0 0 0,1 0 0,-1-1 0,1 1 0,0 0 0,1 0 0,-1 0 0,1 0 0,0 0 0,1 0 0,-1 0 0,1 0 0,0 0 0,0 0 0,0 0 0,1 0 0,-1 0 0,5 6 0,-2-4 0,0 0 0,1 0 0,0 0 0,1 0 0,0-1 0,0 0 0,0 0 0,0-1 0,1 1 0,0-2 0,0 1 0,13 6 0,-4-5 0,1 0 0,0-1 0,0 0 0,0-1 0,1-1 0,-1-1 0,1-1 0,22-1 0,-20-1 0,26-7 0,-15 3 0,-26 4 0,0 0 0,0 0 0,-1 0 0,1-1 0,0 1 0,0-1 0,-1 0 0,5-3 0,-7 3 0,0 1 0,0-1 0,0 1 0,-1-1 0,1 0 0,-1 0 0,1 0 0,-1 0 0,1 0 0,-1 0 0,0 0 0,0 0 0,0 0 0,0 0 0,-1-1 0,1 1 0,-1 0 0,1-5 0,0 0 0,-1-1 0,0 1 0,0 0 0,-1-1 0,0 1 0,-4-14 0,-1 2 0,-11-21 0,-4-10 0,21 48-97,-1 0-1,0 0 1,1 0-1,-1 0 1,1 0-1,-1 0 1,1 0-1,0 0 1,0 0-1,0 0 1,0 0-1,0 0 0,1-4 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24575,'47'54'0,"-7"-7"0,-38-45 0,48 48 0,-43-44 0,1 1 0,0-2 0,0 1 0,1-1 0,9 5 0,-17-10 0,0 0 0,0 1 0,-1-1 0,1 0 0,0 0 0,0 1 0,0-1 0,0 0 0,0 0 0,-1 0 0,1 0 0,0 0 0,0 0 0,0 0 0,0-1 0,0 1 0,-1 0 0,1 0 0,0-1 0,0 1 0,0 0 0,-1-1 0,1 1 0,1-2 0,0 1 0,-1-1 0,1 0 0,-1 1 0,0-1 0,1 0 0,-1 0 0,0 0 0,0 0 0,1-4 0,1-3 0,-1-1 0,0 1 0,2-16 0,-3 9 0,0-1 0,0 0 0,-2 0 0,0 0 0,-1 0 0,-8-29 0,10 45-124,0-1 0,-1 1 0,1 0 0,-1-1 0,1 1 0,-1 0-1,0 0 1,1 0 0,-1-1 0,-2-1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7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71 532 24575,'-6'-12'0,"4"8"0,0-1 0,-1 1 0,1 0 0,-1 0 0,0-1 0,0 2 0,0-1 0,-1 0 0,1 1 0,-8-6 0,10 9 0,1-1 0,-1 1 0,1 0 0,-1 0 0,1-1 0,-1 1 0,1 0 0,-1 0 0,1 0 0,-1 0 0,1 0 0,-1 0 0,1 0 0,-1 0 0,0 0 0,1 0 0,-1 0 0,1 0 0,-1 0 0,1 0 0,-1 1 0,1-1 0,-1 0 0,1 0 0,-2 1 0,2 0 0,-1 0 0,0 0 0,0 0 0,1 0 0,-1 0 0,0 0 0,1 0 0,-1 0 0,1 0 0,-1 0 0,1 2 0,-1 2 0,0-1 0,0 1 0,1-1 0,-1 1 0,2 5 0,0 0 0,0 0 0,1 0 0,1 0 0,0 0 0,5 12 0,-6-16 0,1 0 0,0-1 0,1 1 0,-1-1 0,1 0 0,0 0 0,0 0 0,1 0 0,7 6 0,-11-10 0,0 0 0,0 0 0,0 0 0,0-1 0,0 1 0,1 0 0,-1-1 0,0 1 0,0-1 0,1 1 0,-1-1 0,0 0 0,1 1 0,-1-1 0,0 0 0,1 0 0,-1 0 0,0 0 0,1 0 0,-1 0 0,0-1 0,1 1 0,-1 0 0,0-1 0,0 1 0,1-1 0,-1 1 0,0-1 0,0 0 0,0 1 0,1-1 0,-1 0 0,0 0 0,0 0 0,0 0 0,0 0 0,-1 0 0,1 0 0,1-1 0,3-6 0,0 0 0,-1 0 0,0 0 0,5-15 0,-5 12 0,8-32 0,-10 34 0,0 1 0,0-1 0,1 1 0,7-16 0,-10 23 0,1 1 0,-1-1 0,1 0 0,-1 0 0,1 1 0,-1-1 0,1 0 0,-1 1 0,1-1 0,-1 1 0,1-1 0,0 0 0,-1 1 0,1-1 0,0 1 0,0 0 0,-1-1 0,1 1 0,0 0 0,0-1 0,0 1 0,-1 0 0,1 0 0,0 0 0,0-1 0,0 1 0,0 0 0,-1 0 0,1 0 0,0 1 0,0-1 0,0 0 0,0 0 0,-1 0 0,1 1 0,0-1 0,0 0 0,0 1 0,-1-1 0,1 0 0,0 1 0,-1-1 0,1 1 0,1 1 0,3 2 0,0 1 0,-1 0 0,1 0 0,5 10 0,-4-7 0,4 5 0,0-1 0,15 14 0,-19-21 0,-1-1 0,1 0 0,0 0 0,0-1 0,0 1 0,0-1 0,12 3 0,-12-4 0,-1 0 0,1-1 0,0 0 0,0 0 0,0-1 0,-1 1 0,1-1 0,0-1 0,0 1 0,0-1 0,-1 0 0,1 0 0,0 0 0,-1-1 0,1 0 0,-1 0 0,1-1 0,4-3 0,-4 2 0,0 0 0,0 0 0,-1-1 0,0 0 0,0 0 0,0-1 0,-1 1 0,0-1 0,0 0 0,0 0 0,-1 0 0,1-1 0,-2 1 0,4-11 0,-1 2 0,-2 1 0,0-1 0,-1 0 0,-1 0 0,0 0 0,-1-1 0,0 1 0,-1 0 0,-1 0 0,0 0 0,-5-15 0,0 8 0,-1 0 0,-1 0 0,-1 1 0,-1 0 0,0 1 0,-22-29 0,15 23 0,8 12 0,1 0 0,-2 1 0,0 0 0,-21-19 0,31 31 0,0 1 0,0-1 0,0 0 0,0 1 0,0-1 0,0 0 0,0 1 0,0 0 0,0-1 0,0 1 0,0-1 0,0 1 0,0 0 0,0 0 0,0 0 0,-3-1 0,4 2 0,-1-1 0,1 0 0,-1 0 0,1 1 0,-1-1 0,1 0 0,-1 1 0,1-1 0,-1 0 0,1 1 0,0-1 0,-1 0 0,1 1 0,-1-1 0,1 1 0,0-1 0,0 1 0,-1-1 0,1 1 0,0-1 0,0 1 0,-1 1 0,0 1 0,1 1 0,-1 0 0,1 0 0,0 0 0,0 0 0,0 0 0,2 7 0,3 12 0,1 0 0,2-1 0,0 1 0,1-2 0,1 1 0,2-1 0,20 30 0,111 126 0,-141-175 0,171 180-1231,-170-179 1097,6 6-6692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73 24575,'1'1'0,"1"-1"0,0 0 0,-1 1 0,1-1 0,0 0 0,-1 1 0,1 0 0,-1-1 0,1 1 0,-1 0 0,1 0 0,-1 0 0,0 0 0,1 0 0,-1 0 0,0 0 0,0 1 0,0-1 0,0 0 0,0 1 0,0-1 0,0 1 0,0-1 0,0 1 0,0 1 0,2 6 0,0 0 0,0 0 0,2 12 0,-3-10 0,-1-8 0,1 5 0,0 1 0,-1-1 0,0 1 0,0 9 0,-1-17 0,0 0 0,0 1 0,0-1 0,0 0 0,0 0 0,0 0 0,0 1 0,-1-1 0,1 0 0,0 0 0,-1 0 0,1 0 0,-1 0 0,1 0 0,-1 0 0,1 0 0,-1 0 0,0 0 0,0 0 0,1 0 0,-1 0 0,0 0 0,0-1 0,0 1 0,0 0 0,0-1 0,0 1 0,0 0 0,0-1 0,0 1 0,0-1 0,0 0 0,0 1 0,-1-1 0,1 0 0,0 0 0,0 0 0,0 0 0,-2 0 0,-7-1 0,-1-1 0,1 0 0,0 0 0,1-1 0,-1 0 0,0-1 0,1 0 0,-12-8 0,-7-5 0,-32-26 0,56 40 0,-11-8 0,-18-18 0,29 25 0,1 1 0,0-1 0,0 0 0,0 0 0,0 0 0,0 0 0,1-1 0,0 1 0,0-1 0,-2-6 0,4 10 0,-1-1 0,1 1 0,0-1 0,0 1 0,0-1 0,0 1 0,0-1 0,0 1 0,0-1 0,0 1 0,1-1 0,-1 1 0,1-1 0,-1 1 0,1 0 0,-1-1 0,1 1 0,0-1 0,1-1 0,0 1 0,0 0 0,0 0 0,0 0 0,0 1 0,1-1 0,-1 1 0,0 0 0,0 0 0,1-1 0,4 0 0,0 0 0,1 0 0,-1 1 0,0 0 0,1 0 0,0 1 0,-1 0 0,10 1 0,-1 2-43,-1 0-1,18 7 1,-14-4-1192,-7-3-5591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29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327 146 24575,'-95'-75'0,"74"60"0,0 1 0,-38-18 0,56 30 0,-1 1 0,1-1 0,0 1 0,-1 0 0,1 0 0,-1 0 0,1 1 0,-1-1 0,1 1 0,-7 0 0,9 0 0,-1 1 0,1-1 0,-1 1 0,1-1 0,-1 1 0,1 0 0,-1 0 0,1-1 0,-1 1 0,1 0 0,0 0 0,0 0 0,-1 1 0,1-1 0,0 0 0,0 0 0,0 1 0,0-1 0,1 0 0,-1 1 0,0-1 0,0 1 0,1-1 0,-1 1 0,1 1 0,-3 8 0,0 0 0,1 0 0,1 1 0,0-1 0,0 0 0,3 23 0,12 68 0,-13-100 0,14 67-200,3 0 0,3-2 0,31 66 0,102 189 154,-151-316 48,16 28-1,-9-17 69,13 32 0,-21-38 481,-3-11-546,1 1 0,0-1 0,0 0 0,0 0 0,-1 0 0,1 0 0,0 0 1,0 0-1,0 0 0,0 0 0,-1 0 0,1 0 0,0 0 0,0 0 0,0 0 0,-1 0 0,1 0 1,0 0-1,0 0 0,0-1 0,0 1 0,-1 0 0,1 0 0,0 0 0,0 0 0,0 0 0,0 0 0,-1 0 1,1-1-1,0 1 0,0 0 0,-16-17-16,-23-31 11,2-3 0,3-1 0,-43-86 0,69 118 0,6 14 0,0 1 0,-1-1 0,0 1 0,-5-8 0,6 11 0,0 0 0,0 0 0,0 0 0,0 0 0,0 1 0,0-1 0,0 1 0,-1-1 0,1 1 0,0 0 0,-1 0 0,1 0 0,-1 0 0,-2 0 0,-11-2-191,0 1-1,0 1 0,-22 1 0,31 0-406,-10 0-6228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134 677 24575,'18'-12'0,"-5"4"0,0-1 0,-1 0 0,21-20 0,-30 26 0,0-1 0,0 1 0,0-1 0,-1 0 0,0 0 0,1 0 0,-1 0 0,-1 0 0,1-1 0,-1 1 0,1-1 0,-1 1 0,0-1 0,-1 1 0,1-1 0,-1 0 0,0-5 0,-4-12 0,0 1 0,-1 1 0,-1-1 0,-1 1 0,-15-32 0,10 25 0,-139-264 0,128 252 0,13 25 0,5 13 0,3 10 0,1 20 0,1 1 0,1 0 0,2-1 0,1 1 0,8 28 0,-6-35 0,1-1 0,1 0 0,1-1 0,1 0 0,1-1 0,1 0 0,14 19 0,-3-10 0,0-2 0,54 48 0,-58-58 0,1-2 0,1 0 0,0-2 0,1 0 0,26 11 0,-40-21 0,0 0 0,1 0 0,-1-1 0,1 0 0,0 0 0,0-1 0,-1 0 0,11-1 0,-15 0 0,-1 0 0,1 0 0,-1-1 0,1 0 0,-1 0 0,0 0 0,1 0 0,-1 0 0,0 0 0,0-1 0,0 0 0,0 1 0,0-1 0,0 0 0,-1-1 0,1 1 0,0 0 0,-1-1 0,0 1 0,0-1 0,0 0 0,0 0 0,2-4 0,0-1 0,0 0 0,-1 0 0,-1-1 0,1 1 0,-1-1 0,-1 1 0,1-1 0,-2 0 0,1 0 0,-1 1 0,0-1 0,-1 0 0,0 0 0,-1 1 0,1-1 0,-2 1 0,1-1 0,-1 1 0,0 0 0,-1 0 0,0 0 0,0 0 0,-1 1 0,0 0 0,0-1 0,-1 2 0,-12-13 0,17 18 0,1 1 0,-1-1 0,1 0 0,-1 0 0,0 1 0,1-1 0,-1 1 0,0-1 0,0 1 0,0-1 0,1 1 0,-1-1 0,0 1 0,0 0 0,0-1 0,0 1 0,0 0 0,0 0 0,0 0 0,0 0 0,0-1 0,0 1 0,0 1 0,0-1 0,1 0 0,-1 0 0,0 0 0,0 0 0,0 1 0,0-1 0,0 0 0,-1 1 0,0 1 0,1-1 0,0 1 0,-1-1 0,1 1 0,0 0 0,0-1 0,0 1 0,0 0 0,0 0 0,1 0 0,-1-1 0,0 1 0,1 0 0,0 0 0,-1 2 0,0 3 0,0 0 0,1-1 0,0 1 0,0 0 0,0 0 0,1-1 0,0 1 0,0 0 0,1-1 0,0 1 0,0-1 0,0 0 0,1 0 0,4 8 0,-2-7 0,0 0 0,0 0 0,1 0 0,0-1 0,0 0 0,0 0 0,1-1 0,0 0 0,0 0 0,14 7 0,10 5 0,-18-9 0,1-1 0,0 0 0,1-1 0,0 0 0,28 6 0,-34-10 0,0-1 0,-1 0 0,1-1 0,0 0 0,9 0 0,-15-1 0,0 1 0,-1-1 0,1 0 0,0 1 0,-1-1 0,1 0 0,-1 0 0,1-1 0,-1 1 0,1-1 0,-1 1 0,0-1 0,0 0 0,0 1 0,0-1 0,0 0 0,0-1 0,0 1 0,-1 0 0,2-3 0,0-1 0,0 0 0,-1 0 0,1 0 0,-1 0 0,-1 0 0,1 0 0,-1-1 0,0 1 0,0-8 0,-2 2 0,1 1 0,-1-1 0,-1 1 0,-3-14 0,4 25 0,1-1 0,0 0 0,0 0 0,-1 1 0,1-1 0,0 0 0,0 0 0,0 0 0,0 1 0,0-1 0,0 0 0,0 0 0,1 0 0,-1 1 0,0-2 0,0 2 0,1 0 0,-1-1 0,0 1 0,0 0 0,1 0 0,-1 0 0,0 0 0,0 0 0,1 0 0,-1 0 0,0 0 0,0 0 0,1 0 0,-1 0 0,0 0 0,0 0 0,1 0 0,-1 0 0,0 0 0,0 0 0,0 0 0,1 0 0,-1 0 0,0 0 0,0 0 0,1 0 0,-1 0 0,0 1 0,0-1 0,1 0 0,21 19 0,-16-14 0,13 12 0,9 9 0,1-1 0,2-2 0,53 32 0,-83-54 0,1 0 0,0 0 0,-1 0 0,1-1 0,0 1 0,0-1 0,-1 1 0,1-1 0,0 1 0,0-1 0,0 0 0,0 0 0,0 0 0,0 0 0,-1 0 0,1-1 0,0 1 0,2-1 0,-2 0 0,-1 0 0,1 0 0,-1 0 0,0 0 0,0 0 0,0 0 0,1 0 0,-1-1 0,0 1 0,0 0 0,-1-1 0,1 1 0,0-1 0,0 1 0,-1-1 0,1 1 0,-1-1 0,1 1 0,-1-1 0,0 0 0,1-2 0,0-7 0,-1 6 0,1 1 0,-1 0 0,1 0 0,0 0 0,0 0 0,2-5 0,-3 8 0,1 1 0,-1-1 0,1 0 0,-1 0 0,1 1 0,0-1 0,-1 0 0,1 1 0,0-1 0,-1 1 0,1-1 0,0 1 0,0-1 0,-1 1 0,1-1 0,0 1 0,0 0 0,0-1 0,0 1 0,0 0 0,-1 0 0,1 0 0,0 0 0,0 0 0,0 0 0,0 0 0,0 0 0,0 0 0,0 0 0,-1 0 0,1 0 0,0 1 0,0-1 0,0 0 0,0 1 0,6 2 17,-1 0 0,0 0 0,0 1 0,0 0 0,0 0 1,8 8-1,16 11-1502,-19-16-5341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50 24575,'-9'-43'0,"9"42"0,0 1 0,1 0 0,-1 0 0,0 0 0,0-1 0,0 1 0,-1 0 0,1 0 0,0-1 0,0 1 0,0 0 0,0 0 0,0 0 0,0-1 0,0 1 0,0 0 0,0 0 0,0 0 0,-1 0 0,1-1 0,0 1 0,0 0 0,0 0 0,0 0 0,0 0 0,-1 0 0,1-1 0,0 1 0,0 0 0,0 0 0,-1 0 0,1 0 0,0 0 0,0 0 0,0 0 0,-1 0 0,1 0 0,0 0 0,0 0 0,-1 0 0,-4 8 0,-2 16 0,4-2 0,1 31 0,2-46 0,0 1 0,1 0 0,0 0 0,0-1 0,1 1 0,0-1 0,5 12 0,-6-17 0,0 0 0,0 0 0,0-1 0,0 1 0,0 0 0,1-1 0,-1 1 0,1-1 0,-1 1 0,1-1 0,-1 1 0,1-1 0,0 0 0,0 0 0,0 0 0,3 1 0,-4-2 0,1 1 0,-1-1 0,0 0 0,1 0 0,-1 0 0,1 0 0,-1 0 0,0 0 0,1 0 0,-1 0 0,1 0 0,-1-1 0,0 1 0,1-1 0,-1 1 0,0-1 0,0 1 0,1-1 0,-1 0 0,0 0 0,0 0 0,0 1 0,0-1 0,0 0 0,2-2 0,6-10 0,-6 10 0,0-1 0,0 0 0,0 1 0,0-1 0,1 1 0,5-4 0,-8 6 0,0 1 0,0-1 0,0 1 0,0 0 0,0-1 0,0 1 0,0 0 0,0 0 0,0 0 0,0 0 0,0 0 0,0 0 0,0 0 0,0 0 0,0 0 0,0 0 0,0 1 0,0-1 0,0 0 0,0 1 0,0-1 0,0 0 0,0 1 0,0 0 0,0-1 0,-1 1 0,1-1 0,0 1 0,0 0 0,-1 0 0,1-1 0,0 1 0,-1 0 0,1 0 0,0 1 0,19 27 0,-2 2 0,-1 0 0,16 41 0,-29-65 0,9 22 0,-4-13 0,-2 1 0,8 26 0,-14-41 0,0-1 0,-1 1 0,0-1 0,1 1 0,-1-1 0,0 1 0,0-1 0,0 1 0,0-1 0,0 1 0,0-1 0,-1 1 0,1-1 0,0 1 0,-1-1 0,1 1 0,-1-1 0,1 1 0,-1-1 0,-1 2 0,1-2 0,0 0 0,0 0 0,-1 0 0,1 0 0,0 0 0,0-1 0,-1 1 0,1-1 0,-1 1 0,1-1 0,0 1 0,-1-1 0,1 0 0,-1 1 0,1-1 0,-1 0 0,-1 0 0,-4-1 0,-1 1 0,1-1 0,0-1 0,0 1 0,0-1 0,0-1 0,-8-3 0,-50-29-1365,49 25-5461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1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24575,'85'213'0,"-16"-34"0,21-7 0,-89-171 0,6 12 0,-1-1 0,7 16 0,-15-27 0,-3-5 0,-10-10 0,8 8 0,-120-119 0,126 124 0,0 1 0,1-1 0,-1 0 0,0 1 0,0-1 0,1 0 0,-1 1 0,1-1 0,-1 0 0,1 0 0,-1 0 0,1 1 0,-1-1 0,1 0 0,0 0 0,-1 0 0,1 0 0,0 0 0,-1-1 0,2 2 0,-1-1 0,0 1 0,0-1 0,1 1 0,-1-1 0,0 1 0,1 0 0,-1-1 0,1 1 0,-1 0 0,0-1 0,1 1 0,-1 0 0,1 0 0,-1-1 0,1 1 0,-1 0 0,1 0 0,-1 0 0,0-1 0,1 1 0,-1 0 0,1 0 0,0 0 0,5 0 0,-1-1 0,1 1 0,-1 1 0,1-1 0,6 2 0,11 3 0,1-1 0,-1-1 0,1-1 0,31-2 0,-50-1 0,0 0 0,-1 0 0,1 0 0,-1-1 0,0 0 0,1 0 0,-1 0 0,0 0 0,0-1 0,0 1 0,-1-1 0,1 0 0,-1 0 0,1-1 0,-1 1 0,0-1 0,0 1 0,0-1 0,-1 0 0,4-6 0,-1 0 0,0-1 0,0 0 0,-1 0 0,-1 0 0,0 0 0,0-1 0,1-12 0,-3 0 0,0-1 0,-2 1 0,0 0 0,-2 0 0,-6-28 0,-4-3 0,-22-56 0,27 97 0,8 13 0,0 1 0,0 0 0,0 0 0,0 0 0,0 0 0,0 0 0,0 0 0,0 0 0,0 0 0,-1 0 0,1 0 0,0 0 0,0 0 0,0 0 0,0 0 0,0 0 0,0 0 0,0 0 0,0 0 0,-1 0 0,1 0 0,0 0 0,0 0 0,0 0 0,0 0 0,0 0 0,0 0 0,0 0 0,0 0 0,-1 0 0,1 0 0,0 0 0,0 0 0,0 0 0,0 1 0,0-1 0,0 0 0,0 0 0,0 0 0,0 0 0,0 0 0,0 0 0,0 0 0,0 0 0,0 0 0,-1 0 0,1 1 0,0-1 0,0 0 0,0 0 0,0 0 0,0 0 0,0 0 0,0 0 0,0 0 0,0 1 0,0-1 0,-1 29 0,5 9 0,2-1 0,2 0 0,13 41 0,-9-35 0,4 15 0,2-1 0,3 0 0,28 55 0,-48-110 0,2 4 0,0-1 0,0 1 0,1-1 0,8 10 0,-12-15 0,1 1 0,0 0 0,-1-1 0,1 1 0,0-1 0,-1 1 0,1-1 0,0 1 0,0-1 0,-1 1 0,1-1 0,0 0 0,0 1 0,0-1 0,0 0 0,-1 0 0,1 0 0,0 0 0,0 0 0,0 0 0,0 0 0,0 0 0,0 0 0,0 0 0,-1 0 0,1-1 0,0 1 0,0 0 0,0 0 0,0-1 0,-1 1 0,1-1 0,0 1 0,0-1 0,-1 1 0,1-1 0,0 1 0,-1-1 0,1 0 0,-1 1 0,1-1 0,-1 0 0,1 0 0,0 0 0,2-4 0,0 0 0,0 0 0,-1 0 0,3-9 0,-3 9 0,0-1 0,0 1 0,1 0 0,3-6 0,-5 10 0,1-1 0,-1 1 0,1-1 0,-1 1 0,1 0 0,-1-1 0,1 1 0,-1 0 0,1 0 0,0 0 0,0 0 0,0 0 0,0 1 0,0-1 0,3 0 0,1 0 9,-1 1-1,1 0 1,0 0-1,-1 0 1,1 1 0,-1 0-1,1 0 1,-1 0-1,1 1 1,-1 0-1,0 0 1,1 0-1,8 6 1,1 1-380,0 1-1,-1 0 1,15 15 0,-17-14-6455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24575,'0'2'0,"1"0"0,0 0 0,0 1 0,0-1 0,0 0 0,0 0 0,0 0 0,2 2 0,4 8 0,31 72 0,63 100 0,-60-114 0,-40-67-1365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3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24575,'0'3'0,"1"0"0,-1 1 0,1-1 0,0 0 0,0 0 0,0 0 0,0 0 0,0 0 0,3 4 0,17 26 0,-10-19 0,113 150 0,-112-154 120,-10-9-321,-5-8-1083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38 24575,'-29'-8'0,"-13"-2"0,-1 1 0,4 2 0,7 4 0,3 3 0,2 3 0,3 2 0,1 3 0,-1 1 0,1 1 0,5-3-8191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3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24575,'0'-2'0,"0"0"0,1 1 0,-1-1 0,0 0 0,1 0 0,-1 0 0,1 1 0,0-1 0,-1 0 0,1 1 0,0-1 0,0 1 0,0-1 0,0 1 0,0-1 0,2-1 0,0 0 0,0 1 0,0 0 0,0 0 0,0 0 0,0 0 0,1 0 0,6-2 0,-4 2 0,0 0 0,0 1 0,1 0 0,-1 0 0,1 0 0,-1 1 0,0-1 0,1 2 0,7 0 0,-8 0 0,-1 0 0,1 1 0,-1 0 0,1 0 0,-1 0 0,1 0 0,-1 1 0,0 0 0,0 0 0,8 7 0,-11-8 0,0 0 0,-1 0 0,1 0 0,0 0 0,-1 1 0,1-1 0,-1 0 0,0 1 0,0-1 0,0 1 0,0-1 0,0 1 0,-1 0 0,1-1 0,-1 1 0,0 0 0,1-1 0,-1 1 0,0 0 0,-1-1 0,1 1 0,0 0 0,-1-1 0,0 1 0,-1 3 0,-1 1 0,-1 1 0,0-1 0,0 0 0,-1 0 0,-6 7 0,4-6 0,1 0 0,1 0 0,-1 1 0,-5 14 0,10-21 0,0 0 0,0 0 0,1 0 0,-1 1 0,1-1 0,-1 0 0,1 1 0,0-1 0,0 0 0,0 1 0,0-1 0,1 0 0,-1 0 0,1 1 0,-1-1 0,1 0 0,0 0 0,0 0 0,0 1 0,0-1 0,0 0 0,0 0 0,0-1 0,2 3 0,0-1 0,0 0 0,0-1 0,0 1 0,0-1 0,0 0 0,1 0 0,-1 0 0,1-1 0,-1 1 0,1-1 0,-1 0 0,1 0 0,0 0 0,0 0 0,5 0 0,8 0 0,1-1 0,20-1 0,-7-1 0,-16 2-118,-8-1-20,0 1-1,0 0 0,0 0 1,0 1-1,0 0 1,-1 0-1,1 0 1,9 4-1,-3 1-6687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35 24575,'-11'-34'0,"22"48"0,18 40 0,2-3 0,49 62 0,186 182 0,-169-194 0,-63-67 0,-194-248-1365,151 202-5461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3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223 122 24575,'-2'-15'0,"0"3"0,-1 0 0,1 0 0,-2 0 0,0 0 0,0 1 0,-8-15 0,11 25 0,1 1 0,0-1 0,0 1 0,0-1 0,-1 1 0,1-1 0,0 1 0,-1 0 0,1-1 0,0 1 0,-1-1 0,1 1 0,0 0 0,-1-1 0,1 1 0,-1 0 0,1-1 0,-1 1 0,1 0 0,-1 0 0,1 0 0,-1-1 0,1 1 0,-1 0 0,1 0 0,-1 0 0,1 0 0,-1 0 0,0 0 0,0 0 0,0 1 0,1 0 0,-1-1 0,0 1 0,1-1 0,-1 1 0,0 0 0,1 0 0,-1-1 0,1 1 0,0 0 0,-1 0 0,1 0 0,-1-1 0,1 3 0,-3 6 0,1 0 0,-2 13 0,3-19 0,-12 95 0,5-31 0,-27 106 0,34-167 0,-17 59 0,-3-2 0,-31 67 0,43-108 0,9-22 0,0 1 0,0-1 0,0 0 0,0 1 0,0-1 0,0 0 0,0 1 0,0-1 0,0 0 0,0 1 0,0-1 0,0 0 0,0 1 0,0-1 0,0 0 0,1 1 0,-1-1 0,0 0 0,0 0 0,0 1 0,0-1 0,1 0 0,-1 1 0,1-1 0,-1 0 0,1 0 0,-1 0 0,1 0 0,-1 0 0,1 0 0,-1 0 0,1 0 0,-1 0 0,1 0 0,-1 0 0,1-1 0,-1 1 0,1 0 0,-1 0 0,1-1 0,-1 1 0,1 0 0,-1 0 0,1-1 0,9-6-1365,-1 0-5461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4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72 24575,'2'-18'0,"-1"5"0,1 1 0,4-17 0,-19 92 0,-5 18 0,-43 92 0,-3 6 0,60-164 0,1-1 0,0 1 0,1 0 0,0 0 0,1 0 0,1 0 0,0 0 0,4 22 0,-2-25 0,1 0 0,1-1 0,-1 1 0,2-1 0,-1 0 0,2 0 0,-1 0 0,2-1 0,-1 0 0,1 0 0,9 9 0,-3-5 24,0-1 0,1-1 0,0-1 0,31 20 0,-35-25-173,0-1 1,0 0-1,0-1 1,1 0-1,0 0 1,-1-1-1,1-1 1,1 0-1,13 1 1,-13-3-6678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4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1 254 24575,'30'-10'0,"-1"-1"0,38-20 0,-59 26 0,0 0 0,1 0 0,-2 0 0,1-1 0,0-1 0,-1 1 0,-1-1 0,1-1 0,-1 1 0,0-1 0,9-16 0,-14 22 0,1-1 0,-1 1 0,0-1 0,0 0 0,0 0 0,-1 0 0,1 0 0,-1 1 0,1-1 0,-1 0 0,0 0 0,0 0 0,0 0 0,-1 0 0,1 0 0,-1 0 0,1 0 0,-1 0 0,0 1 0,0-1 0,0 0 0,0 0 0,-1 1 0,1-1 0,-1 1 0,0 0 0,0-1 0,0 1 0,0 0 0,0 0 0,0 0 0,0 0 0,-1 0 0,1 1 0,-1-1 0,1 1 0,-1-1 0,-4-1 0,2 1 0,1 0 0,-1 1 0,0-1 0,1 1 0,-1 0 0,0 0 0,0 1 0,-8-1 0,10 2 0,-1-1 0,1 1 0,-1 0 0,1 0 0,-1 0 0,1 1 0,0-1 0,0 1 0,-1 0 0,1 0 0,0 0 0,-4 4 0,0 0 0,0 1 0,1 0 0,0 1 0,0 0 0,0 0 0,1 0 0,0 0 0,1 1 0,0 0 0,0 0 0,1 0 0,0 0 0,1 1 0,-3 18 0,4-16 0,0 0 0,0 0 0,1 0 0,1 0 0,0 0 0,1 0 0,0 0 0,1-1 0,0 1 0,1-1 0,9 20 0,-9-24 0,0 0 0,1 0 0,0-1 0,0 0 0,0 0 0,0 0 0,1-1 0,0 0 0,1 0 0,-1 0 0,1-1 0,0 0 0,0 0 0,0-1 0,0 0 0,8 3 0,0-2 0,0-1 0,0 0 0,0-1 0,0 0 0,0-2 0,0 1 0,23-4 0,-35 3-52,-1 0-1,1-1 1,0 1-1,-1-1 1,1 0-1,-1 0 1,1 0-1,-1 0 1,1 0-1,-1 0 1,0-1-1,0 1 1,0-1-1,0 0 1,0 1-1,0-1 1,0 0-1,0 0 1,0 0-1,-1-1 1,1 1-1,-1 0 0,0-1 1,0 1-1,1-3 1,2-7-6774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5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 24575,'0'0'0,"0"-1"0,0 1 0,0 0 0,0 0 0,0 0 0,0 0 0,-1 0 0,1 0 0,0 0 0,0 0 0,0 0 0,0 0 0,0-1 0,0 1 0,0 0 0,0 0 0,0 0 0,0 0 0,0 0 0,-1 0 0,1 0 0,0 0 0,0 0 0,0 0 0,0 0 0,0 0 0,0 0 0,0 0 0,0 0 0,-1 0 0,1 0 0,0 0 0,0 0 0,0 0 0,0 0 0,0 0 0,0 0 0,0 0 0,0 0 0,-1 0 0,1 0 0,0 0 0,0 0 0,0 0 0,0 0 0,0 0 0,0 1 0,0-1 0,0 0 0,0 0 0,0 0 0,-1 0 0,1 0 0,0 0 0,0 0 0,0 0 0,0 0 0,0 1 0,0 9 0,4 13 0,34 88 0,-10-35 0,-9-21 0,-8-27 0,-1 1 0,-2 1 0,10 57 0,-18-85 0,0 0 0,0 0 0,0 0 0,0 0 0,0 0 0,0 0 0,0-1 0,-1 1 0,1 0 0,-1 0 0,1 0 0,-1 0 0,0 0 0,0 0 0,0-1 0,-1 3 0,0-3 0,1 0 0,0 0 0,0 0 0,0 0 0,-1 0 0,1-1 0,0 1 0,-1-1 0,1 1 0,-1-1 0,1 1 0,-1-1 0,1 0 0,0 1 0,-1-1 0,1 0 0,-1 0 0,1 0 0,-1 0 0,1-1 0,-1 1 0,-1-1 0,-5-1 0,1 0 0,0-1 0,-1 0 0,1 0 0,1-1 0,-1 1 0,0-2 0,1 1 0,0-1 0,0 0 0,0 0 0,-7-9 0,5 4 0,0 0 0,0 0 0,1-1 0,1 0 0,0 0 0,-9-22 0,13 27 0,0 0 0,0 0 0,1-1 0,0 1 0,0 0 0,1 0 0,-1-1 0,1 1 0,2-11 0,-2 14 0,1 0 0,0 0 0,0 0 0,0 0 0,1 0 0,-1 0 0,1 0 0,-1 0 0,1 0 0,0 1 0,0-1 0,0 1 0,0-1 0,1 1 0,-1 0 0,1 0 0,-1 0 0,1 0 0,0 0 0,3-1 0,4-1 17,0 0 0,0 1 0,0 0 0,12-1 0,11-3-1467,-21 3-5376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24575,'0'2'0,"2"7"0,1 3 0,3 2 0,0 2 0,1 0 0,0-3-8191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6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24575,'1'5'0,"0"-1"0,1 1 0,-1-1 0,1 0 0,0 1 0,1-1 0,-1 0 0,1 0 0,-1 0 0,7 6 0,-7-7 0,8 7 0,0 0 0,0 0 0,1-1 0,0-1 0,0 0 0,1 0 0,0-1 0,1 0 0,0-1 0,0-1 0,20 6 0,-30-10 0,0 0 0,0-1 0,1 1 0,-1-1 0,0 0 0,0 0 0,1 0 0,-1 0 0,0-1 0,0 1 0,0-1 0,1 0 0,-1 0 0,0 0 0,0 0 0,4-2 0,-4 1 0,0-1 0,-1 1 0,1 0 0,0-1 0,-1 0 0,1 1 0,-1-1 0,0 0 0,0 0 0,0-1 0,-1 1 0,1 0 0,-1-1 0,2-4 0,-1 2 0,-1 0 0,0 0 0,1-10 0,-2 10 0,0 1 0,1-1 0,0 1 0,3-8 0,-4 11 0,1 1 0,0 0 0,0-1 0,0 1 0,-1 0 0,1 0 0,0 0 0,1 0 0,-1 0 0,0 0 0,0 0 0,0 0 0,1 0 0,-1 0 0,0 1 0,1-1 0,-1 1 0,0-1 0,1 1 0,-1-1 0,1 1 0,-1 0 0,3-1 0,4 1 0,1-1 0,0 1 0,9 2 0,4-1 0,-17-2 0,-1 1 0,1-1 0,0 0 0,-1 0 0,1-1 0,-1 1 0,1-1 0,-1 0 0,0 0 0,0 0 0,0-1 0,0 0 0,0 0 0,0 0 0,6-6 0,-9 7 0,1 0 0,-1 0 0,0 0 0,1 0 0,-1 0 0,0 0 0,0 0 0,0 0 0,-1 0 0,1 0 0,0-1 0,-1 1 0,0 0 0,1 0 0,-1-1 0,0 1 0,0 0 0,0-1 0,0 1 0,-1 0 0,1-1 0,-1 1 0,1 0 0,-1 0 0,0-1 0,0 1 0,0 0 0,0 0 0,0 0 0,0 0 0,-1 0 0,1 0 0,-4-2 0,-2-3-227,0 0-1,-1 1 1,0 0-1,0 1 1,-17-10-1,9 7-6598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46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24575,'0'-7'0,"0"0"0,0 1 0,1-1 0,0 0 0,0 1 0,3-9 0,-3 14 0,-1 0 0,1 0 0,-1 0 0,1 0 0,-1 0 0,1 0 0,-1 0 0,1 0 0,0 0 0,0 1 0,-1-1 0,1 0 0,0 0 0,0 0 0,0 1 0,0-1 0,0 1 0,0-1 0,0 1 0,0-1 0,0 1 0,0-1 0,0 1 0,0 0 0,0 0 0,1-1 0,-1 1 0,0 0 0,0 0 0,0 0 0,0 0 0,0 1 0,1-1 0,-1 0 0,0 0 0,0 1 0,0-1 0,0 0 0,0 1 0,0-1 0,0 1 0,0 0 0,2 0 0,6 5 0,1 0 0,-1 1 0,0 0 0,0 0 0,9 11 0,37 47 0,-37-43 0,9 11 0,0 2 0,-3 1 0,0 1 0,-3 1 0,-1 1 0,28 78 0,-37-79 0,-1 1 0,-2 0 0,-2 1 0,-1 0 0,-2 64 0,-4-89 0,0-1 0,-1 1 0,-1-1 0,0 0 0,-1 1 0,-1-1 0,0-1 0,0 1 0,-2-1 0,0 0 0,-15 21 0,10-18 0,-1-1 0,0 0 0,-1-1 0,-1-1 0,0 0 0,0-1 0,-2 0 0,-20 10 0,18-11-1365,4-2-5461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5 149 24575,'-1'1'0,"0"0"0,1-1 0,-1 1 0,1 0 0,0 1 0,-1-1 0,1 0 0,0 0 0,0 0 0,-1 0 0,1 0 0,0 0 0,0 0 0,0 0 0,0 0 0,0 1 0,1-1 0,-1 0 0,0 0 0,0 0 0,1 0 0,-1 0 0,1 0 0,0 1 0,0 0 0,1-1 0,-1 0 0,1 1 0,-1-1 0,1 0 0,-1 0 0,1 0 0,0-1 0,-1 1 0,1 0 0,0 0 0,0-1 0,2 1 0,4 1 0,1-1 0,0 0 0,0-1 0,0 0 0,8-1 0,6-3 0,0-1 0,41-14 0,-29 8 0,-27 8 0,0 0 0,0 0 0,0-1 0,0 0 0,-1 0 0,0-1 0,1 0 0,10-10 0,-16 13 0,0 0 0,0 0 0,0-1 0,0 1 0,0 0 0,-1-1 0,1 0 0,-1 1 0,1-1 0,-1 0 0,0 0 0,0 1 0,0-1 0,-1 0 0,1 0 0,-1 0 0,1 0 0,-1 0 0,0 0 0,0 0 0,-1 0 0,1 0 0,0 0 0,-1 0 0,0 0 0,0 0 0,0 0 0,-1-3 0,1 4 0,0 1 0,0-1 0,-1 1 0,1-1 0,-1 1 0,1-1 0,-1 1 0,1-1 0,-1 1 0,1 0 0,-1 0 0,0 0 0,0 0 0,0 0 0,0 1 0,1-1 0,-1 0 0,0 1 0,0 0 0,0-1 0,-3 1 0,-7-1 0,1 1 0,-20 1 0,13 0 0,0 0 0,0-1 0,-1 1 0,-24 5 0,37-5 0,0 0 0,1 1 0,-1 0 0,0 0 0,1 1 0,0-1 0,-1 1 0,1 0 0,0 1 0,1-1 0,-8 7 0,7-4 0,0 0 0,1 0 0,-1 1 0,1 0 0,0-1 0,1 1 0,0 1 0,0-1 0,0 0 0,1 1 0,0-1 0,0 1 0,1 0 0,0 0 0,1-1 0,-1 1 0,2 0 0,-1 0 0,1 0 0,0-1 0,0 1 0,1 0 0,0-1 0,1 1 0,0-1 0,0 0 0,0 0 0,1 0 0,0 0 0,0 0 0,1-1 0,5 6 0,-8-10 0,1 0 0,-1 0 0,1 0 0,-1 0 0,1-1 0,0 0 0,-1 1 0,1-1 0,0 0 0,0 0 0,3 0 0,37 6 0,-23-5 0,12 2 0,34-2 0,20 3 0,34 4-1365,-106-9-5461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24575,'28'77'0,"4"0"0,44 75 0,-61-126 0,18 32 0,-29-51 0,-1 1 0,0 0 0,0 0 0,-1 0 0,2 14 0,-3-20 0,-1 0 0,0 0 0,0 0 0,0 0 0,0 0 0,0 0 0,0 0 0,-1 0 0,1 0 0,-1 0 0,1 0 0,-1 0 0,0 0 0,0 0 0,0-1 0,0 1 0,0 0 0,0 0 0,-2 2 0,0-2 0,1-1 0,0 1 0,-1 0 0,1-1 0,0 0 0,-1 0 0,0 0 0,1 0 0,-1 0 0,0 0 0,1-1 0,-6 1 0,-2 0 0,1-1 0,0 0 0,-1-1 0,1 0 0,0-1 0,0 0 0,-17-5 0,10 0 0,1 1 0,0-2 0,-15-9 0,22 12 0,1-1 0,-1 0 0,1 0 0,0 0 0,1-1 0,0 0 0,-6-9 0,11 15 0,-1-1 0,1 0 0,0 0 0,0 1 0,0-1 0,1 0 0,-1 0 0,0 0 0,1 0 0,-1 0 0,1 0 0,0 0 0,0-1 0,0 1 0,0 0 0,0 0 0,0 0 0,0 0 0,1 0 0,-1 0 0,1 0 0,0-2 0,0 1 0,1 0 0,0 1 0,0-1 0,-1 1 0,1-1 0,1 1 0,-1 0 0,0 0 0,1 0 0,-1 0 0,1 0 0,-1 1 0,1-1 0,3-1 0,13-5 30,40-11-1,-46 16-232,1-1-1,-1 0 1,0-1-1,0-1 1,-1 0-1,17-10 1,-20 9-6623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24575,'5'-2'0,"2"1"0,-1 4 0,-1 3 0,-2 4 0,0-1-8191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24575,'18'27'0,"2"-2"0,0 0 0,29 25 0,-34-35 0,1-2 0,1 0 0,0 0 0,1-2 0,36 18 0,-50-28 0,0 1 0,0-1 0,1 1 0,-1-1 0,1 0 0,-1-1 0,1 1 0,-1-1 0,1 0 0,-1 0 0,9-1 0,-11 0 0,0 1 0,0-1 0,0 0 0,0 0 0,0 0 0,0 0 0,0 0 0,0 0 0,0 0 0,0-1 0,-1 1 0,1 0 0,0-1 0,-1 0 0,1 1 0,-1-1 0,0 0 0,1 0 0,-1 0 0,0 0 0,0 0 0,0 0 0,-1 0 0,1 0 0,0-4 0,0 0 0,0 0 0,0 0 0,-1-1 0,0 1 0,-1 0 0,1 0 0,-1 0 0,-3-10 0,4 15 0,0 1 0,0-1 0,-1 1 0,1 0 0,0-1 0,0 1 0,0-1 0,0 1 0,0-1 0,0 1 0,0-1 0,0 1 0,0-1 0,0 1 0,0 0 0,1-1 0,-1 1 0,0-1 0,0 1 0,0 0 0,1-1 0,-1 1 0,0-1 0,0 1 0,1 0 0,-1-1 0,0 1 0,0 0 0,1-1 0,-1 1 0,1 0 0,-1 0 0,0-1 0,1 1 0,-1 0 0,0 0 0,1 0 0,-1-1 0,1 1 0,-1 0 0,1 0 0,-1 0 0,1 0 0,-1 0 0,0 0 0,1 0 0,-1 0 0,1 0 0,-1 0 0,1 0 0,0 1 0,28 6 0,-20-5 0,7 3 0,1-2 0,0 0 0,0-1 0,0-1 0,0 0 0,1-2 0,-1 0 0,26-4 0,-40 4 0,1 0 0,-1 0 0,0 0 0,1-1 0,-1 1 0,0-1 0,0 0 0,0 1 0,0-1 0,0-1 0,0 1 0,-1 0 0,1-1 0,-1 1 0,0-1 0,1 0 0,-1 0 0,0 0 0,-1 0 0,3-5 0,-2 4 0,-1 0 0,0 0 0,0-1 0,0 1 0,-1 0 0,0-1 0,1 1 0,-2-1 0,1 1 0,0-1 0,-1 1 0,0 0 0,0-1 0,0 1 0,0 0 0,-3-5 0,0 1 12,-1 0 0,1 0 0,-2 0 0,1 1 0,-1 0 0,0 0 0,0 0 0,-1 1 0,-8-7 0,-1 2-383,0-1-1,-1 2 1,-21-10 0,24 14-6455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56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24575,'0'-1'0,"2"4"0,6 8 0,42 57 0,-43-60 0,1 0 0,0-1 0,0 1 0,1-2 0,16 10 0,-25-15 0,1-1 0,-1 0 0,1 1 0,0-1 0,0 0 0,-1 0 0,1 1 0,0-1 0,-1 0 0,1 0 0,0 0 0,0 0 0,-1 0 0,1 0 0,0 0 0,0 0 0,-1 0 0,1 0 0,0-1 0,0 1 0,-1 0 0,1 0 0,0-1 0,0 0 0,0 0 0,1 0 0,-1 0 0,-1 0 0,1 0 0,0 0 0,0-1 0,0 1 0,0 0 0,-1-1 0,1 1 0,0-3 0,1-2 0,-1-1 0,1 0 0,-2 0 0,1-8 0,-1-24 0,-1-17 0,2 51 0,-1 0 0,1 0 0,0 0 0,0 0 0,1 0 0,-1 0 0,1 0 0,3-5 0,-4 9 0,-1 0 0,1 0 0,0 0 0,-1 0 0,1 0 0,0 0 0,0 0 0,0 0 0,0 0 0,0 1 0,0-1 0,0 0 0,0 1 0,0-1 0,0 1 0,0-1 0,0 1 0,1 0 0,-1-1 0,2 1 0,-1 0 0,0 0 0,1 0 0,-1 0 0,0 0 0,1 1 0,-1-1 0,0 1 0,1 0 0,-1-1 0,2 2 0,5 3 0,-1 0 0,1 0 0,14 13 0,31 23 12,-39-31-287,0 1-1,-1 0 1,0 1-1,20 23 1,-24-23-6551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0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20 24575,'1'0'0,"-8"-1"0,-42-3 0,21-1 0,-1 2 0,1 2 0,-40 2 0,-42-3 0,99 0-1365,1-1-5461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0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60 24575,'-18'-7'0,"-7"-3"0,-2-1 0,0 0 0,3 2 0,4 3 0,1 3 0,3 1 0,1 1 0,0 2 0,-1-1 0,-1 0 0,0 1 0,-2-1 0,0 3 0,0 0 0,2 1 0,3-2-8191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1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34 24575,'-6'-10'0,"-2"-9"0,7 19 0,1 0 0,0 0 0,0-1 0,0 1 0,0 0 0,0 0 0,0 0 0,0 0 0,0 0 0,0 0 0,0-1 0,0 1 0,0 0 0,0 0 0,0 0 0,0 0 0,0 0 0,0-1 0,0 1 0,0 0 0,0 0 0,0 0 0,0 0 0,0 0 0,1 0 0,-1-1 0,0 1 0,0 0 0,0 0 0,0 0 0,0 0 0,0 0 0,0 0 0,0 0 0,1 0 0,-1 0 0,0-1 0,0 1 0,0 0 0,0 0 0,0 0 0,0 0 0,1 0 0,-1 0 0,0 0 0,0 0 0,0 0 0,0 0 0,0 0 0,0 0 0,1 0 0,-1 0 0,0 0 0,0 0 0,0 0 0,0 0 0,0 0 0,1 0 0,-1 1 0,0-1 0,0 0 0,0 0 0,0 0 0,0 0 0,0 0 0,0 0 0,1 0 0,-1 0 0,0 1 0,9 5 0,42 47 0,-35-34 0,23 19 0,106 72 0,14 11 0,-157-119-117,-3-2 154,-6-7 163,-12-11-1685,9 10-5341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1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21 24575,'-3'-18'0,"3"18"0,0-1 0,0 1 0,0 0 0,0 0 0,0 0 0,-1 0 0,1 0 0,0 0 0,0-1 0,0 1 0,0 0 0,0 0 0,0 0 0,0 0 0,0 0 0,0 0 0,-1 0 0,1 0 0,0 0 0,0-1 0,0 1 0,0 0 0,0 0 0,0 0 0,-1 0 0,1 0 0,0 0 0,0 0 0,0 0 0,0 0 0,0 0 0,-1 0 0,1 0 0,0 0 0,0 0 0,0 0 0,-7 9 0,-39 107 0,34-82 0,-2 0 0,-30 56 0,29-68 0,8-12 0,1 0 0,-1 1 0,2 0 0,-7 15 0,11-16-1365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132 112 24575,'1'-3'0,"4"-10"0,-1 1 0,3-15 0,-6 25 0,-1-1 0,1 1 0,-1-1 0,0 0 0,0 0 0,0 1 0,0-1 0,0 0 0,-1 1 0,1-1 0,-1 0 0,1 1 0,-1-1 0,0 1 0,0-1 0,-3-3 0,4 5 0,-1 0 0,0 1 0,0-1 0,1 0 0,-1 1 0,0-1 0,0 1 0,0-1 0,0 1 0,0-1 0,0 1 0,0 0 0,0 0 0,0-1 0,0 1 0,0 0 0,0 0 0,0 0 0,0 0 0,0 0 0,0 0 0,0 0 0,0 0 0,1 1 0,-1-1 0,0 0 0,-1 1 0,-29 13 0,22-8 0,6-5 0,-6 4 0,0-1 0,0 1 0,-11 10 0,18-14 0,0 1 0,0 0 0,0 1 0,0-1 0,0 0 0,0 1 0,1-1 0,-1 1 0,1-1 0,0 1 0,-1 0 0,1-1 0,0 1 0,1 0 0,-1 0 0,0 4 0,1 8 0,0 1 0,1-1 0,1 1 0,1-1 0,5 21 0,5 34 0,5 82 0,-12-99 0,-2-20 0,0 37 0,-4-61 0,0 0 0,0-1 0,0 1 0,1-1 0,3 15 0,-4-21 0,1 0 0,-1 0 0,1 0 0,0-1 0,0 1 0,0 0 0,0-1 0,0 1 0,0-1 0,0 1 0,0-1 0,1 1 0,-1-1 0,1 0 0,-1 1 0,1-1 0,-1 0 0,1 0 0,0 0 0,-1-1 0,1 1 0,0 0 0,0 0 0,0-1 0,0 1 0,2-1 0,16 2 0,0-1 0,28-3 0,-5 1 0,-38 0-273,1 1 0,-1-1 0,0 1 0,11-4 0,-7 1-6553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24575,'1'6'0,"1"0"0,-1 0 0,1 0 0,0 0 0,0 0 0,1-1 0,-1 1 0,1-1 0,6 9 0,3 5 0,1 4 0,1-1 0,25 31 0,-38-52 0,0 0 0,0 0 0,0 0 0,0 0 0,0 0 0,0 0 0,0 0 0,0 0 0,0-1 0,0 1 0,1 0 0,-1-1 0,0 1 0,0-1 0,1 1 0,-1-1 0,0 1 0,1-1 0,1 0 0,-2 0 0,1 0 0,-1 0 0,0-1 0,0 1 0,0-1 0,1 1 0,-1-1 0,0 1 0,0-1 0,0 0 0,0 1 0,0-1 0,0 0 0,0 0 0,0 0 0,0 0 0,0-1 0,2-2 0,0-1 0,0 1 0,-1-1 0,0 1 0,0-1 0,0 0 0,0 0 0,-1 0 0,1-6 0,-1-34 0,-1 38 0,-1-1 0,1 1 0,1-1 0,0 1 0,0-1 0,0 1 0,3-9 0,-4 15 0,0 0 0,1 1 0,-1-1 0,0 0 0,1 1 0,-1-1 0,0 0 0,1 1 0,-1-1 0,1 0 0,-1 1 0,1-1 0,0 1 0,-1-1 0,1 1 0,-1-1 0,1 1 0,0-1 0,-1 1 0,1 0 0,0-1 0,0 1 0,-1 0 0,1 0 0,0-1 0,0 1 0,-1 0 0,1 0 0,0 0 0,0 0 0,0 0 0,-1 0 0,1 0 0,0 0 0,0 0 0,-1 1 0,1-1 0,0 0 0,1 1 0,2 1 0,1 1 0,0-1 0,-1 1 0,9 7 0,-2-1 0,112 62 0,-118-69-39,-5-4 136,-4-5-1520,-3-2-5403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1 144 24575,'17'-21'0,"1"1"0,1 1 0,1 1 0,0 1 0,39-25 0,-57 41 0,-1 0 0,0 0 0,1 1 0,0-1 0,-1 0 0,1 1 0,-1 0 0,1-1 0,0 1 0,-1 0 0,1 0 0,0-1 0,-1 1 0,1 1 0,0-1 0,-1 0 0,1 0 0,0 1 0,-1-1 0,3 1 0,-1 1 0,-1-1 0,0 1 0,0-1 0,0 1 0,0 0 0,0 0 0,0 0 0,0 0 0,0 0 0,-1 0 0,3 4 0,1 5 0,0 0 0,0 0 0,-1 1 0,4 16 0,71 274 0,-29-142 0,7 27 0,-50-144 0,-7-39 0,0 0 0,1 0 0,-2 0 0,1 0 0,0 0 0,-1-1 0,0 1 0,-2 6 0,3-9 0,-1 0 0,0 1 0,0-1 0,0 0 0,0 0 0,0 0 0,0 1 0,-1-1 0,1 0 0,0-1 0,0 1 0,-1 0 0,1 0 0,-1-1 0,1 1 0,-1 0 0,1-1 0,-1 1 0,1-1 0,-1 0 0,1 0 0,-3 1 0,-5-1 0,0 1 0,-15-3 0,11 2 0,-127-2-1365,126 2-5461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4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24575,'0'-3'0,"0"3"0,0 2 0,7 24 0,6 10 0,-1 1 0,1-6 0,-2-6 0,-2-4 0,-2-6 0,0-3 0,-3-6 0,-3-7 0,-3-5 0,-1-4 0,1-1-8191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4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24575,'3'-2'0,"0"1"0,3 3 0,-1 5 0,0 2 0,-1 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5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24575,'-4'14'0,"1"1"0,1-1 0,0 1 0,1-1 0,0 27 0,2-36 0,0 0 0,-1 1 0,2-1 0,-1 0 0,0 0 0,1-1 0,0 1 0,0 0 0,1 0 0,-1-1 0,1 0 0,0 1 0,0-1 0,1 0 0,-1 0 0,1-1 0,0 1 0,0-1 0,7 5 0,-3-2 0,0-2 0,1 1 0,-1-1 0,1 0 0,0-1 0,16 4 0,-21-6 0,-1-1 0,0 1 0,1-1 0,-1 0 0,1 0 0,-1 0 0,0-1 0,1 1 0,-1-1 0,0 0 0,1 0 0,-1 0 0,0 0 0,0 0 0,0-1 0,0 0 0,0 1 0,0-1 0,0 0 0,-1-1 0,1 1 0,2-3 0,-1 0 0,0-1 0,0 0 0,0 1 0,-1-1 0,3-7 0,8-13 0,-14 25 0,1 0 0,-1 0 0,1 1 0,-1-1 0,1 0 0,0 1 0,-1-1 0,1 0 0,0 1 0,0-1 0,0 0 0,-1 1 0,1-1 0,0 1 0,0 0 0,0-1 0,0 1 0,0 0 0,0-1 0,0 1 0,0 0 0,0 0 0,-1 0 0,2 0 0,1 0 0,-1 1 0,0-1 0,0 1 0,0-1 0,0 1 0,0 0 0,-1 0 0,1 0 0,0 0 0,3 2 0,3 4 0,-1 0 0,0 0 0,10 12 0,1 3-682,37 35-1,-42-46-6143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0 188 24575,'35'13'0,"-1"1"0,-1 2 0,0 2 0,-2 0 0,39 31 0,-60-42 0,-1 1 0,1-1 0,11 7 0,-20-14 0,-1 0 0,1 0 0,-1 1 0,1-1 0,-1 0 0,1 0 0,-1 0 0,1 0 0,-1 0 0,1 0 0,0 0 0,-1 0 0,1 0 0,-1 0 0,1 0 0,-1 0 0,1-1 0,-1 1 0,1 0 0,-1 0 0,1 0 0,-1-1 0,1 1 0,-1 0 0,1-1 0,-1 1 0,0 0 0,1-1 0,-1 1 0,0 0 0,1-1 0,-1 1 0,0-1 0,1 1 0,-1-1 0,0 1 0,0-1 0,1 1 0,-1-1 0,0 1 0,0-1 0,0 1 0,0-2 0,6-28 0,-5 23 0,2-27 0,-1 1 0,-2-1 0,-1 1 0,-6-38 0,2 20 0,4 47 0,1-1 0,0 1 0,-1-1 0,1 1 0,-1 0 0,0-1 0,-1 1 0,-1-6 0,3 10 0,0 0 0,0 0 0,0 0 0,-1 0 0,1-1 0,0 1 0,0 0 0,0 0 0,0 0 0,0 0 0,0-1 0,0 1 0,-1 0 0,1 0 0,0 0 0,0 0 0,0 0 0,0 0 0,-1-1 0,1 1 0,0 0 0,0 0 0,0 0 0,0 0 0,-1 0 0,1 0 0,0 0 0,0 0 0,0 0 0,-1 0 0,1 0 0,0 0 0,0 0 0,0 0 0,-1 0 0,-4 7 0,0 10 0,7 18-1365,1-18-5461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6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128 234 24575,'1'-2'0,"9"-82"0,-10 76 0,0 1 0,0-1 0,-1 0 0,0 1 0,0-1 0,0 1 0,-1 0 0,-5-14 0,6 20 0,1-1 0,-1 1 0,0 0 0,1 0 0,-1 0 0,0 0 0,0-1 0,0 1 0,1 0 0,-1 0 0,0 0 0,-1 1 0,1-1 0,0 0 0,0 0 0,0 0 0,0 1 0,-1-1 0,1 1 0,0-1 0,0 1 0,-2-1 0,1 1 0,0 0 0,0 0 0,0 1 0,1-1 0,-1 0 0,0 1 0,0-1 0,1 1 0,-1 0 0,0-1 0,1 1 0,-1 0 0,1 0 0,-3 2 0,-3 2 0,1 1 0,0 0 0,1 0 0,-1 1 0,-8 14 0,9-15 0,1 1 0,0 1 0,1-1 0,-1 1 0,1-1 0,-2 12 0,4-17 0,1 0 0,0 0 0,0 1 0,0-1 0,0 0 0,0 0 0,0 1 0,0-1 0,1 0 0,-1 0 0,1 0 0,0 1 0,-1-1 0,1 0 0,0 0 0,0 0 0,1 0 0,-1-1 0,0 1 0,1 0 0,-1 0 0,1-1 0,-1 1 0,1-1 0,0 1 0,-1-1 0,5 2 0,3 3 0,2-2 0,-1 1 0,0-1 0,1-1 0,0 0 0,-1 0 0,15 1 0,78 3 0,-83-7 0,-1 0 0,1-1 0,0 0 0,0-2 0,0-1 0,-1 0 0,34-13 0,-50 16 0,0-1 0,0 1 0,0-1 0,-1 0 0,1 0 0,0 0 0,-1 0 0,0 0 0,0-1 0,1 1 0,-1-1 0,-1 0 0,1 1 0,0-1 0,-1 0 0,1 0 0,-1 0 0,0 0 0,0 0 0,0 0 0,0-1 0,-1 1 0,1 0 0,-1 0 0,0-1 0,0 1 0,0 0 0,-1-6 0,0 0 0,-1 0 0,0 0 0,-1 0 0,0 1 0,0-1 0,-1 1 0,0-1 0,0 1 0,-7-9 0,9 14-79,-2-2-81,0 0-1,0-1 0,1 0 0,0 1 0,0-1 1,0-1-1,-2-7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0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87 24575,'-1'-2'0,"-9"-9"0,0 1 0,-1 0 0,-1 0 0,1 1 0,-1 1 0,-25-13 0,36 20 0,-1 0 0,1 1 0,-1-1 0,1 0 0,-1 1 0,1 0 0,-1-1 0,1 1 0,-1 0 0,1 0 0,-1 0 0,1 0 0,-1 0 0,1 0 0,-1 0 0,0 1 0,1-1 0,-1 1 0,1-1 0,-3 2 0,3-1 0,0 0 0,0 0 0,0 0 0,0 0 0,0 0 0,0 1 0,0-1 0,1 0 0,-1 1 0,0-1 0,1 0 0,-1 1 0,1-1 0,0 0 0,-1 1 0,1-1 0,0 1 0,0-1 0,0 1 0,0-1 0,0 1 0,1 1 0,0 7 0,1 0 0,0 0 0,1 0 0,0-1 0,0 1 0,9 15 0,33 51 0,-23-47 0,-17-25 0,-1 1 0,0 0 0,0 0 0,0 0 0,-1 1 0,0-1 0,0 1 0,0 0 0,0 0 0,1 7 0,-4-11 0,0 0 0,0 0 0,0 0 0,-1 0 0,1 0 0,-1-1 0,1 1 0,-1 0 0,1 0 0,-1 0 0,0-1 0,0 1 0,0 0 0,0-1 0,0 1 0,0-1 0,-1 1 0,1-1 0,0 1 0,-1-1 0,1 0 0,-1 0 0,1 0 0,-1 0 0,0 0 0,0 0 0,1 0 0,-1 0 0,-2 0 0,-1 1 0,-1 0 0,0 0 0,1-1 0,-1 0 0,0 0 0,0 0 0,1-1 0,-10 0 0,15 0 0,0 0 0,-1 0 0,1 0 0,0 0 0,0 0 0,0 0 0,-1 0 0,1 0 0,0 0 0,0 0 0,-1 0 0,1 0 0,0 0 0,0 0 0,0 0 0,0 0 0,-1 0 0,1 0 0,0 0 0,0-1 0,0 1 0,-1 0 0,1 0 0,0 0 0,0 0 0,0 0 0,0-1 0,0 1 0,0 0 0,-1 0 0,1 0 0,0 0 0,0-1 0,0 1 0,0 0 0,5-6 0,14-4 0,-18 10 0,85-33 0,-63 25 0,0 0 0,0-2 0,-1 0 0,31-21 0,-43 24 0,-1-1 0,-1 0 0,0-1 0,0 0 0,0 0 0,-1-1 0,0 0 0,9-19 0,-15 27 0,0 0 0,0 0 0,-1-1 0,1 1 0,0-1 0,-1 1 0,0-1 0,1 1 0,-1-1 0,0 1 0,0-1 0,-1 1 0,1-1 0,0 1 0,-1 0 0,1-1 0,-1 1 0,0-1 0,0 1 0,0 0 0,0 0 0,-2-3 0,2 4 0,0-1 0,-1 1 0,1-1 0,0 1 0,-1 0 0,1 0 0,-1 0 0,0 0 0,1 0 0,-1 0 0,0 0 0,0 0 0,1 0 0,-1 1 0,0-1 0,0 1 0,0 0 0,0-1 0,0 1 0,0 0 0,0 0 0,0 0 0,1 0 0,-1 1 0,0-1 0,0 0 0,0 1 0,0 0 0,-2 0 0,1 0 0,0 1 0,0 0 0,1 0 0,-1 0 0,0 0 0,0 0 0,1 1 0,0-1 0,-1 1 0,1-1 0,0 1 0,0 0 0,0 0 0,1 0 0,-1 0 0,1 0 0,-1 0 0,1 1 0,-1 4 0,1-2 0,-1 0 0,1 0 0,0 0 0,1 0 0,-1 0 0,1 0 0,0 0 0,1 0 0,-1 0 0,3 8 0,-1-9 0,0-1 0,0 0 0,1 0 0,-1 0 0,1 0 0,0 0 0,0-1 0,0 1 0,0-1 0,1 0 0,-1 0 0,1 0 0,0 0 0,6 3 0,6 3 0,-1-2 0,27 10 0,-23-11 30,-1-1 0,1-1 0,34 4 0,58-5-1515,-97-3-5341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2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0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252 444 24575,'-12'0'0,"2"-1"0,0 2 0,0-1 0,-12 3 0,18-2 0,1 0 0,0 0 0,0 0 0,0 0 0,0 1 0,0-1 0,0 1 0,0 0 0,0 0 0,1 0 0,-1 0 0,1 0 0,-5 5 0,-3 8 0,-1 1 0,-10 21 0,12-19 0,-19 25 0,0-12 0,19-22 0,-14 19 0,22-28 0,1 1 0,0-1 0,0 0 0,-1 0 0,1 1 0,0-1 0,0 0 0,-1 1 0,1-1 0,0 0 0,0 1 0,0-1 0,-1 1 0,1-1 0,0 0 0,0 1 0,0-1 0,0 0 0,0 1 0,0-1 0,0 1 0,0-1 0,0 0 0,0 1 0,0-1 0,0 1 0,0-1 0,0 0 0,1 1 0,-1-1 0,0 0 0,0 1 0,0-1 0,1 0 0,-1 1 0,0-1 0,0 0 0,1 1 0,-1-1 0,0 0 0,0 0 0,1 1 0,-1-1 0,0 0 0,1 0 0,-1 1 0,0-1 0,1 0 0,-1 0 0,0 0 0,1 0 0,-1 0 0,1 0 0,-1 0 0,0 0 0,1 0 0,-1 0 0,1 0 0,-1 0 0,0 0 0,1 0 0,26-2 0,-10-3 0,-1 0 0,1-1 0,-1 0 0,21-13 0,-26 12 0,0 0 0,0 0 0,-1-1 0,0 0 0,0-1 0,13-16 0,-18 19 0,-1 0 0,0-1 0,0 0 0,-1 0 0,0 0 0,0-1 0,0 1 0,-1-1 0,0 1 0,-1-1 0,0 0 0,0 0 0,0 1 0,-1-1 0,-1 0 0,-1-12 0,-2-8 0,-3 1 0,0-1 0,-13-31 0,13 41 0,-13-37 0,-3 2 0,-3 1 0,-33-53 0,52 95 0,6 10 0,1 0 0,0 0 0,0 0 0,0 0 0,0 0 0,0 0 0,0 0 0,0 0 0,0 0 0,0 0 0,0 0 0,0 0 0,0 0 0,0 0 0,0 0 0,0 0 0,0 0 0,0 0 0,0 0 0,0 0 0,0 0 0,0 0 0,0 0 0,0 0 0,0 0 0,0 0 0,0 0 0,0 0 0,0 0 0,0 0 0,0 0 0,0 0 0,-1 0 0,1 0 0,0 0 0,0 0 0,0 0 0,0 0 0,0 0 0,7 18 0,-3-9 0,19 54 0,-3 1 0,23 131 0,-12-51 0,-25-122 0,1 0 0,1 0 0,2-1 0,15 28 0,-10-30-1365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1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29 205 24575,'-1'0'0,"0"0"0,0 0 0,0 0 0,0 1 0,0-1 0,0 0 0,0 0 0,0 1 0,0-1 0,0 1 0,0-1 0,1 0 0,-1 1 0,0 0 0,0-1 0,0 1 0,1 0 0,-1-1 0,0 1 0,0 0 0,0 0 0,0 2 0,0-1 0,0 0 0,0 0 0,0 0 0,0 0 0,1 1 0,-1-1 0,0 5 0,1-1 0,-1 0 0,1 0 0,1 0 0,-1 0 0,1 0 0,2 9 0,0-7 0,0 1 0,1-1 0,0 1 0,0-1 0,1 0 0,0-1 0,0 1 0,12 11 0,-14-16 0,0 0 0,0 0 0,0-1 0,0 1 0,0-1 0,1 1 0,-1-1 0,1 0 0,0-1 0,0 1 0,0 0 0,0-1 0,0 0 0,0 0 0,0 0 0,0-1 0,0 1 0,0-1 0,0 0 0,0 0 0,6-1 0,-8 0 0,-1 1 0,1 0 0,0-1 0,-1 0 0,1 1 0,-1-1 0,0 0 0,1 0 0,-1 0 0,0 0 0,1 0 0,-1 0 0,0 0 0,0 0 0,0-1 0,0 1 0,1-2 0,0 0 0,-1-1 0,1 1 0,-1 0 0,0-1 0,0 1 0,0 0 0,0-7 0,0 0 0,-1 1 0,-1-1 0,1 1 0,-1-1 0,-4-12 0,-9-16 0,11 30 0,3 8 0,0 0 0,-1 0 0,1 0 0,0 0 0,0-1 0,0 1 0,0 0 0,0 0 0,0 0 0,0 0 0,0 0 0,0-1 0,0 1 0,0 0 0,0 0 0,0 0 0,0 0 0,0 0 0,0-1 0,0 1 0,0 0 0,0 0 0,0 0 0,0 0 0,0-1 0,0 1 0,0 0 0,0 0 0,0 0 0,0 0 0,0-1 0,0 1 0,0 0 0,0 0 0,1 0 0,-1 0 0,0 0 0,0 0 0,0 0 0,0-1 0,0 1 0,9 2 0,13 10 0,-19-10 0,14 8 0,0-1 0,1 0 0,0-1 0,29 7 0,-38-12 0,-1-2 0,1 1 0,-1-1 0,1 0 0,0-1 0,-1 0 0,1 0 0,0-1 0,-1 0 0,1-1 0,-1 1 0,16-7 0,-20 6 0,-1 1 0,1-1 0,-1-1 0,1 1 0,-1 0 0,0-1 0,0 0 0,0 1 0,0-1 0,-1 0 0,1-1 0,3-5 0,-3 3 0,0 0 0,0 0 0,-1 0 0,0 0 0,0 0 0,-1 0 0,2-11 0,-3 7 0,1 1 0,-1 0 0,-1 0 0,0 0 0,0-1 0,0 1 0,-1 0 0,-1 0 0,0 1 0,0-1 0,-7-12 0,7 15-72,0 1 1,0 0-1,0 0 0,-1 0 0,0 0 0,0 1 0,-1-1 0,1 1 1,-1 0-1,0 0 0,0 1 0,0 0 0,0 0 0,-1 0 0,1 0 1,-1 1-1,0 0 0,-8-2 0,1 2-6754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24575,'0'-84'0,"7"130"0,16 66 0,23 43 0,-6-23 0,-37-116 0,-5-13 0,-5-8 0,-5-8 15,1-1 0,1 0 0,-13-24 0,-1-1-1440,11 20-5401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24575,'28'-9'0,"1"0"0,0 2 0,52-6 0,-68 12 0,0 1 0,0 0 0,0 1 0,0 0 0,0 1 0,0 1 0,0 0 0,-1 1 0,1 0 0,-1 0 0,12 8 0,-3 0 0,0 1 0,-1 1 0,0 0 0,-2 2 0,0 0 0,0 2 0,-2 0 0,0 0 0,-1 2 0,14 23 0,-24-35 0,0 0 0,-1 1 0,0 0 0,0 0 0,-1 1 0,0-1 0,-1 1 0,0-1 0,0 1 0,-1 0 0,-1-1 0,1 1 0,-2 0 0,1 0 0,-1 0 0,-1-1 0,0 1 0,0-1 0,-1 1 0,0-1 0,0 0 0,-1 0 0,-7 12 0,3-8 0,-2 0 0,1-1 0,-1 0 0,-1-1 0,0 0 0,-1 0 0,0-1 0,-1-1 0,-20 13 0,21-17 0,1 1 0,0-1 0,-1-1 0,0 0 0,0 0 0,0-1 0,-1-1 0,1 0 0,-1-1 0,1 0 0,-1-1 0,-17-2 0,18 0-1365,3-2-5461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24575,'8'20'0,"4"11"0,1 3 0,0 0 0,0 3 0,1-4 0,0-2 0,-2-1 0,0-1 0,-1-1 0,1-2 0,1-3 0,-2-4 0,-1-2 0,-3-3 0,-5-8 0,-3-7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4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613 72 24575,'-27'-7'0,"-14"-6"0,-7 1 0,-1 1 0,2 1 0,2 1 0,3 3 0,3 3 0,3 3 0,3 3 0,0 2 0,1 1 0,0 2 0,1 2 0,1-1 0,3 1 0,6-2-8191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24575,'12'30'0,"7"14"0,2 2 0,1-1 0,-5-7 0,-1-4 0,-2-6 0,-1-5 0,-2-4 0,-1-3 0,-2-1 0,1-2 0,-3 1 0,-3-3 0,-6-3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0 149 24575,'25'-20'0,"10"-8"0,4 0 0,-2 4 0,-5 5 0,-5 5 0,-5 5 0,-4 4 0,-2 3 0,-2 2 0,0 1 0,-3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5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 24575,'29'-2'0,"13"-1"0,4 0 0,-4-2 0,-6 0 0,-5 0 0,-5 0 0,-4-1 0,-4 2 0,-2 1 0,-1 1 0,-2 1 0,1-1 0,-1-2 0,-2 1-8191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24575,'40'51'0,"35"59"0,25 60 0,-66-111 0,-19-34-1365,-9-16-5461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628 0 24575,'-30'0'0,"-14"0"0,-5 3 0,1 0 0,4 2 0,2 1 0,1 2 0,0-2 0,-1 2 0,0-1 0,0 1 0,-3-1 0,1-1 0,3-3 0,9 0-8191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7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24575,'-12'7'0,"-5"3"-8191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4:3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18 24575,'0'-1'0,"-1"0"0,1 0 0,-1 0 0,1 0 0,0 1 0,-1-1 0,0 0 0,1 0 0,-1 0 0,1 0 0,-1 1 0,0-1 0,0 0 0,0 1 0,1-1 0,-1 0 0,0 1 0,0-1 0,0 1 0,0-1 0,0 1 0,0 0 0,0-1 0,0 1 0,0 0 0,0 0 0,0 0 0,0 0 0,0 0 0,-1 0 0,-4 0 0,1 1 0,-1 0 0,1 0 0,-10 4 0,-9 2 0,-5-4 0,1-1 0,-1-2 0,-31-3 0,40-2 0,15 1 0,15 0 0,0 4 0,-1 0 0,0 1 0,1 0 0,-1 0 0,0 1 0,0 0 0,12 5 0,7 1 0,89 22-1365,-103-27-5461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29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18 24575,'-6'-14'0,"2"11"0,1 10 0,-5 62 0,1 76 0,5-73 0,1-46 0,-1 0 0,-1-1 0,-1 1 0,-1-1 0,-12 35 0,10-50 0,4-15 0,2-21 0,1 23 0,2-37-260,1-1 0,10-41 0,-10 68-325,1-8-6241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0.1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87 24575,'0'-1'0,"-2"-8"0,1 1 0,1-1 0,0 0 0,0 0 0,3-16 0,-3 24 0,0 0 0,0 1 0,0-1 0,0 0 0,0 0 0,1 1 0,-1-1 0,0 0 0,0 1 0,1-1 0,-1 0 0,1 1 0,-1-1 0,0 1 0,1-1 0,-1 1 0,1-1 0,-1 1 0,1-1 0,0 1 0,-1-1 0,1 1 0,-1 0 0,1-1 0,0 1 0,-1 0 0,1-1 0,0 1 0,-1 0 0,1 0 0,0 0 0,0 0 0,-1 0 0,1 0 0,0 0 0,-1 0 0,1 0 0,0 0 0,0 0 0,-1 0 0,1 0 0,0 1 0,-1-1 0,1 0 0,0 0 0,-1 1 0,1-1 0,1 1 0,3 3 0,0-1 0,0 1 0,0 0 0,6 6 0,90 102 0,6 6 0,114 85 0,-218-200 0,0 0 0,0 0 0,0 1 0,0-1 0,3 8 0,-5-11 0,-1 0 0,0 1 0,0-1 0,0 1 0,1-1 0,-1 1 0,0-1 0,0 1 0,0 0 0,0-1 0,0 1 0,0-1 0,0 1 0,0-1 0,0 1 0,0-1 0,0 1 0,0-1 0,-1 1 0,1-1 0,0 1 0,-1 0 0,1-1 0,-1 1 0,0 0 0,1-1 0,-1 1 0,0-1 0,0 1 0,0-1 0,0 1 0,0-1 0,1 0 0,-1 1 0,0-1 0,0 0 0,0 0 0,0 0 0,0 0 0,-1 0 0,-11 1 0,0-1 0,0 0 0,1-1 0,-24-4 0,-51-18 0,49 13 0,-190-39 0,144 34-1365,72 14-5461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0.7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24575,'1'8'0,"0"-1"0,0 1 0,1-1 0,0 1 0,0-1 0,1 0 0,0 0 0,0 0 0,0 0 0,10 13 0,-3-6 0,1 0 0,0 0 0,22 19 0,-31-32 0,-1 1 0,1 0 0,0-1 0,0 0 0,0 1 0,0-1 0,0 0 0,0 0 0,0 0 0,0 0 0,0-1 0,1 1 0,-1-1 0,0 1 0,1-1 0,-1 0 0,0 1 0,1-1 0,-1-1 0,0 1 0,3 0 0,-3-1 0,1 0 0,-1 0 0,0 0 0,0 0 0,0 0 0,-1-1 0,1 1 0,0-1 0,0 1 0,-1-1 0,1 1 0,-1-1 0,1 0 0,-1 0 0,0 0 0,0 0 0,0 0 0,0 0 0,0 0 0,0 0 0,1-4 0,0-2 0,-1-1 0,0 1 0,0-15 0,-1 17 0,0 1 0,0-1 0,0 1 0,1-1 0,0 1 0,0-1 0,0 1 0,1 0 0,0 0 0,0-1 0,3-4 0,-4 9 0,-1 0 0,1 1 0,0-1 0,0 0 0,0 1 0,0-1 0,0 1 0,0-1 0,0 1 0,0-1 0,1 1 0,-1 0 0,0-1 0,0 1 0,0 0 0,0 0 0,0 0 0,1 0 0,-1 0 0,0 0 0,0 0 0,0 0 0,0 0 0,1 1 0,-1-1 0,0 0 0,0 1 0,0-1 0,0 1 0,0-1 0,1 2 0,6 2 0,1 1 0,13 10 0,-14-9 0,86 67 0,-16-11 0,-34-30-1365,-34-26-5461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1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261 598 24575,'-16'-9'0,"-72"-36"0,72 38 0,1 1 0,-1 0 0,-30-5 0,44 10 0,0 1 0,0-1 0,0 1 0,0 0 0,0 0 0,-1 0 0,1 0 0,0 0 0,0 0 0,0 1 0,0-1 0,0 0 0,0 1 0,0 0 0,0 0 0,0-1 0,0 1 0,0 0 0,0 1 0,1-1 0,-1 0 0,0 0 0,1 1 0,-1-1 0,1 1 0,-1-1 0,1 1 0,0 0 0,0 0 0,0-1 0,0 1 0,0 0 0,0 0 0,0 0 0,0 0 0,1 0 0,-1 0 0,1 0 0,-1 5 0,1 0 0,-1 0 0,1 1 0,1-1 0,-1 0 0,1 1 0,0-1 0,1 0 0,0 1 0,0-1 0,4 8 0,-2-8 0,-1 0 0,1-1 0,1 0 0,-1 0 0,1 0 0,0 0 0,0-1 0,1 0 0,0 0 0,0 0 0,0-1 0,0 0 0,1 0 0,-1 0 0,1-1 0,0 0 0,0-1 0,0 1 0,1-1 0,-1-1 0,0 1 0,1-1 0,-1-1 0,1 1 0,0-1 0,8-1 0,-14 1 0,0-1 0,0 1 0,1-1 0,-1 0 0,0 1 0,0-1 0,0 0 0,0 0 0,0 0 0,0-1 0,0 1 0,0 0 0,0-1 0,-1 1 0,4-4 0,-2 1 0,-1 1 0,0-1 0,0 1 0,0-1 0,-1 0 0,1 0 0,-1 0 0,2-5 0,-1-5 0,0-1 0,-1 1 0,-1-27 0,0 39 0,0-8 0,0 10 0,2 18 0,-1-13 0,0 0 0,1 0 0,0 0 0,0 0 0,0-1 0,0 1 0,1-1 0,0 1 0,0-1 0,0 0 0,1 0 0,-1 0 0,1-1 0,0 1 0,0-1 0,5 4 0,-6-5 0,0-1 0,1 1 0,-1 0 0,1-1 0,-1 0 0,1 0 0,-1 0 0,1 0 0,0 0 0,-1-1 0,1 0 0,0 1 0,0-1 0,-1-1 0,1 1 0,0-1 0,-1 1 0,1-1 0,0 0 0,-1 0 0,1-1 0,-1 1 0,4-3 0,-1 0 0,0 0 0,-1 0 0,0-1 0,0 0 0,0 0 0,0 0 0,-1-1 0,0 0 0,0 1 0,0-1 0,-1-1 0,0 1 0,0 0 0,2-11 0,3-9 0,-1-1 0,4-33 0,-6 23 0,-2 1 0,-2-1 0,-1 0 0,-2 1 0,-1-1 0,-2 1 0,-2 0 0,-1 0 0,-22-60 0,25 80 0,5 13 0,-1-1 0,0 1 0,0-1 0,0 1 0,-1 0 0,1-1 0,-1 1 0,0 0 0,0 0 0,-4-5 0,6 8 0,0 0 0,-1 0 0,1 0 0,0 0 0,0 0 0,-1 0 0,1 0 0,0 0 0,-1 0 0,1 0 0,0 0 0,0 0 0,-1 0 0,1 0 0,0 0 0,-1 0 0,1 0 0,0 0 0,0 1 0,-1-1 0,1 0 0,0 0 0,0 0 0,-1 0 0,1 1 0,0-1 0,0 0 0,0 0 0,-1 1 0,1-1 0,0 0 0,0 0 0,0 1 0,0-1 0,0 0 0,-1 0 0,1 1 0,-5 11 0,0 6 0,1 0 0,0 0 0,2 1 0,0 0 0,1 25 0,2-19 0,1 0 0,1 0 0,2 0 0,0-1 0,2 0 0,0 0 0,2-1 0,13 26 0,-12-30 0,0-1 0,2 0 0,0 0 0,1-1 0,1-1 0,1-1 0,0 0 0,1 0 0,32 22 0,-46-36 0,28 19 0,43 20 0,-65-35 0,1-1 0,0-1 0,0 0 0,0 0 0,0-1 0,0 0 0,1-1 0,-1 1 0,1-2 0,12 0 0,-19 0 0,-1-1 0,0 1 0,0 0 0,1-1 0,-1 0 0,0 0 0,0 0 0,0 0 0,0 0 0,0 0 0,0 0 0,0-1 0,0 1 0,-1-1 0,4-2 0,-3 1 0,0-1 0,0 1 0,0 0 0,0-1 0,0 1 0,-1-1 0,0 1 0,2-8 0,0-4 0,-2 0 0,0 0 0,-1-28 0,-1 31 0,1 4 0,0-1 0,-1 1 0,-1-1 0,1 1 0,-2-1 0,1 1 0,-1 0 0,-5-11 0,5 14 0,1 5 0,3 11 0,4 17 0,-1-13 0,0-1 0,2 0 0,0 0 0,0-1 0,1 0 0,1 0 0,0 0 0,1-1 0,0 0 0,1-1 0,13 12 0,-21-21 0,0 0 0,0 0 0,1-1 0,-1 1 0,0-1 0,1 0 0,-1 1 0,1-1 0,-1 0 0,1 0 0,0-1 0,-1 1 0,1 0 0,0-1 0,0 0 0,-1 0 0,1 1 0,5-2 0,-6 0 0,1 1 0,0-1 0,-1 0 0,0 0 0,1-1 0,-1 1 0,0 0 0,1-1 0,-1 0 0,0 1 0,0-1 0,0 0 0,0 0 0,-1 0 0,1 0 0,0 0 0,-1 0 0,0-1 0,3-4 0,0-3 0,0-1 0,0 0 0,2-14 0,-4 15 0,1-1 0,0 1 0,8-17 0,-11 26 0,1 0 0,-1 0 0,1 0 0,-1 0 0,1 0 0,-1 0 0,1 0 0,0 0 0,-1 0 0,1 1 0,0-1 0,0 0 0,0 0 0,0 1 0,0-1 0,-1 0 0,1 1 0,0-1 0,0 1 0,1 0 0,-1-1 0,0 1 0,2-1 0,-2 2 0,0-1 0,1 0 0,-1 1 0,0-1 0,1 0 0,-1 1 0,0 0 0,0-1 0,1 1 0,-1 0 0,0 0 0,0-1 0,0 1 0,0 0 0,0 0 0,1 2 0,4 4 0,-1 1 0,1-1 0,-2 2 0,6 10 0,6 16 0,-3 1 0,15 54 0,6 78 0,-32-159 0,2 16 0,2 43 0,-6-62 0,0 1 0,0-1 0,-1 0 0,1 0 0,-2 0 0,1 0 0,-1 0 0,0 0 0,0-1 0,0 1 0,-1 0 0,-5 8 0,6-12 0,0 1 0,-1-1 0,1-1 0,-1 1 0,1 0 0,-1-1 0,1 1 0,-1-1 0,0 0 0,0 1 0,0-1 0,0-1 0,0 1 0,0 0 0,0-1 0,0 0 0,0 1 0,0-1 0,0 0 0,0-1 0,-6 0 0,0 0 0,1-1 0,-1 0 0,0-1 0,1 1 0,-1-2 0,-9-4 0,8 2-35,0-1 0,1 0 0,0 0-1,-10-12 1,4 5-1154,1 2-5637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2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317 96 24575,'-3'-13'0,"-1"1"0,-6-16 0,8 25 0,1 0 0,-1 0 0,0 0 0,1 0 0,-1 0 0,-1 0 0,1 0 0,0 1 0,-1 0 0,1-1 0,-1 1 0,0 0 0,-4-3 0,5 4 0,1 1 0,-1-1 0,1 1 0,-1 0 0,1-1 0,-1 1 0,1 0 0,-1 0 0,1 0 0,-1 0 0,1 0 0,-1 1 0,1-1 0,-1 0 0,1 1 0,-1-1 0,1 1 0,0-1 0,-1 1 0,1 0 0,0-1 0,-1 1 0,1 0 0,0 0 0,0 0 0,0 0 0,0 0 0,-1 0 0,2 1 0,-1-1 0,-2 3 0,1-1 0,-1 1 0,1 0 0,0 1 0,0-1 0,0 0 0,0 1 0,1-1 0,0 1 0,-1 5 0,1-6 0,1 0 0,0 0 0,0 0 0,0-1 0,1 1 0,-1 0 0,1 0 0,0 0 0,0 0 0,0-1 0,2 6 0,0-5 0,0 1 0,0 0 0,1-1 0,-1 0 0,1 0 0,0 0 0,7 5 0,22 17 0,-20-17 0,-1 0 0,0 1 0,-1 0 0,0 1 0,-1 0 0,0 1 0,11 17 0,-20-28 0,0 1 0,0-1 0,0 1 0,-1-1 0,1 1 0,-1-1 0,1 1 0,-1-1 0,1 1 0,-1 0 0,0-1 0,0 1 0,0 0 0,0-1 0,0 1 0,0 0 0,0-1 0,0 1 0,-1 0 0,1-1 0,-1 1 0,1-1 0,-1 1 0,0-1 0,1 1 0,-1-1 0,-1 3 0,-1-2 0,1 0 0,-1 0 0,1 0 0,-1 0 0,0 0 0,1 0 0,-1-1 0,0 0 0,0 1 0,0-1 0,0 0 0,-1 0 0,-3 0 0,-18 3 0,-1-2 0,1-1 0,-35-3 0,12 1 0,35 1 24,1-1 0,-1 0 0,1-1 0,-18-4 0,26 4-111,0 1-1,-1 0 1,1-1 0,1 0-1,-1 0 1,0 0 0,0-1-1,1 1 1,-1-1-1,1 0 1,0 1 0,0-2-1,0 1 1,0 0 0,0-1-1,-2-4 1,-1-4-6739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2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24575,'13'14'0,"5"9"0,4-2 0,-3 0 0,-2-2 0,-2-2 0,0-1 0,-3-1 0,-2 0 0,1-1 0,-2 0 0,-2-2-8191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3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 24575,'3'-5'0,"3"3"0,0 5 0,0 7 0,0 6 0,0 3 0,-1 3 0,-1 0 0,0 0 0,0-5-8191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3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88 24575,'-6'-18'0,"3"11"0,0-1 0,1 0 0,0 0 0,0 0 0,0 0 0,1-11 0,0 19 0,1 0 0,0 0 0,0 0 0,0-1 0,0 1 0,0 0 0,0 0 0,0 0 0,0 0 0,0 0 0,0 0 0,0-1 0,0 1 0,1 0 0,-1 0 0,0 0 0,0 0 0,0 0 0,0 0 0,0 0 0,0-1 0,0 1 0,0 0 0,0 0 0,0 0 0,0 0 0,0 0 0,1 0 0,-1 0 0,0 0 0,0 0 0,0 0 0,0-1 0,0 1 0,0 0 0,0 0 0,1 0 0,-1 0 0,0 0 0,0 0 0,0 0 0,0 0 0,7 4 0,4 9 0,7 9 0,1 0 0,2-1 0,0-1 0,34 25 0,31 21 0,-85-65 0,1 0 0,-1 0 0,0 0 0,0 1 0,0-1 0,0 0 0,0 1 0,0-1 0,0 0 0,0 1 0,0-1 0,0 1 0,-1-1 0,1 1 0,-1 0 0,1 2 0,-1-3 0,0 0 0,0 0 0,0 0 0,-1 0 0,1 0 0,0 0 0,-1 0 0,1 0 0,-1 0 0,1 0 0,-1 0 0,1-1 0,-1 1 0,0 0 0,1 0 0,-1 0 0,0-1 0,0 1 0,1 0 0,-1-1 0,0 1 0,0 0 0,0-1 0,0 1 0,0-1 0,-2 1 0,-8 3 0,0-1 0,0 0 0,0 0 0,-1-1 0,-18 1 0,-3 0 0,-67 4 51,73-7-405,1 1 0,0 2 0,-44 9 0,57-7-6472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4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73 24575,'-1'-2'0,"0"1"0,0-1 0,1 0 0,-1 1 0,0-1 0,1 0 0,0 1 0,-1-1 0,1 0 0,0 0 0,0 1 0,0-1 0,0 0 0,0 0 0,0 0 0,0 1 0,1-1 0,-1 0 0,1 1 0,0-3 0,0 2 0,1 0 0,-1 0 0,0 0 0,1 1 0,0-1 0,-1 0 0,1 1 0,0 0 0,0-1 0,0 1 0,0 0 0,0 0 0,4-2 0,1 1 0,1-1 0,-1 2 0,1-1 0,0 1 0,-1 0 0,1 0 0,0 1 0,9 1 0,33 6-682,70 19-1,-105-22-6143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6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170 116 24575,'16'-4'0,"0"0"0,0 2 0,1 0 0,-1 1 0,27 1 0,21-2 0,-63 2 0,0 0 0,0 0 0,0 0 0,0 0 0,0 0 0,-1-1 0,1 1 0,0 0 0,0 0 0,0-1 0,0 1 0,-1 0 0,1-1 0,0 1 0,0-1 0,-1 1 0,2-2 0,-2 1 0,1 1 0,-1 0 0,0-1 0,0 1 0,0-1 0,0 1 0,0-1 0,0 1 0,0 0 0,0-1 0,0 1 0,0-1 0,0 1 0,0-1 0,0 1 0,0 0 0,-1-1 0,1 1 0,0-1 0,0 1 0,0 0 0,-1-1 0,1 1 0,-1-1 0,-1-2 0,0 1 0,-1-1 0,1 1 0,-1 0 0,1 0 0,-1 0 0,-5-3 0,-13-6 0,-1 1 0,-1 1 0,0 1 0,0 1 0,0 2 0,-1 0 0,-24-2 0,42 7 0,0 0 0,1 0 0,-1 1 0,0 0 0,1 0 0,-1 0 0,1 1 0,0 0 0,-1 0 0,1 0 0,0 1 0,0-1 0,0 1 0,1 1 0,-1-1 0,1 0 0,0 1 0,0 0 0,0 0 0,0 1 0,1-1 0,-1 1 0,1-1 0,-4 10 0,4-9 0,0 0 0,1 0 0,0 0 0,0 1 0,1-1 0,0 0 0,-1 1 0,2-1 0,-1 1 0,1-1 0,0 1 0,0-1 0,0 1 0,1-1 0,-1 1 0,2-1 0,-1 1 0,0-1 0,1 0 0,0 0 0,0 0 0,1 0 0,0 0 0,-1 0 0,6 6 0,8 5 0,1-1 0,0 0 0,35 23 0,-14-11 0,27 20 0,-8-6 0,53 48 0,-105-83 0,1-1 0,-1 0 0,0 1 0,-1 0 0,7 11 0,-10-15 0,0-1 0,0 1 0,0-1 0,-1 1 0,1 0 0,-1-1 0,1 1 0,-1 0 0,0-1 0,0 1 0,1 0 0,-1 0 0,0-1 0,-1 1 0,1 0 0,0-1 0,0 1 0,-1 0 0,1-1 0,-1 1 0,1 0 0,-1-1 0,0 1 0,0-1 0,0 1 0,0-1 0,0 1 0,0-1 0,0 0 0,-1 2 0,-3 1 0,0 0 0,0-1 0,-1 1 0,1-1 0,-1 0 0,0-1 0,0 1 0,0-1 0,0 0 0,0-1 0,0 1 0,-11 0 0,-8 0 0,-48-3 0,36-1 0,-43-2 0,70 3 0,1-1 0,0 0 0,0 0 0,1-1 0,-1 0 0,-14-7 0,21 9-57,0 0 0,1 0 1,-1-1-1,0 1 0,1 0 0,-1-1 0,1 1 0,-1-1 0,1 1 0,0-1 0,0 0 1,0 0-1,0 1 0,0-1 0,0 0 0,0 0 0,0 0 0,1 0 0,-1 0 1,1 0-1,-1 0 0,1 0 0,0-4 0,2-6-6769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6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10 24575,'-9'-8'0,"9"8"0,-1 0 0,1 0 0,0 0 0,0 0 0,0 0 0,0 0 0,0 0 0,-1 0 0,1 0 0,0 0 0,0 0 0,0 0 0,0 0 0,0 0 0,0 0 0,-1 0 0,1 0 0,0 0 0,0 0 0,0 0 0,0 0 0,0 0 0,0 0 0,-1 1 0,1-1 0,0 0 0,0 0 0,0 0 0,0 0 0,0 0 0,0 0 0,0 0 0,0 0 0,0 0 0,-1 1 0,1-1 0,0 0 0,0 0 0,0 1 0,0 1 0,0-1 0,0 0 0,0 0 0,1 0 0,-1 0 0,0 1 0,1-1 0,-1 0 0,0 0 0,1 0 0,0 0 0,-1 0 0,2 2 0,4 6 0,1-1 0,0 0 0,0 0 0,1-1 0,0 0 0,0 0 0,1-1 0,15 9 0,-13-9 0,1 0 0,0-1 0,0 0 0,0-1 0,1 0 0,23 3 0,-33-6 0,1-1 0,-1 1 0,1-1 0,0 0 0,-1-1 0,1 1 0,-1-1 0,1 1 0,-1-1 0,1 0 0,-1-1 0,1 1 0,-1 0 0,0-1 0,0 0 0,0 0 0,0 0 0,0 0 0,0 0 0,0 0 0,-1-1 0,1 0 0,-1 1 0,1-1 0,2-5 0,-2 2 0,1-1 0,-2 0 0,1 0 0,-1 0 0,0 0 0,0 0 0,0 0 0,-1 0 0,-1 0 0,1-1 0,-1-10 0,-5 27 0,0 9 0,1 11 0,2-1 0,2 1 0,0-1 0,2 1 0,1-1 0,8 35 0,56 162 0,-63-213 0,2 5 0,-1-3 0,0 0 0,-1 0 0,0 1 0,1 18 0,-5-32 0,0-1 0,1 1 0,-1 0 0,0 0 0,0 0 0,0-1 0,0 1 0,0 0 0,0 0 0,0 0 0,-1-1 0,1 1 0,0 0 0,0 0 0,-1 0 0,1-1 0,0 1 0,-1 0 0,1-1 0,-1 1 0,1 0 0,-1-1 0,1 1 0,-1 0 0,1-1 0,-1 1 0,1-1 0,-1 1 0,0-1 0,0 1 0,1-1 0,-1 0 0,0 1 0,1-1 0,-1 0 0,0 0 0,0 1 0,0-1 0,1 0 0,-1 0 0,0 0 0,0 0 0,0 0 0,1 0 0,-1 0 0,0 0 0,0 0 0,0-1 0,1 1 0,-3-1 0,-4-1 0,0-1 0,-1 0 0,1 0 0,-8-5 0,9 4 0,-24-12 0,0-2 0,2-2 0,-28-23 0,44 33 0,0-2 0,0 1 0,1-1 0,1-1 0,0 0 0,1-1 0,0 0 0,-10-23 0,17 33 0,1 0 0,-1 0 0,1 0 0,0 0 0,1 0 0,-1 0 0,0 0 0,1 0 0,0 0 0,0-1 0,0 1 0,2-6 0,-1 7 0,-1 1 0,1 0 0,0 0 0,0 0 0,1-1 0,-1 1 0,0 0 0,1 1 0,-1-1 0,1 0 0,-1 0 0,1 1 0,0-1 0,0 1 0,0-1 0,0 1 0,0 0 0,0-1 0,0 1 0,0 1 0,1-1 0,-1 0 0,3 0 0,8-2 47,25-3-1,-11 3-1504,-10 0-5368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24575,'0'6'0,"1"0"0,0 0 0,0-1 0,0 1 0,1 0 0,0-1 0,0 1 0,1-1 0,3 6 0,-1-1 0,1 0 0,1-1 0,14 16 0,-1-5 0,1-1 0,39 26 0,-54-41 0,1 0 0,-1 0 0,1 0 0,0-1 0,1-1 0,-1 1 0,14 2 0,-19-5 0,-1 1 0,1-1 0,0 0 0,-1 0 0,1 0 0,0 0 0,-1 0 0,1 0 0,0-1 0,-1 1 0,1-1 0,0 1 0,-1-1 0,1 1 0,-1-1 0,1 0 0,-1 0 0,1 0 0,-1 0 0,0 0 0,1 0 0,-1 0 0,0 0 0,0 0 0,0-1 0,0 1 0,0 0 0,0-1 0,0 1 0,0-1 0,-1 1 0,1-1 0,-1 0 0,1 1 0,-1-1 0,1 1 0,-1-1 0,0 0 0,0 1 0,0-1 0,0-1 0,1-11 0,-1 0 0,-1 1 0,-4-24 0,1 13 0,4 23 0,0 1 0,-1-1 0,1 0 0,0 0 0,0 1 0,0-1 0,0 0 0,0 0 0,0 1 0,0-1 0,0 0 0,0 0 0,1 1 0,-1-1 0,0 0 0,0 1 0,1-1 0,-1 0 0,0 0 0,1 1 0,-1-1 0,0 1 0,2-2 0,-2 2 0,1 0 0,0 0 0,-1 0 0,1-1 0,0 1 0,-1 0 0,1 0 0,0 0 0,-1 1 0,1-1 0,0 0 0,-1 0 0,1 0 0,0 0 0,-1 1 0,1-1 0,0 0 0,-1 1 0,2 0 0,4 3 0,0 0 0,0 1 0,6 6 0,-11-11 0,115 113 0,-96-95-1365,-14-10-5461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24575,'12'10'0,"7"8"0,2 5 0,-2 8 0,-2 2 0,-1 3 0,-2 1 0,-2 0 0,-1 3 0,0-2 0,0 1 0,-1-2 0,0-2 0,-2-2 0,0-4 0,-1-2 0,-1-6-8191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7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388 164 24575,'-29'-25'0,"-15"-10"0,-3 1 0,3 6 0,6 7 0,4 8 0,3 6 0,2 7 0,1 5 0,3 3 0,3 1 0,6 0-8191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8.4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24575,'1'55'0,"1"-1"0,21 109 0,-18-144 0,0 0 0,2-1 0,0 0 0,1 0 0,0 0 0,2-1 0,0-1 0,1 1 0,0-2 0,2 0 0,23 24 0,-35-38 0,0 0 0,1 0 0,-1 1 0,1-1 0,-1 0 0,0 0 0,1 0 0,0 0 0,-1-1 0,1 1 0,0 0 0,-1-1 0,1 1 0,0-1 0,-1 0 0,1 1 0,2-1 0,-2 0 0,-1-1 0,0 1 0,0-1 0,0 0 0,1 1 0,-1-1 0,0 0 0,0 1 0,0-1 0,0 0 0,0 0 0,-1 0 0,1 0 0,0 0 0,0 0 0,0 0 0,-1 0 0,1 0 0,-1 0 0,1-1 0,-1 1 0,1 0 0,-1 0 0,1-2 0,1-8 0,1-1 0,-2 1 0,0 0 0,0 0 0,-1-13 0,1-13 0,-1 36 0,0 0 0,0 0 0,0 0 0,0 0 0,0 0 0,1 0 0,-1 0 0,0 0 0,1 0 0,-1 0 0,1 0 0,-1 0 0,1 0 0,-1 0 0,1 0 0,-1 0 0,1 0 0,0 0 0,1 0 0,-2 0 0,1 1 0,0 0 0,0-1 0,0 1 0,0 0 0,0 0 0,0-1 0,0 1 0,-1 0 0,1 0 0,0 0 0,0 0 0,0 0 0,0 1 0,0-1 0,0 0 0,0 0 0,1 1 0,5 2 0,-1 0 0,1 1 0,-1 0 0,11 7 0,-6-2 0,22 11 0,69 31 0,-86-45 0,1 0 0,0-1 0,0 0 0,0-1 0,0-1 0,29 1 0,-41-4 0,0 0 0,-1 0 0,1-1 0,-1 1 0,1-1 0,-1 0 0,0 0 0,1 0 0,-1-1 0,0 0 0,0 1 0,0-2 0,0 1 0,0 0 0,0-1 0,-1 1 0,1-1 0,-1 0 0,1-1 0,-1 1 0,0 0 0,-1-1 0,1 0 0,-1 1 0,1-1 0,-1 0 0,0 0 0,0-1 0,-1 1 0,1 0 0,-1-1 0,0 1 0,0 0 0,0-7 0,0-3 0,0-1 0,-1 1 0,-1-1 0,0 1 0,-1 0 0,-4-15 0,3 18 0,0 0 0,-1 0 0,0 0 0,0 1 0,-2 0 0,1 0 0,-1 0 0,-9-10 0,13 17 0,0 0 0,0 1 0,-1 0 0,1 0 0,-1-1 0,0 1 0,0 1 0,1-1 0,-1 0 0,0 1 0,-1-1 0,1 1 0,0 0 0,-4-1 0,5 2 0,1 0 0,-1 0 0,0 0 0,0 0 0,0 0 0,0 0 0,0 1 0,0-1 0,0 0 0,0 1 0,0 0 0,0-1 0,1 1 0,-1 0 0,0 0 0,1 0 0,-1 0 0,0 0 0,1 1 0,-1-1 0,1 0 0,0 1 0,-1-1 0,1 1 0,-1 2 0,-2 1 0,1 0 0,0 0 0,0 0 0,1 1 0,0-1 0,0 1 0,0 0 0,0 0 0,1 0 0,0 0 0,0 0 0,1 0 0,0 0 0,0 0 0,0 0 0,2 12 0,1-10 0,-1 1 0,1 0 0,1-1 0,-1 1 0,1-1 0,1 0 0,0 0 0,0-1 0,0 1 0,10 9 0,-7-8 0,1-1 0,-1 0 0,1-1 0,1 0 0,-1 0 0,1-1 0,0-1 0,1 1 0,-1-2 0,1 1 0,0-2 0,0 1 0,1-1 0,-1-1 0,1 0 0,-1-1 0,1 0 0,0 0 0,11-2 0,-21 0-105,-1 1 0,1 0 0,-1 0 0,1-1 0,-1 1 0,1-1 0,-1 1 0,0-1 0,1 0 0,-1 0 0,0 1 0,3-3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8.8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124 63 24575,'-3'-11'0,"2"8"0,1-1 0,-1 0 0,0 1 0,0-1 0,-1 1 0,1-1 0,-1 1 0,0-1 0,0 1 0,0 0 0,0 0 0,0 0 0,-4-4 0,5 7 0,1 0 0,-1 0 0,1 0 0,-1 0 0,1 0 0,0 0 0,-1-1 0,1 1 0,-1 0 0,1 0 0,-1 0 0,1 1 0,-1-1 0,1 0 0,0 0 0,-1 0 0,1 0 0,-1 0 0,1 0 0,-1 1 0,1-1 0,0 0 0,-1 0 0,1 1 0,0-1 0,-1 0 0,1 0 0,0 1 0,-1-1 0,1 0 0,0 1 0,0-1 0,-1 0 0,1 1 0,0-1 0,0 1 0,0-1 0,-1 1 0,1-1 0,0 1 0,-7 20 0,7-20 0,-2 8 0,1 1 0,0-1 0,0 1 0,1 0 0,0 0 0,1-1 0,0 1 0,1 0 0,0-1 0,0 1 0,1-1 0,0 0 0,1 0 0,0 0 0,7 12 0,3 1 0,1 0 0,0 0 0,2-2 0,28 28 0,-45-48 0,1 0 0,-1 0 0,0 1 0,0-1 0,1 0 0,-1 0 0,0 1 0,0-1 0,1 0 0,-1 0 0,0 1 0,0-1 0,0 0 0,0 1 0,1-1 0,-1 0 0,0 1 0,0-1 0,0 0 0,0 1 0,0-1 0,0 1 0,0-1 0,0 0 0,0 1 0,0-1 0,0 0 0,0 1 0,0-1 0,0 0 0,-1 1 0,1-1 0,0 0 0,0 1 0,-1 0 0,0 0 0,0-1 0,0 1 0,1 0 0,-1-1 0,0 1 0,0-1 0,0 1 0,0-1 0,0 0 0,-2 1 0,-27 4 0,-11-3 0,-64-4 0,93 0-1365,3-2-5461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24575,'2'10'0,"4"3"0,0 2 0,2 1 0,0 0 0,0-1 0,0 1 0,0-1 0,-1 0 0,1 0 0,-1-1 0,-4-2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40 24575,'0'-12'0,"0"-2"0,-3 4 0,0 6 0,0 7 0,1 4 0,-3 4 0,1 3 0,0 1 0,1-2-8191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39.7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88 24575,'-4'-19'0,"1"7"0,1-1 0,-2 1 0,-6-16 0,10 28 0,0 0 0,0 0 0,0 0 0,0 0 0,0 0 0,0-1 0,0 1 0,0 0 0,0 0 0,0 0 0,0 0 0,0 0 0,0-1 0,0 1 0,0 0 0,0 0 0,0 0 0,0 0 0,-1 0 0,1 0 0,0-1 0,0 1 0,0 0 0,0 0 0,0 0 0,0 0 0,-1 0 0,1 0 0,0 0 0,0 0 0,0 0 0,0 0 0,0 0 0,-1 0 0,1 0 0,0 0 0,0 0 0,0 0 0,0 0 0,-1 0 0,0 7 0,1 11 0,2-4 0,1 0 0,0 1 0,1-2 0,1 1 0,0 0 0,1-1 0,0 0 0,1 0 0,0-1 0,1 0 0,12 14 0,-11-16 0,25 30 0,-31-35 0,0-1 0,0 1 0,0 0 0,0 0 0,-1 0 0,3 11 0,-4-15 0,0 1 0,-1 0 0,0 0 0,0 0 0,1 0 0,-1 0 0,0 0 0,0-1 0,-1 1 0,1 0 0,0 0 0,-1 0 0,1 0 0,-1 0 0,1-1 0,-1 1 0,0 0 0,0 0 0,0-1 0,0 1 0,0-1 0,0 1 0,0-1 0,-1 1 0,1-1 0,0 0 0,-1 1 0,1-1 0,-1 0 0,0 0 0,-3 1 0,-4 2 0,0-1 0,0 0 0,-1 0 0,1-1 0,-12 1 0,-1 1 0,7-1-1365,3-1-5461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0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24575,'5'-10'0,"4"-3"0,3-2 0,1 2 0,2 2 0,1 4 0,-1 6 0,0 2 0,0 4 0,0 3 0,0 3 0,-1 3 0,-2 0 0,-3-2-8191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9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64 24575,'1'-9'0,"0"1"0,0 0 0,4-14 0,-2 10 0,-3 11 0,0 1 0,0 0 0,0 0 0,0 0 0,0 0 0,0 0 0,0 0 0,0-1 0,0 1 0,0 0 0,0 0 0,0 0 0,0 0 0,0 0 0,0 0 0,0 0 0,0-1 0,0 1 0,0 0 0,1 0 0,-1 0 0,0 0 0,0 0 0,0 0 0,0 0 0,0-1 0,0 1 0,0 0 0,0 0 0,0 0 0,0 0 0,1 0 0,-1 0 0,0 0 0,0 0 0,0 0 0,0 0 0,0 0 0,0 0 0,0 0 0,1 0 0,-1 0 0,0 0 0,0 0 0,0 0 0,0 0 0,0 0 0,0 0 0,1 0 0,-1 0 0,4 7 0,1 13 0,14 57 0,20 98 0,-35-152 0,-1-6 0,7 25 0,-9-39-44,-1-5 154,-1-4-1541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49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78 24575,'6'-7'0,"0"1"0,0 0 0,0 0 0,1 0 0,0 1 0,0 0 0,0 0 0,0 1 0,1 0 0,0 0 0,12-3 0,-8 3 0,0 2 0,0-1 0,0 2 0,0-1 0,0 2 0,0 0 0,20 2 0,-13 0 0,-1 2 0,1 0 0,-1 1 0,-1 1 0,1 1 0,-1 0 0,0 1 0,0 1 0,-1 1 0,25 19 0,-32-21 0,-1 0 0,0 0 0,0 1 0,-1 1 0,0-1 0,-1 1 0,0 0 0,0 1 0,-1-1 0,0 1 0,-1 0 0,0 0 0,-1 0 0,3 20 0,-5-23 0,0 0 0,-1 0 0,0 0 0,0 0 0,0 0 0,-1 0 0,0 0 0,-1 0 0,0-1 0,0 1 0,-1 0 0,1-1 0,-2 0 0,1 0 0,-1 0 0,0 0 0,-1 0 0,1-1 0,-1 1 0,-1-1 0,1-1 0,-9 8 0,5-6 0,-1 0 0,0 0 0,0-1 0,0-1 0,-1 0 0,0 0 0,0-1 0,0 0 0,0-1 0,-1 0 0,1-1 0,-1 0 0,0-1 0,1 0 0,-15-1 0,17 0-195,0 0 0,0-1 0,0 0 0,-1-1 0,1 0 0,-16-5 0,13 1-6631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17 24575,'-7'-13'0,"4"9"0,3 11 0,6 28 0,3-1 0,1 0 0,1-1 0,2 0 0,1-1 0,23 38 0,-34-63 0,-1-5 0,-1 0 0,1 1 0,-1-1 0,0 1 0,0-1 0,0 1 0,0-1 0,1 5 0,-17-17-1365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4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487 72 24575,'-29'-12'0,"-16"-5"0,-1 2 0,4 2 0,4 4 0,7 4 0,3 4 0,4 3 0,1 2 0,0 1 0,1 1 0,0-1 0,-2 1 0,-2-1 0,2 0 0,2-2 0,5-1-8191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0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24575,'36'97'0,"47"92"0,-72-169 0,-7-14 0,-1 1 0,6 14 0,-10-20 0,-5-3 0,-5-5 0,-38-32-1365,34 26-5461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1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0 132 24575,'25'-15'0,"10"-7"0,2 0 0,-3 4 0,-5 2 0,-5 5 0,-4 3 0,-3 1 0,-2 2 0,0 1 0,-7 2 0,-6 1 0,-6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73 24575,'26'-4'0,"-1"-2"0,0-1 0,0-1 0,29-13 0,-40 15-151,1 1-1,0 1 0,0 0 0,0 1 1,1 1-1,-1 0 0,0 1 1,28 2-1,-31-1-6674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1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24575,'61'120'0,"0"2"0,4-33-1365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594 25 24575,'-24'-5'0,"-11"-2"0,-5 1 0,1 1 0,1 4 0,2 2 0,3 1 0,2 2 0,-2 1 0,1 0 0,-2 1 0,-3-1 0,-2 0 0,-2-2 0,1-1 0,5-1 0,9-1-8191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19 24575,'-3'-8'0,"0"1"0,0 3 0,0 6 0,2 4 0,-1 3 0,2 4 0,0 1 0,0-1-8191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2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24575,'0'12'0,"0"7"0,0 2 0,0 0 0,0 0 0,0-3 0,2-1 0,1-1 0,3-1 0,0 0 0,1-1 0,0 0 0,-2-2-8191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3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34 24575,'-82'-26'0,"72"24"0,1 0 0,-1 0 0,0 1 0,1 0 0,-1 1 0,-16 2 0,25-2 0,-1 0 0,0 0 0,1 0 0,-1 1 0,0-1 0,1 0 0,-1 1 0,1-1 0,-1 1 0,1 0 0,-1 0 0,1 0 0,-1-1 0,1 1 0,0 0 0,-1 1 0,1-1 0,0 0 0,0 0 0,0 0 0,0 1 0,0-1 0,0 1 0,0-1 0,0 0 0,1 1 0,-1 0 0,0-1 0,1 1 0,0-1 0,-1 1 0,1 2 0,0 0 0,0 0 0,1 0 0,-1 0 0,1 0 0,0 1 0,1-1 0,-1 0 0,1-1 0,-1 1 0,1 0 0,4 6 0,1 1 0,0-1 0,1 1 0,1-1 0,-1-1 0,1 0 0,1 0 0,0 0 0,17 10 0,-8-7 0,-8-6 0,-1 1 0,1 0 0,-2 0 0,1 1 0,13 14 0,-22-21 0,-1-1 0,0 1 0,1-1 0,-1 1 0,0-1 0,0 1 0,1-1 0,-1 1 0,0-1 0,0 1 0,0 0 0,1-1 0,-1 1 0,0-1 0,0 1 0,0 0 0,0-1 0,0 1 0,0-1 0,0 1 0,0 0 0,-1-1 0,1 1 0,0-1 0,0 1 0,0 0 0,-1-1 0,1 1 0,0-1 0,-1 1 0,1-1 0,0 1 0,-1-1 0,1 0 0,-1 1 0,1-1 0,0 1 0,-1-1 0,1 0 0,-1 1 0,0-1 0,1 0 0,-1 1 0,1-1 0,-1 0 0,1 0 0,-2 0 0,-3 3 0,-1-2 0,1 1 0,-11 1 0,15-3 0,-32 4-82,0-2 1,-48-2-1,46-1-1038,16 1-5706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4.0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24575,'34'40'0,"-3"1"0,-1 1 0,29 55 0,-25-31 0,40 113 0,10 25-1365,-78-192-5461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4.2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55 24575,'-27'-10'0,"-14"-3"0,-2 1 0,4 2 0,5 3 0,5 5 0,4 3 0,4 1 0,3 3 0,2 0 0,2 0 0,2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5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24575,'29'45'0,"-2"0"0,28 65 0,29 100 0,-41-98 0,-37-97 0,-1-1 0,0 0 0,1-1 0,1 1 0,9 12 0,-16-25 0,0-1 0,0 0 0,0 0 0,0 0 0,0 0 0,1 0 0,-1 0 0,0 0 0,0 0 0,0 0 0,0 0 0,0 0 0,0 1 0,0-1 0,0 0 0,0 0 0,0 0 0,0 0 0,0 0 0,0 0 0,1 0 0,-1 0 0,0 0 0,0 0 0,0 0 0,0 0 0,0 0 0,0 0 0,0 0 0,0 0 0,0 0 0,0 0 0,1 0 0,-1 0 0,0 0 0,0 0 0,0 0 0,0 0 0,0 0 0,0 0 0,0 0 0,0 0 0,0 0 0,0 0 0,1 0 0,-1 0 0,0 0 0,0 0 0,0-1 0,0 1 0,0 0 0,0 0 0,2-7 0,-1-9 0,-1 5 0,0 0 0,0 0 0,2 0 0,-1 0 0,1 0 0,1 0 0,0 0 0,1 1 0,0-1 0,0 1 0,11-17 0,-13 23 0,1 0 0,-1 0 0,1 1 0,0-1 0,0 1 0,1 0 0,-1 0 0,1 0 0,7-5 0,-10 7 0,1 1 0,0-1 0,0 0 0,-1 1 0,1 0 0,0-1 0,0 1 0,-1 0 0,1 0 0,0 0 0,0 0 0,0 0 0,0 0 0,-1 0 0,1 1 0,0-1 0,0 1 0,-1-1 0,1 1 0,0 0 0,-1 0 0,1 0 0,-1 0 0,1 0 0,-1 0 0,1 0 0,1 2 0,3 3 0,0 1 0,-1-1 0,0 1 0,6 9 0,-9-12 0,1 1 0,0-1 0,0 1 0,0-1 0,0 0 0,1 0 0,0 0 0,-1-1 0,1 1 0,1-1 0,-1 0 0,1 0 0,-1-1 0,6 3 0,1-1 0,1-1 0,1 0 0,-1-1 0,0-1 0,1 0 0,-1 0 0,0-1 0,1-1 0,-1 0 0,22-5 0,17 0 0,-41 6 0,1-1 0,-1 0 0,0 0 0,1-2 0,13-3 0,-21 4 0,0 1 0,-1-1 0,1 1 0,0-1 0,-1 0 0,1 0 0,-1 0 0,1 0 0,-1-1 0,0 1 0,0 0 0,0-1 0,0 0 0,0 1 0,-1-1 0,1 0 0,-1 0 0,0 0 0,0 0 0,0 0 0,0 0 0,0-4 0,1-5 0,-1 0 0,0 0 0,0-1 0,-1 1 0,-4-22 0,3 25 0,-1-1 0,0 1 0,-1 0 0,0 0 0,0 1 0,-1-1 0,0 1 0,-6-10 0,9 17 0,0-1 0,0 1 0,0 0 0,-1 0 0,1-1 0,0 1 0,0 0 0,-1 0 0,1 0 0,-1 0 0,1 0 0,-1 0 0,1 1 0,-1-1 0,1 1 0,-1-1 0,0 1 0,1-1 0,-1 1 0,-2 0 0,1 0 0,0 0 0,1 0 0,-1 1 0,0-1 0,0 1 0,1 0 0,-1 0 0,0 0 0,1 0 0,-1 0 0,-3 3 0,1 0 0,0-1 0,0 1 0,0 1 0,1-1 0,-1 1 0,1 0 0,0 0 0,0 0 0,1 0 0,-5 9 0,6-10 0,1-1 0,0 1 0,-1-1 0,1 1 0,1 0 0,-1 0 0,0 0 0,1-1 0,0 1 0,0 0 0,0 0 0,0 0 0,1 0 0,0 0 0,-1-1 0,1 1 0,1 0 0,-1-1 0,0 1 0,1-1 0,0 1 0,0-1 0,0 0 0,0 1 0,0-1 0,1 0 0,-1 0 0,4 2 0,6 6 9,1 0 0,0-1 0,1-1 0,0 0 0,0-1 0,1 0 0,0-1 0,0-1 0,1 0-1,0-1 1,0-1 0,17 2 0,20 1-460,-1-3-1,75-4 1,-119 0 324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6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349 506 24575,'-129'-51'0,"110"45"0,-1 1 0,0 1 0,-1 0 0,-34-1 0,52 5 0,-1 1 0,1-1 0,0 1 0,0-1 0,0 1 0,-1 0 0,1 0 0,0 1 0,0-1 0,0 1 0,1-1 0,-1 1 0,0 0 0,1 0 0,-1 0 0,1 0 0,-1 1 0,1-1 0,0 1 0,0-1 0,0 1 0,1 0 0,-1 0 0,1 0 0,-1 0 0,-1 4 0,0 2 0,0-1 0,1 1 0,0 0 0,0-1 0,1 1 0,0 0 0,1 0 0,0 16 0,1-20 0,1 0 0,-1 0 0,1 0 0,0 0 0,0 0 0,0 0 0,1 0 0,-1-1 0,1 1 0,1-1 0,5 7 0,3 3 0,2-2 0,14 13 0,-18-17 0,1-1 0,-1-1 0,1 1 0,1-2 0,-1 0 0,21 7 0,-24-10 0,-1 0 0,1 0 0,0-1 0,0 0 0,0 0 0,-1-1 0,1 0 0,0 0 0,0-1 0,0 0 0,13-3 0,-18 3 0,-1-1 0,1 1 0,0-1 0,-1 1 0,1-1 0,-1 0 0,0 0 0,0 0 0,0 0 0,0 0 0,0 0 0,0-1 0,0 1 0,-1-1 0,1 1 0,-1-1 0,0 0 0,0 1 0,0-1 0,0 0 0,0 0 0,0 0 0,-1 0 0,0 0 0,1-3 0,-1-5 0,1 0 0,-2 0 0,0 0 0,0 0 0,-4-16 0,-14-37 0,-2 1 0,-33-67 0,-3-11 0,-18-62 0,183 483 0,-71-199 0,65 108 0,-86-166 0,1 0 0,26 28 0,-42-50 12,0 0 0,0 0 0,0 0 0,0 0 0,0 0 0,0-1 0,1 1 0,-1 0 0,2 0 0,-3-1-50,1 0 0,-1 0 0,1 0 0,-1 0 0,0 0 0,1 0-1,-1 0 1,0 0 0,1 0 0,-1 0 0,1 0 0,-1 0 0,0 0 0,1 0 0,-1 0 0,0-1 0,1 1 0,-1 0 0,0 0-1,0 0 1,1-1 0,-1 1 0,0 0 0,1 0 0,-1-1 0,0 1 0,0 0 0,0-1 0,1 1 0,-1 0 0,0-1 0,0 1-1,0 0 1,0-1 0,0 1 0,0 0 0,1-1 0,-1 0 0,2-7-6788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7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4 24575,'-1'-1'0,"1"1"0,-1 0 0,1-1 0,-1 1 0,1 0 0,-1-1 0,0 1 0,1 0 0,-1 0 0,1-1 0,-1 1 0,0 0 0,1 0 0,-1 0 0,1 0 0,-1 0 0,0 0 0,1 0 0,-1 0 0,0 0 0,0 1 0,1-1 0,-1 1 0,1-1 0,0 1 0,0-1 0,0 1 0,0-1 0,0 0 0,0 1 0,0-1 0,1 1 0,-1-1 0,0 1 0,0-1 0,0 1 0,0-1 0,1 1 0,-1-1 0,0 0 0,0 1 0,1 0 0,18 24 0,3-4 0,2 0 0,1-2 0,36 22 0,-40-27 0,33 20 0,-48-31 0,1 0 0,-1-1 0,0 1 0,1-1 0,0-1 0,-1 1 0,10 0 0,-14-2 0,0 0 0,1 0 0,-1 0 0,0 0 0,0 0 0,1-1 0,-1 1 0,0-1 0,1 0 0,-1 1 0,0-1 0,0 0 0,0 0 0,0-1 0,0 1 0,0 0 0,0-1 0,2-1 0,-2 0 0,1 0 0,-1 0 0,0 0 0,0-1 0,0 1 0,0-1 0,0 1 0,-1-1 0,2-7 0,0-4 0,0 0 0,-2-1 0,1 1 0,-3-20 0,1 24 0,-1 7 0,1 1 0,0-1 0,0 1 0,0 0 0,1-1 0,-1 1 0,2-5 0,-2 8 0,0 0 0,0 0 0,0-1 0,0 1 0,0 0 0,0 0 0,0 0 0,0 0 0,0 0 0,1-1 0,-1 1 0,0 0 0,0 0 0,0 0 0,0 0 0,0 0 0,0 0 0,0 0 0,0-1 0,1 1 0,-1 0 0,0 0 0,0 0 0,0 0 0,0 0 0,0 0 0,0 0 0,1 0 0,-1 0 0,0 0 0,0 0 0,0 0 0,0 0 0,1 0 0,-1 0 0,0 0 0,0 0 0,0 0 0,0 0 0,0 0 0,1 0 0,5 6 0,4 11 0,-9-16 0,13 23 0,1-2 0,0 0 0,2-1 0,36 36 0,-50-54-91,0 0 0,1 0 0,-1 0 0,1-1 0,-1 1 0,1-1 0,0 0 0,0 0 0,0-1 0,0 1 0,0-1 0,0 1 0,0-1 0,7 0 0,1 0-6735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76 525 24575,'-3'-3'0,"0"1"0,-1 0 0,1 0 0,-1 0 0,1 1 0,-1-1 0,1 1 0,-8-2 0,10 3 0,0 0 0,-1 0 0,1 0 0,0 0 0,0 0 0,0 0 0,0 0 0,0 0 0,-1 0 0,1 1 0,0-1 0,0 0 0,0 1 0,0-1 0,0 1 0,0-1 0,0 1 0,0-1 0,0 1 0,0 0 0,0 0 0,0-1 0,0 1 0,1 0 0,-1 0 0,0 0 0,1 0 0,-1 0 0,0 0 0,1 0 0,-1 0 0,1 0 0,-1 1 0,-1 6 0,1-1 0,0 1 0,0-1 0,0 1 0,1-1 0,0 1 0,1-1 0,-1 1 0,1-1 0,1 1 0,0-1 0,0 0 0,0 0 0,1 1 0,0-2 0,0 1 0,1 0 0,-1-1 0,2 1 0,-1-1 0,1 0 0,0-1 0,8 9 0,-12-13 0,1 0 0,-1 0 0,1 1 0,-1-1 0,1 0 0,0 0 0,-1-1 0,1 1 0,0 0 0,0-1 0,0 1 0,0-1 0,-1 1 0,1-1 0,0 0 0,0 0 0,0 0 0,0 0 0,0 0 0,0 0 0,0 0 0,0-1 0,0 1 0,0-1 0,-1 1 0,1-1 0,0 0 0,0 0 0,-1 0 0,1 0 0,0 0 0,-1 0 0,3-2 0,-1 0 0,-1 0 0,1 0 0,0-1 0,-1 1 0,0-1 0,0 1 0,0-1 0,0 0 0,0 0 0,-1 0 0,0 0 0,0 0 0,0 0 0,1-6 0,-2 5 0,1-1 0,-1 1 0,0-1 0,-1 0 0,1 1 0,-1-1 0,0 1 0,-1-1 0,1 1 0,-1 0 0,-3-6 0,2 19 0,2 7 0,3-8 0,-1-1 0,1 1 0,0-1 0,0 1 0,0-1 0,1 0 0,0 0 0,1 0 0,-1-1 0,1 1 0,0-1 0,1 1 0,-1-1 0,1-1 0,0 1 0,0-1 0,0 0 0,1 0 0,7 4 0,-4-3 0,0 0 0,0 0 0,0-1 0,1 0 0,-1-1 0,1 0 0,0-1 0,0 0 0,0 0 0,0-1 0,0 0 0,13-2 0,-21 1 0,1 0 0,-1 0 0,1-1 0,-1 0 0,0 1 0,1-1 0,-1 0 0,0 0 0,0 0 0,1-1 0,-1 1 0,0 0 0,0-1 0,0 1 0,0-1 0,-1 0 0,1 0 0,0 0 0,-1 0 0,1 0 0,-1 0 0,0 0 0,0 0 0,0 0 0,0-1 0,0 1 0,1-4 0,0-6 0,0 1 0,0 0 0,-1 0 0,-1-21 0,-1 21 0,0-33 0,-3 0 0,-12-58 0,-28-85 0,36 157 0,-35-142 0,35 148 0,8 23 0,-1 1 0,1-1 0,0 1 0,0 0 0,-1-1 0,1 1 0,0 0 0,-1-1 0,1 1 0,0 0 0,-1-1 0,1 1 0,0 0 0,-1 0 0,1 0 0,0-1 0,-1 1 0,1 0 0,-1 0 0,0 0 0,1 0 0,-1 0 0,1 0 0,-1 0 0,1 0 0,-1 1 0,1-1 0,0 0 0,-1 0 0,1 1 0,-1-1 0,1 0 0,0 1 0,-1-1 0,1 1 0,-1-1 0,1 0 0,0 1 0,0-1 0,-1 1 0,1-1 0,0 1 0,-1 0 0,-3 7 0,1 1 0,0 0 0,0 0 0,0 0 0,1 0 0,0 1 0,1-1 0,0 15 0,1-5 0,1 0 0,0-1 0,6 26 0,2-9 0,3 0 0,0-1 0,2 0 0,2-1 0,28 45 0,-31-57 0,1 0 0,2-1 0,-1 0 0,2-1 0,1-1 0,0 0 0,1-2 0,41 28 0,-16-23-310,-34-17-745,-1 0-5771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9.0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6 24575,'23'-2'0,"-1"0"0,1 1 0,32 3 0,-46-2 0,-1 2 0,1-1 0,-1 1 0,0 1 0,1 0 0,-2 0 0,1 0 0,0 1 0,0 0 0,-1 0 0,0 1 0,9 7 0,-1 2 0,0 0 0,22 29 0,-33-38 0,-1 0 0,1 0 0,-1 1 0,0-1 0,-1 1 0,1 0 0,-1-1 0,0 1 0,0 0 0,-1 0 0,0 0 0,0 0 0,0 11 0,-1-15 0,0 0 0,0-1 0,-1 1 0,1 0 0,-1 0 0,1-1 0,-1 1 0,1 0 0,-1 0 0,0-1 0,0 1 0,0-1 0,0 1 0,0-1 0,0 1 0,0-1 0,-1 0 0,1 0 0,-3 3 0,1-3 0,0 1 0,0-1 0,0 1 0,0-1 0,-1 0 0,1 0 0,0 0 0,-1-1 0,-5 1 0,-5-1 0,0 0 0,1-1 0,-1-1 0,-15-3 0,6-1 0,1-1 0,-1-1 0,2-2 0,-1 0 0,2 0 0,-29-21 0,46 29 0,0 1 0,0-1 0,1 0 0,-1 0 0,1-1 0,0 1 0,-1 0 0,1-1 0,0 0 0,1 1 0,-1-1 0,0 0 0,1 0 0,-1 0 0,1 0 0,0 0 0,0 0 0,0 0 0,1 0 0,-1-1 0,1 1 0,-1 0 0,1 0 0,0-1 0,1 1 0,-1 0 0,0 0 0,1-1 0,0 1 0,-1 0 0,1 0 0,1 0 0,-1 0 0,0 0 0,1 0 0,-1 0 0,1 1 0,0-1 0,0 0 0,0 1 0,0 0 0,1-1 0,-1 1 0,1 0 0,-1 0 0,5-3 0,-1 2-65,0-1 0,0 1 0,1 0 0,-1 0 0,1 1 0,-1-1 0,1 2 0,0-1 0,-1 1 0,1 0 0,0 0 0,0 1 0,0 0 0,0 0 0,0 0 0,0 1 0,0 0 0,-1 1 0,1-1 0,7 4 0,-2 1-6761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5:5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45 24575,'-7'-7'0,"-1"1"0,0 0 0,-1 0 0,-15-8 0,22 13 0,0 0 0,0 1 0,-1-1 0,1 0 0,-1 1 0,1-1 0,0 1 0,-1 0 0,1 0 0,-1 0 0,-2 0 0,4 0 0,-1 1 0,1-1 0,-1 1 0,1-1 0,-1 1 0,1 0 0,0 0 0,-1-1 0,1 1 0,0 0 0,-1 0 0,1 0 0,0 0 0,0 1 0,0-1 0,0 0 0,0 0 0,-1 3 0,0 1 0,0-1 0,0 0 0,1 1 0,-1 0 0,1-1 0,0 1 0,0 0 0,1-1 0,0 11 0,1 3 0,3 23 0,-2-27 0,15 81-119,3-2 0,5 0 0,3-1 0,48 103 0,-4-44 119,-70-147 49,0-1 1,0 0 0,0 0-1,0 0 1,6 4 0,-8-6-40,1-1 1,-1 1 0,0-1 0,1 0-1,-1 1 1,1-1 0,-1 0 0,1 0 0,-1 1-1,1-1 1,-1 0 0,1 0 0,0 0-1,-1 0 1,1 0 0,-1 0 0,1 0-1,0 0 1,0 0-7,-1 0 0,1 0 0,-1-1 0,1 1 0,-1-1-1,1 1 1,-1 0 0,0-1 0,1 1 0,-1-1 0,0 1 0,1-1 0,-1 1 0,0-1-1,0 1 1,1-1 0,-1 1 0,0-1 0,0 1 0,0-1 0,0 1 0,0-1-1,0-1 1,1-3-4,-1 0 0,0 0 0,0 0 0,0 0 0,-1 0 0,0 0 0,-1-5 0,-13-38 0,9 31 0,-3-12 0,6 15 0,-1 1 0,-1 0 0,-8-17 0,11 26 0,0 1 0,-1-1 0,1 1 0,0 0 0,-1 0 0,0 0 0,0 0 0,0 0 0,0 1 0,0-1 0,-1 1 0,1 0 0,-1 0 0,1 0 0,-1 0 0,-4-1 0,-12-2 21,1 1 0,-1 0 0,-30-1 0,-59 3-698,80 3-95,10-1-6054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24575,'5'10'0,"4"10"0,3 8 0,2 5 0,1 5 0,2 6 0,2 2 0,2 2 0,2-1 0,0-1 0,1-1 0,-1-2 0,-5-8 0,-3-3 0,-1-6 0,-3-4 0,-4-4 0,-3-4-8191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24575,'70'-8'0,"137"1"0,-184 7 0,-23 0 0,52-2 120,-49 2-234,0-1 0,1 0-1,-1 1 1,1-1 0,-1 0 0,0-1-1,0 1 1,1 0 0,-1-1 0,0 0-1,0 0 1,3-3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0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24575,'5'6'0,"-1"1"0,1 0 0,-1 0 0,0 1 0,-1-1 0,0 1 0,0 0 0,2 11 0,2 4 0,9 24 0,62 155 0,-68-180 0,2 0 0,0-1 0,1-1 0,2-1 0,0 1 0,32 31 0,-42-47 0,1 1 0,-1-1 0,1 0 0,0 0 0,0-1 0,10 5 0,-15-7 0,0-1 0,1 1 0,-1-1 0,0 1 0,1-1 0,-1 0 0,0 0 0,1 0 0,-1 0 0,1 0 0,-1 0 0,0 0 0,1 0 0,-1 0 0,1 0 0,-1-1 0,0 1 0,1-1 0,-1 1 0,0-1 0,0 1 0,1-1 0,-1 0 0,0 0 0,0 1 0,0-1 0,0 0 0,0 0 0,0 0 0,0 0 0,0 0 0,0-1 0,-1 1 0,1 0 0,0 0 0,-1-1 0,1 1 0,0-2 0,1-5 0,0 0 0,-1 0 0,0-1 0,0 1 0,-1 0 0,0 0 0,0-1 0,-1 1 0,0 0 0,-4-13 0,5 20 0,0 1 0,0-1 0,-1 0 0,1 1 0,0-1 0,0 0 0,0 1 0,0-1 0,0 0 0,0 1 0,0-1 0,1 0 0,-1 1 0,0-1 0,0 0 0,0 1 0,1-1 0,-1 0 0,1 0 0,-1 1 0,0 0 0,1 0 0,-1 0 0,0 0 0,1-1 0,-1 1 0,1 0 0,-1 0 0,0 0 0,1 0 0,-1 0 0,1 0 0,-1 0 0,0 0 0,1 0 0,-1 0 0,0 0 0,1 0 0,-1 0 0,1 0 0,-1 0 0,1 1 0,4 1 0,-1 0 0,1 1 0,8 5 0,-4-2 0,0-2 0,-1 0 0,1-1 0,-1 0 0,1 0 0,0-1 0,0-1 0,11 2 0,3-2 0,40-3 0,-56 2 0,0-1 0,0 0 0,0-1 0,0 1 0,0-1 0,0-1 0,0 1 0,0-1 0,-1-1 0,0 1 0,9-7 0,-10 6 0,-1 1 0,-1-1 0,1 0 0,0 0 0,-1 0 0,0 0 0,0 0 0,0-1 0,-1 0 0,0 1 0,1-1 0,-2 0 0,1 0 0,0 0 0,-1-1 0,1-6 0,-1 1 0,-1 0 0,0 0 0,0 1 0,-1-1 0,0 0 0,-1 0 0,0 1 0,-1-1 0,-7-17 0,7 23 0,1 0 0,-1 0 0,1 1 0,-2-1 0,1 1 0,0 0 0,-1 0 0,0 0 0,-5-5 0,5 7 0,1 0 0,0 0 0,-1 0 0,1 0 0,-1 1 0,1-1 0,-1 1 0,0 0 0,1 0 0,-1 1 0,0-1 0,0 1 0,0-1 0,-5 2 0,6-1 0,1 0 0,0 0 0,-1 1 0,1-1 0,-1 1 0,1 0 0,0-1 0,0 1 0,-1 0 0,1 0 0,0 1 0,0-1 0,0 0 0,0 1 0,0-1 0,0 1 0,-2 3 0,2-2 0,0 0 0,0 0 0,0 0 0,1 0 0,-1 1 0,1-1 0,0 1 0,0-1 0,0 1 0,0-1 0,1 4 0,-1 0 0,1 0 0,0 1 0,0-1 0,1 0 0,0 0 0,0 0 0,1 0 0,0 0 0,0-1 0,1 1 0,5 10 0,-1-6 0,1 0 0,1 0 0,0-1 0,0 0 0,1-1 0,0 0 0,0-1 0,18 12 0,-8-9 0,0 0 0,0-1 0,1-2 0,28 9 0,-8-7-86,2-2 1,59 4-1,-58-8-1022,-30-3-5718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 24575,'2'-6'0,"1"8"0,8 14 0,10 26 0,-21-42 0,76 172 0,-27-52 0,-41-106 0,-5-16 0,-2-8 0,-3 0-1365,-1 2-5461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7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5 175 24575,'-1'-3'0,"0"0"0,1 1 0,-1-1 0,1 0 0,-1 0 0,1 0 0,0 0 0,0 0 0,0 0 0,0 0 0,0 1 0,2-4 0,-2 4 0,1 0 0,0 0 0,0 0 0,0 0 0,0 0 0,1 0 0,-1 0 0,0 1 0,1-1 0,-1 1 0,1-1 0,0 1 0,-1-1 0,1 1 0,0 0 0,4-2 0,18-8 0,1 2 0,0 0 0,33-6 0,-8 2 0,-15 5 0,-23 5 0,1 0 0,-1-1 0,0 0 0,15-7 0,-27 11-1,0 0-1,0 0 0,0 0 1,0 0-1,1 0 0,-1 0 1,0 0-1,0 0 1,0 0-1,1 0 0,-1 0 1,0 0-1,0-1 0,0 1 1,0 0-1,0 0 0,1 0 1,-1 0-1,0 0 0,0 0 1,0-1-1,0 1 1,0 0-1,0 0 0,0 0 1,1 0-1,-1-1 0,0 1 1,0 0-1,0 0 0,0 0 1,0 0-1,0-1 0,0 1 1,0 0-1,0 0 1,0 0-1,0-1 0,0 1 1,0 0-1,0 0 0,0 0 1,0-1-1,0 1 0,0 0 1,-1 0-1,1 0 1,-11-5 196,-16 2-1677,13 3-5344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24575,'12'0'0,"7"0"0,2 0 0,1 0 0,-2 0 0,-2-2 0,0-1 0,-2 0 0,-1 0 0,-1 1 0,0 1 0,1 1 0,-1-1 0,0 1 0,-5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3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72 24575,'-4'-2'0,"-5"-6"0,-1 1 0,-17-11 0,25 17 0,0 0 0,0 0 0,0 0 0,0 0 0,-1 0 0,1 1 0,0-1 0,0 1 0,0-1 0,-1 1 0,1 0 0,0 0 0,-1 0 0,1 0 0,0 0 0,0 0 0,-1 1 0,1-1 0,0 1 0,0-1 0,-3 2 0,3 0 0,0 0 0,0-1 0,0 1 0,1 0 0,-1 0 0,0 1 0,1-1 0,0 0 0,-1 0 0,1 1 0,0-1 0,0 0 0,1 1 0,-2 4 0,-5 37 0,7-39 0,-1-1 0,1 0 0,0 0 0,1 1 0,-1-1 0,1 0 0,0 0 0,0 0 0,0 1 0,0-1 0,1 0 0,0 0 0,0-1 0,0 1 0,0 0 0,0-1 0,1 1 0,0-1 0,4 5 0,-2-4 0,0-1 0,0 1 0,0-1 0,0 0 0,0 0 0,1-1 0,-1 1 0,1-1 0,0-1 0,-1 1 0,1-1 0,0 0 0,9 1 0,-5-1 0,1-1 0,0 0 0,-1 0 0,1-1 0,16-3 0,-25 4 0,1-1 0,-1 0 0,1 0 0,-1 0 0,1 0 0,-1-1 0,0 1 0,1 0 0,-1-1 0,0 0 0,0 1 0,0-1 0,0 0 0,-1 0 0,1 0 0,0-1 0,-1 1 0,1 0 0,-1 0 0,0-1 0,0 1 0,0-1 0,0 1 0,0-1 0,-1 0 0,1 1 0,0-4 0,-1-1 0,0-1 0,0 1 0,-1 0 0,0 0 0,0 0 0,-1 0 0,1 0 0,-1 0 0,-1 0 0,-4-8 0,4 7 0,-1 0 0,-1 1 0,1-1 0,-1 1 0,-1 0 0,1 1 0,-1-1 0,-9-6 0,13 11 5,0 0 0,0 1 0,0-1 0,0 1 0,-1 0 0,1 0 0,0 0 0,-1 0 0,1 0 0,-1 0 0,1 1 0,-1-1 0,0 1 0,1-1 0,-1 1 0,0 0 0,1 0 0,-1 0 0,0 1 0,1-1 0,-1 1 0,1-1 0,-4 2 0,4-1-76,-1 1 1,1-1-1,-1 1 0,1 0 0,-1 0 1,1 0-1,0 0 0,0 0 1,0 0-1,0 1 0,0-1 0,1 1 1,-1-1-1,1 1 0,0 0 1,-1-1-1,1 1 0,1 0 0,-1 0 1,-1 3-1,0 7-6755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1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24575,'2'1'0,"-1"0"0,1-1 0,-1 1 0,0 0 0,0 0 0,1 0 0,-1 0 0,0 0 0,0 0 0,0 1 0,0-1 0,0 0 0,0 0 0,0 1 0,0-1 0,0 3 0,4 4 0,3 2 0,1 0 0,-1-1 0,2 1 0,13 10 0,-20-18 0,1 1 0,-1-1 0,1 0 0,-1 0 0,1 0 0,0 0 0,0 0 0,-1-1 0,1 0 0,0 0 0,1 0 0,-1 0 0,0 0 0,0-1 0,0 0 0,0 0 0,7-1 0,-9 1 0,0-1 0,0 1 0,0-1 0,0 0 0,0 0 0,0 0 0,0 0 0,0 0 0,0 0 0,-1-1 0,1 1 0,0-1 0,-1 1 0,1-1 0,-1 1 0,1-1 0,-1 0 0,0 0 0,0 0 0,0 1 0,0-1 0,0 0 0,1-4 0,0-2 0,-1 0 0,0 0 0,0-1 0,-1-14 0,1-4 0,-1 27 0,0-1 0,0 1 0,0 0 0,0 0 0,0-1 0,0 1 0,0 0 0,0 0 0,1-1 0,-1 1 0,0 0 0,0 0 0,0-1 0,0 1 0,0 0 0,0 0 0,1 0 0,-1-1 0,0 1 0,0 0 0,0 0 0,1 0 0,-1 0 0,0-1 0,0 1 0,1 0 0,-1 0 0,0 0 0,0 0 0,1 0 0,-1 0 0,0 0 0,0 0 0,1 0 0,-1 0 0,0 0 0,0 0 0,1 0 0,-1 0 0,0 0 0,0 0 0,1 0 0,-1 0 0,0 0 0,1 0 0,-1 0 0,0 0 0,0 0 0,0 0 0,1 1 0,-1-1 0,0 0 0,0 0 0,1 0 0,-1 1 0,15 10 0,-14-10 0,89 70 0,-37-30 0,-51-40 9,-1 0 1,0 0-1,0 0 0,0 0 0,1-1 1,-1 1-1,1 0 0,-1-1 0,0 1 0,1-1 1,-1 1-1,4 0 0,-5-2-54,1 1 0,0 0 0,-1 0 0,1-1 0,-1 1 0,1 0 0,-1 0 0,1-1 0,0 1 0,-1-1 0,0 1 0,1-1 0,-1 1 0,1 0 0,-1-1 0,1 0 0,-1 1 0,0-1 0,1 1 0,-1-1 0,0 1 0,0-1 0,0 0 0,1 1 0,-1-1 0,0 1 0,0-1 0,0 0 0,0 1 0,0-1 0,0 0 0,0 0 0,1-10-6781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27 185 24575,'32'20'0,"-32"-20"0,0 0 0,0 0 0,0 0 0,0-1 0,0 1 0,0 0 0,0 0 0,0 0 0,0 0 0,0 0 0,0 0 0,0 0 0,0 0 0,0 0 0,0 0 0,0 0 0,0 0 0,0 0 0,0 0 0,0 0 0,1 0 0,-1 0 0,0-1 0,0 1 0,0 0 0,0 0 0,0 0 0,0 0 0,0 0 0,0 0 0,0 0 0,0 0 0,0 0 0,0 0 0,0 0 0,0 0 0,0 0 0,1 0 0,-1 0 0,0 0 0,0 0 0,0 0 0,0 0 0,0 0 0,0 0 0,0 0 0,0 0 0,0 0 0,0 0 0,0 0 0,0 0 0,0 0 0,0 1 0,0-1 0,-5-9 0,-10-10 0,10 12 0,0 0 0,1 0 0,-1 0 0,1-1 0,1 1 0,-4-12 0,5 15 0,1-1 0,0 0 0,0 0 0,0 1 0,0-1 0,1 0 0,-1 0 0,1 0 0,1 0 0,-1 0 0,1 0 0,1-6 0,-1 9 5,-1-1-1,1 1 1,0-1 0,1 1-1,-1 0 1,0-1-1,1 1 1,-1 0 0,1 0-1,0 0 1,0 0 0,0 0-1,0 0 1,0 1-1,0-1 1,0 1 0,0-1-1,1 1 1,-1 0-1,1 0 1,-1 0 0,1 0-1,-1 0 1,1 1-1,5-2 1,-2 2-154,1 0 1,-1 1-1,1-1 1,-1 1-1,1 1 1,-1-1-1,0 1 1,1 0-1,7 4 1,-3-2-6678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24575,'12'24'0,"4"11"0,2 0 0,-2-5 0,-2-3 0,-2-6 0,-4-7 0,-4-10 0,-4-9 0,-2-7 0,-4-2 0,0 3-8191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4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24575,'7'0'0,"5"5"0,1 4 0,0 1 0,-2-2-8191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5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193 249 24575,'-17'-10'0,"-3"-3"0,-23-9 0,37 19 0,0 0 0,0 1 0,0 0 0,0 1 0,0-1 0,0 1 0,0 1 0,0-1 0,-7 1 0,11 0 0,0 0 0,0 1 0,0-1 0,0 0 0,0 1 0,0 0 0,0 0 0,0-1 0,0 1 0,0 0 0,1 0 0,-1 1 0,0-1 0,1 0 0,-1 1 0,1-1 0,-1 1 0,1-1 0,0 1 0,0-1 0,0 1 0,-1 0 0,2 0 0,-1 0 0,0-1 0,0 1 0,0 0 0,1 0 0,-1 0 0,1 0 0,0 0 0,0 3 0,-1 6 0,0 0 0,1 0 0,1 0 0,2 17 0,-2-23 0,0-1 0,0 1 0,0-1 0,0 1 0,1-1 0,0 0 0,0 0 0,0 0 0,0 0 0,1 0 0,-1 0 0,1-1 0,0 1 0,0-1 0,0 0 0,1 1 0,-1-2 0,1 1 0,0 0 0,6 3 0,-1-2 0,0-1 0,-1 0 0,1 0 0,1-1 0,-1 0 0,0 0 0,0-1 0,1 0 0,9-1 0,4-1 0,-1 0 0,0-1 0,0-2 0,35-9 0,-44 9 0,0-1 0,0 0 0,0-1 0,0 0 0,-1-1 0,0 0 0,-1-1 0,17-15 0,-26 21 0,0-1 0,0 1 0,-1-1 0,1 1 0,-1-1 0,1 1 0,-1-1 0,0 0 0,0 0 0,0 0 0,-1 0 0,1 1 0,-1-1 0,1 0 0,-1 0 0,0 0 0,0 0 0,0 0 0,-1 0 0,1 0 0,-2-5 0,-1-6 0,-2-1 0,-11-27 0,10 29 0,-1-5 0,1 1 0,-6-27 0,11 37 0,0-1 0,0 1 0,0-1 0,1 1 0,0-1 0,0 0 0,1 1 0,3-13 0,-1 12-1365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7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88 24575,'-46'-49'0,"41"44"0,0 0 0,-1 1 0,1 0 0,-1 0 0,0 0 0,-1 1 0,-8-4 0,11 6 0,0 1 0,0-1 0,0 1 0,0 0 0,-1 0 0,1 0 0,0 1 0,0-1 0,0 1 0,0 0 0,-8 3 0,-19 3 0,8-6 0,17-1 0,1 0 0,-1 0 0,0 1 0,1 0 0,0 0 0,-7 2 0,10-2 0,0 0 0,0 0 0,1 0 0,-1 0 0,0 0 0,1 1 0,-1-1 0,1 0 0,-1 1 0,1 0 0,-1-1 0,1 1 0,0 0 0,0-1 0,0 1 0,0 0 0,0 0 0,1 0 0,-1 0 0,0 4 0,-1-2 0,1 1 0,0 0 0,1 0 0,-1 0 0,1 0 0,0 0 0,1 0 0,-1 0 0,1 0 0,0 0 0,0 0 0,3 9 0,-1-8 0,0 1 0,1-1 0,0 0 0,0 0 0,0 0 0,0-1 0,1 1 0,6 4 0,7 5 0,2-1 0,-1 0 0,1-2 0,31 14 0,148 72 0,-193-95 0,9 4 0,18 14 0,-30-20 0,-1 1 0,1 0 0,-1 0 0,1 1 0,-1-1 0,0 0 0,1 1 0,-1-1 0,-1 1 0,1 0 0,0 0 0,-1 0 0,3 4 0,-4-5 0,0-1 0,0 0 0,0 0 0,0 1 0,0-1 0,0 0 0,0 0 0,0 1 0,-1-1 0,1 0 0,0 0 0,-1 1 0,1-1 0,-1 0 0,0 0 0,1 0 0,-1 0 0,0 0 0,1 0 0,-1 0 0,0 0 0,0 0 0,0 0 0,0-1 0,0 1 0,0 0 0,0 0 0,0-1 0,0 1 0,0-1 0,-1 1 0,1-1 0,0 0 0,-2 1 0,-4 1 0,1 0 0,-1-1 0,0 0 0,-13 1 0,8-1 0,1-1 0,-1 0 0,0-1 0,1 0 0,-1 0 0,1-2 0,-20-5 0,31 8 0,0 0 0,0 0 0,-1 0 0,1 0 0,0 0 0,0 0 0,0 0 0,-1 0 0,1-1 0,0 1 0,0 0 0,0 0 0,-1 0 0,1 0 0,0 0 0,0-1 0,0 1 0,0 0 0,-1 0 0,1 0 0,0 0 0,0-1 0,0 1 0,0 0 0,0 0 0,0 0 0,0-1 0,-1 1 0,1 0 0,0 0 0,0-1 0,0 1 0,0 0 0,0 0 0,0-1 0,0 1 0,0 0 0,0 0 0,0 0 0,1-1 0,-1 1 0,0 0 0,0 0 0,0-1 0,11-7 0,18-3 0,55-10 0,-44 12 0,47-18 0,-85 26 0,14-5 0,0 0 0,-1-2 0,23-14 0,-34 19 0,0 1 0,-1-1 0,1-1 0,-1 1 0,0 0 0,0-1 0,0 1 0,2-6 0,-4 7 0,0 0 0,0-1 0,0 1 0,0 0 0,0-1 0,-1 1 0,1 0 0,-1-1 0,0 1 0,0-1 0,0 1 0,0-1 0,0 1 0,0-1 0,-1 1 0,0-3 0,0 2 0,0 1 0,1 0 0,-2 0 0,1 0 0,0 0 0,0 0 0,0 0 0,-1 0 0,1 0 0,-1 0 0,0 1 0,0-1 0,1 1 0,-1-1 0,0 1 0,0 0 0,0 0 0,0-1 0,0 1 0,-1 1 0,1-1 0,0 0 0,0 0 0,-1 1 0,1 0 0,0-1 0,-1 1 0,1 0 0,-1 0 0,1 0 0,0 0 0,-1 1 0,1-1 0,0 1 0,0-1 0,-1 1 0,1 0 0,0 0 0,0 0 0,0 0 0,-4 3 0,3-1 0,0-1 0,0 2 0,0-1 0,1 0 0,-1 1 0,1-1 0,0 1 0,0-1 0,0 1 0,1 0 0,-1 0 0,1 0 0,0 0 0,0 0 0,0 0 0,1 0 0,-1 1 0,1 6 0,1-5 0,-1 0 0,1 0 0,0 0 0,1 0 0,-1 0 0,1-1 0,1 1 0,-1-1 0,1 1 0,0-1 0,0 0 0,6 8 0,4 2 0,0 0 0,16 14 0,-23-24 0,-1-1 0,1 0 0,1 0 0,-1 0 0,0-1 0,1 0 0,0 0 0,-1-1 0,10 3 0,-1-2 0,0-1 0,0 0 0,1-1 0,-1-1 0,1 0 0,-1-1 0,22-4 0,-33 4 0,-1 0 0,0 0 0,0-1 0,1 1 0,-1-1 0,0 0 0,0 0 0,-1 0 0,1 0 0,0-1 0,-1 1 0,1-1 0,-1 1 0,0-1 0,0 0 0,0 0 0,0 0 0,0 0 0,0 0 0,-1-1 0,0 1 0,0 0 0,0-1 0,0 1 0,1-7 0,0-5 0,-1-1 0,0 1 0,-2 0 0,-2-25 0,1 28 0,0 0 0,-6-17 0,-3-10 0,11 39 0,0-1 0,0 0 0,0 0 0,-1 1 0,1-1 0,0 0 0,1 0 0,-1 1 0,0-1 0,0 0 0,0 1 0,0-1 0,0 0 0,1 0 0,-1 1 0,0-1 0,1 1 0,-1-1 0,1 0 0,-1 1 0,0-1 0,1 1 0,0-2 0,0 1 0,1 1 0,-1-1 0,0 0 0,1 0 0,-1 1 0,1-1 0,-1 0 0,1 1 0,0 0 0,1-1 0,6 0 0,0 1 0,0-1 0,11 2 0,-11 0 0,109 9 0,-79-6 0,-29-4 0,1 1 0,-1 0 0,0 1 0,0-1 0,-1 2 0,1 0 0,0 0 0,10 5 0,-18-6 0,1 0 0,-1 0 0,0 0 0,0 0 0,0 0 0,0 1 0,-1-1 0,1 0 0,-1 1 0,1-1 0,-1 1 0,0 0 0,0 0 0,0-1 0,1 6 0,0 4 0,0 0 0,1 17 0,-3 26 0,-1-41 0,1 1 0,0-1 0,1 0 0,1 1 0,7 26 0,-8-41 0,-1-7 0,0-9 0,-7-17-237,-2 0 0,-21-52 0,25 70-417,-5-10-6172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7.4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24575,'5'-12'0,"1"-2"0,0 4 0,-1 6 0,-1 7 0,-2 4 0,-1 5 0,0-1-8191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8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1 290 24575,'2'1'0,"1"0"0,-1 0 0,0 0 0,1 0 0,-1 0 0,0 1 0,0-1 0,3 3 0,2 1 0,-2-2 0,1 1 0,0-1 0,0 0 0,0 0 0,0-1 0,1 1 0,-1-2 0,0 1 0,1-1 0,0 1 0,-1-2 0,1 1 0,0-1 0,-1 0 0,1-1 0,0 1 0,-1-1 0,1 0 0,10-4 0,-14 4 0,0-1 0,0 0 0,0 1 0,-1-1 0,1 0 0,0 0 0,-1-1 0,1 1 0,-1 0 0,0-1 0,0 0 0,2-2 0,-1-1 0,0 0 0,0 0 0,0 0 0,-1 0 0,3-11 0,-1-3 0,-2 0 0,2-40 0,-4 40 0,-4-27 0,3 39 0,0-1 0,-1 1 0,0 0 0,0 0 0,-8-16 0,10 23 0,-1 0 0,1 0 0,-1-1 0,0 1 0,1 0 0,-1 0 0,0 0 0,0 0 0,0 0 0,0 0 0,0 1 0,0-1 0,0 0 0,0 0 0,0 1 0,-1-1 0,1 0 0,0 1 0,0-1 0,-1 1 0,1 0 0,-2-1 0,1 1 0,0 0 0,0 1 0,0-1 0,0 0 0,0 1 0,0-1 0,0 1 0,0 0 0,0 0 0,0 0 0,1 0 0,-1 0 0,-2 1 0,-2 3 0,0 0 0,0 1 0,1-1 0,0 1 0,0 0 0,-7 11 0,3-1 0,1 0 0,0 1 0,2 0 0,-10 33 0,13-36 0,1-1 0,0 1 0,0-1 0,1 1 0,1 0 0,1-1 0,2 17 0,-3-25 0,1-1 0,1 0 0,-1 0 0,0 0 0,1-1 0,0 1 0,0 0 0,0-1 0,1 1 0,-1-1 0,5 6 0,-1-4 0,-1-1 0,1 1 0,-1-1 0,1 0 0,1 0 0,7 3 0,7 2 0,1-1 0,1-1 0,25 4 0,-45-10 0,29 5 0,1-1 0,0-2 0,0-1 0,61-4 0,-91 1-124,0 1 0,0 0 0,0-1 0,0 0 0,-1 1 0,1-1-1,0 0 1,-1-1 0,1 1 0,4-3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08.4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76 24575,'-4'-12'0,"2"7"0,1 0 0,-1 0 0,0 0 0,-1 0 0,1 0 0,-1 0 0,0 1 0,0-1 0,0 1 0,-1 0 0,-3-5 0,6 9 0,1 0 0,-1 0 0,1-1 0,0 1 0,-1 0 0,1 0 0,-1-1 0,1 1 0,0 0 0,-1 0 0,1 0 0,-1 0 0,1 0 0,-1 0 0,1 0 0,0 0 0,-1 0 0,1 0 0,-1 0 0,1 0 0,-1 0 0,1 0 0,-1 0 0,1 0 0,0 0 0,-1 1 0,1-1 0,-1 0 0,1 0 0,-1 1 0,0 0 0,0 0 0,0 0 0,0 1 0,0-1 0,0 0 0,0 0 0,0 1 0,1-1 0,-2 3 0,-6 30 0,7-23 0,0 0 0,1 0 0,0 0 0,0-1 0,2 1 0,-1 0 0,1 0 0,1-1 0,0 1 0,0-1 0,1 0 0,1 0 0,-1 0 0,2-1 0,-1 1 0,1-1 0,1 0 0,0-1 0,8 9 0,-9-12 0,-1 1 0,0-1 0,0 1 0,0 1 0,4 7 0,-8-13 0,0 1 0,0-1 0,-1 1 0,1-1 0,0 0 0,-1 1 0,0-1 0,1 1 0,-1-1 0,0 1 0,0 0 0,0-1 0,0 1 0,0-1 0,0 1 0,0-1 0,0 1 0,-1-1 0,1 1 0,-1-1 0,1 1 0,-1-1 0,1 1 0,-1-1 0,0 0 0,0 1 0,0-1 0,0 0 0,0 0 0,0 0 0,0 1 0,-2 0 0,-7 5 0,-1-1 0,0 0 0,0-1 0,-1 0 0,1 0 0,-1-2 0,-14 4 0,4-1 0,-79 20-1365,73-21-5461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6:1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1575 85 24575,'38'1'0,"-23"0"0,0-1 0,0 0 0,0-1 0,30-6 0,-40 4 0,-11 0 0,-12 1 0,-7 2 0,0 1 0,-29 5 0,-23 1 0,-396-6 0,242-2 0,168 1 0,-116 16 0,-118 23 0,285-38 0,-48 3 0,55-4 0,0 0 0,1 0 0,-1-1 0,1 0 0,-1 0 0,1 0 0,-1 0 0,1-1 0,0 0 0,-6-2 0,10 4 0,0-1 0,-1 1 0,1 0 0,0 0 0,-1 0 0,1 0 0,0 0 0,0 0 0,-1-1 0,1 1 0,0 0 0,0 0 0,-1 0 0,1-1 0,0 1 0,0 0 0,0 0 0,-1-1 0,1 1 0,0 0 0,0 0 0,0-1 0,0 1 0,0 0 0,0-1 0,-1 1 0,1 0 0,0-1 0,0 1 0,0 0 0,0 0 0,0-1 0,0 1 0,0 0 0,0-1 0,0 1 0,1 0 0,-1-1 0,0 1 0,0 0 0,0-1 0,0 1 0,0 0 0,0 0 0,1-1 0,-1 1 0,0 0 0,0 0 0,0-1 0,1 1 0,-1 0 0,0 0 0,0 0 0,1-1 0,-1 1 0,0 0 0,0 0 0,1 0 0,-1 0 0,0 0 0,1 0 0,-1-1 0,0 1 0,1 0 0,-1 0 0,0 0 0,0 0 0,1 0 0,28-6 0,-22 5 0,27-4 0,1 1 0,43 0 0,7 0 0,112-8 0,-109 7 0,428-15 0,-190 9 0,-310 10 0,6-1 0,-43 1 0,-1066 2 0,933-9 0,-9 1 0,114 6 0,-44 3 0,93-2 0,-1 0 0,0 0 0,0 0 0,0 0 0,0 0 0,0 0 0,1 0 0,-1 1 0,0-1 0,0 0 0,0 1 0,1-1 0,-1 0 0,0 1 0,0-1 0,1 1 0,-1-1 0,0 2 0,3 1 0,9 0 0,4-2 0,1-1 0,-1 0 0,1-1 0,15-4 0,23-1 0,277 3 0,-186 4 0,113 7 0,-19-1 0,-147-6 0,255-3 0,-333 2-108,9-1 229,26-3 0,-43 3-258,-1 0 1,0 0 0,1-1 0,-1 1-1,0-1 1,0 0 0,0 0 0,0-1-1,-1 0 1,8-4 0,-3-3-6690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18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1 362 24575,'3'-1'0,"1"0"0,-1 1 0,0-1 0,1-1 0,-1 1 0,0 0 0,5-4 0,11-3 0,186-43 0,-187 48 0,6-1 0,0-1 0,27-10 0,-44 13 0,-1-1 0,1 0 0,-1 0 0,0-1 0,0 0 0,0 0 0,0 0 0,-1-1 0,1 1 0,-1-1 0,0-1 0,4-5 0,-7 7 0,0 0 0,0 0 0,-1 0 0,1 0 0,-1 0 0,0 0 0,-1 0 0,1 0 0,0 0 0,-1-7 0,-3-42 0,2 48 0,0-1 0,0 1 0,-1 0 0,0 0 0,0 0 0,0 0 0,0 0 0,-1 1 0,0-1 0,0 1 0,0-1 0,0 1 0,-8-7 0,8 8 0,0 1 0,0-1 0,0 1 0,-1-1 0,1 1 0,0 0 0,-1 1 0,0-1 0,1 0 0,-1 1 0,0 0 0,0 0 0,0 0 0,0 1 0,0-1 0,0 1 0,0 0 0,0 0 0,-4 0 0,-14 6 0,1 0 0,-1 2 0,-38 18 0,55-23 0,-2 0 0,0 1 0,0-1 0,0 1 0,1 1 0,-1-1 0,1 1 0,0 1 0,1-1 0,-1 1 0,1 0 0,0 0 0,1 0 0,0 1 0,0-1 0,-6 14 0,6-10 0,0 0 0,1 0 0,0 1 0,1-1 0,0 1 0,1 0 0,0-1 0,1 22 0,0-14 0,1 1 0,1-1 0,1 0 0,1 0 0,6 21 0,-8-33 0,0 1 0,1-1 0,-1 0 0,1 0 0,1-1 0,-1 1 0,1-1 0,0 1 0,0-1 0,1-1 0,-1 1 0,1 0 0,0-1 0,0 0 0,1 0 0,-1-1 0,12 6 0,-4-4 0,1-1 0,0 0 0,0-1 0,0-1 0,25 1 0,72-5 0,-93 0 40,0 0 0,33-8 0,-45 8-146,-1 0 0,1 1 0,-1-2 0,0 1 0,0 0 0,0-1-1,0 0 1,0 0 0,-1-1 0,1 1 0,-1-1 0,0 0 0,4-6 0,-1 0-6720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19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0 24575,'-39'5'0,"-8"-1"0,0 2 0,-83 23 0,100-19-682,-38 6-1,55-14-6143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 24575,'-2'-14'0,"4"13"0,2 9 0,218 543 0,-219-542 0,1 0 0,-1 0 0,-1 0 0,0 1 0,2 13 0,-4-21 0,0 0 0,0 1 0,0-1 0,-1 0 0,1 0 0,0-1 0,-1 1 0,1 0 0,-1 0 0,0 0 0,1 0 0,-1 0 0,0 0 0,0-1 0,0 1 0,-1 0 0,1-1 0,0 1 0,-1-1 0,1 1 0,-1-1 0,1 0 0,-1 0 0,1 1 0,-1-1 0,0 0 0,0 0 0,1-1 0,-1 1 0,0 0 0,0-1 0,-3 1 0,-3 1 0,0-1 0,0 0 0,0-1 0,0 0 0,0-1 0,0 1 0,0-1 0,1-1 0,-1 1 0,0-2 0,1 1 0,-1-1 0,1 0 0,0 0 0,0-1 0,0 0 0,0 0 0,-6-6 0,7 6 0,0-1 0,1 1 0,0-1 0,0 0 0,0-1 0,0 1 0,1-1 0,0 0 0,1 0 0,-1 0 0,1 0 0,0-1 0,0 1 0,1-1 0,0 0 0,0 0 0,1 0 0,0 0 0,0 0 0,0-9 0,2 13 0,-1 0 0,1 1 0,0-1 0,0 1 0,0-1 0,0 1 0,0-1 0,0 1 0,1 0 0,-1 0 0,1 0 0,0 0 0,0 0 0,0 0 0,-1 0 0,2 0 0,-1 1 0,0-1 0,5-2 0,5-3 0,1 1 0,20-7 0,-20 8 0,39-19-1365,-37 17-5461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0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24575,'2'-10'0,"2"0"0,-1 3 0,2 6 0,0 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1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46 24575,'-1'-6'0,"1"3"0,-1 0 0,1 1 0,-1-1 0,1 1 0,-1-1 0,0 1 0,0-1 0,0 1 0,0-1 0,0 1 0,-1 0 0,1 0 0,-4-4 0,5 5 0,-1 1 0,1 0 0,-1 0 0,1 0 0,-1 0 0,0 0 0,1 0 0,-1 0 0,1-1 0,-1 1 0,1 1 0,-1-1 0,1 0 0,-1 0 0,1 0 0,-1 0 0,1 0 0,-1 0 0,1 1 0,-1-1 0,1 0 0,-1 0 0,1 1 0,-1-1 0,1 0 0,0 1 0,-1-1 0,1 0 0,-1 1 0,-11 12 0,12-12 0,-12 16 0,0 1 0,2 0 0,-12 26 0,-17 62 0,31-82 0,1 0 0,2 1 0,0-1 0,2 1 0,0 0 0,2 0 0,1 0 0,1 0 0,1 0 0,1-1 0,13 50 0,-10-51 0,1-1 0,1 1 0,2-1 0,0 0 0,1-1 0,1 0 0,1-1 0,0-1 0,32 34 0,-37-44 40,1 0 0,19 13 0,-24-20-175,0 1 0,0-1 0,1 0 0,-1 0 0,1-1 0,-1 1 0,1-1 0,0 0 0,-1 0 0,8 0 0,0 0-6691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32 138 24575,'-1'0'0,"-1"0"0,1 0 0,0 0 0,-1 0 0,1 0 0,0 0 0,-1 1 0,1-1 0,-1 0 0,1 1 0,0-1 0,0 1 0,-1 0 0,1-1 0,0 1 0,0 0 0,0 0 0,0-1 0,-2 3 0,2-2 0,0 1 0,1-1 0,-1 0 0,1 0 0,-1 1 0,1-1 0,0 0 0,0 1 0,-1-1 0,1 1 0,0-1 0,0 0 0,0 1 0,0-1 0,0 0 0,1 3 0,1 2 0,-1-1 0,2 1 0,-1 0 0,0-1 0,1 1 0,0-1 0,7 9 0,-2-4 0,1 0 0,0-1 0,1 1 0,0-2 0,0 0 0,1 0 0,0-1 0,0 0 0,1-1 0,0 0 0,0-1 0,1 0 0,-1-1 0,1 0 0,0-1 0,0-1 0,0 0 0,0 0 0,0-2 0,25-1 0,-36 1 0,1 0 0,0-1 0,-1 1 0,1-1 0,0 0 0,-1 0 0,1 0 0,-1 0 0,0 0 0,1 0 0,-1-1 0,0 1 0,0-1 0,0 0 0,0 0 0,0 0 0,0 0 0,0 0 0,-1 0 0,1 0 0,-1 0 0,2-4 0,-1 2 0,-1 0 0,1 0 0,-1 0 0,0 0 0,0 0 0,-1 0 0,1 0 0,-1-1 0,0 1 0,0 0 0,-1 0 0,1-1 0,-2-4 0,2 9 0,0 0 0,0 0 0,0-1 0,0 1 0,0 0 0,0 0 0,0 0 0,0 0 0,-1 0 0,1 0 0,0 0 0,0-1 0,0 1 0,0 0 0,0 0 0,0 0 0,0 0 0,0 0 0,0 0 0,1 0 0,-1-1 0,0 1 0,0 0 0,0 0 0,0 0 0,0 0 0,0 0 0,0 0 0,0 0 0,0 0 0,0-1 0,0 1 0,0 0 0,0 0 0,0 0 0,1 0 0,-1 0 0,0 0 0,0 0 0,0 0 0,0 0 0,0 0 0,0 0 0,0 0 0,0 0 0,1 0 0,-1 0 0,8 3 0,14 12 0,-13-8 0,0-2 0,1 0 0,-1-1 0,1 0 0,0 0 0,1-1 0,-1 0 0,0-1 0,13 1 0,2-1 0,0-1 0,34-4 0,-51 3 0,-1-1 0,1 0 0,-1-1 0,1 0 0,-1 0 0,8-3 0,-13 4 0,1 0 0,-1-1 0,0 1 0,0 0 0,0-1 0,0 1 0,0-1 0,0 0 0,0 1 0,-1-1 0,1 0 0,0 0 0,-1 0 0,0 0 0,1-1 0,-1 1 0,0 0 0,0-1 0,0 1 0,-1 0 0,2-5 0,-2-1 7,1 1 0,-1-1-1,0 1 1,-1-1 0,0 1-1,0 0 1,-1-1-1,0 1 1,0 0 0,-1 0-1,1 0 1,-2 0 0,1 0-1,-1 1 1,0 0 0,0-1-1,-8-8 1,-3 0-255,0 0 1,0 1-1,-1 1 1,-1 0-1,-19-11 1,21 15-6579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3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24575,'0'-1'0,"0"1"0,0 0 0,0 0 0,0 0 0,0 0 0,-1 0 0,1-1 0,0 1 0,0 0 0,0 0 0,0 0 0,-1 0 0,1 0 0,0 0 0,0 0 0,0-1 0,-1 1 0,1 0 0,0 0 0,0 0 0,0 0 0,-1 0 0,1 0 0,0 0 0,0 0 0,-1 0 0,1 0 0,0 0 0,0 0 0,0 0 0,-1 1 0,1-1 0,0 0 0,0 0 0,-1 0 0,-3 8 0,2 14 0,3-10 0,0 1 0,1 0 0,1 0 0,0-1 0,7 16 0,29 62 0,-27-64 0,4 7 0,-9-22 0,-1 1 0,0 0 0,-1 1 0,-1 0 0,0 0 0,4 20 0,-9-23-1365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 24575,'-27'2'0,"-11"4"0,-2 0 0,3 0 0,6 1 0,6-1 0,4 1 0,6 0-8191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4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4 158 24575,'-1'-6'0,"0"-1"0,0 1 0,1 0 0,0-1 0,0 1 0,0 0 0,1-1 0,0 1 0,0 0 0,2-7 0,-2 10 0,1-1 0,-1 1 0,1 0 0,-1 0 0,1 0 0,0 1 0,0-1 0,0 0 0,1 1 0,-1-1 0,1 1 0,-1 0 0,1 0 0,0 0 0,-1 0 0,1 0 0,0 0 0,1 1 0,-1 0 0,4-2 0,31-8 0,45-7 0,-81 17 0,1 1 0,0-1 0,0 1 0,-1 0 0,1 0 0,0 0 0,-1 1 0,1-1 0,0 1 0,-1-1 0,1 1 0,0 0 0,-1 0 0,1 0 0,-1 0 0,0 0 0,4 3 0,-3-2 0,-1 1 0,0-1 0,1 1 0,-1-1 0,0 1 0,0 0 0,-1 0 0,1 0 0,0 0 0,-1 1 0,2 5 0,0 6 0,0 0 0,-1 0 0,-1 0 0,-1 28 0,0-18 0,-2 0 0,0-1 0,-2 0 0,0 1 0,-2-2 0,0 1 0,-2 0 0,-1-1 0,-12 24 0,17-42 0,0 1 0,0-1 0,-1 0 0,0 0 0,0 0 0,0 0 0,0-1 0,-7 4 0,-4 5 0,16-13 0,-1 0 0,1 0 0,0 0 0,0 1 0,0-1 0,-1 0 0,1 0 0,0 0 0,0 0 0,0 0 0,-1 1 0,1-1 0,0 0 0,0 0 0,0 0 0,0 0 0,0 1 0,0-1 0,0 0 0,-1 0 0,1 1 0,0-1 0,0 0 0,0 0 0,0 0 0,0 1 0,0-1 0,0 0 0,0 0 0,0 1 0,0-1 0,0 0 0,0 0 0,0 0 0,0 1 0,1-1 0,8 3 0,18-2 0,-24-1 0,20-1 0,27-6 0,16 0 0,-51 6 60,22-4 0,-32 4-209,-1 1 1,0-2-1,1 1 1,-1 0-1,0-1 1,0 0-1,0 0 1,-1 0-1,8-5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24575,'3'5'0,"1"0"0,-1 0 0,0 0 0,-1 1 0,1-1 0,1 7 0,3 4 0,2 2-136,2-1-1,0 0 1,1 0-1,1-1 1,0-1-1,1 0 1,1-1-1,0-1 0,22 16 1,-27-22-6690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24575,'17'27'0,"8"12"0,3 1 0,-2-4 0,-2-5 0,-6-6 0,-3-6 0,-4-5 0,-1-5 0,-3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5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57 24575,'-31'-8'0,"-14"-4"0,-4-1 0,2 3 0,6 2 0,5 3 0,4 4 0,5 3 0,2 4 0,3 0 0,3 2 0,2-1 0,4-1-8191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6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24575,'11'-2'0,"1"-1"0,0 2 0,0-1 0,0 2 0,0 0 0,0 0 0,-1 1 0,1 0 0,0 1 0,0 1 0,-1-1 0,1 2 0,-1 0 0,0 0 0,0 1 0,0 1 0,-1-1 0,0 2 0,0-1 0,13 13 0,-1 1 0,0 2 0,-2 0 0,0 2 0,18 28 0,57 109 0,-75-120 0,-1 0 0,-1 1 0,10 45 0,-20-58 0,-1 0 0,-2 0 0,-1 1 0,-2-1 0,-1 50 0,-1-73 0,-1-1 0,0 1 0,0-1 0,0 1 0,-1-1 0,0 0 0,0 1 0,0-1 0,-1 0 0,1 0 0,-1 0 0,0-1 0,-5 6 0,5-7 0,0 1 0,-1-1 0,1 0 0,-1-1 0,0 1 0,0-1 0,0 1 0,0-1 0,0 0 0,-1-1 0,1 1 0,0-1 0,-1 0 0,1 0 0,-1 0 0,-5 0 0,-43-1-1365,39 0-5461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27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24575,'1'0'0,"-1"0"0,0 0 0,0 0 0,0 0 0,0-1 0,0 1 0,1 0 0,-1 0 0,0 0 0,0 0 0,0 0 0,1 0 0,-1 0 0,0 0 0,0 0 0,0 0 0,1 0 0,-1 0 0,0 0 0,0 0 0,0 0 0,1 0 0,-1 0 0,0 0 0,0 0 0,0 0 0,0 0 0,1 0 0,-1 0 0,0 0 0,0 0 0,0 0 0,1 0 0,-1 1 0,0-1 0,0 0 0,0 0 0,7 10 0,2 17 0,-8-23 0,0-2 0,8 29 0,1-1 0,2-1 0,23 44 0,-34-72 0,-1 0 0,1 0 0,-1 0 0,1 0 0,-1 0 0,1-1 0,0 1 0,0 0 0,-1 0 0,1-1 0,0 1 0,0 0 0,0-1 0,0 1 0,1 0 0,-1-1 0,-1 0 0,0 0 0,1 0 0,-1 0 0,0 0 0,1 0 0,-1 0 0,0 0 0,1-1 0,-1 1 0,0 0 0,1 0 0,-1 0 0,0-1 0,1 1 0,-1 0 0,0 0 0,0-1 0,1 1 0,-1 0 0,0 0 0,0-1 0,0 1 0,0 0 0,1-1 0,-1 1 0,0 0 0,0-1 0,0 0 0,2-3 0,-1-1 0,0 0 0,-1 0 0,1 1 0,-1-8 0,1-8 0,0 0 0,1 1 0,1-1 0,6-19 0,-9 37 0,1 0 0,-1 0 0,1-1 0,0 1 0,0 0 0,0 0 0,0 0 0,1 0 0,-1 0 0,0 1 0,1-1 0,0 0 0,-1 0 0,1 1 0,0-1 0,0 1 0,-1 0 0,1-1 0,0 1 0,1 0 0,-1 0 0,3-1 0,-1 2 0,0-1 0,1 1 0,-1-1 0,0 1 0,1 1 0,-1-1 0,0 0 0,0 1 0,0 0 0,1 0 0,4 2 0,116 51 0,-85-36 0,-30-13 0,6 1 0,-1 2 0,0 0 0,0 0 0,26 21 0,-40-28-97,0 0-1,0 0 1,0 0-1,0 0 1,0 0-1,0 1 1,-1-1-1,1 0 1,0 0-1,-1 1 1,1-1-1,0 1 0,-1 1 1,1 6-6729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0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1 24575,'0'1'0,"0"0"0,-1 0 0,1-1 0,-1 1 0,1 0 0,-1 0 0,1 0 0,-1 0 0,1 0 0,-1 0 0,0-1 0,0 1 0,1 0 0,-1-1 0,0 1 0,0 0 0,0-1 0,0 1 0,0-1 0,1 1 0,-1-1 0,-2 1 0,-21 7 0,1-5 0,0 0 0,0-2 0,-42-3 0,11 0 0,27 1-612,-48-9 0,73 10 471,-10-2-6685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1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13 24575,'-27'-2'0,"-12"-1"0,-1-1 0,4 2 0,5 0 0,6 3 0,4 2 0,4 0 0,1 2 0,2 0 0,1-1 0,0 0 0,-1 0 0,1 1 0,-1-2 0,2 0-8191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6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76 231 24575,'0'0'0,"0"0"0,-1 0 0,1 1 0,0-1 0,0 0 0,0 0 0,0 0 0,-1 0 0,1 1 0,0-1 0,0 0 0,0 0 0,0 0 0,0 1 0,0-1 0,0 0 0,-1 0 0,1 0 0,0 1 0,0-1 0,0 0 0,0 0 0,0 1 0,0-1 0,0 0 0,0 0 0,0 0 0,0 1 0,0-1 0,1 0 0,-1 0 0,0 1 0,0-1 0,8 4 0,11-3 0,-9-4 0,-1-1 0,1 0 0,-1 0 0,0-1 0,0 0 0,0 0 0,9-8 0,-5 3 0,26-13 0,-38 23 0,7-3 0,-1-1 0,1 0 0,-1 0 0,0-1 0,12-9 0,-18 12 0,1 1 0,-1-1 0,0 1 0,1-1 0,-1 0 0,0 1 0,0-1 0,0 0 0,0 0 0,-1 0 0,1 0 0,-1 0 0,1 0 0,-1 0 0,1 0 0,-1 0 0,0 0 0,0 0 0,0 0 0,0 0 0,0 0 0,-1 0 0,1 0 0,-1 0 0,1 0 0,-1 0 0,0 0 0,0 0 0,1 0 0,-3-1 0,0-2 0,0-1 0,-1 1 0,1 0 0,-1 1 0,-1-1 0,1 1 0,-1 0 0,1 0 0,-1 0 0,0 1 0,-1-1 0,1 1 0,0 1 0,-1-1 0,0 1 0,1 0 0,-1 0 0,0 0 0,0 1 0,0 0 0,0 0 0,-1 1 0,1 0 0,0 0 0,0 0 0,0 0 0,-8 3 0,-12 3 0,11-3 0,0 0 0,0 2 0,-23 9 0,35-12 0,1 0 0,-1-1 0,1 1 0,0 0 0,-1 1 0,1-1 0,0 0 0,0 0 0,0 1 0,1 0 0,-1-1 0,1 1 0,-1 0 0,1-1 0,0 1 0,0 0 0,0 0 0,0 0 0,1 0 0,-1 3 0,0 9 0,0-1 0,1 1 0,1 15 0,0-6 0,-1-13 0,1-1 0,0 0 0,0 1 0,1-1 0,4 14 0,-5-20 0,1 0 0,0 1 0,0-1 0,1 0 0,-1 0 0,1 0 0,0-1 0,0 1 0,0-1 0,1 1 0,-1-1 0,1 0 0,0-1 0,5 4 0,7 3 0,0-1 0,0-1 0,1 0 0,1-2 0,-1 1 0,22 2 0,109 9 0,-136-16 24,0-1 0,0 0 0,0-1 0,24-4 0,-33 5-89,1-1 1,-1 0-1,0 0 1,0 0-1,0 0 1,0-1-1,0 1 0,0-1 1,0 0-1,0 0 1,-1 0-1,1 0 1,-1 0-1,1 0 0,-1-1 1,0 1-1,0-1 1,0 0-1,0 1 1,0-1-1,-1 0 1,3-5-1,-1-5-6761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7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0 24575,'-30'0'0,"-11"0"0,-5 0 0,4 0 0,4 0 0,5 0 0,5 0 0,3 0 0,5 0 0,2 0 0,2 0 0,2 3 0,0 0 0,0 0 0,1 0 0,1-1-8191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24575,'5'33'0,"3"0"0,0 0 0,2-1 0,2 0 0,1-1 0,1 0 0,2-1 0,32 48 0,80 77 0,-100-123 0,-26-28 0,1-1 0,0 1 0,-1 0 0,1 0 0,1 4 0,-4-8 0,0 1 0,1-1 0,-1 1 0,0-1 0,0 1 0,0 0 0,0-1 0,0 1 0,0-1 0,0 1 0,0-1 0,0 1 0,0-1 0,0 1 0,0 0 0,0-1 0,0 1 0,0-1 0,0 1 0,-1 0 0,1-1 0,-1 1 0,0-1 0,1 0 0,-1 1 0,1-1 0,-1 0 0,0 1 0,1-1 0,-1 0 0,1 0 0,-1 1 0,0-1 0,1 0 0,-1 0 0,0 0 0,0 0 0,1 0 0,-1 0 0,0 0 0,1 0 0,-2-1 0,-7 0 0,0-1 0,0-1 0,0 1 0,-16-8 0,-33-20 0,50 26 0,-4-2 0,0-2 0,0 0 0,-17-15 0,25 19 0,0 0 0,0 0 0,0 0 0,0-1 0,1 0 0,0 1 0,0-1 0,0 0 0,0-1 0,1 1 0,-3-9 0,4 11 5,1 1 0,0-1 0,0 0 0,0 1 0,0-1 0,0 0 0,0 1 0,1-1 0,-1 1 0,1-1 0,0 1 0,0-1 0,0 1 0,0-1 0,0 1 0,0 0 0,1-1 0,-1 1 0,1 0 0,0 0 0,-1 0 0,1 0 0,3-2 0,3-2-302,0 0 0,1 0 0,-1 1 0,16-7 0,-9 5-6529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8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63 24575,'-3'-15'0,"3"-5"0,0 4 0,0 4-8191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0 122 24575,'11'26'0,"1"-1"0,1-1 0,2 0 0,0-1 0,1 0 0,1-2 0,1 0 0,24 21 0,-35-36 0,-1 0 0,2-1 0,-1 0 0,0-1 0,1 1 0,13 4 0,-19-8 0,0 0 0,0-1 0,0 1 0,0-1 0,-1 1 0,1-1 0,0 0 0,0 0 0,0 0 0,0 0 0,0 0 0,0 0 0,0-1 0,0 1 0,0-1 0,0 1 0,-1-1 0,1 0 0,0 0 0,0 1 0,-1-1 0,1 0 0,0-1 0,-1 1 0,1 0 0,-1 0 0,0-1 0,1 1 0,-1-1 0,0 1 0,0-1 0,0 1 0,0-1 0,0 0 0,0 0 0,0-1 0,2-4 0,-2 1 0,1-1 0,-1 0 0,0 0 0,0 0 0,-1 0 0,0 1 0,-2-15 0,2-17 0,0 37 0,0 0 0,0 0 0,0 0 0,0 0 0,1 0 0,-1-1 0,0 1 0,1 0 0,-1 0 0,1 0 0,-1 0 0,1 0 0,-1 0 0,1 0 0,0 1 0,0-1 0,-1 0 0,1 0 0,0 0 0,0 1 0,0-1 0,0 0 0,0 1 0,0-1 0,0 1 0,0-1 0,0 1 0,0 0 0,0-1 0,0 1 0,0 0 0,0 0 0,1 0 0,-1 0 0,0 0 0,0 0 0,0 0 0,2 0 0,6 1 0,0 0 0,0 1 0,0 0 0,9 4 0,1-1 0,-4-1 0,0-2 0,-1 0 0,1-1 0,18-1 0,-28 0 0,0-1 0,0 1 0,0-1 0,0-1 0,-1 1 0,1-1 0,6-2 0,-9 2 0,0 1 0,0 0 0,1-1 0,-1 1 0,0-1 0,-1 0 0,1 0 0,0 0 0,0 0 0,-1 0 0,1 0 0,-1 0 0,0-1 0,2-3 0,-1 2 0,-1 0 0,-1 0 0,1 0 0,-1 0 0,1-1 0,-1 1 0,-1 0 0,1 0 0,0 0 0,-1 0 0,0 0 0,0 0 0,0 0 0,0 0 0,-1 0 0,-3-6 0,-2-4 0,-1 1 0,-1 1 0,-11-15 0,12 19-195,0-1 0,0 1 0,-1 1 0,0-1 0,0 2 0,-14-9 0,10 8-6631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8:59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24575,'0'0'0,"0"0"0,0 0 0,0 0 0,0-1 0,0 1 0,0 0 0,0 0 0,0 0 0,0-1 0,0 1 0,0 0 0,0 0 0,0 0 0,1-1 0,-1 1 0,0 0 0,0 0 0,0 0 0,0-1 0,0 1 0,0 0 0,1 0 0,-1 0 0,0 0 0,0-1 0,0 1 0,0 0 0,1 0 0,-1 0 0,0 0 0,0 0 0,0 0 0,1 0 0,-1 0 0,0 0 0,0-1 0,0 1 0,1 0 0,9 4 0,9 8 0,71 69 0,-86-78 0,-1 0 0,-1-1 0,1 0 0,0 0 0,0 0 0,0 0 0,4 1 0,-6-3 0,0 0 0,0 1 0,0-1 0,0 0 0,-1 0 0,1 0 0,0 0 0,0 0 0,0 0 0,0 0 0,-1 0 0,1-1 0,0 1 0,0 0 0,0 0 0,0-1 0,-1 1 0,1-1 0,0 1 0,0 0 0,-1-1 0,1 1 0,0-1 0,-1 0 0,1 1 0,-1-1 0,1 1 0,-1-1 0,1 0 0,-1 0 0,1-1 0,2-4 0,0-1 0,-1 0 0,0 0 0,0 0 0,0 0 0,-1 0 0,0 0 0,-1-1 0,0 1 0,-1-11 0,1 6 0,0 0 0,4-20 0,-3 25 0,1 0 0,0 0 0,0 0 0,1 0 0,0 0 0,0 1 0,0-1 0,8-10 0,-9 14 0,1 1 0,-1-1 0,1 1 0,0 0 0,-1 0 0,1 0 0,0 0 0,0 0 0,1 0 0,-1 1 0,0 0 0,0-1 0,1 1 0,-1 0 0,1 1 0,-1-1 0,1 1 0,-1-1 0,1 1 0,3 0 0,5 1 0,-1 1 0,0 0 0,0 0 0,0 1 0,-1 0 0,1 1 0,14 7 0,2 4 0,37 25 0,-58-36 15,-1 1 0,1 0 0,-1 0 0,0 0 0,0 0 0,-1 1 0,8 11 0,-10-13-108,0-1 0,0 1 1,-1 0-1,1-1 0,-1 1 0,0 0 0,0 0 0,0 0 1,0 0-1,-1 0 0,0 0 0,1 0 0,-2 0 1,1 0-1,-1 6 0,-2-1-6733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0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0 258 24575,'170'-70'0,"-163"66"0,1 0 0,-1-1 0,0 0 0,0-1 0,0 1 0,0-1 0,-1-1 0,0 1 0,8-13 0,-12 16 0,0-1 0,0 1 0,0-1 0,-1 0 0,1 1 0,-1-1 0,0 0 0,0 0 0,0 0 0,0-5 0,-1 6 0,0 0 0,-1 1 0,1-1 0,0 0 0,-1 0 0,0 0 0,0 1 0,0-1 0,0 0 0,0 1 0,0-1 0,-1 1 0,1-1 0,-1 1 0,-3-4 0,2 3 0,0 0 0,0 1 0,0-1 0,0 1 0,0 0 0,-1 0 0,1 0 0,-1 0 0,1 1 0,-1-1 0,0 1 0,0 0 0,0 0 0,1 0 0,-1 1 0,0-1 0,0 1 0,-4 0 0,3 1 0,0-1 0,0 1 0,0 0 0,0 0 0,0 0 0,0 0 0,0 1 0,1 0 0,-1 0 0,1 1 0,-1-1 0,1 1 0,-6 5 0,4-3 0,1 1 0,0-1 0,0 2 0,0-1 0,1 0 0,0 1 0,0 0 0,0 0 0,1 0 0,0 0 0,-3 16 0,3-13 0,2 1 0,-1-1 0,1 1 0,1 0 0,0-1 0,1 1 0,0 0 0,3 13 0,-3-18 0,1 0 0,0 0 0,0 0 0,1-1 0,0 1 0,0-1 0,0 1 0,0-1 0,1 0 0,0 0 0,0 0 0,1-1 0,-1 0 0,1 0 0,0 0 0,0 0 0,0 0 0,0-1 0,1 0 0,0-1 0,7 4 0,11 2 0,0-1 0,0-1 0,50 5 0,-52-9 0,-5 1-195,1-2 0,-1 0 0,0-1 0,1-1 0,-1 0 0,21-5 0,-26 3-6631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1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41 24575,'-29'-7'0,"-13"-3"0,-4 0 0,4 3 0,6 2 0,7 4 0,6 5 0,5 1 0,2 3 0,4 0-8191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1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24575,'-1'1'0,"0"0"0,0 1 0,1-1 0,-1 0 0,0 1 0,1-1 0,-1 0 0,1 1 0,0-1 0,-1 1 0,1-1 0,0 1 0,0-1 0,0 1 0,0-1 0,0 1 0,0-1 0,0 1 0,0-1 0,2 3 0,10 31 0,-9-28 0,24 49 0,2-1 0,40 56 0,-17-29 0,-45-72 0,-1-1 0,-1 2 0,0-1 0,0 1 0,-1-1 0,0 1 0,3 17 0,-6-27 0,-1 1 0,0-1 0,0 1 0,0-1 0,0 1 0,0-1 0,-1 0 0,1 1 0,0-1 0,-1 1 0,1-1 0,-1 0 0,1 1 0,-1-1 0,1 0 0,-1 1 0,0-1 0,0 0 0,0 0 0,0 0 0,0 0 0,-1 1 0,0 0 0,0-1 0,-1 1 0,1-1 0,-1 0 0,1 0 0,-1-1 0,1 1 0,-1 0 0,1-1 0,-1 1 0,-3-1 0,-6 0 0,0 0 0,1-1 0,-1-1 0,-14-3 0,14 2 0,-1 0 0,1-2 0,0 1 0,-22-13 0,28 13 0,0 1 0,0-1 0,0-1 0,1 1 0,-1-1 0,1 0 0,0 0 0,1-1 0,-1 1 0,-4-10 0,7 13 4,1-1 0,0 1 0,0-1 0,1 0 0,-1 1 0,1-1 0,-1 0 0,1 1 0,0-1 0,0 0 0,0 1 0,0-1 0,0 0 0,1 0 0,-1 1 0,1-1 0,0 1 0,-1-1 0,1 1 0,1-1 0,-1 1 0,0-1 0,0 1 0,1 0 0,0-1 0,-1 1 0,1 0 0,0 0 0,3-2 0,2-3-216,1 1 0,0 0 0,0 0-1,1 1 1,-1 0 0,18-6 0,-13 6-6614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24575,'0'-7'0,"0"-1"0,0 5 0,0 4 0,0 5 0,0 4 0,0 0-8191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2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24575,'21'-15'0,"-1"0"0,0 1 0,26-13 0,-40 24 0,1 0 0,0 0 0,0 1 0,-1 0 0,1 0 0,1 0 0,-1 1 0,0 0 0,0 1 0,0-1 0,15 3 0,-21-2 0,1 0 0,0 1 0,0-1 0,0 1 0,-1-1 0,1 1 0,0 0 0,-1 0 0,1 0 0,0 0 0,-1 0 0,0 0 0,1 0 0,-1 0 0,1 1 0,-1-1 0,0 0 0,2 4 0,-1-2 0,-1 0 0,1 0 0,-1 0 0,0 1 0,0-1 0,0 1 0,-1-1 0,1 1 0,-1 4 0,0 3 0,0 1 0,-2-1 0,1 0 0,-1 0 0,-4 13 0,-60 150 0,64-170 0,0 2 0,0-1 0,1 0 0,-1 1 0,1-1 0,0 12 0,1-16 0,0 1 0,0-1 0,0 1 0,0-1 0,0 1 0,1-1 0,-1 1 0,0-1 0,1 1 0,-1-1 0,2 3 0,-1-3 0,-1-1 0,1 1 0,0-1 0,-1 1 0,1-1 0,-1 1 0,1-1 0,0 1 0,0-1 0,-1 0 0,1 1 0,0-1 0,-1 0 0,1 1 0,0-1 0,0 0 0,0 0 0,-1 0 0,1 0 0,0 0 0,0 0 0,0 0 0,1 0 0,13-2 0,28-9 0,7 0 0,-22 5-1365,-16 3-5461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24575,'5'5'0,"4"4"0,3 0 0,2 2 0,1 0 0,0 2 0,0 1 0,1 0 0,-1 0 0,0 1 0,-1 0 0,1-1 0,-1 1 0,1-3 0,-3-1 0,-1-2 0,0-3 0,-2-2-8191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24575,'7'10'0,"3"6"0,1 2 0,3 1 0,0-1 0,1 0 0,-1-2 0,1 0 0,0-1 0,0 0 0,0-1 0,-1 0 0,1 1 0,-3-4-8191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45 24575,'-27'-7'0,"-14"-3"0,-2 1 0,1 1 0,3 3 0,3 1 0,5 3 0,3 2 0,2 3 0,-1 2 0,3 0 0,5-1-8191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04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1 113 24575,'40'45'0,"-29"-31"0,0 0 0,1-2 0,14 12 0,-22-21 0,8 7 0,21 12 0,-30-20 0,0 0 0,0-1 0,0 1 0,0-1 0,0 0 0,0 0 0,0 0 0,0 0 0,0-1 0,1 0 0,-1 1 0,0-1 0,0 0 0,5-1 0,-6 1 0,0-1 0,0 0 0,-1 0 0,1 0 0,0 0 0,0-1 0,-1 1 0,1 0 0,-1-1 0,1 1 0,-1-1 0,0 1 0,1-1 0,-1 0 0,0 1 0,0-1 0,0 0 0,-1 0 0,1 0 0,0 0 0,-1 0 0,1 0 0,-1 0 0,1 0 0,-1-3 0,1-6 0,0 0 0,0 0 0,-3-15 0,-5-26 0,4 38 0,0 0 0,2 0 0,-1-21 0,2 34 0,0-1 0,0 1 0,0-1 0,0 1 0,1-1 0,-1 1 0,0-1 0,1 1 0,-1-1 0,1 1 0,-1 0 0,1-1 0,0 1 0,0 0 0,-1-1 0,1 1 0,0 0 0,0 0 0,0 0 0,0 0 0,0 0 0,1 0 0,-1 0 0,0 0 0,0 0 0,1 1 0,-1-1 0,0 0 0,1 1 0,-1-1 0,1 1 0,-1-1 0,1 1 0,-1 0 0,1 0 0,-1 0 0,1 0 0,-1 0 0,1 0 0,-1 0 0,1 0 0,1 1 0,6 1 0,0 0 0,0 0 0,0 1 0,-1 1 0,14 6 0,21 12 0,-1 2 0,45 33 0,-50-23-1365,-24-18-5461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1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3194 3 24575,'2'-1'0,"-1"1"0,1-1 0,0 1 0,-1 0 0,1-1 0,0 1 0,-1 0 0,1 0 0,0 0 0,-1 0 0,1 0 0,0 1 0,-1-1 0,1 0 0,-1 1 0,1 0 0,0-1 0,-1 1 0,1 0 0,1 1 0,-1-1 0,0 1 0,0 0 0,0 0 0,-1 0 0,1 0 0,-1 0 0,1 0 0,-1 0 0,0 0 0,0 1 0,0-1 0,1 4 0,0-2 0,-1 0 0,0 0 0,-1 1 0,1-1 0,-1 0 0,0 0 0,0 0 0,0 1 0,0-1 0,-1 0 0,1 0 0,-1 0 0,0 0 0,-1 0 0,1 0 0,-3 6 0,-1-5 0,1 1 0,0-1 0,-1-1 0,0 1 0,0-1 0,-1 1 0,1-1 0,-1-1 0,-8 5 0,-8 2 0,-28 10 0,43-18 0,-14 5 0,-1-1 0,0-2 0,0 0 0,-38 2 0,2 0 0,31-2 0,-31-1 0,-711-3 0,664 7 0,8 1 0,-3-1 0,0 0 0,31-3 0,63-3 0,-1 0 0,1 0 0,0 1 0,0 0 0,0 0 0,0 0 0,0 1 0,-9 5 0,13-7 0,1 0 0,-1 0 0,1 0 0,-1 0 0,1 0 0,0 1 0,0-1 0,-1 0 0,1 1 0,0-1 0,0 1 0,1-1 0,-1 1 0,0-1 0,0 1 0,1 0 0,-1-1 0,1 1 0,-1 0 0,1 0 0,0-1 0,0 1 0,0 0 0,0 0 0,0-1 0,0 1 0,0 0 0,0 0 0,1-1 0,-1 1 0,1 0 0,-1-1 0,1 1 0,0 0 0,0-1 0,-1 1 0,1-1 0,0 1 0,2 1 0,1 2 0,1 0 0,-1 0 0,1-1 0,0 0 0,0 0 0,0 0 0,0-1 0,1 1 0,9 3 0,0 0 0,-9-4 0,-1-1 0,1 1 0,0-1 0,1 0 0,-1 0 0,0-1 0,8 1 0,-13-2 0,-1 0 0,0 0 0,0 0 0,0 0 0,0 0 0,0 0 0,0 0 0,0 0 0,1 0 0,-1 0 0,0 0 0,0 0 0,0 0 0,0 0 0,0 0 0,0 0 0,1 0 0,-1 0 0,0 0 0,0 0 0,0 0 0,0 0 0,0 0 0,0 0 0,0-1 0,0 1 0,1 0 0,-1 0 0,0 0 0,0 0 0,0 0 0,0 0 0,0 0 0,0 0 0,0-1 0,0 1 0,0 0 0,0 0 0,0 0 0,0 0 0,0-1 0,-3-4 0,-8-5 0,-13-7 0,-48-25 0,37 23 0,24 14 0,0 0 0,0 0 0,-1 1 0,1 0 0,-1 1 0,0 0 0,0 1 0,0 1 0,0 0 0,-1 0 0,1 1 0,0 1 0,-22 3 0,-19 7 0,12-1 0,-1-3 0,-80 5 0,67-12 0,-66 7 0,-201 48 0,285-47 0,0-2 0,0-1 0,-1-1 0,-69-4 0,95-2 0,0 0 0,0-1 0,0 0 0,0-1 0,0 0 0,1-1 0,-18-10 0,-6-6 0,-30-26 0,18 13 0,46 34 0,-2-2 0,0 0 0,0 0 0,0 0 0,1 0 0,-1-1 0,1 1 0,-1-1 0,1 0 0,0 1 0,-3-6 0,5 3-1365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2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0 24575,'-29'0'0,"0"2"0,-36 5 0,55-5 0,-1 0 0,1 1 0,0 0 0,0 1 0,0 0 0,1 0 0,0 1 0,0 0 0,-16 12 0,22-13 0,-1-1 0,1 1 0,0-1 0,1 1 0,-1 0 0,0 0 0,1 0 0,0 0 0,0 1 0,0-1 0,1 1 0,0-1 0,-1 1 0,1-1 0,1 1 0,-1 0 0,1-1 0,0 1 0,0 0 0,0 0 0,1-1 0,-1 1 0,1 0 0,0-1 0,4 9 0,-2-8 0,0 0 0,0 0 0,0-1 0,1 0 0,0 1 0,0-1 0,0-1 0,1 1 0,-1 0 0,1-1 0,0 0 0,0 0 0,0-1 0,8 4 0,0-2 0,0 1 0,0-2 0,0 0 0,28 3 0,-33-6-121,-1-1 1,1 1-1,-1-1 0,1 0 0,7-3 0,-10 3-519,7-2-6186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2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84 24575,'-8'0'0,"0"0"0,0 1 0,0 0 0,-11 2 0,17-2 0,1-1 0,-1 1 0,1-1 0,-1 1 0,1 0 0,0 0 0,-1-1 0,1 1 0,0 0 0,0 0 0,-1 0 0,1 0 0,-1 2 0,2-2 0,-1 0 0,1 0 0,-1-1 0,1 1 0,0 0 0,0 0 0,-1 0 0,1 0 0,0 0 0,0 0 0,0 0 0,0 0 0,0 0 0,0 0 0,0 0 0,0 0 0,1 0 0,-1 0 0,0 0 0,1 0 0,-1 0 0,1 1 0,2 2 0,-1 0 0,1 0 0,-1-1 0,1 1 0,0-1 0,0 0 0,1 0 0,-1 0 0,1-1 0,5 4 0,43 22 0,-46-25 0,7 3 0,1-1 0,-1-1 0,1 0 0,0 0 0,25 2 0,-35-6 0,0 0 0,-1 0 0,1 0 0,0-1 0,-1 1 0,1-1 0,0 0 0,-1 0 0,1 0 0,-1-1 0,0 1 0,1-1 0,-1 0 0,5-3 0,-6 3 0,0 1 0,-1-1 0,1 1 0,0-1 0,-1 0 0,1 0 0,-1 0 0,0 0 0,0 0 0,0 0 0,0 0 0,0 0 0,0 0 0,0 0 0,0-1 0,-1 1 0,0 0 0,1 0 0,-1-1 0,0 1 0,0 0 0,0-1 0,0 1 0,-1-3 0,-1-2 0,0 0 0,0 1 0,-1-1 0,0 0 0,0 1 0,-1 0 0,-6-9 0,-34-38 0,41 50 10,0-1 0,-1 0 0,0 1 0,0 0 0,0 0 0,0 0 0,-1 1 0,1-1 0,-1 1 0,0 0 0,-8-3 0,10 5-84,0-1-1,-1 1 1,1 0 0,0 0 0,0 0-1,0 0 1,-1 0 0,1 1 0,0-1-1,0 1 1,0 0 0,0 0 0,0 0-1,0 0 1,0 1 0,0-1 0,0 1-1,1 0 1,-4 2 0,-3 4-6752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24575,'5'4'0,"0"-1"0,0 0 0,0 0 0,1-1 0,-1 1 0,1-1 0,6 2 0,3 1 0,53 19 0,-59-22 0,-1-1 0,1 1 0,0-1 0,-1 0 0,1-1 0,11-1 0,-18 1 0,0-1 0,-1 1 0,1-1 0,0 0 0,0 1 0,-1-1 0,1 0 0,0 0 0,-1 0 0,1 0 0,-1-1 0,0 1 0,1 0 0,-1 0 0,0-1 0,1 1 0,1-4 0,-2 3 0,0 0 0,0 1 0,1-1 0,-1 0 0,1 1 0,0-1 0,-1 1 0,1-1 0,0 1 0,0 0 0,0 0 0,0 0 0,0 0 0,3-1 0,129-23 0,-129 24-91,-1-1 0,1 2 0,0-1 0,-1 0 0,1 1 0,0 0 0,-1 0 0,1 1 0,0-1 0,-1 1 0,1 0 0,-1 0 0,1 0 0,8 4 0,-4 1-6735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4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91 24575,'1'20'0,"0"-1"0,2 1 0,0-1 0,9 30 0,31 71 0,-16-49 0,-27-71 0,1 1 0,-1-1 0,0 1 0,0-1 0,1 1 0,-1 0 0,0-1 0,0 1 0,0-1 0,0 1 0,0-1 0,0 1 0,0 0 0,0-1 0,0 1 0,0-1 0,0 1 0,0 0 0,0-1 0,-1 2 0,1-2 0,-1 0 0,1 0 0,0 0 0,-1 0 0,1 0 0,0 0 0,-1 0 0,1 0 0,0 0 0,-1 0 0,1 0 0,-1 0 0,1 0 0,0 0 0,-1 0 0,1 0 0,0 0 0,-1 0 0,1 0 0,0 0 0,-1-1 0,1 1 0,-1 0 0,-20-16 0,1-4 0,1 0 0,-21-31 0,31 38 0,0-1 0,2 0 0,0 0 0,0 0 0,-7-26 0,11 30 0,1-1 0,0 0 0,0 1 0,1-1 0,1 0 0,-1 0 0,2 1 0,2-18 0,-3 24 0,1 0 0,0-1 0,1 1 0,-1 0 0,1 0 0,0 0 0,0 0 0,0 0 0,0 0 0,1 0 0,-1 1 0,1-1 0,0 1 0,0 0 0,1 0 0,-1 0 0,1 0 0,-1 0 0,1 1 0,0 0 0,0-1 0,0 1 0,5-1 0,1 0 0,1 1 0,-1 0 0,1 1 0,-1 0 0,1 1 0,0 0 0,-1 1 0,1 0 0,0 0 0,-1 1 0,0 0 0,1 1 0,-1 1 0,0-1 0,0 2 0,-1-1 0,1 1 0,15 12 0,-23-16 0,0 0 0,0 1 0,0 0 0,0-1 0,-1 1 0,1 0 0,0 0 0,-1 0 0,0 0 0,1 0 0,-1 1 0,0-1 0,0 0 0,0 0 0,-1 1 0,2 3 0,-2-4 0,0 0 0,0 0 0,-1 0 0,1 0 0,0 0 0,-1 0 0,1 0 0,-1 0 0,0 0 0,0-1 0,0 1 0,1 0 0,-2 0 0,1-1 0,0 1 0,0-1 0,0 1 0,-1-1 0,1 1 0,-4 1 0,-8 7-1365,0-3-5461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4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147 692 24575,'18'-27'0,"-1"-1"0,-1-1 0,19-49 0,-30 66 0,-2-1 0,1 1 0,-1 0 0,-1-1 0,0 0 0,-1 0 0,-1 1 0,0-1 0,0 0 0,-1 0 0,-1 1 0,-4-18 0,-1 7 0,-2 0 0,-1 1 0,0 0 0,-15-23 0,-61-77 0,12 40 0,74 81 0,-1 0 0,0 0 0,0 1 0,1-1 0,-1 0 0,0 1 0,0-1 0,0 1 0,0-1 0,0 1 0,0-1 0,0 1 0,0-1 0,-2 1 0,3 0 0,0 0 0,-1 0 0,1 0 0,0 0 0,-1 0 0,1 0 0,0 0 0,-1 1 0,1-1 0,0 0 0,0 0 0,-1 0 0,1 1 0,0-1 0,0 0 0,-1 0 0,1 1 0,0-1 0,0 0 0,0 0 0,-1 1 0,1-1 0,0 0 0,0 1 0,0-1 0,0 0 0,0 1 0,-1 0 0,1 3 0,-1 0 0,1 0 0,0 0 0,0 0 0,1 0 0,0 5 0,7 27 0,2 0 0,24 57 0,-21-60 0,164 373 0,-174-400 0,0 0 0,1 0 0,-1-1 0,1 1 0,1-1 0,-1 0 0,1 0 0,5 4 0,-9-8 0,1 0 0,-1 0 0,1 0 0,0 0 0,-1-1 0,1 1 0,0 0 0,-1-1 0,1 1 0,0-1 0,0 1 0,0-1 0,-1 0 0,1 0 0,0 0 0,0 0 0,0 0 0,-1 0 0,1-1 0,0 1 0,0 0 0,0-1 0,-1 1 0,1-1 0,0 0 0,-1 0 0,1 0 0,-1 0 0,1 0 0,-1 0 0,1 0 0,-1 0 0,2-2 0,3-3 0,-1 0 0,0 0 0,0-1 0,-1 1 0,0-1 0,0 0 0,0 0 0,-1 0 0,0-1 0,3-11 0,-1-7 0,6-47 0,-11 72 0,4-17 0,1 15 0,2 8 0,5 11 0,12 25 0,-18-31 0,-1 0 0,2 0 0,-1 0 0,1-1 0,0 0 0,1 0 0,17 14 0,-20-19 17,0-1 0,0 0 1,1-1-1,-1 0 0,1 1 0,9 1 0,-13-3-100,1-1 1,-1 1-1,1-1 1,-1 0-1,1 1 1,-1-1-1,1 0 1,-1-1-1,1 1 1,-1 0-1,1-1 1,-1 1-1,1-1 1,-1 0-1,0 0 1,1 0-1,3-2 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24575,'12'13'0,"5"5"0,-2 1-8191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 24575,'-15'1'0,"0"1"0,1 1 0,-22 7 0,32-9 0,0 0 0,1 0 0,-1 1 0,1 0 0,-1-1 0,1 1 0,0 1 0,0-1 0,0 0 0,0 1 0,0 0 0,0-1 0,1 1 0,-1 0 0,1 0 0,0 1 0,0-1 0,-3 7 0,4-8 0,1 1 0,-1 0 0,1-1 0,0 1 0,0 0 0,0 0 0,0-1 0,0 1 0,1 0 0,-1 0 0,1-1 0,0 1 0,-1-1 0,1 1 0,0 0 0,1-1 0,-1 0 0,0 1 0,1-1 0,-1 0 0,1 0 0,0 1 0,4 2 0,4 5 0,1-1 0,1 0 0,16 10 0,-13-9 0,-9-5 0,47 28 0,-47-30 0,-1 0 0,1-1 0,0 0 0,0 0 0,0 0 0,0 0 0,11 0 0,-15-2-48,1 0-1,-1 0 0,0-1 0,1 1 0,-1-1 1,0 0-1,1 1 0,-1-1 0,0 0 1,0 0-1,0-1 0,0 1 0,0 0 1,0-1-1,0 1 0,-1-1 0,1 1 1,0-1-1,-1 0 0,1 0 0,-1 0 1,0 0-1,0 0 0,1 0 0,-1 0 1,-1 0-1,2-3 0,2-8-6777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5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24575,'-7'3'0,"0"0"0,1 0 0,-1 1 0,1 0 0,0 0 0,0 0 0,1 1 0,-1 0 0,-8 10 0,12-12 0,0-1 0,0 1 0,0 0 0,1-1 0,0 1 0,-1 0 0,1 0 0,0 0 0,0 0 0,1 0 0,-1 0 0,1 1 0,-1-1 0,1 0 0,0 0 0,0 0 0,0 0 0,1 0 0,-1 1 0,1-1 0,0 0 0,-1 0 0,1 0 0,1 0 0,0 3 0,4 3 0,-1-1 0,1 1 0,0-1 0,0 0 0,1-1 0,9 9 0,-1-4 0,-1 0 0,25 14 0,-38-25 0,1 0 0,0 0 0,-1 0 0,1 0 0,0 0 0,0 0 0,0-1 0,0 1 0,-1-1 0,1 1 0,0-1 0,0 0 0,0 0 0,0 1 0,0-1 0,0-1 0,0 1 0,0 0 0,0 0 0,0-1 0,0 1 0,0-1 0,0 0 0,-1 0 0,1 1 0,0-1 0,0 0 0,-1 0 0,1-1 0,-1 1 0,1 0 0,-1 0 0,1-1 0,-1 1 0,0-1 0,0 1 0,0-1 0,1 0 0,-2 0 0,1 1 0,0-1 0,0 0 0,0 0 0,-1 0 0,1 0 0,-1-3 0,2-1 0,-1 0 0,-1-1 0,0 0 0,1 1 0,-3-13 0,2 16 0,-1-1 0,0 0 0,0 1 0,0-1 0,0 0 0,-1 1 0,1-1 0,-1 1 0,0 0 0,0 0 0,-3-4 0,5 6 0,-1 1 0,1-1 0,0 1 0,-1-1 0,1 1 0,-1-1 0,1 1 0,-1 0 0,1-1 0,-1 1 0,1 0 0,-1-1 0,1 1 0,-1 0 0,1 0 0,-1-1 0,0 1 0,1 0 0,-1 0 0,1 0 0,-1 0 0,0 0 0,1 0 0,-2 0 0,2 0 0,-1 0 0,1 1 0,-1-1 0,1 1 0,-1-1 0,1 1 0,-1-1 0,1 1 0,-1-1 0,1 1 0,0-1 0,-1 1 0,1-1 0,0 1 0,-1 0 0,1-1 0,0 2 0,-2 2 0,1 1 0,1-1 0,-1 0 0,1 0 0,0 7 0,0-7-52,0-1-1,1 1 1,0-1-1,0 1 1,0-1-1,0 0 1,1 1-1,-1-1 1,1 0-1,0 0 1,0 0-1,0 0 1,0 0-1,0 0 1,1-1-1,-1 1 1,1-1-1,0 1 1,0-1-1,0 0 1,0 0-1,0-1 1,0 1-1,0 0 0,5 0 1,4 2-6774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24575,'63'64'-393,"-4"2"0,61 88 0,-95-118 543,-2 1 0,-1 2 0,-3 0 0,-1 1 0,-2 0 0,17 65 0,-32-100-128,0 0 0,0 0 1,0 0-1,-1 1 0,1 7 1,-1-12-23,-1 0-1,1 0 1,0 0 0,0 0 0,0-1 0,-1 1 0,1 0 0,0 0 0,-1 0 0,1 0-1,0-1 1,-1 1 0,1 0 0,-1-1 0,0 1 0,1 0 0,-1-1 0,0 1 0,1 0-1,-1-1 1,0 1 0,1-1 0,-1 1 0,0-1 0,0 0 0,0 1 0,1-1 0,-1 0-1,0 1 1,0-1 0,0 0 0,0 0 0,0 0 0,0 0 0,0 0 0,1 0 0,-1 0 0,0 0-1,-2-1 1,-4 0 0,0 0 0,0-1 0,0 0 0,0-1 0,0 0 0,0 0 0,1 0 0,-10-7 0,-48-39 0,40 30 0,8 6 0,7 7 0,1-1 0,-1 0 0,1-1 0,-10-12 0,18 20 0,-1 0 0,1 0 0,0-1 0,-1 1 0,1 0 0,0-1 0,0 1 0,-1 0 0,1-1 0,0 1 0,0-1 0,0 1 0,-1 0 0,1-1 0,0 1 0,0-1 0,0 1 0,0 0 0,0-1 0,0 1 0,0-1 0,0 1 0,0-1 0,0 1 0,0 0 0,0-1 0,0 1 0,0-1 0,1 1 0,-1-1 0,0 1 0,0 0 0,0-1 0,1 1 0,-1 0 0,0-1 0,0 1 0,1 0 0,-1-1 0,0 1 0,1 0 0,-1-1 0,0 1 0,1 0 0,-1 0 0,0 0 0,1-1 0,-1 1 0,1 0 0,-1 0 0,0 0 0,1 0 0,-1 0 0,1 0 0,-1 0 0,0 0 0,1 0 0,-1 0 0,1 0 0,0 0 0,27 1 0,17 7 0,-13-1 0,61 3 0,-82-9 0,0-2 0,0 1 0,0-2 0,-1 1 0,1-1 0,0-1 0,0 0 0,-1-1 0,16-7 0,-8 2 0,-1-2 0,0 0 0,-1-1 0,0 0 0,-1-1 0,0-1 0,18-23 0,-23 24 0,0 0 0,-1-1 0,0 0 0,-1 0 0,-1-1 0,0 0 0,-1-1 0,-1 1 0,5-26 0,-10 30 0,-4 15 0,-7 17 0,7-8 0,1-1 0,1 1 0,0 0 0,0 1 0,1-1 0,1 0 0,0 0 0,1 0 0,1 0 0,0 0 0,0 0 0,1 0 0,1 0 0,0-1 0,1 1 0,1-1 0,-1 0 0,2-1 0,0 0 0,0 0 0,1 0 0,0-1 0,1 0 0,11 10 0,-16-16 17,1 0 0,0-1 1,0 1-1,0-1 0,1 0 0,9 3 0,-11-4-131,-1-1 0,1-1-1,-1 1 1,0 0 0,1-1 0,-1 0-1,1 0 1,-1 0 0,1 0 0,-1 0-1,1-1 1,6-1 0,-1-1-6712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6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1 388 24575,'0'18'0,"1"1"0,1-1 0,1 0 0,1 0 0,0 0 0,1-1 0,1 1 0,1-1 0,0 0 0,1-1 0,1 0 0,0 0 0,2-1 0,-1 0 0,19 19 0,-26-32 0,-1 1 0,1-1 0,-1 0 0,1 0 0,0 0 0,0 0 0,0-1 0,0 1 0,0-1 0,6 3 0,-8-4 0,1 0 0,-1 0 0,0 0 0,0 0 0,0 0 0,0 0 0,0 0 0,0-1 0,1 1 0,-1 0 0,0-1 0,0 1 0,0 0 0,0-1 0,0 1 0,0-1 0,0 0 0,0 1 0,-1-1 0,1 0 0,0 0 0,0 1 0,0-1 0,-1 0 0,1 0 0,0 0 0,-1 0 0,1 0 0,-1 0 0,1 0 0,-1 0 0,1 0 0,-1 0 0,0 0 0,0 0 0,1-2 0,1-8 0,1-1 0,-2 1 0,1-1 0,-2 0 0,0 1 0,-2-21 0,-16-72 0,16 91 0,-21-87 0,-57-152 0,75 239 0,1 1 0,0-1 0,0 0 0,1-1 0,1 1 0,-1-16 0,5 41 0,0-1 0,2 1 0,5 14 0,-4-12 0,11 28 0,2-1 0,2 0 0,27 42 0,85 108 0,-107-155 0,7 11-1365,-20-30-5461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7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24575,'5'0'0,"4"2"0,3 2 0,-1 1 0,1 3 0,-2 5 0,-3 3 0,-2 1 0,-3-2-8191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8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24575,'10'18'0,"1"0"0,1-1 0,0 0 0,1-1 0,30 28 0,-39-39 0,2-1 0,-1 0 0,0-1 0,1 1 0,-1-1 0,1 0 0,0 0 0,0-1 0,1 0 0,-1 0 0,8 2 0,-11-4 0,0 1 0,-1-1 0,1 0 0,0 0 0,-1 0 0,1 0 0,0-1 0,0 1 0,-1-1 0,1 1 0,-1-1 0,1 0 0,-1 0 0,1 0 0,-1 0 0,1-1 0,-1 1 0,0 0 0,0-1 0,1 0 0,-1 0 0,-1 1 0,1-1 0,0-1 0,0 1 0,-1 0 0,1 0 0,-1 0 0,2-4 0,0-1 0,-1 0 0,0 1 0,0-1 0,-1-1 0,0 1 0,0-10 0,2-6 0,-3 23 0,0-1 0,0 1 0,0 0 0,0 0 0,0 0 0,0 0 0,0 0 0,0-1 0,0 1 0,0 0 0,0 0 0,1 0 0,-1 0 0,0 0 0,0 0 0,0-1 0,0 1 0,0 0 0,0 0 0,0 0 0,0 0 0,1 0 0,-1 0 0,0 0 0,0 0 0,0 0 0,0 0 0,0-1 0,0 1 0,1 0 0,-1 0 0,0 0 0,0 0 0,0 0 0,0 0 0,0 0 0,1 0 0,-1 0 0,0 0 0,0 0 0,0 0 0,0 0 0,0 0 0,1 1 0,-1-1 0,0 0 0,0 0 0,0 0 0,0 0 0,0 0 0,0 0 0,1 0 0,-1 0 0,0 0 0,0 0 0,0 1 0,0-1 0,0 0 0,0 0 0,0 0 0,0 0 0,0 0 0,0 0 0,1 1 0,-1-1 0,0 0 0,0 0 0,0 0 0,0 1 0,9 12 0,-7-10 0,4 5 0,1 0 0,0 0 0,0-1 0,1 0 0,0 0 0,0-1 0,0 0 0,1-1 0,0 0 0,0 0 0,0-1 0,0 0 0,20 6 0,-24-9 0,0 0 0,1 0 0,-1 0 0,0-1 0,1 1 0,-1-1 0,0 0 0,1-1 0,-1 0 0,0 1 0,1-2 0,-1 1 0,0 0 0,0-1 0,0 0 0,0 0 0,-1-1 0,1 1 0,0-1 0,-1 0 0,0-1 0,0 1 0,0-1 0,0 1 0,0-1 0,-1 0 0,1 0 0,2-6 0,-3 6 0,0-1 0,-1 0 0,1 0 0,-1 0 0,0 0 0,-1 0 0,1-1 0,-1 1 0,0 0 0,0-1 0,-1 1 0,1-1 0,-1 1 0,0-1 0,-1 1 0,1-1 0,-1 1 0,0 0 0,-1-1 0,1 1 0,-1 0 0,0 0 0,-1 0 0,1 0 0,-1 0 0,0 0 0,0 1 0,0 0 0,0-1 0,-1 1 0,0 0 0,0 1 0,-8-7 0,6 6-151,0 0-1,0 0 0,-1 1 0,1 0 1,-1 0-1,0 1 0,0 0 1,-11-3-1,3 3-6674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19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22 24575,'-14'5'0,"0"0"0,0 2 0,1-1 0,-22 16 0,32-19 0,-1 0 0,1 0 0,0 0 0,1 0 0,-1 0 0,0 0 0,1 1 0,0-1 0,-3 6 0,4-6 0,0-1 0,0 1 0,0 0 0,1 0 0,-1 0 0,1 0 0,0-1 0,0 1 0,0 0 0,0 0 0,0 0 0,1 0 0,-1 0 0,1-1 0,1 4 0,-1-2 0,1 0 0,-1 0 0,1 0 0,0-1 0,1 1 0,-1-1 0,1 0 0,-1 1 0,1-1 0,0 0 0,0 0 0,0-1 0,0 1 0,4 2 0,-5-4 0,0 0 0,0-1 0,0 1 0,0 0 0,0 0 0,-1-1 0,1 1 0,0-1 0,0 0 0,0 0 0,1 1 0,-1-1 0,0-1 0,0 1 0,0 0 0,0 0 0,0-1 0,0 1 0,0-1 0,-1 1 0,1-1 0,0 0 0,0 0 0,0 0 0,-1 0 0,1 0 0,0 0 0,-1-1 0,1 1 0,1-3 0,1 0 0,0-1 0,0 0 0,-1 0 0,0 0 0,0 0 0,0-1 0,-1 1 0,0-1 0,0 0 0,0 0 0,-1 0 0,1 1 0,-1-1 0,-1 0 0,1-7 0,-1 3 0,-1 0 0,1-1 0,-2 1 0,0 0 0,0 0 0,0 0 0,-8-19 0,20 51 0,1 0 0,20 26 0,-22-35 0,1 0 0,0-1 0,1-1 0,0 1 0,19 14 0,-28-25 0,0 1 0,0-1 0,0 0 0,0 0 0,0 0 0,0 0 0,0 0 0,1 0 0,-1 0 0,0-1 0,0 1 0,1-1 0,-1 1 0,0-1 0,1 0 0,-1 0 0,1 0 0,-1-1 0,4 0 0,-4 0 0,0 0 0,0 0 0,0 0 0,0 0 0,0-1 0,0 1 0,-1-1 0,1 1 0,0-1 0,-1 0 0,1 0 0,-1 1 0,0-1 0,1 0 0,-1 0 0,0-1 0,0 1 0,-1 0 0,2-4 0,2-8 0,-1 0 0,2-25 0,0 3 0,-5 35 0,5-20 0,-5 21 0,0 0 0,0 0 0,0 0 0,0-1 0,0 1 0,1 0 0,-1 0 0,0 0 0,0 0 0,0 0 0,0-1 0,0 1 0,0 0 0,0 0 0,0 0 0,0 0 0,1 0 0,-1 0 0,0-1 0,0 1 0,0 0 0,0 0 0,0 0 0,1 0 0,-1 0 0,0 0 0,0 0 0,0 0 0,0 0 0,1 0 0,-1 0 0,0 0 0,0 0 0,5 10 0,-1 2 0,1 1 0,-1-1 0,2 0 0,0 0 0,0 0 0,1-1 0,1 0 0,0-1 0,0 1 0,1-1 0,0-1 0,1 0 0,0 0 0,17 10 0,-24-17 0,0 0 0,0 0 0,0 0 0,1-1 0,-1 1 0,1-1 0,-1 0 0,1 0 0,-1 0 0,1-1 0,0 1 0,-1-1 0,1 0 0,0 0 0,-1 0 0,1 0 0,0-1 0,-1 0 0,1 1 0,-1-1 0,5-2 0,-4 1 0,0 0 0,-1 0 0,1-1 0,-1 1 0,0-1 0,1 1 0,-1-1 0,0 0 0,-1-1 0,1 1 0,-1 0 0,1-1 0,-1 1 0,0-1 0,0 0 0,-1 0 0,1 0 0,1-5 0,-1 1 0,-1 1 0,0-1 0,0 0 0,0 1 0,-1-1 0,-1-14 0,0 18 0,1-1 0,-1 0 0,0 1 0,-1-1 0,1 1 0,-1-1 0,0 1 0,0 0 0,0-1 0,0 1 0,-1 0 0,-3-4 0,5 7 0,1 1 0,-1-1 0,1 1 0,-1-1 0,1 1 0,-1-1 0,0 1 0,1-1 0,-1 1 0,0 0 0,1-1 0,-1 1 0,0 0 0,0-1 0,1 1 0,-1 0 0,0 0 0,0 0 0,1 0 0,-1 0 0,0 0 0,0 0 0,1 0 0,-1 0 0,0 0 0,0 0 0,-1 0 0,1 1 0,-1 0 0,1 0 0,0 0 0,-1 0 0,1 0 0,0 0 0,-1 1 0,1-1 0,0 0 0,0 1 0,-2 2 0,0 2 0,0 1 0,0-1 0,0 1 0,-3 13 0,1 13 0,1 0 0,3 0 0,2 52 0,1-30 0,6 85 0,-2-61 0,-6-72 0,0-1 0,0 1 0,0-1 0,-1 1 0,1-1 0,-2 0 0,1 1 0,-1-1 0,-4 12 0,4-15 0,0-1 0,0 1 0,0 0 0,0 0 0,0-1 0,0 1 0,-1-1 0,1 0 0,-1 1 0,0-1 0,1 0 0,-1-1 0,0 1 0,0 0 0,0-1 0,-1 0 0,1 0 0,0 0 0,0 0 0,-5 1 0,-5 0 0,0-1 0,0 0 0,1-1 0,-1 0 0,0-1 0,0 0 0,-24-6 0,35 7 0,1-1 0,-1 1 0,1-1 0,-1 1 0,0-1 0,1 0 0,-1 0 0,1 0 0,0 0 0,-1 0 0,1 0 0,0 0 0,-1 0 0,1 0 0,0-1 0,0 1 0,0 0 0,0-1 0,0 1 0,1-1 0,-1 1 0,0-1 0,1 1 0,-1-1 0,1 0 0,-1 1 0,1-1 0,0 0 0,0 1 0,-1-1 0,1 0 0,1-2 0,-1 1 0,1 0 0,0 0 0,0-1 0,0 1 0,0 0 0,0 0 0,1 0 0,0 0 0,-1 1 0,1-1 0,0 0 0,0 1 0,0-1 0,1 1 0,4-4 0,9-5-113,1 2-1,0 0 1,1 1-1,-1 1 1,35-10 0,-37 12-572,2 0-6141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0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26 24575,'15'16'0,"48"57"0,-53-61 0,-2 1 0,1-1 0,-2 1 0,8 17 0,-14-28 0,0 0 0,-1 0 0,1 0 0,0 1 0,-1-1 0,0 0 0,1 0 0,-1 1 0,0-1 0,0 0 0,0 0 0,0 1 0,-1 1 0,0-3 0,1 0 0,0 0 0,-1 0 0,1 0 0,-1 0 0,1-1 0,-1 1 0,0 0 0,1 0 0,-1 0 0,0-1 0,0 1 0,1 0 0,-1-1 0,0 1 0,0-1 0,0 1 0,0-1 0,0 0 0,0 1 0,0-1 0,0 0 0,0 1 0,0-1 0,0 0 0,0 0 0,0 0 0,0 0 0,-1 0 0,-12-1 0,0-1 0,1-1 0,-1 0 0,1 0 0,0-2 0,-13-5 0,0 0 0,-34-13 0,-105-58 0,161 79 0,0 0 0,1-1 0,-1 1 0,1-1 0,0 0 0,0 0 0,-4-5 0,7 8 0,-1-1 0,1 1 0,0-1 0,-1 1 0,1-1 0,0 1 0,0-1 0,-1 1 0,1-1 0,0 1 0,0-1 0,0 1 0,0-1 0,0 0 0,0 1 0,0-1 0,0 1 0,0-1 0,0 1 0,0-1 0,0 0 0,0 1 0,0-1 0,1 0 0,-1 0 0,1 1 0,0-1 0,0 0 0,0 0 0,0 1 0,0-1 0,0 0 0,0 1 0,0-1 0,0 1 0,0 0 0,0-1 0,0 1 0,1 0 0,-1-1 0,0 1 0,2 0 0,128-12 0,-92 9 0,-34 3-91,1 0 0,-1-1 0,1 0 0,-1 0 0,0 0 0,0 0 0,0-1 0,0 0 0,0 0 0,0-1 0,0 1 0,0-1 0,-1 0 0,5-4 0,0-3-6735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0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350 101 24575,'-26'-16'0,"-56"-34"0,70 44 0,0 0 0,-1 1 0,0 0 0,-24-6 0,32 11 0,1-1 0,-1 0 0,0 1 0,1 0 0,-1 0 0,0 0 0,1 1 0,-1 0 0,0 0 0,1 0 0,-1 0 0,1 1 0,0-1 0,-1 1 0,1 0 0,0 1 0,0-1 0,-5 5 0,4-3 0,0 1 0,0 0 0,1 1 0,-1-1 0,1 1 0,1-1 0,-1 1 0,1 0 0,0 0 0,1 1 0,-1-1 0,-1 8 0,0 4 0,0 1 0,1-1 0,1 1 0,1 0 0,1 28 0,3-19 0,1 0 0,1 0 0,9 30 0,3-6 0,3-1 0,2 0 0,35 58 0,-39-76 0,-2-3 0,2-1 0,23 31 0,-36-54-195,1 0 0,0 0 0,0 0 0,1-1 0,0 0 0,7 5 0,-5-5-6631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37 24575,'-30'-4'0,"-14"-3"0,-5 1 0,4-2 0,7 2 0,10 0-8191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 24575,'-13'0'0,"-1"0"0,1 1 0,-1 1 0,1 0 0,0 1 0,-18 6 0,27-8 0,1 0 0,-1 1 0,0 0 0,1 0 0,0 0 0,0 0 0,-1 0 0,1 0 0,0 1 0,1 0 0,-1-1 0,0 1 0,1 0 0,0 0 0,0 1 0,0-1 0,0 0 0,0 1 0,0-1 0,1 1 0,0 0 0,0-1 0,0 1 0,0 0 0,0 0 0,1 6 0,0-4 0,1-1 0,-1 0 0,1 0 0,1 0 0,-1 0 0,1 0 0,0 0 0,0 0 0,0 0 0,1-1 0,0 1 0,0-1 0,4 5 0,2 2 0,0 0 0,1-1 0,18 14 0,34 17 0,-27-18 0,-35-23 0,1 0 0,-1 0 0,0 0 0,1 1 0,-1-1 0,0 0 0,1 0 0,-1 1 0,0-1 0,1 0 0,-1 0 0,0 1 0,0-1 0,1 0 0,-1 1 0,0-1 0,0 0 0,0 1 0,1-1 0,-1 0 0,0 1 0,0-1 0,0 0 0,0 1 0,0-1 0,0 1 0,0-1 0,0 0 0,0 1 0,0-1 0,0 0 0,0 2 0,0-2 0,-1 1 0,0-1 0,1 1 0,-1 0 0,0-1 0,1 1 0,-1-1 0,0 1 0,1-1 0,-1 0 0,0 1 0,0-1 0,-1 1 0,-29 5 0,2-4 0,0-2 0,-31-3 0,44 2 0,-1-2 0,1 0 0,0-1 0,0 0 0,-17-9 0,31 13-97,0-1-1,0 0 1,0 0-1,0 0 1,0 0-1,1-1 1,-1 1-1,0 0 1,1-1-1,-1 1 1,1-1-1,-1 0 0,0-2 1,-2-4-6729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2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54 24575,'-16'-8'0,"-49"-23"0,57 28 0,0 0 0,0 1 0,0 0 0,-1 0 0,1 1 0,-9-1 0,15 2 0,1 0 0,-1 0 0,0 0 0,0 0 0,1 1 0,-1-1 0,0 0 0,1 1 0,-1 0 0,1-1 0,-1 1 0,1 0 0,-1-1 0,1 1 0,-1 0 0,1 0 0,-1 0 0,1 1 0,0-1 0,-1 1 0,0 1 0,1-1 0,0 0 0,-1 0 0,1 1 0,0-1 0,1 0 0,-1 1 0,0-1 0,1 1 0,-1-1 0,1 1 0,0 3 0,0-1 0,0 0 0,0 0 0,1 0 0,0 0 0,0 0 0,0 0 0,1 0 0,-1 0 0,1-1 0,1 1 0,-1-1 0,0 1 0,4 4 0,-3-6 0,0 0 0,0-1 0,0 1 0,0 0 0,0-1 0,1 0 0,-1 0 0,1 0 0,-1 0 0,1 0 0,0-1 0,0 1 0,0-1 0,0 0 0,0 0 0,5 0 0,-6-1 0,-1 0 0,0 0 0,1-1 0,-1 1 0,0 0 0,1-1 0,-1 0 0,0 1 0,1-1 0,-1 0 0,0 0 0,0 0 0,0-1 0,0 1 0,0 0 0,0-1 0,0 1 0,0-1 0,-1 0 0,1 1 0,-1-1 0,1 0 0,-1 0 0,0 0 0,1 0 0,-1 0 0,0-1 0,1-3 0,1-12 0,-2 15 0,-1 1 0,0 0 0,0-1 0,1 1 0,-1 0 0,1 0 0,0-1 0,0 1 0,0 0 0,0 0 0,2-3 0,-3 4 0,1 1 0,-1 0 0,0 0 0,1 0 0,-1 0 0,1 0 0,-1 0 0,0 0 0,1 0 0,-1 0 0,0 0 0,1 0 0,-1 0 0,1 0 0,-1 0 0,0 0 0,1 0 0,-1 0 0,0 0 0,1 1 0,-1-1 0,0 0 0,1 0 0,-1 0 0,0 1 0,1-1 0,-1 0 0,1 1 0,9 9 0,-8-8 0,19 20-91,-10-9-164,0-2 0,1 1 1,0-2-1,21 15 0,-22-19-6571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2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24575,'-1'4'0,"0"-1"0,0 1 0,1-1 0,-1 1 0,1 0 0,0-1 0,0 1 0,0-1 0,0 1 0,0 0 0,1-1 0,0 1 0,0-1 0,0 1 0,0-1 0,0 1 0,1-1 0,-1 0 0,1 1 0,0-1 0,0 0 0,0 0 0,0-1 0,1 1 0,-1 0 0,1-1 0,4 4 0,2 0 0,0 0 0,0 0 0,0-1 0,0-1 0,1 0 0,-1 0 0,1 0 0,16 2 0,-23-5 0,0-1 0,1 0 0,-1 0 0,0 0 0,0 0 0,0 0 0,0-1 0,0 1 0,0-1 0,0 0 0,0 0 0,0 0 0,0 0 0,-1 0 0,1-1 0,0 1 0,-1-1 0,1 0 0,-1 0 0,1 0 0,-1 0 0,3-3 0,-3 3 0,0-1 0,0 0 0,0 1 0,0-1 0,-1 0 0,1 0 0,-1 0 0,0 0 0,1-1 0,-1 1 0,-1 0 0,1 0 0,0-1 0,-1 1 0,0 0 0,0-1 0,0 1 0,0 0 0,0-1 0,-2-4 0,2 8 0,0 0 0,0 0 0,0-1 0,0 1 0,0 0 0,0-1 0,0 1 0,0 0 0,0 0 0,0-1 0,0 1 0,0 0 0,0 0 0,0-1 0,-1 1 0,1 0 0,0 0 0,0-1 0,0 1 0,-1 0 0,1 0 0,0 0 0,0-1 0,0 1 0,-1 0 0,1 0 0,0 0 0,0 0 0,-1 0 0,1-1 0,0 1 0,0 0 0,-1 0 0,1 0 0,-7 8 0,-3 14 0,7-5 0,1-1 0,0 1 0,1 0 0,1-1 0,0 1 0,1 0 0,1-1 0,6 23 0,5 13 0,26 63 0,-24-77 0,-13-32 0,0-1 0,-1 1 0,1-1 0,-1 1 0,1 11 0,-2-15 0,0-1 0,0 0 0,0 0 0,0 0 0,0 1 0,-1-1 0,1 0 0,0 0 0,-1 0 0,1 0 0,-1 0 0,1 0 0,-1 0 0,0 0 0,1 0 0,-1 0 0,0 0 0,0 0 0,0 0 0,0 0 0,0 0 0,1-1 0,-1 1 0,-1 0 0,1-1 0,0 1 0,0-1 0,0 1 0,0-1 0,0 0 0,0 1 0,-1-1 0,1 0 0,-2 0 0,-7 2-91,0-2 0,0 1 0,0-1 0,0-1 0,-1 0 0,1 0 0,0-1 0,1 0 0,-1-1 0,0 0 0,1-1 0,-1 1 0,1-2 0,-14-8 0,11 4-6735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0 24575,'-10'15'0,"-3"7"0,3 3 0,4-2 0,4-3 0,6-3 0,4-5 0,4-4 0,-1-4-8191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24575,'4'-7'0,"3"0"0,-1 3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3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24575,'3'17'0,"10"26"0,-11-37 0,1 0 0,-1 0 0,1 0 0,0 0 0,1-1 0,0 1 0,5 5 0,-8-10 0,0 1 0,0-1 0,1 0 0,-1 0 0,0 1 0,1-1 0,-1-1 0,1 1 0,-1 0 0,1 0 0,-1 0 0,1-1 0,0 1 0,-1-1 0,1 1 0,0-1 0,-1 0 0,1 1 0,0-1 0,0 0 0,-1 0 0,1 0 0,0-1 0,-1 1 0,1 0 0,0-1 0,0 1 0,-1-1 0,1 1 0,2-3 0,-1 2 0,-1-1 0,1 0 0,-1 0 0,0-1 0,1 1 0,-1 0 0,-1-1 0,1 1 0,0-1 0,0 0 0,-1 1 0,0-1 0,1 0 0,-1 0 0,0 0 0,0-5 0,2-4 0,-3 7 0,1-1 0,1 0 0,-1 1 0,1-1 0,0 1 0,4-8 0,-6 12 0,1 0 0,0 0 0,0 0 0,0 0 0,0 0 0,0 0 0,0 1 0,0-1 0,0 0 0,0 0 0,0 1 0,0-1 0,0 1 0,0-1 0,0 1 0,1 0 0,-1-1 0,0 1 0,0 0 0,1 0 0,-1 0 0,0 0 0,0 0 0,1 0 0,-1 0 0,0 0 0,0 0 0,1 1 0,-1-1 0,0 1 0,0-1 0,0 0 0,1 1 0,-1 0 0,1 0 0,8 5 0,0 0 0,0 1 0,-1 0 0,0 1 0,0 0 0,13 15 0,-11-11 0,1 0 0,18 14 0,-22-20-115,-5-3-10,0-1 0,1 1 0,-1-1 0,1 0 0,0 0 0,-1 0 0,1 0 0,0-1 0,4 2 0,2-3-6701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57 24575,'-1'-7'0,"-1"1"0,0-1 0,-4-8 0,6 14 0,-1 0 0,1-1 0,-1 1 0,0 0 0,1 0 0,-1 0 0,0-1 0,0 1 0,0 0 0,1 0 0,-1 0 0,0 1 0,0-1 0,-1 0 0,1 0 0,0 0 0,0 1 0,0-1 0,0 1 0,-1-1 0,1 1 0,0-1 0,-2 0 0,2 2 0,0-1 0,0 0 0,0 0 0,0 1 0,0-1 0,0 1 0,0-1 0,0 0 0,0 1 0,0 0 0,1-1 0,-1 1 0,0 0 0,0-1 0,1 1 0,-1 0 0,1 0 0,-1-1 0,0 1 0,1 0 0,-1 0 0,1 0 0,0 0 0,-1 0 0,1 0 0,0 0 0,-1 0 0,1 1 0,-4 30 0,4-32 0,-1 11 0,2 0 0,-1 0 0,1-1 0,1 1 0,2 11 0,-3-18 0,0 0 0,1 0 0,0 0 0,-1 0 0,1-1 0,0 1 0,4 4 0,-4-6 0,-1-1 0,0 1 0,1-1 0,-1 0 0,1 1 0,0-1 0,0 0 0,-1 0 0,1 0 0,0 0 0,0 0 0,0-1 0,0 1 0,0-1 0,3 2 0,-3-2 0,-1 0 0,1 0 0,-1 0 0,0 0 0,1 0 0,-1 0 0,0-1 0,1 1 0,-1 0 0,1-1 0,-1 1 0,0-1 0,0 1 0,1-1 0,-1 0 0,0 1 0,0-1 0,0 0 0,1-1 0,0 0 0,0 0 0,-1 0 0,1 0 0,-1 0 0,1 0 0,-1-1 0,0 1 0,0-1 0,1-3 0,0-3 0,0 0 0,-1-1 0,0 1 0,0-15 0,-2-29 0,1 59 0,15 177 0,-7-129 0,25 211 0,-32-260 0,-1 0 0,0 0 0,-1-1 0,1 1 0,-1 0 0,0 0 0,0 0 0,0 0 0,-4 6 0,5-10 0,-1 1 0,0-1 0,0 0 0,1 1 0,-1-1 0,0 0 0,0 0 0,0 0 0,-1 0 0,1 0 0,0 0 0,0 0 0,-1 0 0,1-1 0,0 1 0,-1 0 0,1-1 0,0 1 0,-1-1 0,1 1 0,-1-1 0,1 0 0,-1 1 0,1-1 0,-1 0 0,1 0 0,-1 0 0,1-1 0,-1 1 0,1 0 0,-1 0 0,1-1 0,-4 0 0,-1-1 0,0-1 0,1 0 0,-1 0 0,0 0 0,1-1 0,0 0 0,0 0 0,0 0 0,0 0 0,0-1 0,-5-8 0,7 11 0,1-1 0,0 0 0,0 0 0,0 0 0,1 0 0,-1 0 0,1 0 0,0-1 0,0 1 0,0 0 0,0-1 0,0 1 0,1-1 0,0 1 0,-1 0 0,1-1 0,0 1 0,1-1 0,-1 1 0,1-1 0,0 1 0,2-7 0,-3 8-72,1 1 1,0 0-1,0-1 0,0 1 0,0 0 0,0 0 0,0 0 0,0 0 1,1 0-1,-1 0 0,0 0 0,0 0 0,1 0 0,-1 0 0,1 1 1,-1-1-1,1 1 0,2-1 0,6-2-6754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25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24575,'-3'16'0,"2"1"0,0-1 0,1 1 0,0-1 0,2 1 0,0-1 0,1 1 0,0-1 0,1 0 0,1 0 0,1-1 0,0 1 0,11 18 0,22 47 0,-20-40 0,33 51 0,-73-124 0,1-2 0,-23-53 0,35 66 0,0-1 0,2 0 0,0 0 0,1-1 0,-3-41 0,8-41 0,0 104 0,0 0 0,0 0 0,0 0 0,0 0 0,-1 0 0,1 0 0,0 0 0,0 0 0,-1 0 0,1 0 0,-1 0 0,1 0 0,-2-1 0,2 2 0,0-1 0,0 1 0,0 0 0,-1 0 0,1 0 0,0 0 0,0 0 0,-1 0 0,1 0 0,0 0 0,0 0 0,0 0 0,-1 0 0,1 0 0,0 0 0,0 0 0,-1 0 0,1 0 0,0 0 0,0 0 0,-1 0 0,1 0 0,0 0 0,0 1 0,0-1 0,-1 0 0,1 0 0,0 0 0,0 0 0,0 0 0,0 1 0,-1-1 0,1 0 0,-2 2 0,1 0 0,-1 0 0,1 1 0,0-1 0,0 0 0,0 0 0,0 1 0,0-1 0,-1 4 0,2-2-170,-1 1-1,1 0 0,0 0 1,0 0-1,0 0 0,1 0 1,1 6-1,0 2-6655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32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 24575,'21'0'0,"-17"0"0,-14 0 0,-29 0 0,3-1 0,-1 2 0,-55 8 0,61-1 0,21-5 0,1-1 0,0 0 0,-19 2 0,25-4-124,1 0 0,0-1 0,0 1 0,0 0 0,0-1 0,0 1-1,0-1 1,0 0 0,0 1 0,-1-3 0,-6-3-6702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32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 24575,'0'-2'0,"0"1"0,-3 1 0,-2 0 0,-4 1 0,-2 0 0,-3-1 0,-2 1 0,-2-1 0,-3 0 0,-2 0 0,0 0 0,-1-2 0,1-2 0,2 1 0,0 1 0,1 0 0,3 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5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1 249 24575,'5'-1'0,"-1"0"0,1 0 0,0 0 0,-1 0 0,1-1 0,5-3 0,8-2 0,17-4 0,-13 5 0,1-1 0,35-18 0,-51 22 0,-1-1 0,0 0 0,0 0 0,0 0 0,-1-1 0,1 0 0,-1 0 0,0-1 0,-1 1 0,1-1 0,-1 0 0,7-13 0,-9 13 0,1 0 0,-1 0 0,0 0 0,-1 0 0,1 0 0,0-12 0,-1 16 0,-1 0 0,0 0 0,0 0 0,0 1 0,-1-1 0,1 0 0,0 0 0,-1 0 0,1 1 0,-1-1 0,0 0 0,1 0 0,-1 1 0,0-1 0,0 1 0,0-1 0,0 1 0,0-1 0,0 1 0,-1-1 0,1 1 0,0 0 0,-1 0 0,1 0 0,-1 0 0,0 0 0,1 0 0,-3-1 0,-1 1 0,0-1 0,0 1 0,-1 0 0,1 1 0,0-1 0,0 1 0,-1 0 0,1 1 0,0-1 0,-1 1 0,1 0 0,0 0 0,-8 3 0,-8 4 0,-37 20 0,46-22 0,5-2 0,0-1 0,0 2 0,0-1 0,1 1 0,0 0 0,0 0 0,-8 9 0,11-10 0,0 0 0,0 0 0,1 1 0,-1-1 0,1 1 0,0 0 0,0-1 0,1 1 0,-1 0 0,1 0 0,0 1 0,0 7 0,0-8 0,1 0 0,0 0 0,1 0 0,-1 0 0,1 0 0,0 0 0,0 0 0,0 0 0,1 0 0,0 0 0,0 0 0,0-1 0,4 7 0,-1-5 0,0 0 0,0 0 0,0-1 0,0 0 0,1 0 0,0 0 0,0 0 0,8 4 0,10 3 0,1-1 0,0-1 0,0-1 0,27 6 0,-44-13 0,25 7 0,0-2 0,1-1 0,38 1 0,-71-7-49,1 1 1,0-1-1,-1 0 0,1 0 0,-1 0 1,1 0-1,0 0 0,-1 0 0,1-1 1,-1 1-1,1 0 0,-1-1 0,1 1 1,-1-1-1,1 0 0,-1 1 0,1-1 1,-1 0-1,0 0 0,0 0 0,1 0 1,-1 0-1,0 0 0,0 0 0,0-1 0,0 1 1,1-2-1,1-6-6777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16 24575,'-29'-3'0,"-15"0"0,-2 0 0,1 0 0,7 2 0,6-1 0,7 2 0,3 0 0,2 0 0,3 0 0,1 2 0,1 2 0,1-1 0,2 0-8191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6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 24575,'0'-1'0,"1"1"0,-1 0 0,0 0 0,0 0 0,0 0 0,0 0 0,1-1 0,-1 1 0,0 0 0,0 0 0,1 0 0,-1 0 0,0 0 0,0 0 0,0 0 0,1 0 0,-1 0 0,0 0 0,0 0 0,1 0 0,-1 0 0,0 0 0,0 0 0,0 0 0,1 0 0,-1 0 0,0 0 0,0 0 0,1 0 0,-1 0 0,0 0 0,0 1 0,7 6 0,3 16 0,-9-19 0,45 114 0,58 164 0,-104-279 0,3 4 0,0 1 0,-1 0 0,0 0 0,-1 0 0,1 11 0,-2-17 0,0-1 0,0 1 0,0-1 0,0 1 0,-1 0 0,1-1 0,-1 1 0,1-1 0,-1 1 0,1-1 0,-1 1 0,0-1 0,0 1 0,1-1 0,-1 1 0,0-1 0,0 0 0,-1 0 0,1 0 0,0 1 0,0-1 0,-1 0 0,1-1 0,0 1 0,-1 0 0,1 0 0,-1 0 0,1-1 0,-1 1 0,1-1 0,-1 1 0,-2-1 0,-5 2 0,0-1 0,0-1 0,0 1 0,0-1 0,-1-1 0,1 0 0,0 0 0,1-1 0,-1 0 0,-13-5 0,7 1 0,0-1 0,0 0 0,1-1 0,-27-19 0,36 23 0,0 0 0,0-1 0,1 1 0,-1-1 0,1 0 0,0 0 0,1-1 0,-1 1 0,1-1 0,0 0 0,0 0 0,-3-9 0,5 10 0,0 1 0,0-1 0,1 1 0,-1-1 0,1 1 0,0-1 0,0 1 0,0-1 0,1 1 0,0-1 0,-1 1 0,2-1 0,-1 1 0,0 0 0,1-1 0,0 1 0,0 0 0,4-6 0,26-31-1365,-23 32-5461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6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2 0,0-1-8191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7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24575,'50'37'0,"76"71"0,-121-102 0,1-2 0,0 1 0,0 0 0,0-1 0,0 0 0,1-1 0,10 5 0,-16-8 0,1 1 0,0-1 0,0 1 0,0-1 0,-1 0 0,1 1 0,0-1 0,0 0 0,0 0 0,0 0 0,-1-1 0,1 1 0,0 0 0,0-1 0,-1 1 0,1-1 0,0 0 0,0 1 0,-1-1 0,1 0 0,-1 0 0,1 0 0,-1 0 0,1 0 0,-1-1 0,0 1 0,1 0 0,-1-1 0,0 1 0,0 0 0,0-1 0,0 0 0,0 1 0,0-1 0,0-1 0,2-5 0,-1 1 0,1-1 0,-2 0 0,1 1 0,-1-1 0,0 0 0,-1-14 0,1-3 0,-1 24 0,0 0 0,0 0 0,0 1 0,0-1 0,1 0 0,-1 0 0,0 1 0,0-1 0,0 0 0,1 1 0,-1-1 0,0 0 0,1 1 0,-1-1 0,0 0 0,1 1 0,-1-1 0,1 0 0,-1 1 0,1-1 0,0 1 0,-1-1 0,1 1 0,-1 0 0,1-1 0,0 1 0,-1-1 0,1 1 0,0 0 0,-1 0 0,1-1 0,0 1 0,0 0 0,-1 0 0,1 0 0,0 0 0,0 0 0,-1 0 0,1 0 0,0 0 0,0 0 0,-1 0 0,1 0 0,0 1 0,0-1 0,-1 0 0,1 1 0,1-1 0,5 3 0,1 1 0,-1-1 0,13 9 0,-8-4 0,73 32 0,-74-36 0,1-1 0,-1 1 0,1-2 0,-1 1 0,24 0 0,-32-3 0,0 0 0,0 0 0,0 0 0,0 0 0,0-1 0,-1 1 0,1-1 0,0 0 0,0 0 0,0 0 0,0 0 0,-1-1 0,1 1 0,-1-1 0,1 1 0,-1-1 0,1 0 0,-1 0 0,0 0 0,3-4 0,-3 3 0,0-1 0,0 0 0,0 0 0,0 0 0,-1 0 0,1-1 0,-1 1 0,0 0 0,0-1 0,-1 1 0,1-1 0,-1-8 0,-1 6 7,0 0 0,0 0 0,-1 0 0,1 0 0,-2 0 1,1 0-1,-1 0 0,0 1 0,0-1 0,-1 1 0,0 0 0,0 0 0,0 0 0,-1 0 0,0 1 0,-7-7 0,5 6-121,0 0 0,0 1-1,0-1 1,-1 2 0,0-1 0,0 1-1,0 0 1,-1 0 0,1 1 0,-1 0-1,0 1 1,-15-2 0,11 3-6712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4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24575,'6'4'0,"-1"0"0,0 0 0,-1 0 0,1 1 0,-1 0 0,0-1 0,0 2 0,0-1 0,2 6 0,7 7 0,10 17 0,-17-25 0,0 0 0,0-1 0,1 0 0,0-1 0,1 1 0,9 7 0,-16-15 0,-1-1 0,0 1 0,1-1 0,-1 0 0,1 1 0,-1-1 0,1 0 0,0 0 0,-1 1 0,1-1 0,-1 0 0,1 0 0,-1 0 0,1 0 0,0 0 0,-1 0 0,1 0 0,-1 0 0,1 0 0,0 0 0,-1 0 0,1 0 0,-1 0 0,1 0 0,0 0 0,-1-1 0,2 1 0,-1-1 0,0 0 0,-1 0 0,1 0 0,0 0 0,0 0 0,0 0 0,-1 0 0,1 0 0,0-1 0,-1 1 0,1 0 0,0-2 0,1-3 0,-1-1 0,1 0 0,0-12 0,-1 0 0,0 2 0,0 0 0,1 0 0,0 1 0,2-1 0,0 1 0,0-1 0,9-16 0,-12 31 0,0 0 0,0 0 0,0 0 0,1 0 0,-1 1 0,1-1 0,-1 0 0,1 0 0,0 1 0,0-1 0,0 1 0,0 0 0,0 0 0,0-1 0,0 1 0,0 0 0,3 0 0,-1 0 0,0 0 0,1 0 0,-1 1 0,0-1 0,1 1 0,-1 0 0,1 1 0,6 0 0,5 3 0,0 0 0,0 1 0,25 13 0,-15-6 0,-1 1 0,-1 2 0,0 0 0,-1 2 0,-1 0 0,25 26 0,-44-41-54,-1 0-1,0 0 0,1 1 1,-1 0-1,0-1 1,0 1-1,-1 0 0,1 0 1,-1 0-1,1 0 1,-1 0-1,0 0 0,0 0 1,0 0-1,0 1 0,-1-1 1,0 0-1,1 1 1,-1-1-1,0 0 0,0 1 1,-1-1-1,1 0 1,-2 6-1,-2 0-6771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2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807 30 24575,'43'-10'0,"-17"4"0,-1 1 0,1 1 0,51-1 0,-126 20 0,24-10 0,0 0 0,-50 2 0,-53-7 0,61-2 0,-11 3 0,0-1 0,-94-10 0,139 6 0,0 2 0,0 0 0,-33 5 0,49-1 42,1 1 0,-18 6-1,17-5-786,-29 5 0,34-7-6081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3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526 0 24575,'-25'3'0,"-15"0"0,-5 0 0,-1-1 0,0 0 0,4-1 0,6 0 0,4-1 0,3 0 0,1 3 0,3 0 0,1 0 0,2-1 0,0 2 0,-1 1 0,0-2 0,5 0-8191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24575,'147'75'0,"117"57"0,9-16 0,-165-71 0,-104-44 0,2 2 0,0-1 0,-1 1 0,1-1 0,-1 2 0,9 6 0,-13-10 0,0 1 0,0 0 0,-1 0 0,1 0 0,0 0 0,0 0 0,-1 0 0,1 0 0,-1 0 0,1 0 0,-1 0 0,0 0 0,1 0 0,-1 0 0,0 1 0,0-1 0,1 0 0,-1 0 0,0 0 0,0 0 0,-1 1 0,1-1 0,0 0 0,0 0 0,0 0 0,-1 0 0,1 0 0,-1 1 0,1-1 0,-1 0 0,1 0 0,-1 0 0,1 0 0,-1 0 0,0-1 0,0 1 0,0 1 0,-6 4 0,0 0 0,0 0 0,0-1 0,0 0 0,-1 0 0,0 0 0,0-1 0,-14 5 0,2 0 0,-79 33 0,-17 9 0,73-26 57,29-17-531,0 0 0,-21 9 0,23-13-6352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8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15 24575,'-3'-14'0,"3"14"0,1 0 0,-1 0 0,0 0 0,0 0 0,0 0 0,0 0 0,1 0 0,-1 0 0,0-1 0,0 1 0,0 0 0,1 0 0,-1 1 0,0-1 0,0 0 0,0 0 0,1 0 0,-1 0 0,0 0 0,0 0 0,0 0 0,0 0 0,1 0 0,-1 0 0,0 0 0,0 0 0,0 1 0,0-1 0,0 0 0,1 0 0,-1 0 0,0 0 0,0 0 0,0 1 0,0-1 0,19 22 0,60 84 0,121 123 0,115 73 0,-171-170 0,-128-114 0,-16-18 0,0 0 0,0 0 0,0 0 0,0 0 0,0 0 0,-1 0 0,1 0 0,0 0 0,0 0 0,0 0 0,0 0 0,0 0 0,0 0 0,0 0 0,0 0 0,0 0 0,0 0 0,0 0 0,0 0 0,0 0 0,0 0 0,0 0 0,0 0 0,0 0 0,0 1 0,-1-1 0,1 0 0,0 0 0,0 0 0,0 0 0,0 0 0,0 0 0,0 0 0,0 0 0,0 0 0,0 0 0,0 0 0,0 0 0,0 0 0,0 0 0,0 0 0,0 0 0,0 0 0,0 0 0,0 0 0,0 0 0,0 1 0,0-1 0,0 0 0,0 0 0,0 0 0,0 0 0,0 0 0,0 0 0,0 0 0,0 0 0,0 0 0,0 0 0,0 0 0,0 0 0,0 0 0,-11-7 0,-43-36 0,2-2 0,2-2 0,2-3 0,-63-84 0,88 102-1365,4 6-5461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9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5 24575,'1'-1'0,"1"0"0,0 1 0,0-1 0,-1 1 0,1-1 0,0 1 0,0 0 0,0 0 0,3 0 0,-5 0 0,1 1 0,-1-1 0,1 0 0,-1 1 0,1-1 0,-1 1 0,1-1 0,-1 1 0,1-1 0,-1 1 0,1-1 0,-1 1 0,0 0 0,1-1 0,-1 1 0,0-1 0,1 1 0,-1 0 0,0-1 0,0 1 0,0 0 0,0-1 0,0 1 0,0 0 0,0-1 0,0 1 0,0 0 0,0 0 0,0-1 0,0 2 0,-1 10 0,-1 1 0,0-1 0,-7 22 0,1-5 0,-19 107 0,-7 33 0,-26 48 0,59-213-170,0-1-1,0 1 0,-1-1 1,1 0-1,-1 0 0,1 1 1,-4 3-1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9:59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24575,'-3'3'0,"-1"0"0,1 0 0,0 1 0,0-1 0,0 1 0,0 0 0,1 0 0,0 0 0,0 0 0,0 0 0,0 1 0,0-1 0,-1 8 0,-2 8 0,-3 33 0,7-50 0,-16 224 0,8-83 0,-10 144 0,18-266 0,0 1 0,2-1 0,1 0 0,0 0 0,1 0 0,2 0 0,10 30 0,-11-39 0,2-1 0,-1 0 0,2 0 0,-1 0 0,2-1 0,0 0 0,0 0 0,1-1 0,0 0 0,0-1 0,1 0 0,1 0 0,16 10 0,-15-12 0,0 0 0,19 8 0,-27-14 0,0 1 0,-1-1 0,1 0 0,0 0 0,0 0 0,0-1 0,0 1 0,0-1 0,0 0 0,0 0 0,0-1 0,0 1 0,5-2 0,0-3-1365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0 257 24575,'57'1'0,"-12"0"0,86-9 0,-125 7 0,0 0 0,0-1 0,0 0 0,0 0 0,-1-1 0,1 1 0,-1-1 0,0-1 0,0 1 0,0-1 0,0 1 0,0-1 0,-1-1 0,1 1 0,-1-1 0,6-8 0,-8 10 0,0-1 0,0 0 0,0 1 0,0-1 0,-1 0 0,0 0 0,1 0 0,-1 0 0,-1 0 0,1 0 0,-1 0 0,1 0 0,-1 0 0,0 0 0,0 0 0,-1 0 0,0 0 0,1 0 0,-1 0 0,0 0 0,-1 0 0,1 0 0,-1 0 0,0 1 0,-3-7 0,-1 2 0,0 0 0,0 0 0,0 0 0,-1 1 0,0 0 0,-1 0 0,-12-8 0,17 13 0,0 0 0,0 0 0,0 1 0,0-1 0,0 1 0,0 0 0,-1 0 0,1 0 0,0 0 0,-1 1 0,1 0 0,-1-1 0,1 1 0,0 0 0,-1 0 0,1 1 0,-1-1 0,1 1 0,0 0 0,-1 0 0,1 0 0,0 0 0,0 0 0,0 1 0,-5 2 0,3 0 0,0-1 0,1 1 0,-1 0 0,1 0 0,0 1 0,0-1 0,0 1 0,1 0 0,0 0 0,-5 8 0,4-4 0,1-1 0,0 1 0,0 0 0,1 0 0,0 0 0,-1 14 0,3-11 0,-1 0 0,2 0 0,-1 0 0,2 1 0,0-1 0,0-1 0,1 1 0,0 0 0,1-1 0,10 21 0,-8-23 0,0-1 0,0 0 0,0 0 0,1-1 0,0 0 0,1 0 0,0-1 0,16 11 0,-9-8 0,0 0 0,1-1 0,0-1 0,23 7 0,-21-10 0,0 0 0,1-1 0,-1-1 0,1-1 0,0-1 0,35-3 0,-53 3-44,0 0 0,0 0 0,0 0 0,0 0 0,0-1 0,0 1 0,0 0 0,0 0 0,0-1 0,0 1 0,0 0 0,0-1 0,-1 1 0,1-1 0,0 1 0,0-1 0,0 0 0,-1 1-1,1-1 1,0 0 0,-1 1 0,1-1 0,-1 0 0,1 0 0,-1 0 0,1 0 0,-1 1 0,1-1 0,-1 0 0,1-2 0,-1-6-6782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24575,'-3'6'0,"-1"0"0,1 0 0,1 0 0,-1 0 0,1 0 0,0 1 0,0-1 0,1 1 0,0-1 0,0 1 0,1-1 0,-1 1 0,1 0 0,2 8 0,0 3 0,1 1 0,0-1 0,12 33 0,6-1 0,50 89 0,-35-72 0,-35-65 0,10 20 0,-11-21 0,0 0 0,1 0 0,-1 0 0,0-1 0,1 1 0,-1 0 0,0 0 0,0 0 0,0 0 0,0 0 0,0 0 0,0 0 0,0 0 0,0 0 0,0 0 0,-1 0 0,1 0 0,0 0 0,-1 0 0,0 1 0,1-2 0,-1 0 0,1 0 0,-1 1 0,0-1 0,1 0 0,-1 0 0,1 0 0,-1 0 0,0 0 0,1 0 0,-1 0 0,1 0 0,-1 0 0,0 0 0,1 0 0,-1 0 0,1 0 0,-1-1 0,0 1 0,1 0 0,-1 0 0,1-1 0,-1 1 0,1 0 0,-1-1 0,0 0 0,-18-12 0,15 10 0,-17-13 0,0-1 0,2 0 0,0-2 0,-28-35 0,45 53 0,1-1 0,0 0 0,-1 0 0,1 0 0,0 0 0,0 0 0,0 0 0,1 0 0,-1-1 0,0 1 0,1 0 0,-1 0 0,1-1 0,0 1 0,0 0 0,0 0 0,0-3 0,0 3 0,1 1 0,-1 0 0,1-1 0,0 1 0,-1 0 0,1 0 0,0-1 0,0 1 0,0 0 0,0 0 0,0 0 0,0 0 0,0 0 0,0 0 0,0 0 0,1 0 0,-1 1 0,0-1 0,1 0 0,-1 1 0,0-1 0,1 1 0,-1-1 0,1 1 0,-1 0 0,1 0 0,1-1 0,10 0 0,0 0 0,25 2 0,-27 0 0,0-1 0,0 0 0,1 0 0,17-4 0,-16-1-1365,-3-1-5461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24575,'0'-10'0,"0"-1"0,0 5 0,0 4 0,0 9 0,0 5 0,0 3 0,0-1-8191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1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17 24575,'0'-1'0,"-1"0"0,1 0 0,0 0 0,0 1 0,-1-1 0,1 0 0,-1 0 0,1 0 0,-1 0 0,1 1 0,-1-1 0,1 0 0,-1 1 0,0-1 0,1 0 0,-1 1 0,0-1 0,0 1 0,1-1 0,-1 1 0,0-1 0,-1 0 0,1 1 0,0 0 0,0 0 0,0 0 0,0 0 0,0 1 0,0-1 0,0 0 0,0 0 0,0 1 0,0-1 0,0 0 0,0 1 0,0-1 0,1 1 0,-1-1 0,0 1 0,-1 0 0,-1 3 0,-1-1 0,1 1 0,0-1 0,-1 1 0,2 0 0,-1 0 0,-3 7 0,-3 11 0,1 1 0,2-1 0,0 2 0,1-1 0,1 0 0,1 1 0,1 0 0,2 0 0,4 46 0,-2-52 0,1 1 0,1-1 0,0 0 0,2 0 0,0-1 0,1 1 0,0-1 0,2 0 0,0-1 0,18 24 0,-25-36-40,51 57 205,-47-55-351,1 0 0,0-1-1,0 1 1,0-1 0,0-1 0,1 0-1,9 5 1,-7-6-6640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2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24575,'0'7'0,"0"0"0,1 0 0,0-1 0,0 1 0,0 0 0,1-1 0,0 0 0,0 1 0,1-1 0,-1 0 0,5 7 0,-1-6 0,-1 0 0,1 0 0,0 0 0,1 0 0,-1-1 0,1 0 0,13 8 0,3 1 0,0-1 0,1-1 0,0-2 0,41 15 0,-54-23 0,-1-1 0,1 0 0,14 1 0,-20-3 0,0 0 0,0 0 0,0 0 0,0-1 0,0 1 0,0-1 0,0-1 0,0 1 0,5-3 0,-8 3 0,0 0 0,0-1 0,-1 1 0,1 0 0,-1-1 0,1 0 0,-1 1 0,0-1 0,1 0 0,-1 0 0,0 0 0,0 0 0,0 1 0,-1-2 0,1 1 0,0 0 0,-1 0 0,1 0 0,-1 0 0,0 0 0,0 0 0,0 0 0,0-1 0,0 1 0,-1-3 0,1-3 0,-1-1 0,-1 1 0,0 0 0,0 0 0,-4-10 0,-17-35 0,23 53 0,-1 0 0,1-1 0,0 1 0,0-1 0,0 1 0,0-1 0,-1 1 0,1 0 0,0-1 0,0 1 0,0-1 0,0 1 0,0-1 0,0 1 0,0-1 0,0 1 0,0 0 0,0-1 0,1 1 0,-1-1 0,0 1 0,0-1 0,0 1 0,0 0 0,1-1 0,-1 1 0,0-1 0,0 1 0,1 0 0,-1-1 0,1 1 0,0-1 0,0 1 0,0-1 0,0 1 0,0 0 0,0-1 0,1 1 0,-1 0 0,0 0 0,0 0 0,0 0 0,0 0 0,2 0 0,6 2 0,-1-1 0,14 6 0,-20-7 0,5 3 0,-1-2 0,0 1 0,0-1 0,1 0 0,-1-1 0,1 1 0,-1-1 0,1 0 0,10-2 0,-14 1 0,0 0 0,0 0 0,0 0 0,-1 0 0,1 0 0,0-1 0,0 1 0,-1-1 0,1 0 0,-1 0 0,1 0 0,-1 0 0,0 0 0,0 0 0,0-1 0,0 1 0,0-1 0,-1 1 0,1-1 0,-1 0 0,1 0 0,0-3 0,0 2 7,-1 0-1,0 0 0,0-1 0,0 1 1,0 0-1,-1 0 0,0 0 1,1 0-1,-2-1 0,1 1 1,0 0-1,-1 0 0,0 0 0,0 0 1,0-1-1,0 2 0,-1-1 1,-2-6-1,0 4-155,-1 0 1,1 0-1,-1 1 1,0-1-1,0 1 1,0 0-1,-1 1 1,0-1-1,-10-5 1,3 2-6678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24575,'-5'3'0,"-1"5"0,-1 6 0,5 7 0,2 3 0,0 3 0,4 2 0,1 1 0,1 0 0,1 0 0,-2-2 0,2-2 0,-1-2 0,-2-3 0,-1-3 0,-1-4-8191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18 24575,'-27'-5'0,"-11"-1"0,-2 2 0,4 2 0,5 2 0,5 2 0,5 2 0,4 0 0,4-1-8191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3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24575,'18'-7'0,"10"-3"0,30-7 0,-50 15 0,0 0 0,1 1 0,-1 0 0,0 1 0,1-1 0,-1 2 0,0-1 0,13 3 0,-18-2 0,0 0 0,-1 0 0,1 0 0,-1 0 0,1 0 0,-1 1 0,1-1 0,-1 1 0,0-1 0,1 1 0,-1 0 0,0 0 0,0 0 0,0 0 0,2 4 0,-2-2 0,0 0 0,1 1 0,-1-1 0,-1 1 0,1-1 0,-1 1 0,0 0 0,1 6 0,-1 1 0,0-1 0,-1 1 0,0 0 0,-1-1 0,-1 1 0,-5 20 0,4-21 0,-1-1 0,0 1 0,0-1 0,-1 0 0,-1-1 0,-10 15 0,3-7 0,-1-1 0,-24 20 0,38-35 0,-1-1 0,1 1 0,-1-1 0,0 0 0,1 1 0,-1 0 0,1-1 0,-1 1 0,1-1 0,0 1 0,-1 0 0,1-1 0,0 1 0,-1 0 0,1-1 0,0 1 0,0 0 0,-1-1 0,1 1 0,0 0 0,0 1 0,0-2 0,1 1 0,-1-1 0,0 1 0,1-1 0,-1 1 0,0-1 0,1 1 0,-1-1 0,1 0 0,-1 1 0,1-1 0,-1 0 0,1 1 0,-1-1 0,1 0 0,-1 0 0,1 1 0,-1-1 0,1 0 0,-1 0 0,1 0 0,6 1 0,0 0 0,0 0 0,10-1 0,-14 0 0,40 1 0,86-4 0,-94-5-1365,-26 6-5461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24575,'0'-1'0,"0"1"0,1 0 0,-1 0 0,1-1 0,-1 1 0,0 0 0,1 0 0,-1 0 0,1 0 0,-1 0 0,1-1 0,-1 1 0,0 0 0,1 0 0,-1 0 0,1 0 0,-1 0 0,1 0 0,-1 0 0,0 1 0,1-1 0,-1 0 0,1 0 0,-1 0 0,0 0 0,1 0 0,-1 1 0,1-1 0,-1 0 0,0 0 0,1 1 0,-1-1 0,0 0 0,1 1 0,-1-1 0,0 0 0,0 1 0,1-1 0,-1 0 0,0 1 0,0-1 0,1 1 0,10 20 0,-10-19 0,14 32 0,-8-14 0,2-1 0,14 23 0,2-1-1365,-21-33-5461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24575,'15'20'0,"5"8"0,1 3 0,-3-2 0,-4-4 0,-5-3 0,-4-5-8191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4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23 24575,'-30'-7'0,"-14"-1"0,-2 2 0,1 4 0,4 5 0,7 2 0,6 2 0,8 1-8191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5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28 24575,'-8'-14'0,"8"14"0,0-1 0,-1 1 0,1-1 0,0 1 0,-1-1 0,1 1 0,0-1 0,0 0 0,-1 1 0,1-1 0,0 1 0,0-1 0,0 0 0,0 1 0,0-1 0,0 0 0,0 1 0,0-1 0,0 1 0,1-2 0,-1 2 0,1 0 0,-1 0 0,1 0 0,-1 0 0,1 0 0,-1 0 0,1 0 0,-1 0 0,1 1 0,-1-1 0,1 0 0,-1 0 0,1 0 0,-1 1 0,1-1 0,-1 0 0,1 1 0,-1-1 0,0 0 0,1 1 0,12 11 0,-9-8 0,29 28 0,-1 1 0,34 47 0,44 82 0,-93-134 0,-2 0 0,-1 0 0,13 38 0,-22-52 0,-1 1 0,-1-1 0,0 0 0,-1 1 0,0 0 0,-1 0 0,-1-1 0,0 1 0,-4 19 0,3-27 10,-1 0 0,0 0 0,-1 0 0,0 0 0,0 0 0,0-1 0,-1 1 0,0-1 0,0 0 0,0 0 0,-7 7 0,2-4-258,-1-1 1,0 1-1,0-1 1,0-1-1,-19 10 1,7-6-6579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36 24575,'-3'-5'0,"2"3"0,0 0 0,1 0 0,-1 0 0,0 0 0,0 0 0,1-1 0,-1 1 0,1 0 0,0-1 0,0 1 0,0-3 0,0 5 0,0-1 0,0 1 0,0 0 0,0 0 0,0 0 0,0 0 0,0 0 0,0 0 0,0 0 0,0 0 0,0 0 0,0 0 0,0 0 0,0 0 0,0 0 0,0-1 0,0 1 0,1 0 0,-1 0 0,0 0 0,0 0 0,0 0 0,0 0 0,0 0 0,0 0 0,0 0 0,0 0 0,0 0 0,0 0 0,0 0 0,0 0 0,1 0 0,-1 0 0,0 0 0,0 0 0,0 0 0,0 0 0,0 0 0,0 0 0,0 0 0,0 0 0,0 0 0,0 0 0,0 0 0,1 0 0,-1 0 0,0 0 0,0 0 0,0 1 0,0-1 0,0 0 0,0 0 0,5 5 0,3 8 0,163 355 0,-161-344 0,49 136 0,-48-127 0,-3 0 0,10 65 0,-17-84 0,-1-1 0,0 1 0,-1 0 0,0-1 0,-1 1 0,-1-1 0,0 0 0,0 0 0,-2 0 0,-10 23 0,10-26 0,0-1 0,-1 0 0,0 0 0,0-1 0,-1 1 0,0-1 0,-1-1 0,0 1 0,0-1 0,0-1 0,-1 0 0,0 0 0,-1 0 0,-11 4 0,-59 24-1365,64-27-5461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7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23 24575,'1'0'0,"0"-1"0,0 1 0,1 0 0,-1-1 0,0 1 0,0 0 0,0-1 0,0 0 0,-1 1 0,1-1 0,0 1 0,0-1 0,1-1 0,-2 2 0,0 0 0,-1-1 0,1 1 0,0 0 0,0 0 0,0 0 0,0-1 0,0 1 0,0 0 0,-1 0 0,1-1 0,0 1 0,0 0 0,0 0 0,-1 0 0,1 0 0,0 0 0,0-1 0,0 1 0,-1 0 0,1 0 0,0 0 0,0 0 0,-1 0 0,1 0 0,0 0 0,0 0 0,-1 0 0,1 0 0,0 0 0,0 0 0,-1 0 0,-33-3 0,-44 4 0,-64-2 0,140 1-105,1 0 0,-1 0 0,1-1 0,-1 1 0,1-1 0,-1 1 0,1-1 0,0 1 0,-1-1 0,1 0 0,0 1 0,-3-3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29 24575,'-27'-5'0,"-12"-2"0,-1 1 0,4 1 0,2 1 0,6 2 0,4 4 0,4 0 0,3 4 0,2 0 0,4 1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8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38 24575,'0'-1'0,"-1"-3"0,0 1 0,0-1 0,1 0 0,0 1 0,-1-1 0,2 0 0,-1-4 0,0 8 0,0 0 0,0 0 0,1 0 0,-1-1 0,0 1 0,0 0 0,0 0 0,0 0 0,0 0 0,0 0 0,1-1 0,-1 1 0,0 0 0,0 0 0,0 0 0,0 0 0,0 0 0,1 0 0,-1 0 0,0 0 0,0 0 0,0-1 0,1 1 0,-1 0 0,0 0 0,0 0 0,0 0 0,1 0 0,-1 0 0,0 0 0,0 0 0,0 0 0,1 1 0,-1-1 0,0 0 0,0 0 0,0 0 0,0 0 0,1 0 0,-1 0 0,0 0 0,0 0 0,0 0 0,0 1 0,1-1 0,-1 0 0,0 0 0,0 0 0,0 0 0,0 0 0,0 1 0,0-1 0,0 0 0,0 0 0,1 0 0,-1 0 0,0 1 0,0-1 0,10 13 0,-9-12 0,35 51 0,4 5 0,88 99 0,74 32 0,-103-98 0,-39-39 0,21 21 0,-81-71 0,1-1 0,0 1 0,-1-1 0,1 1 0,-1 0 0,1-1 0,-1 1 0,1 0 0,-1-1 0,1 1 0,-1 0 0,0 0 0,1 0 0,-1-1 0,0 2 0,0-1 0,0-1 0,0 0 0,0 0 0,0 1 0,0-1 0,0 0 0,-1 0 0,1 1 0,0-1 0,0 0 0,0 0 0,0 0 0,-1 1 0,1-1 0,0 0 0,0 0 0,0 0 0,-1 0 0,1 0 0,0 1 0,0-1 0,-1 0 0,1 0 0,0 0 0,0 0 0,-1 0 0,1 0 0,0 0 0,-1 0 0,1 0 0,-3 0 0,1 0 0,-1 0 0,0 0 0,1-1 0,-1 1 0,0-1 0,-4-2 0,-3-2-341,0 0 0,0-1-1,-15-12 1,9 6-6485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8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76 24575,'-6'-15'0,"4"8"0,0 0 0,-1 0 0,0 0 0,0 1 0,-1-1 0,-7-9 0,11 15 0,0 1 0,0 0 0,0 0 0,-1 0 0,1 0 0,0-1 0,0 1 0,0 0 0,0 0 0,0 0 0,-1 0 0,1 0 0,0 0 0,0-1 0,0 1 0,0 0 0,-1 0 0,1 0 0,0 0 0,0 0 0,0 0 0,-1 0 0,1 0 0,0 0 0,0 0 0,0 0 0,0 0 0,-1 0 0,1 0 0,0 0 0,0 0 0,0 0 0,-1 0 0,1 0 0,0 0 0,0 1 0,0-1 0,0 0 0,-1 0 0,1 0 0,0 0 0,0 0 0,0 0 0,0 0 0,0 1 0,-1-1 0,1 0 0,0 0 0,0 0 0,0 0 0,0 1 0,0-1 0,0 0 0,0 0 0,0 0 0,0 1 0,0-1 0,0 0 0,0 0 0,0 0 0,0 1 0,0-1 0,-3 15 0,3-14 0,0 99 0,0-1 0,-1-82 0,-1-1 0,-1 0 0,0 0 0,-6 17 0,-4-2 0,0 0 0,-24 37 0,23-45 0,1 1 0,1 1 0,1-1 0,-11 43 0,20-60-124,0 1 0,1-1 0,0 1 0,1 0 0,0-1 0,0 1-1,0 0 1,1-1 0,1 1 0,2 10 0,-1-9-6702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9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3 24575,'-3'-1'0,"0"0"0,0 1 0,1 0 0,-1 0 0,0-1 0,0 2 0,1-1 0,-1 0 0,0 0 0,0 1 0,1 0 0,-1-1 0,0 1 0,1 0 0,-1 0 0,-2 2 0,1 0 0,-1 0 0,2 0 0,-1 1 0,0-1 0,1 1 0,-1-1 0,1 1 0,-4 6 0,-1 5 0,0 0 0,1 0 0,0 1 0,-5 21 0,-1 7 0,3 0 0,1 0 0,3 1 0,-2 77 0,8-104 0,1 0 0,0-1 0,1 1 0,1-1 0,1 1 0,1-1 0,0 0 0,1 0 0,1-1 0,0 0 0,2 0 0,-1-1 0,2 0 0,0 0 0,1-1 0,0 0 0,24 21 0,-16-18 40,2-1 0,36 22 0,-45-31-252,1-1 0,0 0 0,0 0-1,0-1 1,1-1 0,19 3 0,-17-5-6614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18 261 24575,'44'-14'0,"-12"5"0,41-19 0,-65 24 0,0 0 0,0 0 0,-1 0 0,0-1 0,0-1 0,0 1 0,0-1 0,-1 0 0,0-1 0,6-7 0,-10 11 0,0 1 0,0-1 0,-1 0 0,1 0 0,-1 0 0,0 0 0,0 0 0,0 0 0,0 0 0,0 0 0,-1 0 0,1-1 0,-1 1 0,0 0 0,0 0 0,0-1 0,0 1 0,-1 0 0,1 0 0,-1 0 0,0-1 0,0 1 0,0 0 0,0 0 0,-2-3 0,0 1 0,-1 1 0,1 0 0,0 0 0,-1 0 0,0 1 0,0-1 0,0 1 0,0 0 0,-1 0 0,1 0 0,-1 0 0,0 1 0,0 0 0,-8-3 0,5 3 0,0 0 0,0 0 0,-1 1 0,1 0 0,0 0 0,0 1 0,-1 0 0,1 0 0,0 1 0,0 0 0,0 1 0,-9 2 0,13-3 0,0 1 0,0-1 0,0 1 0,1 0 0,-1 1 0,0-1 0,1 0 0,0 1 0,-1 0 0,1 0 0,0 0 0,0 0 0,1 0 0,-1 1 0,1-1 0,-1 1 0,1 0 0,0 0 0,1 0 0,-1 0 0,1 0 0,-1 0 0,1 0 0,-1 7 0,1-2 0,0-1 0,1 1 0,0 0 0,0 0 0,1-1 0,0 1 0,1 0 0,-1-1 0,2 1 0,-1-1 0,5 11 0,-1-9 0,-1 0 0,1 0 0,1-1 0,0 1 0,0-1 0,1-1 0,17 16 0,-7-10 0,0 0 0,2-1 0,-1-1 0,2-1 0,-1 0 0,1-2 0,1 0 0,0-2 0,0 0 0,0-2 0,1 0 0,0-1 0,0-2 0,0 0 0,33-2 0,-22-6-1365,-21 2-5461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24575,'4'-2'0,"-1"1"0,1 0 0,-1 0 0,1 1 0,0-1 0,-1 1 0,1-1 0,-1 1 0,1 0 0,0 0 0,-1 1 0,1-1 0,0 1 0,4 1 0,-2 0 0,-1 1 0,0-1 0,0 1 0,-1 0 0,1 0 0,0 0 0,-1 1 0,7 6 0,-1 2 0,0 0 0,0 1 0,-2 0 0,1 0 0,10 26 0,86 233 0,-104-268 0,1 1 0,-1-1 0,0 1 0,0 0 0,-1-1 0,1 7 0,-1-10 0,0 0 0,0 0 0,0 0 0,-1 0 0,1 0 0,0 0 0,0-1 0,-1 1 0,1 0 0,-1 0 0,1 0 0,-1 0 0,1-1 0,-1 1 0,1 0 0,-1 0 0,0-1 0,1 1 0,-1 0 0,0-1 0,0 1 0,1-1 0,-1 1 0,0-1 0,0 1 0,0-1 0,0 0 0,0 1 0,0-1 0,1 0 0,-1 0 0,0 1 0,0-1 0,0 0 0,0 0 0,-2 0 0,-2-1 0,-1 1 0,1-1 0,0 0 0,-1 0 0,1 0 0,0-1 0,-5-2 0,-36-17 0,34 14 0,2 2 0,0-1 0,0 0 0,1-1 0,0 0 0,0 0 0,1-1 0,0 0 0,-9-12 0,14 16 0,0 0 0,1 0 0,0 0 0,0-1 0,0 1 0,0 0 0,1-1 0,-1 1 0,0-10 0,2 11 0,-1-1 0,1 1 0,1 0 0,-1-1 0,1 1 0,-1-1 0,1 1 0,0 0 0,0-1 0,0 1 0,1 0 0,-1 0 0,1 0 0,3-6 0,-1 5 0,0 0 0,0 0 0,0 0 0,0 1 0,0-1 0,1 1 0,-1 0 0,1 0 0,0 1 0,0-1 0,0 1 0,0 0 0,9-2 0,7 0 0,0 0 0,24-1 0,-36 4 0,-4 1-273,0-1 0,0 0 0,0 0 0,8-3 0,0-2-6553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24575,'8'2'0,"4"7"0,1 3 0,-3 2 0,-2 4 0,-3 4 0,-2 0 0,-2 0 0,0-3 0,-2-4-8191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0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89 24575,'-1'-1'0,"1"1"0,-1 0 0,0 0 0,0 0 0,1 0 0,-1 1 0,0-1 0,1 0 0,-1 0 0,0 0 0,1 0 0,-1 1 0,0-1 0,1 0 0,-1 1 0,0-1 0,1 1 0,-1-1 0,1 0 0,-1 1 0,0-1 0,1 1 0,-1 0 0,1-1 0,0 1 0,-1-1 0,1 1 0,-1 1 0,1-1 0,-1 1 0,1 0 0,0-1 0,0 1 0,0 0 0,0 0 0,0-1 0,0 1 0,1 0 0,-1-1 0,2 4 0,1 3 0,0 1 0,1-1 0,8 12 0,-6-12 0,1 0 0,0 0 0,0-1 0,0 0 0,1-1 0,-1 1 0,2-1 0,-1-1 0,1 0 0,0 0 0,13 5 0,-7-4 0,1-1 0,0 0 0,0-1 0,0-1 0,0-1 0,21 1 0,-34-2 0,0-1 0,0 0 0,-1 0 0,1-1 0,0 1 0,0 0 0,-1-1 0,1 0 0,0 0 0,-1 0 0,1 0 0,-1 0 0,1 0 0,-1-1 0,1 1 0,3-4 0,-3 2 0,-1 0 0,0 0 0,0 0 0,0 0 0,0 0 0,-1-1 0,1 1 0,-1-1 0,0 1 0,0-1 0,0 1 0,0-6 0,1-7 0,-1 0 0,-1 1 0,0-1 0,-1 0 0,-6-30 0,5 30 0,1 14 0,1 0 0,0 0 0,-1 0 0,1 0 0,0 0 0,0 0 0,1 0 0,-1 0 0,0 0 0,1 0 0,-1 0 0,1 0 0,0-1 0,0 2 0,-1 0 0,1 0 0,0 1 0,0-1 0,-1 1 0,1-1 0,0 0 0,0 1 0,0-1 0,0 1 0,-1 0 0,1-1 0,0 1 0,0 0 0,0 0 0,0-1 0,0 1 0,0 0 0,0 0 0,0 0 0,0 0 0,0 0 0,0 0 0,0 0 0,0 1 0,0-1 0,2 1 0,79 16 0,-80-17 5,-1 1 1,1-1-1,-1 0 0,1 0 0,0 0 0,-1 0 1,1 0-1,-1-1 0,1 1 0,0 0 1,-1-1-1,1 1 0,-1-1 0,1 1 0,-1-1 1,0 0-1,1 1 0,-1-1 0,0 0 0,1 0 1,-1 0-1,1-2 0,-1 2-53,-1 0 0,1 0 0,-1 0 0,1 0 0,-1 0 1,0 0-1,0 0 0,1 0 0,-1 0 0,0-1 0,0 1 0,0 0 0,0 0 0,0 0 0,-1 0 1,1 0-1,0 0 0,0-1 0,-1 1 0,1 0 0,-1 0 0,1 0 0,-1 0 0,1 0 0,-1 0 0,0 0 1,1 0-1,-1 1 0,0-1 0,-1-1 0,-7-7-6778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1 143 24575,'3'1'0,"0"-1"0,1 0 0,-1 1 0,0 0 0,0 0 0,0 0 0,1 0 0,-1 0 0,0 1 0,-1-1 0,5 4 0,29 24 0,-10-7 0,74 43 0,-15-11 0,-82-52 0,-1 0 0,0-1 0,1 1 0,0-1 0,-1 0 0,1 0 0,0 0 0,-1 0 0,1 0 0,0-1 0,3 1 0,-5-1 0,0 0 0,0 0 0,0 0 0,0-1 0,0 1 0,0 0 0,0-1 0,0 1 0,0 0 0,0-1 0,0 1 0,0-1 0,0 1 0,0-1 0,-1 0 0,1 1 0,0-1 0,0 0 0,-1 0 0,1 0 0,-1 1 0,1-1 0,0 0 0,-1 0 0,0 0 0,1 0 0,-1 0 0,1 0 0,-1 0 0,0 0 0,0 0 0,0 0 0,0-2 0,2-10 0,-1-1 0,0 1 0,-2-1 0,1 1 0,-2-1 0,-4-22 0,-3 2 0,-17-45 0,23 73-91,-15-37 314,17 40-373,-1 0 0,0-1 1,-1 1-1,1 0 0,0 0 1,-1 0-1,0 0 0,0 1 1,-4-4-1,-3 0-6676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0:1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72 24575,'-5'-9'0,"0"1"0,0-1 0,0 0 0,1 0 0,-5-17 0,9 26 0,0 0 0,0 0 0,0 0 0,0 0 0,0 0 0,0 0 0,0 0 0,0 0 0,0 1 0,0-1 0,1 0 0,-1 0 0,0 0 0,0 0 0,0 0 0,0 0 0,0 0 0,0 0 0,0 0 0,0 0 0,0 0 0,0 0 0,0 0 0,0 0 0,0 0 0,0 0 0,0 0 0,0 0 0,0 0 0,0 0 0,0-1 0,1 1 0,-1 0 0,0 0 0,0 0 0,0 0 0,0 0 0,0 0 0,0 0 0,0 0 0,0 0 0,0 0 0,0 0 0,0 0 0,0 0 0,0 0 0,0 0 0,0 0 0,0 0 0,0 0 0,0 0 0,0 0 0,0 0 0,0 0 0,0 0 0,0-1 0,0 1 0,0 0 0,0 0 0,0 0 0,0 0 0,0 0 0,0 0 0,0 0 0,0 0 0,0 0 0,0 0 0,0 0 0,0 0 0,6 4 0,6 8 0,12 18 0,-1 1 0,-1 1 0,20 40 0,-12-12 0,21 64 0,-31-68 0,-2 1 0,13 82 0,-25-99 0,-2 0 0,-1 0 0,-2 0 0,-7 61 0,5-88-91,-1 0 0,0 0 0,-1 0 0,-1 0 0,0 0 0,-1-1 0,0 0 0,-1 0 0,0 0 0,-1-1 0,0 0 0,-1 0 0,0 0 0,-14 12 0,6-9-6735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0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50 24575,'0'0'0,"0"-1"0,0 1 0,0 0 0,-1 0 0,1 0 0,0 0 0,0-1 0,0 1 0,0 0 0,0 0 0,-1 0 0,1 0 0,0 0 0,0 0 0,0-1 0,0 1 0,-1 0 0,1 0 0,0 0 0,0 0 0,0 0 0,-1 0 0,1 0 0,0 0 0,0 0 0,0 0 0,-1 0 0,1 0 0,0 0 0,0 0 0,-1 0 0,1 0 0,0 0 0,0 0 0,0 0 0,-1 0 0,1 0 0,0 1 0,0-1 0,0 0 0,0 0 0,-1 0 0,1 0 0,0 0 0,0 0 0,0 1 0,0-1 0,0 0 0,-1 0 0,1 0 0,0 1 0,0-1 0,0 0 0,0 0 0,0 0 0,0 0 0,0 1 0,0-1 0,0 0 0,-1 15 0,1-11 0,1 0 0,0 0 0,0-1 0,0 1 0,0 0 0,1 0 0,-1-1 0,1 1 0,0-1 0,4 6 0,4 7 0,54 89 0,-48-81 0,2 0 0,27 28 0,-43-49 0,1-1 0,0 1 0,0-1 0,0 1 0,1-1 0,-1 0 0,0 0 0,1-1 0,6 3 0,-9-3 0,1-1 0,-1 0 0,0 0 0,1 1 0,-1-1 0,0 0 0,1 0 0,-1-1 0,0 1 0,1 0 0,-1 0 0,0-1 0,1 1 0,-1 0 0,0-1 0,0 1 0,0-1 0,1 0 0,-1 1 0,0-1 0,0 0 0,0 0 0,0 0 0,0 0 0,0 0 0,0 0 0,0 0 0,-1 0 0,1 0 0,1-3 0,0-1 0,1 0 0,-1-1 0,-1 1 0,1-1 0,-1 0 0,0 0 0,0 0 0,-1 1 0,1-1 0,-2-7 0,0-5 0,-7-34 0,8 51 0,0 1 0,0-1 0,0 1 0,0-1 0,0 1 0,0-1 0,-1 0 0,1 1 0,0-1 0,0 1 0,1-1 0,-1 1 0,0-1 0,0 1 0,0-1 0,0 1 0,0-1 0,1 0 0,-1 1 0,0-1 0,1 0 0,-1 1 0,1 0 0,-1 0 0,0 0 0,1 0 0,-1 0 0,1 0 0,-1 0 0,0 0 0,1 0 0,-1 0 0,1 0 0,-1 0 0,0 0 0,1 0 0,-1 0 0,0 0 0,1 0 0,-1 0 0,1 1 0,-1-1 0,0 0 0,1 0 0,20 17 0,67 64 0,-75-71 0,0-1 0,1 0 0,0-1 0,1 0 0,21 7 0,-27-11 0,0-1 0,1 0 0,0-1 0,0 0 0,15 2 0,-23-4 0,1 0 0,0-1 0,-1 1 0,1 0 0,-1-1 0,1 1 0,-1-1 0,1 0 0,-1 0 0,1 0 0,-1 0 0,1 0 0,-1 0 0,0-1 0,0 1 0,0-1 0,0 0 0,0 1 0,0-1 0,0 0 0,-1 0 0,1 0 0,0 0 0,-1-1 0,0 1 0,2-3 0,-1-2 0,1 0 0,-2 0 0,1 0 0,-1 0 0,0 0 0,0 0 0,-1 0 0,0 0 0,0 0 0,0 0 0,-1 0 0,0 0 0,-3-10 0,-2-3 0,-1 0 0,-1 0 0,-11-22 0,13 30 0,0 1 0,0 0 0,-1 0 0,-1 0 0,0 1 0,0 0 0,-1 1 0,-19-16 0,28 24-72,-1 0 1,0 1-1,0-1 0,0 1 0,0-1 0,0 1 0,0-1 0,0 1 1,0 0-1,0-1 0,0 1 0,0 0 0,-1 0 0,1 0 0,0 0 1,0 0-1,0 0 0,-2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0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222 116 24575,'-146'-95'0,"141"92"0,0 0 0,-1 0 0,1 0 0,-1 1 0,-8-3 0,13 4 0,0 1 0,0 0 0,0 0 0,0 0 0,-1 0 0,1 0 0,0 0 0,0 0 0,0 0 0,0 0 0,0 0 0,0 0 0,0 1 0,0-1 0,0 1 0,0-1 0,0 0 0,1 1 0,-1-1 0,0 1 0,0 0 0,0-1 0,0 1 0,1 0 0,-1-1 0,0 1 0,1 0 0,-1 0 0,0 0 0,1 0 0,-1 0 0,1 0 0,0-1 0,-1 1 0,1 0 0,0 0 0,-1 0 0,1 0 0,0 2 0,-2 7 0,1 1 0,1 0 0,-1-1 0,2 1 0,0 0 0,0-1 0,1 1 0,0-1 0,0 1 0,1-1 0,1 0 0,0 0 0,0 0 0,11 16 0,-9-18 0,0 1 0,0-2 0,1 1 0,0-1 0,1 0 0,-1 0 0,1-1 0,16 10 0,-18-13 0,-1 0 0,0-1 0,1 1 0,0-1 0,-1 0 0,1 0 0,0-1 0,0 0 0,0 0 0,0 0 0,0-1 0,0 0 0,1 0 0,-1 0 0,11-3 0,-14 3 0,-1-1 0,1 0 0,0 0 0,-1 0 0,1-1 0,-1 1 0,1 0 0,-1-1 0,1 0 0,-1 0 0,0 1 0,0-1 0,0-1 0,0 1 0,0 0 0,-1 0 0,1-1 0,-1 1 0,1-1 0,-1 1 0,0-1 0,0 1 0,0-1 0,0 0 0,0-4 0,0 3 0,-1-1 0,0 0 0,0 0 0,0 0 0,-1 0 0,1 0 0,-1 0 0,0 0 0,-1 0 0,1 1 0,-1-1 0,0 0 0,-5-7 0,2 3 0,-1 0 0,-1 1 0,1 0 0,-1 0 0,-1 1 0,1 0 0,-10-7 0,11 10 0,1 0 0,-1 0 0,0 1 0,0 0 0,-1 0 0,1 1 0,-1 0 0,1 0 0,-1 0 0,1 1 0,-14-1 0,19 2-39,-4 0-182,0-1 0,-1 2 0,1-1 0,0 1 0,-8 1 0,4 1-6605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105 291 24575,'-2'1'0,"0"0"0,-1 0 0,1 0 0,0 0 0,0 0 0,-1-1 0,1 1 0,-1-1 0,1 1 0,-1-1 0,1 0 0,0 0 0,-1 0 0,1 0 0,-1-1 0,1 1 0,-1-1 0,1 1 0,0-1 0,-1 0 0,1 0 0,0 0 0,0 0 0,0 0 0,-3-3 0,1 1 0,1 0 0,0 0 0,0-1 0,1 1 0,-1-1 0,1 0 0,0 1 0,-1-1 0,2 0 0,-1-1 0,0 1 0,1 0 0,-1-6 0,-2-13 0,2 1 0,0-1 0,2 0 0,3-31 0,-3 51 0,0-1 0,1 0 0,-1 0 0,1 0 0,0 1 0,1-1 0,-1 1 0,1-1 0,-1 1 0,1-1 0,0 1 0,0 0 0,0 0 0,1 0 0,-1 0 0,1 0 0,0 0 0,0 1 0,0-1 0,0 1 0,0 0 0,0 0 0,1 0 0,-1 0 0,0 1 0,1 0 0,0-1 0,-1 1 0,1 0 0,0 1 0,0-1 0,-1 1 0,1-1 0,0 1 0,0 0 0,0 0 0,-1 1 0,1-1 0,0 1 0,0 0 0,-1 0 0,1 0 0,3 2 0,0 1-105,0 0 0,0 0 0,-1 0 0,0 1 0,1 0 0,-2 0 0,1 1 0,-1-1 0,1 1 0,-2 0 0,1 1 0,6 11 0,-4-5-6721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24575,'4'17'0,"5"14"0,3 8 0,0 2 0,-1 2 0,2 1 0,-1 1 0,2-1 0,0-2 0,0-2 0,-2-2 0,-1-5 0,-2-3 0,0-5 0,-2-1 0,1-5 0,-1-3 0,-3-5-8191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10 24575,'-27'-3'0,"-12"0"0,-3 0 0,2 3 0,4 1 0,5 1 0,3 0 0,3 2 0,7 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2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24575,'9'52'0,"1"0"0,3-1 0,3-1 0,1 0 0,36 71 0,-47-108 0,32 54 0,-34-60 0,0-1 0,1 0 0,0 0 0,0 0 0,1 0 0,0-1 0,9 7 0,-15-12 0,1 1 0,-1-1 0,1 0 0,-1 0 0,1 1 0,-1-1 0,1 0 0,-1 0 0,1 0 0,-1 1 0,1-1 0,-1 0 0,1 0 0,0 0 0,-1 0 0,1 0 0,-1 0 0,1 0 0,-1 0 0,1 0 0,-1-1 0,1 1 0,-1 0 0,1 0 0,-1 0 0,1-1 0,-1 1 0,1 0 0,0-1 0,0-1 0,1 1 0,-1 0 0,0-1 0,0 1 0,0-1 0,-1 1 0,1-1 0,0 1 0,1-4 0,0-3 0,0 0 0,-1 0 0,1-10 0,-2-12 0,-1 23 0,1 0 0,0 0 0,0 1 0,1-1 0,-1 0 0,3-7 0,-2 13 0,-1 0 0,0 1 0,0-1 0,1 1 0,-1-1 0,0 1 0,1-1 0,-1 0 0,0 1 0,1-1 0,-1 1 0,1 0 0,-1-1 0,1 1 0,-1-1 0,1 1 0,0 0 0,-1-1 0,1 1 0,-1 0 0,1 0 0,0-1 0,0 1 0,1 0 0,0 0 0,-1 0 0,1 0 0,-1 0 0,1 0 0,0 0 0,-1 1 0,1-1 0,2 1 0,2 2 0,1 0 0,-1 0 0,8 6 0,1 1 0,0 2 0,-1 0 0,15 17 0,36 45 0,-58-67 0,10 16-1365,-10-14-5461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2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134 101 24575,'78'194'0,"-47"-126"0,34 116 0,-62-166 0,-3-18 0,0 0 0,0 0 0,0 1 0,0-1 0,0 0 0,0 0 0,0 0 0,0 0 0,0 0 0,0 0 0,0 0 0,0 0 0,0 0 0,0 0 0,0 1 0,0-1 0,0 0 0,0 0 0,0 0 0,0 0 0,0 0 0,0 0 0,0 0 0,0 0 0,0 0 0,0 0 0,0 0 0,0 0 0,0 0 0,-1 0 0,1 1 0,0-1 0,0 0 0,0 0 0,0 0 0,0 0 0,0 0 0,0 0 0,0 0 0,0 0 0,0 0 0,0 0 0,-1 0 0,1 0 0,0 0 0,0 0 0,0 0 0,0 0 0,-7-8 0,-130-177 0,106 142 0,28 39 0,-81-124 0,77 115 0,0-1 0,1 0 0,0 0 0,1 0 0,1-1 0,0 0 0,-3-28 0,7 41 0,0-1 0,-1 1 0,1 0 0,1 0 0,-1-1 0,0 1 0,1 0 0,-1 0 0,1-1 0,-1 1 0,1 0 0,0 0 0,0 0 0,0 0 0,0 0 0,0 0 0,1 0 0,1-2 0,-1 3 0,0-1 0,1 0 0,-1 1 0,1 0 0,-1-1 0,1 1 0,-1 0 0,1 0 0,0 0 0,-1 1 0,1-1 0,0 1 0,0-1 0,4 1 0,5 0 0,-1 1 0,1 0 0,-1 1 0,1 0 0,-1 0 0,0 1 0,0 1 0,13 6 0,-2 1 0,1 0 0,35 26 0,-40-24 0,-1 1 0,18 17 0,-30-25 0,0-1 0,0 1 0,0 0 0,-1 0 0,0 0 0,0 1 0,-1-1 0,1 1 0,3 14 0,-6-20 0,-1 0 0,0 1 0,0-1 0,0 0 0,0 1 0,0-1 0,0 0 0,0 0 0,0 1 0,0-1 0,0 0 0,-1 1 0,1-1 0,-1 0 0,1 0 0,-1 0 0,1 1 0,-1-1 0,-1 1 0,0 0 0,1 0 0,-1 0 0,0-1 0,0 1 0,0-1 0,0 1 0,0-1 0,-1 0 0,-3 2 0,-2 0 0,-1-1 0,0 1 0,0-1 0,-14 0 0,-2 0-170,-1-1-1,1-1 0,0-2 1,0-1-1,0 0 0,1-2 1,-48-15-1,58 14-6655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188 161 24575,'-7'-2'0,"-15"-6"0,-29-7 0,46 14 0,-1 0 0,1 0 0,-1 0 0,1 1 0,0 0 0,-1 0 0,1 1 0,-1-1 0,1 1 0,-1 0 0,-6 2 0,11-2 0,-1 0 0,0 0 0,1-1 0,-1 1 0,1 0 0,-1 0 0,1 1 0,-1-1 0,1 0 0,0 0 0,0 1 0,0-1 0,0 0 0,0 1 0,0 0 0,0-1 0,-1 4 0,1-2 0,0 0 0,1-1 0,-1 1 0,1 0 0,0 0 0,0 0 0,0 0 0,0 0 0,0 0 0,1 3 0,1 2 0,1 0 0,0 0 0,0 0 0,0-1 0,1 0 0,9 14 0,-6-12 0,0 0 0,1 0 0,0-1 0,1 0 0,0 0 0,0-1 0,19 11 0,-22-14 0,1-1 0,-1 0 0,1 0 0,0-1 0,-1 1 0,1-2 0,0 1 0,0-1 0,0 0 0,0 0 0,1-1 0,-1 0 0,0 0 0,8-2 0,-11 1 0,-1 1 0,0-1 0,0 0 0,1-1 0,-1 1 0,0-1 0,0 1 0,0-1 0,-1 0 0,1 0 0,0 0 0,-1 0 0,1 0 0,-1-1 0,3-2 0,-3 1 0,1 0 0,-1 0 0,0-1 0,0 1 0,0 0 0,-1-1 0,0 1 0,0-1 0,2-8 0,-3 1 0,0 1 0,0 0 0,-1-1 0,0 1 0,-1 0 0,0-1 0,-1 1 0,-4-12 0,2 10 0,-1 0 0,0 1 0,0 0 0,-1 0 0,-1 1 0,0 0 0,-15-17 0,18 23 0,-1-1 0,0 1 0,0 1 0,0-1 0,-1 1 0,0 0 0,0 0 0,0 1 0,0 0 0,0 0 0,-1 1 0,1 0 0,-1 0 0,-13-1 0,8 2-227,0 2-1,0-1 1,0 2-1,1-1 1,-15 5-1,14-3-6598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24575,'14'17'0,"8"8"0,0 3 0,-1-2 0,-2-2 0,-4-3 0,-3-3 0,-2-1 0,-4-2 0,-2-3-8191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24575,'10'16'0,"0"0"0,1-1 0,23 25 0,-17-20 0,-11-13 0,-1-1 0,2 1 0,-1-1 0,1 0 0,0-1 0,0 0 0,0 0 0,13 6 0,-19-11 0,0 1 0,0-1 0,0 0 0,-1 0 0,1 0 0,0 0 0,0 0 0,0 0 0,0 0 0,-1 0 0,1 0 0,0 0 0,0 0 0,0-1 0,-1 1 0,1 0 0,0 0 0,0-1 0,0 1 0,-1-1 0,1 1 0,0-1 0,-1 1 0,1-1 0,0 1 0,-1-1 0,1 0 0,-1 1 0,1-1 0,-1 0 0,1 1 0,-1-1 0,0 0 0,1 0 0,-1 1 0,0-1 0,1-1 0,1-4 0,0 0 0,-1 0 0,2-11 0,-3 15 0,2-13 0,0-1 0,1 1 0,1 0 0,0 0 0,1 1 0,9-20 0,-13 33 0,-1 0 0,1 0 0,0 0 0,0 0 0,-1 1 0,1-1 0,0 0 0,0 0 0,0 1 0,0-1 0,0 0 0,0 1 0,0-1 0,0 1 0,1-1 0,-1 1 0,0 0 0,0-1 0,0 1 0,0 0 0,1 0 0,-1 0 0,0 0 0,0 0 0,1 0 0,-1 0 0,0 0 0,0 0 0,0 1 0,0-1 0,1 0 0,-1 1 0,0-1 0,0 1 0,0 0 0,2 0 0,4 4 0,0-1 0,-1 1 0,1 0 0,6 7 0,10 9 0,-1 2 0,-1 0 0,-1 2 0,20 31 0,-39-53-1365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24575,'0'0'0,"1"0"0,-1 0 0,0 0 0,1 0 0,-1 0 0,1 0 0,-1 0 0,0 1 0,1-1 0,-1 0 0,0 0 0,1 0 0,-1 0 0,0 0 0,1 0 0,-1 1 0,0-1 0,1 0 0,-1 0 0,0 1 0,1-1 0,-1 0 0,0 0 0,0 1 0,1-1 0,-1 0 0,0 1 0,0-1 0,0 0 0,0 1 0,1-1 0,-1 0 0,0 1 0,0-1 0,0 1 0,0-1 0,9 20 0,-8-18 0,84 190 0,24 60 0,-98-226 0,-4-11 0,-1 0 0,0 1 0,-2 0 0,7 32 0,-11-47 0,0 0 0,0 0 0,0 0 0,0 0 0,0 0 0,0 0 0,0-1 0,0 1 0,0 0 0,0 0 0,-1 0 0,1 0 0,0 0 0,-1 0 0,1 0 0,-1 0 0,1-1 0,-1 1 0,0 1 0,0-2 0,1 1 0,-1-1 0,0 0 0,1 1 0,-1-1 0,1 0 0,-1 0 0,0 0 0,1 0 0,-1 1 0,0-1 0,0 0 0,1 0 0,-1 0 0,0-1 0,1 1 0,-1 0 0,0 0 0,1 0 0,-2-1 0,-1 0 0,-1-1 0,0 1 0,1-1 0,-1-1 0,1 1 0,0 0 0,-5-5 0,5 4 0,-1-1 0,1 0 0,0 0 0,0 0 0,0-1 0,0 1 0,1-1 0,0 1 0,0-1 0,0 0 0,0 0 0,1 0 0,0 0 0,-1-6 0,2 8 0,0 0 0,0 0 0,0-1 0,0 1 0,0 0 0,1 0 0,0 0 0,-1 0 0,1 0 0,0 0 0,1 0 0,-1 0 0,0 0 0,1 0 0,0 1 0,0-1 0,-1 0 0,1 1 0,1 0 0,-1-1 0,0 1 0,1 0 0,4-3 0,2-1 0,1 2 0,-1-1 0,1 1 0,-1 1 0,1 0 0,0 0 0,1 1 0,-1 0 0,0 1 0,0 0 0,1 0 0,11 2 0,-19-1 0,0 1 0,0 0 0,0-1 0,0 1 0,-1 0 0,1 0 0,0 1 0,-1-1 0,1 0 0,-1 1 0,1 0 0,-1-1 0,0 1 0,1 0 0,-1 0 0,0 1 0,0-1 0,-1 0 0,4 5 0,1 4 0,0 1 0,-1-1 0,5 19 0,2 3 0,1-6-682,17 27-1,-25-45-6143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4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24575,'3'10'0,"0"8"0,0 4 0,-1 2 0,3 0 0,-1-4-8191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5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24575,'6'14'0,"-3"-5"0,1 1 0,7 12 0,-10-20 0,0 0 0,0 0 0,0-1 0,0 1 0,0-1 0,1 1 0,-1-1 0,1 1 0,-1-1 0,1 0 0,-1 1 0,1-1 0,0 0 0,0 0 0,0 0 0,-1-1 0,1 1 0,2 0 0,-2-1 0,-1 0 0,0 0 0,0 0 0,0 0 0,0 0 0,0 0 0,1-1 0,-1 1 0,0-1 0,0 1 0,0 0 0,0-1 0,0 0 0,0 1 0,0-1 0,0 0 0,-1 1 0,1-1 0,1-1 0,16-21 0,-9 11 0,-5 7 0,1-1 0,1 1 0,-1 0 0,1 0 0,12-8 0,-16 12 0,1 0 0,-1-1 0,1 1 0,-1 0 0,1 1 0,-1-1 0,1 0 0,0 1 0,-1-1 0,1 1 0,0 0 0,-1 0 0,1 0 0,0 0 0,-1 1 0,1-1 0,0 1 0,-1-1 0,5 2 0,11 7 0,-1 1 0,0 0 0,0 1 0,-1 1 0,21 19 0,-13-11 0,-17-15-341,-1 0 0,1 0-1,14 7 1,-9-7-6485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54 24575,'-24'-33'0,"23"31"0,0 0 0,-1 1 0,1-1 0,-1 1 0,0-1 0,1 1 0,-1 0 0,0 0 0,0-1 0,0 1 0,0 1 0,0-1 0,0 0 0,0 0 0,0 1 0,-2-1 0,2 1 0,1 0 0,0 0 0,0 0 0,0 1 0,-1-1 0,1 1 0,0-1 0,0 0 0,0 1 0,0 0 0,0-1 0,0 1 0,-1 0 0,2 0 0,-1-1 0,0 1 0,0 0 0,0 0 0,0 0 0,0 0 0,1 0 0,-1 0 0,1 0 0,-1 0 0,0 1 0,1-1 0,0 0 0,-1 0 0,1 0 0,-1 2 0,0 4 0,0 0 0,0 0 0,0 13 0,0-8 0,2-1 0,-1 1 0,2-1 0,-1 1 0,2-1 0,3 12 0,-4-18 0,0 1 0,1 0 0,-1-1 0,1 0 0,1 1 0,-1-1 0,1 0 0,0-1 0,0 1 0,0-1 0,0 0 0,1 0 0,6 4 0,-10-7 0,0 0 0,0-1 0,0 1 0,0 0 0,0-1 0,0 1 0,0-1 0,0 0 0,0 1 0,0-1 0,0 0 0,0 0 0,1 1 0,-1-1 0,0 0 0,0 0 0,0 0 0,0-1 0,1 1 0,-1 0 0,0 0 0,1-1 0,0 0 0,-1 0 0,1 0 0,-1 0 0,0 0 0,0 0 0,1 0 0,-1 0 0,0-1 0,0 1 0,0 0 0,0-1 0,0 1 0,1-3 0,1-5 0,1 0 0,-2-1 0,1 1 0,1-12 0,-4 19 0,3-23 0,-2 11 0,0 29 0,7 351 0,-6-323 0,2 75 0,-4-101 0,-1 0 0,-1-1 0,-1 1 0,-8 30 0,8-40 0,0-1 0,1 1 0,-2-1 0,1 0 0,-1 0 0,0 0 0,0 0 0,-1-1 0,0 1 0,-10 8 0,13-12 0,0 0 0,-1-1 0,1 1 0,0-1 0,-1 0 0,1 0 0,-1 0 0,1 0 0,-1 0 0,1 0 0,-1-1 0,0 1 0,1-1 0,-1 0 0,0 0 0,0 0 0,1 0 0,-1 0 0,0 0 0,1-1 0,-1 0 0,0 1 0,1-1 0,-1 0 0,1 0 0,-1 0 0,1-1 0,0 1 0,-1 0 0,1-1 0,-2-2 0,-1 1 0,1-1 0,0 0 0,0 0 0,1-1 0,-1 1 0,1-1 0,0 0 0,0 0 0,0 0 0,1 0 0,-3-8 0,3 4 0,0 1 0,0-1 0,1 1 0,0-1 0,0 1 0,2-19 0,1 12 0,0 0 0,2 0 0,-1 0 0,2 0 0,0 0 0,1 1 0,0 0 0,10-15 0,-8 16 24,0 1 0,1 0 0,0 1 0,21-21 0,-22 26-189,-1 0 0,1 0 0,0 1 0,0 0 0,1 1 0,-1-1 0,1 2 0,16-6 0,-13 6-6661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6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258 174 24575,'-83'-71'0,"66"57"0,-1 1 0,-36-19 0,52 31 0,0 0 0,-1 0 0,1 0 0,-1 0 0,0 0 0,1 1 0,-1-1 0,1 1 0,-1-1 0,0 1 0,1 0 0,-1 0 0,0 0 0,1 0 0,-4 1 0,4 0 0,1 0 0,-1 0 0,0 0 0,0 0 0,1 0 0,-1 0 0,1 0 0,-1 0 0,1 1 0,-1-1 0,1 1 0,0-1 0,0 1 0,0-1 0,0 1 0,0 0 0,0 0 0,0-1 0,0 1 0,0 3 0,-2 4 0,0 1 0,1-1 0,0 1 0,0-1 0,1 1 0,1 0 0,0 0 0,0-1 0,1 1 0,0 0 0,3 11 0,-3-15 0,1 0 0,0 0 0,1 0 0,-1 0 0,1 0 0,1 0 0,-1-1 0,1 1 0,0-1 0,0 0 0,0 0 0,0-1 0,1 1 0,0-1 0,0 0 0,1 0 0,9 5 0,-10-6 0,0-1 0,1 0 0,-1 0 0,0-1 0,0 1 0,1-1 0,-1-1 0,1 1 0,-1-1 0,1 1 0,-1-2 0,1 1 0,-1 0 0,1-1 0,-1 0 0,1-1 0,-1 1 0,10-5 0,-11 4 0,0 0 0,0-1 0,0 1 0,0-1 0,0 0 0,-1 0 0,1 0 0,-1 0 0,0-1 0,0 0 0,-1 1 0,1-1 0,-1 0 0,1 0 0,-1 0 0,0 0 0,-1-1 0,1 1 0,-1 0 0,0-1 0,0 1 0,1-9 0,-2 5 0,0 0 0,-1 0 0,1-1 0,-2 1 0,1 0 0,-1 0 0,0 0 0,-1 1 0,0-1 0,0 1 0,-1-1 0,0 1 0,0 0 0,0 0 0,-1 1 0,0-1 0,0 1 0,-1 0 0,0 0 0,0 1 0,0 0 0,-1 0 0,0 0 0,0 1 0,0 0 0,0 0 0,-1 1 0,-11-4 0,3 2-455,-1 1 0,-27-3 0,28 5-6371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6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24575,'4'11'0,"1"-1"0,0 1 0,0-1 0,1 0 0,1-1 0,-1 0 0,11 11 0,-3-5 0,1-1 0,1 0 0,18 13 0,-26-22 0,-1 0 0,1-1 0,1 0 0,-1 0 0,0 0 0,1-1 0,-1-1 0,1 0 0,16 3 0,-22-5 0,0 0 0,0 1 0,0-1 0,0-1 0,1 1 0,-1 0 0,0-1 0,0 1 0,0-1 0,0 0 0,0 0 0,0 0 0,-1-1 0,1 1 0,0-1 0,0 1 0,-1-1 0,1 0 0,-1 0 0,0 0 0,0 0 0,1-1 0,-1 1 0,-1-1 0,1 1 0,0-1 0,-1 1 0,1-1 0,-1 0 0,0 0 0,2-4 0,-1-2 0,-1 1 0,0 0 0,0 0 0,0-1 0,-1 1 0,-1-11 0,0 11 0,0-1 0,2 0 0,-1 1 0,1-1 0,2-9 0,-3 18 0,0 0 0,0 0 0,0-1 0,0 1 0,0 0 0,0-1 0,0 1 0,0 0 0,0 0 0,0-1 0,0 1 0,1 0 0,-1 0 0,0 0 0,0-1 0,0 1 0,0 0 0,1 0 0,-1 0 0,0-1 0,0 1 0,1 0 0,-1 0 0,0 0 0,0 0 0,1 0 0,-1 0 0,0-1 0,0 1 0,1 0 0,-1 0 0,8 5 0,7 16 0,-13-18 0,17 25-107,-6-7-207,2 0-1,1 0 1,21 21-1,-27-33-6511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24575,'0'-6'0,"0"-3"0,3 14 0,4 22 0,-2 0 0,3 30 0,-2-9 0,26 121 0,0 5 0,-26-133 0,-2-6 0,16 58 0,-20-90 0,1 0 0,0-1 0,0 1 0,0 0 0,0-1 0,1 1 0,-1-1 0,1 1 0,0-1 0,0 0 0,-1 0 0,1 1 0,1-1 0,-1-1 0,5 5 0,-5-5 0,1 0 0,-1-1 0,1 1 0,-1 0 0,1-1 0,0 1 0,-1-1 0,1 0 0,0 0 0,-1 0 0,1 0 0,0 0 0,-1-1 0,1 1 0,-1-1 0,1 1 0,3-3 0,3-1-37,-1 0 0,1-1 0,-1 0 0,0-1 0,0 0 0,-1 0-1,0-1 1,0 0 0,10-12 0,-3 4-957,-2 2-5832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21 24575,'-30'-5'0,"-11"-2"0,-5 1 0,4 3 0,4 3 0,3 4 0,3 3 0,2 0 0,4 2 0,5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09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24575,'-7'-9'0,"7"17"0,4 18 0,76 184 0,21 19 0,-94-211 0,-5-12 0,-3-10 0,-11-23-682,-21-31-1,23 41-6143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0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24575,'39'-9'0,"79"-9"0,-97 17 0,-1 1 0,1 0 0,-1 1 0,0 2 0,36 8 0,-50-9 0,0 0 0,0 0 0,0 1 0,-1 0 0,1 0 0,-1 0 0,1 1 0,5 5 0,-8-7 0,0 1 0,0 0 0,-1-1 0,1 2 0,-1-1 0,0 0 0,0 0 0,0 1 0,0-1 0,0 1 0,-1-1 0,0 1 0,0 0 0,1 5 0,-2-7 0,0 1 0,0 0 0,0 0 0,-1 0 0,0-1 0,1 1 0,-1 0 0,0 0 0,0-1 0,-1 1 0,1-1 0,0 1 0,-1-1 0,0 0 0,1 1 0,-1-1 0,0 0 0,-3 3 0,-4 3 0,0-1 0,0 1 0,-11 5 0,4-4 24,0 0 0,0-2 0,-1 0 0,-25 8 0,5-6-767,-41 5 1,67-12-6084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211 401 24575,'-5'-52'0,"1"-79"0,5 128 0,-1 0 0,0 0 0,0 0 0,0-1 0,-1 1 0,1 0 0,-1 0 0,0 0 0,0 0 0,0 0 0,0 0 0,0 1 0,-2-5 0,1 5 0,-1-1 0,1 1 0,-1-1 0,1 1 0,-1 0 0,0 0 0,1 0 0,-1 0 0,0 1 0,-1-1 0,-4-1 0,0-1 0,-1 1 0,0 0 0,0 0 0,0 1 0,0 0 0,0 1 0,-11-1 0,17 2 0,1 0 0,-1 1 0,1-1 0,-1 0 0,0 1 0,1 0 0,-1-1 0,1 1 0,0 0 0,-1 0 0,1 0 0,0 1 0,-1-1 0,1 0 0,0 1 0,0 0 0,0-1 0,1 1 0,-1 0 0,0 0 0,0 0 0,1 0 0,0 0 0,-1 1 0,1-1 0,0 0 0,0 1 0,0-1 0,0 0 0,0 4 0,1-6 0,-3 10 0,0-1 0,1 1 0,0 0 0,1 0 0,0 1 0,0 11 0,2-19 0,0-1 0,0 1 0,0-1 0,0 1 0,0-1 0,1 1 0,-1-1 0,1 0 0,0 0 0,0 0 0,-1 0 0,1 0 0,1 0 0,-1 0 0,0 0 0,0-1 0,1 1 0,-1-1 0,0 0 0,1 0 0,4 2 0,7 2 0,0-1 0,26 4 0,-30-6 0,61 12 0,1-3 0,122 2 0,-188-13 0,0-1 0,0 1 0,0-1 0,0 0 0,0 0 0,10-4 0,-13 4 0,-1 0 0,1-1 0,-1 1 0,1-1 0,-1 1 0,0-1 0,0 0 0,0 0 0,0 0 0,0 0 0,0 0 0,0 0 0,-1-1 0,1 1 0,-1-1 0,2-3 0,-2 4 0,-1 1 0,0 0 0,1 0 0,-1-1 0,0 1 0,0 0 0,0-1 0,0 1 0,0 0 0,0-1 0,0 1 0,-1 0 0,1 0 0,0-1 0,-1 1 0,1 0 0,-1 0 0,1 0 0,-1-1 0,1 1 0,-1 0 0,0 0 0,0 0 0,0 0 0,0 0 0,1 0 0,-1 1 0,0-1 0,0 0 0,-2-1 0,-4-2 0,0-1 0,0 1 0,-13-5 0,9 5 0,-5-4 0,4 3 0,1-1 0,0 1 0,-13-11 0,21 13 0,0 1 0,0-1 0,0 0 0,0 0 0,1 0 0,-1 0 0,1 0 0,0-1 0,0 1 0,0-1 0,1 0 0,-1 1 0,1-1 0,-2-6 0,2 4 0,0 0 0,1-1 0,0 1 0,0 0 0,0-1 0,1 1 0,0 0 0,0-1 0,0 1 0,1 0 0,0 0 0,0 0 0,4-6 0,-4 8 0,0-1 0,1 1 0,-1 0 0,1 0 0,0 1 0,0-1 0,0 0 0,1 1 0,-1 0 0,1 0 0,0 0 0,0 0 0,0 1 0,0-1 0,0 1 0,1 0 0,8-3 0,-2 4-1365,-2 2-5461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24575,'8'14'0,"4"8"0,1 3 0,0-1 0,0-2 0,1-2 0,0-3 0,-2 0 0,0-2 0,-3-1 0,-1 0 0,-1 0 0,-1-2-8191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1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24575,'2'-14'0,"2"-4"0,1 5 0,1 7 0,-1 7 0,-2 5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2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0 24575,'-33'40'0,"2"-3"0,-52 49 0,80-83 0,-1 0 0,0-1 0,0 1 0,0-1 0,0 0 0,0 0 0,0 0 0,-1 0 0,1-1 0,-1 0 0,1 0 0,-1 0 0,0-1 0,1 1 0,-1-1 0,0 0 0,1 0 0,-1-1 0,0 1 0,1-1 0,-1 0 0,1 0 0,-7-3 0,7 2 0,0 0 0,0 1 0,1-1 0,-1-1 0,1 1 0,-1-1 0,1 1 0,0-1 0,0 0 0,0 0 0,1 0 0,-1-1 0,1 1 0,-1 0 0,1-1 0,0 0 0,1 0 0,-1 1 0,0-1 0,1 0 0,0 0 0,0 0 0,0 0 0,1-1 0,0 1 0,-1-7 0,2 8 5,-1 0 0,0 1 0,1-1-1,0 0 1,0 0 0,0 0 0,0 1 0,0-1-1,0 0 1,1 1 0,-1-1 0,1 1 0,0-1-1,0 1 1,0 0 0,0 0 0,0 0-1,0 0 1,0 0 0,1 0 0,-1 1 0,1-1-1,-1 1 1,4-1 0,1-1-170,0 0 0,0 0 0,1 1 0,-1 1 0,1-1 0,-1 1 0,1 0 0,8 1 0,-3 0-6661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225 439 24575,'-23'-2'0,"-56"-2"0,68 4 0,1 0 0,0 1 0,-1 1 0,1-1 0,-14 6 0,21-6 0,1 0 0,-1 0 0,0 0 0,1 0 0,-1 1 0,1-1 0,0 1 0,0-1 0,-1 1 0,1 0 0,0 0 0,0 0 0,1 0 0,-1 1 0,0-1 0,1 0 0,-3 5 0,3-4 0,0 1 0,0 0 0,0-1 0,0 1 0,1 0 0,-1 0 0,1 0 0,0 0 0,0 0 0,1-1 0,0 7 0,1-2 0,0 0 0,1 0 0,0 0 0,0 0 0,0-1 0,1 1 0,0-1 0,1 0 0,0 0 0,0-1 0,7 9 0,0-5 0,0 1 0,1-1 0,0-1 0,0-1 0,1 0 0,19 9 0,-25-14 0,1 0 0,-1 0 0,1 0 0,0-1 0,0-1 0,0 0 0,0 0 0,0-1 0,0 0 0,1 0 0,-1-1 0,13-3 0,-19 4 0,1-1 0,-1 0 0,-1 0 0,1-1 0,0 1 0,0-1 0,0 1 0,-1-1 0,1 0 0,-1 0 0,1 0 0,-1 0 0,0 0 0,0-1 0,2-2 0,-1 0 0,0 1 0,-1-1 0,0 0 0,0 0 0,0 0 0,0 0 0,-1 0 0,1-7 0,0-7 0,-2 1 0,0 0 0,-1-1 0,-3-20 0,-2 6 0,-1 0 0,-1 1 0,-2 0 0,-28-61 0,9 36 0,-60-89 0,77 128 0,4 5 0,-1 0 0,-1 0 0,-17-17 0,27 29 0,0 1 0,-1-1 0,1 1 0,0 0 0,-1-1 0,1 1 0,-1 0 0,1 0 0,-1-1 0,1 1 0,-1 0 0,1 0 0,-1-1 0,1 1 0,-1 0 0,1 0 0,-1 0 0,1 0 0,-1 0 0,1 0 0,-1 0 0,0 0 0,1 0 0,0 1 0,-1-1 0,1 0 0,0 1 0,-1-1 0,1 0 0,0 0 0,0 1 0,-1-1 0,1 0 0,0 1 0,0-1 0,0 1 0,0-1 0,-1 0 0,1 1 0,0-1 0,0 0 0,0 2 0,0 24 0,1-25 0,5 47 0,2 0 0,3-1 0,23 67 0,71 128 0,-105-241 0,15 28 0,20 30 0,-30-51 0,0-1 0,1 0 0,0-1 0,0 1 0,0-1 0,1 0 0,0-1 0,0 1 0,10 4 0,-14-8 0,0-1 0,0 0 0,0 0 0,0 0 0,0 0 0,0 0 0,0-1 0,1 1 0,-1-1 0,0 0 0,0 0 0,1 0 0,-1 0 0,0-1 0,5 0 0,-3-1 0,-1 0 0,0 1 0,1-2 0,-1 1 0,0 0 0,0-1 0,0 0 0,0 0 0,4-5 0,4-6 0,-1 1 0,0-2 0,-1 0 0,11-23 0,-10 15 0,-7 14 0,1 1 0,8-13 0,-13 20 0,0 1 0,1-1 0,-1 1 0,0-1 0,0 1 0,1 0 0,-1-1 0,1 1 0,-1 0 0,0-1 0,1 1 0,-1 0 0,1-1 0,-1 1 0,1 0 0,-1 0 0,1 0 0,-1-1 0,1 1 0,-1 0 0,1 0 0,-1 0 0,1 0 0,-1 0 0,1 0 0,-1 0 0,2 0 0,-1 1 0,0-1 0,0 1 0,0-1 0,-1 1 0,1-1 0,0 1 0,0 0 0,0 0 0,-1-1 0,1 1 0,0 0 0,-1 0 0,2 1 0,1 4 0,1 1 0,-1-1 0,3 9 0,-5-11 0,2 4-81,26 57 293,-26-58-399,1-1 0,0 1 0,1-1 0,0 0 0,0 0 0,0 0 0,7 4 0,0-1-6639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24575,'0'8'0,"0"2"-8191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 24575,'-12'1'0,"-1"1"0,1 1 0,0 0 0,0 1 0,-19 8 0,28-11 0,-1 1 0,1 0 0,1 0 0,-1 0 0,0 0 0,0 1 0,1-1 0,0 1 0,-1-1 0,-3 7 0,5-7 0,0 0 0,0 0 0,0 0 0,1 1 0,-1-1 0,0 1 0,1-1 0,0 0 0,0 1 0,-1-1 0,1 1 0,1-1 0,-1 0 0,0 1 0,1-1 0,-1 1 0,2 2 0,0 0 0,0 0 0,0-1 0,1 1 0,0-1 0,0 0 0,0 0 0,0 0 0,1 0 0,0 0 0,-1-1 0,1 0 0,8 6 0,-1-3 0,0 1 0,0-1 0,0-1 0,14 5 0,-12-6 0,0-1 0,0-1 0,0 0 0,0 0 0,20-1 0,-24-1 0,0-1 0,0 0 0,0 0 0,0-1 0,0 0 0,0 0 0,0-1 0,14-6 0,-20 7 0,0 0 0,0 0 0,-1 0 0,1-1 0,0 1 0,-1-1 0,0 1 0,1-1 0,-1 0 0,0 0 0,0 0 0,0 0 0,-1 0 0,1 0 0,-1-1 0,0 1 0,1-5 0,-1 7 0,3-8 0,0 10 0,2 15 0,-3-5 0,0-4-91,0-1 0,0 1 0,1 0 0,0-1 0,1 0 0,-1 0 0,1 0 0,0-1 0,0 1 0,1-1 0,0 0 0,0-1 0,0 0 0,13 8 0,-9-9-6735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3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24575,'5'-10'0,"1"0"0,0 3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24575,'54'167'0,"-23"-65"0,9 38 0,-23-73 0,41 100 0,-49-149-1365,-1-2-5461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4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99 24575,'-20'-17'0,"-8"-6"0,-3 1 0,2 4 0,4 6 0,3 7 0,3 4 0,0 2 0,0 4 0,2 1 0,1-1 0,0-1 0,4-1-8191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5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24575,'2'8'0,"1"-1"0,0 1 0,0-1 0,1 1 0,0-1 0,0 0 0,0 0 0,8 8 0,-9-12 0,-1-1 0,0 0 0,0 0 0,1 0 0,-1 0 0,1 0 0,-1-1 0,1 1 0,0-1 0,0 1 0,-1-1 0,1 0 0,0 0 0,0 0 0,0-1 0,1 1 0,-1-1 0,0 1 0,0-1 0,0 0 0,0-1 0,0 1 0,0 0 0,0-1 0,0 1 0,0-1 0,0 0 0,0 0 0,0-1 0,0 1 0,0 0 0,-1-1 0,1 0 0,0 1 0,-1-1 0,0 0 0,1 0 0,3-5 0,-1-1 0,0-1 0,-1 0 0,0 1 0,-1-1 0,0-1 0,0 1 0,-1 0 0,0-1 0,1-11 0,0 6 0,-3 14 0,0 0 0,0 0 0,0 0 0,0 0 0,0 0 0,0 1 0,1-1 0,-1 0 0,0 0 0,1 0 0,-1 0 0,0 1 0,1-1 0,-1 0 0,1 0 0,-1 1 0,1-1 0,0 0 0,0 1 0,-1 0 0,1 0 0,-1 0 0,0 0 0,1 0 0,-1 0 0,1 1 0,-1-1 0,0 0 0,1 0 0,-1 0 0,0 1 0,1-1 0,-1 0 0,0 1 0,1-1 0,-1 0 0,0 0 0,0 1 0,1-1 0,-1 1 0,0-1 0,0 0 0,0 1 0,1 0 0,13 36 0,-12-32 0,44 162 0,-22-77 0,51 235 0,-71-303 0,-3-20 0,0 0 0,-1 0 0,0 0 0,0 0 0,1 0 0,-1 0 0,0 0 0,0 0 0,-1 0 0,1 0 0,0 0 0,-1 0 0,1 0 0,-1 0 0,-1 3 0,1-5 0,1 1 0,-1 0 0,0 0 0,0 0 0,0-1 0,0 1 0,-1 0 0,1-1 0,0 1 0,0-1 0,0 1 0,0-1 0,-1 0 0,1 1 0,0-1 0,0 0 0,-1 0 0,1 0 0,0 0 0,0 0 0,-1 0 0,1 0 0,0 0 0,0-1 0,-1 1 0,0-1 0,-9-2 0,1 0 0,-1 0 0,1-2 0,0 1 0,0-1 0,0 0 0,-12-11 0,9 7 0,1 0 0,1-1 0,0-1 0,-19-23 0,26 28 0,0 0 0,0-1 0,0 1 0,1-1 0,0 0 0,0 0 0,1 0 0,0 0 0,-2-12 0,3 15 0,1 0 0,0 0 0,0 1 0,0-1 0,0 0 0,1 0 0,-1 0 0,1 1 0,0-1 0,0 1 0,1-1 0,-1 0 0,1 1 0,-1 0 0,1-1 0,0 1 0,0 0 0,1 0 0,-1 0 0,6-4 0,-4 3-195,0 1 0,1-1 0,-1 1 0,1 0 0,0 1 0,10-5 0,-2 3-6631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5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 24575,'12'5'0,"0"2"0,-1-1 0,0 1 0,-1 1 0,0 0 0,0 1 0,0 0 0,-1 0 0,0 1 0,-1 0 0,0 0 0,-1 1 0,0 0 0,-1 0 0,0 1 0,-1 0 0,0 0 0,6 22 0,-6-14 0,-1-4 0,0 1 0,-1 0 0,0 0 0,-1 29 0,-2-45 0,0 1 0,0-1 0,0 0 0,0 0 0,0 0 0,-1 0 0,1 0 0,0 0 0,-1 1 0,1-1 0,-1 0 0,1 0 0,-1 0 0,0 0 0,1-1 0,-1 1 0,0 0 0,0 0 0,0 0 0,1 0 0,-1-1 0,0 1 0,-2 0 0,1 0 0,0 0 0,0 0 0,-1-1 0,1 1 0,0-1 0,-1 0 0,1 0 0,0 0 0,-1 0 0,1 0 0,-3-1 0,-6-1 0,0 0 0,0-2 0,-17-6 0,28 10 0,-25-11 0,0-1 0,-42-28 0,52 29 0,1 0 0,0 0 0,1-2 0,0 1 0,-14-21 0,24 29 0,0 0 0,0-1 0,0 1 0,1-1 0,-1 0 0,1 0 0,0 0 0,1 0 0,-2-8 0,2 11 0,1-1 0,0 1 0,0 0 0,0 0 0,1-1 0,-1 1 0,0 0 0,1 0 0,0 0 0,-1 0 0,1-1 0,0 1 0,0 0 0,0 0 0,0 0 0,0 1 0,1-1 0,-1 0 0,1 0 0,-1 1 0,1-1 0,0 1 0,-1-1 0,1 1 0,3-2 0,2-1 9,1 0-1,1 0 1,-1 1-1,0 0 1,1 1 0,-1 0-1,1 0 1,0 0-1,0 1 1,0 1-1,0 0 1,0 0-1,9 1 1,3 2-306,-1 0 0,0 2 0,1 0 0,28 12 0,-36-11-6529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6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5 24575,'-5'-2'0,"0"1"0,0 1 0,1-1 0,-1 1 0,0 0 0,0 0 0,0 0 0,0 0 0,1 1 0,-1 0 0,0 0 0,0 1 0,1-1 0,-1 1 0,1 0 0,-1 0 0,1 0 0,0 1 0,0-1 0,0 1 0,0 0 0,1 0 0,-1 1 0,1-1 0,-1 1 0,1-1 0,0 1 0,1 0 0,-1 0 0,1 1 0,0-1 0,-2 6 0,-2 5 0,1 0 0,1 0 0,0 1 0,1-1 0,1 1 0,-1 16 0,5 97 0,3-57-383,2 1-1,24 98 1,-22-137 500,1 0 1,1 0 0,2-1 0,2-1-1,1 0 1,39 58 0,-53-87-271,0 0 1,1 0 0,0 0 0,-1-1 0,1 1-1,4 2 1,3 1-6647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6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30 24575,'-20'-4'0,"-11"-3"0,-2 1 0,-2 1 0,1 1 0,2 2 0,0 1 0,-1 0 0,3 1 0,1 1 0,6-1-8191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24575,'0'22'0,"1"0"0,6 32 0,-5-44 0,0 0 0,1 0 0,1-1 0,-1 1 0,1-1 0,1 0 0,10 15 0,-1-4 0,2 0 0,26 26 0,-32-36 0,1-1 0,0 0 0,0-1 0,1-1 0,0 0 0,15 7 0,-26-14 0,0 1 0,0-1 0,0 1 0,0-1 0,0 0 0,0 1 0,0-1 0,0 0 0,0 0 0,0 0 0,0 0 0,0 0 0,0 0 0,0 0 0,0 0 0,0 0 0,0 0 0,0-1 0,0 1 0,0 0 0,-1-1 0,1 1 0,2-1 0,-2 0 0,0-1 0,0 1 0,0 0 0,0 0 0,0-1 0,-1 1 0,1 0 0,0-1 0,-1 1 0,1 0 0,-1-1 0,1 1 0,-1-1 0,0-1 0,2-8 0,-2 1 0,0 0 0,-2-19 0,2 22 0,-2-5 0,0 0 0,-7-22 0,-1 0 0,10 33 0,0 1 0,-1-1 0,1 0 0,0 0 0,0 0 0,0 0 0,0 0 0,0 0 0,0 0 0,0 0 0,0 0 0,0 0 0,1 0 0,-1 1 0,0-1 0,1-1 0,-1 1 0,0 1 0,1 0 0,-1 0 0,0-1 0,1 1 0,-1 0 0,0 0 0,1 0 0,-1 0 0,0 0 0,1-1 0,-1 1 0,1 0 0,-1 0 0,0 0 0,1 0 0,-1 0 0,0 0 0,1 0 0,-1 0 0,1 0 0,-1 0 0,0 0 0,1 1 0,-1-1 0,1 0 0,3 2 0,1 0 0,-1 0 0,0 1 0,6 4 0,-8-5 0,45 33 0,25 18 0,-61-45 0,1-2 0,-1 1 0,1-2 0,20 8 0,-26-12 0,-1 1 0,1-1 0,-1 0 0,1 0 0,0-1 0,0 0 0,-1 0 0,1 0 0,0 0 0,7-3 0,-11 3 0,1-1 0,-1 0 0,1 0 0,-1 0 0,0 0 0,1-1 0,-1 1 0,0 0 0,0-1 0,0 0 0,0 1 0,0-1 0,0 0 0,-1 0 0,1 0 0,-1 0 0,1-1 0,-1 1 0,0 0 0,1-1 0,-1 1 0,-1-1 0,3-4 0,-1-5 0,0 1 0,-1-1 0,0 0 0,-1 0 0,0 1 0,-1-1 0,0 0 0,-1 1 0,-1-1 0,-5-17 0,3 15 0,0 0 0,-1 1 0,-1-1 0,0 1 0,-1 1 0,0-1 0,-19-21 0,24 31-80,-1 0 0,1 1-1,-1-1 1,0 0 0,1 1-1,-1 0 1,0 0 0,0 0-1,-1 1 1,1-1 0,0 1 0,0 0-1,-1 0 1,1 0 0,-1 1-1,-5 0 1,-3 0-6746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4 0,1 3 0,0 2 0,1 2 0,0 2 0,1-1 0,2 2 0,2-1 0,2 0 0,-1-1 0,3 1 0,1 0 0,3-3 0,0-4 0,2-2 0,-2-3-8191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13 24575,'-3'-5'0,"0"1"0,-3 1 0,1 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1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67 24575,'-12'-8'0,"-47"-29"0,52 33 0,0 1 0,0 0 0,0 0 0,0 1 0,0 0 0,-14-2 0,20 4 0,0-1 0,0 1 0,0 0 0,-1 0 0,1 0 0,0 1 0,0-1 0,0 0 0,0 0 0,0 0 0,0 1 0,0-1 0,0 1 0,0-1 0,0 1 0,0-1 0,0 1 0,0-1 0,0 1 0,0 0 0,-1 1 0,1-1 0,0 1 0,0-1 0,1 1 0,-1-1 0,0 1 0,1-1 0,-1 1 0,1 0 0,0-1 0,-1 1 0,1 0 0,0 3 0,0 0 0,0 0 0,1 1 0,0-1 0,0 0 0,0 0 0,1 0 0,-1 0 0,4 6 0,0-2 0,1 0 0,0 0 0,1-1 0,0 0 0,0 0 0,16 12 0,54 36 0,-47-37 0,52 38 0,-81-57 0,0 1 0,-1-1 0,1 1 0,0-1 0,-1 1 0,1 0 0,0-1 0,-1 1 0,1 0 0,-1-1 0,1 1 0,-1 0 0,0 0 0,1-1 0,-1 1 0,0 0 0,1 0 0,-1 0 0,0 1 0,0-1 0,0-1 0,0 1 0,-1-1 0,1 1 0,0-1 0,0 1 0,-1-1 0,1 1 0,0-1 0,-1 1 0,1-1 0,-1 1 0,1-1 0,0 1 0,-1-1 0,1 0 0,-1 1 0,1-1 0,-1 0 0,-1 1 0,-3 1 0,-1 0 0,0 0 0,0-1 0,-8 2 0,14-3 0,-95 11 109,-8 3-1583,86-11-5352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90 24575,'-36'-21'0,"8"5"0,-39-17 0,58 29 0,-2 0 0,1 1 0,0 1 0,0-1 0,-1 2 0,0-1 0,1 2 0,-12-1 0,4 2 0,3-1 0,0 1 0,-25 5 0,36-5 0,0 0 0,0 0 0,1 0 0,-1 1 0,0 0 0,1-1 0,-1 1 0,1 1 0,-1-1 0,1 0 0,0 1 0,0 0 0,0 0 0,-4 5 0,6-7 0,0 0 0,1 0 0,-1 1 0,0-1 0,1 0 0,0 0 0,-1 0 0,1 0 0,0 1 0,-1-1 0,1 0 0,0 0 0,0 1 0,0-1 0,0 0 0,0 0 0,0 1 0,0-1 0,1 2 0,0 0 0,0-1 0,0 1 0,1-1 0,-1 1 0,1-1 0,-1 0 0,1 1 0,3 2 0,3 3 0,1 0 0,0-1 0,13 8 0,-19-13 0,11 8 0,1-1 0,0-1 0,0 0 0,0-1 0,1-1 0,0 0 0,0-1 0,21 3 0,-35-8 0,0 0 0,-1 0 0,1 0 0,0 0 0,0 0 0,-1 0 0,1 0 0,0-1 0,-1 1 0,1-1 0,-1 1 0,1-1 0,0 1 0,-1-1 0,1 0 0,-1 0 0,0 0 0,1 0 0,-1 0 0,0 0 0,1 0 0,-1-1 0,0 1 0,0 0 0,0-1 0,0 1 0,0 0 0,-1-1 0,1 0 0,0-1 0,2-5 0,0-1 0,-1 1 0,0-1 0,1-15 0,0 3 0,-3 20 0,0 1 0,0 0 0,0-1 0,0 1 0,1 0 0,-1-1 0,0 1 0,0 0 0,1-1 0,-1 1 0,0 0 0,0 0 0,1-1 0,-1 1 0,0 0 0,1 0 0,-1 0 0,0-1 0,1 1 0,-1 0 0,0 0 0,1 0 0,-1 0 0,1 0 0,-1 0 0,0 0 0,1 0 0,-1 0 0,0 0 0,1 0 0,-1 0 0,1 0 0,-1 0 0,0 0 0,1 0 0,-1 0 0,0 0 0,1 1 0,-1-1 0,0 0 0,1 0 0,-1 0 0,0 1 0,1-1 0,-1 0 0,1 1 0,20 13 0,-16-11 0,36 27-22,-25-17-313,2-1-1,0 0 0,20 10 0,-25-17-6490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16 24575,'-1'0'0,"-26"-5"0,-1 0 0,0 2 0,0 1 0,-33 2 0,53 1 0,0 0 0,0 1 0,-1-1 0,1 2 0,0-1 0,0 1 0,-13 8 0,15-8 0,1 1 0,0-1 0,0 1 0,0 1 0,1-1 0,-1 1 0,1 0 0,0 0 0,0 0 0,1 0 0,-5 10 0,4-6 0,0-1 0,0 1 0,1 0 0,1 0 0,0 0 0,0 0 0,-1 15 0,3-20 0,0 1 0,0-1 0,0 1 0,1-1 0,0 1 0,0-1 0,0 0 0,0 1 0,1-1 0,-1 0 0,1 0 0,0 0 0,1 0 0,-1 0 0,1 0 0,-1-1 0,7 6 0,0-1 0,1 0 0,0 0 0,0-1 0,1-1 0,0 1 0,0-2 0,1 0 0,-1 0 0,1-1 0,20 4 0,-10-4 0,1 0 0,0-2 0,0-1 0,44-3 0,-33-3-1365,-20 1-5461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1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47 24575,'-10'1'0,"1"1"0,0 0 0,0 0 0,-9 5 0,16-7 0,0 1 0,1-1 0,-1 1 0,1 0 0,-1 0 0,1-1 0,-1 1 0,1 0 0,0 0 0,0 0 0,-1 1 0,1-1 0,0 0 0,0 0 0,0 1 0,0-1 0,0 0 0,0 1 0,1-1 0,-1 1 0,0-1 0,1 1 0,-1 0 0,1-1 0,-1 1 0,1-1 0,0 1 0,0 0 0,0-1 0,0 4 0,1-2 0,0-1 0,0 0 0,0 0 0,0 1 0,0-1 0,1 0 0,-1 0 0,1 0 0,-1 0 0,1-1 0,0 1 0,0 0 0,0-1 0,0 1 0,0-1 0,3 2 0,6 3 0,22 9 0,-30-14 0,14 5 0,0-2 0,0 0 0,1-1 0,0 0 0,-1-2 0,1 0 0,0-1 0,24-2 0,-38 1 0,0 1 0,0-1 0,0 0 0,-1 1 0,1-2 0,0 1 0,-1 0 0,1-1 0,-1 0 0,6-3 0,-8 5 0,0-1 0,0 0 0,0 0 0,-1 0 0,1 0 0,0 0 0,0 0 0,-1 0 0,1 0 0,0 0 0,-1-1 0,1 1 0,-1 0 0,0 0 0,1-1 0,-1 1 0,0 0 0,0 0 0,0-1 0,1 1 0,-1 0 0,-1-1 0,1 1 0,0 0 0,0 0 0,0-1 0,-1 1 0,1 0 0,-1 0 0,1 0 0,-1-1 0,1 1 0,-1 0 0,-1-1 0,-1-4 0,-1 1 0,0 0 0,0 0 0,-1 0 0,0 0 0,-7-5 0,-33-21 0,32 23 0,0 2 0,0 0 0,-1 1 0,0 0 0,0 1 0,-23-4 0,16 5 0,-1 1 0,1 1 0,-40 3 0,44 0-1365,4 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24575,'3'1'0,"1"0"0,0 0 0,-1 0 0,1 0 0,0 1 0,-1-1 0,0 1 0,1 0 0,-1 0 0,4 3 0,7 4 0,29 16 0,-26-14 0,1-1 0,0 0 0,1-1 0,32 10 0,-50-19 0,1 1 0,0-1 0,0 1 0,-1-1 0,1 0 0,0 0 0,-1 0 0,1 0 0,0 0 0,0 0 0,-1 0 0,1 0 0,0-1 0,-1 1 0,1-1 0,0 1 0,-1-1 0,1 0 0,-1 0 0,1 1 0,1-3 0,-1 2 0,-1-1 0,1 0 0,-1 0 0,0 0 0,0 0 0,0 0 0,0 0 0,0 0 0,0 0 0,0 0 0,-1 0 0,1 0 0,-1-1 0,1-2 0,-1-4 0,0-1 0,-1 1 0,1 0 0,-2 0 0,1-1 0,-6-15 0,3 14 0,2 8 0,1-1 0,0 0 0,0 1 0,0-1 0,0 0 0,0 0 0,1-6 0,0 10 0,0-1 0,0 1 0,0-1 0,0 1 0,0 0 0,0-1 0,0 1 0,0 0 0,1-1 0,-1 1 0,0 0 0,0 0 0,0-1 0,0 1 0,1 0 0,-1-1 0,0 1 0,0 0 0,1 0 0,-1-1 0,0 1 0,1 0 0,-1 0 0,0 0 0,1 0 0,-1-1 0,0 1 0,1 0 0,-1 0 0,0 0 0,1 0 0,-1 0 0,0 0 0,1 0 0,-1 0 0,0 0 0,1 0 0,-1 0 0,0 0 0,1 0 0,-1 0 0,0 0 0,1 0 0,-1 1 0,0-1 0,1 0 0,-1 0 0,0 0 0,1 0 0,-1 1 0,1-1 0,18 13 0,-16-12 0,71 58 0,-55-42 0,0 0 0,1-2 0,1-1 0,38 20 0,-41-26-1365,-4-2-5461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9 24575,'-10'-3'0,"0"1"0,0 1 0,0 0 0,0 0 0,0 0 0,0 2 0,0-1 0,0 1 0,-11 3 0,16-3 0,0 0 0,0 1 0,1 0 0,-1 0 0,1 0 0,0 1 0,-1-1 0,1 1 0,0 0 0,0 0 0,1 1 0,-1-1 0,1 1 0,0-1 0,-1 1 0,2 0 0,-1 1 0,0-1 0,1 0 0,-3 7 0,2-3 0,0 1 0,1 0 0,0 0 0,0 1 0,1-1 0,0 0 0,1 0 0,0 1 0,0-1 0,1 0 0,0 0 0,0 1 0,1-1 0,1 0 0,0-1 0,0 1 0,8 17 0,-2-11 0,0 0 0,1-1 0,0 0 0,1 0 0,1-1 0,0-1 0,1 0 0,23 17 0,-21-18 0,15 9 0,-28-19 0,-1 1 0,1-1 0,0 1 0,-1 0 0,1 0 0,-1-1 0,1 1 0,-1 0 0,0 0 0,2 4 0,-3-5 0,0 0 0,1-1 0,-1 1 0,0 0 0,0-1 0,0 1 0,0 0 0,-1 0 0,1-1 0,0 1 0,0 0 0,0-1 0,-1 1 0,1 0 0,0-1 0,0 1 0,-1 0 0,1-1 0,-1 1 0,1-1 0,-1 1 0,1-1 0,-1 1 0,1-1 0,-1 1 0,1-1 0,-1 1 0,1-1 0,-1 1 0,0-1 0,1 0 0,-1 0 0,0 1 0,1-1 0,-1 0 0,0 0 0,1 0 0,-3 1 0,-3 0 0,0 0 0,0 0 0,-8-1 0,11 0 0,-29 0 0,0-2 0,-53-11 0,-18-1 0,94 13-341,1 0 0,-1 0-1,-9-4 1,8 2-6485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2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0 283 24575,'52'5'0,"44"2"0,111-4 0,-201-3 0,0-1 0,0 0 0,0 0 0,0 0 0,-1 0 0,1-1 0,-1 0 0,1-1 0,-1 1 0,0-1 0,1 0 0,-1 0 0,-1 0 0,1-1 0,7-7 0,-7 5 0,-1 1 0,0-1 0,0 0 0,0 0 0,-1-1 0,0 1 0,0-1 0,0 1 0,-1-1 0,0 0 0,-1 0 0,2-12 0,-2 8 0,0-1 0,0 0 0,-2 0 0,1 1 0,-2-1 0,1 0 0,-1 1 0,-1-1 0,0 1 0,-6-13 0,9 23 0,-1-1 0,1 1 0,-1 0 0,0-1 0,0 1 0,0 0 0,0 0 0,1-1 0,-2 1 0,1 0 0,0 0 0,0 0 0,0 0 0,0 0 0,-1 0 0,1 1 0,-2-2 0,1 2 0,1-1 0,0 1 0,0 0 0,0 0 0,0 0 0,-1 0 0,1 0 0,0 0 0,0 1 0,0-1 0,0 0 0,0 0 0,0 1 0,-1-1 0,1 1 0,0-1 0,0 1 0,-1 0 0,-1 2 0,-1 0 0,1 0 0,0 0 0,-1 1 0,2-1 0,-1 1 0,0-1 0,1 1 0,-1 0 0,-1 6 0,0-2 0,1 0 0,0 0 0,0 1 0,1 0 0,0-1 0,1 1 0,0 0 0,0 14 0,1-18 0,1 0 0,0-1 0,0 1 0,0-1 0,0 1 0,0-1 0,1 0 0,0 1 0,0-1 0,0 0 0,1 0 0,-1 0 0,1-1 0,0 1 0,0 0 0,0-1 0,1 0 0,4 4 0,0-1 0,1-1 0,0 0 0,0 0 0,1-1 0,-1 0 0,1 0 0,0-1 0,16 2 0,-4-1 0,0-2 0,0 0 0,22-2 0,-30-1 40,-1 0 0,24-6 0,-31 6-226,1-1 1,-1 0-1,0-1 0,0 1 1,0-1-1,0 0 1,8-6-1,-4 0-6640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3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40 24575,'-11'-3'0,"-91"-22"0,81 21 0,0 0 0,-40 0 0,57 4 0,0 0 0,0 0 0,-1 1 0,1-1 0,0 1 0,0 0 0,0 0 0,0 0 0,0 0 0,0 1 0,0 0 0,1 0 0,-1 0 0,1 0 0,-1 0 0,1 1 0,0 0 0,0-1 0,0 1 0,0 0 0,0 1 0,1-1 0,-1 0 0,1 1 0,0-1 0,0 1 0,0 0 0,1 0 0,-1 0 0,1 0 0,0 0 0,-1 5 0,1-4 0,0-1 0,1 1 0,0 0 0,0-1 0,0 1 0,0 0 0,1-1 0,0 1 0,0-1 0,2 7 0,-2-8 0,1 0 0,-1 0 0,1 0 0,0 0 0,0 0 0,0 0 0,0-1 0,0 1 0,0-1 0,1 0 0,-1 0 0,1 0 0,0 0 0,0 0 0,3 1 0,-2 0 0,0-1 0,0 0 0,1 0 0,-1 0 0,1-1 0,-1 1 0,1-1 0,-1 0 0,1-1 0,0 1 0,0-1 0,-1 0 0,1 0 0,0 0 0,0-1 0,-1 0 0,1 1 0,0-2 0,-1 1 0,1-1 0,-1 1 0,1-1 0,7-5 0,0 0 0,-1-2 0,1 1 0,-1-1 0,-1-1 0,10-11 0,-19 21 0,-1-1 0,0 1 0,0 0 0,0-1 0,1 1 0,-1 0 0,0 0 0,0-1 0,1 1 0,-1 0 0,0 0 0,1-1 0,-1 1 0,0 0 0,1 0 0,-1 0 0,0 0 0,1 0 0,-1-1 0,0 1 0,1 0 0,-1 0 0,1 0 0,-1 0 0,0 0 0,1 0 0,-1 0 0,0 0 0,1 0 0,-1 0 0,0 1 0,1-1 0,-1 0 0,1 0 0,-1 0 0,0 0 0,1 0 0,-1 1 0,0-1 0,0 0 0,1 0 0,-1 1 0,0-1 0,0 0 0,1 0 0,-1 1 0,0-1 0,0 0 0,1 1 0,-1-1 0,0 0 0,0 1 0,8 23 0,-6-18 0,14 47 0,97 278 0,-103-313-1365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1 230 24575,'0'-1'0,"1"1"0,0 0 0,-1-1 0,1 1 0,0 0 0,-1 0 0,1-1 0,0 1 0,0 0 0,-1 0 0,1 0 0,0 0 0,0 0 0,-1 0 0,1 0 0,0 0 0,0 0 0,-1 0 0,1 0 0,0 1 0,-1-1 0,1 0 0,0 1 0,-1-1 0,1 0 0,0 1 0,-1-1 0,1 0 0,0 1 0,-1-1 0,1 1 0,0 0 0,20 20 0,-18-18 0,22 26 0,-9-11 0,0 0 0,1-1 0,21 16 0,-36-32 0,0 1 0,0-1 0,0 1 0,0-1 0,0 0 0,0 0 0,0 0 0,0-1 0,1 1 0,-1 0 0,0-1 0,1 1 0,-1-1 0,0 0 0,1 0 0,-1 0 0,0 0 0,1 0 0,1-1 0,-1 0 0,-1 0 0,0 0 0,0 0 0,0 0 0,0 0 0,-1-1 0,1 1 0,0-1 0,-1 1 0,1-1 0,0 0 0,-1 0 0,0 0 0,0 1 0,1-1 0,-1 0 0,0-1 0,0 1 0,0-3 0,5-15 0,-5 15 0,0 0 0,0 1 0,1-1 0,-1 0 0,5-8 0,-5 13 0,0-1 0,-1 0 0,1 0 0,0 0 0,-1 1 0,1-1 0,0 0 0,0 1 0,0-1 0,-1 0 0,1 1 0,0-1 0,0 1 0,0 0 0,0-1 0,0 1 0,0 0 0,0-1 0,0 1 0,0 0 0,0 0 0,0 0 0,0 0 0,0 0 0,1 0 0,-1 0 0,0 0 0,0 1 0,0-1 0,0 0 0,0 1 0,1 0 0,5 2 0,0 0 0,-1 1 0,1 0 0,-1 1 0,0-1 0,7 8 0,-8-8 0,0 1 0,0-1 0,0 0 0,0 0 0,1-1 0,-1 0 0,1 0 0,0 0 0,11 3 0,-12-5 0,0 0 0,1 0 0,-1 0 0,0-1 0,1 0 0,-1 0 0,0 0 0,1-1 0,-1 0 0,6-1 0,-8 1 0,1-1 0,-1 1 0,1-1 0,-1 0 0,0 0 0,0 0 0,0-1 0,0 1 0,0-1 0,0 1 0,-1-1 0,1 0 0,-1 0 0,3-6 0,0 0 0,0 0 0,-1 0 0,0 0 0,-1-1 0,0 0 0,-1 1 0,0-1 0,0 0 0,-1 0 0,0-17 0,-1 14 0,-1 0 0,-1 0 0,0 0 0,0 1 0,-1-1 0,-1 1 0,-9-23 0,10 30 0,0-1 0,0 1 0,-1 0 0,1 0 0,-1 0 0,0 0 0,-1 1 0,1 0 0,-1 0 0,0 0 0,0 0 0,-8-4 0,10 6 0,1 1 0,0 0 0,-1 0 0,1 1 0,-1-1 0,1 0 0,-1 1 0,1-1 0,-1 1 0,0 0 0,1 0 0,-1 0 0,1 0 0,-1 1 0,0-1 0,1 1 0,-1-1 0,1 1 0,-1 0 0,1 0 0,0 0 0,-1 0 0,1 0 0,0 1 0,0-1 0,0 1 0,0-1 0,0 1 0,0 0 0,0 0 0,-3 4 0,1-1 0,0 1 0,1 0 0,-1 0 0,1 0 0,0 0 0,0 0 0,1 1 0,0-1 0,0 1 0,1-1 0,-1 1 0,1 0 0,1 0 0,0 0 0,-1-1 0,2 1 0,-1 0 0,1 0 0,0 0 0,1-1 0,0 1 0,0 0 0,0-1 0,1 0 0,-1 1 0,2-1 0,-1 0 0,5 5 0,-1-2 0,0 0 0,1 0 0,0-1 0,1-1 0,0 1 0,0-1 0,0-1 0,1 0 0,0 0 0,0-1 0,1 0 0,17 5 0,-13-5 0,1-1 0,-1 0 0,1-2 0,0 0 0,0 0 0,27-2 0,-37-1 0,0 0 0,0 0 0,-1 0 0,1 0 0,0-1 0,-1 0 0,0 0 0,1-1 0,-1 1 0,0-1 0,0 0 0,0-1 0,-1 1 0,1-1 0,-1 0 0,0 0 0,0 0 0,0-1 0,0 1 0,-1-1 0,5-7 0,-5 5 0,1-1 0,-1 1 0,-1 0 0,1-1 0,-1 0 0,0 0 0,1-13 0,-3 19 0,0 0 0,0 0 0,1 1 0,-1-1 0,0 0 0,1 1 0,0-1 0,-1 1 0,1-1 0,0 1 0,0-1 0,0 1 0,0-1 0,0 1 0,2-2 0,-2 2 0,0 1 0,-1-1 0,1 1 0,0-1 0,0 1 0,0 0 0,0-1 0,0 1 0,1 0 0,-1 0 0,0 0 0,0 0 0,0 0 0,0 0 0,0 0 0,0 0 0,0 0 0,0 0 0,0 1 0,0-1 0,0 0 0,0 1 0,0-1 0,0 1 0,0-1 0,1 2 0,15 9 0,30 26 0,-35-27 0,1 1 0,0-2 0,1 0 0,17 9 0,-29-17 0,1 0 0,-1 0 0,1 0 0,0 0 0,-1 0 0,1-1 0,0 1 0,-1-1 0,1 0 0,0 0 0,4 0 0,-6 0 0,0-1 0,0 1 0,0-1 0,0 1 0,0-1 0,1 1 0,-1-1 0,0 1 0,0-1 0,-1 0 0,1 0 0,0 1 0,0-1 0,0 0 0,0 0 0,-1 0 0,1 0 0,0 0 0,-1 0 0,1 0 0,-1 0 0,1 0 0,-1-1 0,1 1 0,-1 0 0,0 0 0,0 0 0,0-2 0,1 0 0,-1-1 0,1 1 0,0 0 0,0 0 0,0-1 0,0 1 0,1 0 0,1-3 0,-2 4 0,0 1 0,1 0 0,-1 0 0,0 0 0,1 0 0,-1 0 0,0 0 0,1 0 0,-1 0 0,1 0 0,0 1 0,-1-1 0,1 1 0,-1-1 0,1 1 0,0 0 0,-1-1 0,4 1 0,2 0 0,1 0 0,-1 1 0,1-1 0,-1 2 0,0-1 0,1 1 0,-1 0 0,7 3 0,-1 0 0,-1 1 0,1 0 0,16 12 0,-19-10-1365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5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177 102 24575,'-13'-10'0,"-42"-29"0,50 36 0,0 0 0,-1 1 0,1-1 0,-1 1 0,0 0 0,0 0 0,0 1 0,-8-2 0,12 3 0,1 0 0,-1 0 0,0 0 0,0 0 0,0 0 0,0 1 0,1-1 0,-1 1 0,0-1 0,1 1 0,-1 0 0,0-1 0,1 1 0,-1 0 0,0 0 0,1 0 0,0 0 0,-1 0 0,1 1 0,0-1 0,-1 0 0,1 1 0,0-1 0,0 1 0,0-1 0,0 1 0,0-1 0,1 1 0,-1 0 0,0-1 0,1 1 0,-1 0 0,0 3 0,0 6 0,-1-1 0,1 1 0,1-1 0,1 17 0,0-20 0,-1-4 0,0 1 0,0-1 0,1 1 0,-1-1 0,1 0 0,0 0 0,0 1 0,0-1 0,1 0 0,-1 0 0,1 0 0,-1 0 0,1 0 0,0 0 0,4 4 0,-1-3 0,0 0 0,1 0 0,-1-1 0,1 1 0,0-1 0,-1-1 0,10 4 0,6 1 0,2-1 0,-1 0 0,1-2 0,45 3 0,-59-7 0,1 0 0,0 0 0,0-1 0,0-1 0,-1 0 0,1 0 0,-1 0 0,1-1 0,-1-1 0,0 0 0,0 0 0,15-10 0,-19 10 0,0 0 0,0 0 0,0 0 0,0-1 0,-1 1 0,1-1 0,-1 0 0,-1-1 0,1 1 0,-1-1 0,0 1 0,0-1 0,0 0 0,-1 0 0,0 0 0,0-1 0,-1 1 0,1 0 0,-1-1 0,0-7 0,-1 7 0,0 1 0,-1-1 0,0 1 0,0 0 0,0-1 0,-1 1 0,1 0 0,-2 0 0,-2-7 0,4 11 0,0 0 0,0 0 0,0 1 0,0-1 0,-1 0 0,1 0 0,-1 1 0,1-1 0,-1 0 0,0 1 0,0 0 0,1-1 0,-1 1 0,0 0 0,0 0 0,0 0 0,0 0 0,0 0 0,-1 1 0,1-1 0,0 1 0,0-1 0,0 1 0,-1 0 0,1 0 0,0 0 0,0 0 0,-1 0 0,-2 1 0,2 0 0,0-1 0,0 1 0,1 0 0,-1 0 0,0 0 0,1 1 0,-1-1 0,1 0 0,-1 1 0,1 0 0,0 0 0,0-1 0,-1 1 0,1 1 0,-2 2 0,2-1 0,-1-1 0,1 1 0,0 0 0,0 0 0,1 0 0,-1 0 0,1 0 0,0 1 0,-1 6 0,1-5 0,1-1 0,0 1 0,0 0 0,0 0 0,0 0 0,1 0 0,0-1 0,1 1 0,-1 0 0,1-1 0,0 1 0,0-1 0,1 1 0,-1-1 0,6 7 0,-3-7 0,-1-1 0,1 1 0,0-1 0,0-1 0,1 1 0,-1-1 0,1 1 0,0-2 0,0 1 0,7 2 0,11 3 0,31 4 0,-49-11 0,35 5 0,1-1 0,0-3 0,47-3 0,-43 0 0,-17-2-1365,-20 0-5461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6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13 24575,'12'-2'0,"0"1"0,0 0 0,0 0 0,-1 1 0,1 1 0,23 3 0,-28-2 0,0-1 0,0 1 0,0 1 0,-1-1 0,1 1 0,-1 0 0,1 1 0,-1-1 0,0 1 0,0 0 0,-1 1 0,10 9 0,-13-13 0,-1 1 0,0 0 0,1 0 0,-1 0 0,0 0 0,0 0 0,0 0 0,0 0 0,0 1 0,0-1 0,-1 0 0,1 0 0,-1 1 0,0-1 0,1 0 0,-1 1 0,-1 3 0,1-2 0,-1-1 0,0 0 0,0 1 0,0-1 0,-1 0 0,1 1 0,-1-1 0,0 0 0,1 0 0,-6 5 0,2-2 0,0-1 0,-1 1 0,0-1 0,0 0 0,-1 0 0,1-1 0,-1 0 0,0 0 0,-15 5 0,14-6 0,0 0 0,-1-1 0,1-1 0,-1 1 0,1-1 0,-1-1 0,0 1 0,-14-3 0,19 2 0,0-1 0,0 0 0,0 0 0,1-1 0,-1 1 0,0-1 0,0 0 0,1 0 0,-1 0 0,1 0 0,0-1 0,0 1 0,-1-1 0,2 0 0,-1 0 0,0 0 0,1 0 0,-1 0 0,1-1 0,-3-5 0,2 3 6,1 0-1,0 1 1,0-1-1,1 0 1,-1 0-1,1 0 1,0-9-1,2-44-236,0 29-947,-1 17-5648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7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51 24575,'-6'-3'0,"-19"-10"0,-31-10 0,48 20 0,1 1 0,0 0 0,-1 0 0,0 1 0,1 0 0,-1 0 0,0 1 0,1 0 0,-11 2 0,14-1 0,0 0 0,1 0 0,-1 0 0,0 1 0,1 0 0,-1 0 0,1 0 0,0 0 0,0 0 0,0 1 0,0-1 0,0 1 0,0 0 0,1 0 0,-1 0 0,1 0 0,0 0 0,0 0 0,0 1 0,0-1 0,0 1 0,-1 5 0,-1 4 0,0 1 0,1-1 0,0 1 0,-1 27 0,3-14 0,2 1 0,0 0 0,2-1 0,1 1 0,1-1 0,1 0 0,14 36 0,-5-24 0,3 0 0,1-1 0,1-2 0,30 41 0,145 186 0,-182-247-341,0-2 0,1 0-1,18 15 1,-23-23-6485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7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94 24575,'-30'-13'0,"-14"-3"0,-5-2 0,2 2 0,3 4 0,4 2 0,9 2-8191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8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24575,'14'36'0,"85"202"0,20-9 0,-60-143-1365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8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24575,'7'2'0,"-1"-1"0,0 0 0,1 0 0,-1 0 0,1-1 0,-1 0 0,1 0 0,-1-1 0,1 0 0,-1 0 0,1 0 0,-1-1 0,0 0 0,0 0 0,6-3 0,-4-1 0,1 2 0,-1-1 0,1 2 0,0-1 0,0 1 0,1 0 0,-1 1 0,0 0 0,1 0 0,9 1 0,-7 1 0,-3 0 0,0 0 0,0-1 0,0 0 0,10-2 0,-17 2 0,1 1 0,-1 0 0,1-1 0,-1 1 0,0 0 0,1 0 0,-1 1 0,1-1 0,-1 0 0,0 1 0,1 0 0,-1-1 0,0 1 0,1 0 0,-1 0 0,0 0 0,0 0 0,0 1 0,0-1 0,0 1 0,0-1 0,0 1 0,-1 0 0,3 2 0,4 5 0,-1 2 0,0-1 0,10 19 0,-2-1 0,13 10 0,2 0 0,38 37 0,-50-55 0,-13-16-1365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321 120 24575,'-18'-11'0,"-90"-54"0,92 57 0,0 1 0,-1 0 0,1 1 0,-1 1 0,-18-3 0,32 7 0,0 1 0,0-1 0,1 1 0,-1 0 0,0 0 0,0 0 0,0 0 0,0 1 0,1-1 0,-1 1 0,0-1 0,1 1 0,-1 0 0,0 0 0,1 1 0,-1-1 0,1 0 0,-1 1 0,1-1 0,-3 3 0,3-1 0,0-1 0,0 1 0,1-1 0,-1 1 0,1 0 0,-1 0 0,1-1 0,0 1 0,0 0 0,0 0 0,0 0 0,1 0 0,-1 1 0,1-1 0,0 0 0,0 0 0,0 6 0,1-4 0,0 0 0,0-1 0,0 1 0,1-1 0,-1 1 0,1-1 0,1 1 0,-1-1 0,0 0 0,1 0 0,0 0 0,0 0 0,0 0 0,0-1 0,1 0 0,-1 1 0,7 3 0,1 1 0,1-1 0,0 0 0,0 0 0,24 8 0,-30-12 0,0-1 0,0-1 0,-1 1 0,1-1 0,0 0 0,0 0 0,0-1 0,1 1 0,-1-1 0,0-1 0,0 1 0,0-1 0,0 0 0,0-1 0,-1 1 0,1-1 0,0 0 0,-1-1 0,1 1 0,-1-1 0,1 0 0,-1 0 0,0-1 0,-1 0 0,8-6 0,-6 3 0,-5 6 0,1-1 0,0 0 0,0 0 0,-1 0 0,1 1 0,0-1 0,4-1 0,-5 3 0,0 0 0,-1-1 0,1 1 0,0 0 0,0 0 0,0 0 0,0 0 0,0 0 0,0 0 0,0 0 0,0 0 0,0 0 0,0 1 0,0-1 0,0 0 0,0 1 0,0-1 0,0 1 0,0-1 0,-1 1 0,1-1 0,0 1 0,1 0 0,9 9-62,1 0 0,-1 1 0,-1 0-1,0 1 1,9 14 0,-7-9-930,-4-8-5834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29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1 156 24575,'170'187'0,"-166"-182"0,1-1 0,0 0 0,0 0 0,1 0 0,-1-1 0,1 0 0,0 0 0,7 3 0,-12-6 0,0 0 0,0 0 0,1 0 0,-1 1 0,0-1 0,0 0 0,0-1 0,0 1 0,0 0 0,0 0 0,0 0 0,0-1 0,0 1 0,0 0 0,0-1 0,0 1 0,0-1 0,-1 1 0,1-1 0,0 0 0,0 1 0,0-1 0,-1 0 0,1 1 0,0-1 0,-1 0 0,1 0 0,0 0 0,-1 0 0,1 0 0,-1 0 0,0 0 0,1 0 0,0-1 0,2-6 0,-1 0 0,0 0 0,2-10 0,-3 13 0,3-28 0,-1 0 0,-2 0 0,-1 0 0,-2 0 0,-10-63 0,11 91 17,0 0 0,-1-1 1,1 1-1,-1 0 0,0 0 0,-3-5 0,4 9-45,1 0 0,0 1 0,-1-1 0,1 0 0,0 1 0,-1-1 0,1 1 0,-1-1 0,1 1 0,-1-1 0,1 1 0,-1-1 0,0 1 0,1-1 0,-1 1 0,0-1 0,1 1 0,-1 0 0,0 0 0,1-1 0,-1 1 0,0 0 0,0 0 0,1 0 0,-1 0-1,0 0 1,0 0 0,1 0 0,-1 0 0,0 0 0,0 0 0,1 0 0,-1 0 0,0 0 0,1 1 0,-1-1 0,0 0 0,0 1 0,1-1 0,-1 0 0,1 1 0,-1-1 0,0 1 0,1-1 0,-1 1 0,1-1 0,-1 1 0,1-1 0,-1 1 0,1 0 0,0-1 0,-1 2 0,-6 7-6798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24575,'5'7'0,"4"5"0,0 6 0,2 1 0,0 1 0,2 2 0,1-1 0,-2-2 0,-1 2 0,0-1 0,-1-1 0,0-4 0,-2-2 0,-3-1 0,-1-2-8191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24575,'7'8'0,"3"6"0,2 5 0,-1 3 0,-3 0 0,-2-3-8191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0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24575,'0'8'0,"1"1"0,0-1 0,1 1 0,0-1 0,0 0 0,1 0 0,6 13 0,-3-8 0,1-1 0,0 0 0,17 21 0,-19-27 0,0 0 0,0-1 0,1 0 0,-1 0 0,1 0 0,7 5 0,-11-10 0,-1 1 0,0 0 0,0-1 0,1 1 0,-1-1 0,0 1 0,1-1 0,-1 1 0,0-1 0,1 0 0,-1 0 0,1 0 0,-1 0 0,1 0 0,-1 0 0,0 0 0,1 0 0,-1 0 0,1-1 0,-1 1 0,0-1 0,1 1 0,-1-1 0,0 1 0,0-1 0,1 0 0,-1 0 0,0 1 0,0-1 0,0 0 0,0 0 0,0 0 0,0 0 0,0 0 0,0-1 0,0 1 0,-1 0 0,1 0 0,0-3 0,3-4 0,-1 0 0,0 0 0,0 0 0,-1-1 0,3-16 0,-4 15 0,1 1 0,0 0 0,0-1 0,7-13 0,-9 22 0,1 0 0,-1 0 0,1 0 0,0 0 0,-1 0 0,1 0 0,0 0 0,0 0 0,-1 0 0,1 0 0,0 0 0,0 0 0,0 1 0,0-1 0,0 0 0,0 1 0,2-2 0,-2 2 0,0 0 0,0 0 0,0 0 0,0 0 0,0 0 0,0 0 0,0 0 0,0 1 0,-1-1 0,1 0 0,0 0 0,0 1 0,0-1 0,0 0 0,0 1 0,-1-1 0,1 1 0,1 0 0,3 4 0,0 0 0,-1-1 0,1 2 0,-1-1 0,4 7 0,-1-1 0,14 13-1365,-13-14-5461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1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129 297 24575,'-3'-11'0,"0"1"0,-1-1 0,-8-13 0,12 22 0,-1 0 0,-1 0 0,1 0 0,0 0 0,0 0 0,-1 0 0,1 1 0,-1-1 0,1 1 0,-1-1 0,0 1 0,0-1 0,1 1 0,-1 0 0,0 0 0,0 0 0,0 0 0,0 0 0,-1 1 0,1-1 0,0 0 0,0 1 0,0 0 0,-3-1 0,3 2 0,0-1 0,0 1 0,0 0 0,0-1 0,0 1 0,0 0 0,0 0 0,0 1 0,0-1 0,0 0 0,1 1 0,-1-1 0,1 1 0,-1-1 0,1 1 0,-1 0 0,1-1 0,0 1 0,-2 3 0,-1 3 0,0 1 0,0-1 0,-3 12 0,5-13 0,1 0 0,0 0 0,0 0 0,0 0 0,1 0 0,0 0 0,0 0 0,1 0 0,0 0 0,3 14 0,-3-18 0,0-1 0,0 1 0,0 0 0,0 0 0,0-1 0,1 1 0,-1 0 0,1-1 0,-1 0 0,1 1 0,0-1 0,0 0 0,0 0 0,0 0 0,1 0 0,-1 0 0,0-1 0,1 1 0,-1-1 0,1 1 0,0-1 0,-1 0 0,1 0 0,0 0 0,0 0 0,0-1 0,0 1 0,5-1 0,-6 0 0,1 0 0,-1 0 0,0-1 0,1 1 0,-1-1 0,0 1 0,1-1 0,-1 0 0,0 0 0,0 0 0,1 0 0,-1-1 0,0 1 0,0 0 0,-1-1 0,1 0 0,0 1 0,0-1 0,-1 0 0,1 0 0,-1 0 0,1 0 0,-1 0 0,0 0 0,1-4 0,3-5 0,-1 0 0,-1 0 0,0 0 0,2-12 0,-3 12 0,3-19 0,-1 0 0,-2 0 0,-1 0 0,-1-1 0,-1 1 0,-10-50 0,3 49 0,8 30 0,0 0 0,0 0 0,-1 0 0,1 0 0,0 0 0,0 0 0,-1 1 0,1-1 0,-1 0 0,1 0 0,-1 0 0,1 1 0,-1-1 0,0 0 0,1 0 0,-1 1 0,0-1 0,1 1 0,-1-1 0,0 1 0,0-1 0,0 1 0,1-1 0,-1 1 0,0 0 0,0-1 0,0 1 0,0 0 0,-1 0 0,1 0 3,0 0 0,1 0 0,-1 1 0,0-1 0,1 0 0,-1 1 1,1-1-1,-1 1 0,0-1 0,1 1 0,-1-1 0,1 1 0,-1-1 0,1 1 0,0 0 0,-1-1 0,1 1 0,-1 0 0,1-1 0,0 1 0,0 0 0,-1-1 0,1 1 0,0 0 0,0 0 0,0-1 0,0 1 0,0 0 0,0 0 0,2 25-792,-1-22 122,1 9-6159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2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287 120 24575,'-16'-13'0,"-59"-46"0,63 51 0,0 1 0,0 0 0,0 0 0,-21-6 0,31 12 0,0 0 0,0 0 0,-1 1 0,1-1 0,-1 1 0,1-1 0,-1 1 0,1 0 0,0 0 0,-1 0 0,1 0 0,-1 1 0,1-1 0,-1 0 0,1 1 0,0 0 0,-1 0 0,1 0 0,0 0 0,0 0 0,-1 0 0,-1 2 0,1 0 0,0 0 0,0 1 0,0-1 0,1 1 0,-1-1 0,1 1 0,0 0 0,0 0 0,0 0 0,1 0 0,-2 6 0,-2 6 0,-1 1 0,0 1 0,2 0 0,-4 30 0,8-45 0,0 1 0,0 0 0,0 0 0,1 0 0,-1 0 0,1-1 0,0 1 0,0 0 0,1-1 0,-1 1 0,1-1 0,0 1 0,4 5 0,-3-4 0,2 0 0,-1-1 0,0 1 0,1-1 0,0 0 0,-1-1 0,2 1 0,5 2 0,0 0 0,1-1 0,-1-1 0,1 1 0,0-2 0,1 0 0,-1 0 0,0-2 0,14 2 0,-18-3 0,-1 0 0,0 0 0,1-1 0,-1 0 0,0 0 0,0 0 0,12-5 0,-16 5 0,1-1 0,-1 0 0,1 0 0,-1 0 0,0-1 0,0 1 0,0-1 0,0 1 0,0-1 0,0 0 0,-1 0 0,1-1 0,-1 1 0,0 0 0,3-7 0,0-3 0,0-1 0,0-1 0,-1 1 0,-1-1 0,-1 1 0,0-1 0,-1 0 0,0 0 0,-1 1 0,-2-17 0,2 30 0,0 1 0,0-1 0,0 1 0,0-1 0,0 1 0,0-1 0,0 1 0,0 0 0,0-1 0,-1 1 0,1-1 0,0 1 0,0-1 0,0 1 0,0 0 0,-1-1 0,1 1 0,0-1 0,0 1 0,-1 0 0,1-1 0,0 1 0,-1 0 0,1-1 0,0 1 0,-1 0 0,0-1 0,1 1 0,-1 1 0,1-1 0,-1 0 0,1 1 0,-1-1 0,1 1 0,-1-1 0,1 1 0,0-1 0,-1 0 0,1 1 0,-1-1 0,1 1 0,0 0 0,0-1 0,-1 1 0,-10 28 0,7-6 0,1 0 0,2 0 0,0 1 0,1-1 0,1 0 0,7 37 0,1-22 0,2-2 0,1 1 0,28 55 0,11 34 0,-34-71 0,-2 0 0,8 62 0,-22-109 0,0 1 0,0-1 0,-1 0 0,0 0 0,-1 1 0,0-1 0,-2 9 0,3-15 0,-1 1 0,0-1 0,1 0 0,-1 0 0,0 0 0,0 0 0,-1 0 0,1 0 0,0 0 0,-1 0 0,1 0 0,-1 0 0,0-1 0,1 1 0,-1-1 0,0 1 0,0-1 0,0 0 0,0 1 0,0-1 0,0 0 0,0 0 0,0-1 0,-1 1 0,1 0 0,0-1 0,-1 1 0,1-1 0,-3 0 0,-1 0 0,-1-1 0,0 1 0,1-1 0,-1-1 0,1 1 0,-1-1 0,1 0 0,0-1 0,-1 0 0,1 0 0,1 0 0,-1 0 0,0-1 0,-5-5 0,0 0 0,1 0 0,-1-1 0,2-1 0,0 1 0,-14-21 0,20 26 0,0 0 0,0-1 0,0 0 0,0 0 0,1 0 0,0 0 0,0 0 0,0 0 0,0-9 0,2 12 0,0-1 0,0 0 0,0 0 0,1 0 0,-1 0 0,1 1 0,0-1 0,0 0 0,0 0 0,1 1 0,-1-1 0,1 1 0,0 0 0,0-1 0,0 1 0,4-4 0,0 0 0,0 1 0,1 0 0,0 0 0,0 1 0,0 0 0,0 0 0,1 0 0,0 1 0,0 0 0,15-4 0,-12 4 0,0 2 0,1-1 0,0 1 0,-1 1 0,1 0 0,0 1 0,19 1 0,-17 2-1365,-1 1-5461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3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176 129 24575,'0'0'0,"-1"1"0,1-1 0,-1 0 0,1 0 0,-1 0 0,1 1 0,-1-1 0,1 0 0,-1 0 0,1 1 0,0-1 0,-1 0 0,1 1 0,-1-1 0,1 1 0,0-1 0,-1 1 0,1-1 0,0 0 0,0 1 0,-1-1 0,1 1 0,0-1 0,0 1 0,0-1 0,0 1 0,-1 0 0,-1 17 0,1-15 0,1 8 0,0 0 0,0 0 0,1 1 0,1-1 0,0 0 0,6 20 0,28 64 0,-21-60 0,10 18 0,31 51 0,-49-91 0,-41-50 0,-19-30 0,-80-103 0,122 154 0,-7-7 0,-22-41 0,36 56 0,0 0 0,1 0 0,0-1 0,0 1 0,0-1 0,1 1 0,1-1 0,0 0 0,-1-13 0,2 17 0,0 0 0,1 0 0,-1 1 0,1-1 0,0 1 0,0-1 0,0 0 0,4-8 0,-3 11 0,-1 0 0,1 0 0,0 0 0,-1 0 0,1 0 0,0 0 0,0 0 0,0 1 0,0-1 0,0 0 0,1 1 0,-1 0 0,1 0 0,-1-1 0,0 2 0,1-1 0,3-1 0,2 1 0,-1 0 0,1 0 0,-1 1 0,1 0 0,0 0 0,-1 0 0,1 1 0,0 1 0,-1-1 0,1 1 0,13 6 0,5 3 0,46 26 0,-37-17 0,-1 2 0,0 2 0,-2 0 0,53 54 0,-72-63 0,0 0 0,-1 1 0,0 1 0,17 33 0,-24-37 0,1-1 0,-2 1 0,0 0 0,0 0 0,-2 0 0,1 0 0,-2 1 0,1 15 0,-2-22 0,0 0 0,-1-1 0,0 1 0,0 0 0,-1 0 0,0-1 0,0 1 0,0-1 0,-1 1 0,0-1 0,0 0 0,0 0 0,-1 0 0,0-1 0,0 1 0,-1-1 0,1 0 0,-1 0 0,0 0 0,-1-1 0,1 0 0,-1 0 0,0 0 0,0-1 0,0 0 0,0 0 0,-8 2 0,-2 0-136,0 0-1,0-1 1,-1-1-1,1-1 1,-1 0-1,0-2 1,0 1-1,1-2 0,-31-5 1,31 3-6690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24575,'1'3'0,"0"1"0,0-1 0,0 0 0,1 0 0,-1 0 0,1 0 0,0 0 0,0 0 0,0 0 0,4 3 0,2 5 0,84 137 0,-64-107 0,41 82 0,-68-122-80,5 15 290,-5-15-255,-1-1 0,0 0-1,0 1 1,0-1 0,0 1-1,1-1 1,-1 0 0,0 1-1,0-1 1,0 0 0,0 1 0,0-1-1,0 1 1,0-1 0,0 0-1,0 1 1,0-1 0,0 1-1,0-1 1,0 0 0,0 1-1,-1-1 1,1 1 0,0-1-1,0 0 1,0 1 0,0-1 0,-1 0-1,1 1 1,0-1 0,0 0-1,-1 1 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27 24575,'-27'-5'0,"-11"-2"0,-2 1 0,1 1 0,5 2 0,3 3 0,5 2 0,1 3 0,0 1 0,0-1 0,-1 1 0,-1 0 0,-3-1 0,-2-2 0,3-1 0,6-1-8191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6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24575,'-31'3'0,"7"-2"0,0 1 0,0 2 0,1 0 0,-42 14 0,62-18 0,1 1 0,-1 1 0,1-1 0,0 0 0,-1 0 0,1 1 0,0-1 0,0 1 0,0 0 0,0 0 0,0 0 0,0 0 0,1 0 0,-1 0 0,1 0 0,-1 0 0,1 1 0,0-1 0,0 0 0,0 1 0,0-1 0,0 1 0,0 0 0,1-1 0,-1 1 0,1 0 0,0-1 0,0 1 0,0 0 0,0-1 0,0 1 0,1-1 0,0 5 0,1 0 0,0 0 0,1 0 0,0-1 0,0 1 0,0-1 0,1 1 0,0-1 0,0 0 0,0-1 0,1 1 0,6 6 0,10 5 0,2 0 0,0-1 0,32 17 0,-28-18 0,-1 1 0,31 25 0,-54-38 0,0 0 0,0 0 0,0 0 0,0 0 0,-1 0 0,1 0 0,-1 1 0,0-1 0,3 8 0,-4-9 0,-1-1 0,1 0 0,-1 1 0,0-1 0,0 0 0,0 1 0,0-1 0,0 0 0,0 1 0,0-1 0,0 0 0,-1 1 0,1-1 0,0 0 0,-1 0 0,1 1 0,-1-1 0,0 0 0,1 0 0,-1 0 0,0 0 0,0 0 0,1 0 0,-1 0 0,0 0 0,0 0 0,0 0 0,0 0 0,0 0 0,0-1 0,-1 1 0,1 0 0,-2 0 0,-2 2 0,-1-1 0,0 0 0,-1 0 0,1 0 0,0-1 0,-1 0 0,1 0 0,-9 0 0,-5-1 0,-28-4 0,44 3 0,0 0 0,-1 0 0,1 0 0,0-1 0,0 0 0,0 0 0,0 0 0,0 0 0,1-1 0,-1 0 0,1 1 0,-6-7 0,7 8 0,1 0 0,0-1 0,-1 1 0,1 0 0,0-1 0,0 1 0,0-1 0,0 1 0,1-1 0,-1 0 0,0 1 0,1-1 0,-1 0 0,1 1 0,-1-1 0,1 0 0,0 0 0,0 1 0,0-1 0,0 0 0,0 0 0,0 1 0,0-1 0,1 0 0,-1 0 0,0 1 0,1-1 0,0 0 0,-1 1 0,1-1 0,0 1 0,0-1 0,0 1 0,1-3 0,0 3 0,0-1 0,0 1 0,0-1 0,0 1 0,1 0 0,-1-1 0,0 1 0,1 0 0,-1 1 0,0-1 0,1 0 0,-1 1 0,1-1 0,-1 1 0,4 0 0,42 1 0,-40 0 0,49 5 0,73 19 0,10 1 0,-133-25 0,-1 0 0,1-1 0,-1 0 0,1 0 0,-1 0 0,1-1 0,5-1 0,-9 1 0,-1 1 0,0-1 0,0 0 0,1 0 0,-1-1 0,0 1 0,0 0 0,0-1 0,0 1 0,-1-1 0,1 1 0,0-1 0,-1 0 0,1 0 0,-1 0 0,1 0 0,-1 0 0,0 0 0,0 0 0,0 0 0,1-5 0,0 1 0,0-1 0,-1 0 0,0 0 0,-1 0 0,1 0 0,-1 0 0,-1 0 0,1 0 0,-1 0 0,0 0 0,-3-9 0,2 10 0,1 1 0,-1 0 0,0 1 0,0-1 0,0 0 0,-1 1 0,0-1 0,0 1 0,0 0 0,0-1 0,-1 2 0,1-1 0,-1 0 0,0 1 0,-8-6 0,10 8 0,0 0 0,1 0 0,-1 0 0,0 1 0,0-1 0,0 1 0,0-1 0,0 1 0,0-1 0,1 1 0,-1 0 0,0 0 0,0 0 0,0 0 0,0 0 0,0 1 0,0-1 0,-4 2 0,4-1 0,0 0 0,-1 1 0,1-1 0,0 1 0,0-1 0,0 1 0,0 0 0,0 0 0,0 0 0,0 0 0,1 0 0,-2 3 0,-2 5 0,0-1 0,1 1 0,0 0 0,1-1 0,-4 21 0,6-24 0,0 0 0,1 0 0,-1 1 0,1-1 0,0 0 0,1 0 0,-1 1 0,1-1 0,1 0 0,-1 0 0,4 8 0,-4-10 0,1-1 0,0 1 0,0-1 0,0 0 0,0 0 0,0 0 0,1 0 0,0 0 0,-1-1 0,1 1 0,0-1 0,0 1 0,1-1 0,-1 0 0,0 0 0,1-1 0,-1 1 0,1-1 0,-1 0 0,5 2 0,10 1 0,-1-1 0,1 0 0,0-1 0,0-1 0,0 0 0,0-2 0,0 0 0,0-1 0,0-1 0,0 0 0,-1-1 0,1-2 0,-1 1 0,-1-2 0,19-9 0,-20 7-455,0 0 0,26-21 0,-27 17-6371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6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63 24575,'-10'-5'0,"-71"-36"0,73 38 0,0 0 0,0 0 0,0 1 0,0 0 0,-1 1 0,1 0 0,0 0 0,-14 1 0,19 0 0,0 0 0,0 1 0,0-1 0,0 1 0,0 0 0,0 0 0,0 0 0,0 0 0,1 1 0,-1-1 0,0 1 0,1-1 0,-1 1 0,1 0 0,-1 0 0,1 0 0,-3 4 0,3-2 0,-1-1 0,1 1 0,0 0 0,1-1 0,-1 1 0,1 0 0,0 0 0,0 0 0,0 0 0,0 0 0,0 8 0,1-4 0,0-1 0,1 1 0,0 0 0,0-1 0,0 1 0,1-1 0,0 1 0,1-1 0,0 0 0,0 0 0,0 0 0,1 0 0,7 10 0,-3-8 0,1 0 0,-1-1 0,1 0 0,1 0 0,-1-1 0,14 7 0,-16-10 0,0-1 0,0 0 0,0 0 0,0 0 0,0-1 0,1 0 0,-1 0 0,1-1 0,0 0 0,13-1 0,-18 0 0,0 0 0,0-1 0,0 1 0,0-1 0,-1 0 0,1 0 0,0 0 0,-1 0 0,1-1 0,-1 1 0,1-1 0,-1 1 0,0-1 0,1 0 0,-1 0 0,0 0 0,0 0 0,0-1 0,-1 1 0,1 0 0,0-1 0,-1 1 0,2-4 0,0-1 0,0 0 0,-1-1 0,0 1 0,0 0 0,-1-1 0,1 0 0,-1-11 0,-1 19 0,0 0 0,0 0 0,0 0 0,0 0 0,0 0 0,0 0 0,0 0 0,0 0 0,0 0 0,0 0 0,0 0 0,0 0 0,0 0 0,0 0 0,0 0 0,0 0 0,-1 0 0,1 0 0,0 0 0,0 0 0,0 0 0,0 0 0,0 0 0,0 0 0,0 0 0,0 0 0,0 0 0,0 0 0,0 0 0,0 0 0,0 0 0,0 0 0,0 0 0,0 0 0,0 0 0,0 0 0,0 0 0,0 0 0,0 0 0,0 0 0,0 0 0,0 0 0,0 0 0,0 0 0,0 0 0,0 0 0,-3 6 0,-3 9 0,3 7 0,1-1 0,0 1 0,2 0 0,0-1 0,1 1 0,2 0 0,8 37 0,-4-33 0,1 0 0,1-1 0,1 0 0,1-1 0,28 44 0,-19-40-1365,-13-19-5461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5 212 24575,'-4'-8'0,"7"14"0,8 14 0,-1-7 0,0-1 0,1 1 0,0-2 0,17 14 0,-23-21 0,1 1 0,0-1 0,0-1 0,1 1 0,-1-1 0,0 0 0,1 0 0,0-1 0,0 0 0,0 0 0,0-1 0,8 1 0,-14-1 0,0-1 0,1 0 0,-1 0 0,0 0 0,0-1 0,1 1 0,-1 0 0,0 0 0,0-1 0,0 1 0,0 0 0,1-1 0,-1 1 0,0-1 0,0 0 0,0 1 0,0-1 0,0 0 0,0 0 0,0 1 0,-1-1 0,2-1 0,-1 0 0,0 0 0,0 0 0,0 0 0,-1 0 0,1 0 0,0 0 0,-1 0 0,0 0 0,1 0 0,-1 0 0,0 0 0,0-2 0,-1-4 0,0 1 0,0-1 0,-1 1 0,0 0 0,0-1 0,-5-7 0,1-5 0,6 20 0,0-1 0,0 1 0,0 0 0,0-1 0,0 1 0,0 0 0,0 0 0,0-1 0,0 1 0,0 0 0,0-1 0,0 1 0,0 0 0,0 0 0,0-1 0,0 1 0,1 0 0,-1-1 0,0 1 0,0 0 0,0 0 0,0 0 0,1-1 0,0 1 0,-1 0 0,1 0 0,-1 0 0,1-1 0,-1 1 0,1 0 0,-1 0 0,1 1 0,-1-1 0,1 0 0,0 0 0,-1 0 0,1 0 0,-1 0 0,1 1 0,-1-1 0,1 0 0,-1 0 0,1 1 0,11 5 0,17 9 0,1-1 0,0-2 0,53 15 0,-74-25 0,1 0 0,0-1 0,1 0 0,-1-1 0,0 0 0,19-3 0,-23 2 0,1-1 0,0 0 0,-1 0 0,1 0 0,-1-1 0,0 0 0,0 0 0,0-1 0,0 0 0,0 0 0,5-6 0,-6 6 0,-1-1 0,0-1 0,0 1 0,0 0 0,-1-1 0,0 0 0,0 0 0,0 0 0,-1 0 0,0 0 0,0-1 0,0 1 0,-1 0 0,0-1 0,0-10 0,0 6 0,-1 0 0,-1 0 0,0 0 0,-1 0 0,0 1 0,0-1 0,-1 0 0,-7-16 0,9 24 0,0 1 0,-1 0 0,1-1 0,0 1 0,-1 0 0,1 0 0,-1 0 0,0 0 0,0 0 0,1 0 0,-1 1 0,0-1 0,-1 1 0,1-1 0,0 1 0,0 0 0,-1 0 0,1 0 0,0 0 0,-1 0 0,-2 0 0,2 1 0,1 0 0,0 0 0,-1 0 0,1 0 0,0 0 0,-1 0 0,1 1 0,0 0 0,-1-1 0,1 1 0,0 0 0,0 0 0,0 0 0,0 0 0,0 0 0,0 1 0,0-1 0,0 1 0,0-1 0,1 1 0,-1 0 0,-2 3 0,0 0 0,1 0 0,-1 0 0,2 0 0,-1 0 0,0 0 0,1 1 0,0-1 0,0 1 0,1-1 0,-1 1 0,1 0 0,1 0 0,-1 11 0,1-10 0,1 0 0,0 0 0,1 0 0,-1 0 0,1 0 0,1 0 0,-1-1 0,1 1 0,0-1 0,1 0 0,4 7 0,-3-5 0,1 0 0,0-1 0,0 1 0,0-2 0,1 1 0,0-1 0,0 0 0,0 0 0,1-1 0,0 0 0,0 0 0,1-1 0,-1 0 0,1 0 0,0-1 0,0 0 0,15 2 0,2 1 0,21 3 0,-43-8 0,0-1 0,0 0 0,0 0 0,0 0 0,0-1 0,-1 1 0,1-1 0,0 0 0,7-2 0,-10 2 0,0 0 0,1 0 0,-1 0 0,0 0 0,1 0 0,-1 0 0,0 0 0,0 0 0,0-1 0,0 1 0,0 0 0,0-1 0,-1 1 0,1 0 0,0-1 0,-1 1 0,1-1 0,0-1 0,4-33 0,-3 17 0,6-55 0,-8 74 0,0-1 0,0 1 0,0 0 0,0-1 0,0 1 0,0-1 0,0 1 0,0-1 0,0 1 0,1-1 0,-1 1 0,0 0 0,0-1 0,0 1 0,1-1 0,-1 1 0,0 0 0,1-1 0,-1 1 0,0 0 0,1-1 0,-1 1 0,0 0 0,1-1 0,-1 1 0,0 0 0,1 0 0,-1 0 0,1-1 0,0 1 0,0 0 0,0 0 0,0 0 0,0 0 0,0 1 0,0-1 0,0 0 0,0 1 0,0-1 0,0 0 0,0 1 0,0-1 0,0 1 0,0 0 0,6 5 0,0-1 0,9 11 0,-13-13 0,23 26 0,-15-15 0,26 24 0,-33-35 0,-1 0 0,0-1 0,0 0 0,1 1 0,0-1 0,-1 0 0,1-1 0,0 1 0,0-1 0,0 0 0,0 0 0,0 0 0,7 1 0,-9-2 0,-1 0 0,1 0 0,-1 0 0,1-1 0,-1 1 0,1 0 0,-1-1 0,1 1 0,-1-1 0,1 1 0,-1-1 0,0 0 0,1 0 0,-1 1 0,0-1 0,0 0 0,1 0 0,-1 0 0,0 0 0,0-1 0,0 1 0,1-1 0,0-3 0,1-1 0,-1 1 0,1 0 0,1-10 0,-3 11 0,0 0 0,1 0 0,-1 0 0,0 1 0,1-1 0,0 0 0,0 1 0,0-1 0,4-3 0,-5 6 0,0 0 0,0 1 0,1-1 0,-1 0 0,1 0 0,-1 1 0,0-1 0,1 1 0,-1-1 0,1 1 0,-1-1 0,1 1 0,0 0 0,-1 0 0,1 0 0,-1 0 0,1 0 0,-1 0 0,1 0 0,0 1 0,-1-1 0,1 0 0,-1 1 0,1 0 0,-1-1 0,2 2 0,5 2 0,0 0 0,0 1 0,10 9 0,-7-6 0,21 13-455,2-2 0,52 22 0,-77-37-6371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9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201 146 24575,'-15'-8'0,"-51"-22"0,60 27 0,-1 1 0,-1 0 0,1 0 0,0 1 0,0-1 0,0 2 0,-12-1 0,17 1 0,0 1 0,-1-1 0,1 1 0,0-1 0,0 1 0,-1 0 0,1 0 0,0 0 0,0 0 0,0 0 0,0 0 0,0 1 0,0-1 0,0 1 0,1-1 0,-1 1 0,0 0 0,1-1 0,0 1 0,-1 0 0,1 0 0,0 0 0,0 0 0,0 0 0,0 1 0,0-1 0,0 0 0,1 0 0,-1 4 0,0-2 0,0-1 0,1 1 0,0 0 0,0 0 0,0 0 0,0-1 0,0 1 0,1 0 0,0 0 0,0-1 0,0 1 0,0-1 0,0 1 0,1-1 0,0 1 0,-1-1 0,5 5 0,3 3 0,1-1 0,1-1 0,0 0 0,0 0 0,0-1 0,1 0 0,0-1 0,1-1 0,20 9 0,-15-9 0,1 0 0,0-1 0,0-1 0,0-1 0,1 0 0,26-1 0,-36-2 0,0-1 0,0 0 0,0 0 0,-1-1 0,1 0 0,0-1 0,-1 0 0,0 0 0,0-1 0,11-6 0,-15 7 0,-1 0 0,1 0 0,-1-1 0,0 0 0,1 1 0,-2-1 0,1-1 0,0 1 0,-1-1 0,0 1 0,0-1 0,0 0 0,-1 0 0,0 0 0,0 0 0,0 0 0,0-1 0,-1 1 0,1-9 0,0-3 0,0-1 0,-2 0 0,0 1 0,-1-1 0,-4-20 0,3 33 0,1 0 0,-1 1 0,1-1 0,-1 1 0,0 0 0,-1-1 0,1 1 0,-1 0 0,0 0 0,0 1 0,0-1 0,0 1 0,-1-1 0,0 1 0,1 0 0,-8-4 0,9 6 0,0 0 0,-1-1 0,1 1 0,-1 0 0,1 1 0,-1-1 0,0 0 0,1 1 0,-1 0 0,0-1 0,0 1 0,1 0 0,-1 0 0,0 1 0,1-1 0,-1 1 0,0-1 0,1 1 0,-1 0 0,1 0 0,-1 0 0,1 0 0,-1 0 0,1 1 0,0-1 0,-1 1 0,1-1 0,0 1 0,0 0 0,-3 3 0,1 0 0,1-1 0,-1 1 0,1 1 0,-1-1 0,1 0 0,1 1 0,-1-1 0,1 1 0,0 0 0,1 0 0,-1 0 0,1 0 0,0 0 0,1 0 0,-1 0 0,1 0 0,0 0 0,1 0 0,-1 0 0,1 0 0,1 0 0,-1 0 0,1 0 0,0 0 0,0 0 0,1-1 0,-1 1 0,1-1 0,0 0 0,5 6 0,1-1 0,0-1 0,1-1 0,-1 1 0,2-2 0,-1 1 0,1-1 0,0-1 0,0 0 0,1-1 0,14 5 0,-4-3 0,1 0 0,0-2 0,0 0 0,39 2 0,43-7-1365,-92-1-5461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39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40 24575,'-5'-5'0,"1"2"0,0-1 0,1 1 0,-2 0 0,1 0 0,0 0 0,0 0 0,-1 1 0,0 0 0,1 0 0,-1 0 0,0 1 0,-5-2 0,9 3 0,0 0 0,1 0 0,-1 0 0,0 0 0,1 0 0,-1 0 0,0 0 0,1 0 0,-1 1 0,0-1 0,1 0 0,-1 0 0,0 1 0,1-1 0,-1 0 0,1 1 0,-1-1 0,1 0 0,-1 1 0,1-1 0,-1 1 0,1-1 0,-1 1 0,0 0 0,1 0 0,-1 1 0,1-1 0,-1 0 0,1 1 0,-1-1 0,1 1 0,0-1 0,0 1 0,0-1 0,0 3 0,0 1 0,1 0 0,-1 0 0,1 0 0,1 0 0,2 8 0,2 0 0,1 1 0,1-1 0,0-1 0,19 23 0,46 42 0,-50-53 0,11 7 0,-23-22 0,-1 1 0,0-1 0,0 2 0,-1-1 0,11 18 0,-19-27 0,0 0 0,-1 0 0,1 0 0,0 0 0,-1 1 0,1-1 0,-1 0 0,1 0 0,-1 1 0,0-1 0,0 0 0,1 1 0,-1-1 0,0 0 0,0 1 0,0-1 0,0 0 0,-1 1 0,1-1 0,0 0 0,0 0 0,-1 1 0,1-1 0,-1 0 0,1 0 0,-1 1 0,0-1 0,1 0 0,-2 1 0,0 0 0,0 0 0,-1-1 0,1 1 0,0-1 0,-1 1 0,1-1 0,-1 0 0,0 0 0,1 0 0,-1-1 0,0 1 0,1 0 0,-5-1 0,-112 11-682,-122-6-1,220-6-6143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373 17 24575,'36'3'0,"-19"-1"0,1 0 0,-1 0 0,0 2 0,18 6 0,-35-10 0,0 0 0,0 0 0,0 0 0,0 0 0,0 0 0,0 0 0,0 0 0,0 0 0,0 0 0,0 0 0,0 0 0,0 0 0,0 0 0,0 0 0,0 1 0,0-1 0,0 0 0,0 0 0,0 0 0,0 0 0,0 0 0,0 0 0,0 0 0,0 0 0,0 0 0,0 0 0,0 0 0,0 1 0,0-1 0,0 0 0,0 0 0,0 0 0,0 0 0,0 0 0,0 0 0,0 0 0,0 0 0,0 0 0,0 0 0,0 0 0,0 0 0,0 0 0,0 0 0,0 1 0,0-1 0,0 0 0,0 0 0,0 0 0,1 0 0,-1 0 0,0 0 0,0 0 0,0 0 0,0 0 0,0 0 0,0 0 0,0 0 0,0 0 0,0 0 0,0 0 0,0 0 0,1 0 0,-12 2 0,-15 0 0,-292-3 0,278-1 0,-47-9 0,65 8 0,11 0 0,15-2 0,17-2 0,10 1 0,1 2 0,-1 1 0,1 1 0,37 3 0,-31 0 0,90 10 0,-100-8 0,-114-3 0,37 1 0,-169-1 0,549 0 0,-670 0 0,335 0-105,0 0 0,1 0 0,-1 1 0,0 0 0,0-1 0,1 1 0,-1 1 0,0-1 0,1 0 0,-1 1 0,1 0 0,-6 4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15 24575,'-12'-2'0,"-89"-10"0,83 11 0,0 1 0,0 1 0,-29 4 0,23-2 0,-30 0 0,37-3 0,0 1 0,1 1 0,-1 0 0,-24 7 0,50-6 0,9-2 0,236-2 0,-571 1 0,314 0 0,1 0 0,1 0 0,-1 0 0,0 0 0,1 0 0,-1 0 0,0 0 0,1 1 0,-1-1 0,0 0 0,1 1 0,-1-1 0,1 1 0,-1 0 0,-2 1 0,4-2 0,0 1 0,0-1 0,0 0 0,0 0 0,0 1 0,0-1 0,0 0 0,0 0 0,0 0 0,1 1 0,-1-1 0,0 0 0,0 0 0,0 1 0,0-1 0,0 0 0,1 0 0,-1 0 0,0 0 0,0 1 0,0-1 0,1 0 0,-1 0 0,0 0 0,0 0 0,1 0 0,-1 0 0,0 0 0,0 1 0,0-1 0,1 0 0,-1 0 0,0 0 0,1 0 0,11 4 0,-11-4 0,15 4 0,0 0 0,1-2 0,24 2 0,51-4 0,-60 0 0,-18-2 0,-21-2 0,-24-2 0,-152-12-1365,158 18-5461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4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17 470 24575,'-1'0'0,"0"-1"0,0 1 0,0-1 0,0 1 0,0-1 0,0 0 0,0 1 0,0-1 0,0 0 0,1 0 0,-1 1 0,0-1 0,1 0 0,-1 0 0,0 0 0,1 0 0,-1 0 0,1 0 0,0 0 0,-1 0 0,1 0 0,0 0 0,-1-2 0,1 2 0,1-1 0,-1 0 0,0 0 0,0 0 0,1 1 0,0-1 0,-1 0 0,1 1 0,0-1 0,-1 0 0,1 1 0,2-3 0,3-3 0,0 0 0,0 0 0,0 1 0,12-8 0,181-117 0,-167 111 0,65-34 0,1 4 0,127-44 0,-149 71-253,-59 18-859,6-1-5714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24575,'0'12'0,"0"7"0,3-1 0,0 0 0,3 0 0,-1-2 0,3-3 0,-1-2 0,1 1 0,1-3 0,2 0 0,2 1 0,0-1 0,-1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24575,'0'-8'0,"0"1"0,0 3 0,3 6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5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24575,'7'13'0,"1"-1"0,0 0 0,1 0 0,0-1 0,1 0 0,0-1 0,1 0 0,0 0 0,0-1 0,1-1 0,0 0 0,1 0 0,16 6 0,-24-12 0,0 0 0,0-1 0,0 1 0,0-1 0,1 0 0,-1-1 0,0 1 0,1-1 0,-1 0 0,0 0 0,1-1 0,5-1 0,-9 2 0,0-1 0,0 1 0,0-1 0,0 1 0,0-1 0,-1 0 0,1 0 0,0 0 0,0 0 0,-1 0 0,1 0 0,-1-1 0,1 1 0,-1 0 0,1-1 0,-1 1 0,0-1 0,1 0 0,-1 1 0,0-1 0,0 0 0,-1 0 0,1 0 0,0 0 0,0 1 0,-1-1 0,1 0 0,-1 0 0,0 0 0,0 0 0,0 0 0,1 0 0,-2 0 0,1-4 0,-2-2 0,1 0 0,-1 1 0,-1-1 0,0 1 0,0-1 0,-4-7 0,-7-16 0,14 30 0,0 1 0,-1 0 0,1 0 0,0-1 0,0 1 0,0 0 0,0 0 0,0-1 0,0 1 0,0 0 0,-1 0 0,1-1 0,0 1 0,0 0 0,0 0 0,0-1 0,0 1 0,0 0 0,0-1 0,1 1 0,-1 0 0,0 0 0,0-1 0,0 1 0,0 0 0,0 0 0,0-1 0,0 1 0,0 0 0,1 0 0,-1-1 0,0 1 0,0 0 0,0 0 0,1 0 0,-1-1 0,0 1 0,0 0 0,1 0 0,-1 0 0,14 2 0,14 11 0,55 38 13,-54-31-472,1-2-1,62 28 1,-77-40-6367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6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24575,'216'262'0,"-196"-239"0,76 99 0,-90-114-455,-1 1 0,7 18 0,-8-16-6371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6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1 285 24575,'119'-9'0,"-73"8"0,0-3 0,-1-2 0,61-15 0,-94 18 0,0-1 0,-1-1 0,1 0 0,-1-1 0,0 0 0,0-1 0,0 0 0,11-11 0,-18 15 0,-1-1 0,0 1 0,0-1 0,-1 1 0,1-1 0,-1 0 0,1 0 0,-1 0 0,0 0 0,-1-1 0,2-4 0,-2 5 0,0 0 0,-1 0 0,0 1 0,0-1 0,0 0 0,0 0 0,-1 1 0,1-1 0,-1 0 0,0 1 0,0-1 0,0 0 0,-1 1 0,1 0 0,-4-6 0,1 4 0,1 0 0,-1 0 0,-1 0 0,1 1 0,-1-1 0,1 1 0,-1 0 0,-1 0 0,1 1 0,-9-5 0,10 6 0,-1-1 0,1 1 0,-1 0 0,1 1 0,-1-1 0,0 1 0,0 0 0,0 0 0,0 1 0,0 0 0,0-1 0,0 2 0,-9 0 0,11 0 0,0 0 0,0 0 0,0 1 0,1-1 0,-1 1 0,0 0 0,1 0 0,-1 0 0,1 0 0,-1 0 0,1 0 0,0 1 0,0-1 0,0 1 0,0-1 0,1 1 0,-1 0 0,1 0 0,0 0 0,-1 0 0,0 5 0,0-3 0,1 0 0,0 0 0,0 1 0,0-1 0,1 1 0,0-1 0,0 1 0,0-1 0,1 0 0,-1 1 0,4 9 0,0-6 0,0-1 0,0 1 0,1-1 0,0 0 0,0 0 0,1 0 0,0-1 0,1 0 0,-1 0 0,1 0 0,1-1 0,8 6 0,2 0 0,1 0 0,1-2 0,-1 0 0,25 8 0,-30-13 14,0-1-1,0 0 0,0-1 0,1 0 1,-1-1-1,1-1 0,0-1 1,18-1-1,-26 1-84,0-1 1,-1 0-1,1-1 0,-1 1 0,1-1 1,-1 0-1,0-1 0,0 1 1,0-1-1,0-1 0,0 1 0,-1-1 1,1 0-1,-1 0 0,0 0 1,-1-1-1,1 0 0,-1 0 0,1 0 1,3-7-1,-1-1-6755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7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262 383 24575,'-92'-19'0,"79"17"0,0 1 0,0 0 0,0 1 0,0 1 0,-14 2 0,23-2 0,0 0 0,0 0 0,0 0 0,1 1 0,-1-1 0,0 1 0,1 0 0,-1 0 0,1 1 0,0-1 0,-1 1 0,1-1 0,0 1 0,1 0 0,-1 0 0,0 0 0,1 1 0,0-1 0,0 1 0,0-1 0,0 1 0,0-1 0,1 1 0,0 0 0,0 0 0,0 0 0,-1 4 0,1-2 0,1 0 0,-1 0 0,1 0 0,0-1 0,0 1 0,1 0 0,0 0 0,0-1 0,0 1 0,1 0 0,0-1 0,0 1 0,0-1 0,1 0 0,-1 0 0,1 0 0,1 0 0,4 6 0,-5-8 0,0 0 0,0 0 0,0-1 0,0 1 0,0-1 0,0 0 0,1 0 0,-1 0 0,1-1 0,0 1 0,-1-1 0,1 1 0,0-1 0,0-1 0,0 1 0,0 0 0,0-1 0,4 0 0,-3 0 0,0-1 0,0 0 0,0 0 0,0 0 0,0-1 0,0 1 0,0-1 0,-1 0 0,1-1 0,-1 1 0,0-1 0,1 0 0,6-6 0,-3 1 0,-1 0 0,1-1 0,-1 1 0,-1-2 0,8-13 0,-14 23 0,0-1 0,1 1 0,-1-1 0,0 1 0,0 0 0,1-1 0,-1 1 0,0-1 0,0 1 0,1 0 0,-1-1 0,0 1 0,1 0 0,-1 0 0,1-1 0,-1 1 0,0 0 0,1 0 0,-1-1 0,1 1 0,-1 0 0,1 0 0,-1 0 0,1 0 0,-1 0 0,0 0 0,1 0 0,-1 0 0,1 0 0,-1 0 0,1 0 0,-1 0 0,1 0 0,-1 0 0,1 0 0,-1 0 0,0 1 0,1-1 0,-1 0 0,1 0 0,-1 0 0,0 1 0,1-1 0,-1 0 0,1 1 0,-1-1 0,0 0 0,1 1 0,-1-1 0,0 0 0,0 1 0,1-1 0,-1 1 0,15 25 0,-14-23 0,22 43 0,-3-8 0,-2 2 0,-1 0 0,16 62 0,-32-100 0,0 1 0,-1-1 0,0 1 0,1 0 0,-1-1 0,0 1 0,0 0 0,0-1 0,-1 1 0,1-1 0,-1 1 0,1 0 0,-1-1 0,0 1 0,0-1 0,0 0 0,-1 3 0,0-3 0,1-1 0,-1 1 0,1-1 0,-1 0 0,0 1 0,1-1 0,-1 0 0,0 0 0,0 0 0,0 0 0,0-1 0,0 1 0,0 0 0,0-1 0,0 1 0,0-1 0,0 0 0,0 0 0,0 0 0,0 0 0,-4 0 0,-1-1 0,1 0 0,0-1 0,0 0 0,0 0 0,0 0 0,0 0 0,1-1 0,-11-6 0,0-2 0,-23-20 0,35 27 0,0 0 0,0 0 0,0 0 0,1-1 0,-1 0 0,1 1 0,0-1 0,1 0 0,-1-1 0,1 1 0,0 0 0,0-1 0,1 1 0,-2-11 0,2 12 0,1 0 0,0-1 0,0 1 0,0 0 0,1 0 0,0-1 0,-1 1 0,1 0 0,1 0 0,-1 0 0,0 0 0,1 0 0,0 0 0,0 0 0,0 1 0,1-1 0,-1 1 0,1-1 0,0 1 0,4-4 0,3-1 0,0 0 0,1 1 0,-1 1 0,1 0 0,21-8 0,63-18 0,-80 28 0,9-3 0,88-29 0,-94 28 0,1 0 0,-1 0 0,30-22 0,-45 28 0,0 0 0,0 0 0,0-1 0,0 1 0,-1-1 0,1 1 0,-1-1 0,0 0 0,0 0 0,0-1 0,0 1 0,0 0 0,-1 0 0,1-1 0,-1 1 0,0-1 0,0 0 0,-1 1 0,1-5 0,-1 3 0,0 1 0,0-1 0,-1 1 0,0-1 0,0 1 0,0-1 0,-1 1 0,1 0 0,-1 0 0,0 0 0,0 0 0,-1 0 0,1 0 0,-1 0 0,-3-3 0,-3-3 0,0 1 0,-1 0 0,0 1 0,0 0 0,-1 0 0,-16-8 0,27 16 0,-1-1 0,0 1 0,0-1 0,1 1 0,-1-1 0,0 1 0,0 0 0,0-1 0,0 1 0,0 0 0,0 0 0,1-1 0,-1 1 0,0 0 0,0 0 0,0 0 0,0 0 0,0 0 0,0 0 0,0 1 0,0-1 0,0 0 0,1 0 0,-3 1 0,3 0 0,-1 0 0,1 0 0,-1-1 0,1 1 0,-1 0 0,1 0 0,0 0 0,-1 0 0,1 0 0,0 0 0,0 0 0,0 0 0,0 0 0,0 0 0,0 0 0,0 0 0,0 0 0,0 1 0,2 6 0,-1-1 0,1 1 0,1-1 0,4 12 0,12 14 0,37 51 0,-51-77 0,0 0 0,0-1 0,1 0 0,0 0 0,0 0 0,0-1 0,1 0 0,-1 0 0,15 7 0,-16-10 0,-1-1 0,1 1 0,0-1 0,-1 0 0,1 0 0,0 0 0,0-1 0,0 1 0,-1-1 0,1 0 0,0-1 0,0 1 0,0-1 0,0 0 0,-1 0 0,1-1 0,-1 1 0,7-4 0,8-4 0,0-2 0,0-1 0,-1 0 0,-1-1 0,21-19 0,-19 16 0,28-17 0,7-7 0,-51 38 0,-1 0 0,0 0 0,0 0 0,0-1 0,0 1 0,0-1 0,0 0 0,-1 1 0,1-1 0,-1 0 0,0 0 0,0 0 0,0 0 0,0 0 0,-1 0 0,1 0 0,-1 0 0,1 0 0,-1 0 0,0 0 0,-1-1 0,1 1 0,0 0 0,-1 0 0,0 0 0,-1-4 0,-1-3 0,-1 0 0,-1 0 0,0 1 0,0 0 0,-1 0 0,-9-12 0,10 14 0,0 0 0,0 0 0,0-1 0,1 0 0,1 1 0,-1-1 0,-3-15 0,6 21 0,1 0 0,-1 0 0,1 0 0,0 0 0,-1 0 0,1 0 0,0 0 0,1-1 0,-1 1 0,0 0 0,1 0 0,-1 1 0,1-1 0,-1 0 0,1 0 0,0 0 0,0 0 0,0 0 0,0 1 0,0-1 0,0 0 0,0 1 0,1-1 0,-1 1 0,1-1 0,-1 1 0,1 0 0,-1 0 0,1-1 0,0 1 0,-1 0 0,1 0 0,0 1 0,0-1 0,0 0 0,0 1 0,0-1 0,3 0 0,2 1-124,-1-1 0,1 1 0,0 0 0,0 1 0,0 0 0,0 0-1,0 0 1,-1 1 0,1 0 0,9 4 0,4 2-6702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3:58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20 127 24575,'3'-29'0,"-2"20"0,0 0 0,0 1 0,0-1 0,1 1 0,1-1 0,-1 1 0,1 0 0,5-10 0,-7 18 0,0-1 0,-1 0 0,1 0 0,0 0 0,0 0 0,-1 0 0,1 1 0,0-1 0,0 0 0,0 1 0,0-1 0,0 1 0,0-1 0,0 1 0,0-1 0,0 1 0,0 0 0,3-1 0,-2 1 0,1 0 0,-1 0 0,1 0 0,-1 1 0,0-1 0,1 1 0,-1-1 0,4 2 0,4 3 0,0 0 0,-1 0 0,12 8 0,-13-8 0,-3-1 0,1-1 0,-1 1 0,0 0 0,0 1 0,0-1 0,8 11 0,-12-14 0,0 0 0,0 1 0,0-1 0,0 1 0,-1 0 0,1-1 0,-1 1 0,1-1 0,-1 1 0,0 0 0,1 0 0,-1-1 0,0 1 0,0 0 0,0-1 0,0 1 0,-1 0 0,1-1 0,0 1 0,-1 0 0,1-1 0,-1 1 0,1 0 0,-1-1 0,0 1 0,0-1 0,0 1 0,0-1 0,0 0 0,0 1 0,-2 1 0,-3 3 8,-1 0 0,1 0-1,-1-1 1,0 0 0,-1 0-1,-9 5 1,-52 21-326,38-19-783,2 1-5725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1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16 24575,'-105'-8'0,"3"1"0,-81 7-1365,171 0-5461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2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0,0 1 0,0 1 0,0 1 0,0 0 0,3 2 0,0 2 0,0-1 0,2-1 0,0-1 0,-1 0 0,2-1 0,-1-1 0,2 1 0,-1-3-8191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2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2 0,0 4 0,0 1 0,0 4 0,0 1 0,3 0 0,0-1 0,2 0 0,1 2 0,2-1 0,1 0 0,0-1 0,-2-1 0,0-3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3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573 84 24575,'-92'-17'0,"-73"-10"0,109 21-113,-185-25-1139,222 28-5574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4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27 24575,'5'-2'0,"16"-7"0,-20 9 0,-1-1 0,1 1 0,0 0 0,0-1 0,0 1 0,-1-1 0,1 0 0,0 1 0,0-1 0,-1 1 0,1-1 0,-1 0 0,1 0 0,0 1 0,-1-1 0,0 0 0,1-1 0,-1 2 0,0 0 0,0-1 0,0 1 0,0 0 0,-1 0 0,1-1 0,0 1 0,0 0 0,0 0 0,-1 0 0,1-1 0,0 1 0,0 0 0,-1 0 0,1 0 0,0 0 0,0 0 0,-1-1 0,1 1 0,0 0 0,0 0 0,-1 0 0,1 0 0,0 0 0,-1 0 0,1 0 0,0 0 0,-1 0 0,1 0 0,0 0 0,0 0 0,-1 0 0,1 0 0,0 0 0,-1 1 0,1-1 0,-14 2 0,14-2 0,-27 8 0,0 0 0,1 2 0,-35 18 0,-69 49 0,108-63 0,1 2 0,-38 36 0,59-52 0,-1 1 0,0-1 0,1 1 0,-1 0 0,1-1 0,-1 1 0,1 0 0,-1 0 0,1-1 0,-1 1 0,1 0 0,0 0 0,-1 0 0,1-1 0,0 1 0,0 0 0,0 0 0,0 0 0,-1 0 0,1 0 0,1 1 0,-1-1 0,0-1 0,1 1 0,-1 0 0,1 0 0,-1-1 0,1 1 0,-1 0 0,1-1 0,-1 1 0,1 0 0,0-1 0,-1 1 0,1-1 0,0 1 0,0-1 0,-1 0 0,3 1 0,4 2 0,1 0 0,0-1 0,16 2 0,-10-2 0,210 56 0,-177-42 0,-1 2 0,74 39 0,-116-55 0,0 0 0,0 1 0,0 0 0,0 0 0,-1 0 0,5 4 0,-8-6 0,0-1 0,1 0 0,-1 1 0,0-1 0,1 1 0,-1-1 0,0 1 0,0-1 0,0 1 0,1-1 0,-1 1 0,0-1 0,0 1 0,0-1 0,0 1 0,0-1 0,0 1 0,0-1 0,0 1 0,0-1 0,0 1 0,0-1 0,0 1 0,-1 0 0,0 0 0,1 0 0,-1 0 0,0 0 0,0 0 0,0-1 0,0 1 0,0 0 0,0-1 0,0 1 0,0-1 0,0 1 0,-1-1 0,1 1 0,0-1 0,-2 1 0,-4 0-195,-1 0 0,1-1 0,0 1 0,0-1 0,0-1 0,-11-1 0,0-1-6631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24575,'3'5'0,"0"0"0,1 0 0,-1-1 0,1 1 0,0-1 0,0 0 0,0 0 0,1-1 0,5 5 0,9 4 0,22 10 0,-18-10 0,5 4-117,-9-5-91,0 0 0,1-2 0,0 0 0,0-1 0,29 7 0,-35-12-6618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5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11 162 24575,'-1'1'0,"0"-1"0,1 0 0,-1 0 0,1 0 0,-1 1 0,1-1 0,-1 0 0,1 0 0,0 1 0,-1-1 0,1 0 0,-1 1 0,1-1 0,0 1 0,-1-1 0,1 0 0,0 1 0,-1-1 0,1 1 0,0-1 0,0 1 0,-1-1 0,1 1 0,0-1 0,0 1 0,0 0 0,0-1 0,0 1 0,0-1 0,0 1 0,0-1 0,0 1 0,0-1 0,0 1 0,0-1 0,0 1 0,0 0 0,0-1 0,1 1 0,5 24 0,2-8 0,1 1 0,0-1 0,1 0 0,1-1 0,1-1 0,0 1 0,1-2 0,1 0 0,0 0 0,1-2 0,0 1 0,31 17 0,-40-27 0,-1 0 0,1 0 0,0-1 0,-1 0 0,1 0 0,0-1 0,0 1 0,0-1 0,8 0 0,-11-1 0,-1 0 0,1 0 0,-1 0 0,1 0 0,-1-1 0,1 1 0,-1-1 0,0 0 0,1 0 0,-1 1 0,0-1 0,1-1 0,-1 1 0,0 0 0,0-1 0,0 1 0,0-1 0,0 1 0,-1-1 0,1 0 0,0 0 0,-1 0 0,1 0 0,-1 0 0,2-2 0,-1-2 0,0 0 0,0 0 0,-1 0 0,1 0 0,-1 0 0,-1-1 0,1 1 0,-2-12 0,1 10 0,0-1 0,1 1 0,2-12 0,-3 19 0,0 1 0,0-1 0,0 1 0,0-1 0,1 1 0,-1 0 0,0-1 0,0 1 0,0 0 0,0-1 0,1 1 0,-1-1 0,0 1 0,1 0 0,-1 0 0,0-1 0,0 1 0,1 0 0,-1-1 0,0 1 0,1 0 0,-1 0 0,1 0 0,-1-1 0,0 1 0,1 0 0,-1 0 0,1 0 0,-1 0 0,0 0 0,1 0 0,-1 0 0,1 0 0,-1 0 0,1 0 0,-1 0 0,0 0 0,1 0 0,-1 0 0,1 0 0,-1 0 0,0 0 0,1 1 0,-1-1 0,1 0 0,20 14 0,-15-10 0,15 10 0,0-1 0,1 0 0,37 13 0,-44-21 0,0 0 0,0-1 0,0 0 0,0-2 0,1 0 0,-1 0 0,17-2 0,-28 0 0,-1 0 0,1 0 0,-1-1 0,1 1 0,-1-1 0,0 0 0,1 0 0,-1 0 0,0-1 0,0 1 0,0-1 0,0 0 0,0 0 0,0 0 0,0 0 0,-1 0 0,1 0 0,-1-1 0,5-4 0,-5 3 0,0 0 0,1-1 0,-2 1 0,1 0 0,0-1 0,-1 1 0,0-1 0,0 0 0,0 0 0,0 1 0,-1-1 0,0 0 0,-1-9 0,0 1 0,-1 1 0,-1-1 0,0 0 0,-1 1 0,0 0 0,-1 0 0,-1 0 0,0 0 0,0 1 0,-12-15 0,7 11 0,-1 0 0,-1 1 0,-1 0 0,0 1 0,0 1 0,-25-16 0,32 24-195,-1-1 0,0 1 0,0 1 0,0 0 0,0 0 0,-9-2 0,0 2-6631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7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8 24575,'0'-1'0,"0"1"0,0 0 0,0 0 0,0-1 0,0 1 0,0 0 0,0 0 0,0-1 0,0 1 0,0 0 0,0 0 0,0 0 0,0-1 0,0 1 0,0 0 0,0 0 0,0-1 0,0 1 0,0 0 0,0 0 0,-1 0 0,1-1 0,0 1 0,0 0 0,0 0 0,0 0 0,-1 0 0,1-1 0,0 1 0,0 0 0,0 0 0,0 0 0,-1 0 0,1 0 0,0 0 0,0-1 0,-1 1 0,1 0 0,0 0 0,0 0 0,-1 0 0,-10 7 0,-14 18 0,21-22 0,-20 22 0,-44 36 0,53-49 0,-1-1 0,-1 0 0,0-2 0,-27 12 0,27-15 0,0-2 0,0 1 0,-23 1 0,16-2 0,23-4 0,0 0 0,0 0 0,0 0 0,0 0 0,0 0 0,0 0 0,1 1 0,-1-1 0,0 0 0,0 1 0,0-1 0,0 1 0,0-1 0,1 1 0,-1-1 0,0 1 0,1-1 0,-2 2 0,2-1 0,0-1 0,0 1 0,0-1 0,0 1 0,0-1 0,0 0 0,0 1 0,0-1 0,1 1 0,-1-1 0,0 1 0,0-1 0,1 0 0,-1 1 0,0-1 0,0 0 0,1 1 0,-1-1 0,0 0 0,1 1 0,-1-1 0,0 0 0,1 1 0,-1-1 0,1 0 0,7 5 0,-1-1 0,14 5 0,-18-8 0,172 53 0,-84-28 0,153 41-1365,-231-64-5461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24575,'12'63'0,"-10"-47"0,1 0 0,1-1 0,0 1 0,1-1 0,0 1 0,9 15 0,-6-16-195,0-1 0,1 0 0,0-1 0,1 0 0,1-1 0,13 12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24575,'0'7'0,"0"5"0,2 3 0,1 2 0,3-1 0,0 3 0,1 0 0,2 0 0,0-1 0,1-2 0,0 0 0,0-1 0,-1-3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18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480 91 24575,'-29'-13'0,"-15"-3"0,-5 0 0,1 1 0,4 3 0,4 4 0,5 2 0,2 3 0,3 2 0,1 1 0,1 0 0,3 4 0,0-1 0,5 1-8191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16 24575,'-2'-5'0,"-4"-2"0,-1 3 0,2 5 0,1 4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24575,'3'15'0,"0"7"0,0 2 0,2 0 0,0-2 0,-1-2 0,2-5 0,-1-2 0,2-3 0,2-7 0,-1-5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1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15 24575,'-11'-1'0,"-12"-4"0,0 1 0,-1 1 0,0 1 0,-35 3 0,53-1 0,0 1 0,0 0 0,0 1 0,0 0 0,0 0 0,0 0 0,0 0 0,0 1 0,-7 5 0,9-5 0,0 0 0,1 0 0,0 0 0,-1 1 0,1-1 0,1 1 0,-1 0 0,0 0 0,1 0 0,0 0 0,0 0 0,0 1 0,1-1 0,-2 7 0,1-7 0,1 0 0,1 1 0,-1-1 0,1 1 0,-1-1 0,1 1 0,0-1 0,1 1 0,-1-1 0,1 1 0,0-1 0,0 1 0,1-1 0,-1 0 0,1 0 0,0 0 0,0 0 0,3 4 0,1 0 0,0 0 0,1-1 0,-1 0 0,2 0 0,-1-1 0,1 0 0,10 7 0,7 2 0,1-1 0,1-1 0,0-2 0,0 0 0,34 8 0,-60-19 0,1 0 0,-1 0 0,0 0 0,0 1 0,0-1 0,0 0 0,0 1 0,0-1 0,0 1 0,0-1 0,0 1 0,0 0 0,-1-1 0,1 1 0,0 0 0,0-1 0,0 2 0,-1-1 0,0-1 0,0 0 0,0 1 0,0-1 0,0 1 0,0-1 0,0 0 0,-1 1 0,1-1 0,0 1 0,0-1 0,0 0 0,-1 1 0,1-1 0,0 0 0,0 1 0,-1-1 0,1 0 0,0 0 0,-1 1 0,1-1 0,0 0 0,-1 0 0,1 1 0,0-1 0,-1 0 0,1 0 0,-1 0 0,-4 2 0,0 0 0,0 0 0,0-1 0,0 1 0,-8 0 0,-12-1 0,0 0 0,-1-1 0,1-2 0,-48-9 0,59 7-1365,4-1-5461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1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60 24575,'7'-4'0,"1"1"0,-1 0 0,1 1 0,-1-1 0,1 1 0,0 1 0,0-1 0,0 2 0,0-1 0,0 1 0,10 1 0,-14-1 0,0 1 0,0 0 0,0 0 0,0 0 0,0 0 0,0 1 0,0 0 0,-1 0 0,1 0 0,-1 0 0,1 0 0,-1 1 0,0-1 0,0 1 0,0 0 0,0 0 0,-1 0 0,1 0 0,-1 1 0,1-1 0,-1 1 0,-1-1 0,4 7 0,-4-7 0,0 0 0,0 0 0,0 0 0,0 0 0,-1 0 0,1 1 0,-1-1 0,0 0 0,1 0 0,-2 0 0,1 1 0,0-1 0,-1 0 0,1 0 0,-1 0 0,-2 5 0,1-4 0,0-1 0,0 1 0,0-1 0,0 0 0,-1 0 0,0 0 0,0 0 0,1 0 0,-1-1 0,-1 1 0,-5 3 0,-2-1 0,0 0 0,0 0 0,0-1 0,-1 0 0,0-1 0,0 0 0,-21 1 0,18-3 0,1-1 0,0-1 0,-1 0 0,1-1 0,0-1 0,-1 0 0,1-1 0,1 0 0,-1-1 0,1 0 0,0-2 0,0 1 0,-14-11 0,24 15 0,1 0 0,-1 0 0,1 0 0,-1-1 0,1 1 0,0-1 0,0 0 0,0 0 0,0 1 0,1-1 0,-1 0 0,1-1 0,0 1 0,-1 0 0,2 0 0,-1-1 0,0 1 0,1 0 0,-1-1 0,1 1 0,0 0 0,0-1 0,0 1 0,1-1 0,-1 1 0,1 0 0,0-1 0,0 1 0,1-4 0,0 2 0,0 0 0,0 0 0,0 1 0,1-1 0,0 1 0,0 0 0,0 0 0,0 0 0,0 0 0,1 0 0,0 1 0,0 0 0,0-1 0,0 1 0,0 1 0,1-1 0,-1 1 0,1 0 0,4-2 0,-2 2-124,0 1 0,0-1 0,0 1 0,1 1 0,-1 0 0,0 0-1,0 0 1,0 1 0,0 0 0,8 2 0,-2 1-6702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24575,'0'6'0,"1"-1"0,-1 1 0,1 0 0,-1-1 0,2 1 0,1 6 0,-2-10 0,-1-1 0,1 0 0,-1 0 0,1 1 0,-1-1 0,1 0 0,0 0 0,0 0 0,0 0 0,0 0 0,0 0 0,-1 0 0,2-1 0,-1 1 0,0 0 0,0 0 0,0-1 0,0 1 0,0-1 0,1 1 0,-1-1 0,0 1 0,0-1 0,1 0 0,-1 1 0,0-1 0,1 0 0,-1 0 0,0 0 0,1 0 0,-1 0 0,2-1 0,3 0 0,-1-1 0,0 1 0,1-1 0,-1-1 0,0 1 0,0-1 0,0 1 0,0-1 0,7-7 0,1-2 0,21-23 0,-33 34 0,0 0 0,-1 1 0,1-1 0,0 0 0,0 0 0,0 1 0,0-1 0,0 1 0,0-1 0,0 1 0,0-1 0,0 1 0,0-1 0,0 1 0,0 0 0,0 0 0,0 0 0,0-1 0,1 1 0,-1 0 0,0 0 0,0 1 0,0-1 0,0 0 0,0 0 0,0 0 0,0 1 0,0-1 0,1 1 0,-1-1 0,0 1 0,-1-1 0,2 1 0,4 3 0,0 1 0,-1-1 0,1 1 0,6 7 0,2 2 0,-7-8 0,0-1 0,1-1 0,-1 1 0,1-1 0,0 0 0,1-1 0,-1 0 0,1 0 0,-1-1 0,1 0 0,14 1 0,-6-2 0,-1 0 0,0-1 0,0-1 0,0 0 0,25-6 0,-33 5 0,0 0 0,-1-1 0,1 0 0,-1 0 0,0-1 0,0 1 0,0-2 0,0 1 0,-1-1 0,10-9 0,-13 12 0,-1-1 0,1 0 0,-1 0 0,1 0 0,-1 0 0,0-1 0,-1 1 0,1 0 0,0-1 0,-1 0 0,0 1 0,0-1 0,0 0 0,0 1 0,-1-1 0,1 0 0,-1 0 0,0 0 0,0 0 0,-1 1 0,1-1 0,-1 0 0,0 0 0,-1-3 0,1 3 0,-1 0 0,0 1 0,0-1 0,0 1 0,0 0 0,-1 0 0,1-1 0,-1 2 0,0-1 0,0 0 0,0 0 0,0 1 0,0 0 0,-1 0 0,1 0 0,-1 0 0,0 0 0,1 1 0,-1-1 0,0 1 0,0 0 0,-6-1 0,2 0 0,-1 1 0,1 1 0,0-1 0,-1 1 0,1 0 0,-1 1 0,1 0 0,0 0 0,-16 6 0,21-7 0,1 1 0,0 0 0,0 0 0,0 0 0,-1 0 0,1 0 0,0 1 0,0-1 0,1 1 0,-1-1 0,0 1 0,0 0 0,1 0 0,-1 0 0,1-1 0,0 2 0,-1-1 0,1 0 0,0 0 0,0 0 0,0 0 0,1 1 0,-1-1 0,0 0 0,1 1 0,0-1 0,-1 0 0,1 1 0,0 3 0,1-1 0,0-1 0,0 1 0,0-1 0,0 0 0,0 0 0,1 1 0,0-1 0,0 0 0,0-1 0,0 1 0,1 0 0,-1 0 0,1-1 0,0 0 0,4 4 0,6 4 0,1-1 0,0 0 0,0-1 0,1-1 0,0-1 0,1 0 0,24 8 0,1-4 0,77 13 0,-96-22-682,27 1-1,-36-3-6143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3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24575,'19'19'0,"1"-1"0,1-1 0,37 24 0,-45-34 0,1 0 0,-1 0 0,1-1 0,1-1 0,-1 0 0,1-1 0,28 4 0,-39-8 0,1 1 0,-1-1 0,0 0 0,1-1 0,-1 1 0,0-1 0,1 1 0,-1-1 0,0-1 0,0 1 0,7-4 0,-8 4 0,-1 0 0,0-1 0,0 1 0,0-1 0,0 0 0,0 1 0,-1-1 0,1 0 0,0 0 0,-1 0 0,0 0 0,1 0 0,-1-1 0,0 1 0,0 0 0,0-1 0,0 1 0,-1 0 0,1-1 0,-1 1 0,1-4 0,-1-6 0,0 1 0,-1-1 0,0 1 0,-1-1 0,-1 1 0,0 0 0,0 0 0,-1 0 0,-8-17 0,11 28 0,1-1 0,0 1 0,-1-1 0,1 1 0,0-1 0,-1 0 0,1 1 0,0-1 0,0 1 0,0-1 0,0 1 0,-1-1 0,1 0 0,0 1 0,0-1 0,0 1 0,0-1 0,0 0 0,1 0 0,7 6 0,12 17 0,-3-2 0,1 0 0,0-1 0,2-2 0,28 22 0,-32-29 0,0 0 0,0-1 0,1-1 0,0 0 0,0-1 0,37 9 0,-51-15 0,-1-1 0,1 1 0,0-1 0,0 0 0,0 0 0,0 0 0,0 0 0,0 0 0,-1-1 0,1 1 0,0-1 0,0 0 0,0 0 0,-1 0 0,1 0 0,4-3 0,-5 3 0,0-1 0,0 1 0,0-1 0,0 0 0,-1 0 0,1 0 0,-1 0 0,1-1 0,-1 1 0,0 0 0,0 0 0,0-1 0,0 1 0,0-1 0,-1 1 0,1-1 0,-1 1 0,1-6 0,0-10 0,-1 1 0,-4-35 0,4 52 0,0-1 0,0 0 0,0 0 0,-1 1 0,1-1 0,0 0 0,0 0 0,0 0 0,0 1 0,0-1 0,1 0 0,-1 0 0,0 0 0,0 1 0,1-1 0,-1 0 0,0 0 0,1 1 0,0-2 0,-1 2 0,0 0 0,1 0 0,-1-1 0,1 1 0,-1 0 0,1 0 0,-1 0 0,1 0 0,-1 0 0,0 0 0,1 0 0,-1 0 0,1 0 0,-1 0 0,1 0 0,-1 0 0,1 1 0,-1-1 0,0 0 0,1 0 0,-1 0 0,1 1 0,-1-1 0,1 0 0,4 4 0,0 0 0,0 0 0,7 7 0,-10-9 0,3 3 0,10 10 0,34 26 0,-44-37 0,1-1 0,-1 1 0,1-1 0,0 0 0,0-1 0,1 0 0,-1 0 0,0 0 0,1 0 0,11 0 0,-16-2 0,-1 0 0,1 0 0,0 0 0,-1 0 0,1 0 0,-1 0 0,1-1 0,-1 1 0,1-1 0,-1 1 0,0-1 0,1 0 0,-1 1 0,1-1 0,-1 0 0,0 0 0,0 0 0,0 0 0,1 0 0,-1 0 0,0-1 0,0 1 0,0 0 0,-1 0 0,1-1 0,0 1 0,0 0 0,0-4 0,2-3 0,-1 0 0,0 0 0,-1 0 0,1-12 0,1-2 0,-1 12 0,-1 2 0,1-1 0,0 1 0,0-1 0,6-13 0,-7 21 0,-1-1 0,1 1 0,0 0 0,-1 0 0,1 0 0,0 0 0,0 0 0,0 0 0,-1 0 0,1 0 0,0 0 0,0 0 0,0 0 0,1 1 0,-1-1 0,0 0 0,0 1 0,0-1 0,0 1 0,1-1 0,-1 1 0,0 0 0,0 0 0,1-1 0,-1 1 0,0 0 0,1 0 0,-1 0 0,0 0 0,1 0 0,-1 1 0,0-1 0,0 0 0,1 0 0,-1 1 0,0-1 0,0 1 0,3 1 0,8 5 0,-1 1 0,1 0 0,-2 1 0,1 0 0,16 20 0,-8-10 0,-3-4 0,0-1 0,1 0 0,1-1 0,0-1 0,27 14 0,-25-14-1365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24575,'20'27'0,"9"11"0,-1 2 0,-3-4 0,-2-5 0,-6-5 0,-8-11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24575,'3'3'0,"2"2"0,2 7 0,-2 2 0,2 0 0,-1-3-8191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34 24575,'-9'-6'0,"-1"1"0,1 1 0,-1-1 0,0 1 0,-17-3 0,24 6 0,1 1 0,0-1 0,0 1 0,-1 0 0,1 0 0,0 0 0,0 0 0,-1 0 0,1 0 0,0 1 0,0-1 0,0 1 0,-1-1 0,1 1 0,0 0 0,0 0 0,0 0 0,0 0 0,0 1 0,0-1 0,1 0 0,-1 1 0,0-1 0,1 1 0,-1 0 0,1-1 0,-1 1 0,1 0 0,0 0 0,0 0 0,0 0 0,-2 4 0,1 0 0,0 0 0,0 0 0,1 0 0,0 0 0,0 1 0,0-1 0,1 0 0,0 1 0,0-1 0,0 0 0,3 12 0,-2-15 0,0 0 0,0 0 0,0 0 0,0 0 0,0 0 0,1-1 0,-1 1 0,1-1 0,0 1 0,0-1 0,0 1 0,0-1 0,0 0 0,0 0 0,1 0 0,-1 0 0,0 0 0,1-1 0,0 1 0,-1-1 0,1 1 0,0-1 0,0 0 0,0 0 0,6 1 0,-6-2 0,1 1 0,0-1 0,0 0 0,0 0 0,0 0 0,0 0 0,0-1 0,0 1 0,0-1 0,0 0 0,-1 0 0,1-1 0,0 1 0,3-3 0,-2 1 0,0-1 0,0 1 0,-1-1 0,0 0 0,0 0 0,0 0 0,0-1 0,6-9 0,-9 12 0,0 1 0,0-1 0,0 0 0,1 1 0,-1-1 0,1 1 0,-1 0 0,1-1 0,1-1 0,-2 3 0,-1 0 0,0 0 0,0 0 0,0 0 0,1 0 0,-1 0 0,0 0 0,0 0 0,1 0 0,-1 0 0,0 0 0,0 0 0,0 0 0,1 0 0,-1 0 0,0 0 0,0 0 0,0 0 0,1 0 0,-1 0 0,0 0 0,0 1 0,0-1 0,1 0 0,-1 0 0,0 0 0,0 0 0,0 0 0,0 0 0,1 1 0,-1-1 0,3 13 0,7 65 0,23 87 0,-4-22 0,-29-140-26,0-5 88,-2-7-1463,-1 0-5425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5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1 118 24575,'1'6'0,"0"-1"0,0 1 0,1 0 0,-1-1 0,2 0 0,2 7 0,0-1 0,-2-3 0,1 0 0,0 0 0,0 0 0,1 0 0,0-1 0,0 0 0,11 11 0,-15-17 0,1 1 0,0 0 0,1 0 0,-1-1 0,0 1 0,0-1 0,1 1 0,-1-1 0,0 0 0,1 0 0,-1 0 0,1-1 0,0 1 0,-1 0 0,1-1 0,0 0 0,-1 0 0,1 0 0,0 0 0,-1 0 0,1 0 0,0-1 0,-1 1 0,1-1 0,-1 1 0,1-1 0,-1 0 0,1 0 0,2-2 0,-2 1 0,0 1 0,-1-1 0,1 0 0,-1 0 0,0 0 0,1 0 0,-1 0 0,0-1 0,0 1 0,-1-1 0,1 1 0,0-1 0,-1 0 0,2-3 0,-1-2 0,1 0 0,-1 0 0,1-15 0,4-14 0,-7 36 0,0 1 0,0 0 0,0-1 0,0 1 0,1-1 0,-1 1 0,0 0 0,0-1 0,0 1 0,0 0 0,1-1 0,-1 1 0,0 0 0,0-1 0,1 1 0,-1 0 0,0-1 0,1 1 0,-1 0 0,0 0 0,1-1 0,-1 1 0,0 0 0,1 0 0,-1 0 0,0 0 0,1 0 0,-1-1 0,0 1 0,1 0 0,-1 0 0,1 0 0,-1 0 0,0 0 0,1 0 0,-1 0 0,1 0 0,-1 0 0,0 0 0,1 1 0,-1-1 0,1 0 0,-1 0 0,0 0 0,1 0 0,-1 1 0,0-1 0,1 0 0,-1 0 0,0 0 0,1 1 0,-1-1 0,1 1 0,19 20 0,-15-15 0,12 10 0,2-1 0,0-1 0,0-1 0,1-1 0,1 0 0,23 9 0,-22-12 0,1 0 0,0-1 0,33 7 0,-45-13 0,-1-1 0,1 1 0,-1-2 0,1 1 0,-1-2 0,1 1 0,0-1 0,-1-1 0,1 0 0,12-4 0,-17 3 0,-1 0 0,1 1 0,-1-2 0,0 1 0,0-1 0,0 1 0,0-1 0,-1-1 0,1 1 0,-1-1 0,0 1 0,-1-1 0,1 0 0,-1-1 0,0 1 0,0-1 0,0 1 0,-1-1 0,0 0 0,0 0 0,-1 0 0,1 0 0,-1 0 0,0 0 0,-1 0 0,0 0 0,0-1 0,0 1 0,-1 0 0,0 0 0,0 0 0,0 0 0,-1 0 0,0 0 0,0 0 0,-4-8 0,0 3 0,0 1 0,-1 0 0,1 1 0,-2-1 0,-13-13 0,19 21 0,0 0 0,-1 0 0,1 0 0,-1 0 0,1 0 0,-1 1 0,0-1 0,0 1 0,1-1 0,-1 1 0,0 0 0,0 0 0,0 1 0,0-1 0,0 0 0,-1 1 0,1 0 0,0 0 0,0 0 0,0 0 0,0 0 0,0 1 0,0-1 0,0 1 0,0 0 0,-4 2 0,4-2 0,0 1 0,1 0 0,-1 0 0,1 0 0,-1 0 0,1 1 0,0-1 0,0 1 0,0-1 0,0 1 0,1 0 0,-1-1 0,1 1 0,0 0 0,-1 0 0,1 0 0,1 0 0,-1 0 0,0 1 0,1-1 0,-1 0 0,1 4 0,0 2 0,0-1 0,0 1 0,0 0 0,1 0 0,1-1 0,4 18 0,-3-18 0,0 0 0,0 0 0,1-1 0,0 1 0,1-1 0,-1 1 0,2-2 0,-1 1 0,1 0 0,-1-1 0,2 0 0,-1 0 0,1-1 0,0 0 0,0 0 0,0-1 0,1 1 0,-1-2 0,1 1 0,0-1 0,17 4 0,11 1-273,1-1 0,0-2 0,0-2 0,56-2 0,-81-1-6553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2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148 291 24575,'34'80'0,"3"6"0,27 94 0,-64-180 0,3 8 0,-1 1 0,0-1 0,0 0 0,-1 1 0,0 0 0,-1 11 0,0-20 0,0 0 0,0 0 0,0 1 0,0-1 0,0 0 0,0 0 0,0 1 0,0-1 0,0 0 0,0 0 0,0 0 0,0 1 0,0-1 0,0 0 0,0 0 0,-1 0 0,1 0 0,0 1 0,0-1 0,0 0 0,0 0 0,0 0 0,0 0 0,-1 0 0,1 1 0,0-1 0,0 0 0,0 0 0,-1 0 0,1 0 0,0 0 0,0 0 0,0 0 0,-1 0 0,1 0 0,0 0 0,0 0 0,0 0 0,-1 0 0,-8-5 0,-7-12 0,-30-42 0,2-1 0,3-3 0,-53-106 0,87 155 0,1 0 0,1-1 0,0 1 0,1-1 0,1 0 0,0 0 0,1 0 0,0 0 0,1-17 0,1 29 0,0 1 0,1-1 0,-1 1 0,0-1 0,1 1 0,0-1 0,0 1 0,0-1 0,0 1 0,0 0 0,0-1 0,0 1 0,1 0 0,-1 0 0,1 0 0,0 0 0,0 0 0,2-2 0,-1 2 0,0 0 0,0 1 0,1-1 0,-1 0 0,1 1 0,-1 0 0,1 0 0,-1 0 0,1 0 0,0 1 0,5-1 0,1 1 0,1 0 0,0 1 0,0 0 0,0 1 0,0 0 0,-1 1 0,18 7 0,-4 0 0,-1 2 0,-1 0 0,0 2 0,22 17 0,-42-29 0,0-1 0,0 1 0,0-1 0,0 1 0,-1 0 0,1 0 0,0 0 0,-1 0 0,1 0 0,-1 1 0,0-1 0,0 0 0,0 1 0,0-1 0,0 1 0,0-1 0,-1 1 0,1 2 0,-1-3 0,0 0 0,-1 0 0,1 0 0,-1-1 0,1 1 0,-1 0 0,1 0 0,-1-1 0,0 1 0,0 0 0,0-1 0,0 1 0,0-1 0,0 0 0,-1 1 0,1-1 0,0 0 0,-1 1 0,1-1 0,-1 0 0,1 0 0,-1 0 0,1 0 0,-1-1 0,0 1 0,-1 0 0,-7 3 0,1-1 0,-1-1 0,1 0 0,-1 0 0,0-1 0,1 0 0,-18 0 0,-70-11 0,79 8 0,10 1 0,-22-3 0,25 2 0,17 2 0,19 1 0,33 5 0,-9 1 0,-8-3 0,81 4 0,-112-8 0,0-1 0,1-1 0,-1 0 0,0-2 0,28-8 0,-41 11 0,1 0 0,-1 0 0,0-1 0,0 1 0,0-1 0,0 0 0,0 0 0,-1 0 0,1 0 0,0-1 0,-1 1 0,0 0 0,1-1 0,-1 0 0,0 0 0,0 1 0,-1-1 0,1 0 0,-1-1 0,1 1 0,-1 0 0,0 0 0,0-1 0,0 1 0,-1 0 0,1-1 0,-1 1 0,0 0 0,0-1 0,0 1 0,0-1 0,-1 1 0,1-1 0,-1 1 0,0 0 0,0 0 0,0-1 0,0 1 0,-1 0 0,1 0 0,-4-4 0,3 2 0,-1 1 0,0 0 0,0 0 0,0 0 0,-1 1 0,1-1 0,-1 1 0,0 0 0,0 0 0,0 0 0,0 0 0,0 1 0,-1 0 0,1 0 0,-10-3 0,13 5 0,0 0 0,-1 0 0,1 0 0,0 0 0,-1 0 0,1 0 0,0 0 0,0 0 0,-1 1 0,1-1 0,0 1 0,0-1 0,-1 1 0,1-1 0,0 1 0,0 0 0,0-1 0,0 1 0,0 0 0,0 0 0,0 0 0,0 0 0,0 0 0,1 0 0,-1 0 0,0 0 0,1 0 0,-1 0 0,0 0 0,1 1 0,-1-1 0,1 0 0,0 0 0,-1 1 0,1 1 0,-1 0 0,0 0 0,1 1 0,0-1 0,-1 0 0,1 1 0,0-1 0,0 0 0,1 1 0,-1-1 0,1 0 0,0 1 0,2 5 0,1-3 0,0 0 0,0 1 0,1-1 0,0-1 0,1 1 0,-1-1 0,1 0 0,0 0 0,0-1 0,1 0 0,-1 0 0,1 0 0,0-1 0,10 4 0,3 0 0,0-1 0,0 0 0,0-2 0,24 2 0,-38-5 0,1 0 0,0-1 0,0 0 0,0 0 0,0-1 0,0 1 0,13-4 0,-18 3 0,0 0 0,0 0 0,0 0 0,0 0 0,0-1 0,0 1 0,0 0 0,0-1 0,0 1 0,-1-1 0,1 0 0,-1 1 0,1-1 0,-1 0 0,1 0 0,-1 0 0,0 0 0,0 0 0,0-1 0,0 1 0,-1 0 0,1 0 0,0-1 0,-1 1 0,0 0 0,1-5 0,-2 0 0,1-1 0,-1 0 0,0 1 0,-1-1 0,0 1 0,0-1 0,-1 1 0,1 0 0,-5-7 0,3 5 0,0-1 0,0 1 0,1-1 0,-3-17 0,5 21 0,1 0 0,-1 0 0,1 0 0,1 0 0,-1 0 0,1 0 0,0 0 0,0 1 0,3-8 0,-3 11 0,0 0 0,0 0 0,1-1 0,-1 1 0,1 0 0,-1 0 0,1 0 0,0 1 0,-1-1 0,1 0 0,0 1 0,0-1 0,0 1 0,1-1 0,-1 1 0,0 0 0,0 0 0,1 0 0,-1 0 0,0 1 0,1-1 0,-1 1 0,5-1 0,2 0 0,0 1 0,1 0 0,-1 0 0,0 1 0,0 0 0,0 1 0,0 0 0,-1 0 0,15 7 0,4 3 0,41 25 0,-48-25 0,-8-5 0,-1-2 0,-1 2 0,17 12 0,-25-17 0,0 0 0,1 0 0,-1 0 0,0 0 0,0 1 0,0-1 0,-1 1 0,1 0 0,-1-1 0,1 1 0,-1 0 0,0 0 0,0 0 0,0 0 0,0 4 0,-1 35 0,-1-36 0,0 0 0,1 1 0,0-1 0,0 0 0,1 0 0,-1 0 0,1 0 0,1 0 0,1 7 0,-3-13-1,0 0 0,0 0 0,0 0 0,0 0-1,0 0 1,0 0 0,0 0 0,0 0 0,0 0-1,0 1 1,0-1 0,0 0 0,1 0 0,-1 0-1,0 0 1,0 0 0,0 0 0,0 0 0,0 0 0,0 0-1,0 0 1,0 0 0,0 1 0,0-1 0,0 0-1,0 0 1,0 0 0,1 0 0,-1 0 0,0 0-1,0 0 1,0 0 0,0 0 0,0 0 0,0 0 0,0 0-1,0 0 1,1 0 0,-1 0 0,0 0 0,0 0-1,0 0 1,0 0 0,0 0 0,0 0 0,0 0 0,0 0-1,0 0 1,1 0 0,-1 0 0,2-7 151,1-7-1605,-3 2-5371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2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24575,'0'2'0,"-2"1"0,-2 5 0,1 4 0,-2 2 0,0 1 0,1 0 0,1-2-8191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3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60 24575,'3'3'0,"0"-1"0,0 1 0,0 0 0,0 0 0,0 0 0,3 6 0,-5-8 0,-1 0 0,1-1 0,-1 1 0,0 0 0,1-1 0,-1 1 0,0 0 0,0 0 0,0-1 0,1 1 0,-1 0 0,0 0 0,0-1 0,0 1 0,0 0 0,0 0 0,0-1 0,0 1 0,-1 0 0,1 0 0,0-1 0,0 1 0,-1 0 0,1 0 0,0-1 0,-1 1 0,1 0 0,0-1 0,-1 1 0,1-1 0,-1 1 0,1 0 0,-1-1 0,0 1 0,1-1 0,-1 1 0,0-1 0,1 0 0,-1 1 0,0-1 0,1 0 0,-2 1 0,-9 3 0,0 0 0,1-1 0,-1 0 0,0-1 0,-21 2 0,10-3 0,1-1 0,-25-3 0,45 3 0,-1 0 0,0 0 0,0 0 0,1 0 0,-1-1 0,0 1 0,0-1 0,1 1 0,-1-1 0,0 0 0,1 0 0,-1 1 0,1-1 0,-1 0 0,1 0 0,0-1 0,-1 1 0,1 0 0,0 0 0,0-1 0,0 1 0,0-1 0,0 1 0,0-1 0,-1-1 0,1 0 0,1 1 0,0 0 0,0-1 0,0 1 0,0 0 0,0-1 0,0 1 0,0 0 0,1 0 0,-1-1 0,1 1 0,0 0 0,0 0 0,-1 0 0,1 0 0,1 0 0,-1 0 0,0 0 0,2-2 0,0-1 11,1 0 0,0 1 0,0 0 0,0 0 0,0 0 0,1 0-1,0 1 1,-1-1 0,1 1 0,11-4 0,-8 4-223,0 0 0,1 1 0,-1 0-1,0 0 1,1 1 0,15-1 0,-7 2-6614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3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283 576 24575,'-45'-30'0,"-28"-17"0,60 40 0,0 0 0,0 1 0,-27-8 0,38 13 0,-1 0 0,1 1 0,-1-1 0,0 1 0,1 0 0,-1 0 0,1 0 0,-1 0 0,0 0 0,1 0 0,-1 1 0,1-1 0,-1 1 0,1 0 0,-1 0 0,1 0 0,-1 0 0,1 0 0,0 0 0,0 1 0,-1-1 0,1 1 0,0 0 0,-2 2 0,1 0 0,1-1 0,-1 1 0,1-1 0,0 1 0,0 0 0,1 0 0,-1 0 0,1 0 0,0 0 0,0 0 0,0 0 0,0 0 0,1 0 0,0 7 0,0-5 0,1-1 0,-1 0 0,1 1 0,1-1 0,-1 0 0,1 0 0,0 0 0,0 0 0,0 0 0,1-1 0,0 1 0,0-1 0,0 1 0,0-1 0,1 0 0,-1 0 0,1-1 0,0 1 0,0-1 0,1 0 0,-1 0 0,1 0 0,-1 0 0,1-1 0,0 0 0,0 0 0,0 0 0,0-1 0,0 1 0,1-1 0,-1-1 0,0 1 0,8-1 0,-11 0 0,1 0 0,0-1 0,-1 1 0,1-1 0,0 0 0,-1 0 0,1 0 0,-1 0 0,1 0 0,-1-1 0,0 1 0,1-1 0,-1 1 0,0-1 0,0 0 0,0 0 0,0 0 0,-1 0 0,1 0 0,2-4 0,0-1 0,0 0 0,0-1 0,-1 1 0,1-1 0,2-12 0,-1-1 0,-2 0 0,0 0 0,-1-1 0,-1 1 0,-4-41 0,-3 14 0,-17-71 0,12 77 0,-1 1 0,-2 1 0,-29-59 0,34 84 0,9 15 0,0 0 0,0 0 0,0 0 0,0 0 0,0-1 0,0 1 0,0 0 0,0 0 0,0 0 0,0 0 0,0 0 0,0 0 0,0 0 0,0 0 0,0 0 0,0 0 0,-1-1 0,1 1 0,0 0 0,0 0 0,0 0 0,0 0 0,0 0 0,0 0 0,0 0 0,0 0 0,0 0 0,0 0 0,-1 0 0,1 0 0,0 0 0,0 0 0,0 0 0,0 0 0,0 0 0,0 0 0,0 0 0,0 0 0,0 0 0,-1 0 0,1 0 0,0 0 0,0 0 0,0 0 0,0 0 0,0 0 0,0 0 0,0 0 0,0 0 0,-1 0 0,1 7 0,3 11 0,15 45 0,50 118 0,46 53 0,-63-148-628,-45-76-109,7 10-6089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7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406 112 24575,'-56'-27'0,"-2"2"0,-105-30 0,158 54 0,0 0 0,0 0 0,0 0 0,1 0 0,-1 1 0,0 0 0,0 0 0,0 1 0,0-1 0,0 1 0,0 0 0,1 0 0,-1 1 0,-5 1 0,7-1 0,0 0 0,0 0 0,0 0 0,0 0 0,0 1 0,0-1 0,0 1 0,1 0 0,0 0 0,-1 0 0,1 0 0,0 0 0,0 0 0,1 0 0,-1 1 0,1-1 0,0 1 0,-1-1 0,1 5 0,-1 4 0,0 0 0,1-1 0,1 1 0,0 0 0,0 0 0,1-1 0,1 1 0,0-1 0,1 1 0,5 15 0,6 9 0,32 62 0,-22-54 0,2-2 0,32 39 0,70 72 0,-110-132 0,67 69 0,-68-74-1365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8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74 24575,'-232'-67'0,"229"66"0,-1 0 0,-1-1 0,1 2 0,-1-1 0,0 0 0,1 1 0,-1 0 0,0 0 0,0 0 0,-8 2 0,13-2 0,-1 0 0,1 0 0,0 0 0,0 0 0,0 0 0,0 0 0,-1 0 0,1 0 0,0 0 0,0 0 0,0 0 0,0 0 0,-1 0 0,1 0 0,0 0 0,0 0 0,0 0 0,0 1 0,0-1 0,-1 0 0,1 0 0,0 0 0,0 0 0,0 0 0,0 0 0,0 1 0,0-1 0,0 0 0,0 0 0,0 0 0,-1 0 0,1 0 0,0 1 0,0-1 0,0 0 0,0 0 0,0 0 0,0 0 0,0 1 0,0-1 0,0 0 0,0 0 0,0 0 0,0 0 0,0 1 0,9 3 0,13 0 0,7-3-1365,-15-1-5461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8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203 294 24575,'-1'3'0,"1"-1"0,-1 0 0,0 1 0,1-1 0,-1 0 0,0 0 0,-1 0 0,1 0 0,0 0 0,-1 0 0,1 0 0,-1 0 0,1-1 0,-4 4 0,3-4 0,0 0 0,0-1 0,1 1 0,-1 0 0,0-1 0,0 1 0,0-1 0,0 1 0,0-1 0,0 0 0,0 0 0,0 0 0,1 0 0,-1 0 0,0 0 0,0-1 0,0 1 0,-2-1 0,-7-3 0,0 0 0,1 0 0,-1-1 0,1 0 0,1-1 0,-1 0 0,-12-10 0,18 13 0,0-1 0,0 0 0,0 1 0,0-1 0,1-1 0,-1 1 0,1-1 0,0 1 0,0-1 0,1 0 0,-1 0 0,1 0 0,0 0 0,1 0 0,-1-1 0,1 1 0,-1-6 0,2 9 0,0 1 0,0-1 0,0 0 0,0 1 0,1-1 0,-1 1 0,0-1 0,1 1 0,-1-1 0,1 1 0,0-1 0,-1 1 0,1 0 0,0-1 0,0 1 0,0 0 0,0-1 0,0 1 0,2-2 0,-1 2 0,0-1 0,0 1 0,1 0 0,-1-1 0,1 1 0,-1 0 0,1 0 0,0 1 0,-1-1 0,5 0 0,4 0 0,0 1 0,1 0 0,-1 0 0,14 4 0,24 3 0,88 10 0,-130-16 0,0-1 0,0 0 0,0-1 0,-1 1 0,1-1 0,12-4 0,-17 5 0,1-1 0,-1 0 0,0 0 0,1 0 0,-1-1 0,0 1 0,0 0 0,0-1 0,0 1 0,0-1 0,0 0 0,0 0 0,0 0 0,-1 0 0,1 0 0,-1 0 0,0 0 0,1 0 0,-1 0 0,0-1 0,1-2 0,0-4 0,0 1 0,-1-1 0,0 1 0,-1-1 0,0-13 0,0 17 0,0 1 0,-1-1 0,0 1 0,0 0 0,0-1 0,0 1 0,-1 0 0,0 0 0,1-1 0,-2 1 0,1 1 0,-4-6 0,6 8 0,-1 1 0,1-1 0,0 1 0,-1-1 0,1 1 0,-1-1 0,1 1 0,-1-1 0,0 1 0,1 0 0,-1-1 0,1 1 0,-1 0 0,0 0 0,1-1 0,-1 1 0,0 0 0,0 0 0,0 0 0,1 0 0,-1 0 0,1 0 0,-1 0 0,1 0 0,0 1 0,-1-1 0,1 0 0,-1 0 0,1 1 0,0-1 0,-1 0 0,1 1 0,0-1 0,-1 0 0,1 1 0,0-1 0,0 0 0,-1 1 0,1-1 0,0 1 0,-1 1 0,0 1 0,0-1 0,0 1 0,1-1 0,-1 1 0,1-1 0,0 1 0,-1 2 0,2 5 0,0 0 0,0 0 0,1-1 0,0 1 0,1-1 0,0 1 0,0-1 0,1 0 0,1 0 0,-1-1 0,1 1 0,1-1 0,-1 0 0,1 0 0,1-1 0,0 0 0,0 0 0,15 11 0,-10-8 0,1-2 0,0 0 0,0 0 0,1-1 0,0-1 0,0 0 0,0-1 0,1-1 0,0 0 0,0-1 0,23 2 0,-23-4 0,0 0 0,0-1 0,1-1 0,-1-1 0,20-4 0,-29 4 0,0 1 0,0-2 0,-1 1 0,1-1 0,-1 1 0,1-2 0,-1 1 0,0 0 0,0-1 0,0 0 0,-1 0 0,0-1 0,1 1 0,-2-1 0,1 0 0,3-6 0,9-18-1365,-11 16-5461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2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24575,'-12'3'0,"0"0"0,1 1 0,-1 1 0,1 0 0,0 0 0,-16 12 0,23-15 0,0 1 0,1 0 0,-1 0 0,1 0 0,-1 1 0,1-1 0,0 1 0,1 0 0,-1 0 0,1 0 0,0 0 0,-1 0 0,2 1 0,-1-1 0,0 0 0,1 1 0,0-1 0,0 1 0,0 0 0,1 5 0,0-8 0,0 1 0,0-1 0,0 0 0,0 1 0,1-1 0,-1 0 0,1 0 0,-1 0 0,1 1 0,0-1 0,0 0 0,0 0 0,0 0 0,0 0 0,1 0 0,-1-1 0,0 1 0,1 0 0,0-1 0,-1 1 0,1-1 0,0 1 0,0-1 0,0 0 0,0 0 0,0 1 0,0-2 0,0 1 0,0 0 0,4 1 0,5 0 0,0 0 0,0-1 0,0 0 0,1-1 0,10-1 0,-6 0 0,-8 1 0,0 0 0,1-1 0,-1 0 0,0-1 0,9-3 0,-13 4 0,-1 0 0,1-1 0,-1 1 0,1-1 0,-1 0 0,0 0 0,0-1 0,0 1 0,0 0 0,0-1 0,-1 0 0,1 0 0,2-4 0,1 0 0,-2 7 0,-3 14 0,0-2 0,3 14 0,1 0 0,2-1 0,0 1 0,12 25 0,49 94 0,-37-92 120,-28-48-306,1 0 1,0-1-1,0 1 0,0-1 1,0 0-1,1 0 1,9 7-1,-1-5-6640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0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7 183 24575,'0'1'0,"-1"0"0,0-1 0,1 1 0,-1 0 0,1-1 0,-1 1 0,1 0 0,-1 0 0,1-1 0,0 1 0,-1 0 0,1 0 0,0 0 0,-1 0 0,1-1 0,0 1 0,0 0 0,0 0 0,0 0 0,0 0 0,0 0 0,0 0 0,1 1 0,-1 0 0,1 0 0,0-1 0,0 1 0,0 0 0,0-1 0,0 1 0,0-1 0,0 1 0,1-1 0,2 3 0,4 1 0,0 1 0,0-1 0,13 6 0,-18-9 0,12 5 0,0-1 0,24 8 0,-34-13 0,0 1 0,-1-1 0,1 0 0,0-1 0,-1 1 0,1-1 0,0 0 0,0 0 0,-1-1 0,1 0 0,0 1 0,0-1 0,5-3 0,-9 4 0,1-1 0,-1 1 0,0-1 0,0 0 0,0 0 0,0 0 0,0 0 0,0 0 0,0 0 0,0 0 0,0 0 0,0 0 0,0 0 0,-1 0 0,1 0 0,0-1 0,-1 1 0,1-2 0,2-25 0,-3 24 0,0 0 0,0 0 0,1 0 0,-1 1 0,3-7 0,-3 10 0,0-1 0,1 0 0,-1 0 0,1 1 0,-1-1 0,1 0 0,-1 1 0,1-1 0,0 1 0,-1-1 0,1 1 0,0-1 0,-1 1 0,1-1 0,0 1 0,-1 0 0,1-1 0,0 1 0,0 0 0,0-1 0,-1 1 0,1 0 0,0 0 0,0 0 0,0 0 0,0 0 0,-1 0 0,3 0 0,25 6 0,-20-4 0,32 8 0,60 7 0,-87-16 0,0 0 0,1-1 0,-1 0 0,1-1 0,-1-1 0,0 0 0,0-1 0,21-7 0,-31 8 0,1 1 0,-1-1 0,0 0 0,0 0 0,0 0 0,0-1 0,0 1 0,0-1 0,-1 0 0,1 0 0,-1 0 0,0 0 0,0 0 0,0 0 0,0 0 0,-1-1 0,1 1 0,-1-1 0,0 1 0,0-1 0,0 1 0,0-1 0,-1 0 0,1 1 0,-1-8 0,0 3 0,0 1 0,-1-1 0,0 1 0,0 0 0,-1-1 0,0 1 0,0 0 0,0 0 0,-1 0 0,0 0 0,-1 0 0,-4-7 0,6 12 0,1 0 0,-1 0 0,1 0 0,-1 1 0,0-1 0,0 0 0,1 1 0,-1-1 0,-1 1 0,1 0 0,0 0 0,0 0 0,0 0 0,-1 0 0,1 0 0,0 0 0,-1 1 0,1-1 0,0 1 0,-1 0 0,1 0 0,-4 0 0,4 0 0,0 1 0,0-1 0,0 1 0,1-1 0,-1 1 0,0 0 0,0 0 0,0 0 0,1 0 0,-1 0 0,0 0 0,1 0 0,-1 1 0,1-1 0,0 0 0,-1 1 0,1-1 0,0 1 0,0 0 0,0-1 0,0 1 0,0 0 0,0 0 0,1 0 0,-1 0 0,0-1 0,0 5 0,-1 3 0,1 1 0,0-1 0,0 1 0,1-1 0,0 1 0,1-1 0,0 0 0,3 15 0,-3-19 0,1 0 0,0 0 0,0 0 0,0 0 0,0 0 0,1 0 0,0 0 0,0-1 0,0 0 0,0 1 0,1-1 0,0-1 0,0 1 0,0 0 0,0-1 0,6 4 0,-3-3 0,1 0 0,0-1 0,0 0 0,0 0 0,0-1 0,0 0 0,0 0 0,1-1 0,-1 0 0,1 0 0,-1-1 0,1 0 0,10-2 0,-13 1 0,0 0 0,-1 0 0,1-1 0,-1 0 0,0 0 0,0 0 0,1 0 0,-1-1 0,0 0 0,-1 0 0,1 0 0,-1-1 0,1 1 0,-1-1 0,0 0 0,0 0 0,-1-1 0,1 1 0,-1-1 0,4-8 0,-6 12 0,-1 0 0,0 0 0,1 0 0,-1 0 0,1 0 0,-1 1 0,1-1 0,-1 0 0,1 0 0,0 0 0,-1 1 0,1-1 0,0 0 0,0 1 0,0-1 0,-1 1 0,1-1 0,0 1 0,0-1 0,0 1 0,1-1 0,0 1 0,-1 0 0,0 1 0,0-1 0,0 0 0,1 1 0,-1-1 0,0 1 0,0-1 0,0 1 0,0 0 0,0 0 0,0-1 0,0 1 0,0 0 0,0 0 0,-1 0 0,2 2 0,5 4 0,0 1 0,0-1 0,0 0 0,1-1 0,0 0 0,12 7 0,-18-11 0,0-1 0,1 0 0,-1 0 0,0 0 0,1-1 0,-1 1 0,1 0 0,0-1 0,-1 0 0,1 0 0,-1 1 0,1-2 0,-1 1 0,1 0 0,0 0 0,-1-1 0,1 1 0,-1-1 0,1 0 0,-1 0 0,0 0 0,1 0 0,-1 0 0,0-1 0,0 1 0,0-1 0,0 1 0,0-1 0,0 0 0,3-2 0,3-5 0,-4 4 0,0 1 0,0 0 0,1-1 0,7-4 0,-10 8 0,0 0 0,0 0 0,0 0 0,0 1 0,0-1 0,0 0 0,0 1 0,0-1 0,0 1 0,0 0 0,1 0 0,-1 0 0,0 0 0,0 0 0,0 0 0,4 2 0,13 4 0,-1 1 0,0 1 0,-1 0 0,1 1 0,24 19 0,24 12 0,-34-24-1365,-19-10-5461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1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24575,'-3'1'0,"0"-1"0,0 1 0,0 0 0,1 0 0,-1 1 0,0-1 0,1 0 0,-1 1 0,1 0 0,-1-1 0,1 1 0,0 0 0,0 0 0,0 1 0,0-1 0,0 0 0,0 1 0,1-1 0,-1 1 0,1-1 0,-1 1 0,-1 5 0,3-5 0,-1 1 0,1 0 0,-1-1 0,1 1 0,0 0 0,0-1 0,1 1 0,-1 0 0,1-1 0,0 1 0,-1-1 0,2 1 0,-1-1 0,0 1 0,1-1 0,0 0 0,-1 0 0,4 4 0,0 0 0,1 0 0,-1 0 0,1-1 0,1 0 0,-1 0 0,1-1 0,0 0 0,0 0 0,0 0 0,1-1 0,0 0 0,0-1 0,0 0 0,0 0 0,15 3 0,-16-5 0,0 0 0,0 0 0,0-1 0,0 0 0,0 0 0,-1-1 0,1 0 0,0 0 0,0-1 0,0 1 0,-1-2 0,1 1 0,-1-1 0,0 0 0,1 0 0,-1 0 0,-1-1 0,1 0 0,0 0 0,4-6 0,-6 6 0,0 0 0,0 0 0,-1-1 0,1 0 0,-1 1 0,0-1 0,-1 0 0,3-6 0,0-3 0,5-25 0,-2 5 0,-8 34 0,0-1 0,0 1 0,0-1 0,0 1 0,0-1 0,0 1 0,1-1 0,-1 1 0,0-1 0,0 1 0,1-1 0,-1 1 0,0-1 0,1 1 0,-1 0 0,0-1 0,1 1 0,-1 0 0,1-1 0,-1 1 0,1-1 0,-1 1 0,1 0 0,-1 0 0,0 1 0,1-1 0,-1 0 0,0 0 0,1 0 0,-1 0 0,0 0 0,1 1 0,-1-1 0,0 0 0,1 0 0,-1 0 0,0 1 0,0-1 0,1 0 0,-1 0 0,0 1 0,0-1 0,0 0 0,1 1 0,10 23 0,-11-23 0,8 21 0,20 37 0,-24-51 0,1 0 0,0-1 0,0 1 0,1-1 0,0-1 0,0 1 0,14 10 0,-18-16 0,-1 0 0,1 0 0,-1 1 0,1-1 0,0-1 0,0 1 0,-1 0 0,1 0 0,0-1 0,0 1 0,0-1 0,0 1 0,0-1 0,0 0 0,0 0 0,0 0 0,0 0 0,0 0 0,-1 0 0,1-1 0,0 1 0,0 0 0,0-1 0,0 0 0,0 1 0,0-1 0,-1 0 0,1 0 0,0 0 0,-1 0 0,1 0 0,-1-1 0,1 1 0,2-3 0,3-5 0,-1 1 0,1-1 0,-1-1 0,-1 1 0,5-12 0,0 1 0,-3 8 0,16-27 0,-22 37 0,1 0 0,-1 0 0,1 0 0,0 0 0,0 0 0,0 0 0,0 0 0,0 1 0,0-1 0,0 1 0,0 0 0,1 0 0,2-2 0,-3 3 0,-1 0 0,0 0 0,0 0 0,1 0 0,-1 0 0,0 0 0,0 0 0,0 0 0,1 1 0,-1-1 0,0 0 0,0 1 0,0-1 0,0 1 0,1-1 0,-1 1 0,0 0 0,0-1 0,0 1 0,0 0 0,-1 0 0,1 0 0,0 0 0,0 0 0,0 0 0,-1 0 0,1 0 0,0 1 0,3 4 0,-1 1 0,0-1 0,3 11 0,-5-15 0,34 105 0,-5 1 0,18 123 0,-42-199 0,-2 0 0,-2 0 0,0 0 0,-5 43 0,2-70 0,1 0 0,-1 0 0,-1 0 0,1 0 0,-1 0 0,0 0 0,0 0 0,0-1 0,-1 1 0,0-1 0,0 0 0,0 0 0,0 0 0,0 0 0,-9 7 0,9-9 0,-1 1 0,0-1 0,0 0 0,0 0 0,0-1 0,0 1 0,0-1 0,0 0 0,0 0 0,-1 0 0,1-1 0,0 1 0,-1-1 0,1 0 0,0 0 0,-1-1 0,1 1 0,0-1 0,-6-2 0,4 2 0,1-1 0,0 0 0,-1 0 0,1-1 0,0 1 0,0-1 0,1 0 0,-1-1 0,1 1 0,-1-1 0,1 0 0,0 0 0,-4-6 0,3 3 0,0 0 0,1 0 0,0-1 0,0 0 0,1 0 0,0 0 0,0 0 0,-1-10 0,1 4 0,1-1 0,1 1 0,0-1 0,1 1 0,1-1 0,0 1 0,1 0 0,0-1 0,1 1 0,6-17 0,-5 20 20,1 0 0,0 0 0,1 0 0,0 1 0,9-12 0,-12 18-113,0 1 0,0-1 1,1 1-1,-1-1 0,1 1 0,0 0 0,-1 1 0,1-1 1,1 1-1,-1-1 0,0 1 0,0 0 0,1 1 1,-1-1-1,10-1 0,-2 2-6733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6:34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89 24575,'-2'-4'0,"1"-1"0,0 0 0,1 1 0,-1-1 0,1 0 0,0 0 0,0 0 0,0 1 0,1-1 0,1-5 0,-2 8 0,1 0 0,0 1 0,0-1 0,0 0 0,0 0 0,0 1 0,0-1 0,0 1 0,1-1 0,-1 1 0,0-1 0,1 1 0,-1 0 0,1-1 0,0 1 0,-1 0 0,1 0 0,0 1 0,0-1 0,0 0 0,0 0 0,0 1 0,-1-1 0,1 1 0,0 0 0,3-1 0,2 1 0,-1 0 0,0 1 0,1-1 0,-1 1 0,0 0 0,0 1 0,0-1 0,0 1 0,0 1 0,0-1 0,8 5 0,-12-5 0,1-1 0,0 1 0,-1 0 0,1 0 0,-1 0 0,0 1 0,1-1 0,-1 1 0,0-1 0,3 6 0,-5-6 0,1-1 0,0 1 0,-1 0 0,1 0 0,-1 0 0,1-1 0,-1 1 0,0 0 0,0 0 0,0 0 0,0 0 0,0 0 0,0 0 0,-1 0 0,1-1 0,0 1 0,-1 0 0,0 0 0,-1 2 0,0 0 6,0 0-1,-1 0 0,1 0 1,-1-1-1,0 1 1,0-1-1,-1 1 0,1-1 1,-6 3-1,-37 23-324,26-18-781,4-1-5726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24575,'0'4'0,"1"0"0,1 0 0,-1 0 0,0 0 0,1 0 0,0 0 0,0-1 0,4 7 0,5 8 0,62 168 0,-47-118 0,-31-103 0,0 6 0,2 0 0,2 0 0,0-1 0,4-30 0,-3 57 0,1 0 0,-1 1 0,0-1 0,1 0 0,0 1 0,0-1 0,0 1 0,0-1 0,0 1 0,0 0 0,0-1 0,1 1 0,-1 0 0,1 0 0,0 0 0,0 0 0,0 0 0,3-3 0,-1 3 0,-1 0 0,0 1 0,1-1 0,0 1 0,-1 0 0,1-1 0,0 2 0,-1-1 0,1 0 0,0 1 0,7 0 0,-2 0 0,0 1 0,0 0 0,-1 1 0,1 0 0,0 0 0,-1 1 0,0 0 0,0 0 0,0 1 0,13 8 0,-12-5 0,-1 0 0,-1 0 0,1 0 0,-1 1 0,-1 0 0,1 0 0,-1 1 0,-1 0 0,1 0 0,-2 0 0,1 1 0,-1-1 0,3 13 0,-2-8-1365,-1-1-5461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15 24575,'5'2'0,"59"21"0,-55-19 0,-1 0 0,1 1 0,-1 0 0,15 11 0,-21-13 0,1-1 0,-1 1 0,0 0 0,0 0 0,0 0 0,0 0 0,-1 0 0,1 0 0,-1 0 0,0 0 0,0 1 0,0-1 0,0 0 0,-1 1 0,1-1 0,-1 1 0,0-1 0,0 1 0,0-1 0,0 1 0,-1-1 0,1 1 0,-1-1 0,0 0 0,0 1 0,-2 4 0,1-4 0,1 0 0,-1 0 0,0 0 0,0 0 0,-1-1 0,1 1 0,-1-1 0,0 1 0,0-1 0,0 0 0,0 0 0,-1 0 0,1 0 0,-1-1 0,1 0 0,-1 1 0,0-1 0,0-1 0,0 1 0,-7 2 0,0-2 0,0-1 0,1 0 0,-1-1 0,0 0 0,0-1 0,0 0 0,1-1 0,-18-4 0,21 4 0,0 0 0,1-1 0,-1 0 0,1 0 0,-1-1 0,1 0 0,0 0 0,1 0 0,-1 0 0,1-1 0,0 0 0,0 0 0,-8-12 0,9 12 0,1-1 0,0 1 0,0-1 0,0 0 0,1 0 0,0 0 0,0-1 0,0 1 0,1 0 0,0-1 0,0-7 0,1 11 0,0 0 0,0-1 0,1 1 0,-1 0 0,1 0 0,0 0 0,0 0 0,0 0 0,0 0 0,0 0 0,1 0 0,0 0 0,-1 0 0,1 1 0,0-1 0,0 1 0,0-1 0,1 1 0,-1 0 0,0 0 0,1 0 0,0 0 0,-1 0 0,4-1 0,-1 1-85,0 0 0,0 0-1,0 1 1,0 0 0,0 0-1,0 0 1,0 0 0,0 1-1,0 0 1,0 0 0,0 0-1,0 1 1,0 0 0,0 0-1,9 3 1,-1-1-6741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1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1 214 24575,'20'13'0,"-1"1"0,0 2 0,-1 0 0,0 1 0,29 37 0,-55-68 0,0 0 0,-9-25 0,-14-43 0,26 67 0,1 1 0,0-1 0,1-1 0,0 1 0,1 0 0,1-1 0,1 1 0,1-21 0,0 34 0,-1 1 0,0-1 0,0 0 0,0 1 0,1-1 0,-1 1 0,1-1 0,-1 1 0,1-1 0,0 1 0,-1-1 0,1 1 0,0-1 0,0 1 0,0 0 0,0 0 0,0-1 0,1 1 0,-1 0 0,0 0 0,0 0 0,1 0 0,-1 1 0,1-1 0,-1 0 0,1 0 0,-1 1 0,1-1 0,-1 1 0,1-1 0,-1 1 0,1 0 0,0 0 0,-1 0 0,1 0 0,0 0 0,2 0 0,2 1 0,-1 0 0,1 0 0,-1 1 0,1 0 0,-1-1 0,0 2 0,0-1 0,0 1 0,8 5 0,13 14-1365,-18-13-5461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24575,'13'25'0,"29"42"0,-33-55 0,0-1 0,0 0 0,1-1 0,1 0 0,16 12 0,-22-19 0,-1 0 0,1-1 0,0 1 0,0-1 0,0-1 0,0 1 0,0 0 0,0-1 0,0 0 0,0-1 0,0 1 0,6-1 0,-9 0 0,0 0 0,0 0 0,0 0 0,0-1 0,0 1 0,0-1 0,0 1 0,-1-1 0,1 0 0,0 1 0,0-1 0,0 0 0,-1 0 0,1 0 0,-1-1 0,1 1 0,-1 0 0,1-1 0,-1 1 0,0 0 0,1-1 0,-1 0 0,0 1 0,0-1 0,0 0 0,0 0 0,-1 1 0,1-1 0,0 0 0,-1 0 0,1 0 0,-1 0 0,0 0 0,1-2 0,0-18 0,-3-30 0,1 30 0,1 22 0,0 0 0,0 0 0,1 0 0,-1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0,1 0 0,-1-1 0,0 1 0,0 0 0,0 0 0,0 0 0,0 0 0,0 0 0,0 0 0,0 0 0,0 0 0,0 0 0,5 7 0,4 8 0,-9-15 0,6 9 0,0 0 0,1 0 0,-1-1 0,2 1 0,12 10 0,-17-16 0,0-1 0,0 1 0,0-1 0,0 0 0,0 0 0,0 0 0,1-1 0,-1 1 0,1-1 0,-1 0 0,1 1 0,0-2 0,-1 1 0,1 0 0,0-1 0,0 0 0,0 0 0,-1 0 0,6-1 0,-6 1 0,-1-2 0,1 1 0,-1 0 0,1 0 0,-1-1 0,0 0 0,0 1 0,1-1 0,-1 0 0,0 0 0,-1 0 0,1 0 0,0 0 0,0-1 0,-1 1 0,0 0 0,1-1 0,-1 1 0,0-1 0,1-3 0,0 1 0,0 1 0,1-1 0,-1 1 0,6-7 0,-7 10 0,0 0 0,1 0 0,-1 0 0,0 0 0,1 0 0,-1 1 0,1-1 0,-1 0 0,1 1 0,0-1 0,-1 1 0,1-1 0,-1 1 0,1 0 0,0 0 0,-1 0 0,1 0 0,0 0 0,-1 0 0,1 0 0,0 1 0,-1-1 0,1 0 0,-1 1 0,3 0 0,5 2 0,-1 1 0,0 0 0,10 6 0,-17-9 0,35 21-75,-26-15-86,1 0 0,0-1-1,0 0 1,0 0 0,1-1-1,0-1 1,16 5 0,-13-7-6665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3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62 648 24575,'-2'-2'0,"-1"0"0,1-1 0,-1 1 0,0 0 0,1 1 0,-1-1 0,0 0 0,0 1 0,-5-2 0,7 3 0,1 0 0,-1-1 0,0 1 0,0 0 0,0 0 0,0 0 0,0 0 0,1 0 0,-1 0 0,0 1 0,0-1 0,0 0 0,0 0 0,1 0 0,-1 1 0,0-1 0,0 1 0,0-1 0,1 0 0,-1 1 0,0-1 0,1 1 0,-1 0 0,0-1 0,1 1 0,-1-1 0,1 1 0,-1 0 0,1-1 0,-1 1 0,1 0 0,0 0 0,-1 0 0,1-1 0,0 1 0,-1 0 0,1 0 0,0 0 0,0 0 0,0 1 0,-2 7 0,1 0 0,0 0 0,1 1 0,0-1 0,0 0 0,4 18 0,-3-21 0,0 0 0,1 0 0,-1 0 0,2 0 0,-1 0 0,1 0 0,-1-1 0,1 1 0,1-1 0,-1 0 0,5 5 0,-7-9 0,0 1 0,0-1 0,0 0 0,1 0 0,-1 0 0,0 0 0,0-1 0,0 1 0,1 0 0,-1-1 0,0 1 0,1 0 0,-1-1 0,1 1 0,-1-1 0,1 0 0,-1 0 0,0 1 0,3-1 0,-3-1 0,1 1 0,-1 0 0,0-1 0,0 1 0,0-1 0,1 0 0,-1 1 0,0-1 0,0 0 0,0 0 0,0 1 0,0-1 0,0 0 0,-1 0 0,1 0 0,0 0 0,1-2 0,1-3 0,0 0 0,-1 0 0,1 0 0,-1 0 0,-1-1 0,1 1 0,0-9 0,0 6 0,-1-1 0,-1 1 0,0 0 0,0-1 0,0 1 0,-1 0 0,-4-16 0,10 40 0,1 0 0,1-1 0,15 25 0,-20-34 0,1-1 0,0 0 0,0 0 0,1 0 0,-1-1 0,1 1 0,0-1 0,0 0 0,0 0 0,0 0 0,0 0 0,1-1 0,-1 0 0,1 0 0,0 0 0,-1 0 0,11 1 0,-13-3 0,1 0 0,-1 0 0,1 0 0,-1 0 0,0-1 0,1 1 0,-1-1 0,0 0 0,1 0 0,-1 0 0,0 0 0,0 0 0,0 0 0,0 0 0,0-1 0,0 1 0,0-1 0,0 0 0,0 1 0,-1-1 0,1 0 0,-1 0 0,1 0 0,-1 0 0,0 0 0,0 0 0,1-3 0,3-6 0,-1 0 0,0 0 0,-1 0 0,3-15 0,-1-5 0,-1 0 0,0-34 0,-6-64 0,1 114 0,-1-29 0,-2 0 0,-3 1 0,-1 0 0,-2 0 0,-1 1 0,-3 0 0,-20-42 0,33 81 0,-1 0 0,1 0 0,-1 0 0,0 0 0,0 1 0,0-1 0,-3-2 0,4 4 0,1 1 0,-1 0 0,1-1 0,-1 1 0,1 0 0,-1-1 0,1 1 0,-1 0 0,1-1 0,-1 1 0,0 0 0,1 0 0,-1 0 0,1 0 0,-1 0 0,0 0 0,1 0 0,-1 0 0,1 0 0,-1 0 0,0 0 0,1 0 0,-1 0 0,1 0 0,-1 0 0,1 1 0,-1-1 0,1 0 0,-1 0 0,0 1 0,1-1 0,-1 0 0,1 1 0,0-1 0,-1 1 0,1-1 0,-1 1 0,1-1 0,0 1 0,-1-1 0,1 1 0,0-1 0,-1 1 0,1-1 0,0 1 0,0-1 0,-1 2 0,-1 3 0,-1 1 0,1 0 0,0 0 0,1 0 0,-1 0 0,1 0 0,0 8 0,0 47 0,1-39 0,0 25 0,3-1 0,11 66 0,-8-84 0,1-1 0,1 0 0,1-1 0,2 0 0,18 33 0,-23-46 0,1-2 0,1 1 0,0-1 0,1 0 0,11 12 0,-16-20 0,1 1 0,0 0 0,-1-1 0,1 0 0,1 0 0,-1 0 0,0-1 0,1 1 0,-1-1 0,1-1 0,0 1 0,-1-1 0,1 0 0,10 0 0,-3 0 0,-1-1 0,1-1 0,-1 0 0,1-1 0,-1 0 0,1-1 0,-1 0 0,0-1 0,-1-1 0,1 1 0,-1-2 0,16-9 0,41-32 0,-67 46 0,-1 1 0,1 0 0,-1 0 0,1 0 0,-1 0 0,1 0 0,-1-1 0,1 1 0,-1 0 0,1 0 0,-1 0 0,1 0 0,-1 0 0,1 0 0,-1 1 0,1-1 0,-1 0 0,1 0 0,-1 0 0,0 0 0,1 1 0,-1-1 0,1 0 0,-1 0 0,1 1 0,-1-1 0,0 0 0,1 1 0,-1-1 0,0 0 0,1 1 0,-1-1 0,0 0 0,1 1 0,-1-1 0,0 1 0,0-1 0,0 1 0,1-1 0,-1 1 0,0-1 0,0 1 0,0-1 0,0 1 0,0 0 0,6 29 0,-5-24 0,3 17 0,1 0 0,0-1 0,2 1 0,1-1 0,11 24 0,-17-42 0,1 0 0,0-1 0,0 1 0,0 0 0,0-1 0,0 1 0,1-1 0,3 3 0,-6-6 0,0 1 0,-1-1 0,1 1 0,0-1 0,-1 0 0,1 1 0,0-1 0,0 0 0,-1 0 0,1 1 0,0-1 0,0 0 0,0 0 0,-1 0 0,1 0 0,0 0 0,0 0 0,0 0 0,-1 0 0,1-1 0,1 1 0,-1-1 0,0 0 0,0 1 0,-1-1 0,1 0 0,0 0 0,0 0 0,-1 0 0,1 0 0,0 0 0,-1 0 0,1 0 0,-1 0 0,0 0 0,1 0 0,-1-1 0,0 1 0,1 0 0,-1 0 0,0-2 0,1-11-638,0-22 0,-1 35 549,0-15-6737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3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24575,'2'-2'0,"2"1"0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24575,'0'-1'0,"0"1"0,0 0 0,0 0 0,-1 0 0,1 0 0,0 0 0,0-1 0,0 1 0,0 0 0,0 0 0,-1 0 0,1 0 0,0-1 0,0 1 0,0 0 0,0 0 0,0 0 0,0-1 0,0 1 0,0 0 0,0 0 0,0-1 0,0 1 0,0 0 0,0 0 0,0 0 0,0-1 0,0 1 0,0 0 0,0 0 0,0 0 0,0-1 0,0 1 0,0 0 0,1 0 0,7-5 0,12 2 0,-19 3 0,4 0 0,-1-1 0,1 1 0,0 0 0,0 1 0,0-1 0,0 1 0,-1 0 0,1 0 0,0 0 0,0 0 0,-1 1 0,1 0 0,-1 0 0,0 0 0,0 1 0,1 0 0,-1-1 0,-1 1 0,1 1 0,0-1 0,-1 0 0,6 8 0,-2-2 0,-1 0 0,-1-1 0,1 2 0,-2-1 0,1 1 0,-1-1 0,-1 1 0,1 0 0,2 18 0,-5-15 0,0-1 0,0 1 0,-1-1 0,-1 1 0,0-1 0,-1 1 0,-6 22 0,-3-3 0,-4 15 0,14-43 0,0 1 0,0-1 0,1 1 0,-1 0 0,1-1 0,0 1 0,2 7 0,-2-10 0,1 0 0,-1-1 0,1 1 0,0 0 0,0-1 0,0 1 0,0-1 0,0 1 0,0-1 0,0 1 0,0-1 0,0 0 0,1 1 0,-1-1 0,1 0 0,-1 0 0,1 0 0,-1 0 0,1 0 0,0 0 0,-1-1 0,1 1 0,2 0 0,5 1 0,1 1 0,-1-2 0,13 1 0,-9 0 0,24 1 0,1-1 0,51-4 0,-87 3-44,-1-1 0,1-1 0,0 1 0,-1 0 0,1 0 0,-1 0 0,1-1 0,0 1 0,-1-1 0,1 1 0,-1-1 0,0 0 0,1 0 0,-1 1 0,1-1 0,-1 0 0,0 0 0,0 0-1,0 0 1,1-1 0,-1 1 0,0 0 0,0 0 0,-1-1 0,1 1 0,0-1 0,0 1 0,-1 0 0,1-1 0,0-2 0,-1-7-6782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1 143 24575,'52'5'0,"22"2"0,109-4 0,-172-4 0,0-1 0,0 0 0,0-1 0,-1 0 0,1 0 0,-1-1 0,12-7 0,-2 1 0,-1-2 0,27-21 0,-43 30 0,1 0 0,-1 0 0,0 0 0,-1-1 0,1 1 0,-1-1 0,1 0 0,2-6 0,-5 9 0,1 1 0,-1-1 0,0 0 0,1 0 0,-1 0 0,0 0 0,1 0 0,-1 0 0,0 0 0,0 0 0,0 0 0,0 0 0,0 0 0,0 0 0,0 0 0,0 0 0,0 0 0,0 0 0,0 0 0,-1 0 0,1 0 0,0 0 0,-1 1 0,1-1 0,-1 0 0,1 0 0,-1 0 0,0 0 0,1 1 0,-1-1 0,0 0 0,1 1 0,-1-1 0,0 0 0,0 1 0,1-1 0,-1 1 0,0-1 0,0 1 0,0-1 0,0 1 0,-2-1 0,2 1 0,-1 0 0,1-1 0,-1 1 0,0 0 0,1 0 0,-1 0 0,0 0 0,1 0 0,-1 0 0,1 1 0,-1-1 0,0 1 0,1-1 0,-1 1 0,1-1 0,-1 1 0,1 0 0,-1 0 0,1-1 0,0 1 0,-1 0 0,1 1 0,0-1 0,0 0 0,0 0 0,0 0 0,0 1 0,0-1 0,-1 2 0,-1 1 0,1 0 0,0 0 0,1 0 0,-1 0 0,1 0 0,-1 1 0,1-1 0,0 1 0,0 6 0,1-2 0,1 1 0,0-1 0,0 0 0,1 0 0,0 0 0,0-1 0,1 1 0,1 0 0,-1-1 0,1 0 0,1 0 0,-1 0 0,1 0 0,1-1 0,8 10 0,-7-8 0,1-1 0,1 0 0,0-1 0,0 0 0,0 0 0,1-1 0,0 0 0,0 0 0,0-1 0,1-1 0,21 7 0,-28-11-151,0 1-1,0-1 0,0 0 0,1 1 1,-1-2-1,0 1 0,0 0 1,6-2-1,2-1-6674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5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90 371 24575,'-14'16'0,"-1"2"0,-21 31 0,33-43 0,0-1 0,0 1 0,0 0 0,1-1 0,-1 1 0,2 0 0,-1 1 0,1-1 0,0 0 0,-1 13 0,2-17 0,0 0 0,0 0 0,0 0 0,0 0 0,1 0 0,-1 0 0,1 0 0,-1 0 0,1 0 0,0 0 0,0-1 0,0 1 0,0 0 0,0 0 0,0-1 0,0 1 0,0 0 0,1-1 0,-1 1 0,1-1 0,-1 0 0,1 1 0,0-1 0,-1 0 0,1 0 0,0 0 0,0 0 0,2 1 0,-1-2 0,-1 0 0,0 1 0,1-1 0,-1 0 0,0 0 0,1 0 0,-1 0 0,0-1 0,0 1 0,1-1 0,-1 1 0,0-1 0,0 0 0,0 0 0,0 0 0,1 0 0,-1 0 0,0 0 0,-1 0 0,1-1 0,0 1 0,0-1 0,-1 0 0,1 1 0,1-3 0,2-3 0,0-1 0,-1 1 0,0-1 0,0 0 0,-1 0 0,0-1 0,0 1 0,-1-1 0,2-13 0,0-11 0,0-38 0,-4 70 0,1-44 0,-9-72 0,4 90 0,-1 1 0,-1 0 0,-1 0 0,-11-25 0,17 49 0,-10-22 0,10 23 0,1 0 0,-1 0 0,1 0 0,-1 0 0,0 0 0,1 0 0,-1 0 0,0 0 0,0 0 0,0 1 0,0-1 0,0 0 0,0 1 0,0-1 0,0 0 0,0 1 0,0-1 0,-1 1 0,1 0 0,1 0 0,-1 0 0,1 0 0,-1 1 0,1-1 0,-1 0 0,1 0 0,-1 1 0,1-1 0,-1 0 0,1 1 0,0-1 0,-1 1 0,1-1 0,-1 1 0,1-1 0,0 0 0,-1 1 0,1-1 0,0 1 0,0-1 0,0 1 0,-1 0 0,1-1 0,0 1 0,0-1 0,0 1 0,0-1 0,0 1 0,0 0 0,-2 23 0,2-21 0,-1 23 0,1 0 0,1 1 0,2-1 0,0 0 0,2 0 0,14 43 0,1-19 0,27 48 0,17 43 0,-57-119-1365,-2-4-5461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339 169 24575,'-28'-21'0,"-79"-57"0,84 64 0,1 0 0,-48-19 0,66 31 0,-1 1 0,1-1 0,-1 1 0,1 0 0,-1 0 0,0 1 0,1-1 0,-7 1 0,10 0 0,-1 1 0,1-1 0,-1 0 0,0 1 0,1-1 0,-1 1 0,1-1 0,-1 1 0,1 0 0,-1 0 0,1-1 0,0 1 0,-1 0 0,1 0 0,0 1 0,0-1 0,0 0 0,0 0 0,0 0 0,0 1 0,0-1 0,0 1 0,0-1 0,0 0 0,1 1 0,-1 1 0,-2 5 0,1 0 0,1 0 0,0 0 0,0 1 0,0-1 0,1 15 0,9 51 0,-7-62 0,11 61-276,3 0 0,49 131 0,-26-108 141,77 136 0,-81-171 227,55 74-1,-90-135-66,4 5 199,0 0 0,1 0 0,9 8 0,-14-12-224,1-1 0,-1 1 0,1-1 0,-1 0 0,1 1-1,-1-1 1,1 1 0,-1-1 0,1 0 0,0 0 0,-1 1 0,1-1 0,-1 0 0,1 0-1,0 0 1,-1 1 0,1-1 0,0 0 0,-1 0 0,1 0 0,-1 0 0,1 0 0,0 0-1,-1 0 1,1-1 0,0 1 0,-1 0 0,1 0 0,0 0 0,-1-1 0,1 1 0,-1 0 0,1-1-1,-1 1 1,1 0 0,-1-1 0,1 1 0,-1-1 0,1 1 0,-1-1 0,1 1 0,-1-1-1,0 1 1,1-1 0,-1 1 0,0-1 0,0 0 0,1 1 0,-1-1 0,0 1 0,0-1-1,0 0 1,0 0 0,3-11-1365,-2 1-5461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6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269 324 24575,'-46'-21'0,"-5"-3"0,-84-27 0,133 50 0,-17-3 0,19 4 0,-1 0 0,0-1 0,0 1 0,1 0 0,-1 0 0,0 0 0,0 0 0,1 0 0,-1 0 0,0 1 0,0-1 0,1 0 0,-1 0 0,0 0 0,0 1 0,1-1 0,-1 0 0,0 1 0,1-1 0,-2 1 0,2-1 0,0 1 0,1-1 0,-1 0 0,0 0 0,0 1 0,0-1 0,0 0 0,0 0 0,0 1 0,0-1 0,0 0 0,1 0 0,-1 1 0,0-1 0,0 0 0,0 0 0,0 0 0,1 1 0,-1-1 0,0 0 0,0 0 0,1 0 0,-1 0 0,0 0 0,0 1 0,1-1 0,-1 0 0,0 0 0,0 0 0,1 0 0,-1 0 0,0 0 0,0 0 0,1 0 0,-1 0 0,12 3 0,17 0 0,36-1 0,26 2 0,-35 6 0,1 1 0,-2 4 0,87 33 0,-129-40 0,-13-8 0,0 1 0,0-1 0,0 0 0,0 0 0,-1 0 0,1 0 0,0 1 0,0-1 0,0 0 0,0 0 0,0 0 0,0 0 0,0 1 0,-1-1 0,1 0 0,0 0 0,0 0 0,0 0 0,0 0 0,-1 0 0,1 0 0,0 0 0,0 1 0,0-1 0,-1 0 0,1 0 0,0 0 0,0 0 0,0 0 0,0 0 0,-1 0 0,1 0 0,0 0 0,0 0 0,0 0 0,-1 0 0,-3 0 0,-1 0 0,1 0 0,0-1 0,-9-1 0,0-2 0,1 0 0,0-2 0,0 1 0,0-1 0,-20-16 0,-50-45 0,69 55 0,1 0 0,1-1 0,-11-16 0,17 23 0,1-1 0,0 0 0,0 0 0,1 0 0,0-1 0,0 1 0,1-1 0,-3-14 0,4 20 0,1 1 0,0-1 0,0 1 0,0-1 0,0 1 0,0-1 0,0 1 0,0-1 0,0 1 0,1-1 0,-1 1 0,1-1 0,-1 1 0,1 0 0,-1-1 0,1 1 0,0 0 0,0-1 0,-1 1 0,1 0 0,0 0 0,0 0 0,0 0 0,0 0 0,2-1 0,0 0 0,-1 1 0,1 0 0,0 0 0,0 0 0,0 0 0,0 1 0,0-1 0,1 1 0,-1-1 0,0 1 0,4 1 0,22 1 0,-1 2 0,0 1 0,39 13 0,4 0 0,-19-8 0,1-2 0,-1-2 0,1-2 0,67-4 0,-114 0 0,0-1 0,0 0 0,0 0 0,0 0 0,0 0 0,0-1 0,7-3 0,-12 4 0,1 0 0,0 0 0,-1 0 0,0 0 0,1 0 0,-1 0 0,0-1 0,1 1 0,-1 0 0,0-1 0,0 1 0,0-1 0,0 1 0,0-1 0,-1 0 0,1 1 0,0-1 0,-1 0 0,1 1 0,-1-1 0,0 0 0,1 0 0,-1 0 0,0 1 0,0-1 0,0 0 0,-1-3 0,1 3 0,0-1 0,0 1 0,-1 0 0,1 0 0,-1-1 0,0 1 0,1 0 0,-1 0 0,0 0 0,0 0 0,0 0 0,-1 0 0,1 0 0,0 0 0,-1 1 0,1-1 0,-1 0 0,0 1 0,1-1 0,-1 1 0,0 0 0,0-1 0,0 1 0,0 0 0,0 0 0,0 0 0,0 0 0,0 1 0,0-1 0,-1 1 0,1-1 0,0 1 0,0 0 0,-1 0 0,1 0 0,0 0 0,-1 0 0,1 0 0,0 1 0,0-1 0,0 1 0,-1-1 0,1 1 0,0 0 0,0 0 0,0 0 0,0 0 0,0 0 0,0 1 0,0-1 0,1 0 0,-1 1 0,0 0 0,-2 2 0,1 1 0,-1 0 0,1 0 0,0 1 0,0-1 0,1 1 0,0 0 0,0 0 0,0 0 0,1 0 0,-1 0 0,1 0 0,1 0 0,-1 0 0,1 0 0,1 12 0,0-10 0,1 0 0,-1-1 0,1 1 0,1-1 0,-1 0 0,1 0 0,0 0 0,1 0 0,0 0 0,0-1 0,0 0 0,8 9 0,-6-9-50,-1-1-1,1 0 1,0 0-1,0 0 0,1-1 1,-1 0-1,1 0 1,0 0-1,0-1 1,1 0-1,-1 0 0,1-1 1,-1 0-1,1-1 1,0 1-1,-1-1 1,1-1-1,0 0 0,0 0 1,0 0-1,0-1 1,-1 0-1,1 0 1,0-1-1,-1 0 1,11-5-1,-6 1-6775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6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 24575,'-12'-10'0,"-1"0"0,-22-14 0,30 21 0,1 1 0,-1-1 0,0 1 0,0 0 0,0 1 0,0-1 0,0 1 0,0 0 0,0 0 0,-1 1 0,-9 0 0,13 0 0,0 0 0,0 0 0,-1 1 0,1-1 0,0 1 0,0 0 0,1-1 0,-1 1 0,0 0 0,0 0 0,0 0 0,0 0 0,1 1 0,-1-1 0,1 0 0,-1 1 0,1-1 0,-1 1 0,0 1 0,0 0 0,0 0 0,1 0 0,0 1 0,0-1 0,0 0 0,0 0 0,0 0 0,0 1 0,1-1 0,0 7 0,0-1 0,1 0 0,0 0 0,0-1 0,1 1 0,0 0 0,1-1 0,0 0 0,5 11 0,-7-17 0,0 1 0,1-1 0,-1 1 0,1-1 0,0 0 0,0 0 0,0 1 0,0-1 0,0 0 0,0-1 0,0 1 0,0 0 0,1-1 0,-1 1 0,1-1 0,0 0 0,-1 1 0,1-1 0,0-1 0,-1 1 0,1 0 0,3 0 0,-2-1 0,-1 0 0,1-1 0,-1 1 0,1-1 0,-1 0 0,1 0 0,-1 0 0,0 0 0,1 0 0,-1-1 0,0 1 0,0-1 0,0 0 0,0 0 0,0 0 0,-1 0 0,5-4 0,-1-2 0,1-1 0,-1 1 0,-1-1 0,1-1 0,-1 1 0,-1 0 0,0-1 0,0 0 0,3-16 0,8-20 0,-12 66 0,-3 32 0,-1 6 0,2 1 0,17 103 0,-10-123 0,1 0 0,3-1 0,30 72 0,-41-107-116,0-3 50,-1 1 0,0-1 0,0 1 1,0-1-1,1 1 0,-1 0 1,0-1-1,1 1 0,-1-1 0,0 1 1,1-1-1,-1 0 0,1 1 1,-1-1-1,1 1 0,-1-1 0,1 0 1,0 1-1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7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24575,'3'-4'0,"2"-5"0,4-1 0,2 2 0,3-1 0,0 2 0,3 2 0,1 1 0,1 2 0,-2-1 0,0-1 0,-4 1-8191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19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32 24575,'-12'0'0,"-7"0"0,-2 0 0,0 0 0,0 0 0,3 0 0,0-3 0,0 0 0,0 0 0,0-2 0,1 0 0,1 1 0,1 1 0,0 1 0,3-2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0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46 24575,'-30'-7'0,"-11"-3"0,-2 0 0,4 3 0,6 2 0,6 1 0,6 2 0,4 2 0,1 0 0,3 0 0,2 0-8191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265 160 24575,'1'-3'0,"0"-1"0,0 0 0,0 0 0,0 1 0,0-1 0,-1 0 0,0 0 0,0 0 0,0 0 0,0 1 0,0-1 0,-1 0 0,0 0 0,1 0 0,-2 1 0,1-1 0,0 0 0,-1 1 0,1-1 0,-1 1 0,0 0 0,0-1 0,-1 1 0,1 0 0,-1 0 0,1 1 0,-1-1 0,-5-4 0,-4 0 0,0 0 0,-1 0 0,1 1 0,-1 1 0,-1 0 0,1 1 0,0 1 0,-1 0 0,0 0 0,-15 0 0,25 3 0,1 0 0,-1 0 0,0 0 0,0 0 0,1 1 0,-1-1 0,0 1 0,1 0 0,-7 3 0,8-3 0,0 0 0,0 0 0,1 1 0,-1-1 0,0 1 0,1-1 0,-1 1 0,1 0 0,0-1 0,-1 1 0,1 0 0,0 0 0,0 0 0,0 0 0,1 0 0,-1 0 0,0 0 0,0 3 0,-2 9 0,1 1 0,1-1 0,0 0 0,1 1 0,2 22 0,16 74 0,-15-98 0,34 124 0,-13-57 0,45 148 0,5 18 0,-66-205 0,-8-41 2,0 0 0,0 0 0,0 0 0,0 0 0,0 0 0,0 0 0,0 0 0,0 0 0,0 0 0,0 0 0,1 0 0,-1 0 0,0 0 0,0 0 0,0 0 0,0 0 0,0 0 0,0-8-1017,0 8 629,0-10-6440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1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60 24575,'-29'-10'0,"-13"-3"0,-1 1 0,4 1 0,4 4 0,5 3 0,6 2 0,4 3 0,5 2-8191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3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24575,'0'-7'0,"0"0"0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3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24575,'0'0'0,"1"0"0,-1 1 0,0-1 0,0 0 0,1 0 0,-1 0 0,0 1 0,0-1 0,0 0 0,0 1 0,1-1 0,-1 0 0,0 0 0,0 1 0,0-1 0,0 0 0,0 1 0,0-1 0,0 0 0,0 1 0,0-1 0,0 0 0,0 1 0,0-1 0,0 0 0,0 1 0,-1 14 0,0-9 0,1 4 0,1 1 0,0-1 0,0 0 0,1 1 0,0-1 0,1 0 0,0 0 0,0 0 0,1 0 0,1 0 0,6 9 0,-11-18-80,0 0 0,1 0-1,0-1 1,-1 1 0,1 0-1,-1 0 1,1-1 0,0 1-1,0 0 1,-1-1 0,1 1 0,0-1-1,0 1 1,0-1 0,0 0-1,1 1 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4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24575,'1'9'0,"0"0"0,0-1 0,1 0 0,1 1 0,0-1 0,0 0 0,0 0 0,1 0 0,0-1 0,0 1 0,1-1 0,8 9 0,-12-14 0,0-1 0,1 1 0,-1-1 0,0 0 0,1 1 0,-1-1 0,1 0 0,0 0 0,-1 0 0,1 0 0,0-1 0,0 1 0,-1 0 0,1-1 0,0 1 0,0-1 0,0 1 0,0-1 0,0 0 0,0 0 0,0 0 0,0 0 0,0 0 0,-1-1 0,1 1 0,0 0 0,0-1 0,0 0 0,2 0 0,-1-1 0,0 0 0,0 0 0,0 0 0,0 0 0,0 0 0,-1-1 0,1 1 0,-1-1 0,1 0 0,-1 0 0,0 0 0,0 0 0,-1 0 0,4-6 0,-2 1 0,-2 4 0,1 0 0,-1 0 0,1 0 0,0 0 0,4-6 0,-5 10 0,0-1 0,0 0 0,0 0 0,-1 0 0,1 1 0,0-1 0,0 0 0,0 1 0,0-1 0,0 1 0,0-1 0,0 1 0,0 0 0,0-1 0,1 1 0,-1 0 0,0 0 0,0 0 0,0 0 0,0 0 0,0 0 0,0 0 0,1 0 0,-1 0 0,0 0 0,2 1 0,6 3 0,1 0 0,-1 0 0,0 1 0,0 1 0,16 12 0,-2-2 0,17 14 65,-23-17-780,23 14 0,-30-22-6111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6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16 24575,'-7'-1'0,"-75"-12"0,73 12 0,1 1 0,0 0 0,0 0 0,-1 1 0,1 0 0,0 0 0,-15 5 0,20-5 0,0 0 0,1 0 0,-1 1 0,0-1 0,1 1 0,-1 0 0,1-1 0,-1 1 0,1 1 0,0-1 0,0 0 0,0 0 0,0 1 0,0-1 0,0 1 0,1-1 0,-1 1 0,1 0 0,0 0 0,0 0 0,0 0 0,0 0 0,0 0 0,1 0 0,-1 0 0,1 0 0,0 0 0,0 0 0,0 0 0,0 0 0,0 0 0,1 0 0,0 0 0,-1 0 0,1 0 0,0 0 0,0 0 0,1 0 0,-1-1 0,1 1 0,-1 0 0,1-1 0,0 1 0,0-1 0,0 0 0,0 0 0,0 1 0,1-1 0,2 2 0,7 3 15,0-1 0,0 1 0,1-2 0,0 0 0,0 0 0,0-1 0,16 2 0,-2-2-510,1-1 0,43 0 0,-56-4-6331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6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24575,'0'4'0,"1"0"0,0 0 0,0 0 0,0 0 0,1 0 0,-1 0 0,1 0 0,0-1 0,0 1 0,0 0 0,0-1 0,1 0 0,5 6 0,3 3 0,1-1 0,13 11 0,-14-13 0,0 0 0,1-2 0,0 1 0,19 7 0,-27-13 0,0 0 0,0 0 0,1-1 0,-1 0 0,1 0 0,-1 0 0,1 0 0,-1-1 0,1 0 0,-1 0 0,1 0 0,-1 0 0,1-1 0,-1 0 0,1 0 0,-1 0 0,8-3 0,-9 2 0,-1 1 0,0-1 0,0 0 0,0 0 0,1 0 0,-2 0 0,1 0 0,0 0 0,0 0 0,-1 0 0,1-1 0,-1 1 0,0-1 0,1 1 0,-1-1 0,0 1 0,0-4 0,1-1 0,-1 1 0,0 0 0,0 0 0,-1-1 0,0 1 0,-1-9 0,-2 3 0,3 12 0,0 0 0,-1 0 0,1 0 0,0 0 0,0 0 0,0 0 0,0 0 0,-1 0 0,1 0 0,0 0 0,0 1 0,0-1 0,0 0 0,-1 0 0,1 0 0,0 0 0,0 0 0,0 0 0,0 0 0,0 1 0,-1-1 0,1 0 0,0 0 0,0 0 0,0 0 0,0 0 0,0 1 0,0-1 0,0 0 0,0 0 0,0 0 0,0 0 0,0 1 0,-7 22 0,6-7 0,1 1 0,1 0 0,4 26 0,14 50 0,-16-77 0,14 47 0,-10-39 0,-1 0 0,-1 1 0,-1 0 0,2 34 0,-6-58 0,0 1 0,0-1 0,0 1 0,0-1 0,0 1 0,0-1 0,-1 1 0,1-1 0,0 1 0,-1-1 0,1 1 0,-1-1 0,0 1 0,1-1 0,-1 0 0,0 0 0,0 1 0,0-1 0,0 0 0,0 0 0,0 0 0,0 0 0,0 0 0,0 0 0,-2 1 0,1-1 0,0-1 0,0 0 0,0 0 0,0 1 0,0-1 0,0 0 0,0 0 0,0-1 0,1 1 0,-1 0 0,0-1 0,0 1 0,0-1 0,0 0 0,0 1 0,1-1 0,-1 0 0,0 0 0,-2-2 0,-2-2-50,-1 0 0,1-1 0,-1 1 0,2-2 0,-9-9 0,5 6-1015,0-1-5761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7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75 460 24575,'-4'-1'0,"1"0"0,-1 0 0,1 0 0,-1 0 0,0 1 0,1 0 0,-1-1 0,0 1 0,0 1 0,-4 0 0,6-1 0,1 1 0,-1-1 0,1 1 0,-1-1 0,1 1 0,-1 0 0,1 0 0,0 0 0,0 0 0,-1 0 0,1 0 0,0 0 0,0 0 0,0 0 0,0 0 0,0 1 0,0-1 0,1 0 0,-1 1 0,0-1 0,0 1 0,1-1 0,-1 0 0,1 1 0,0 0 0,-1 2 0,0-1 0,1-1 0,0 1 0,-1 0 0,1 0 0,0 0 0,1-1 0,-1 1 0,0 0 0,1 0 0,-1 0 0,1-1 0,0 1 0,0 0 0,0-1 0,0 1 0,1-1 0,2 5 0,0-3 0,-1 0 0,1-1 0,0 1 0,1-1 0,-1 0 0,1 0 0,-1 0 0,8 3 0,18 8 0,0 0 0,1-2 0,0-2 0,39 9 0,-65-18 0,0-1 0,-1 1 0,1-1 0,0 0 0,-1 0 0,1 0 0,-1-1 0,1 0 0,0 0 0,-1 0 0,0 0 0,6-3 0,-7 3 0,-1-1 0,1 1 0,-1-1 0,0 1 0,0-1 0,0 0 0,0 0 0,0 0 0,0 0 0,0 0 0,-1 0 0,1 0 0,-1-1 0,0 1 0,0 0 0,1-1 0,-1 0 0,-1 1 0,1-1 0,0 1 0,-1-1 0,1-3 0,0-15 0,0 0 0,-1 0 0,-5-30 0,-15-63 0,10 59 0,4 25 0,-8-48 0,-31-100 0,45 177 0,0 0 0,-1 0 0,1 0 0,-1 0 0,1 0 0,-1 0 0,1 0 0,-1 0 0,0 0 0,1 0 0,-1 0 0,0 0 0,-1-1 0,-3 3 0,1 9 0,1 22 0,1-1 0,4 50 0,-1-22 0,0-41 0,-1-1 0,2 0 0,0 0 0,1 0 0,8 25 0,-7-32 0,0-1 0,0 0 0,0 0 0,1-1 0,1 1 0,-1-1 0,1 0 0,1 0 0,-1-1 0,16 13 0,-4-6 0,-1-2 0,2 0 0,-1-1 0,2 0 0,-1-2 0,1-1 0,1 0 0,-1-1 0,1-1 0,1-1 0,-1-1 0,36 2 0,-50-6 0,-1-1 0,0 1 0,1-1 0,-1 0 0,0 0 0,1-1 0,-1 0 0,0 0 0,0 0 0,0-1 0,-1 0 0,1 0 0,7-6 0,-9 6 0,0 0 0,-1 0 0,1-1 0,-1 1 0,0-1 0,0 0 0,0 0 0,-1 0 0,1 0 0,-1-1 0,0 1 0,0 0 0,-1-1 0,1 1 0,-1-1 0,0 0 0,0 0 0,0-6 0,-1 9 0,-1-41 0,1 41 0,0-1 0,0 0 0,-1 0 0,0 1 0,1-1 0,-1 0 0,0 0 0,0 1 0,0-1 0,-1 1 0,1-1 0,-3-2 0,4 5 0,-1 0 0,1-1 0,0 1 0,-1 0 0,1 0 0,-1-1 0,1 1 0,0 0 0,-1 0 0,1 0 0,-1 0 0,1 0 0,-1 0 0,1 0 0,-1 0 0,1 0 0,-1 0 0,1 0 0,0 0 0,-1 0 0,1 0 0,-1 0 0,1 0 0,-1 0 0,1 1 0,0-1 0,-1 0 0,1 0 0,-1 0 0,1 1 0,0-1 0,-1 0 0,1 1 0,0-1 0,-1 0 0,1 1 0,0-1 0,0 0 0,-1 1 0,1-1 0,0 1 0,0-1 0,-1 1 0,-9 19 0,9-16 0,0 0 0,0 1 0,0-1 0,0 0 0,1 1 0,0-1 0,0 0 0,0 1 0,0-1 0,1 0 0,-1 1 0,1-1 0,1 0 0,1 5 0,-1-3 0,1 0 0,0-1 0,0 0 0,1 0 0,0 0 0,0 0 0,0-1 0,0 1 0,6 3 0,5 4 0,1-2 0,0 0 0,1-1 0,0 0 0,28 9 0,18 2-1365,-53-17-5461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39 24575,'-6'-3'0,"-2"-2"0,0 0 0,-1 1 0,1 0 0,-1 0 0,0 1 0,0 0 0,0 0 0,-17-2 0,25 5 0,0 0 0,0 0 0,0 0 0,0 0 0,-1 0 0,1 0 0,0 0 0,0 1 0,0-1 0,0 0 0,0 0 0,0 1 0,0-1 0,0 1 0,0-1 0,0 1 0,0-1 0,0 1 0,0 0 0,0-1 0,0 1 0,1 0 0,-1 0 0,-1 1 0,2-1 0,-1 1 0,1-1 0,-1 1 0,1 0 0,0-1 0,0 1 0,0-1 0,0 1 0,0-1 0,0 1 0,0 0 0,0-1 0,0 1 0,2 2 0,1 5 0,1 0 0,-1 0 0,2 0 0,7 10 0,27 34 0,-27-39 0,0 1 0,15 28 0,-26-42 0,0 0 0,-1 0 0,1 0 0,-1 0 0,1 1 0,-1-1 0,0 0 0,1 0 0,-1 0 0,0 0 0,0 0 0,0 1 0,0-1 0,0 0 0,0 0 0,0 0 0,0 0 0,0 0 0,-1 1 0,1-1 0,0 0 0,-1 0 0,1 0 0,-1 0 0,1 0 0,-1 0 0,0 0 0,1 0 0,-1 0 0,0 0 0,0-1 0,0 1 0,1 0 0,-1 0 0,0-1 0,0 1 0,0 0 0,0-1 0,0 1 0,0-1 0,0 1 0,0-1 0,-2 1 0,-6 1 0,1 1 0,-1-2 0,0 1 0,-13 0 0,21-2 0,-34 4-455,-1 1 0,-60 18 0,77-17-6371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9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48 24575,'1'-10'0,"-1"6"0,0-1 0,0 1 0,0-1 0,-1 1 0,-1-7 0,2 10 0,0 1 0,0 0 0,0 0 0,0 0 0,0 0 0,-1-1 0,1 1 0,0 0 0,0 0 0,0 0 0,0 0 0,0-1 0,0 1 0,0 0 0,-1 0 0,1 0 0,0 0 0,0 0 0,0 0 0,0-1 0,-1 1 0,1 0 0,0 0 0,0 0 0,0 0 0,0 0 0,-1 0 0,1 0 0,0 0 0,0 0 0,0 0 0,-1 0 0,1 0 0,0 0 0,0 0 0,0 0 0,-1 0 0,1 0 0,0 0 0,0 0 0,0 0 0,0 0 0,-1 0 0,1 1 0,0-1 0,0 0 0,0 0 0,0 0 0,-1 0 0,1 0 0,0 0 0,0 1 0,0-1 0,0 0 0,0 0 0,0 0 0,0 0 0,-1 1 0,-7 11 0,8-12 0,-26 48 0,3 1 0,-27 83 0,38-98 0,-152 370 0,158-392-105,0 1 185,0 1-1,-8 26 0,13-37-150,0 0 0,0 0-1,1 0 1,-1 0 0,1 0-1,0 0 1,0 0-1,0 0 1,0 0 0,1 0-1,-1 0 1,1-1 0,0 1-1,0 0 1,0 0 0,0 0-1,0-1 1,1 1 0,-1 0-1,3 3 1,5 3-6755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2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 24575,'-10'-4'0,"-7"-4"0,-1 1 0,-23-7 0,36 13 0,0 0 0,1 0 0,-1 0 0,0 1 0,1 0 0,-1 0 0,0 0 0,0 0 0,1 1 0,-1-1 0,0 1 0,1 1 0,-1-1 0,-6 3 0,9-3 0,0 0 0,0 0 0,0 0 0,1 1 0,-1-1 0,0 0 0,1 1 0,-1-1 0,1 1 0,-1-1 0,1 1 0,0 0 0,0-1 0,0 1 0,0 0 0,0 0 0,0 0 0,0 0 0,0 2 0,1-1 0,-1 0 0,1 0 0,0 0 0,0 0 0,1 0 0,-1 0 0,0 0 0,1 0 0,0-1 0,0 1 0,0 0 0,1 3 0,4 4 0,-1-1 0,1 1 0,1-1 0,0 0 0,15 15 0,37 26 0,-44-39 0,-1 0 0,0 2 0,-1-1 0,16 20 0,-28-31 0,-1 0 0,1 0 0,0-1 0,-1 1 0,1 0 0,-1 0 0,1 0 0,-1 0 0,1 0 0,-1 0 0,0 0 0,1 0 0,-1 0 0,0 0 0,0 0 0,0 0 0,0 0 0,0 0 0,0 1 0,0-1 0,0 0 0,-1 0 0,1 1 0,-1 0 0,0-1 0,0 0 0,0 0 0,0 0 0,0 0 0,0 0 0,0-1 0,0 1 0,0 0 0,0 0 0,0-1 0,-1 1 0,1 0 0,0-1 0,-3 1 0,-2 1 0,-1-1 0,0 0 0,0 0 0,0 0 0,1-1 0,-9-1 0,-3-1 0,-1-1 0,-30-10 0,48 13 0,0 0 0,1 0 0,-1 0 0,0-1 0,0 1 0,1 0 0,-1 0 0,0-1 0,0 1 0,1-1 0,-1 1 0,1-1 0,-1 1 0,0-1 0,1 1 0,-1-1 0,1 1 0,-1-1 0,1 0 0,-1 1 0,1-1 0,0 0 0,-1 1 0,1-1 0,0 0 0,-1 0 0,1 1 0,0-1 0,0-1 0,0 1 0,0 0 0,1 0 0,-1 0 0,1 0 0,-1 0 0,1-1 0,0 1 0,-1 1 0,1-1 0,0 0 0,0 0 0,-1 0 0,1 0 0,0 0 0,0 1 0,0-1 0,0 0 0,0 1 0,2-2 0,13-4 0,0 0 0,0 0 0,1 2 0,0 0 0,-1 1 0,20-2 0,11-1 0,-17 0 0,6 1 0,-1-2 0,1-1 0,54-22 0,-87 29 0,-1 0 0,1-1 0,-1 1 0,1 0 0,-1-1 0,0 0 0,0 1 0,0-1 0,0 0 0,0 0 0,0 0 0,-1-1 0,1 1 0,-1 0 0,3-5 0,-4 6 0,1-1 0,-1 0 0,1 0 0,-1 0 0,0 1 0,0-1 0,0 0 0,0 0 0,0 0 0,0 1 0,-1-1 0,1 0 0,-1 0 0,1 1 0,-1-1 0,1 0 0,-1 1 0,0-1 0,0 1 0,0-1 0,0 1 0,0-1 0,0 1 0,-3-3 0,-1-1 0,-1 0 0,0 0 0,0 0 0,0 1 0,-1-1 0,0 2 0,0-1 0,-9-3 0,11 5 0,0 0 0,0 1 0,0 0 0,0 0 0,0 0 0,-1 0 0,1 1 0,0 0 0,0 0 0,-1 0 0,1 1 0,0-1 0,-7 3 0,11-2 0,-1-1 0,0 1 0,0 0 0,1 0 0,-1-1 0,1 1 0,-1 0 0,1 1 0,-1-1 0,1 0 0,0 0 0,-1 1 0,1-1 0,0 0 0,0 1 0,0 0 0,0-1 0,-1 4 0,1-3 0,0 1 0,0 0 0,1 0 0,-1 0 0,1 0 0,0 0 0,0 0 0,0-1 0,0 1 0,2 6 0,0-2 0,0 0 0,0 0 0,1 0 0,0 0 0,0-1 0,0 1 0,1-1 0,7 10 0,0-4 0,0 1 0,1-2 0,0 1 0,0-2 0,1 0 0,1 0 0,0-1 0,0-1 0,0 0 0,1-1 0,1-1 0,-1 0 0,1-1 0,0-1 0,0 0 0,0-1 0,0-1 0,21 1 0,-37-3 0,11 0-341,-1 0 0,0-1-1,13-2 1,-10 0-6485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0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73 24575,'-4'-8'0,"1"0"0,-1 0 0,-1 0 0,1 1 0,-9-11 0,12 17 0,0-1 0,0 1 0,-1 0 0,1 0 0,0 0 0,0 0 0,-1 0 0,1 0 0,0 0 0,-1 1 0,1-1 0,-1 0 0,1 1 0,-1-1 0,1 1 0,-1 0 0,0-1 0,1 1 0,-1 0 0,1 0 0,-1 0 0,0 0 0,1 0 0,-1 0 0,1 1 0,-1-1 0,0 0 0,1 1 0,-1-1 0,1 1 0,-1 0 0,1-1 0,0 1 0,-1 0 0,1 0 0,0 0 0,-2 1 0,-5 5 0,1 0 0,0 1 0,0-1 0,1 1 0,-11 17 0,5-3 0,-12 29 0,21-45 0,1 0 0,0 0 0,0 1 0,1-1 0,0 0 0,0 1 0,0-1 0,1 9 0,0-13 0,0 0 0,0 1 0,1-1 0,-1 1 0,1-1 0,-1 1 0,1-1 0,0 0 0,0 0 0,0 1 0,0-1 0,0 0 0,1 0 0,-1 0 0,0 0 0,1 0 0,0 0 0,-1-1 0,1 1 0,0-1 0,0 1 0,0-1 0,0 1 0,4 1 0,2 0 0,1 0 0,0-1 0,-1 0 0,1 0 0,0-1 0,10 1 0,57-3 0,-38 0 0,-13 1-120,17-1-502,60 7-1,-80-3-6203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5887 89 24575,'15'-2'0,"1"0"0,0 0 0,0 1 0,0 1 0,24 3 0,-81 1 0,-338-13 0,230-3 0,-186-11 0,36 24 0,205 6 0,-26 0 0,67-6 0,-157 7 0,156-5 0,-1-2 0,-81-8 0,-25-1 0,7 1 0,-205 0 0,222 9 0,-1496-2 0,1524-8 0,3 1 0,16 8 0,-67-2 0,98-6 0,33 3 0,-28 0 0,-4 4 0,19 1 0,0-1 0,-55-9 0,55 4 0,-1 2 0,-66 4 0,36 0 0,46-1 0,4-1 0,0 2 0,0 0 0,-37 7 0,39-4 0,-25 1 0,-5 1 0,21-3 0,0-1 0,-52-2 0,-19 0 0,40 11-1365,46-9-5461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47 24575,'10'-1'0,"-1"0"0,1 1 0,0 0 0,0 0 0,0 1 0,0 1 0,9 2 0,-16-3 0,0-1 0,0 2 0,0-1 0,0 0 0,0 1 0,0-1 0,-1 1 0,1 0 0,-1 0 0,1 0 0,2 3 0,-4-3 0,1 0 0,-1-1 0,0 1 0,0 0 0,-1 0 0,1 0 0,0 0 0,-1 0 0,1 0 0,-1 0 0,1 0 0,-1 0 0,0 0 0,0 0 0,0 0 0,0 0 0,0 0 0,-1 0 0,0 3 0,0-2 0,0 0 0,-1 0 0,1 0 0,-1 0 0,0 0 0,0 0 0,0 0 0,0 0 0,0-1 0,0 1 0,-1-1 0,0 0 0,1 0 0,-1 0 0,0 0 0,0 0 0,0 0 0,0-1 0,0 1 0,-6 1 0,3-1 0,0-1 0,1 1 0,-1-1 0,0 0 0,1 0 0,-1-1 0,0 1 0,0-1 0,0-1 0,0 1 0,-9-3 0,7 0 0,0 0 0,1 0 0,-1-1 0,1 0 0,0-1 0,0 1 0,0-1 0,0-1 0,-8-8 0,13 11 0,-1 0 0,1 0 0,-1 0 0,1 0 0,0-1 0,1 1 0,-1-1 0,0 1 0,1-1 0,-1-4 0,1 6 0,1-1 0,0 1 0,0-1 0,0 1 0,0-1 0,0 0 0,0 1 0,1-1 0,-1 1 0,1-1 0,0 1 0,0 0 0,0-1 0,0 1 0,0 0 0,3-4 0,-2 3 7,0 0 0,1 1-1,-1-1 1,1 1 0,0-1-1,0 1 1,0 0-1,0 0 1,0 1 0,0-1-1,0 0 1,1 1 0,-1 0-1,1 0 1,-1 0 0,1 0-1,4 0 1,1 0-255,0 1 1,0-1-1,0 1 1,0 1-1,15 3 1,-8-1-6579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6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57 205 24575,'11'24'0,"26"60"0,-32-71 0,-1 1 0,0-1 0,-1 1 0,1 18 0,-5-20 0,1-11 0,0-1 0,0 0 0,-1 0 0,1 0 0,0 0 0,0 0 0,0 0 0,-1-1 0,1 1 0,0 0 0,0 0 0,0 0 0,-1 0 0,1 0 0,0 0 0,0 0 0,0 0 0,-1 0 0,1 0 0,0-1 0,0 1 0,0 0 0,0 0 0,-1 0 0,1 0 0,0-1 0,0 1 0,0 0 0,0 0 0,0 0 0,0-1 0,-13-22 0,-5-23 0,-15-59 0,12 35 0,19 66 0,-6-20 0,1 0 0,1 0 0,-3-34 0,8 57 0,1 0 0,0 0 0,0 0 0,0 0 0,0 0 0,0 0 0,0 0 0,0 0 0,0 0 0,0 0 0,0 0 0,1 0 0,-1 0 0,0 0 0,1 0 0,-1 1 0,1-1 0,-1 0 0,1 0 0,-1 0 0,1 0 0,0 1 0,-1-1 0,1 0 0,0 0 0,0 1 0,-1-1 0,1 1 0,0-1 0,0 1 0,0-1 0,0 1 0,0-1 0,0 1 0,0 0 0,0-1 0,0 1 0,0 0 0,0 0 0,0 0 0,0 0 0,0 0 0,0 0 0,0 0 0,1 0 0,3 1 0,1 0 0,-1 1 0,1-1 0,-1 1 0,0 0 0,0 0 0,5 3 0,30 20-166,44 35 1,-59-41-869,-9-7-5792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24575,'0'0'0,"0"0"0,0-1 0,0 1 0,0 0 0,0 0 0,0-1 0,0 1 0,0 0 0,0 0 0,0-1 0,0 1 0,0 0 0,0 0 0,0-1 0,0 1 0,0 0 0,0 0 0,0-1 0,0 1 0,0 0 0,0 0 0,0-1 0,1 1 0,-1 0 0,0 0 0,0 0 0,0-1 0,0 1 0,1 0 0,-1 0 0,0 0 0,0 0 0,6 6 0,3 16 0,83 219 0,11-39 0,-96-189 0,12 27 0,-19-40 2,0 0 0,0 0 0,1 1-1,-1-1 1,0 0 0,0 0 0,0 1 0,0-1 0,0 0-1,0 0 1,1 1 0,-1-1 0,0 0 0,0 1-1,0-1 1,0 0 0,0 0 0,0 1 0,0-1-1,0 0 1,0 1 0,0-1 0,0 0 0,0 0-1,0 1 1,-1-1 0,1 0 0,0 0 0,0 1 0,0-1-1,0 0 1,0 0 0,-1 1 0,1-1 0,0 0-1,0 0 1,0 1 0,-1-1 0,1 0 0,0 0-1,0 0 1,-1 0 0,1 1 0,0-1 0,0 0-1,-1 0 1,1 0 0,0 0 0,0 0 0,-1 0-1,1 0 1,0 0 0,-1 0 0,1 0 0,0 0 0,0 0-1,-1 0 1,1 0 0,0 0 0,-1 0 0,1 0-1,0 0 1,0 0 0,-1 0 0,1-1 0,-19-7-1487,10 3-5341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7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1 358 24575,'73'21'0,"-42"-11"0,0-2 0,1-1 0,55 5 0,-83-11 0,0-1 0,-1 0 0,1-1 0,-1 1 0,1 0 0,0-1 0,-1 0 0,1 0 0,-1 0 0,0 0 0,1-1 0,-1 1 0,0-1 0,0 0 0,5-4 0,-5 3 0,0 0 0,-1 0 0,1 0 0,-1-1 0,1 1 0,-1-1 0,0 1 0,-1-1 0,1 0 0,-1 0 0,1 0 0,-1 0 0,1-5 0,0-4 0,-1-1 0,0 1 0,-1-1 0,0 1 0,-1-1 0,-1 1 0,0-1 0,-1 1 0,-8-24 0,-5-5 0,-34-64 0,31 70 0,42 80 0,203 446 0,-217-461-1365,-6-17-5461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24575,'11'-5'0,"0"1"0,0 0 0,0 1 0,0 0 0,1 0 0,-1 1 0,1 1 0,13 0 0,-20 1 0,1 0 0,-1 1 0,1 0 0,-1 0 0,1 0 0,-1 1 0,0 0 0,0 0 0,0 0 0,0 1 0,0-1 0,-1 1 0,1 0 0,-1 0 0,1 1 0,-1 0 0,0-1 0,-1 1 0,6 7 0,-5-4 0,1 1 0,-1 0 0,0 1 0,-1-1 0,0 1 0,0-1 0,-1 1 0,0 0 0,0 0 0,-1 0 0,-1 0 0,1 0 0,-1 0 0,-1 0 0,-1 11 0,0-13 0,1-1 0,-1 0 0,0 1 0,0-1 0,-1 0 0,1 0 0,-8 11 0,-31 39 0,14-20 0,24-33 0,1 0 0,0 1 0,0-1 0,0 1 0,0 0 0,1-1 0,-1 1 0,1 0 0,-1 6 0,2-9 0,0 1 0,0 0 0,0-1 0,0 1 0,1-1 0,-1 1 0,0-1 0,1 1 0,-1-1 0,1 0 0,0 1 0,-1-1 0,1 1 0,0-1 0,0 0 0,0 0 0,0 1 0,0-1 0,0 0 0,0 0 0,0 0 0,0 0 0,1 0 0,-1 0 0,0-1 0,1 1 0,1 1 0,4 1 0,0-1 0,-1 1 0,1-1 0,0-1 0,0 1 0,0-1 0,9 0 0,52-1 0,-35-2 0,-21 2 30,-1 0 0,0-1 0,20-5 0,-27 5-123,-1 0 0,1 0 1,-1 0-1,1-1 0,-1 1 0,0-1 0,0 0 0,0 0 1,0 0-1,0-1 0,0 1 0,0 0 0,-1-1 1,1 0-1,2-5 0,1-3-6733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8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24575,'27'3'0,"14"0"0,2 0 0,-1 0 0,-5 1 0,-7 0 0,-5 0 0,-6-1 0,-2-2 0,-5 0-8191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3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0 117 24575,'50'-12'0,"-31"7"0,0 1 0,1 0 0,33-1 0,808 5 0,-336 1 0,-494-2 0,-1-2 0,1-1 0,0-1 0,48-15 0,-35 8 0,1 3 0,71-7 0,97 2 0,0 17 0,148 38 0,-46-3 0,-294-37 0,-1-1 0,1 0 0,0-2 0,-1 0 0,29-8 0,98-33 0,-133 38 0,9-1 0,0 0 0,0 1 0,0 2 0,1 0 0,46 2 0,-52 1-94,-3-1-330,0 2 1,17 2-1,-17 0-6402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307 132 24575,'-18'-13'0,"-74"-51"0,74 53 0,0 1 0,-1 0 0,-26-8 0,42 17 0,0 0 0,0 0 0,0 0 0,-1 1 0,1-1 0,0 1 0,-1 0 0,1 0 0,0 0 0,0 0 0,-7 2 0,8-2 0,0 1 0,0 0 0,0 0 0,0 0 0,0 0 0,0 1 0,0-1 0,1 0 0,-1 1 0,0-1 0,1 1 0,-1 0 0,1-1 0,0 1 0,-1 0 0,1 0 0,0 0 0,-1 2 0,-2 6 0,1 0 0,0 1 0,0-1 0,1 0 0,0 1 0,1 0 0,0-1 0,1 1 0,0 0 0,2 17 0,4 9 0,18 60 0,75 191 0,20-8 0,-112-264 0,4 8 0,34 87 0,-45-110 0,0 0 0,1 0 0,-1-1 0,0 1 0,0 0 0,0 0 0,1 0 0,-1 0 0,0 0 0,0-1 0,0 1 0,0 0 0,-1 0 0,1 2 0,0-3 0,0 0 0,-1 0 0,1 0 0,0 0 0,0 0 0,0 0 0,-1 1 0,1-1 0,0 0 0,0 0 0,-1 0 0,1 0 0,0 0 0,0 0 0,0 0 0,-1 0 0,1 0 0,0 0 0,0 0 0,-1 0 0,1 0 0,0 0 0,0 0 0,-1 0 0,1 0 0,0-1 0,0 1 0,0 0 0,-1 0 0,1 0 0,0 0 0,0-1 0,-3 0 0,0-1 0,1 0 0,0 0 0,0 0 0,-1 0 0,-2-5 0,-7-11-341,1-1 0,1-1-1,-12-30 1,15 32-6485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9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15 24575,'-30'0'0,"-11"0"0,-5 0 0,4 0 0,6-2 0,7-1 0,6 0 0,4 0 0,4 1 0,1 1 0,3 1-8191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11 24575,'-11'-1'0,"-47"-8"0,53 9 0,0 0 0,0 0 0,0 0 0,-1 1 0,1 0 0,0 0 0,0 0 0,-8 3 0,11-3 0,1 0 0,-1-1 0,1 1 0,-1 0 0,1 0 0,0 0 0,-1 0 0,1 0 0,0 0 0,0 0 0,0 1 0,0-1 0,0 0 0,0 1 0,0-1 0,0 0 0,1 1 0,-1-1 0,-1 4 0,2-2 0,0-1 0,-1 1 0,1 0 0,0-1 0,0 1 0,1 0 0,-1 0 0,1-1 0,-1 1 0,3 5 0,1 2 0,1 0 0,0 0 0,1 0 0,11 14 0,128 157 0,-144-180 0,1 1 0,-1-1 0,0 1 0,0 0 0,0 0 0,0 0 0,0-1 0,0 1 0,0 0 0,0 0 0,-1 0 0,2 4 0,-3-5 0,1 0 0,0 0 0,0-1 0,0 1 0,-1 0 0,1 0 0,0 0 0,-1-1 0,1 1 0,-1 0 0,1-1 0,-1 1 0,1 0 0,-1-1 0,1 1 0,-1-1 0,0 1 0,1-1 0,-1 1 0,0-1 0,0 1 0,1-1 0,-1 0 0,0 1 0,0-1 0,1 0 0,-1 0 0,0 1 0,0-1 0,0 0 0,0 0 0,1 0 0,-1 0 0,-1 0 0,-12 1 8,1-1 0,-1 0 0,0 0-1,-21-4 1,-56-16-198,42 8-1024,27 8-5612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0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24575,'0'5'0,"-2"2"0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1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13 24575,'-22'-5'0,"0"2"0,0 1 0,0 0 0,-1 2 0,-31 3 0,51-3 0,1 1 0,-1-1 0,1 1 0,-1-1 0,1 1 0,-1 0 0,1 0 0,0 0 0,-1 0 0,1 1 0,0-1 0,0 1 0,0-1 0,0 1 0,0 0 0,0 0 0,1 0 0,-1-1 0,1 2 0,-1-1 0,1 0 0,0 0 0,-1 0 0,0 5 0,0-1 0,1 0 0,0-1 0,1 1 0,-1 0 0,1 0 0,0-1 0,1 1 0,-1 0 0,1 0 0,2 6 0,0 1 0,2 1 0,0 0 0,0-1 0,1 0 0,1 0 0,0-1 0,0 0 0,1 0 0,16 17 0,2-2 0,1-1 0,44 32 0,-71-58 0,4 3 0,0 0 0,0 0 0,-1 1 0,5 5 0,-7-9 0,-1 1 0,1-1 0,-1 1 0,0-1 0,1 1 0,-1-1 0,0 1 0,0-1 0,1 1 0,-1-1 0,0 1 0,0-1 0,0 1 0,0-1 0,0 1 0,0 0 0,0-1 0,0 1 0,0-1 0,0 1 0,0-1 0,0 1 0,0 0 0,0-1 0,0 1 0,-1-1 0,1 1 0,0-1 0,0 1 0,-1-1 0,1 1 0,0-1 0,-1 1 0,1-1 0,0 0 0,-1 1 0,1-1 0,-1 1 0,1-1 0,0 0 0,-1 0 0,1 1 0,-1-1 0,1 0 0,-1 0 0,0 1 0,1-1 0,-1 0 0,1 0 0,-1 0 0,0 0 0,-6 2 0,0 0 0,0-1 0,0 0 0,-1-1 0,1 1 0,0-1 0,-11-2 0,-4-1 0,-24-7 0,5 1-84,19 4-236,-1 0 0,1-1-1,-36-16 1,49 16-6506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13 24575,'-6'-1'0,"-77"-10"0,72 10 0,1 1 0,-1 0 0,0 1 0,1 0 0,-19 4 0,27-4 0,-1 0 0,0 0 0,0 0 0,1 0 0,-1 0 0,1 1 0,-1-1 0,1 1 0,0-1 0,-1 1 0,1 0 0,0 0 0,0 0 0,0 0 0,0 1 0,1-1 0,-4 5 0,4-3 0,-1 0 0,1 0 0,0 0 0,0 0 0,0 0 0,1 0 0,0 0 0,-1 0 0,1 0 0,0 0 0,2 6 0,-1-1 0,1 0 0,1 0 0,-1 0 0,1 0 0,1-1 0,0 1 0,0-1 0,1 0 0,0 0 0,8 10 0,-8-13 0,1 1 0,-1-1 0,1 0 0,1 0 0,-1 0 0,0-1 0,1 0 0,0 0 0,0-1 0,9 3 0,-6-3 0,-1-1 0,1 0 0,0 0 0,0-1 0,-1 0 0,1-1 0,16-2 0,-22 2 0,-1 0 0,0-1 0,1 0 0,-1 1 0,0-1 0,0 0 0,1-1 0,-1 1 0,0 0 0,0-1 0,-1 0 0,1 0 0,0 0 0,0 0 0,-1 0 0,1 0 0,-1-1 0,0 1 0,0-1 0,0 0 0,0 1 0,0-1 0,-1 0 0,1 0 0,-1 0 0,0 0 0,2-5 0,-2 0 0,1 1 0,-1 0 0,-1 0 0,1-1 0,-2 1 0,1-1 0,-1 1 0,0 0 0,0 0 0,-1-1 0,-3-10 0,-11-24 0,14 40 0,1 8 0,2 10 0,5 4 0,2 0 0,0-1 0,1 0 0,21 32 0,-25-44-72,0-1 1,0 0-1,1 0 0,0-1 0,0 1 0,0-1 0,1 0 0,-1-1 1,1 0-1,1 0 0,-1 0 0,0-1 0,1 0 0,-1-1 0,1 0 1,0 0-1,0 0 0,12 0 0,-8-1-6754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24575,'1'4'0,"-1"0"0,1-1 0,0 1 0,0-1 0,0 1 0,0-1 0,1 1 0,-1-1 0,1 0 0,0 1 0,0-1 0,0 0 0,1 0 0,-1-1 0,1 1 0,3 3 0,2 1 0,1 1 0,1-1 0,18 10 0,-15-10 0,-4-1 0,1 0 0,13 4 0,-20-9 0,-1 0 0,1 0 0,-1-1 0,1 1 0,0-1 0,-1 1 0,1-1 0,0 0 0,-1 0 0,1 0 0,0 0 0,-1-1 0,1 1 0,5-2 0,-7 1 0,0 1 0,0-1 0,-1 1 0,1-1 0,0 1 0,0-1 0,0 0 0,0 0 0,0 1 0,-1-1 0,1 0 0,0 0 0,-1 0 0,1 0 0,0 1 0,-1-1 0,1 0 0,-1 0 0,1-2 0,1-20 0,-2 21 0,0 1 0,-1-1 0,1 0 0,0 1 0,0-1 0,1 0 0,-1 1 0,0-1 0,1 1 0,-1-1 0,1 0 0,-1 1 0,1-1 0,0 1 0,-1-1 0,1 1 0,0-1 0,0 1 0,2-2 0,-2 2 0,0 1 0,0-1 0,0 1 0,1 0 0,-1-1 0,0 1 0,0 0 0,0 0 0,1 0 0,-1 0 0,0 0 0,0 0 0,0 0 0,1 0 0,-1 0 0,0 0 0,0 1 0,3 0 0,24 12 0,-19-9 0,17 7 0,40 12 0,-55-20 0,2 0 0,-1-1 0,0-1 0,0 0 0,23-1 0,-33 0 0,0 0 0,0 0 0,0 0 0,0-1 0,0 1 0,0-1 0,0 1 0,-1-1 0,1 0 0,0 0 0,0 0 0,-1 0 0,1 0 0,0 0 0,-1 0 0,1 0 0,-1-1 0,0 1 0,1-1 0,-1 1 0,0-1 0,2-2 0,-2 1 0,0 0 0,0 0 0,0 0 0,-1-1 0,1 1 0,-1 0 0,1 0 0,-1 0 0,0 0 0,-1-1 0,1 1 0,0 0 0,-2-4 0,1 0 0,-1 3 0,1 0 0,0-1 0,1 1 0,-1-9 0,1 12 0,0 1 0,0 0 0,0-1 0,0 1 0,0 0 0,0-1 0,0 1 0,0 0 0,1-1 0,-1 1 0,0 0 0,0-1 0,0 1 0,0 0 0,1 0 0,-1-1 0,0 1 0,0 0 0,1-1 0,-1 1 0,0 0 0,0 0 0,1 0 0,-1-1 0,0 1 0,1 0 0,0 0 0,0 0 0,0 0 0,0 0 0,0 0 0,0 0 0,0 0 0,0 1 0,-1-1 0,1 0 0,0 1 0,0-1 0,0 0 0,0 1 0,0-1 0,0 2 0,51 34 0,-33-22 0,30 18 0,-12-16-1365,-28-12-5461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3 177 24575,'26'36'0,"52"74"0,-63-85 0,0 0 0,17 44 0,-31-65 0,1-1 0,-1 1 0,0-1 0,0 1 0,0 0 0,-1-1 0,1 8 0,-3-10 0,-1-4 0,-4-6 0,-42-63 0,-12-19 0,53 77 0,0 0 0,1-1 0,1 0 0,-7-28 0,8 23 0,2 0 0,0-1 0,2 1 0,1-39 0,0 56 0,0 1 0,0-1 0,0 1 0,1-1 0,0 0 0,-1 1 0,1-1 0,0 1 0,0-1 0,0 1 0,1 0 0,-1-1 0,1 1 0,-1 0 0,1 0 0,-1 0 0,1 0 0,0 0 0,4-3 0,-2 3 0,0 0 0,0 1 0,1-1 0,-1 1 0,0-1 0,1 1 0,-1 1 0,0-1 0,1 0 0,8 1 0,-7 0 0,1 1 0,-1-1 0,1 1 0,-1 0 0,0 0 0,1 1 0,-1 0 0,0 0 0,6 4 0,-10-6 0,-1 1 0,1 0 0,-1 0 0,0 0 0,1 0 0,-1 0 0,0 0 0,0 0 0,1 1 0,-1-1 0,0 0 0,0 1 0,-1-1 0,1 1 0,0-1 0,0 1 0,-1-1 0,1 1 0,-1 0 0,1-1 0,-1 1 0,0 0 0,1-1 0,-1 1 0,0 0 0,0-1 0,0 1 0,-1 0 0,1 0 0,0-1 0,-1 1 0,1-1 0,-1 1 0,1 0 0,-1-1 0,0 1 0,1-1 0,-1 1 0,-2 1 0,0 2 10,0-1-1,0 0 1,0 0-1,-1-1 1,0 1-1,0-1 1,0 0-1,0 0 0,0 0 1,-10 4-1,-4 2-529,-27 9-1,38-16 93,-17 6-6398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90 677 24575,'13'-4'0,"0"0"0,0-1 0,0 0 0,-1 0 0,0-2 0,18-11 0,-26 14 0,1 1 0,-1-1 0,0 0 0,0 0 0,0 0 0,-1 0 0,0-1 0,0 0 0,0 1 0,0-1 0,-1 0 0,1 0 0,-1-1 0,-1 1 0,1 0 0,-1-1 0,0 1 0,1-10 0,-2 4 0,0 0 0,-1 0 0,-1 1 0,1-1 0,-8-21 0,-23-51 0,24 65 0,-23-49 0,-52-79 0,14 27 0,61 108 0,8 11 0,0 0 0,0 0 0,-1 0 0,1 0 0,0 0 0,0 0 0,0 0 0,0 0 0,0 0 0,0 0 0,0 0 0,0 0 0,-1 0 0,1 0 0,0 0 0,0 0 0,0 0 0,0 0 0,0 0 0,0 0 0,0 0 0,-1 0 0,1 0 0,0 0 0,0 0 0,0 0 0,0 0 0,0 0 0,0 0 0,0 0 0,0 0 0,0 0 0,0 0 0,0 0 0,-1 1 0,1-1 0,0 0 0,0 0 0,0 0 0,0 0 0,0 0 0,0 0 0,0 0 0,0 0 0,0 1 0,0-1 0,0 0 0,0 0 0,0 0 0,-1 24 0,1-21 0,1 64 0,0 14 0,12 86 0,-10-142 0,2 0 0,1 0 0,1-1 0,1 0 0,0 0 0,2 0 0,22 36 0,-24-47 0,1-2 0,-1 1 0,2-1 0,-1 0 0,2-1 0,17 14 0,-23-21 0,-1 0 0,1 0 0,-1 0 0,1 0 0,0-1 0,0 0 0,0 0 0,1 0 0,-1-1 0,0 1 0,1-1 0,-1-1 0,1 1 0,-1-1 0,1 0 0,-1 0 0,1-1 0,-1 1 0,0-1 0,8-2 0,-9 1 0,0 0 0,-1 0 0,1 0 0,0 0 0,-1-1 0,0 1 0,0-1 0,0 0 0,0 0 0,0 0 0,0-1 0,-1 1 0,1-1 0,-1 1 0,0-1 0,0 0 0,2-6 0,2-6 0,-1-1 0,6-31 0,-10 45 0,2-29 0,-3 27 0,0-1 0,0 1 0,1 0 0,0-1 0,0 1 0,0 0 0,1-1 0,0 1 0,3-8 0,-4 13 0,-1 0 0,0-1 0,0 1 0,1 0 0,-1-1 0,0 1 0,1 0 0,-1 0 0,0-1 0,1 1 0,-1 0 0,1 0 0,-1 0 0,0 0 0,1-1 0,-1 1 0,1 0 0,-1 0 0,0 0 0,1 0 0,-1 0 0,1 0 0,-1 0 0,1 0 0,-1 0 0,0 0 0,1 0 0,-1 0 0,1 0 0,-1 1 0,0-1 0,1 0 0,-1 0 0,1 0 0,-1 1 0,0-1 0,1 0 0,-1 0 0,0 1 0,1-1 0,-1 0 0,0 1 0,0-1 0,1 0 0,-1 1 0,0-1 0,0 0 0,1 1 0,-1-1 0,0 1 0,12 23 0,-11-22 0,13 32-109,17 36 344,-27-63-448,0 1 0,1-1 0,0 0 0,1 0 0,0 0 0,9 8 0,-3-6-6613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3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24575,'5'-5'0,"1"1"0,1 6 0,-2 5 0,-2 4 0,2 3 0,-1-2-8191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4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24575,'1'3'0,"0"0"0,0-1 0,0 1 0,1-1 0,-1 0 0,1 0 0,-1 1 0,1-1 0,0 0 0,0 0 0,0 0 0,0-1 0,4 3 0,1 3 0,9 8 0,19 14 0,-30-25 0,1 0 0,-1-1 0,1 0 0,0 0 0,0 0 0,0 0 0,0-1 0,8 2 0,-13-4 0,0 0 0,1 0 0,-1 0 0,0 1 0,1-1 0,-1-1 0,1 1 0,-1 0 0,0 0 0,1 0 0,-1-1 0,0 1 0,1-1 0,-1 1 0,0-1 0,0 1 0,1-1 0,-1 0 0,2-1 0,-2 1 0,0-1 0,1 0 0,-1 1 0,0-1 0,0 0 0,1 0 0,-2 0 0,1 0 0,0 0 0,0 0 0,0-3 0,1-5 0,-1 0 0,0 0 0,0 0 0,-2-12 0,1 18 0,-1-7 0,1 5 0,-1 1 0,1-1 0,0 0 0,1 1 0,0-7 0,-1 11 0,0 0 0,1 1 0,-1-1 0,0 0 0,1 0 0,-1 0 0,0 0 0,1 1 0,-1-1 0,1 0 0,-1 0 0,1 1 0,-1-1 0,1 0 0,0 1 0,-1-1 0,1 1 0,0-1 0,0 1 0,-1-1 0,1 1 0,0-1 0,0 1 0,0 0 0,-1-1 0,1 1 0,0 0 0,0 0 0,0 0 0,0 0 0,0 0 0,0 0 0,-1 0 0,1 0 0,0 0 0,0 0 0,0 0 0,1 1 0,4 0 0,0 1 0,1 0 0,-1 0 0,0 1 0,0 0 0,6 4 0,35 26 0,-12-8 0,-21-16-455,1 0 0,28 11 0,-31-15-6371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5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260 144 24575,'-8'-10'0,"-53"-61"0,51 62 0,1-1 0,-2 2 0,1-1 0,-21-11 0,31 19 0,-1 1 0,0-1 0,0 0 0,0 1 0,0-1 0,0 1 0,0 0 0,0-1 0,0 1 0,0 0 0,0-1 0,0 1 0,0 0 0,0 0 0,-1 0 0,1 0 0,0 0 0,0 0 0,0 0 0,0 0 0,0 1 0,0-1 0,0 0 0,0 1 0,0-1 0,0 0 0,0 1 0,-1 0 0,1 1 0,0-1 0,0 1 0,0-1 0,0 1 0,0 0 0,1-1 0,-1 1 0,1 0 0,-1 0 0,1-1 0,-1 1 0,1 0 0,0 0 0,0 0 0,0 3 0,1 7 0,0-1 0,0 1 0,1-1 0,1 1 0,0-1 0,1 0 0,0 0 0,6 12 0,-7-16 0,1 0 0,0 0 0,1 0 0,-1-1 0,1 1 0,1-1 0,-1 0 0,1-1 0,0 0 0,0 1 0,1-2 0,11 8 0,-16-11 0,0 0 0,1 0 0,-1 0 0,0-1 0,0 1 0,1 0 0,-1-1 0,1 1 0,-1-1 0,0 0 0,1 0 0,-1 0 0,1 0 0,-1-1 0,0 1 0,1 0 0,-1-1 0,0 0 0,1 1 0,2-3 0,-2 2 0,0-1 0,0-1 0,-1 1 0,1 0 0,0-1 0,-1 1 0,1-1 0,-1 0 0,0 0 0,0 0 0,0 0 0,2-5 0,-1 3 0,-1-1 0,1 1 0,-2-1 0,1 0 0,0 1 0,-1-1 0,0 0 0,-1 0 0,1 0 0,-1 0 0,0 0 0,0 0 0,-1 0 0,0 0 0,0 0 0,-2-6 0,3 12 0,0 0 0,0-1 0,0 1 0,0 0 0,0 0 0,0 0 0,-1 0 0,1-1 0,0 1 0,0 0 0,0 0 0,0 0 0,0 0 0,0-1 0,0 1 0,0 0 0,-1 0 0,1 0 0,0 0 0,0 0 0,0 0 0,0 0 0,0-1 0,-1 1 0,1 0 0,0 0 0,0 0 0,0 0 0,0 0 0,-1 0 0,1 0 0,0 0 0,0 0 0,0 0 0,0 0 0,-1 0 0,1 0 0,0 0 0,0 0 0,0 0 0,-1 0 0,1 0 0,0 0 0,-6 9 0,-1 12 0,3 18 0,0 0 0,5 75 0,0-108 0,13 135 0,0 13 0,-14-148 0,0 0 0,0 0 0,-1 0 0,0 0 0,0 0 0,0 0 0,-1 0 0,0 0 0,-5 10 0,6-14 0,0 0 0,-1 0 0,1 0 0,-1 0 0,1-1 0,-1 1 0,0-1 0,1 1 0,-1-1 0,0 1 0,0-1 0,0 0 0,0 0 0,-1 0 0,1 0 0,0-1 0,0 1 0,0 0 0,-1-1 0,1 1 0,0-1 0,-1 0 0,1 0 0,0 0 0,-1 0 0,1 0 0,0-1 0,-4 0 0,-5-2 0,1 0 0,-1 0 0,1-1 0,0 0 0,-19-12 0,13 6 0,0-1 0,-23-21 0,32 26 0,1 0 0,1-1 0,-1 0 0,1 0 0,0 0 0,0-1 0,1 1 0,0-1 0,-4-12 0,7 17 0,0 0 0,1 0 0,-1 0 0,0 0 0,1 0 0,-1 0 0,1 0 0,0 0 0,0-1 0,1 1 0,-1 0 0,0 0 0,1 0 0,0 0 0,0 0 0,0 0 0,0 0 0,0 0 0,1 1 0,-1-1 0,1 0 0,0 1 0,-1-1 0,1 1 0,1-1 0,-1 1 0,0 0 0,0 0 0,4-3 0,5-1 0,0 0 0,0 1 0,0 0 0,1 0 0,-1 1 0,1 1 0,18-3 0,-6 2 0,0 2 0,44 0 0,-44 4-1365,-5 1-5461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5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325 279 24575,'-102'-96'-139,"-54"-49"-967,148 137 1183,3 3-13,-1 1-1,0-1 0,1 1 1,-11-6-1,15 10-57,1-1 0,-1 1 0,1 0-1,-1 0 1,1 0 0,-1 0 0,1-1 0,0 1 0,-1 0 0,1 0 0,-1 0 0,1 0-1,-1 0 1,1 0 0,-1 0 0,1 0 0,-1 0 0,1 1 0,-1-1 0,1 0 0,-1 0-1,1 0 1,0 0 0,-1 1 0,1-1 0,-1 0 0,0 1 0,1 0-4,-1 0 0,0-1 1,1 1-1,-1 0 0,1 0 1,-1 0-1,1 0 0,0 1 1,-1-1-1,1 0 0,-1 2 0,1 4 8,-1 1 0,1 14 0,1-15 61,2 45-49,2 0 0,16 70 1,38 100-145,-32-122 96,91 299 26,-100-337 533,-18-62-532,0 0-1,1 0 1,-1 0 0,0 0 0,0 0 0,0 0 0,0 0 0,0 0 0,0 0 0,0 0-1,0 0 1,0 0 0,0 0 0,0 0 0,0 0 0,0 0 0,0 0 0,0 0 0,0 0-1,0 0 1,0 0 0,1 0 0,-1 0 0,0 0 0,0 0 0,0 0 0,0 0 0,0 0-1,0 0 1,0 0 0,0 0 0,0 0 0,0 0 0,0 0 0,0 0 0,0 0 0,0 0-1,0 0 1,0 0 0,0 0 0,0 0 0,0 0 0,0 1 0,0-1 0,0 0 0,0 0-1,0 0 1,0 0 0,0 0 0,0 0 0,0 0 0,0 0 0,0 0 0,1-7 144,-1-11-1597,-1 2-5374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6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349 103 24575,'-29'-10'0,"-15"-6"0,-3 1 0,3-1 0,5 3 0,5 4 0,6 0 0,5 3 0,4 1 0,3 3 0,1 0 0,4 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6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213 290 24575,'-7'0'0,"-1"0"0,1-1 0,-1 0 0,1-1 0,0 1 0,0-1 0,0-1 0,0 1 0,0-1 0,0 0 0,1-1 0,-1 0 0,1 0 0,0 0 0,0-1 0,1 0 0,-10-9 0,6 2 0,0 0 0,1 0 0,0-1 0,1 0 0,0 0 0,1 0 0,-9-29 0,13 34 0,-1 0 0,1 1 0,0 0 0,0 0 0,1-1 0,-1-10 0,2 17 0,0 0 0,0 0 0,0 0 0,1 0 0,-1 0 0,0 0 0,0 0 0,1 0 0,-1 1 0,0-1 0,1 0 0,-1 0 0,1 0 0,-1 0 0,1 0 0,0 1 0,-1-1 0,1 0 0,1-1 0,-1 2 0,1-1 0,-1 1 0,1-1 0,-1 1 0,1 0 0,-1-1 0,1 1 0,-1 0 0,1 0 0,-1 0 0,1 0 0,-1 0 0,1 0 0,-1 1 0,1-1 0,-1 0 0,2 1 0,9 4 0,-1 0 0,1 0 0,-1 1 0,-1 0 0,1 1 0,13 12 0,19 10 0,-27-18 0,1-2 0,1 1 0,0-2 0,0-1 0,0 0 0,1-1 0,0-1 0,0 0 0,1-2 0,22 2 0,-32-5 0,-1 0 0,1 0 0,-1-1 0,1 0 0,-1 0 0,11-4 0,-17 4 0,1-1 0,-1 1 0,1-1 0,-1 0 0,1 0 0,-1-1 0,0 1 0,0 0 0,0-1 0,0 0 0,0 0 0,-1 0 0,1 0 0,-1 0 0,0 0 0,0-1 0,2-4 0,0 0 0,-1 0 0,0 0 0,-1 0 0,0 0 0,0 0 0,1-16 0,-3 21 0,0 1 0,0 0 0,0 0 0,-1-1 0,1 1 0,-1 0 0,1 0 0,-1 0 0,0-1 0,1 1 0,-1 0 0,0 0 0,-2-2 0,2 3 0,0 0 0,-1-1 0,1 1 0,0 0 0,-1 0 0,1 0 0,-1 0 0,1 1 0,-1-1 0,1 0 0,-1 1 0,0-1 0,1 1 0,-1-1 0,0 1 0,1 0 0,-1-1 0,0 1 0,-2 0 0,1 0 0,1 0 0,0 1 0,-1-1 0,1 0 0,0 1 0,0-1 0,-1 1 0,1 0 0,0 0 0,0 0 0,0 0 0,0 0 0,0 0 0,0 1 0,0-1 0,0 1 0,0-1 0,1 1 0,-1 0 0,1-1 0,-1 1 0,1 0 0,0 0 0,-1 0 0,1 0 0,0 0 0,1 1 0,-1-1 0,0 0 0,0 5 0,-2 5 0,1 0 0,1 0 0,0 0 0,1 19 0,0-28 0,0 2 0,1 1 0,-1-1 0,1 0 0,0 0 0,0 0 0,1 0 0,-1 0 0,1 0 0,0 0 0,1 0 0,-1-1 0,5 7 0,-4-8 0,-1 0 0,1 0 0,0 0 0,0-1 0,0 1 0,0-1 0,0 0 0,0 0 0,1 0 0,-1 0 0,1-1 0,-1 1 0,1-1 0,0 0 0,-1 0 0,1 0 0,6 0 0,-5-1 0,0 0 0,0 1 0,1-2 0,-1 1 0,0-1 0,0 0 0,0 0 0,1 0 0,6-3 0,-5 0 0,0 0 0,0 0 0,-1 0 0,1-1 0,8-8 0,-3 3-1365,-2 1-5461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7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17 24575,'-3'-2'0,"0"0"0,-1 0 0,1 0 0,0 0 0,-1 0 0,1 1 0,-6-2 0,8 2 0,0 1 0,0 0 0,0 0 0,0 0 0,0 0 0,1 0 0,-1 0 0,0 0 0,0 1 0,0-1 0,0 0 0,0 0 0,1 0 0,-1 1 0,0-1 0,0 1 0,1-1 0,-1 0 0,0 1 0,0-1 0,1 1 0,-1 0 0,1-1 0,-1 1 0,0 0 0,1-1 0,-1 1 0,1 0 0,0-1 0,-1 1 0,1 0 0,-1 0 0,1 0 0,0-1 0,0 1 0,-1 0 0,1 0 0,0 1 0,-2 9 0,1-1 0,1 0 0,-1 1 0,1-1 0,1 0 0,0 0 0,5 20 0,0-6 0,1 0 0,12 25 0,-14-37 0,1-1 0,0 0 0,1 0 0,11 15 0,-15-22 0,0 0 0,1-1 0,-1 1 0,1 0 0,0-1 0,0 0 0,0 0 0,1 0 0,-1-1 0,1 1 0,-1-1 0,1 0 0,9 2 0,-13-3 0,1-1 0,0 0 0,-1 0 0,1 1 0,0-1 0,0-1 0,-1 1 0,1 0 0,0 0 0,-1-1 0,1 1 0,0-1 0,-1 1 0,1-1 0,0 0 0,-1 1 0,1-1 0,2-2 0,-2 1 0,-1 0 0,1 0 0,0 0 0,-1 0 0,1-1 0,-1 1 0,1 0 0,-1-1 0,0 1 0,1-6 0,1-3 0,-1 0 0,0 1 0,-1-1 0,-1-20 0,-1-7 0,-13-72 0,13 109 0,1 0 0,0 0 0,0 0 0,0 0 0,-1 0 0,1 0 0,0 0 0,-1 0 0,1 0 0,-1 0 0,0 0 0,1 0 0,-1 0 0,1 0 0,-2 0 0,2 0 0,0 1 0,-1 0 0,1 0 0,0 0 0,0 0 0,0 0 0,0 0 0,0 0 0,0 0 0,-1 0 0,1 0 0,0 0 0,0 0 0,0 1 0,0-1 0,0 0 0,-1 0 0,1 0 0,0 0 0,0 0 0,0 0 0,0 0 0,0 0 0,0 0 0,0 0 0,-1 0 0,1 1 0,0-1 0,0 0 0,0 0 0,0 0 0,0 0 0,0 0 0,0 0 0,0 1 0,0-1 0,-3 12 0,0 19 0,2 0 0,1 0 0,1 0 0,1 0 0,2-1 0,12 46 0,-6-43 0,1 0 0,2-1 0,1-1 0,2 0 0,31 47 0,-25-52 0,-20-23-1365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7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24575,'10'8'0,"5"4"0,3 3 0,-1 1 0,-2 1 0,-3-3-8191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58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24575,'28'67'0,"20"43"0,-39-92 0,1 0 0,1-1 0,23 28 0,-32-42 0,0-1 0,0 0 0,0 0 0,0 0 0,1 0 0,-1 0 0,1-1 0,-1 1 0,1-1 0,0 1 0,0-1 0,0 0 0,4 1 0,-6-2 0,1 0 0,-1 0 0,1 0 0,-1 0 0,0 0 0,1 0 0,-1 0 0,1-1 0,-1 1 0,0-1 0,1 1 0,-1-1 0,0 1 0,0-1 0,1 0 0,-1 0 0,0 1 0,0-1 0,0 0 0,0 0 0,0 0 0,0 0 0,0 0 0,0-1 0,-1 1 0,1 0 0,0 0 0,-1-1 0,1 1 0,0-2 0,2-5 0,0 0 0,-1 1 0,0-1 0,0 0 0,0 0 0,-1-1 0,0-9 0,-2-4 0,-4-29 0,0-7 0,5 57 0,0 1 0,-1-1 0,1 1 0,0-1 0,0 1 0,0-1 0,0 0 0,0 1 0,1-1 0,-1 1 0,0-1 0,0 1 0,0-1 0,0 1 0,0-1 0,1 1 0,-1-1 0,0 1 0,1-1 0,-1 1 0,0-1 0,1 1 0,-1-1 0,1 0 0,0 1 0,-1 0 0,1 0 0,-1 0 0,1 0 0,-1 0 0,1 0 0,0 1 0,-1-1 0,1 0 0,-1 0 0,1 0 0,-1 0 0,1 1 0,-1-1 0,1 0 0,-1 0 0,1 1 0,-1-1 0,1 1 0,3 2 0,-1 0 0,0 0 0,0 1 0,5 5 0,6 12-120,66 106-1125,-73-114-5581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96 24575,'-7'-8'0,"0"-1"0,-1 1 0,1 1 0,-2 0 0,1 0 0,-14-8 0,13 10 0,-1 1 0,1 1 0,-1 0 0,0 0 0,1 0 0,-1 2 0,0-1 0,-19 0 0,-34-6 0,61 7 0,-1 1 0,1 0 0,-1 0 0,0 0 0,1 1 0,-1-1 0,1 0 0,-1 1 0,0 0 0,1-1 0,-1 1 0,1 0 0,0 0 0,-1 1 0,1-1 0,0 0 0,0 1 0,0 0 0,0-1 0,0 1 0,0 0 0,0 0 0,0 0 0,1 0 0,-1 0 0,1 0 0,-3 5 0,2-2 0,0 1 0,0-1 0,0 0 0,1 1 0,-1-1 0,1 1 0,1-1 0,-1 1 0,1 0 0,0-1 0,0 1 0,1 6 0,8 26 0,2 1 0,28 67 0,-21-61 0,48 99 0,-26-59 0,-11-21 0,58 121 0,-81-174 0,-1 1 0,0 0 0,-1 0 0,5 21 0,-14-46-273,-1 0 0,-1 1 0,0 0 0,-11-14 0,7 11-6553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2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15 24575,'-27'-2'0,"-11"-1"0,-5-1 0,4 2 0,2 0 0,6 1 0,5 0 0,5 1 0,4 3 0,2 0 0,-2 0 0,0 0 0,1-1 0,2-1-8191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7:42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24575,'-7'0'0,"0"0"0,0 0 0,0 1 0,0 0 0,1 0 0,-14 5 0,19-6 0,-1 1 0,0 0 0,0 0 0,1 0 0,-1 0 0,0 1 0,1-1 0,-1 0 0,1 1 0,0-1 0,-1 1 0,1-1 0,0 1 0,0 0 0,0-1 0,0 1 0,0 0 0,0 0 0,1 0 0,-1-1 0,1 1 0,-1 0 0,1 0 0,0 0 0,-1 0 0,1 0 0,0 0 0,1 2 0,-1 2 0,1-1 0,0 0 0,0 0 0,1 0 0,0 0 0,0 0 0,0 0 0,0 0 0,1 0 0,0-1 0,0 1 0,0-1 0,7 7 0,1 1 0,0-2 0,1 1 0,18 11 0,-8-7 0,48 36 0,-69-50 0,1 1 0,-1-1 0,1 1 0,-1 0 0,1-1 0,-1 1 0,0 0 0,0 0 0,0 0 0,0 0 0,2 4 0,-3-5 0,0 0 0,0 0 0,0-1 0,0 1 0,0 0 0,0 0 0,0 0 0,0 0 0,0-1 0,-1 1 0,1 0 0,0 0 0,0-1 0,-1 1 0,1 0 0,0 0 0,-1-1 0,1 1 0,-1 0 0,1-1 0,-1 1 0,1 0 0,-1-1 0,0 1 0,1-1 0,-1 1 0,0-1 0,1 1 0,-1-1 0,0 1 0,0-1 0,1 0 0,-1 0 0,0 1 0,-1-1 0,-11 3 0,0-1 0,0 0 0,0-1 0,0-1 0,0 0 0,-20-3 0,-10 1 0,9 2-1365,20 0-5461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0,8 5 0,7 8 0,58 82 0,-52-67 0,-18-24 0,12 14 0,-20-33 0,-13-11-1365,8 13-5461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8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24575,'3'2'0,"0"4"0,0 3 0,2 0 0,0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0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24575,'1'8'0,"0"0"0,1 1 0,0-1 0,0 0 0,0 0 0,1 0 0,1-1 0,-1 1 0,1-1 0,0 1 0,1-1 0,0 0 0,0-1 0,0 1 0,1-1 0,0 0 0,0-1 0,1 0 0,10 7 0,-15-10 0,0-1 0,0 0 0,1 0 0,-1 0 0,1 0 0,-1 0 0,1-1 0,-1 1 0,1-1 0,0 1 0,-1-1 0,1 0 0,0 0 0,-1 0 0,1-1 0,-1 1 0,1 0 0,0-1 0,-1 0 0,1 0 0,3-1 0,-3 0 0,0 0 0,-1 0 0,1-1 0,-1 1 0,1 0 0,-1-1 0,0 1 0,0-1 0,0 0 0,-1 0 0,1 0 0,-1 0 0,1 0 0,-1 0 0,0 0 0,1-6 0,0-3 0,0 0 0,0-24 0,-1 9 0,-1 26 0,-1 0 0,1 0 0,0 0 0,1 0 0,-1-1 0,0 1 0,0 0 0,0 0 0,1 0 0,-1 0 0,0 0 0,1 0 0,-1 0 0,1 0 0,-1 0 0,1 0 0,0 0 0,-1 0 0,1 0 0,0 0 0,0 0 0,0 1 0,0-1 0,0 0 0,0 1 0,-1-1 0,1 0 0,1 1 0,-1-1 0,0 1 0,0 0 0,0-1 0,0 1 0,0 0 0,0 0 0,0-1 0,1 1 0,-1 0 0,0 0 0,0 0 0,0 0 0,2 1 0,5 1 0,-1 0 0,1 0 0,-1 1 0,1 0 0,7 5 0,-5-4 0,24 13-273,0 1 0,-1 2 0,-1 1 0,54 47 0,-76-59-6553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29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42 24575,'-6'-5'0,"0"1"0,-1-1 0,1 1 0,-1 1 0,0-1 0,0 1 0,-1 0 0,1 1 0,-1-1 0,1 2 0,-1-1 0,0 1 0,0 0 0,1 1 0,-1-1 0,0 2 0,-14 1 0,4 2 0,2-1 0,0 1 0,0 0 0,-27 12 0,42-15 0,0-1 0,1 0 0,-1 1 0,0-1 0,1 1 0,-1-1 0,0 1 0,1-1 0,-1 1 0,0-1 0,1 1 0,-1-1 0,1 1 0,-1 0 0,1-1 0,0 1 0,-1 0 0,1 0 0,0-1 0,-1 1 0,1 0 0,0 0 0,0 0 0,0-1 0,0 1 0,-1 1 0,2 0 0,-1-1 0,1 1 0,-1-1 0,1 1 0,-1-1 0,1 1 0,0-1 0,-1 1 0,1-1 0,0 1 0,0-1 0,2 2 0,3 3 0,1 0 0,-1 0 0,14 8 0,58 31 0,-54-33 0,-1 1 0,41 31 0,-62-42 0,0 0 0,0 0 0,1 0 0,-1 1 0,-1-1 0,1 1 0,0-1 0,-1 1 0,1 0 0,-1-1 0,2 7 0,-3-8 0,0 0 0,1 0 0,-1 0 0,0 0 0,0 1 0,0-1 0,0 0 0,-1 0 0,1 0 0,0 0 0,0 0 0,-1 0 0,1 0 0,0 0 0,-1 0 0,1 0 0,-1 0 0,0 0 0,1 0 0,-1 0 0,0 0 0,1 0 0,-1-1 0,0 1 0,0 0 0,0 0 0,0-1 0,0 1 0,1-1 0,-1 1 0,0-1 0,-1 1 0,1-1 0,0 1 0,-1-1 0,-8 2 0,0 0 0,0 0 0,0-1 0,-1-1 0,1 0 0,0 0 0,-11-2 0,-12 0 0,10 3 0,17-1 0,-1 1 0,1-1 0,-1-1 0,1 1 0,-1-1 0,-10-2 0,17 3 3,-1 0-1,1-1 1,-1 1 0,1 0-1,-1 0 1,1 0-1,-1 0 1,1-1 0,-1 1-1,1 0 1,0 0-1,-1-1 1,1 1 0,-1 0-1,1 0 1,0-1 0,-1 1-1,1-1 1,0 1-1,-1 0 1,1-1 0,0 1-1,0-1 1,-1 1-1,1-1 1,0 1 0,0-1-1,0 1 1,0-1-1,0 1 1,-1-1 0,1 1-1,0-1 1,0 1-1,0-1 1,0 1 0,1-1-1,-1 1 1,0-1-1,0 1 1,0-1 0,0 1-1,0 0 1,1-1-1,-1 0 1,1 0-138,0-1 0,0 1 0,1-1 0,-1 1 0,0 0 0,1 0 0,-1-1 0,1 1 0,-1 0 0,4-1 0,7-3-6691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43 24575,'-6'-6'0,"-1"0"0,-1 1 0,1 0 0,-1 1 0,0 0 0,-14-6 0,20 10 0,0-1 0,0 1 0,0-1 0,-1 1 0,1 0 0,0 0 0,0 0 0,-1 0 0,1 0 0,0 0 0,0 1 0,-1-1 0,1 1 0,0-1 0,0 1 0,0 0 0,0 0 0,0 0 0,0 0 0,0 0 0,0 1 0,0-1 0,0 1 0,1-1 0,-1 1 0,1-1 0,-1 1 0,1 0 0,-1 0 0,-1 4 0,1-3 0,0 1 0,0 0 0,0 0 0,0 0 0,1 0 0,0 1 0,-1-1 0,2 0 0,-1 1 0,0-1 0,1 0 0,0 1 0,0-1 0,0 0 0,1 6 0,0-7 0,0 1 0,0-1 0,0 0 0,1 1 0,-1-1 0,1 0 0,-1 0 0,1 0 0,0 0 0,0 0 0,1-1 0,-1 1 0,1-1 0,-1 1 0,1-1 0,0 0 0,-1 0 0,1 0 0,4 2 0,5 2 0,0-1 0,0 0 0,22 5 0,-30-9 0,0 0 0,0 0 0,0-1 0,0 1 0,0-1 0,0 0 0,0 0 0,-1-1 0,1 1 0,0-1 0,0 0 0,0 0 0,0 0 0,-1 0 0,1-1 0,6-3 0,-9 4 0,1 0 0,-1-1 0,1 1 0,-1 0 0,0-1 0,0 0 0,1 1 0,-1-1 0,0 0 0,0 1 0,-1-1 0,1 0 0,0 0 0,-1 0 0,1 0 0,-1 0 0,1-2 0,0-4 0,-1 0 0,0 0 0,-1-8 0,1-11 0,0 27 0,0 0 0,0 0 0,0 0 0,0-1 0,0 1 0,0 0 0,0 0 0,0 0 0,0 0 0,0-1 0,0 1 0,0 0 0,0 0 0,0 0 0,0 0 0,0 0 0,0 0 0,0-1 0,0 1 0,1 0 0,-1 0 0,0 0 0,0 0 0,0 0 0,0 0 0,0 0 0,0-1 0,0 1 0,1 0 0,-1 0 0,0 0 0,0 0 0,0 0 0,0 0 0,0 0 0,1 0 0,-1 0 0,0 0 0,0 0 0,0 0 0,0 0 0,0 0 0,1 0 0,-1 0 0,0 0 0,9 6 0,10 14 0,-16-17 0,6 5 0,0-1 0,0 0 0,1 0 0,0-1 0,0 0 0,0-1 0,1 0 0,0-1 0,0 0 0,0 0 0,15 2 0,-23-5 0,1-1 0,-1 1 0,0-1 0,0 0 0,1 0 0,-1 0 0,0 0 0,0-1 0,1 1 0,-1-1 0,0 0 0,0 0 0,0 0 0,5-3 0,-6 3 0,-1 0 0,1-1 0,0 1 0,-1-1 0,1 1 0,-1-1 0,0 0 0,0 0 0,1 1 0,-1-1 0,-1 0 0,1 0 0,0 0 0,0 0 0,-1 0 0,1-1 0,-1 1 0,1 0 0,-1 0 0,0 0 0,0 0 0,0 0 0,0-3 0,-3-10 0,2 13 0,0 1 0,1-1 0,-1 0 0,1 0 0,0 0 0,-1 0 0,1 1 0,0-1 0,0 0 0,0 0 0,0 0 0,0 0 0,1 0 0,-1 0 0,1 1 0,0-4 0,0 5 0,-1-1 0,1 1 0,0 0 0,-1 0 0,1-1 0,0 1 0,-1 0 0,1 0 0,0 0 0,-1 0 0,1-1 0,0 1 0,-1 0 0,1 0 0,0 0 0,-1 1 0,1-1 0,0 0 0,-1 0 0,1 0 0,0 0 0,-1 1 0,1-1 0,0 0 0,0 1 0,19 10 0,-16-8 0,11 6 0,-1-1 0,1-1 0,31 11 0,-38-16 0,-1 0 0,1 0 0,0-1 0,-1 0 0,1-1 0,0 1 0,0-1 0,0-1 0,-1 0 0,15-3 0,-20 4 0,0-1 0,1 0 0,-1 0 0,0 0 0,0-1 0,0 1 0,0 0 0,0-1 0,0 0 0,0 1 0,0-1 0,0 0 0,-1 0 0,1 0 0,-1 0 0,0 0 0,1 0 0,-1 0 0,0-1 0,0 1 0,0 0 0,-1-1 0,2-3 0,6-15 0,-6 20 0,-1-1 0,1 0 0,-1 0 0,1 1 0,-1-1 0,1 1 0,0 0 0,0-1 0,0 1 0,0 0 0,0 0 0,0 0 0,0 0 0,0 0 0,0 1 0,0-1 0,0 1 0,1-1 0,-1 1 0,0 0 0,0 0 0,3 0 0,6 0 0,0 0 0,-1 1 0,14 3 0,2 1 40,0 2 0,37 14 0,-51-17-226,-1 2 1,0-1-1,0 2 0,0-1 1,-1 1-1,1 1 1,12 12-1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0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35 162 24575,'11'38'0,"2"-1"0,2 0 0,1-1 0,2-1 0,30 45 0,-15-23 0,-38-65 0,-1 0 0,0 1 0,-12-11 0,-13-16 0,19 16 0,1 1 0,1-1 0,1-1 0,0 0 0,1 0 0,1-1 0,1 0 0,1 0 0,1-1 0,0 1 0,2-1 0,0 0 0,1 0 0,4-32 0,-3 48 0,1 0 0,0 0 0,0 0 0,0 0 0,1 1 0,0-1 0,0 0 0,4-7 0,-4 10 0,-1-1 0,1 1 0,0 0 0,0 1 0,0-1 0,0 0 0,0 0 0,1 1 0,-1-1 0,0 1 0,1 0 0,-1 0 0,1 0 0,-1 0 0,1 0 0,0 0 0,4 0 0,-2 1 0,0-1 0,-1 1 0,1 0 0,0 0 0,0 1 0,0-1 0,0 1 0,0 0 0,-1 0 0,1 1 0,7 3 0,-9-4 0,-1 1 0,1-1 0,0 1 0,0 0 0,-1 0 0,1 0 0,-1 0 0,0 0 0,0 1 0,0-1 0,0 1 0,0 0 0,0-1 0,-1 1 0,1 0 0,-1 0 0,1 0 0,0 5 0,-2-5 0,1 0 0,-1 0 0,0 0 0,-1 0 0,1-1 0,0 1 0,-1 0 0,0 0 0,0 0 0,0-1 0,0 1 0,0 0 0,0-1 0,0 1 0,-1-1 0,0 0 0,1 1 0,-1-1 0,0 0 0,0 0 0,-3 3 0,-6 4 0,0 1 0,-21 12 0,31-21 0,-39 22-29,29-17-162,0 0 0,1 0 1,-1 1-1,2 0 0,-1 1 0,-12 13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1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45 470 24575,'13'-40'0,"-1"-1"0,9-61 0,-18 86 0,-2 1 0,0-1 0,-1 0 0,-1 1 0,0-1 0,-1 1 0,-1-1 0,0 1 0,-2 0 0,-5-16 0,3 15 0,5 7 0,-2 0 0,1 0 0,-2 1 0,1 0 0,-1 0 0,0 0 0,-12-14 0,17 22 0,-1-1 0,1 1 0,0 0 0,0 0 0,-1-1 0,1 1 0,0 0 0,0 0 0,-1 0 0,1-1 0,0 1 0,-1 0 0,1 0 0,0 0 0,-1 0 0,1 0 0,0 0 0,-1 0 0,1 0 0,0 0 0,-1 0 0,1 0 0,0 0 0,-1 0 0,1 0 0,0 0 0,-1 0 0,1 0 0,0 0 0,-1 0 0,1 1 0,-6 10 0,3 19 0,3-28 0,1 18 0,0 0 0,1 1 0,0-1 0,8 23 0,28 79 0,-20-69 0,-10-30 0,0 0 0,2-1 0,1 0 0,17 25 0,-20-35 0,0-1 0,1 0 0,1 0 0,-1-1 0,2 0 0,-1-1 0,1 0 0,21 13 0,-24-19 0,-1 0 0,1 0 0,0 0 0,0-1 0,0 0 0,0-1 0,1 0 0,-1 0 0,8-1 0,1 0 0,0-1 0,-1-1 0,25-5 0,-34 4 0,1 1 0,-1-1 0,0-1 0,0 0 0,0 0 0,-1 0 0,1 0 0,-1-1 0,0 0 0,0-1 0,-1 1 0,1-1 0,-1 0 0,-1-1 0,1 1 0,-1-1 0,5-10 0,-6 11 0,-1 0 0,1 0 0,-1-1 0,-1 1 0,1-1 0,-1 1 0,0-1 0,0 1 0,-1-10 0,0 11 0,-1 0 0,0 1 0,0-1 0,0 1 0,0 0 0,-1-1 0,1 1 0,-1 0 0,0 0 0,0 0 0,-1 0 0,1 0 0,-1 0 0,-4-4 0,4 5 0,1 1 0,-1-1 0,0 1 0,0-1 0,0 1 0,-1 0 0,1 0 0,0 1 0,-1-1 0,1 1 0,-1-1 0,0 1 0,-6-1 0,8 2 0,0 0 0,0 0 0,0 0 0,0 0 0,1 0 0,-1 1 0,0-1 0,0 1 0,0-1 0,1 1 0,-1 0 0,0 0 0,0-1 0,1 1 0,-1 0 0,1 0 0,-1 1 0,1-1 0,-1 0 0,1 0 0,0 1 0,0-1 0,-1 1 0,1-1 0,0 1 0,0 0 0,0-1 0,1 1 0,-2 3 0,0 1 0,0 0 0,1 0 0,-1 0 0,1 0 0,1 0 0,-1 1 0,1-1 0,0 0 0,1 0 0,1 10 0,0-7 0,0 0 0,0 0 0,1 0 0,1-1 0,-1 0 0,9 13 0,-6-12 0,1 0 0,0-1 0,0 1 0,1-2 0,0 1 0,1-1 0,0 0 0,0-1 0,16 9 0,-14-9 0,1 0 0,-1-1 0,1-1 0,0 0 0,0-1 0,1 0 0,-1-1 0,17 1 0,-26-2-50,-1-1-1,1 0 1,-1 0-1,0 0 0,1 0 1,-1-1-1,1 1 1,-1-1-1,1 1 1,-1-1-1,0 0 0,1 0 1,-1 0-1,0 0 1,0 0-1,0-1 1,0 1-1,0-1 0,0 1 1,0-1-1,0 0 1,-1 0-1,1 1 1,-1-1-1,1 0 1,1-5-1,3-3-6775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24 24575,'-5'-1'0,"-82"-18"0,77 18 0,0 0 0,-1 0 0,1 1 0,0 0 0,-1 1 0,-14 2 0,22-2 0,1 0 0,-1 0 0,0 0 0,0 0 0,0 0 0,1 0 0,-1 1 0,0-1 0,1 1 0,-1 0 0,1 0 0,0 0 0,0 0 0,0 0 0,0 0 0,0 1 0,-2 3 0,2-3 0,0 1 0,1 0 0,-1 0 0,1 0 0,0 0 0,0 0 0,1 0 0,-1 0 0,1 1 0,0-1 0,1 5 0,0 5 0,2-1 0,0 0 0,0 0 0,1 0 0,1 0 0,10 20 0,-5-15 0,0-1 0,2 1 0,0-2 0,1 1 0,1-2 0,0 0 0,1-1 0,27 20 0,-33-28 0,-6-4 0,-1 0 0,1 0 0,0 0 0,-1 0 0,1 1 0,-1-1 0,4 5 0,-6-6 0,0-1 0,0 0 0,0 0 0,0 0 0,0 1 0,0-1 0,0 0 0,0 0 0,0 0 0,0 1 0,0-1 0,0 0 0,-1 0 0,1 0 0,0 0 0,0 1 0,0-1 0,0 0 0,0 0 0,-1 0 0,1 0 0,0 0 0,0 1 0,0-1 0,0 0 0,-1 0 0,1 0 0,0 0 0,0 0 0,0 0 0,-1 0 0,1 0 0,0 0 0,0 0 0,0 0 0,-1 0 0,1 0 0,0 0 0,0 0 0,0 0 0,-1 0 0,-11 1 0,11-1 0,-70 1 0,-62 2 0,59 3-1365,44-5-5461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40 24575,'0'-2'0,"4"-3"0,-1 0 0,1 0 0,-1 0 0,6-5 0,-9 9 0,1 1 0,-1-1 0,0 1 0,1-1 0,-1 1 0,1-1 0,0 1 0,-1 0 0,1-1 0,-1 1 0,1-1 0,-1 1 0,1 0 0,0 0 0,-1-1 0,1 1 0,0 0 0,-1 0 0,1 0 0,0 0 0,-1 0 0,1 0 0,0 0 0,-1 0 0,1 0 0,0 0 0,-1 0 0,1 0 0,0 0 0,-1 1 0,1-1 0,0 0 0,-1 0 0,1 1 0,-1-1 0,1 0 0,0 1 0,-1-1 0,1 1 0,-1-1 0,1 1 0,-1-1 0,0 1 0,1-1 0,-1 1 0,1-1 0,-1 1 0,1 1 0,0 0 0,0 1 0,-1-1 0,1 0 0,0 1 0,-1-1 0,1 1 0,-1 0 0,0-1 0,0 1 0,0-1 0,0 1 0,-1-1 0,1 1 0,-1-1 0,0 4 0,-3 6 0,-9 22 0,7-22 0,-58 118 0,11-26 0,45-87 0,-57 135 0,54-123 0,2 1 0,1 0 0,-5 41 0,11-60 0,1-1 0,0 1 0,1 0 0,1 0 0,1 11 0,-2-20 0,1 1 0,-1-1 0,1 0 0,0 1 0,0-1 0,0 1 0,0-1 0,0 0 0,0 0 0,0 0 0,1 0 0,-1 0 0,1 0 0,0 0 0,-1 0 0,1 0 0,0-1 0,0 1 0,0-1 0,0 0 0,1 1 0,-1-1 0,0 0 0,0 0 0,1 0 0,-1-1 0,4 2 0,3-2-1365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64 24575,'-6'-9'0,"0"0"0,-13-13 0,16 19 0,1 1 0,0 0 0,-1 0 0,0 0 0,1 0 0,-1 1 0,0-1 0,0 1 0,0-1 0,0 1 0,0 0 0,0 0 0,-4 0 0,5 0 0,1 1 0,0 0 0,0 0 0,-1 0 0,1 1 0,0-1 0,0 0 0,-1 0 0,1 1 0,0-1 0,0 0 0,0 1 0,0-1 0,0 1 0,0 0 0,0-1 0,0 1 0,0 0 0,-2 1 0,1 0 0,1 0 0,-1 0 0,1 1 0,0-1 0,-1 0 0,1 1 0,0-1 0,0 0 0,0 4 0,-1 1 0,1 1 0,0-1 0,0 1 0,1-1 0,1 13 0,0-14 0,0 0 0,1-1 0,0 1 0,0-1 0,0 1 0,1-1 0,-1 0 0,1 0 0,1 0 0,-1 0 0,1-1 0,0 1 0,8 6 0,3 3 0,2-1 0,25 17 0,-37-27 0,-1 0 0,0 0 0,0 0 0,0 1 0,0-1 0,3 6 0,-6-9 0,-1 1 0,1 0 0,-1-1 0,1 1 0,-1 0 0,0 0 0,1 0 0,-1-1 0,0 1 0,1 0 0,-1 0 0,0 0 0,0 0 0,0-1 0,0 1 0,0 0 0,0 0 0,0 0 0,0 0 0,0 0 0,0 0 0,0-1 0,-1 1 0,1 0 0,0 0 0,-1 0 0,1-1 0,0 1 0,-1 0 0,1 0 0,-1-1 0,1 1 0,-1 0 0,1-1 0,-1 1 0,0 0 0,1-1 0,-1 1 0,0-1 0,0 1 0,1-1 0,-1 0 0,0 1 0,0-1 0,-1 1 0,-9 3 0,0 0 0,0 0 0,0-1 0,-1-1 0,0 0 0,1 0 0,-1-1 0,0-1 0,-20-1 0,220-9 0,-155 7 0,-7 1 0,0-1 0,0-1 0,34-10 0,-53 12 0,0-1 0,1 0 0,-2-1 0,1 1 0,0-2 0,9-6 0,-12 7 0,0 1 0,-1-1 0,1 0 0,-1 0 0,0 0 0,0 0 0,-1 0 0,1-1 0,-1 1 0,0-1 0,2-5 0,-3 6 0,-1-1 0,1 1 0,-1-1 0,1 1 0,-1-1 0,-1 1 0,1-1 0,-1 1 0,1 0 0,-1-1 0,-1 1 0,1-1 0,0 1 0,-1 0 0,0 0 0,0 0 0,0 0 0,-1 0 0,1 1 0,-7-8 0,5 6 0,-1 0 0,1 1 0,-1-1 0,0 1 0,-1 0 0,1 0 0,-1 0 0,1 1 0,-1 0 0,0 0 0,0 1 0,-1-1 0,-10-1 0,14 3 0,0 1 0,0-1 0,1 1 0,-1 0 0,0 1 0,0-1 0,0 0 0,0 1 0,1-1 0,-1 1 0,0 0 0,0 0 0,1 0 0,-1 0 0,1 1 0,-1-1 0,1 1 0,-1-1 0,1 1 0,0 0 0,0 0 0,0 0 0,0 0 0,0 0 0,0 1 0,1-1 0,-1 1 0,1-1 0,-2 4 0,1-2 0,1 0 0,0-1 0,0 1 0,0 0 0,0 0 0,0 0 0,1 0 0,0 0 0,0 0 0,0 1 0,0-1 0,0 0 0,1 0 0,0 0 0,0 0 0,0-1 0,0 1 0,1 0 0,0 0 0,2 4 0,3 1 0,0 0 0,0 0 0,1-1 0,0 0 0,1-1 0,0 1 0,0-2 0,0 1 0,1-1 0,0-1 0,15 7 0,1-2 0,1-1 0,0-1 0,40 7 0,-34-11-455,1 0 0,48-3 0,-68-1-6371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3 24575,'-5'-1'0,"0"0"0,-1 1 0,1-1 0,0 1 0,0 0 0,0 1 0,-1 0 0,1-1 0,0 2 0,0-1 0,0 0 0,-8 5 0,10-5 0,0 1 0,0 0 0,0 0 0,1 1 0,-1-1 0,1 0 0,-1 1 0,1-1 0,0 1 0,0 0 0,0 0 0,0 0 0,1 0 0,-1 0 0,1 0 0,0 0 0,0 1 0,0-1 0,0 0 0,0 5 0,0-1 0,0 0 0,0 1 0,1-1 0,0 0 0,1 0 0,-1 0 0,2 0 0,-1 1 0,1-2 0,0 1 0,0 0 0,5 11 0,-4-14 0,-1 0 0,1 0 0,0-1 0,0 1 0,0 0 0,0-1 0,1 0 0,-1 0 0,1 0 0,0 0 0,0-1 0,0 1 0,0-1 0,0 0 0,1 0 0,-1 0 0,1-1 0,-1 0 0,1 0 0,5 1 0,29 1 0,0-1 0,44-4 0,-14 1 0,-35 1-1365,-20 0-5461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0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12 24575,'3'-1'0,"0"0"0,1 0 0,-1 0 0,0 0 0,1 1 0,-1-1 0,0 1 0,1 0 0,6 0 0,-45 6 0,8-5 0,-139-2 0,132-8-1365,24 7-5461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0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25 24575,'-13'-5'0,"-5"-2"0,-4 1 0,1 1 0,1 4 0,1 2 0,2 1 0,3 2 0,2 1 0,1 2 0,-1 0 0,0-2 0,-1-1 0,-3-1 0,-1-2 0,-1-1 0,4 0-8191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1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216 180 24575,'-15'-38'0,"-39"-66"0,52 101 0,1 1 0,-1-1 0,0 0 0,-1 1 0,1-1 0,0 1 0,-1 0 0,1 0 0,-1 0 0,0 0 0,0 0 0,0 1 0,1-1 0,-2 1 0,1 0 0,0 0 0,-5-2 0,5 3 0,0 0 0,0 0 0,1 0 0,-1 0 0,0 0 0,0 0 0,0 1 0,1 0 0,-1-1 0,0 1 0,1 0 0,-1 0 0,0 0 0,1 1 0,-1-1 0,1 1 0,0-1 0,0 1 0,-1 0 0,-2 3 0,0 1 0,1-1 0,1 0 0,-1 1 0,1 0 0,0 0 0,0 0 0,0 0 0,1 0 0,0 0 0,1 1 0,-1-1 0,1 1 0,0-1 0,0 8 0,1 6 0,0 0 0,2 0 0,4 26 0,0-16 0,2-1 0,17 45 0,30 55 0,-51-122 0,44 91 0,-25-54 0,-1 2 0,-3 0 0,16 55 0,-34-99 0,-1 1 0,1-1 0,-1 0 0,0 0 0,0 0 0,0 0 0,0 0 0,0 0 0,0 0 0,0 1 0,-1-1 0,1 0 0,-1 0 0,0 2 0,0-3 0,1-1 0,-1 1 0,1-1 0,0 1 0,-1-1 0,1 1 0,-1-1 0,1 1 0,-1-1 0,1 1 0,-1-1 0,1 0 0,-1 1 0,1-1 0,-1 0 0,0 0 0,1 0 0,-1 1 0,0-1 0,-1 0 0,1 0 0,0 0 0,-1 0 0,1 0 0,-1 0 0,1-1 0,0 1 0,-1-1 0,1 1 0,0 0 0,0-1 0,-2-1 0,-8-4-1365,1 0-5461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1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57 24575,'-29'-9'0,"-15"-4"0,-3 0 0,5 3 0,7 3 0,7 2 0,6 6 0,6 3 0,4 3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560 1 24575,'-32'0'0,"-15"0"0,-7 0 0,-2 0 0,3 0 0,5 0 0,2 0 0,1 0 0,4 0 0,2 0 0,2 0 0,3 0 0,6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64 24575,'-23'-11'0,"3"1"0,0 1 0,0 1 0,-1 1 0,0 0 0,-26-3 0,45 9 0,-1 1 0,0 0 0,0 0 0,0 0 0,0 0 0,0 0 0,0 1 0,0 0 0,0-1 0,0 1 0,1 0 0,-1 0 0,0 0 0,1 1 0,-1-1 0,0 1 0,1-1 0,0 1 0,-1 0 0,1 0 0,0 0 0,-3 4 0,1-1 0,1 0 0,1 0 0,-1 0 0,1 1 0,0-1 0,0 1 0,0-1 0,1 1 0,0 0 0,-1 9 0,1 3 0,1 0 0,0 0 0,2 1 0,0-1 0,1-1 0,1 1 0,1 0 0,11 29 0,9 9 0,39 66 0,-36-72 0,-28-49 0,126 248 0,-126-249 0,2 5 0,0-1 0,0 1 0,0 0 0,0-1 0,-1 1 0,0 0 0,0 0 0,-1 0 0,1 0 0,-1 7 0,0-12 0,0 1 0,0-1 0,0 1 0,0-1 0,0 0 0,0 1 0,0-1 0,-1 1 0,1-1 0,0 0 0,0 1 0,0-1 0,-1 1 0,1-1 0,0 0 0,0 1 0,-1-1 0,1 0 0,0 1 0,0-1 0,-1 0 0,1 0 0,0 1 0,-1-1 0,1 0 0,-1 0 0,1 0 0,0 1 0,-1-1 0,1 0 0,-1 0 0,0 0 0,0 0 0,0 0 0,0-1 0,0 1 0,0 0 0,0-1 0,0 1 0,0-1 0,0 1 0,0-1 0,0 1 0,-1-2 0,-2-2 0,0 0 0,0 0 0,-6-8 0,-1-4-1365,3-1-5461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2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31 24575,'-30'-3'0,"-14"0"0,-2-2 0,1-1 0,7 1 0,4 1 0,6 2 0,5 1 0,4 0 0,3 1 0,1 0 0,1 0 0,3 3 0,1 0 0,2 3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43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24575,'-9'0'0,"0"0"0,0 1 0,0 0 0,0 0 0,1 1 0,-1 0 0,-12 5 0,19-6 0,0 0 0,0 0 0,0 0 0,0 0 0,0 0 0,1 1 0,-1-1 0,0 1 0,1-1 0,-1 1 0,1 0 0,-1-1 0,1 1 0,0 0 0,0 0 0,0 0 0,0 0 0,0 0 0,0 0 0,0 0 0,1 0 0,-1 0 0,1 0 0,-1 1 0,1-1 0,0 0 0,0 0 0,0 0 0,0 1 0,1-1 0,-1 0 0,0 0 0,1 0 0,1 5 0,3 4 0,0 1 0,0 0 0,1-1 0,1 0 0,0 0 0,0-1 0,13 14 0,67 61 0,-86-84 0,19 16 0,-11-10 0,-2-1 0,1 1 0,10 12 0,-18-19 0,0 0 0,0 1 0,0-1 0,0 0 0,0 0 0,0 0 0,0 0 0,0 0 0,1 0 0,-1 0 0,0 1 0,0-1 0,0 0 0,0 0 0,0 0 0,0 0 0,0 0 0,0 1 0,0-1 0,0 0 0,0 0 0,0 0 0,0 0 0,0 0 0,0 1 0,0-1 0,0 0 0,0 0 0,0 0 0,-1 0 0,1 0 0,0 0 0,0 0 0,0 1 0,0-1 0,0 0 0,0 0 0,0 0 0,0 0 0,0 0 0,-1 0 0,1 0 0,-8 3 0,-10-3 0,-16-5 67,-52-13 0,-9-3-1566,79 19-5327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7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45 24575,'0'1'0,"0"-1"0,0 0 0,0 0 0,0 0 0,1 0 0,-1 0 0,0 0 0,0 0 0,0 0 0,1 0 0,-1 0 0,0 0 0,0 0 0,0 0 0,1 0 0,-1 0 0,0 0 0,0-1 0,0 1 0,1 0 0,-1 0 0,0 0 0,0 0 0,0 0 0,0 0 0,0 0 0,1-1 0,-1 1 0,0 0 0,0 0 0,0 0 0,0 0 0,0-1 0,0 1 0,0 0 0,1 0 0,-1-1 0,-5-6 0,-11-4 0,2 5 0,0 2 0,-1 0 0,-22-4 0,32 7 0,-1 1 0,0 0 0,0 0 0,0 0 0,1 1 0,-1 0 0,0 0 0,1 0 0,-1 0 0,0 1 0,1 0 0,-7 4 0,-20 8 0,27-12 0,0 0 0,0 0 0,1 0 0,-1 0 0,1 1 0,-1-1 0,1 1 0,0 1 0,0-1 0,0 0 0,1 1 0,-1 0 0,1 0 0,-4 5 0,2-1 0,0 1 0,0 0 0,1-1 0,1 2 0,-4 9 0,6-14 0,1-1 0,-1 0 0,1 0 0,0 0 0,0 1 0,0-1 0,0 0 0,1 0 0,0 0 0,0 1 0,0-1 0,0 0 0,1 0 0,2 5 0,-2-4 0,1-1 0,0 0 0,-1 1 0,1-1 0,1-1 0,-1 1 0,1 0 0,-1-1 0,1 0 0,0 0 0,0 0 0,7 4 0,2-1 0,0-1 0,1 0 0,16 4 0,-14-4 0,1-1 0,0-1 0,1 0 0,-1-1 0,0 0 0,26-2 0,-40-1-105,0 1 0,0-1 0,0 0 0,0 1 0,0-1 0,0-1 0,0 1 0,-1 0 0,1-1 0,0 1 0,-1-1 0,4-3 0,3-4-6721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7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24575,'0'5'0,"0"1"0,0-1 0,0 0 0,1 0 0,0 1 0,0-1 0,1 0 0,0 0 0,-1 0 0,2-1 0,-1 1 0,0 0 0,1-1 0,0 1 0,0-1 0,0 0 0,1 0 0,-1 0 0,1 0 0,0-1 0,0 0 0,0 0 0,1 0 0,-1 0 0,7 3 0,-8-4 0,0-1 0,0 0 0,0 1 0,1-1 0,-1 0 0,0 0 0,0-1 0,1 1 0,-1-1 0,1 1 0,-1-1 0,0 0 0,1-1 0,-1 1 0,0 0 0,1-1 0,-1 0 0,0 0 0,1 0 0,-1 0 0,0 0 0,0-1 0,0 1 0,0-1 0,0 0 0,-1 0 0,1 0 0,0 0 0,-1 0 0,0-1 0,1 1 0,-1-1 0,0 0 0,0 1 0,0-1 0,-1 0 0,1 0 0,-1 0 0,0-1 0,1 1 0,-1 0 0,-1 0 0,2-4 0,0-9 0,-1 1 0,-1-1 0,-2-23 0,2 27 0,1 33 0,-1 2 0,2 0 0,6 33 0,5-14 0,1-1 0,37 72 0,2 6 0,-39-84 0,9 23 0,-20-51 0,-1 0 0,-1 1 0,0-1 0,0 0 0,0 1 0,-1 7 0,1-14 0,-1 0 0,0 0 0,0 0 0,-1 0 0,1 0 0,0 0 0,0 0 0,0 0 0,-1 0 0,1 0 0,-1 0 0,1 0 0,-1 0 0,1 0 0,-1 0 0,1 0 0,-1 0 0,0 0 0,1 0 0,-1-1 0,0 1 0,0 0 0,-1 0 0,0 0 0,1-1 0,-1 1 0,0-1 0,1 0 0,-1 0 0,1 1 0,-1-1 0,1 0 0,-1-1 0,0 1 0,1 0 0,-1 0 0,1-1 0,-3 0 0,-4-2 0,0 0 0,0-1 0,0 0 0,-10-8 0,0 0 0,0-2 0,1 0 0,0-1 0,2-1 0,0 0 0,0-1 0,2-1 0,-20-33 0,24 36-1365,1 2-5461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8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177 607 24575,'-19'-12'0,"-23"-11"0,36 21 0,-1-1 0,1 1 0,-1-1 0,0 2 0,0-1 0,0 1 0,-12-1 0,17 3 0,0-1 0,0 0 0,0 0 0,0 1 0,0-1 0,1 1 0,-1-1 0,0 1 0,0 0 0,0 0 0,0 0 0,1 0 0,-1 0 0,0 0 0,1 1 0,-1-1 0,1 0 0,0 1 0,-1-1 0,1 1 0,0 0 0,0-1 0,0 1 0,0 0 0,0 0 0,0 0 0,1-1 0,-1 1 0,0 0 0,0 4 0,0 2 0,-1 1 0,2-1 0,-1 1 0,1-1 0,1 17 0,0-20 0,0 1 0,0-1 0,0 0 0,1 0 0,0 0 0,0 0 0,0-1 0,0 1 0,1 0 0,0-1 0,0 0 0,6 8 0,-3-7 0,0 1 0,0-1 0,0-1 0,0 1 0,1-1 0,-1 0 0,1-1 0,9 4 0,-5-3 0,0-1 0,0 0 0,1 0 0,-1-1 0,1 0 0,0-1 0,-1-1 0,1 0 0,0 0 0,-1-1 0,18-4 0,-23 4 0,-1-1 0,1 0 0,-1 0 0,1-1 0,-1 1 0,0-1 0,0 0 0,0-1 0,0 1 0,0-1 0,-1 0 0,0 0 0,0-1 0,6-6 0,-6 5 0,0-1 0,-1 0 0,1 1 0,-1-1 0,0-1 0,-1 1 0,0 0 0,0-1 0,-1 1 0,2-15 0,-2-23 0,-1 1 0,-3-1 0,-12-66 0,-45-128 0,51 209 0,-2 1 0,-24-45 0,33 71 0,0 0 0,1 0 0,-1 0 0,0 1 0,0-1 0,-1 1 0,-3-4 0,6 6 0,0 0 0,0 0 0,-1-1 0,1 1 0,-1 0 0,1 0 0,0 0 0,-1 0 0,1-1 0,0 1 0,-1 0 0,1 0 0,-1 0 0,1 0 0,0 0 0,-1 0 0,1 0 0,-1 0 0,1 0 0,0 0 0,-1 0 0,1 0 0,0 1 0,-1-1 0,0 0 0,0 1 0,1 0 0,-1-1 0,0 1 0,1 0 0,-1 0 0,1 0 0,-1 0 0,1 0 0,-1 0 0,1 0 0,-1 0 0,1 0 0,0 0 0,-1 1 0,-6 30 0,2-1 0,1 1 0,1 0 0,2 0 0,1 0 0,2-1 0,7 48 0,-4-52 0,2-1 0,0 0 0,1 0 0,2 0 0,1-1 0,1-1 0,1 0 0,0 0 0,20 23 0,-24-36 0,1 0 0,0-1 0,1-1 0,0 0 0,0 0 0,0-1 0,2 0 0,-1-1 0,21 9 0,-22-12 0,0 0 0,0 0 0,0-1 0,0-1 0,0 0 0,0 0 0,1-2 0,-1 1 0,1-1 0,-1-1 0,1 0 0,15-3 0,-22 3 0,0-1 0,-1 1 0,1-1 0,0 0 0,-1-1 0,0 1 0,1-1 0,-1 0 0,0 0 0,0 0 0,-1 0 0,6-6 0,-4 3 0,-1 0 0,-1 1 0,1-1 0,-1 0 0,0-1 0,0 1 0,-1 0 0,2-10 0,0 0 0,-2-1 0,0 0 0,-1 1 0,0-1 0,-2 0 0,-4-29 0,4 34 0,-2-1 0,0 1 0,-7-20 0,9 28 0,-1 1 0,0-1 0,0 0 0,0 0 0,0 1 0,-1-1 0,1 1 0,-1 0 0,0 0 0,0 0 0,0 0 0,0 0 0,0 1 0,-7-5 0,9 7 0,0-1 0,0 1 0,0-1 0,0 1 0,0 0 0,0-1 0,0 1 0,-1 0 0,1 0 0,0 0 0,0 0 0,0 0 0,0 0 0,0 0 0,0 0 0,0 0 0,0 0 0,0 1 0,0-1 0,0 0 0,-1 1 0,0 0 0,0 0 0,1 1 0,-1-1 0,1 0 0,0 1 0,0-1 0,0 1 0,-1-1 0,1 1 0,1 0 0,-1-1 0,0 1 0,0 2 0,-2 6 0,0 0 0,1 1 0,-1 18 0,3-26 0,-1 14 0,1-1 0,0 1 0,1-1 0,1 1 0,0-1 0,1 1 0,1-1 0,1 0 0,12 29 0,-14-38 0,1 0 0,0 0 0,0 0 0,1-1 0,0 1 0,0-1 0,0 0 0,1-1 0,0 1 0,0-1 0,0-1 0,0 1 0,1-1 0,0 0 0,0 0 0,0-1 0,1 0 0,-1 0 0,1-1 0,-1 0 0,1 0 0,14 1 0,-8-2 0,0 0 0,1-1 0,-1-1 0,16-3 0,-26 4 0,-1-1 0,1 0 0,-1 0 0,1 0 0,-1 0 0,1 0 0,-1-1 0,1 0 0,-1 1 0,0-1 0,0 0 0,0-1 0,0 1 0,0-1 0,-1 1 0,1-1 0,-1 0 0,0 0 0,1 0 0,-1 0 0,2-4 0,-4 5-124,1 1 0,-1-1 0,1 1 0,-1-1 0,0 0 0,0 1-1,1-1 1,-1 0 0,0 1 0,-1-4 0,-1-3-6702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8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27 24575,'-8'-4'0,"1"0"0,-1 0 0,0 1 0,0 0 0,-17-4 0,25 6 0,-1 1 0,0 0 0,1 0 0,-1 0 0,0 0 0,0 0 0,1 0 0,-1 0 0,0 0 0,1 0 0,-1 0 0,0 0 0,0 0 0,1 0 0,-1 0 0,0 1 0,1-1 0,-1 0 0,1 1 0,-1-1 0,0 0 0,1 1 0,-1-1 0,1 1 0,-1-1 0,1 1 0,-1 0 0,0 0 0,1 1 0,-1-1 0,1 0 0,0 0 0,0 0 0,0 1 0,0-1 0,0 0 0,0 0 0,0 1 0,0-1 0,0 0 0,1 0 0,-1 2 0,3 5 0,0-1 0,0 1 0,7 10 0,17 23 0,48 57 0,-55-73 0,-19-24 0,0 0 0,0 0 0,0 0 0,0 0 0,-1 0 0,1 1 0,0-1 0,-1 0 0,1 0 0,-1 1 0,1-1 0,-1 1 0,1-1 0,-1 0 0,0 1 0,0-1 0,0 1 0,0-1 0,0 2 0,0-1 0,-1-1 0,0 0 0,1 0 0,-1 0 0,0 0 0,0 0 0,0 0 0,0 0 0,0 0 0,0 0 0,0-1 0,0 1 0,0 0 0,0 0 0,0-1 0,0 1 0,0-1 0,-1 1 0,1-1 0,0 0 0,-2 1 0,-15 3 0,0-1 0,0 0 0,-30 0 0,-10 1 0,3 4-682,-88 25-1,128-28-6143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5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36 24575,'13'-20'0,"-3"5"0,-19 26 0,-41 65 0,-6 8 0,5-13 0,-47 86 0,57-73 0,-49 139 0,56-132 0,25-67 0,1 1 0,1 0 0,0 0 0,-3 40 0,9-63-80,1 0 0,0 0-1,0-1 1,0 1 0,0 0-1,0 0 1,0 0 0,1 0-1,-1 0 1,1-1 0,-1 1 0,1 0-1,0 0 1,-1 0 0,1-1-1,2 4 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0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50 24575,'-11'-6'0,"-5"-4"0,-1 1 0,-20-7 0,33 14 0,0 0 0,0 1 0,0 0 0,0 0 0,-1 0 0,1 1 0,0-1 0,-1 1 0,1 0 0,0 0 0,-1 1 0,1-1 0,0 1 0,0 0 0,-5 1 0,7-1 0,1 0 0,-1 0 0,1-1 0,-1 1 0,1 0 0,0 0 0,-1 0 0,1 0 0,0 1 0,0-1 0,0 0 0,0 0 0,0 1 0,0-1 0,0 1 0,0-1 0,1 1 0,-1-1 0,0 1 0,1-1 0,-1 1 0,1-1 0,0 1 0,0 0 0,-1-1 0,1 1 0,0 0 0,0-1 0,1 1 0,-1 0 0,0-1 0,0 1 0,1 0 0,0 2 0,1 2 0,1-1 0,-1 1 0,1 0 0,0-1 0,0 1 0,1-1 0,7 9 0,7 3 0,0 0 0,39 26 0,-7-6 0,-36-27 0,-6-4 0,0-1 0,-1 1 0,0 1 0,8 8 0,-14-14 0,0 0 0,0 0 0,0 0 0,0 0 0,-1 0 0,1 1 0,0-1 0,-1 0 0,1 0 0,-1 0 0,1 1 0,-1-1 0,0 0 0,0 1 0,1-1 0,-1 0 0,0 1 0,0-1 0,0 0 0,0 1 0,0-1 0,-1 0 0,1 0 0,0 1 0,-1-1 0,1 0 0,-1 0 0,1 1 0,-1-1 0,1 0 0,-1 0 0,0 0 0,0 0 0,0 0 0,1 0 0,-3 2 0,-1 0 0,0-1 0,1 1 0,-1-1 0,0 0 0,0 0 0,0 0 0,-1-1 0,1 1 0,0-1 0,-1 0 0,1-1 0,-7 2 0,-10-1 0,-29-2 0,26 0 0,-13 1 0,-32-2 0,67 2-57,1 0 0,0 0 1,0-1-1,0 1 0,-1 0 0,1-1 0,0 1 0,0 0 0,0-1 0,0 0 0,-1 1 1,1-1-1,0 0 0,0 1 0,0-1 0,1 0 0,-1 0 0,0 0 0,0 0 1,0 0-1,0 0 0,1 0 0,-2-2 0,-1-6-6769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70 24575,'-81'-33'0,"72"30"0,0 0 0,0 1 0,-1 0 0,1 1 0,-1 0 0,1 1 0,-10 0 0,17 0 0,0 0 0,0 0 0,0 1 0,0-1 0,0 0 0,0 1 0,0 0 0,1-1 0,-1 1 0,0 0 0,0 0 0,1 0 0,-1 0 0,1 1 0,-1-1 0,1 0 0,-1 1 0,-1 2 0,1-2 0,1 1 0,0-1 0,0 0 0,0 1 0,0-1 0,1 1 0,-1-1 0,1 1 0,-1 0 0,1-1 0,0 1 0,0 4 0,1 0 0,0 0 0,0 0 0,1 0 0,0 0 0,0-1 0,0 1 0,1 0 0,0-1 0,6 10 0,-5-11 0,1 0 0,-1 0 0,0 0 0,1-1 0,0 0 0,0 0 0,1 0 0,-1 0 0,1-1 0,-1 0 0,1 0 0,11 3 0,-13-5 0,0 0 0,-1 0 0,1 0 0,0 0 0,0-1 0,0 1 0,-1-1 0,1 0 0,0-1 0,0 1 0,0-1 0,0 1 0,-1-1 0,1 0 0,0-1 0,-1 1 0,1 0 0,-1-1 0,1 0 0,-1 0 0,0 0 0,6-5 0,-7 4 0,1 0 0,-1-1 0,0 1 0,0 0 0,0-1 0,-1 0 0,1 1 0,-1-1 0,0 0 0,0 0 0,0 0 0,0 0 0,-1 0 0,0 0 0,0-4 0,0-7 0,-1 0 0,-4-25 0,4 31 0,0 4 0,0-1 0,0 0 0,-1 1 0,1-1 0,-1 1 0,0 0 0,-4-8 0,3 11 0,4 9 0,5 10 0,1-2 0,1 0 0,0-1 0,1 0 0,0-1 0,2 0 0,-1-1 0,1 1 0,1-2 0,0 0 0,1-1 0,22 15 0,-20-14 10,-12-8-182,0-1 0,0 1 1,0-1-1,0 0 0,0-1 0,0 1 0,5 1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1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43 24575,'0'0'0,"0"0"0,0 0 0,0 0 0,0 0 0,0 0 0,0 0 0,0 0 0,0 0 0,-1 0 0,1 0 0,0 0 0,0 0 0,0 0 0,0 0 0,0 0 0,0 0 0,0 0 0,0 0 0,0 0 0,0 0 0,0 0 0,0 0 0,0 0 0,0 0 0,0 0 0,-1 0 0,1 0 0,0 0 0,0 1 0,0-1 0,0 0 0,0 0 0,0 0 0,0 0 0,0 0 0,0 0 0,0 0 0,0 0 0,0 0 0,0 0 0,0 0 0,0 0 0,0 0 0,0 0 0,0 0 0,0 1 0,0-1 0,0 0 0,0 0 0,0 0 0,0 0 0,0 0 0,0 0 0,0 0 0,0 0 0,0 0 0,0 0 0,0 0 0,0 0 0,0 0 0,0 0 0,0 1 0,5 4 0,8 5 0,72 48 0,-69-47 0,11 6 0,-25-16 0,0 0 0,0 0 0,-1 0 0,1 0 0,0-1 0,0 1 0,0-1 0,0 0 0,0 1 0,0-1 0,4 0 0,-5-1 0,0 1 0,0-1 0,1 1 0,-1-1 0,0 1 0,-1-1 0,1 1 0,0-1 0,0 0 0,0 0 0,0 1 0,0-1 0,-1 0 0,1 0 0,0 0 0,-1 0 0,1 0 0,-1 0 0,1 0 0,-1 0 0,1 0 0,-1 0 0,0 0 0,0-1 0,1 1 0,-1 0 0,0 0 0,0 0 0,0-2 0,0-3 0,0 1 0,0-1 0,0 0 0,-3-8 0,-1-3 0,2 14 0,1-1 0,0 0 0,0 0 0,0 0 0,0 0 0,1 0 0,-1 0 0,1 0 0,0 0 0,1 0 0,0-5 0,-1 8 0,0 1 0,0 0 0,1-1 0,-1 1 0,0 0 0,1 0 0,-1 0 0,0-1 0,1 1 0,-1 0 0,0 0 0,1 0 0,-1 0 0,0 0 0,1-1 0,-1 1 0,0 0 0,1 0 0,-1 0 0,0 0 0,1 0 0,-1 0 0,1 0 0,-1 0 0,0 0 0,1 0 0,-1 1 0,0-1 0,1 0 0,-1 0 0,0 0 0,1 0 0,-1 0 0,0 1 0,1-1 0,-1 0 0,0 0 0,0 1 0,1-1 0,-1 0 0,0 1 0,16 13 0,-13-12 0,11 13 0,26 22 0,-36-34 0,1 0 0,-1 0 0,0-1 0,1 1 0,-1-1 0,1 0 0,0 0 0,5 1 0,-8-2 0,-1-1 0,0 0 0,1 0 0,-1 0 0,1 0 0,-1 0 0,0 0 0,1 0 0,-1 0 0,1 0 0,-1-1 0,0 1 0,1 0 0,-1-1 0,0 0 0,0 1 0,1-1 0,-1 0 0,0 1 0,0-1 0,0 0 0,0 0 0,0 0 0,0 0 0,0 0 0,0 0 0,0 0 0,0 0 0,-1 0 0,2-2 0,1-4 0,0 0 0,-1 1 0,1-2 0,1-11 0,3-7 0,-7 25 0,1 0 0,-1-1 0,1 1 0,0 0 0,-1 0 0,1 0 0,0 0 0,0 0 0,-1 0 0,1 0 0,0 0 0,0 0 0,0 1 0,0-1 0,0 0 0,1 0 0,-1 1 0,0-1 0,0 1 0,2-1 0,-1 0 0,0 1 0,0 0 0,1 0 0,-1 0 0,0 0 0,0 0 0,1 0 0,-1 1 0,0-1 0,4 2 0,4 2 0,-1 1 0,1-1 0,16 13 0,-23-15 0,8 6-119,12 7-504,32 17 0,-43-27-6203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2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3 24575,'81'362'0,"-66"-287"0,-14-69 0,3 10 0,-4-16 0,0 0 0,0 0 0,-1 0 0,1 0 0,0 0 0,0 0 0,0 0 0,0 0 0,0 0 0,0 0 0,0 0 0,0 0 0,0 0 0,0 0 0,0 0 0,0 0 0,0 0 0,0 0 0,0 0 0,0 0 0,0 0 0,0 0 0,0 0 0,0 0 0,0 0 0,0 0 0,0 0 0,0 0 0,0 0 0,0 0 0,0 0 0,0 0 0,0 0 0,0 0 0,0 0 0,0 0 0,0 0 0,0 0 0,-4-9 0,-41-94 0,29 71 0,1-1 0,2 0 0,1-1 0,-7-40 0,17 67 0,2 0 0,-1 0 0,1 0 0,0 0 0,0 1 0,1-1 0,0 0 0,0 0 0,0 0 0,1 1 0,0-1 0,5-10 0,-5 14 0,0 0 0,0 0 0,0 0 0,0 0 0,1 0 0,-1 1 0,1-1 0,-1 1 0,1 0 0,0-1 0,0 1 0,0 1 0,0-1 0,1 0 0,-1 1 0,0-1 0,1 1 0,-1 0 0,1 0 0,-1 1 0,1-1 0,-1 1 0,1-1 0,-1 1 0,7 1 0,-7-1 0,0 0 0,-1 1 0,1-1 0,-1 1 0,1 0 0,-1-1 0,1 1 0,-1 0 0,1 1 0,-1-1 0,0 0 0,0 1 0,0-1 0,1 1 0,-1 0 0,-1 0 0,1-1 0,0 1 0,0 1 0,-1-1 0,3 3 0,-4-3 0,1 0 0,0 0 0,0 0 0,-1 0 0,1 0 0,-1 0 0,1 0 0,-1 0 0,0 0 0,0 0 0,0 0 0,0 0 0,0 0 0,-1 0 0,1 0 0,-1 0 0,1 0 0,-1 0 0,0 0 0,1 0 0,-1 0 0,0 0 0,0 0 0,0-1 0,-1 1 0,1 0 0,-3 1 0,-1 3-195,0-2 0,-1 1 0,0-1 0,0 0 0,-1 0 0,-6 3 0,-2 0-6631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3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145 703 24575,'14'-51'0,"-3"-1"0,6-61 0,-15 83 0,-1 0 0,-2 1 0,-1-1 0,-1 0 0,-9-41 0,-2 17 0,-2 1 0,-34-75 0,49 125 0,-1 1 0,1-1 0,0 1 0,-1-1 0,0 1 0,1 0 0,-1 0 0,0 0 0,0 0 0,-4-3 0,5 4 0,0 1 0,0-1 0,0 1 0,0 0 0,0-1 0,0 1 0,0 0 0,0 0 0,1 0 0,-1 0 0,0 0 0,0 0 0,0 0 0,0 0 0,0 0 0,0 0 0,0 0 0,0 0 0,0 1 0,0-1 0,0 0 0,0 1 0,1-1 0,-1 1 0,0-1 0,0 1 0,0-1 0,1 1 0,-1 0 0,0-1 0,1 1 0,-1 0 0,0 0 0,0 1 0,-3 4 0,0 0 0,0 1 0,1-1 0,-1 1 0,2 0 0,-1 0 0,1 0 0,-2 11 0,0 1 0,2 0 0,-1 21 0,5 181 0,-1-194 0,10 46 0,-9-62 0,1 1 0,0-1 0,1 0 0,1-1 0,-1 1 0,12 17 0,-10-20 0,1 0 0,0 0 0,0 0 0,1-1 0,-1 0 0,2-1 0,-1 0 0,1 0 0,0 0 0,0-1 0,1-1 0,-1 0 0,1 0 0,0-1 0,20 4 0,-4-1 0,0-2 0,0-1 0,53-1 0,-70-3 0,-1 0 0,1-1 0,-1 0 0,1 0 0,-1 0 0,16-8 0,-19 7 0,0 1 0,-1-2 0,1 1 0,-1 0 0,0-1 0,1 0 0,-2 0 0,1 0 0,0 0 0,-1-1 0,6-9 0,-6 8 0,0-1 0,-1 1 0,0-1 0,0 0 0,0 0 0,-1 0 0,0-1 0,0 1 0,-1 0 0,0 0 0,0 0 0,-1-1 0,-1-6 0,1 6 0,-1 0 0,0 0 0,0 1 0,-1-1 0,0 1 0,0 0 0,-1 0 0,0 0 0,0 0 0,-1 0 0,-8-9 0,12 15 0,-1-1 0,1 1 0,-1-1 0,0 1 0,1-1 0,-1 1 0,0 0 0,0 0 0,0 0 0,0 0 0,0 0 0,0 0 0,0 1 0,0-1 0,0 1 0,0-1 0,0 1 0,0 0 0,-5 0 0,5 0 0,0 1 0,0 0 0,0 0 0,1-1 0,-1 1 0,0 1 0,0-1 0,1 0 0,-1 0 0,0 1 0,1-1 0,-1 0 0,1 1 0,0 0 0,0-1 0,-1 1 0,1 0 0,0 0 0,0-1 0,-1 5 0,-2 5 0,-1-1 0,2 1 0,0 0 0,0 1 0,1-1 0,0 0 0,1 1 0,0-1 0,1 19 0,1-23 0,0-1 0,0 1 0,0-1 0,1 0 0,0 1 0,0-1 0,1 0 0,-1 0 0,1-1 0,1 1 0,-1 0 0,1-1 0,0 0 0,0 0 0,1 0 0,-1 0 0,1-1 0,6 5 0,7 3 0,0-1 0,1-1 0,0-1 0,1-1 0,28 8 0,105 18 0,-141-32 30,1 0 0,1-1 0,20-1 0,-27-1-179,-1 0 1,1 0-1,-1 0 1,0-1-1,1 1 1,-1-2-1,0 1 1,0-1-1,6-3 1,-2-1-6678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6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64 24575,'0'-7'0,"-1"0"0,1 0 0,-1 0 0,-3-11 0,4 17 0,0 0 0,0 0 0,0 0 0,-1 1 0,1-1 0,0 0 0,0 0 0,-1 1 0,1-1 0,-1 0 0,1 0 0,0 1 0,-1-1 0,1 0 0,-1 1 0,0-1 0,1 1 0,-1-1 0,0 1 0,1-1 0,-1 1 0,0-1 0,1 1 0,-1 0 0,0-1 0,0 1 0,1 0 0,-1 0 0,0-1 0,0 1 0,0 0 0,1 0 0,-1 0 0,0 0 0,0 0 0,0 0 0,0 0 0,1 0 0,-1 1 0,0-1 0,0 0 0,1 0 0,-1 1 0,0-1 0,0 0 0,1 1 0,-1-1 0,0 1 0,1-1 0,-1 1 0,-1 0 0,-9 8 0,-18 18 0,21-19 0,-1 1 0,0-2 0,-15 11 0,20-15 0,-1-1 0,1 0 0,1 1 0,-1 0 0,0-1 0,1 2 0,-1-1 0,1 0 0,0 1 0,0-1 0,0 1 0,1 0 0,-1 0 0,1 0 0,0 0 0,0 1 0,-2 7 0,-2 13 0,1 0 0,2 1 0,-1 31 0,9 79 0,6-55 0,37 141 0,2 2 0,-48-200 0,0-1 0,-3 26 0,3 25 0,-2-72 0,0 0 0,0 0 0,1-1 0,-1 1 0,0 0 0,1 0 0,0 0 0,0 0 0,-1 0 0,1-1 0,0 1 0,0 0 0,0-1 0,1 1 0,-1-1 0,0 1 0,1-1 0,-1 0 0,1 1 0,-1-1 0,1 0 0,-1 0 0,1 0 0,0 0 0,0 0 0,-1-1 0,1 1 0,0 0 0,3 0 0,5 0 0,0 0 0,0 0 0,0-1 0,18-2 0,-4 0 0,5 2-1365,-16 0-5461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07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24575,'18'-9'0,"0"1"0,0 1 0,27-6 0,-35 10 0,0 1 0,0 1 0,0 0 0,0 1 0,1 0 0,-1 0 0,0 1 0,14 3 0,-16-3 0,-4 0 0,0 0 0,0 0 0,0 0 0,-1 0 0,1 1 0,4 1 0,-7-2 0,0-1 0,-1 1 0,1-1 0,0 1 0,-1 0 0,1-1 0,-1 1 0,1 0 0,-1 0 0,1-1 0,-1 1 0,1 0 0,-1 0 0,0-1 0,1 1 0,-1 0 0,0 0 0,0 0 0,0 0 0,1 0 0,-1 0 0,0-1 0,0 1 0,0 0 0,0 0 0,-1 0 0,1 0 0,0 0 0,0 0 0,0-1 0,-1 1 0,1 0 0,-1 1 0,-19 44 0,12-31 0,1 1 0,1 0 0,0 0 0,-3 19 0,1 17 0,2 1 0,3-1 0,5 78 0,4-60 0,3 0 0,33 124 0,-31-144 0,-10-46 0,-1 1 0,0-1 0,1 0 0,-2 1 0,1-1 0,0 0 0,-1 1 0,0-1 0,-2 6 0,3-9-85,-1 0 0,1 0-1,-1 0 1,0 0 0,1 0-1,-1 0 1,0 0 0,0 0-1,0-1 1,0 1 0,0 0-1,0 0 1,0-1 0,0 1-1,-1 0 1,-7 2-6741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13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5754 59 24575,'22'0'0,"-19"0"0,-15 0 0,-360-19 0,-190-7 0,304 19 0,9 0 0,-505 8 0,536 6 0,17 1 0,-180 2 0,379-10 0,-396 4 0,269-4 0,-47-8 0,4 1 0,-460 7 0,379 17 0,117-4 0,67-7 0,-59 2 0,-276-8 0,382 1 0,-32 5 0,32-3 0,-29 2 0,7-2 0,35-1 0,0-1 0,0-1 0,0 1 0,1-1 0,-1-1 0,0 0 0,-9-2 0,55 0 0,447 12 0,-53 4-759,-22-1-812,-325-8 594,-15-1-3907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17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7784 189 24575,'35'-9'0,"-33"7"0,-8 0 0,-10 0 0,13 2 0,-39-5 0,-46-4 0,-20 2 0,-22-1 0,-11 1 0,2 0 0,-26 14 0,8 1 0,-317-28 0,-98-4 0,351 17 0,5-1 0,-41 0 0,-211-12 0,269 27 0,-3 1 0,44-1 0,9 0 0,-95 2 0,113-3 0,-98 9 0,133-9 0,-77 2 0,-46 0 0,47-3 0,54-4 0,-120 28 0,85-6 0,16-13 0,46-5 0,-303 1 0,241-7 0,-120 10 0,155 0-927,-85 7-5870,135-11 8489,1-1 4340,-108 18-6032,41-3 0,8-7 0,91-7 0,-92 9 0,100-16 0,27 2 0,-1 0 0,1 0 0,-1 0 0,1-1 0,-1 1 0,0 0 0,1 0 0,-1 0 0,1-1 0,-1 1 0,1 0 0,-1-1 0,1 1 0,0 0 0,-1-1 0,0 0 0,1 1 0,0-1 0,0 1 0,0-1 0,0 1 0,0 0 0,0-1 0,0 1 0,1 0 0,-1-1 0,0 1 0,0-1 0,0 1 0,0 0 0,1-1 0,-1 1 0,0 0 0,0-1 0,1 1 0,-1 0 0,0 0 0,0-1 0,1 1 0,-1 0 0,0 0 0,1-1 0,-1 1 0,1 0 0,0 0 0,4-3 0,0 0 0,0 1 0,0-1 0,1 1 0,-1 1 0,11-3 0,35-3 0,413-24 0,-325 25 0,148-3 0,26 2-198,19 0-417,-22-1 615,-3 1 0,43-1 0,46-7 0,-22 10 0,18-1 0,-126-3 0,90-6 0,556-74 0,-499 40 811,1 29-809,-375 20-2,182 9 0,-174-4 0,32 5 0,3 0 0,-45-6 0,81 2 0,-8 0 0,293 4 0,-259-12 0,-130 2 0,-1 1 0,1 0 0,23 6 0,44 12 0,99 11 0,-71-15 0,-66-9 0,-17-2 0,33 0 0,-39-3 0,28 5 0,-28-2 0,28 0 0,-23-5 0,36-6 0,-35 3 0,29 0 0,-40 3 0,1-1 0,-1 0 0,24-7 0,10-3 0,-46 12 9,-1 0 1,1 0-1,-1 0 0,1 0 0,-1 0 1,1 0-1,-1 1 0,1-1 0,-1 1 0,0-1 1,1 1-1,3 2 0,-5-3-51,-1 1-1,1-1 1,0 1-1,0-1 1,0 1-1,-1 0 1,1-1 0,0 1-1,-1 0 1,1 0-1,-1-1 1,1 1-1,0 0 1,-1 0 0,0 0-1,1 0 1,-1 0-1,0-1 1,1 1-1,-1 0 1,0 0 0,0 0-1,0 0 1,0 0-1,0 0 1,0 0-1,0 0 1,0 0 0,0 0-1,0 0 1,0 0-1,-1 0 1,1 0-1,-1 1 1,-3 7-6784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622 0 24575,'2'1'0,"0"0"0,0 0 0,0 0 0,0 0 0,0 0 0,0 1 0,2 2 0,-3-4 0,-1 0 0,0 0 0,0 1 0,1-1 0,-1 0 0,0 0 0,0 1 0,0-1 0,0 0 0,1 1 0,-1-1 0,0 0 0,0 0 0,0 1 0,0-1 0,0 0 0,0 1 0,0-1 0,0 0 0,0 1 0,0-1 0,0 0 0,0 1 0,0 0 0,-1-1 0,1 1 0,0-1 0,-1 1 0,1-1 0,-1 0 0,1 1 0,0-1 0,-1 0 0,1 1 0,-1-1 0,0 0 0,1 1 0,-1-1 0,1 0 0,-1 0 0,1 0 0,-2 1 0,-8 1 0,1-1 0,-1 1 0,0-2 0,-16 0 0,-18 2 0,-187 16 0,169-14 0,-125-1-473,157-3-419,16 0-5934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2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574 12 24575,'-70'-7'0,"-1"3"0,-126 9 0,-17 1-1231,211-6 1097,-16 0-6692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3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24575,'30'29'0,"1"0"0,2-2 0,0-2 0,2-1 0,0-2 0,56 27 0,238 82 0,-316-127 0,19 6 0,-30-9 0,-1-1 0,1 1 0,0 0 0,-1 0 0,1 0 0,-1 0 0,0 0 0,1 0 0,-1 0 0,0 0 0,1 1 0,-1-1 0,0 0 0,1 3 0,-2-3 0,0 0 0,1 0 0,-1 1 0,0-1 0,0 0 0,-1 0 0,1 1 0,0-1 0,0 0 0,0 0 0,-1 0 0,1 0 0,-1 1 0,1-1 0,-1 0 0,1 0 0,-1 0 0,0 0 0,0 0 0,1 0 0,-1 0 0,0 0 0,0-1 0,0 1 0,0 0 0,-1 1 0,-29 18 0,-51 25 0,-74 46 0,144-84-170,0 0-1,0 0 0,-1-1 1,0-1-1,0 0 0,0-1 1,-27 5-1,27-7-6655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9:3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60 120 24575,'-1'-1'0,"0"1"0,-1-1 0,1 1 0,0-1 0,0 1 0,0 0 0,0-1 0,0 1 0,-1 0 0,1 0 0,0 0 0,0 0 0,0 0 0,-1 0 0,1 0 0,0 1 0,0-1 0,0 0 0,0 1 0,-2 0 0,1 0 0,0 0 0,1 0 0,-1 1 0,1-1 0,-1 0 0,1 1 0,-1-1 0,1 1 0,0 0 0,0-1 0,-1 3 0,-1 1 0,1 1 0,0-1 0,0 0 0,0 1 0,1-1 0,0 1 0,-1 9 0,1-1 0,2 0 0,0-1 0,0 1 0,1 0 0,1-1 0,0 1 0,1-1 0,9 22 0,-10-28 0,1 0 0,0-1 0,0 1 0,0-1 0,1 1 0,0-1 0,0 0 0,0-1 0,1 0 0,0 1 0,0-2 0,0 1 0,1-1 0,0 0 0,-1 0 0,15 5 0,-18-8 0,0 0 0,1-1 0,-1 1 0,0-1 0,0 1 0,1-1 0,-1 0 0,0 0 0,1-1 0,-1 1 0,0-1 0,1 0 0,4-1 0,-2 0 0,-1-1 0,-1 1 0,1-1 0,0 0 0,-1 0 0,1-1 0,6-6 0,-4 2 0,0 0 0,0-1 0,-1 0 0,0 0 0,0 0 0,-1-1 0,0 1 0,3-12 0,-2-1 0,-1-1 0,0 0 0,1-27 0,-2 33 0,1 14 0,2 10 0,8 15 0,0 2 0,34 39 0,-29-42 0,39 32 0,-47-43 0,1-2 0,0 1 0,0-2 0,0 0 0,16 6 0,-25-11 0,0-1 0,-1 0 0,1 0 0,0 0 0,-1-1 0,1 1 0,0-1 0,0 0 0,0 0 0,-1 0 0,1-1 0,0 1 0,0-1 0,-1 0 0,1 0 0,0 0 0,3-2 0,-3 1 0,0-1 0,-1 1 0,1-1 0,0 0 0,-1 0 0,0 0 0,0-1 0,0 1 0,0-1 0,0 0 0,-1 0 0,0 0 0,4-7 0,-2-1 0,0 1 0,-1 0 0,0-1 0,-1 0 0,0 1 0,-1-1 0,0 0 0,0 0 0,-2 0 0,-1-13 0,0 10 0,-1 0 0,0 0 0,-1 0 0,-1 1 0,0 0 0,-1 0 0,-11-21 0,12 28 20,0-1 0,0 1 0,-1 0 0,1 0 0,-14-11 0,15 14-144,-1 1 0,1 1 1,0-1-1,-1 0 0,0 1 0,1 0 1,-1 0-1,0 1 0,0-1 0,0 1 1,-8-1-1,-2 1-6702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0:5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28 24575,'20'-4'0,"-17"4"0,1-1 0,-1 0 0,0 1 0,1-1 0,-1 0 0,0-1 0,4-1 0,-25 1 0,-57 4 0,-56-4 0,126 2-170,0-1-1,1 0 0,-1 0 1,1 0-1,-1-1 0,1 1 1,-8-5-1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0:52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1 24575,'-3'0'0,"1"1"0,-1 0 0,1 0 0,0 0 0,-1 0 0,1 0 0,-2 2 0,-6 2 0,1-2 0,0 0 0,0 0 0,-1-1 0,1 0 0,-17 1 0,-50-3 0,44-1 0,18 0-2,0 0 0,-15-4 0,6 0-1357,11 4-5467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36 143 24575,'-3'-2'0,"1"0"0,-1 0 0,0 0 0,0-1 0,1 0 0,0 1 0,-1-1 0,1 0 0,0 0 0,0 0 0,1 0 0,-1 0 0,-2-7 0,4 9 0,-1-1 0,1 0 0,0 0 0,0 1 0,0-1 0,0 0 0,0 0 0,0 0 0,0 1 0,0-1 0,1 0 0,-1 0 0,1 1 0,-1-1 0,1 0 0,0 1 0,0-1 0,0 1 0,0-1 0,0 1 0,0-1 0,0 1 0,0-1 0,0 1 0,1 0 0,-1 0 0,0 0 0,4-2 0,4-2 0,0 0 0,0 0 0,1 1 0,-1 0 0,1 1 0,20-4 0,66-5 0,-57 9 0,-28 1 0,1 1 0,-1 1 0,0 0 0,0 0 0,0 1 0,17 4 0,-25-4 0,1 0 0,-1 0 0,0 0 0,0 1 0,0-1 0,-1 1 0,1-1 0,0 1 0,0 0 0,-1 0 0,1 1 0,-1-1 0,0 0 0,0 1 0,0-1 0,0 1 0,0 0 0,0-1 0,-1 1 0,1 0 0,-1 0 0,0 0 0,0 1 0,0-1 0,0 0 0,0 6 0,0-3 0,-1 1 0,0-1 0,0 1 0,-1-1 0,0 0 0,0 1 0,0-1 0,-1 0 0,-5 12 0,-2 3 0,-19 29 0,13-25 0,-12 18 0,-36 45 0,22-42 0,28-32 0,0 0 0,-13 20 0,25-33 0,1 0 0,-1 0 0,0 0 0,1 0 0,-1 0 0,1 0 0,-1 0 0,1 0 0,0 0 0,-1 0 0,1 0 0,0 0 0,0 0 0,0 0 0,-1 0 0,1 0 0,0 0 0,1 0 0,-1 0 0,0 1 0,0 0 0,1-1 0,-1-1 0,1 1 0,0 0 0,-1-1 0,1 1 0,0 0 0,-1-1 0,1 1 0,0-1 0,0 1 0,0-1 0,-1 1 0,1-1 0,0 0 0,0 1 0,0-1 0,0 0 0,0 0 0,1 0 0,5 1 0,0-1 0,-1 0 0,1 0 0,0-1 0,9-1 0,48-12 0,62-10 0,-98 21-120,147-11-1125,-162 14-5581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24575,'-1'1'0,"0"-1"0,1 0 0,-1 0 0,1 0 0,-1 1 0,1-1 0,-1 0 0,1 1 0,-1-1 0,1 0 0,-1 1 0,1-1 0,-1 1 0,1-1 0,-1 1 0,1-1 0,0 1 0,-1-1 0,1 1 0,0-1 0,0 1 0,-1-1 0,1 1 0,0 0 0,0-1 0,0 1 0,0 0 0,-1-1 0,1 1 0,0-1 0,0 1 0,0 0 0,1-1 0,-1 2 0,3 22 0,0-12 0,1-1 0,0 0 0,1 0 0,0 0 0,1-1 0,7 10 0,4 4 0,26 28 0,-41-49-105,1 0 0,0 0 0,0 0 0,1 0 0,-1 0 0,0-1 0,1 1 0,0-1 0,-1 0 0,1 0 0,0 0 0,8 2 0,0-3-6721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24575,'0'15'0,"2"7"0,1 3 0,3-2 0,0-1 0,1-2 0,0-2 0,1-4 0,-1-2 0,1-1 0,-1 1 0,1-3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31 24575,'-27'-5'0,"-11"-2"0,-4 1 0,2 1 0,3 2 0,6 0 0,3 2 0,4 1 0,3 2 0,4 2 0,3-1-8191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3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212 116 24575,'-13'-11'0,"-60"-46"0,60 48 0,1 1 0,-2 1 0,-26-12 0,39 18 0,-1 1 0,1-1 0,0 1 0,-1-1 0,1 1 0,0-1 0,-1 1 0,1 0 0,0 0 0,-1 0 0,1 0 0,0 0 0,-1 0 0,1 0 0,-1 0 0,1 0 0,0 1 0,-1-1 0,1 1 0,0-1 0,0 1 0,-1-1 0,-1 2 0,2-1 0,0 1 0,0 0 0,0 0 0,0-1 0,0 1 0,0 0 0,1 0 0,-1 0 0,1 0 0,-1 0 0,1 0 0,-1 0 0,1 0 0,0 0 0,0 2 0,-1 15 0,0-2 0,0 0 0,1 0 0,1 0 0,0-1 0,6 28 0,71 187 0,6-43 0,6 17 0,-88-197-273,1 0 0,-1 1 0,-1-1 0,2 13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3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55 24575,'-29'-9'0,"-13"-4"0,-1 0 0,2 3 0,5 3 0,6 5 0,6 3 0,5 4 0,3 3 0,1 3 0,4-1-8191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649 104 24575,'3'-9'0,"0"0"0,-1 0 0,0 0 0,0 0 0,0-13 0,-2 21 0,0-1 0,0 1 0,0 0 0,0-1 0,0 1 0,-1-1 0,1 1 0,0-1 0,-1 1 0,1 0 0,-1-1 0,1 1 0,-1 0 0,0-1 0,0 1 0,1 0 0,-1 0 0,0 0 0,0 0 0,0 0 0,0 0 0,0 0 0,0 0 0,-1 0 0,1 0 0,0 0 0,0 1 0,-1-1 0,1 1 0,0-1 0,-1 1 0,1-1 0,-1 1 0,1 0 0,0 0 0,-1-1 0,1 1 0,-1 0 0,1 0 0,-1 0 0,1 1 0,-1-1 0,-1 1 0,-17 2 0,-1 1 0,-39 14 0,-14 4 0,-14-8 0,-104 3 0,70-8 0,98-6-1365,5 1-5461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252 145 24575,'-31'-27'0,"-2"1"0,-1 2 0,-52-29 0,81 50 0,0 1 0,0 0 0,-1 0 0,1 0 0,-10-1 0,14 2 0,0 1 0,0 0 0,0 0 0,0 0 0,0 0 0,0 0 0,0 0 0,0 1 0,0-1 0,0 0 0,1 0 0,-1 1 0,0-1 0,0 1 0,0-1 0,0 1 0,0-1 0,1 1 0,-1-1 0,0 1 0,0-1 0,1 1 0,-1 0 0,1 0 0,-1-1 0,0 1 0,1 0 0,-1 0 0,1 0 0,0 0 0,-1-1 0,1 1 0,0 0 0,-1 0 0,1 0 0,0 0 0,0 0 0,0 0 0,0 2 0,-1 13 0,1 1 0,4 23 0,-1 9 0,-2-34 0,1 1 0,0 0 0,1-1 0,0 1 0,2-1 0,6 16 0,44 86 0,-28-62 0,2 1 0,13 26 0,-38-71 0,1 1 0,-2-1 0,0 1 0,0 0 0,1 16 0,-3-26-47,-1-1 0,0 1 0,0-1 0,1 1 0,-1-1 0,0 1 0,-1-1 0,1 1 0,0-1-1,0 1 1,-1-1 0,1 1 0,-1-1 0,1 1 0,-1-1 0,1 0 0,-1 1 0,0-1 0,0 0 0,0 0 0,0 1-1,0-1 1,0 0 0,0 0 0,0 0 0,0 0 0,0 0 0,-2 1 0,-6 1-6779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75 24575,'-32'-9'0,"-15"-4"0,-5-2 0,2 1 0,6 4 0,7 3 0,6 3 0,7 2 0,4 4 0,4 1 0,2 1 0,0 2 0,1 2 0,0 2 0,2 2 0,1-1 0,1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05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3 24575,'-10'-2'0,"-1"2"0,1-1 0,0 1 0,-1 1 0,1 0 0,-18 4 0,25-4 0,0 0 0,1 0 0,-1 0 0,1 0 0,-1 0 0,1 1 0,0-1 0,-1 1 0,1 0 0,0-1 0,0 1 0,0 0 0,-2 3 0,3-4 0,0 1 0,0 0 0,0 0 0,1 0 0,-1 0 0,0 0 0,1 0 0,-1 0 0,1 0 0,0 1 0,0-1 0,0 0 0,0 0 0,0 0 0,0 0 0,0 0 0,1 0 0,-1 1 0,2 1 0,0 3 0,1-1 0,-1 1 0,1-1 0,1 0 0,-1 0 0,1 0 0,0-1 0,1 1 0,-1-1 0,1 0 0,6 5 0,7 4 0,0-1 0,22 12 0,-37-23 0,1 0 0,-1 1 0,0-1 0,0 0 0,0 1 0,0-1 0,-1 1 0,1 0 0,2 4 0,-4-6 0,-1-1 0,0 1 0,1-1 0,-1 1 0,0 0 0,0 0 0,1-1 0,-1 1 0,0 0 0,0-1 0,0 1 0,0 0 0,0 0 0,0-1 0,0 1 0,0 0 0,0 0 0,0-1 0,-1 2 0,1-1 0,-1 0 0,0 0 0,1 0 0,-1 0 0,0-1 0,0 1 0,1 0 0,-1 0 0,0-1 0,0 1 0,0 0 0,0-1 0,0 1 0,0-1 0,0 1 0,-2 0 0,-11 2 0,0-1 0,0 1 0,1-2 0,-1 0 0,0-1 0,-21-2 0,1 1 0,-20 0-1365,33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2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16 135 24575,'1'13'0,"0"0"0,1 0 0,0-1 0,0 1 0,9 21 0,28 57 0,-1-4 0,-35-77 0,-3-10 0,0 0 0,0 0 0,0 0 0,0 0 0,0 0 0,0 0 0,0 0 0,0 0 0,0 0 0,0 0 0,0 0 0,0 0 0,0 0 0,0 0 0,0 0 0,0 0 0,0 0 0,0 0 0,0 0 0,0 0 0,0 0 0,0 0 0,0 0 0,0 0 0,0 0 0,0 0 0,0 0 0,0 0 0,0 0 0,0 0 0,0 0 0,-1 0 0,1 0 0,0 0 0,0 0 0,0 0 0,0 0 0,0 0 0,0 0 0,0 0 0,0 0 0,0 0 0,0 0 0,-9-16 0,3 5 0,-10-15 0,1-1 0,1-1 0,2 0 0,0-1 0,-9-39 0,19 57 0,0 0 0,0 0 0,1 0 0,0 0 0,1 0 0,0 0 0,4-19 0,-4 26 0,1 0 0,0 0 0,0 0 0,1 1 0,-1-1 0,1 0 0,0 1 0,0-1 0,0 1 0,0 0 0,1 0 0,-1 0 0,1 0 0,0 0 0,0 0 0,0 1 0,0-1 0,0 1 0,0 0 0,1 0 0,-1 0 0,1 1 0,0-1 0,7-1 0,-5 1-57,0 1 0,1-1 1,-1 1-1,0 1 0,1-1 0,-1 1 0,1 1 0,-1-1 0,1 1 0,-1 0 0,0 0 1,1 1-1,-1 0 0,0 0 0,0 0 0,0 1 0,0 0 0,-1 0 0,1 1 1,-1-1-1,0 1 0,0 0 0,8 8 0,-4-1-6769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2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58 24575,'-35'-13'0,"0"1"0,-1 1 0,-66-9 0,99 19 0,0 1 0,1 0 0,-1 0 0,0 0 0,0 0 0,0 1 0,0-1 0,0 1 0,0-1 0,-5 3 0,7-2 0,-1 0 0,0 0 0,1 1 0,0-1 0,-1 0 0,1 1 0,0-1 0,-1 1 0,1-1 0,0 1 0,0-1 0,0 1 0,1 0 0,-1-1 0,0 1 0,1 0 0,-1 2 0,-1 2 0,1 0 0,0 1 0,0-1 0,0 1 0,1-1 0,0 1 0,0-1 0,1 1 0,0-1 0,0 1 0,1-1 0,-1 0 0,1 0 0,1 0 0,-1 0 0,1 0 0,0 0 0,0 0 0,1-1 0,7 9 0,-1-3 0,0 0 0,0-1 0,1-1 0,0 0 0,0 0 0,1-1 0,1 0 0,18 8 0,-25-14 0,0 1 0,-1-1 0,1-1 0,0 1 0,0-1 0,0 0 0,0 0 0,0-1 0,0 0 0,1 0 0,-1 0 0,0-1 0,0 0 0,7-2 0,-9 2 0,-1 0 0,0 0 0,1-1 0,-1 0 0,0 1 0,1-1 0,-1 0 0,0-1 0,0 1 0,-1 0 0,1-1 0,-1 0 0,1 1 0,-1-1 0,0 0 0,0 0 0,0-1 0,0 1 0,0 0 0,-1-1 0,1 1 0,-1-1 0,0 1 0,0-5 0,0 2 0,0 0 0,-1 0 0,0 0 0,0 1 0,0-1 0,-1 0 0,0 0 0,0 0 0,-1 1 0,1-1 0,-1 0 0,0 1 0,-1 0 0,1-1 0,-6-6 0,4 10 0,3 8 0,4 10 0,-1-9-80,1-1 0,1 1-1,-1 0 1,1-1 0,0 1-1,1-1 1,-1 0 0,1-1-1,1 1 1,-1-1 0,1 0 0,-1 0-1,1-1 1,1 0 0,-1 0-1,14 6 1,-7-6-6746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178 494 24575,'-25'-2'0,"-29"1"0,47 1 0,0 1 0,0-1 0,0 1 0,0 1 0,0 0 0,1 0 0,-1 0 0,1 0 0,-8 5 0,12-6 0,1 0 0,-1 0 0,1 0 0,-1 0 0,1 0 0,0 0 0,-1 1 0,1-1 0,0 0 0,0 1 0,0-1 0,0 1 0,0-1 0,0 1 0,0 0 0,0-1 0,1 1 0,-1 0 0,1 0 0,-1 1 0,1 0 0,0-1 0,0 1 0,0-1 0,1 0 0,-1 1 0,1-1 0,-1 0 0,1 1 0,0-1 0,0 0 0,0 0 0,0 0 0,3 4 0,-1-2 0,0 0 0,0 0 0,1 0 0,-1-1 0,1 1 0,0-1 0,0 0 0,0 0 0,0-1 0,1 1 0,-1-1 0,1 0 0,0 0 0,4 2 0,-4-4 0,-1 1 0,1 0 0,-1-1 0,1 0 0,-1 0 0,1 0 0,-1-1 0,1 1 0,-1-1 0,1 0 0,-1 0 0,0-1 0,0 0 0,0 1 0,1-1 0,-2 0 0,1-1 0,7-4 0,-7 3 0,0 0 0,0 0 0,-1 0 0,0 0 0,0-1 0,0 1 0,0-1 0,0 0 0,-1 1 0,0-1 0,0-1 0,0 1 0,-1 0 0,0 0 0,1-8 0,0-7 0,-2 0 0,0 0 0,-1 0 0,-1 1 0,-1-1 0,-1 0 0,-1 1 0,-12-33 0,-8-10 0,-43-73 0,34 71 0,28 51 0,3 6 0,-1 1 0,1-1 0,-8-8 0,11 15 0,0 0 0,0 0 0,0 0 0,0-1 0,0 1 0,0 0 0,0 0 0,0 0 0,0 0 0,0 0 0,0 0 0,0 0 0,0 0 0,0 0 0,0 0 0,0 0 0,0 0 0,0 0 0,0 0 0,0 0 0,0 0 0,0 0 0,0 0 0,0 0 0,0 0 0,0 0 0,-1 0 0,1 0 0,0-1 0,0 1 0,0 0 0,0 0 0,0 0 0,0 0 0,0 0 0,0 0 0,0 0 0,0 0 0,0 0 0,0 0 0,0 0 0,0 0 0,0 1 0,0-1 0,0 0 0,-1 0 0,1 0 0,0 0 0,0 0 0,0 0 0,0 0 0,0 0 0,0 0 0,0 0 0,0 0 0,0 0 0,0 0 0,0 0 0,0 0 0,0 0 0,0 0 0,0 0 0,0 0 0,0 0 0,0 7 0,2 8 0,8 24 0,1-1 0,20 44 0,40 72 0,-50-110 0,0 0 0,2-1 0,2-1 0,2-1 0,32 37 0,-56-74-273,0-1 0,0 0 0,0-1 0,7 6 0,0-3-6553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742 1 24575,'-1'2'0,"1"1"0,-1 0 0,0 0 0,0-1 0,0 1 0,0 0 0,0-1 0,0 1 0,-1-1 0,-1 3 0,-18 22 0,-81 72 0,85-83 0,-5 5 0,2 0 0,1 2 0,0 0 0,-23 40 0,-46 110 0,57-109 0,-3-2 0,-3-2 0,-2-1 0,-2-2 0,-3-2 0,-61 59 0,66-72-1365,30-34-5461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54 24575,'-17'-5'0,"-36"-12"0,-74-12 0,124 28 0,0 0 0,0 1 0,0 0 0,-1 0 0,1 0 0,0 0 0,0 0 0,0 1 0,0-1 0,0 1 0,0 0 0,0 0 0,0 0 0,-4 2 0,5-2 0,0 1 0,0 0 0,0 0 0,1 0 0,-1 0 0,0 0 0,1 0 0,-1 0 0,1 0 0,0 1 0,0-1 0,0 1 0,0-1 0,0 1 0,0-1 0,1 1 0,-1 2 0,0 0 0,1 0 0,-1-1 0,1 1 0,0 0 0,0 0 0,1 0 0,-1-1 0,1 1 0,0 0 0,1-1 0,1 6 0,0-3 0,1 1 0,0-1 0,0 0 0,1 0 0,9 12 0,5 0 0,0-1 0,43 31 0,-56-45 0,99 70 0,-104-73 0,0 0 0,0 0 0,0-1 0,0 1 0,0 0 0,-1 0 0,1 0 0,0 0 0,-1 0 0,1 0 0,0 0 0,0 1 0,-1-1 0,0-1 0,0 1 0,0-1 0,0 0 0,0 1 0,0-1 0,0 1 0,0-1 0,0 1 0,0-1 0,0 1 0,0-1 0,0 0 0,-1 1 0,1-1 0,0 1 0,0-1 0,0 0 0,-1 1 0,1-1 0,0 1 0,-1-1 0,-1 2 0,1-1 0,-1 0 0,0 1 0,0-1 0,0 0 0,-1 0 0,1 0 0,0-1 0,0 1 0,0 0 0,-3 0 0,-18 2 0,0-1 0,0-1 0,-33-2 0,16 0 0,38 1-68,-1 0 0,1 0-1,-1 0 1,1 0 0,-1 0 0,1 0-1,-1-1 1,1 0 0,0 1 0,-1-1-1,1 0 1,0 0 0,-1 0 0,1 0-1,0-1 1,0 1 0,0 0-1,0-1 1,-2-2 0,-2-5-6758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5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61 24575,'-18'-10'0,"-53"-26"0,65 33 0,-1 0 0,-1 1 0,1 0 0,0 0 0,-1 1 0,1 0 0,0 0 0,-9 1 0,14 0 0,0 0 0,0 0 0,0 1 0,0-1 0,0 0 0,0 1 0,0 0 0,0-1 0,0 1 0,0 0 0,1 0 0,-1 0 0,0 0 0,1 0 0,-1 0 0,1 1 0,-1-1 0,1 0 0,-2 3 0,1-2 0,1 0 0,0 0 0,0 1 0,0-1 0,0 0 0,1 1 0,-1-1 0,1 1 0,-1-1 0,1 1 0,0-1 0,0 1 0,0 3 0,1 1 0,0 0 0,0 0 0,1 0 0,0 0 0,1 0 0,-1 0 0,1-1 0,0 1 0,7 9 0,-6-11 0,0 0 0,0 0 0,1-1 0,-1 0 0,1 0 0,0 0 0,0 0 0,0-1 0,0 0 0,0 0 0,1 0 0,0-1 0,-1 0 0,11 3 0,-12-5 0,-1 1 0,0-1 0,0 1 0,1-1 0,-1 0 0,0-1 0,1 1 0,-1-1 0,0 1 0,1-1 0,-1 0 0,0 0 0,0 0 0,0-1 0,0 1 0,0-1 0,0 1 0,0-1 0,-1 0 0,1 0 0,0 0 0,-1-1 0,0 1 0,1-1 0,-1 1 0,0-1 0,-1 0 0,3-4 0,-1 2 0,-1 0 0,0 0 0,0-1 0,0 1 0,-1-1 0,0 0 0,0 1 0,0-9 0,-3-49 0,1 43 0,7 32 0,14 22 0,-16-29 0,5 11 0,2-1 0,0 0 0,1-1 0,0 0 0,1-1 0,0 0 0,1-1 0,1-1 0,-1 0 0,2-1 0,25 13 0,-40-22-33,1-1 0,-1 1-1,0-1 1,0 1 0,1-1-1,-1 0 1,0 1 0,1-1 0,-1 0-1,0 0 1,1 0 0,-1 0-1,0 0 1,1 0 0,-1 0-1,0-1 1,1 1 0,-1 0 0,0-1-1,1 1 1,-1-1 0,0 1-1,0-1 1,0 0 0,1 1-1,-1-1 1,0 0 0,0 0 0,0 0-1,0 0 1,-1 0 0,1 0-1,0 0 1,0 0 0,0 0-1,-1-1 1,1 1 0,-1 0 0,1 0-1,0-2 1,2-8-6793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24575,'4'0'0,"-1"0"0,0 1 0,1 0 0,-1 0 0,0 0 0,0 0 0,1 0 0,-1 1 0,0-1 0,4 4 0,30 23 0,-19-14 0,5 3 0,-3-1 0,1-1 0,0-1 0,40 19 0,-60-33 0,0 1 0,0-1 0,1 1 0,-1-1 0,0 0 0,0 1 0,1-1 0,-1 0 0,0 0 0,0 0 0,1 0 0,-1 0 0,0 0 0,1 0 0,-1 0 0,0-1 0,0 1 0,1 0 0,-1-1 0,0 1 0,0-1 0,2 0 0,-1-1 0,-1 1 0,0 0 0,1-1 0,-1 0 0,0 1 0,0-1 0,0 0 0,0 1 0,0-1 0,0 0 0,0 0 0,-1 0 0,1-2 0,1-3 0,-1 0 0,0 0 0,-1 1 0,1-1 0,-2 0 0,1 0 0,-2-11 0,-13-32 0,15 50 0,0 0 0,0 0 0,0 0 0,0 0 0,0 0 0,0 0 0,0 0 0,0 0 0,0 0 0,0 0 0,0 0 0,0 0 0,0 0 0,1 0 0,-1 0 0,0 0 0,0 0 0,0 0 0,0 0 0,0 0 0,0 0 0,0 0 0,0 0 0,0 0 0,0 0 0,0 0 0,0 0 0,0 0 0,0 0 0,0 0 0,0 0 0,0 0 0,0 0 0,0 0 0,0 0 0,0 0 0,0 0 0,0 0 0,0 0 0,0 0 0,0 0 0,0 0 0,0 0 0,0 0 0,0-1 0,1 1 0,-1 0 0,0 0 0,0 0 0,6 6 0,6 9 0,-5-7 0,0 0 0,1 0 0,-1-1 0,1 0 0,1 0 0,0 0 0,0-1 0,0-1 0,0 0 0,1 0 0,15 5 0,-22-9 0,-1-1 0,0 0 0,1 1 0,-1-1 0,0 0 0,1 0 0,-1-1 0,0 1 0,1 0 0,-1-1 0,0 1 0,1-1 0,-1 0 0,0 0 0,0 0 0,0 0 0,0 0 0,0 0 0,0-1 0,0 1 0,0-1 0,0 1 0,-1-1 0,1 0 0,-1 1 0,1-1 0,-1 0 0,0 0 0,2-3 0,-2 4 0,-1 0 0,1 0 0,0 0 0,-1 0 0,1 0 0,0 0 0,0 1 0,0-1 0,0 0 0,0 0 0,0 1 0,0-1 0,0 1 0,0-1 0,0 1 0,0-1 0,0 1 0,0 0 0,1-1 0,-1 1 0,0 0 0,0 0 0,0 0 0,1 0 0,-1 0 0,0 0 0,0 0 0,0 0 0,1 0 0,-1 1 0,0-1 0,0 1 0,0-1 0,2 2 0,4 1 0,1 1 0,-2 1 0,1-1 0,7 8 0,-3-4 0,17 13-1365,-15-14-5461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6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46 24575,'25'94'0,"52"126"0,-70-205 0,-5-11 0,0 0 0,0 1 0,0-1 0,0 1 0,-1 0 0,0-1 0,0 1 0,0 6 0,-1-11 0,1 1 0,-1-1 0,0 1 0,-1-1 0,1 0 0,0 1 0,0-1 0,0 1 0,0-1 0,0 0 0,0 1 0,0-1 0,-1 0 0,1 1 0,0-1 0,0 0 0,0 1 0,-1-1 0,1 0 0,0 1 0,-1-1 0,1 0 0,0 0 0,-1 1 0,1-1 0,0 0 0,-1 0 0,1 1 0,-1-1 0,0 0 0,0 0 0,0 0 0,0 0 0,0 0 0,0 0 0,0 0 0,0-1 0,0 1 0,0 0 0,0 0 0,-1-2 0,-26-15 0,25 15 0,-21-15 0,0-2 0,2 0 0,-34-38 0,47 47 0,1 0 0,1-1 0,-1 1 0,2-2 0,0 1 0,0-1 0,1 0 0,0 0 0,1 0 0,-5-26 0,9 32 0,-1 1 0,1-1 0,0 1 0,0-1 0,1 1 0,0-1 0,0 1 0,0-1 0,0 1 0,1-1 0,0 1 0,0 0 0,0 0 0,1 0 0,0 0 0,0 1 0,0-1 0,0 1 0,1 0 0,0-1 0,0 2 0,0-1 0,0 0 0,1 1 0,-1 0 0,1 0 0,0 0 0,0 0 0,0 1 0,0 0 0,0 0 0,0 0 0,7 0 0,-1 0 0,0 1 0,-1 0 0,1 1 0,-1 1 0,1-1 0,0 2 0,-1-1 0,0 1 0,1 1 0,-1 0 0,0 1 0,16 7 0,-25-10 0,1 0 0,0 0 0,-1 0 0,1 0 0,-1 0 0,1 0 0,-1 0 0,1 1 0,-1-1 0,0 0 0,0 1 0,0-1 0,0 1 0,0 0 0,0-1 0,0 1 0,0 0 0,-1-1 0,1 1 0,-1 0 0,1 3 0,-1-3 0,0 0 0,0 0 0,-1 0 0,1-1 0,0 1 0,-1 0 0,0-1 0,1 1 0,-1 0 0,0-1 0,0 1 0,0-1 0,0 1 0,0-1 0,0 1 0,0-1 0,-1 0 0,1 0 0,0 1 0,-1-1 0,1 0 0,-4 1 0,-5 4-227,-1-1-1,0 0 1,0-1-1,-1 0 1,-19 3-1,11-3-6598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6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20 583 24575,'37'-75'0,"3"-4"0,-36 66 0,1 1 0,-1-1 0,-1 1 0,3-25 0,-3 8 0,-2 1 0,-1 0 0,-2 0 0,0 0 0,-2 0 0,-1 0 0,-1 0 0,-2 1 0,-19-48 0,27 74 0,-1 1 0,1-1 0,0 0 0,-1 0 0,1 1 0,0-1 0,-1 0 0,1 0 0,-1 1 0,1-1 0,-1 0 0,0 1 0,1-1 0,-1 1 0,1-1 0,-1 1 0,0-1 0,0 1 0,1-1 0,-1 1 0,0 0 0,0-1 0,-1 1 0,2 0 0,-1 0 0,0 0 0,0 1 0,1-1 0,-1 0 0,0 1 0,0-1 0,1 0 0,-1 1 0,0-1 0,1 1 0,-1-1 0,0 1 0,1 0 0,-1-1 0,1 1 0,-1-1 0,1 1 0,-1 1 0,-3 6 0,-1 0 0,2 0 0,-5 12 0,6-15 0,-2 10 0,0 0 0,1 0 0,0 0 0,1 0 0,1 0 0,0 1 0,1-1 0,3 23 0,-1-20 0,1 0 0,1 1 0,1-1 0,1 0 0,0-1 0,14 27 0,-9-26 0,0-1 0,1-1 0,1 0 0,1 0 0,0-1 0,0-1 0,2-1 0,0 0 0,21 13 0,-32-23 0,0 0 0,0 0 0,0-1 0,1 0 0,-1 0 0,1 0 0,-1 0 0,1-1 0,-1 0 0,1 0 0,0-1 0,-1 0 0,1 0 0,0 0 0,-1-1 0,1 1 0,0-1 0,-1-1 0,1 1 0,-1-1 0,0 0 0,10-5 0,-9 4 0,0 0 0,-1-1 0,1 0 0,-1 0 0,0-1 0,0 1 0,-1-1 0,1 0 0,-1 0 0,0-1 0,-1 1 0,1-1 0,-1 0 0,0 0 0,-1 0 0,1 0 0,-1-1 0,0 1 0,1-9 0,-2 6 0,0 0 0,-1-1 0,1 1 0,-2 0 0,-2-19 0,2 26 0,1 0 0,-1 0 0,1 0 0,-1-1 0,0 1 0,0 1 0,0-1 0,0 0 0,0 0 0,-1 0 0,1 0 0,0 1 0,-4-3 0,4 3 0,0 0 0,-1 0 0,1 1 0,-1-1 0,1 1 0,-1-1 0,1 1 0,-1-1 0,0 1 0,1 0 0,-1 0 0,1 0 0,-1 0 0,0 0 0,1 0 0,-1 0 0,1 1 0,-1-1 0,0 0 0,1 1 0,-2 0 0,0 0 0,0 1 0,1-1 0,-1 1 0,1-1 0,-1 1 0,1 0 0,-1 0 0,1 0 0,0 0 0,0 1 0,0-1 0,0 1 0,1-1 0,-1 1 0,1-1 0,-1 1 0,1 0 0,0 0 0,0 0 0,-1 5 0,1-2 0,-1 0 0,2 0 0,-1 1 0,0-1 0,1 1 0,1-1 0,-1 0 0,3 13 0,0-11 0,0 0 0,0 0 0,1 0 0,0 0 0,0 0 0,1-1 0,0 0 0,0 0 0,1 0 0,-1 0 0,2-1 0,-1 0 0,11 7 0,-1-2 0,0 0 0,2-1 0,-1 0 0,35 12 0,-44-20-227,0 1-1,0-1 1,0-1-1,1 1 1,11-1-1,-8-1-6598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19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13 24575,'-7'-8'0,"3"12"0,3 16 0,5 0 0,2 0 0,0 0 0,1-1 0,1 0 0,0 0 0,2 0 0,14 21 0,-23-39 0,-1 0 0,0 0 0,1 0 0,-1-1 0,1 1 0,-1 0 0,1 0 0,0-1 0,-1 1 0,1 0 0,0-1 0,-1 1 0,1-1 0,0 1 0,0-1 0,-1 1 0,1-1 0,0 1 0,0-1 0,0 0 0,1 1 0,-1-1 0,-1-1 0,1 1 0,-1 0 0,1-1 0,-1 1 0,1-1 0,-1 1 0,0-1 0,1 1 0,-1-1 0,1 1 0,-1-1 0,0 1 0,1-1 0,-1 0 0,0 1 0,0-1 0,0 1 0,1-1 0,-1 0 0,0 1 0,0-2 0,1-8 0,0 0 0,0-16 0,-1 24 0,-1-21 0,0 7 0,1 0 0,1 0 0,0 0 0,6-28 0,-6 42 0,-1 1 0,0-1 0,1 1 0,-1 0 0,1 0 0,-1-1 0,1 1 0,0 0 0,0 0 0,-1-1 0,1 1 0,0 0 0,0 0 0,0 0 0,0 0 0,0 0 0,0 1 0,1-1 0,-1 0 0,0 0 0,2 0 0,-1 1 0,-1-1 0,1 1 0,0 0 0,0 0 0,0 0 0,0 0 0,0 0 0,0 0 0,-1 1 0,1-1 0,0 0 0,0 1 0,3 1 0,4 2 0,0 1 0,-1 1 0,1-1 0,12 12 0,21 19 0,34 28 0,-63-54 0,0-2 0,0 0 0,1 0 0,19 7 0,-31-15-114,-1 1 36,-1-1 0,1 0 0,0 1-1,-1-1 1,1 0 0,-1 0 0,1 0 0,-1 0-1,1 1 1,0-1 0,-1 0 0,1 0 0,0 0-1,-1 0 1,2-1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0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88 24575,'-4'-5'0,"0"0"0,0 1 0,-1-1 0,1 1 0,-1 0 0,0 0 0,0 1 0,-1-1 0,1 1 0,-1 0 0,-7-2 0,11 4 0,0 0 0,0 1 0,0 0 0,0-1 0,-1 1 0,1 0 0,0 0 0,0 0 0,0 0 0,0 0 0,0 1 0,0-1 0,0 1 0,0-1 0,-3 2 0,3 0 0,0-1 0,0 0 0,0 1 0,1 0 0,-1-1 0,0 1 0,1 0 0,-1 0 0,1 0 0,0 0 0,0 0 0,-1 0 0,1 0 0,1 0 0,-1 0 0,-1 5 0,1-4 0,0 1 0,0 0 0,1-1 0,-1 1 0,1 0 0,0 0 0,0-1 0,1 1 0,-1 0 0,1-1 0,-1 1 0,1 0 0,0-1 0,2 5 0,0-2 0,0-1 0,0 0 0,0 0 0,1 0 0,-1-1 0,1 1 0,0-1 0,7 5 0,-1-1 0,1 0 0,0-1 0,0-1 0,0 0 0,1 0 0,0-1 0,21 6 0,-19-8 0,1 0 0,0-1 0,-1-1 0,1 0 0,0-1 0,15-2 0,-28 2 0,-1 0 0,1-1 0,-1 1 0,1 0 0,-1-1 0,1 1 0,-1-1 0,0 1 0,1-1 0,-1 0 0,0 0 0,1 1 0,-1-1 0,0 0 0,0 0 0,1 0 0,-1 0 0,0-1 0,1-1 0,-1 1 0,0 0 0,0 0 0,0-1 0,0 1 0,-1 0 0,1 0 0,-1-1 0,0 1 0,1 0 0,-1-1 0,-1-3 0,0-2 0,0 0 0,-1 0 0,0 0 0,0 1 0,-1-1 0,-6-11 0,3 8 0,0 1 0,-1 0 0,-1 1 0,1 0 0,-1 0 0,-1 0 0,-12-9 0,13 12 0,0 0 0,-1 0 0,0 1 0,1 0 0,-2 1 0,1 0 0,0 0 0,-1 1 0,-11-2 0,18 4-72,-1 1 1,0 0-1,0 0 0,0 0 0,1 1 0,-1-1 0,0 1 0,1 0 1,-1 0-1,0 0 0,1 1 0,-1-1 0,1 1 0,0 0 0,-1 0 1,1 0-1,0 0 0,-3 4 0,-2 1-6754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0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102 276 24575,'4'3'0,"-1"0"0,0 1 0,0 0 0,0-1 0,0 1 0,0 0 0,-1 1 0,4 7 0,-19-24 0,-6-17 0,0-1 0,2 0 0,2-1 0,0-1 0,-13-46 0,27 73 0,-1 0 0,1 0 0,1 0 0,-1 0 0,1 0 0,0 0 0,0 0 0,1-8 0,-1 12 0,1-1 0,-1 1 0,0 0 0,1 0 0,-1 0 0,1 0 0,0 0 0,-1 0 0,1 0 0,0 0 0,0 0 0,-1 0 0,1 0 0,0 0 0,0 0 0,1 0 0,0 0 0,0 0 0,-1 1 0,1-1 0,0 1 0,-1-1 0,1 1 0,0 0 0,0-1 0,0 1 0,-1 0 0,1 0 0,0 0 0,0 1 0,2-1 0,2 1 7,0 1 0,0 0 0,-1 0 0,1 0-1,0 1 1,-1-1 0,1 1 0,-1 1 0,5 3-1,6 6-239,20 20-1,-19-16-732,-2-4-5860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1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24575,'15'14'0,"0"0"0,2-1 0,-1 0 0,2-1 0,-1-2 0,2 1 0,-1-2 0,1-1 0,1 0 0,24 6 0,-41-13 0,0-1 0,1 1 0,-1-1 0,1 0 0,-1 0 0,1 0 0,-1 0 0,1-1 0,-1 1 0,0-1 0,1 0 0,-1 0 0,0 0 0,6-3 0,-7 2 0,1 1 0,-1 0 0,0-1 0,0 0 0,-1 1 0,1-1 0,0 0 0,0 0 0,-1 0 0,1 0 0,-1 0 0,0-1 0,0 1 0,0 0 0,0-1 0,0 1 0,0 0 0,0-1 0,-1 1 0,1-5 0,0-9 0,-1 0 0,-1 0 0,0-1 0,-4-19 0,4 36 0,1 0 0,0-1 0,0 1 0,0 0 0,0-1 0,0 1 0,0 0 0,0-1 0,-1 1 0,1 0 0,0-1 0,0 1 0,0-1 0,0 1 0,0 0 0,1-1 0,-1 1 0,0 0 0,0-1 0,0 1 0,0 0 0,0-1 0,0 1 0,1 0 0,-1-1 0,0 1 0,0 0 0,0 0 0,1-1 0,-1 1 0,0-1 0,10 7 0,14 22 0,-22-25 0,6 6 0,0-1 0,1 0 0,0 0 0,0-1 0,0 0 0,17 8 0,-11-7 0,1 0 0,1-1 0,27 7 0,-42-13 0,1 0 0,0-1 0,0 1 0,-1-1 0,1 0 0,0 1 0,0-1 0,0-1 0,-1 1 0,1 0 0,0-1 0,0 1 0,-1-1 0,1 0 0,0 0 0,-1 0 0,4-2 0,-4 2 0,0-1 0,0 1 0,-1-1 0,1 0 0,0 0 0,-1 0 0,0 0 0,1 0 0,-1 0 0,0 0 0,0 0 0,0 0 0,0-1 0,-1 1 0,1 0 0,0-1 0,-1 1 0,0 0 0,1-1 0,-1-2 0,0 2 0,0 0 0,0 0 0,0 0 0,1 1 0,-1-1 0,1 0 0,0 0 0,0 0 0,2-5 0,-2 8 0,0-1 0,0 0 0,0 0 0,-1 0 0,1 1 0,0-1 0,0 0 0,0 1 0,0-1 0,0 1 0,0-1 0,0 1 0,0 0 0,1-1 0,-1 1 0,0 0 0,0 0 0,0-1 0,0 1 0,0 0 0,1 0 0,-1 1 0,0-1 0,0 0 0,0 0 0,0 0 0,0 1 0,2 0 0,8 3 0,-1 0 0,0 1 0,0 0 0,0 0 0,12 10 0,17 9 0,-15-11-682,50 19-1,-64-29-6143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1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40 612 24575,'-1'0'0,"-1"0"0,1 0 0,-1 0 0,1 0 0,-1 0 0,0 1 0,1-1 0,-1 0 0,1 1 0,-1-1 0,1 1 0,0 0 0,-1-1 0,1 1 0,0 0 0,-1 0 0,1 0 0,0 0 0,0 0 0,0 0 0,0 0 0,-2 3 0,2-2 0,0 0 0,0 1 0,0-1 0,0 1 0,1-1 0,-1 1 0,1-1 0,0 1 0,0 0 0,0-1 0,0 1 0,0 4 0,2 1 0,0 0 0,0 0 0,0 0 0,1-1 0,0 1 0,0-1 0,9 14 0,-7-15 0,0 0 0,0 0 0,1 0 0,0-1 0,0 0 0,9 7 0,-13-11 0,0 1 0,0-1 0,1 0 0,-1 0 0,0 0 0,0 0 0,1 0 0,-1 0 0,0 0 0,1-1 0,-1 1 0,1-1 0,-1 0 0,1 0 0,-1 0 0,1 0 0,-1 0 0,1 0 0,-1 0 0,0-1 0,1 0 0,-1 1 0,5-3 0,-5 1 0,0 1 0,-1-1 0,1 0 0,-1 0 0,1 0 0,-1 0 0,1-1 0,-1 1 0,0 0 0,0 0 0,0-1 0,0 1 0,-1-1 0,1 1 0,-1-1 0,1 1 0,-1-1 0,0-2 0,1-8 0,-1 0 0,-2-13 0,1 18 0,0-1 0,-1 1 0,0 1 0,0-1 0,0 0 0,-1 0 0,-1 1 0,1 0 0,-1 0 0,0 0 0,-1 0 0,-9-11 0,11 17 0,4 7 0,7 10 0,-1-6 0,2 1 0,-1-1 0,1 0 0,1-1 0,20 16 0,-22-19 0,1 0 0,0-1 0,1 0 0,-1 0 0,1-1 0,0 0 0,0-1 0,10 2 0,-16-4 0,0-1 0,0 0 0,0 0 0,0 0 0,0 0 0,0-1 0,0 0 0,0 0 0,0 0 0,-1 0 0,1 0 0,0-1 0,-1 0 0,1 0 0,-1 0 0,1 0 0,-1 0 0,0-1 0,0 1 0,0-1 0,0 0 0,4-6 0,-1 2 0,-1 0 0,-1 0 0,1-1 0,-1 1 0,-1-1 0,1 0 0,-2 0 0,1 0 0,2-15 0,-2 2 0,-1-1 0,-2 0 0,0 0 0,-1 1 0,-2-1 0,0 1 0,-1-1 0,-11-33 0,-1 11 0,-2 1 0,-44-80 0,-7 24 0,36 54 0,33 43 0,-1 1 0,0 0 0,0 0 0,1 0 0,-1 0 0,0 0 0,0 0 0,0 1 0,0-1 0,0 0 0,0 0 0,-1 1 0,1-1 0,0 0 0,0 1 0,0-1 0,-1 1 0,-1-1 0,2 1 0,0 1 0,1-1 0,-1 0 0,0 0 0,0 1 0,1-1 0,-1 1 0,0-1 0,0 1 0,1-1 0,-1 1 0,1-1 0,-1 1 0,0-1 0,1 1 0,-1 0 0,1-1 0,-1 1 0,1 0 0,0-1 0,-1 1 0,1 0 0,0 0 0,-1-1 0,1 1 0,0 0 0,0 0 0,0 0 0,0-1 0,0 3 0,-1 4 0,0 1 0,1-1 0,0 0 0,0 1 0,1-1 0,0 1 0,3 11 0,19 54 0,-11-42 0,13 41 0,45 85 0,-47-112 0,3-1 0,58 76 0,-78-113 0,0 0 0,0-1 0,1 0 0,0 0 0,0 0 0,0-1 0,16 8 0,-20-11 0,0-1 0,0 1 0,0-1 0,0 0 0,0 0 0,1-1 0,-1 1 0,0-1 0,0 1 0,1-1 0,-1 0 0,0 0 0,1-1 0,-1 1 0,0-1 0,1 1 0,-1-1 0,0 0 0,0 0 0,0-1 0,0 1 0,0-1 0,0 1 0,3-3 0,3-4 0,0 0 0,0-1 0,-1 0 0,0 0 0,0-1 0,-1 1 0,0-2 0,-1 1 0,0-1 0,-1 0 0,0 0 0,4-18 0,-9 28 0,0 1 0,1-1 0,-1 0 0,0 0 0,0 0 0,1 1 0,-1-1 0,0 0 0,1 0 0,-1 1 0,1-1 0,-1 0 0,1 1 0,-1-1 0,1 1 0,-1-1 0,1 1 0,0-1 0,-1 1 0,1-1 0,0 1 0,0-1 0,-1 1 0,1 0 0,1-1 0,-1 1 0,0 1 0,0-1 0,0 0 0,0 1 0,0-1 0,0 1 0,0-1 0,0 1 0,0-1 0,0 1 0,0 0 0,0 0 0,-1-1 0,1 1 0,0 0 0,0 0 0,-1 0 0,1 0 0,0 1 0,39 68 0,-8-15 0,-19-32 0,-4-7 0,18 25 0,-23-37 0,-1-1 0,0 1 0,1-1 0,-1 1 0,1-1 0,0 0 0,0-1 0,1 1 0,-1-1 0,0 0 0,6 3 0,-9-5 0,0 0 0,1 1 0,-1-1 0,0 0 0,0 1 0,0-1 0,0 0 0,0 0 0,1 0 0,-1 0 0,0 0 0,0 0 0,0 0 0,0-1 0,1 1 0,-1 0 0,0-1 0,0 1 0,0-1 0,0 1 0,0-1 0,0 1 0,0-1 0,0 0 0,0 1 0,0-1 0,0 0 0,-1 0 0,1 0 0,0 0 0,0 0 0,-1 0 0,1 0 0,-1 0 0,1 0 0,-1 0 0,1 0 0,-1 0 0,0 0 0,1-2 0,0-1 0,0 0 0,-1 0 0,1 0 0,-1 0 0,0 0 0,0 0 0,0 0 0,-1-1 0,1 1 0,-2-4 0,-13-28-1365,7 21-5461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5 0,2 4 0,0 5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2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17 111 24575,'6'-2'0,"-1"0"0,1 0 0,-1 0 0,1-1 0,-1 0 0,0 0 0,0 0 0,0 0 0,5-6 0,-9 8 0,1 0 0,-1 0 0,0 0 0,0-1 0,0 1 0,0 0 0,0-1 0,0 1 0,0-1 0,0 1 0,-1-1 0,1 0 0,0 1 0,-1-1 0,1 0 0,-1 1 0,0-1 0,0 0 0,0 1 0,0-1 0,0 0 0,0 0 0,0 1 0,0-1 0,0 0 0,-1 1 0,1-1 0,-1 0 0,0 1 0,1-1 0,-1 1 0,0-1 0,0 1 0,0-1 0,-2-2 0,2 3 0,0-1 0,-1 0 0,1 1 0,-1-1 0,1 1 0,-1 0 0,0-1 0,1 1 0,-1 0 0,0 0 0,0 0 0,0 0 0,0 1 0,0-1 0,0 0 0,0 1 0,0-1 0,0 1 0,0 0 0,0 0 0,0 0 0,-3 0 0,4 0 0,-1 1 0,0-1 0,1 1 0,-1 0 0,0-1 0,1 1 0,-1 0 0,1 0 0,-1 0 0,1 0 0,-1 0 0,1 1 0,0-1 0,0 0 0,-1 1 0,1-1 0,0 0 0,0 1 0,1-1 0,-1 1 0,0 0 0,0-1 0,1 1 0,-1 0 0,1-1 0,-1 3 0,0 3 0,0 0 0,0 0 0,1 0 0,0 0 0,0 0 0,1-1 0,0 1 0,0 0 0,0 0 0,1 0 0,0-1 0,0 1 0,1-1 0,0 1 0,0-1 0,7 10 0,2 1 0,1 0 0,1-2 0,0 1 0,21 17 0,-24-24 0,1 0 0,0-1 0,21 11 0,-25-15 0,0 0 0,0-1 0,0 0 0,0 0 0,1-1 0,-1 0 0,13 1 0,-17-4-80,0 1 0,0-1-1,0 1 1,0-1 0,0 0-1,0-1 1,0 1 0,-1-1-1,1 0 1,0 0 0,-1 0 0,0 0-1,1 0 1,-1-1 0,0 1-1,3-5 1,4-2-6746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3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209 431 24575,'-91'19'0,"79"-15"0,0 0 0,0 0 0,1 1 0,-1 0 0,-11 9 0,20-12 0,0-1 0,1 1 0,-1 0 0,1 0 0,0 1 0,0-1 0,0 0 0,0 1 0,0-1 0,0 1 0,0-1 0,1 1 0,0 0 0,-1 0 0,1 0 0,0 0 0,0 0 0,1 0 0,-1 0 0,1 0 0,-1 0 0,1 6 0,1-5 0,-1 0 0,1 1 0,0-1 0,0 0 0,1 1 0,-1-1 0,1 0 0,0 0 0,0 0 0,1 0 0,-1-1 0,1 1 0,0-1 0,0 1 0,3 2 0,-2-2 0,-1-1 0,1 0 0,-1-1 0,1 1 0,0 0 0,0-1 0,0 0 0,0 0 0,0 0 0,1-1 0,-1 0 0,8 2 0,-8-3 0,-1 1 0,1-1 0,-1-1 0,1 1 0,-1 0 0,1-1 0,-1 0 0,1 0 0,-1 0 0,1 0 0,-1 0 0,0-1 0,0 1 0,0-1 0,0 0 0,6-4 0,-3 0 0,0-1 0,1 1 0,-2-1 0,1 0 0,-1-1 0,0 1 0,-1-1 0,0 0 0,0 0 0,0 0 0,-1-1 0,-1 0 0,1 1 0,-1-1 0,1-13 0,-1 1 0,-1 1 0,-1 0 0,-1 0 0,0-1 0,-8-36 0,3 37 0,0 0 0,-1 0 0,0 1 0,-14-24 0,-47-69 0,12 24 0,56 87 0,0 0 0,-1 0 0,1 1 0,-1-1 0,1 0 0,-1 0 0,1 0 0,-1 1 0,0-1 0,1 0 0,-1 1 0,0-1 0,-1 0 0,2 1 0,0 0 0,0 0 0,0 0 0,-1 1 0,1-1 0,0 0 0,0 0 0,0 0 0,0 0 0,-1 0 0,1 0 0,0 1 0,0-1 0,0 0 0,0 0 0,0 0 0,0 0 0,-1 1 0,1-1 0,0 0 0,0 0 0,0 0 0,0 1 0,0-1 0,0 0 0,0 0 0,0 0 0,0 1 0,0-1 0,0 0 0,0 0 0,0 0 0,0 1 0,0-1 0,3 28 0,3-3 0,2 1 0,15 31 0,27 49 0,-38-82 0,175 318 0,-173-317-1365,-3-6-5461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3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265 122 24575,'-29'-19'0,"-9"-7"0,-80-41 0,115 65 0,-1 1 0,0-1 0,0 1 0,0 0 0,0 0 0,0 0 0,-8 0 0,10 1 0,1 0 0,0 0 0,-1 0 0,1 1 0,0-1 0,-1 0 0,1 1 0,0-1 0,-1 1 0,1-1 0,0 1 0,0 0 0,0 0 0,0-1 0,0 1 0,0 0 0,0 0 0,0 0 0,0 0 0,0 0 0,0 0 0,0 0 0,1 0 0,-1 1 0,0-1 0,0 3 0,-2 3 0,1 1 0,0 0 0,1 0 0,0 0 0,0 0 0,0 11 0,6 51 0,1-32-110,2-1 0,1 1 0,17 42 0,51 104-338,-76-181 448,34 73 0,80 130 0,-111-200 74,1 1 0,0-1 0,0 0 0,1 0 0,10 8 0,-14-12-50,-1-1-1,1 0 1,0 0-1,-1 0 1,1-1-1,0 1 1,0 0-1,0-1 1,0 1-1,-1-1 1,1 1-1,3-1 1,-3 0-18,-1 0 1,0 0-1,1-1 1,-1 1 0,0-1-1,0 1 1,1-1-1,-1 1 1,0-1 0,0 1-1,0-1 1,0 0-1,0 0 1,0 0 0,0 1-1,0-1 1,0 0-1,0 0 1,0-1 0,1-1-1,1-3-6,1-1 0,-1-1 0,0 1 0,-1 0 0,1-1 0,-2 1 0,1-1 0,-1 0 0,0 1 0,0-1 0,-1-10 0,-1-4 0,-1 0 0,-8-37 0,7 47 0,0 0 0,0 0 0,-1 0 0,-1 1 0,0 0 0,0 0 0,-9-12 0,11 19 0,0-1 0,-1 1 0,0 0 0,0 0 0,0 0 0,0 1 0,-1-1 0,1 1 0,-1 0 0,0 1 0,0-1 0,0 1 0,0 0 0,0 0 0,-1 0 0,1 1 0,-1 0 0,-5-1 0,-3 1 20,0 0 0,0 1 0,0 0 0,0 1 0,-22 5 0,27-4-169,1 0 1,-1 1-1,1 0 1,-1 1-1,1 0 1,0 0-1,0 0 1,1 1-1,-13 10 1,11-6-6678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95 289 24575,'8'5'0,"-3"-2"0,-1-1 0,0 1 0,0 0 0,0 0 0,0 1 0,-1-1 0,1 1 0,-1-1 0,4 6 0,-8-5 0,-4-6 0,-6-3 0,0-3 0,1 0 0,0-1 0,0-1 0,1 0 0,0 0 0,1 0 0,0-1 0,0 0 0,1-1 0,1 0 0,0 0 0,1 0 0,0-1 0,1 0 0,-5-23 0,8 34 0,1 1 0,0 0 0,-1 0 0,1 0 0,0-1 0,0 1 0,0 0 0,0-1 0,0 1 0,0 0 0,0 0 0,0-1 0,0 1 0,1 0 0,-1 0 0,1 0 0,-1-1 0,1 1 0,-1 0 0,1 0 0,-1 0 0,1 0 0,0 0 0,0 0 0,0 0 0,-1 0 0,1 0 0,0 0 0,2-1 0,0 1 0,-1 1 0,0-1 0,0 1 0,1-1 0,-1 1 0,1 0 0,-1 0 0,0 0 0,1 0 0,-1 0 0,0 0 0,1 1 0,-1-1 0,0 1 0,4 1 0,23 9 0,53 29 0,-53-24 0,45 17 0,-46-23 0,57 11 0,-70-18 0,0-1 0,0-1 0,0 0 0,0-1 0,26-4 0,-36 3 0,0 0 0,1 0 0,-1-1 0,0 0 0,0 0 0,0 0 0,-1 0 0,1-1 0,-1 0 0,8-6 0,-9 7 0,0-1 0,-1 0 0,1 0 0,-1 0 0,0 0 0,0 0 0,0-1 0,0 1 0,0 0 0,-1-1 0,0 0 0,1 1 0,-1-1 0,-1 0 0,2-6 0,-1-2 0,-1 1 0,0-1 0,-1 1 0,-2-15 0,2 22 0,0-1 0,0 1 0,0 0 0,-1 0 0,1-1 0,-1 1 0,0 0 0,0 1 0,0-1 0,-1 0 0,1 1 0,-1-1 0,0 1 0,-4-4 0,6 6 0,0 0 0,0 0 0,0 1 0,0-1 0,0 0 0,0 1 0,0-1 0,0 1 0,-1-1 0,1 1 0,0 0 0,0-1 0,0 1 0,-1 0 0,1 0 0,0 0 0,0 0 0,-1 0 0,1 0 0,0 0 0,0 0 0,0 1 0,-1-1 0,1 0 0,0 1 0,0-1 0,0 1 0,0-1 0,0 1 0,-1-1 0,1 1 0,0 0 0,1 0 0,-1-1 0,0 1 0,0 0 0,0 0 0,0 0 0,0 1 0,-2 3 0,0-1 0,1 0 0,-1 1 0,1 0 0,0-1 0,1 1 0,-1 0 0,0 7 0,0 2 0,1 0 0,0-1 0,1 1 0,1 0 0,0 0 0,1-1 0,0 1 0,1-1 0,1 0 0,0 1 0,8 15 0,-4-12 0,1 0 0,0-1 0,1-1 0,1 1 0,0-2 0,1 0 0,26 25 0,-31-34 0,-1 0 0,1 0 0,0-1 0,0 0 0,0 0 0,0-1 0,1 1 0,0-2 0,0 1 0,-1-1 0,1 0 0,1-1 0,-1 0 0,12 1 0,-14-3 0,0 1 0,0 0 0,-1-1 0,1 0 0,0-1 0,-1 1 0,1-1 0,-1 0 0,1-1 0,-1 1 0,0-1 0,0 0 0,0 0 0,-1-1 0,1 1 0,-1-1 0,1 0 0,-1 0 0,0-1 0,-1 1 0,4-6 0,4-8-1365,-2 2-5461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47 24575,'-7'-3'0,"-6"-5"0,0 2 0,0 0 0,-1 0 0,0 2 0,0-1 0,-25-3 0,37 8 0,0 0 0,1 0 0,-1 0 0,0 0 0,0 0 0,0 1 0,0-1 0,1 1 0,-1-1 0,0 1 0,0-1 0,1 1 0,-1 0 0,0 0 0,1 0 0,-1 0 0,-1 2 0,1-1 0,0 0 0,0 1 0,0-1 0,0 1 0,1-1 0,-1 1 0,1 0 0,0 0 0,-2 4 0,0 5 0,0 0 0,1 1 0,1-1 0,0 13 0,1-24 0,-1 5 0,1-1 0,0 1 0,1-1 0,-1 0 0,1 1 0,0-1 0,0 0 0,1 0 0,0 0 0,0 0 0,2 5 0,-2-7 0,0 0 0,0-1 0,0 1 0,0-1 0,1 1 0,-1-1 0,1 0 0,-1 0 0,1 0 0,0 0 0,-1-1 0,1 1 0,0-1 0,0 1 0,0-1 0,0 0 0,1-1 0,-1 1 0,5 0 0,-4 0 0,0-1 0,0 0 0,0-1 0,-1 1 0,1-1 0,0 1 0,0-1 0,0 0 0,0-1 0,-1 1 0,1-1 0,0 1 0,-1-1 0,0 0 0,1-1 0,-1 1 0,0 0 0,0-1 0,0 0 0,0 0 0,-1 0 0,5-5 0,-1-2 0,1 1 0,-2-1 0,1 0 0,-2 0 0,1 0 0,5-22 0,-6 6 0,-3 18 0,-1 24 0,-1 27 0,1 1 0,3-1 0,1 1 0,18 74 0,19 9 0,-33-107 0,1-1 0,1 1 0,0-2 0,17 22 0,-27-39 0,1 0 0,-1-1 0,0 1 0,1 0 0,-1-1 0,1 1 0,-1-1 0,1 1 0,-1-1 0,1 1 0,0-1 0,-1 1 0,1-1 0,0 0 0,-1 1 0,1-1 0,0 0 0,-1 1 0,1-1 0,0 0 0,-1 0 0,1 0 0,0 0 0,0 0 0,1 0 0,-2 0 0,1-1 0,-1 1 0,1-1 0,-1 1 0,0-1 0,1 0 0,-1 1 0,0-1 0,1 1 0,-1-1 0,0 0 0,0 1 0,0-1 0,1 0 0,-1 0 0,0 1 0,0-1 0,0 0 0,0 1 0,0-1 0,-1 0 0,1 1 0,0-1 0,0 0 0,0 0 0,-1 1 0,1-2 0,-5-11-1365,0 0-5461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5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24575,'29'0'0,"15"0"0,5 0 0,-3-3 0,-6 0 0,-6-2 0,-6-1 0,-7-1 0,-3 0 0,-5-1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26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24575,'1'9'0,"0"0"0,0 0 0,1 0 0,0 0 0,0 0 0,1-1 0,0 1 0,1-1 0,0 1 0,0-1 0,1 0 0,11 14 0,4 2 0,1-1 0,34 29 0,-41-39 0,0-2 0,32 20 0,-40-27 0,0-1 0,0 0 0,1 0 0,-1 0 0,1-1 0,0 0 0,0-1 0,0 0 0,0 0 0,14 0 0,-18-1 0,0 0 0,0-1 0,-1 1 0,1-1 0,0 0 0,0 0 0,-1 0 0,1 0 0,0 0 0,-1-1 0,1 1 0,-1-1 0,1 1 0,-1-1 0,3-3 0,-1 1 0,-1 0 0,0-1 0,0 1 0,0 0 0,0-1 0,-1 0 0,4-10 0,-2 3 0,-1-1 0,-1 0 0,1 0 0,-2 0 0,0-27 0,0 45 0,0-1 0,1 0 0,0 0 0,-1 0 0,1 0 0,0 0 0,1 0 0,-1 0 0,1-1 0,4 6 0,37 38 0,-34-38 0,0 0 0,1-1 0,0-1 0,1 1 0,13 5 0,-19-10 0,0 0 0,1 0 0,-1-1 0,1 0 0,0-1 0,-1 1 0,1-1 0,0-1 0,0 1 0,0-1 0,0 0 0,7-1 0,-9 0 0,0-1 0,0 1 0,0-1 0,0 0 0,0-1 0,-1 1 0,1-1 0,0 0 0,-1 0 0,0 0 0,0 0 0,0-1 0,0 0 0,0 0 0,-1 0 0,0 0 0,0 0 0,0-1 0,0 0 0,-1 1 0,0-1 0,1 0 0,1-9 0,-2 6 0,0 1 0,0-1 0,-1 0 0,0 0 0,-1 0 0,0 0 0,0 0 0,-1 0 0,0 0 0,0 0 0,0 1 0,-1-1 0,-1 0 0,1 1 0,-5-10 0,4 12-68,0-1 0,0 1-1,-1 0 1,1 0 0,-1 0 0,0 1-1,-1-1 1,1 1 0,-1 0 0,0 0-1,0 1 1,0-1 0,0 1 0,-1 0-1,1 1 1,-1-1 0,0 1 0,1 0-1,-11-2 1,0 2-6758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1:33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3691 45 24575,'11'3'0,"-3"-1"0,0 0 0,-1 0 0,1 0 0,0 1 0,-1 0 0,14 9 0,-21-12 0,1 0 0,-1 0 0,0 0 0,1 1 0,-1-1 0,0 0 0,0 0 0,1 1 0,-1-1 0,0 0 0,1 0 0,-1 1 0,0-1 0,0 0 0,0 1 0,1-1 0,-1 0 0,0 1 0,0-1 0,0 1 0,0-1 0,0 0 0,0 1 0,0-1 0,0 1 0,0-1 0,0 0 0,0 1 0,0 0 0,0-1 0,-1 1 0,1 0 0,-1-1 0,1 1 0,-1-1 0,1 1 0,-1-1 0,1 1 0,-1-1 0,0 1 0,1-1 0,-1 1 0,0-1 0,0 0 0,-27 8 0,-12-4 0,-1-1 0,-52-4 0,31 0 0,-449-27-601,139 2 542,-305 2-2340,-23 15-2402,306 8 3502,105-6 3622,-104 0 1491,228 7-853,180 6-2885,15 2-91,7-1 28,67 2 0,40-7-22,-11-2-145,656 14-3467,-284-8 2544,-218 0 800,789 23-1865,-594-15 1841,-408-12 409,99 7 3303,-169-8-3101,-2-1-96,0 0 0,0 0 0,0 0 0,0 0-1,0 0 1,0-1 0,0 1 0,0 0 0,0-1 0,2 0 0,-5 0-157,1 1-1,0 0 1,-1-1 0,1 1-1,0-1 1,-1 1 0,1 0-1,-1-1 1,1 1 0,-1 0-1,1 0 1,-1-1 0,1 1-1,-1 0 1,1 0 0,-1 0-1,1 0 1,-1 0 0,1 0-1,-2 0 1,-44-9-1,0 3-1,-48 0 0,35 2-38,-597-18-750,615 21 725,-193-6 8,-99 0 0,-368 19 0,312-9 623,258-3-505,114-1-118,-28-5 0,-5 0 0,-112-8 0,-100-3 0,150 10 0,-6 0 0,102 7 0,7-1 0,1 1 0,-1 0 0,0 1 0,0 0 0,1 0 0,-1 1 0,1 0 0,-1 0 0,-15 8 0,-23 9 339,35-15-907,0 1 0,-15 8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2:00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4037 202 24575,'35'-6'0,"127"-21"0,-112 21 0,65 1 0,85 6 0,-206 0 0,0-1 0,0 2 0,0-1 0,0 0 0,1 1 0,-12 5 0,-19 5 0,30-11 0,-22 5 0,-1-1 0,-51 1 0,27-5 0,-52-3 0,105 2 0,-1 0 0,1 0 0,-1 0 0,0 0 0,1 0 0,-1 0 0,0 0 0,1-1 0,-1 1 0,1 0 0,-1 0 0,0-1 0,1 1 0,-1 0 0,1-1 0,-1 1 0,1 0 0,-1-1 0,0 0 0,1 1 0,0 0 0,0-1 0,0 1 0,0 0 0,0-1 0,0 1 0,0 0 0,0-1 0,0 1 0,0 0 0,0-1 0,1 1 0,-1 0 0,0 0 0,0-1 0,0 1 0,0 0 0,0-1 0,1 1 0,-1 0 0,0 0 0,0-1 0,0 1 0,1 0 0,-1-1 0,2 0 0,0-1 0,0 1 0,1-1 0,-1 1 0,0 0 0,0 0 0,5-2 0,45-2 0,-51 5 0,-1 0 0,0 0 0,0 0 0,0 0 0,0 0 0,0 0 0,0 0 0,0 0 0,0 0 0,0 0 0,0 0 0,1 0 0,-1 0 0,0 0 0,0 0 0,0 0 0,0 0 0,0 0 0,0 0 0,0 0 0,0 0 0,0 0 0,0 0 0,1 0 0,-1 0 0,0 0 0,0 0 0,0 0 0,0 0 0,0 0 0,0 0 0,0 0 0,0 0 0,0-1 0,0 1 0,0 0 0,0 0 0,0 0 0,0 0 0,0 0 0,0 0 0,0 0 0,0 0 0,0 0 0,0 0 0,0-1 0,0 1 0,0 0 0,0 0 0,0 0 0,0 0 0,0 0 0,-5-3 0,-10-2 0,-14 2 0,-34 1 0,-13-2 0,-156-14 0,-280-25 0,-49 10 0,337 31 0,-134-6 0,45-7 0,251 11 0,-283-12 0,312 16 0,-286 10 0,234-4 0,-274 28 0,-16 4 0,303-32 0,-73 2 0,141-8 0,-1 0 0,1 1 0,-1-1 0,0 1 0,1 0 0,0 0 0,-1 0 0,1 0 0,0 1 0,-8 4 0,12-6 0,0 0 0,-1 0 0,1 0 0,0 0 0,0 0 0,-1 1 0,1-1 0,0 0 0,0 0 0,0 0 0,-1 0 0,1 1 0,0-1 0,0 0 0,0 0 0,0 1 0,-1-1 0,1 0 0,0 0 0,0 1 0,0-1 0,0 0 0,0 0 0,0 1 0,0-1 0,0 0 0,0 0 0,0 1 0,0-1 0,0 0 0,0 1 0,0-1 0,8 5 0,14-2 0,24-1 0,29 2 0,369 24 8,-208-17-141,-32 0-112,276 19-136,-189-17 381,528-43 0,119-90 0,-886 112 0,758-75 730,-579 80-710,-149 3-19,-79 0-1,-1 1 0,0-1 0,1 0 0,-1 0 0,0 1 0,1 0 0,3 1 0,-6-2 0,1 0 0,-1 0 0,0 0 0,0 0 0,0 0 0,0 0 0,0 0 0,1 1 0,-1-1 0,0 0 0,0 0 0,0 0 0,0 0 0,0 0 0,0 0 0,1 1 0,-1-1 0,0 0 0,0 0 0,0 0 0,0 0 0,0 0 0,0 1 0,0-1 0,0 0 0,0 0 0,0 0 0,0 0 0,0 1 0,0-1 0,0 0 0,0 0 0,0 0 0,0 0 0,0 1 0,0-1 0,0 0 0,0 0 0,-12 7 0,-7 0 0,-1 0 0,0-2 0,-30 4 0,-65 2 0,64-7 0,-556 10-12,418-15-119,-147-8-462,167 3 470,-3 0 101,-213-3-51,184 8 73,-306 3 0,132 12 0,87-5 0,115-3 0,8 0 0,-198 3 0,174-2 466,-4 0 22,162-8-488,-50 2 0,69 0 0,0 1 0,-1 0 0,1 0 0,-16 6 0,27-8 0,1 0 0,-1 0 0,1 0 0,-1 1 0,1-1 0,-1 0 0,1 0 0,-1 0 0,1 1 0,-1-1 0,1 0 0,-1 1 0,1-1 0,-1 0 0,1 1 0,0-1 0,-1 0 0,1 1 0,0-1 0,-1 1 0,1-1 0,0 1 0,-1-1 0,1 1 0,0 0 0,0-1 0,1 1 0,-1-1 0,0 0 0,1 1 0,-1-1 0,0 1 0,1-1 0,-1 0 0,0 1 0,1-1 0,-1 0 0,1 0 0,-1 1 0,0-1 0,1 0 0,-1 0 0,1 1 0,-1-1 0,1 0 0,29 8 0,521 41-731,-407-40 641,-98-7 80,846 44-1351,-820-44 1495,572 11-1039,-478-13 906,182-1 17,-80-15 2175,-55 3-1462,118-2-711,40-7-20,-101 4 0,-67 1 0,-188 14-1365,-5 0-5461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28 24575,'-42'-8'0,"12"1"0,0 2 0,0 1 0,-35 0 0,62 4 0,0 0 0,1 1 0,-1-1 0,0 0 0,1 1 0,-1 0 0,1-1 0,-1 1 0,1 0 0,-1 1 0,1-1 0,-1 0 0,1 0 0,0 1 0,0 0 0,0-1 0,0 1 0,0 0 0,0 0 0,0 0 0,1 0 0,-1 0 0,1 1 0,-1-1 0,1 0 0,0 1 0,0-1 0,0 1 0,0-1 0,0 1 0,0 4 0,0 0 0,0-1 0,1 0 0,0 1 0,0-1 0,1 0 0,0 1 0,0-1 0,0 0 0,1 0 0,0 1 0,0-1 0,4 8 0,-1-6 0,0 0 0,1 0 0,0 0 0,0-1 0,1 0 0,12 11 0,52 34 0,-14-12 0,4 6 0,-27-21 0,-1 1 0,-2 2 0,34 36 0,-61-60 0,-1 1 0,0-1 0,0 1 0,0 0 0,0 0 0,-1 1 0,0-1 0,0 0 0,2 9 0,-4-11 0,1 0 0,-1-1 0,0 1 0,0 0 0,0-1 0,0 1 0,0 0 0,-1-1 0,1 1 0,-1-1 0,1 1 0,-1 0 0,0-1 0,0 0 0,0 1 0,-1-1 0,1 0 0,-1 1 0,1-1 0,-1 0 0,0 0 0,-2 2 0,-3 2 0,-1-1 0,1 0 0,-1 0 0,0-1 0,0 0 0,-1 0 0,-16 4 0,9-4 0,-1 0 0,1-1 0,-25 0 0,26-2 0,-1-1 0,0-1 0,0-1 0,1-1 0,-1 0 0,1 0 0,0-2 0,0 0 0,0 0 0,1-2 0,-23-13 0,35 19 0,0 0 0,0 0 0,1-1 0,-1 1 0,0-1 0,1 1 0,0-1 0,-1 0 0,1 1 0,0-1 0,0 0 0,0 0 0,0 0 0,0 0 0,0 0 0,0-3 0,0 3 0,1 1 0,0-1 0,0 0 0,0 1 0,1-1 0,-1 1 0,0-1 0,1 0 0,-1 1 0,1-1 0,-1 1 0,1-1 0,0 1 0,-1-1 0,1 1 0,0-1 0,0 1 0,0 0 0,0 0 0,0-1 0,1 1 0,0-1 0,6-4 0,0 0 0,0 0 0,0 1 0,1 0 0,-1 1 0,19-7 0,59-11 0,-35 10 0,-37 7-1365,-4 0-5461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22 24575,'-35'-6'0,"-65"-9"0,88 14 0,0 1 0,0 0 0,0 1 0,0 0 0,0 1 0,-14 4 0,22-5 0,0 0 0,0 1 0,0 0 0,0 0 0,1 0 0,-1 0 0,1 1 0,-1-1 0,1 1 0,0 0 0,0 0 0,0 0 0,1 0 0,-1 1 0,1-1 0,-1 1 0,1 0 0,0-1 0,1 1 0,-1 0 0,-1 7 0,1-6 0,1 1 0,0-1 0,1 0 0,-1 1 0,1-1 0,0 1 0,0-1 0,1 1 0,0-1 0,0 1 0,0-1 0,1 0 0,-1 0 0,1 1 0,0-1 0,4 5 0,53 77 0,-3-4 0,-47-68 0,-1 1 0,0-1 0,9 32 0,-11-25 0,-2 0 0,-1 0 0,0 0 0,-2 0 0,-1 1 0,-3 32 0,-1-36 0,3-16 0,1-1 0,-1 1 0,0 0 0,1 0 0,0-1 0,0 1 0,0 5 0,0-7 0,0-1 0,1 1 0,-1 0 0,1 0 0,-1 0 0,0-1 0,1 1 0,0 0 0,-1 0 0,1-1 0,-1 1 0,1 0 0,0-1 0,-1 1 0,1-1 0,0 1 0,0-1 0,0 1 0,-1-1 0,1 0 0,0 1 0,0-1 0,0 0 0,0 0 0,0 1 0,-1-1 0,1 0 0,2 0 0,15 1 0,0 0 0,24-3 0,-3 1 0,-34 1 14,0 0-1,1-1 0,-1 0 0,0 1 1,0-2-1,0 1 0,0 0 1,9-5-1,-11 5-87,-1-1-1,0 1 1,0-1 0,0 1 0,0-1-1,0 0 1,0 0 0,-1 1 0,1-1-1,-1-1 1,1 1 0,-1 0 0,0 0-1,1 0 1,-1-1 0,0 1 0,-1-1-1,1 1 1,1-5 0,-1-6-6752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8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15 24575,'-1'-1'0,"1"1"0,-1-1 0,1 1 0,-1 0 0,1 0 0,-1-1 0,1 1 0,-1 0 0,1 0 0,-1 0 0,0-1 0,1 1 0,-1 0 0,1 0 0,-1 0 0,1 0 0,-1 0 0,0 0 0,1 0 0,-1 0 0,1 1 0,-1-1 0,1 0 0,-1 0 0,1 0 0,-1 1 0,0-1 0,1 0 0,-1 1 0,0 0 0,1 0 0,-1 0 0,1 0 0,0 0 0,-1 0 0,1 0 0,0 0 0,0 0 0,-1 0 0,1 0 0,0 0 0,0 0 0,0 0 0,1 2 0,0 3 0,0 0 0,1 0 0,-1 0 0,5 9 0,-3-9 0,0 1 0,0-1 0,1-1 0,0 1 0,0 0 0,0-1 0,1 0 0,0 0 0,0 0 0,0 0 0,0-1 0,1 0 0,0 0 0,8 4 0,-13-8 0,-1 0 0,1 0 0,0 1 0,-1-1 0,1 0 0,0 0 0,0 0 0,-1 0 0,1 0 0,0 0 0,0 0 0,-1 0 0,1 0 0,0 0 0,0 0 0,-1-1 0,1 1 0,0 0 0,-1 0 0,1-1 0,0 1 0,-1-1 0,2 0 0,-1 0 0,0 0 0,1 0 0,-1-1 0,0 1 0,-1-1 0,1 1 0,0-1 0,0 1 0,-1-1 0,2-1 0,-1-4 0,1 0 0,-1 0 0,1-14 0,-2 13 0,1 0 0,-1 0 0,1 0 0,1 0 0,3-12 0,-4 19 0,-1-1 0,1 0 0,0 1 0,0-1 0,0 1 0,0-1 0,0 1 0,0-1 0,0 1 0,0 0 0,0 0 0,1-1 0,-1 1 0,1 0 0,-1 0 0,1 0 0,-1 0 0,1 1 0,-1-1 0,1 0 0,0 1 0,0-1 0,-1 1 0,1 0 0,0-1 0,0 1 0,-1 0 0,1 0 0,0 0 0,0 0 0,2 1 0,6 1 0,0 0 0,0 0 0,0 1 0,-1 1 0,0 0 0,17 9 0,50 37 0,-45-27 0,-29-22-170,0 0-1,-1 1 0,1-1 1,0 1-1,0-1 0,-1 1 1,3 3-1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39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24575,'3'-3'0,"1"0"0,0 1 0,-1-1 0,2 1 0,-1 0 0,0 0 0,0 1 0,0-1 0,1 1 0,6-2 0,-8 3 0,0 0 0,0 0 0,0 1 0,-1-1 0,1 1 0,0-1 0,-1 1 0,1 0 0,0 0 0,-1 0 0,1 0 0,-1 0 0,1 1 0,-1-1 0,0 1 0,0-1 0,1 1 0,2 3 0,3 4 0,1 1 0,-2 0 0,1 0 0,-1 1 0,7 15 0,23 60 0,-20-35 0,18 93 0,-3 57 0,-11-64 0,-7-62 0,-14-74 0,0 0 0,0 0 0,0 0 0,0 0 0,0 0 0,0 0 0,0 0 0,-1 0 0,1 0 0,0 0 0,-1 0 0,1 0 0,0 0 0,-1 0 0,1 0 0,-1 0 0,0 0 0,1 0 0,-1 0 0,0-1 0,1 1 0,-1 0 0,0 0 0,0-1 0,0 1 0,0-1 0,1 1 0,-1 0 0,0-1 0,0 0 0,0 1 0,0-1 0,0 0 0,0 1 0,-1-1 0,0 0 0,-6 1 0,0 0 0,0-1 0,1 0 0,-10-1 0,5 0 0,-54-6 121,24 1-1607,21 4-5340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0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3 24575,'-7'-2'0,"-5"1"0,-4 4 0,3 3 0,-1 4 0,1 2 0,2-1-8191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0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4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997 12 24575,'16'-2'0,"84"-8"0,-85 10 0,-1 0 0,1 1 0,0 1 0,25 5 0,-40-7 0,0 0 0,0 0 0,0 0 0,0 0 0,0 0 0,0 0 0,0 0 0,0 0 0,0 0 0,0 0 0,0 0 0,0 0 0,0 0 0,0 0 0,0 0 0,0 0 0,0 0 0,0 0 0,0 1 0,0-1 0,0 0 0,0 0 0,1 0 0,-1 0 0,0 0 0,0 0 0,0 0 0,0 0 0,0 0 0,0 0 0,0 0 0,0 0 0,0 0 0,0 0 0,0 0 0,0 0 0,0 0 0,0 0 0,0 0 0,0 1 0,0-1 0,0 0 0,0 0 0,0 0 0,0 0 0,-1 0 0,1 0 0,0 0 0,0 0 0,0 0 0,0 0 0,0 0 0,0 0 0,0 0 0,0 0 0,0 0 0,0 0 0,0 0 0,0 0 0,0 0 0,0 0 0,0 0 0,0 0 0,0 0 0,0 0 0,0 0 0,0 0 0,0 0 0,-1 0 0,-5 4 0,-9 1 0,-29 3 0,-66 3 0,9-5 0,-92 3 0,-248-8 0,226-2 0,211 1 0,0 1 0,0-1 0,0 1 0,1 0 0,-1 0 0,0 0 0,0 0 0,1 1 0,-5 2 0,7-4 0,0 1 0,1-1 0,-1 1 0,0-1 0,1 1 0,-1-1 0,0 1 0,1 0 0,-1-1 0,1 1 0,-1 0 0,1-1 0,-1 1 0,1 0 0,0 0 0,-1-1 0,1 1 0,0 0 0,-1 1 0,2-1 0,-1 0 0,0 0 0,0 1 0,1-1 0,-1 0 0,0 0 0,1 0 0,-1 0 0,1 0 0,0-1 0,-1 1 0,1 0 0,0 0 0,-1 0 0,1 0 0,0-1 0,0 1 0,0 0 0,1 0 0,3 3 0,0-1 0,0-1 0,0 1 0,0-1 0,0 0 0,0 0 0,7 1 0,41 7 0,-33-7 0,90 14 0,248 50 0,-350-65 0,0-1 0,0 2 0,0-1 0,0 1 0,-1 0 0,1 1 0,-1 0 0,0 0 0,13 10 0,-20-13 0,1-1 0,0 1 0,-1 0 0,1-1 0,0 1 0,-1 0 0,1 0 0,-1 0 0,0 0 0,1 0 0,-1-1 0,0 1 0,1 0 0,-1 0 0,0 0 0,0 0 0,0 0 0,0 0 0,0 0 0,0 0 0,0 0 0,0 0 0,0 0 0,0 1 0,-1 0 0,0 0 0,0 0 0,0 0 0,0-1 0,-1 1 0,1 0 0,0-1 0,-1 1 0,1-1 0,-4 3 0,-4 3 0,0-1 0,0-1 0,-14 7 0,21-11 0,-129 53 0,-8 4 0,94-36 0,2 1 0,0 2 0,1 2 0,2 2 0,-52 48 0,10-2 0,82-75 0,-1 0 0,1 0 0,0 1 0,0-1 0,0 0 0,-1 0 0,1 0 0,0 0 0,0 1 0,0-1 0,0 0 0,0 0 0,-1 0 0,1 1 0,0-1 0,0 0 0,0 0 0,0 1 0,0-1 0,0 0 0,0 0 0,0 1 0,0-1 0,0 0 0,0 0 0,0 1 0,0-1 0,0 0 0,0 0 0,0 1 0,0-1 0,0 0 0,0 0 0,0 0 0,0 1 0,1-1 0,9 4 0,21-4 0,-27 0 0,123-13 0,-35 2 0,192-9 0,0 19 0,-242 7-1365,-29-3-5461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58 24575,'0'0'0,"0"0"0,-1-1 0,1 1 0,0 0 0,0 0 0,0 0 0,0 0 0,0 0 0,-1-1 0,1 1 0,0 0 0,0 0 0,0 0 0,-1 0 0,1 0 0,0 0 0,0 0 0,-1 0 0,1 0 0,0-1 0,0 1 0,0 0 0,-1 0 0,1 0 0,0 0 0,0 0 0,-1 0 0,1 1 0,0-1 0,0 0 0,0 0 0,-1 0 0,1 0 0,-4 8 0,3 11 0,3-7 0,1-1 0,0 0 0,1 1 0,0-1 0,0 0 0,2-1 0,9 17 0,-15-27 0,0 0 0,0 1 0,0-1 0,0 0 0,1 0 0,-1 0 0,0 1 0,0-1 0,0 0 0,0 0 0,1 0 0,-1 0 0,0 0 0,0 0 0,0 1 0,0-1 0,1 0 0,-1 0 0,0 0 0,0 0 0,1 0 0,-1 0 0,0 0 0,0 0 0,0 0 0,1 0 0,-1 0 0,0 0 0,0 0 0,1 0 0,-1 0 0,0 0 0,0 0 0,1 0 0,4-8 0,2-19 0,-5 19 0,2-2 0,-1 0 0,2 0 0,-1 0 0,2 0 0,-1 1 0,1-1 0,0 1 0,15-15 0,-17 20 0,1-1 0,0 1 0,0 0 0,0 0 0,1 1 0,-1 0 0,1 0 0,-1 0 0,1 1 0,0-1 0,0 1 0,0 1 0,1-1 0,-1 1 0,0 0 0,11 0 0,-13 2 0,-1-1 0,0 1 0,0-1 0,0 1 0,0 0 0,0 0 0,0 1 0,-1-1 0,1 0 0,0 1 0,0 0 0,-1 0 0,1-1 0,-1 2 0,0-1 0,0 0 0,1 0 0,-1 1 0,-1-1 0,1 1 0,0 0 0,2 4 0,3 7 0,-1 1 0,0-1 0,4 20 0,-7-23 0,4 29 44,-6-33-220,-1 0 0,1 0-1,1-1 1,-1 1 0,1-1 0,1 1 0,3 7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330 189 24575,'-16'-30'0,"-2"0"0,-1 1 0,-31-37 0,47 63 0,0 0 0,0 0 0,-1 0 0,1 0 0,0 1 0,-1-1 0,0 1 0,1 0 0,-1 0 0,0 0 0,0 1 0,0-1 0,-6 0 0,6 2 0,1-1 0,0 1 0,0 0 0,-1 1 0,1-1 0,0 0 0,0 1 0,-1 0 0,1 0 0,0 0 0,0 0 0,0 0 0,0 1 0,0-1 0,0 1 0,1 0 0,-1 0 0,-2 2 0,-8 7 0,-38 33 0,45-38 0,0 0 0,0 1 0,1 0 0,0 0 0,-7 12 0,11-16 0,0-1 0,0 1 0,1-1 0,-1 1 0,1-1 0,-1 1 0,1 0 0,0-1 0,-1 1 0,1-1 0,1 1 0,-1 0 0,0-1 0,1 1 0,-1-1 0,1 1 0,0-1 0,0 1 0,0-1 0,0 1 0,0-1 0,3 4 0,3 3 0,0 0 0,1 0 0,17 15 0,0 1 0,55 55 0,3 3 0,-71-69 0,0 1 0,-1 0 0,-1 1 0,10 18 0,-17-27 0,0-1 0,0 1 0,-1 0 0,0 0 0,0 0 0,-1 0 0,0 0 0,0 0 0,-1 0 0,0 0 0,0 1 0,-1 8 0,0-12 0,0 1 0,0-1 0,-1 0 0,1 0 0,-1 0 0,0 0 0,0-1 0,0 1 0,0 0 0,-1-1 0,1 0 0,-1 1 0,0-1 0,0 0 0,0 0 0,-1-1 0,1 1 0,-1-1 0,1 1 0,-1-1 0,-7 3 0,1-1 0,0-1 0,-1-1 0,1 0 0,-1 0 0,1-1 0,-13 0 0,2-1 0,-1-1 0,-22-4 0,39 4 0,0 0 0,0 0 0,0 0 0,0-1 0,0 0 0,0 0 0,0 0 0,0-1 0,1 0 0,-1 0 0,-6-5 0,9 6 0,0-1 0,0 1 0,1 0 0,-1 0 0,0-1 0,1 1 0,0-1 0,-1 1 0,1-1 0,0 1 0,1-1 0,-1 0 0,0 0 0,1 1 0,-1-1 0,1 0 0,0 0 0,0 0 0,0 0 0,0 1 0,1-1 0,-1 0 0,2-4 0,0 3 0,-1 0 0,1 0 0,0 1 0,0-1 0,1 1 0,-1-1 0,1 1 0,0 0 0,0 0 0,0 0 0,0 0 0,0 0 0,1 1 0,-1-1 0,1 1 0,6-3 0,6-3 0,0 2 0,28-9 0,-33 12-111,32-12-1143,-32 9-5572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73 24575,'-12'-8'0,"-6"-4"0,-1 0 0,-38-17 0,53 27 0,-1 0 0,0 0 0,1 1 0,-1-1 0,0 1 0,0 0 0,0 1 0,0-1 0,0 1 0,0 0 0,-1 0 0,1 1 0,0 0 0,0 0 0,1 0 0,-1 0 0,0 1 0,-6 2 0,6-1 0,1 0 0,0 0 0,1 0 0,-1 1 0,1-1 0,-1 1 0,1 0 0,0 0 0,0 0 0,1 0 0,-1 0 0,1 1 0,0-1 0,0 1 0,0 0 0,1-1 0,0 1 0,-2 9 0,2-6 0,0 1 0,1-1 0,-1 1 0,2-1 0,-1 1 0,1-1 0,0 0 0,1 1 0,0-1 0,4 11 0,5 1 0,0 1 0,1-1 0,2-1 0,28 34 0,-26-35 0,-2 0 0,0 0 0,-1 2 0,-1-1 0,10 23 0,-17-28 0,0 0 0,-1 1 0,0-1 0,-2 1 0,2 17 0,-3 75 0,-1-61 0,-1-42 0,1 0 0,1 0 0,-1 0 0,0 0 0,1 0 0,0 0 0,0 0 0,0 0 0,1 0 0,-1-1 0,3 5 0,-2-6 0,-1 0 0,1 0 0,-1-1 0,1 1 0,0-1 0,-1 1 0,1-1 0,0 0 0,0 1 0,0-1 0,0 0 0,1 0 0,-1-1 0,0 1 0,0 0 0,0-1 0,1 1 0,-1-1 0,0 0 0,4 0 0,4 0 0,0 0 0,0-1 0,0-1 0,-1 1 0,1-2 0,0 1 0,-1-1 0,0-1 0,1 0 0,-1 0 0,11-8 0,-17 10-151,-1 0-1,1 0 0,-1 0 0,1 0 1,-1-1-1,0 1 0,0-1 1,4-5-1,-1-2-6674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24575,'-1'1'0,"0"1"0,0-1 0,1 1 0,-1-1 0,0 1 0,1-1 0,-1 1 0,1 0 0,-1-1 0,1 1 0,0 0 0,0-1 0,0 1 0,0 0 0,0 0 0,0-1 0,0 1 0,1 0 0,-1-1 0,1 1 0,-1-1 0,1 1 0,0 1 0,3 6 0,-1-1 0,10 15 0,-9-17 0,0-1 0,1 1 0,-1-1 0,1 0 0,0 0 0,0-1 0,9 6 0,-12-8 0,1 0 0,0 0 0,-1-1 0,1 1 0,0-1 0,0 0 0,0 0 0,0 0 0,0 0 0,0-1 0,0 1 0,0-1 0,0 1 0,0-1 0,0 0 0,0 0 0,0-1 0,6 0 0,-7 0 0,0 0 0,-1 0 0,1 0 0,0 0 0,0 0 0,-1 0 0,1 0 0,-1 0 0,1-1 0,-1 1 0,1-1 0,-1 1 0,0-1 0,0 1 0,0-1 0,0 0 0,0 0 0,0 0 0,1-2 0,0-3 0,0-1 0,-1 1 0,2-15 0,-3 17 0,0-1 0,1 1 0,0 0 0,0 0 0,0 0 0,1 0 0,0 0 0,2-6 0,-3 10 0,-1 1 0,1-1 0,-1 1 0,1-1 0,0 1 0,-1-1 0,1 1 0,0 0 0,-1-1 0,1 1 0,0 0 0,0 0 0,-1-1 0,1 1 0,0 0 0,0 0 0,-1 0 0,1 0 0,0 0 0,0 0 0,-1 0 0,1 0 0,0 0 0,0 0 0,-1 1 0,1-1 0,0 0 0,-1 0 0,1 1 0,0-1 0,0 0 0,-1 1 0,1-1 0,-1 1 0,1-1 0,0 1 0,0 0 0,25 22 0,-22-19 0,25 21 0,39 28 0,-58-45-273,0 0 0,0 0 0,0 1 0,12 15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8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24575,'5'-4'0,"10"-12"0,0 2 0,22-16 0,-32 27 0,-1 0 0,1 0 0,0 0 0,-1 1 0,1 0 0,0 0 0,1 0 0,-1 0 0,0 1 0,0 0 0,1 0 0,-1 0 0,0 1 0,8 0 0,-9 1 0,1 0 0,-1 0 0,0 1 0,0 0 0,1 0 0,-1 0 0,-1 0 0,1 0 0,0 1 0,0-1 0,-1 1 0,0 0 0,1 0 0,-1 1 0,3 4 0,3 3 0,-1 1 0,-1-1 0,11 22 0,-14-21 0,-1-1 0,0 1 0,0 0 0,-1 0 0,-1 0 0,0 0 0,0 0 0,-3 16 0,2-7 0,3 30 0,1-23 0,1-1 0,1 0 0,1 0 0,2 0 0,1-1 0,24 48 0,-17-47 0,-6-10 0,13 29 0,-22-42 0,0 1 0,0-1 0,-1 1 0,0 0 0,0-1 0,0 1 0,0 0 0,-1 0 0,0 0 0,0 0 0,-1 9 0,1-13 3,-1 1-1,1 0 0,-1 0 1,0-1-1,0 1 0,0 0 1,0-1-1,0 1 0,0-1 1,0 1-1,0-1 0,-1 0 1,1 1-1,0-1 0,-1 0 1,1 0-1,-1 0 0,0 0 1,1 0-1,-1 0 0,0-1 1,1 1-1,-1 0 0,0-1 1,0 0-1,0 1 0,-2-1 1,-6 1-112,-1 0 0,0-1 0,-17-2 0,8 1-886,4 1-5831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49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85 250 24575,'24'-21'0,"1"1"0,0 1 0,46-26 0,-60 38 0,1 0 0,-2-1 0,12-10 0,-19 15 0,0 1 0,0-1 0,-1 0 0,1-1 0,-1 1 0,0 0 0,0-1 0,0 1 0,0-1 0,0 1 0,-1-1 0,0 0 0,0 0 0,1-6 0,-1 9 0,-1-1 0,0 0 0,0 1 0,0-1 0,-1 0 0,1 1 0,0-1 0,0 0 0,-1 1 0,1-1 0,-1 0 0,0 1 0,1-1 0,-1 1 0,0-1 0,0 1 0,0 0 0,0-1 0,0 1 0,0 0 0,-1 0 0,1-1 0,0 1 0,-1 0 0,1 0 0,0 1 0,-1-1 0,1 0 0,-1 0 0,0 1 0,1-1 0,-1 1 0,1-1 0,-4 0 0,-5 0 0,0 0 0,-1 0 0,1 1 0,-17 1 0,10 0 0,-1 0 0,0 0 0,1 1 0,-33 8 0,44-9 0,-1 1 0,1 1 0,0-1 0,0 1 0,1 0 0,-1 0 0,0 1 0,1-1 0,0 1 0,0 1 0,0-1 0,1 1 0,-9 9 0,12-12 0,0 0 0,0 0 0,0-1 0,0 1 0,0 0 0,1 0 0,-1 0 0,0 0 0,1 0 0,0 0 0,-1 0 0,1 0 0,0 0 0,0 0 0,0 0 0,0 0 0,1 3 0,0-1 0,0-1 0,1 0 0,-1 0 0,1 0 0,-1 0 0,1 0 0,0 0 0,0 0 0,4 3 0,4 4 0,0-1 0,1-1 0,0 0 0,13 7 0,-2-3 0,1 0 0,38 13 0,51 11 0,-77-26 0,-5-1-273,1-2 0,-1-1 0,1-1 0,57 1 0,-76-6-6553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 24575,'-27'2'0,"-13"1"0,-4 0 0,2 0 0,3 1 0,6 1 0,3-2 0,4 3 0,5-1 0,0-1 0,2-1 0,2 1 0,0 0 0,-1 0 0,0-2 0,3 0-8191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24575,'1'36'0,"1"0"0,2-1 0,2 1 0,1-1 0,2-1 0,1 1 0,2-2 0,1 1 0,2-2 0,1 0 0,1-1 0,43 58 0,-50-77 0,-7-9 0,0 0 0,0 1 0,0-1 0,-1 1 0,1 0 0,-1 0 0,0 0 0,0 0 0,0 0 0,-1 0 0,3 8 0,-5-11 0,1 0 0,0 0 0,0 0 0,0-1 0,0 1 0,-1 0 0,1 0 0,0-1 0,-1 1 0,1 0 0,-1-1 0,1 1 0,-1 0 0,1-1 0,-1 1 0,1-1 0,-1 1 0,1 0 0,-1-1 0,0 0 0,1 1 0,-1-1 0,0 1 0,0-1 0,1 0 0,-1 1 0,0-1 0,0 0 0,1 0 0,-1 0 0,0 0 0,0 0 0,0 0 0,1 0 0,-2 0 0,-4 1 0,1-1 0,-1-1 0,-9-1 0,-3-1 0,0-2 0,1 0 0,0-1 0,0 0 0,-23-13 0,29 13 0,0 0 0,1-1 0,-1-1 0,1 0 0,1 0 0,-1-1 0,2 0 0,-14-17 0,20 23 4,0 0 0,0-1 0,1 0 0,-1 1 0,1-1 0,0 0 0,0 0 0,0 0 0,0 0 0,1 1 0,-1-1 0,1 0 0,0 0 0,0 0 0,1 0 0,-1 0 0,1 0-1,0 0 1,0 0 0,0 0 0,0 0 0,1 1 0,0-1 0,3-6 0,5-5-190,1 0 0,0 0 0,1 1 0,14-13 0,-15 15-348,3-2-6292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0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24575,'3'-5'0,"0"1"0,2 3 0,1 5 0,2 6 0,1 4 0,0 3 0,-2-3-8191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44 115 24575,'-3'0'0,"1"-1"0,-1 1 0,0 0 0,1-1 0,-1 1 0,1 0 0,-1 0 0,0 1 0,1-1 0,-1 1 0,-2 0 0,5-1 0,-1 0 0,0 1 0,1-1 0,-1 0 0,1 1 0,-1-1 0,1 0 0,-1 1 0,1-1 0,-1 1 0,1-1 0,-1 1 0,1-1 0,0 1 0,-1-1 0,1 1 0,0-1 0,-1 1 0,1 0 0,0 0 0,0 0 0,0 0 0,0 0 0,0 0 0,0 1 0,0-1 0,0 0 0,0 0 0,0 0 0,1 0 0,-1 0 0,0 0 0,1 0 0,-1 0 0,1 1 0,4 6 0,1 0 0,-1 0 0,1-1 0,0 1 0,1-2 0,0 1 0,0-1 0,0 0 0,1 0 0,9 5 0,3 0 0,0 0 0,0-2 0,26 8 0,-31-11 0,31 5 0,-41-10 0,0-1 0,-1 1 0,1-1 0,0 0 0,-1 0 0,1 0 0,0-1 0,-1 1 0,1-1 0,0 0 0,5-3 0,-8 3 0,-1 1 0,0-1 0,0 0 0,1 0 0,-1 0 0,0 0 0,0 0 0,0 0 0,0 0 0,0-1 0,0 1 0,0 0 0,-1 0 0,1-1 0,0 1 0,0-2 0,0-1 0,0 0 0,0 1 0,-1-1 0,1 0 0,-1 1 0,0-6 0,0-3 0,-2 0 0,1 0 0,-5-12 0,6 23 0,-1-1 0,1 0 0,-1 1 0,1-1 0,0 0 0,0 0 0,0 1 0,0-1 0,0 0 0,0 0 0,0 1 0,0-1 0,1 0 0,-1 1 0,1-1 0,-1 0 0,2-2 0,-1 3 0,1-1 0,0 1 0,-1-1 0,1 1 0,0 0 0,0 0 0,0 0 0,0 0 0,0 0 0,0 0 0,0 0 0,0 1 0,4-1 0,22-6 0,-14 4 0,1 0 0,20-9 0,-31 11 0,-1-1 0,0 1 0,1-1 0,-1 0 0,0 0 0,0-1 0,0 1 0,0 0 0,-1-1 0,1 0 0,-1 1 0,1-1 0,-1 0 0,0 0 0,2-4 0,-4 6 4,1-1 0,-1 1 0,1 0 0,-1 0 0,0-1-1,0 1 1,1 0 0,-1 0 0,0-1 0,0 1 0,0 0 0,0 0-1,0-1 1,-1 1 0,1 0 0,0-1 0,-1 1 0,1 0 0,0 0-1,-1 0 1,0 0 0,1-1 0,-1 1 0,0 0 0,1 0 0,-1 0 0,0 0-1,0 0 1,0 0 0,-1 0 0,-1-2-169,0 1 0,-1 0 0,0 0 0,1 0 0,-1 0 0,0 0 0,0 1 0,-4-2 0,-5 0-6661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2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24575,'18'36'0,"-4"-6"0,23 37 0,-32-59 0,0-1 0,1 0 0,0 0 0,0 0 0,1-1 0,-1 1 0,1-2 0,1 1 0,12 7 0,-19-12 0,1-1 0,-1 1 0,0 0 0,1-1 0,-1 1 0,0-1 0,1 1 0,-1-1 0,1 0 0,-1 0 0,1 1 0,-1-1 0,1 0 0,-1 0 0,1-1 0,-1 1 0,1 0 0,-1 0 0,1-1 0,-1 1 0,1-1 0,1 0 0,-1-1 0,-1 1 0,1 0 0,-1-1 0,1 1 0,-1-1 0,0 0 0,1 1 0,-1-1 0,0 0 0,0 0 0,0 0 0,-1 0 0,1 0 0,0 0 0,-1 0 0,1-2 0,1-6 0,-1-1 0,0-20 0,-1 24 0,0-1 0,0 1 0,1 0 0,0 0 0,0 0 0,0 0 0,1 0 0,0 0 0,4-8 0,-5 13 0,0 1 0,1-1 0,-1 1 0,0-1 0,1 1 0,-1 0 0,1-1 0,0 1 0,-1 0 0,1 0 0,0 0 0,0 0 0,0 1 0,-1-1 0,1 0 0,0 1 0,0 0 0,0-1 0,0 1 0,0 0 0,0 0 0,0 0 0,0 0 0,0 0 0,0 0 0,3 1 0,4 1 0,0 0 0,-1 1 0,1 0 0,11 5 0,18 11 0,-1 2 0,35 25 0,-61-38-273,1 2 0,-1-1 0,-1 1 0,12 14 0,-13-12-6553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2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24575,'3'0'0,"3"0"0,2 0 0,1 2 0,1 4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3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3783 42 24575,'6'-9'0,"-4"5"0,0-1 0,1 1 0,0 0 0,6-7 0,-8 11 0,-1-1 0,1 1 0,-1-1 0,1 1 0,-1 0 0,1-1 0,-1 1 0,1 0 0,-1 0 0,1 0 0,-1-1 0,1 1 0,-1 0 0,1 0 0,0 0 0,-1 0 0,1 0 0,-1 0 0,1 0 0,0 0 0,-1 0 0,1 0 0,-1 0 0,1 0 0,-1 0 0,1 1 0,0-1 0,-1 0 0,1 0 0,-1 1 0,1-1 0,-1 0 0,1 1 0,-1-1 0,0 0 0,1 1 0,-1-1 0,1 1 0,-1-1 0,0 0 0,1 1 0,-1-1 0,0 1 0,1 0 0,-1-1 0,0 1 0,0-1 0,1 2 0,0 1 0,1 0 0,0 1 0,-1-1 0,0 1 0,0-1 0,0 1 0,0 0 0,-1-1 0,1 1 0,-1 0 0,0-1 0,0 1 0,0 0 0,-1-1 0,1 1 0,-1 0 0,0-1 0,0 1 0,0-1 0,0 1 0,-1-1 0,1 1 0,-4 4 0,1-3 0,1-1 0,-1 1 0,0-1 0,0 0 0,-1 0 0,1 0 0,-1-1 0,0 1 0,0-1 0,0 0 0,0-1 0,-1 1 0,1-1 0,-8 2 0,-16 4 0,-1-1 0,0-1 0,0-2 0,-46 2 0,-25-6 0,-83-1 0,54-14 0,75 10 0,-77-5 0,-32 2 0,69 2 0,-103 5 0,87 3 0,-8-3 0,-129 2 0,124 9 0,102-7 0,0 1 0,1 1 0,-35 13 0,50-15 0,-1 0 0,1 0 0,0 0 0,0 1 0,0 0 0,1 0 0,-1 1 0,1-1 0,0 1 0,0 0 0,-6 10 0,6-10 0,3-9 0,-1-7 0,0 5 0,0 0 0,-1 1 0,1-1 0,-1 1 0,0 0 0,-1 1 0,1-1 0,-1 1 0,0-1 0,-10-6 0,6 6 0,0 0 0,0 1 0,-1 0 0,1 0 0,-1 1 0,-11-2 0,-12 0 0,1 1 0,-1 2 0,-39 2 0,65 0 0,-27 2 0,1 2 0,-52 12 0,2 1 0,24-8 0,-2 2 0,-97 3 0,43-7 0,-4 0 0,42-6 0,-121-3 0,141-5 0,33 4 0,-29-1 0,27 2 0,-1 0 0,-41-10 0,55 9-227,0-1-1,1 0 1,-1-1-1,1 0 1,-20-13-1,22 12-6598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0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 24575,'18'0'0,"-13"-1"0,-1 1 0,1-1 0,0 1 0,0 1 0,0-1 0,0 0 0,0 1 0,0 0 0,-1 1 0,7 1 0,-11-3 0,0 0 0,0 0 0,0 1 0,0-1 0,0 0 0,0 0 0,0 0 0,0 0 0,0 0 0,0 0 0,0 0 0,0 1 0,0-1 0,0 0 0,0 0 0,0 0 0,0 0 0,0 0 0,0 0 0,0 0 0,0 1 0,0-1 0,0 0 0,0 0 0,0 0 0,0 0 0,0 0 0,0 0 0,-1 0 0,1 0 0,0 0 0,0 0 0,0 0 0,0 1 0,0-1 0,0 0 0,0 0 0,0 0 0,-1 0 0,1 0 0,0 0 0,0 0 0,0 0 0,0 0 0,0 0 0,0 0 0,0 0 0,-1 0 0,1 0 0,0 0 0,0 0 0,0 0 0,-8 2 0,-35 2 0,1-2 0,-46-4 0,18 1 0,58 1-118,8 1 29,0-1 0,0 0 0,0 0 0,0 0 0,-1-1 0,1 1 0,0-1 0,0 0-1,1 0 1,-1 0 0,0 0 0,0-1 0,-5-2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0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29 24575,'-10'-2'0,"-5"-2"0,-3 1 0,-1-2 0,0 0 0,2 1 0,-2 1 0,0 1 0,1 3 0,0 2 0,0 0 0,-1 2 0,1 0 0,1 0 0,4-2-8191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3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374 116 24575,'-18'-18'0,"3"2"0,-1 0 0,-34-24 0,46 37 0,0 0 0,0 0 0,0 1 0,-1-1 0,1 1 0,-1 0 0,0 0 0,1 1 0,-1 0 0,0-1 0,0 2 0,0-1 0,0 0 0,0 1 0,0 0 0,0 0 0,0 1 0,0-1 0,-9 3 0,-20 7 0,-33 6 0,60-15 0,0 0 0,0 0 0,0 1 0,0 0 0,-9 5 0,15-7 0,-1 1 0,1 0 0,0-1 0,0 1 0,0 0 0,0 0 0,0 0 0,0 0 0,0 0 0,0 0 0,0 0 0,0 0 0,0 1 0,1-1 0,-1 0 0,0 0 0,1 1 0,-1-1 0,1 0 0,0 1 0,-1-1 0,1 1 0,0-1 0,0 0 0,0 1 0,0-1 0,0 1 0,0-1 0,0 0 0,0 1 0,1-1 0,-1 1 0,1 0 0,2 6 0,-1-1 0,2 0 0,-1 0 0,1-1 0,0 1 0,0-1 0,10 12 0,42 36 0,-29-30 0,189 186 0,-184-177 0,-18-20 0,16 22 0,-26-30 0,0 1 0,-1 0 0,1 0 0,-1 0 0,-1 0 0,1 0 0,2 10 0,-4-14 0,-1 0 0,0 1 0,1-1 0,-1 0 0,0 0 0,0 0 0,0 0 0,0 0 0,-1 0 0,1 0 0,0 0 0,-1 0 0,0 0 0,1 0 0,-1 0 0,0 0 0,0 0 0,-2 3 0,0-2 0,1-1 0,0 0 0,-1 0 0,1 0 0,-1 0 0,1 0 0,-1-1 0,0 1 0,0-1 0,0 0 0,-4 2 0,-5 0 0,0-1 0,0 0 0,0 0 0,-1-1 0,-14-1 0,-3-1 0,-43-5 0,62 4 0,0 0 0,0-1 0,1 0 0,-1-1 0,1 0 0,0 0 0,-13-9 0,21 12 0,1 1 0,0-1 0,-1 0 0,1 0 0,0 0 0,0 0 0,-1 0 0,1 0 0,0 0 0,0 0 0,0-1 0,0 1 0,1 0 0,-1-1 0,0 1 0,0-1 0,1 1 0,-1-1 0,1 1 0,-1-1 0,1 1 0,0-1 0,0 1 0,-1-1 0,1 1 0,0-1 0,1 0 0,-1 1 0,0-3 0,2 1 0,-1 0 0,0 0 0,1 1 0,-1-1 0,1 0 0,0 1 0,0-1 0,0 1 0,0 0 0,1 0 0,-1 0 0,0 0 0,1 0 0,3-2 0,10-5 66,36-15 0,-3 2-1563,-39 17-5329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4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78 24575,'-16'-9'0,"-54"-31"0,60 34 0,-1 1 0,-1 1 0,1 0 0,-18-3 0,27 6 0,0 1 0,-1-1 0,1 1 0,0 0 0,-1 0 0,1 0 0,-1 0 0,1 0 0,0 0 0,-1 1 0,1-1 0,0 1 0,-1 0 0,1-1 0,0 1 0,0 0 0,0 0 0,0 1 0,-4 2 0,4-2 0,1 0 0,-1 0 0,1 0 0,0 0 0,0 0 0,0 0 0,0 0 0,0 1 0,0-1 0,1 0 0,-1 1 0,1-1 0,-1 0 0,1 1 0,0-1 0,0 1 0,0-1 0,0 0 0,1 4 0,1 3 0,0 0 0,0-1 0,1 1 0,0-1 0,0 0 0,7 11 0,31 47 0,-31-51 0,10 17 0,0 0 0,16 40 0,-28-53 0,-1 1 0,-1 0 0,0 0 0,-1 1 0,2 29 0,-6 30 0,-1-1 0,0-77 0,1 0 0,-1 0 0,1 0 0,-1 0 0,1-1 0,0 1 0,-1 0 0,1 0 0,0 0 0,0-1 0,1 1 0,-1 0 0,0-1 0,0 1 0,1-1 0,-1 1 0,1-1 0,-1 0 0,1 0 0,0 0 0,-1 0 0,1 0 0,0 0 0,0 0 0,0 0 0,-1-1 0,1 1 0,0 0 0,4-1 0,5 2 0,1-1 0,0 0 0,-1-1 0,13-2 0,-6 1 0,-11 1-102,2 0 161,-1 0 0,1-1-1,11-2 1,-19 2-115,1 1 1,-1 0 0,0-1-1,1 1 1,-1-1-1,1 1 1,-1-1-1,0 0 1,0 1-1,1-1 1,-1 0-1,0 0 1,0 0-1,0 0 1,0 0-1,0 0 1,0 0-1,0 0 1,0-1-1,0 1 1,-1 0-1,1 0 1,0-1-1,-1 1 1,1-1-1,0-1 1,-1-7-6771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24575,'0'4'0,"1"0"0,-1 0 0,1 0 0,1 0 0,-1 0 0,0-1 0,1 1 0,0 0 0,-1-1 0,1 0 0,1 1 0,1 2 0,3 3 0,1-1 0,-1 1 0,10 6 0,-12-11 0,0 0 0,0 0 0,1 0 0,0 0 0,-1-1 0,12 4 0,-14-6 0,-1 0 0,0-1 0,0 1 0,1-1 0,-1 0 0,0 1 0,1-1 0,-1 0 0,0 0 0,0-1 0,1 1 0,-1-1 0,0 1 0,0-1 0,1 1 0,-1-1 0,0 0 0,0 0 0,0 0 0,0 0 0,0-1 0,3-2 0,-2 1 0,1 0 0,-1 0 0,0-1 0,0 1 0,-1-1 0,1 0 0,-1 0 0,0 0 0,0 0 0,0 0 0,2-7 0,-1-2 0,-1 1 0,2-24 0,-4 36 0,0-1 0,0 0 0,0 0 0,0 0 0,0 0 0,1 0 0,-1 1 0,0-1 0,0 0 0,1 0 0,-1 0 0,0 1 0,1-1 0,-1 0 0,1 0 0,-1 1 0,1-1 0,-1 0 0,1 1 0,0-1 0,-1 1 0,1-1 0,0 1 0,-1-1 0,1 1 0,0-1 0,0 1 0,0 0 0,-1-1 0,1 1 0,0 0 0,0 0 0,0 0 0,0-1 0,-1 1 0,1 0 0,0 0 0,0 0 0,0 0 0,0 1 0,0-1 0,-1 0 0,1 0 0,0 0 0,1 1 0,6 2 0,-1-1 0,0 2 0,0-1 0,8 5 0,-8-3 0,4 1 0,65 31 0,-76-37 0,0 1 0,0-1 0,0 0 0,0 0 0,0 0 0,0 0 0,0 0 0,0 0 0,0 0 0,0 0 0,0 0 0,1 0 0,-1 0 0,0 0 0,0 1 0,0-1 0,0 0 0,0 0 0,0 0 0,0 0 0,0 0 0,0 0 0,0 0 0,1 0 0,-1 0 0,0 0 0,0 0 0,0 0 0,0 0 0,0 0 0,0 0 0,0 0 0,0 0 0,1 0 0,-1 0 0,0 0 0,0 0 0,0 0 0,0 0 0,0 0 0,0-1 0,0 1 0,0 0 0,0 0 0,0 0 0,1 0 0,-1 0 0,0 0 0,0 0 0,0 0 0,0 0 0,0 0 0,0 0 0,0-1 0,0 1 0,0 0 0,0 0 0,0 0 0,0 0 0,0 0 0,0 0 0,0 0 0,0 0 0,0 0 0,0-1 0,0 1 0,0 0 0,0 0 0,0 0 0,-6-10 0,-12-10 0,-98-81-1365,101 86-5461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5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1 218 24575,'70'-75'0,"-37"38"0,59-52 0,-90 87 0,0 1 0,1-1 0,-1 0 0,0 1 0,1 0 0,-1-1 0,1 1 0,0 0 0,-1 0 0,1 0 0,0 1 0,0-1 0,-1 1 0,1 0 0,0-1 0,0 1 0,0 0 0,0 1 0,-1-1 0,1 0 0,5 2 0,-3 0 0,0 0 0,0 1 0,-1-1 0,1 1 0,-1 0 0,0 0 0,0 1 0,0-1 0,0 1 0,6 8 0,1 2 0,0 1 0,-1 1 0,-1 0 0,0 0 0,-1 1 0,-1 0 0,7 26 0,-5-6 0,-1 0 0,3 61 0,3 52 0,-13-140 0,0-1 0,0 1 0,1-1 0,1 1 0,-1-1 0,2 0 0,-1 0 0,1 0 0,0-1 0,1 1 0,0-1 0,0 0 0,1 0 0,0-1 0,8 8 0,1 0 0,-8-10 0,0 2 0,-1-1 0,0 1 0,0 0 0,5 9 0,-10-14 0,0-1 0,0 1 0,-1-1 0,1 1 0,0-1 0,-1 1 0,1 0 0,-1 0 0,0-1 0,0 1 0,1 0 0,-1-1 0,0 1 0,-1 0 0,1 0 0,0-1 0,0 1 0,-1 0 0,1-1 0,-1 1 0,1 0 0,-1-1 0,0 1 0,0-1 0,1 1 0,-1-1 0,0 1 0,0-1 0,-1 0 0,1 1 0,0-1 0,-3 2 0,-1 1 0,-1 0 0,0-1 0,1 1 0,-1-1 0,-1 0 0,1-1 0,0 0 0,-1 0 0,-6 1 0,-9 1 0,-32 2 0,42-5-113,0-1-304,0 1-1,-14 4 1,14-2-6409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5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1 216 24575,'220'-29'0,"-219"29"0,62-9 0,-55 7 0,-1 0 0,0 0 0,-1 0 0,1-1 0,0 0 0,9-6 0,-14 8 0,0 0 0,-1 0 0,0 0 0,1-1 0,-1 1 0,0 0 0,1-1 0,-1 1 0,0-1 0,0 1 0,0-1 0,0 0 0,0 1 0,-1-1 0,1 0 0,0 1 0,-1-1 0,0 0 0,1 0 0,-1 0 0,0 0 0,0 1 0,0-1 0,0 0 0,0 0 0,0 0 0,0 0 0,-1 0 0,1 1 0,-1-1 0,1 0 0,-1 0 0,-1-2 0,0 0 0,-1-1 0,0 1 0,1 0 0,-1 0 0,-1 0 0,1 0 0,-1 1 0,1-1 0,-1 1 0,0 0 0,-5-3 0,-3 0 0,1 0 0,-2 1 0,1 0 0,0 1 0,-17-4 0,-65-6 0,91 14 0,-1-1 0,0 1 0,0 0 0,1 0 0,-1 1 0,0-1 0,1 1 0,-1 0 0,0 0 0,1 0 0,-1 0 0,1 0 0,-1 1 0,1 0 0,-4 2 0,4-2 0,1 0 0,0 1 0,-1-1 0,1 1 0,0-1 0,1 1 0,-1 0 0,0-1 0,1 1 0,-1 0 0,1 0 0,0 0 0,0 0 0,0 1 0,1-1 0,-1 0 0,0 5 0,0 4 0,0 0 0,1 0 0,1 0 0,2 21 0,-2-28 0,0-1 0,1 1 0,-1-1 0,1 0 0,0 0 0,0 1 0,0-1 0,0-1 0,1 1 0,0 0 0,-1-1 0,2 1 0,-1-1 0,0 0 0,6 5 0,19 10 0,2-1 0,0-1 0,0-2 0,2-1 0,-1-1 0,2-2 0,-1-1 0,36 5 0,-60-12-195,1-1 0,0 1 0,0-2 0,0 1 0,-1-1 0,17-3 0,-12 0-6631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6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24 24575,'-30'-5'0,"-11"-2"0,-2 1 0,4 1 0,3 4 0,7 2 0,4 1 0,5 2 0,6 2-8191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24575,'41'74'0,"39"102"0,-26-49 0,-12-29 0,-41-97 0,-1-1 0,1 1 0,-1 0 0,0-1 0,1 1 0,-1 0 0,0-1 0,0 1 0,1 0 0,-1-1 0,0 1 0,0 0 0,0 0 0,0-1 0,0 1 0,0 0 0,0 0 0,0-1 0,0 1 0,0 0 0,-1 0 0,1-1 0,0 1 0,0 0 0,-1-1 0,1 1 0,0 0 0,-1-1 0,1 1 0,-2 1 0,1-2 0,0 0 0,-1 0 0,1 1 0,0-1 0,-1 0 0,1 0 0,0 0 0,-1 0 0,1 0 0,0 0 0,-1-1 0,1 1 0,0 0 0,-1-1 0,1 1 0,0-1 0,-2 0 0,-12-6 0,0 0 0,0-1 0,1 0 0,0-1 0,-18-15 0,26 18 0,-1 0 0,0-1 0,1 1 0,1-2 0,-1 1 0,1 0 0,0-1 0,1 0 0,0 0 0,0-1 0,-4-12 0,7 19 4,1-1 0,-1 1 0,1 0 0,0 0 0,-1 0 1,1-1-1,0 1 0,0 0 0,1-1 0,-1 1 0,0 0 0,1 0 0,-1 0 0,1-1 0,0 1 0,0 0 0,0 0 0,0 0 0,0 0 0,0 0 0,0 0 0,1 1 0,-1-1 0,1 0 0,-1 1 0,3-3 0,3-1-197,1 0 0,-1 1 0,1 0-1,0 0 1,11-3 0,-14 5-122,4-3-6511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24575,'3'2'0,"0"4"0,0 3 0,-1 2 0,0 0-8191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7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1 157 24575,'8'13'0,"1"0"0,0 0 0,1 0 0,1-1 0,0-1 0,16 14 0,-12-15 0,0 1 0,31 15 0,-42-24 0,-1 0 0,1-1 0,0 1 0,0-1 0,0 0 0,0 0 0,0 0 0,0-1 0,0 1 0,0-1 0,0 0 0,0 0 0,1 0 0,-1-1 0,0 0 0,0 1 0,0-1 0,0-1 0,4-1 0,-5 1 0,-1 0 0,1 0 0,-1 0 0,0 0 0,0-1 0,0 1 0,0 0 0,0-1 0,-1 0 0,1 1 0,-1-1 0,1 0 0,-1 0 0,0 0 0,0 0 0,-1 0 0,1 0 0,0 0 0,-1 0 0,0 0 0,0 0 0,0 0 0,0-1 0,0 1 0,-2-4 0,2 7 0,0 0 0,0 0 0,0-1 0,0 1 0,0 0 0,0 0 0,0 0 0,0 0 0,0-1 0,0 1 0,0 0 0,0 0 0,0 0 0,0-1 0,0 1 0,0 0 0,0 0 0,0 0 0,0-1 0,0 1 0,0 0 0,1 0 0,-1 0 0,0-1 0,0 1 0,0 0 0,0 0 0,0 0 0,0 0 0,1 0 0,-1-1 0,0 1 0,0 0 0,0 0 0,0 0 0,1 0 0,-1 0 0,0 0 0,0 0 0,0 0 0,1 0 0,-1 0 0,0 0 0,0 0 0,0 0 0,1 0 0,-1 0 0,0 0 0,0 0 0,0 0 0,1 0 0,-1 0 0,0 0 0,0 0 0,0 0 0,0 0 0,1 0 0,-1 0 0,0 0 0,0 0 0,0 0 0,1 1 0,-1-1 0,0 0 0,20 12 0,-6-3 0,-9-7 0,0-1 0,0 1 0,0-1 0,0 0 0,1 0 0,-1-1 0,0 1 0,0-1 0,1 0 0,-1-1 0,0 1 0,0-1 0,0 0 0,0-1 0,0 1 0,8-4 0,-10 3 0,1 1 0,-1-1 0,0-1 0,0 1 0,0 0 0,0-1 0,0 1 0,0-1 0,0 0 0,-1 0 0,0 0 0,1 0 0,-1-1 0,0 1 0,-1-1 0,1 1 0,-1-1 0,1 0 0,-1 1 0,0-1 0,0 0 0,0-7 0,-1 5 7,0 0 0,-1 0 0,0 0 0,0 0 0,0 0 1,0 0-1,-1 1 0,0-1 0,0 0 0,-1 1 0,0-1 0,0 1 0,0 0 0,0 0 0,-1 0 0,-6-6 0,3 3-172,-1 0 0,0 1 0,0 0 0,-1 1 0,0 0 0,0 0 0,0 1 0,-16-7 0,13 8-6661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0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37 24575,'4'-3'0,"0"-1"0,0 1 0,0 0 0,0 0 0,1 0 0,-1 0 0,1 1 0,-1-1 0,1 1 0,0 1 0,0-1 0,0 1 0,0-1 0,0 1 0,1 1 0,-1-1 0,9 1 0,-7 1 0,1 0 0,-1 0 0,0 1 0,0 0 0,0 0 0,0 1 0,0 0 0,0 0 0,-1 1 0,1 0 0,11 9 0,-8-6 0,-1 1 0,0 1 0,0 0 0,-1 0 0,8 11 0,-12-15 0,-1 1 0,0-1 0,0 1 0,0 0 0,-1 0 0,0 0 0,0 0 0,0 1 0,-1-1 0,0 0 0,1 11 0,-2-11 0,0 1 0,-1-1 0,0 0 0,0 1 0,0-1 0,0 0 0,-1 1 0,0-1 0,-1 0 0,1 0 0,-1 0 0,-5 7 0,6-10 0,-1 1 0,0-1 0,0 0 0,0 0 0,0 0 0,-1 0 0,1-1 0,-1 1 0,1-1 0,-1 0 0,0 0 0,0 0 0,0-1 0,0 1 0,0-1 0,0 0 0,-1 0 0,1 0 0,-6 0 0,4-1 0,0 0 0,0-1 0,0 1 0,0-1 0,0 0 0,1-1 0,-1 1 0,0-1 0,0 0 0,1-1 0,0 1 0,-1-1 0,1 0 0,0-1 0,0 1 0,1-1 0,-1 0 0,1 0 0,-8-9 0,3 0 0,0 0 0,0 0 0,1-1 0,1 0 0,0 0 0,-6-23 0,9 25 30,1 0 0,0 0 0,-1-19 0,3 26-154,1 0 0,-1 0 1,2 0-1,-1 0 0,0 1 0,1-1 1,0 0-1,0 0 0,0 1 0,1-1 1,3-8-1,2 4-6702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29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16 24575,'5'0'0,"-30"-3"0,-16 0 0,-4 0 0,2 0 0,5 1 0,7 1 0,5 1 0,6 0 0,4 0 0,1 0 0,1 0 0,1 0 0,3 2 0,-1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0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43 24575,'-27'-7'0,"-11"-3"0,-2 0 0,3 3 0,4 2 0,4 1 0,5 5 0,5 2 0,2 0 0,-1 2 0,1 0 0,0 0 0,1 1 0,1-1 0,2 0-8191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4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24 24575,'0'1'0,"-1"0"0,1 1 0,-1-1 0,0 0 0,1 1 0,0-1 0,-1 0 0,1 1 0,0-1 0,0 1 0,0-1 0,0 0 0,0 1 0,0-1 0,0 1 0,0-1 0,1 3 0,7 24 0,-8-27 0,4 9 0,0-1 0,1 1 0,-1-1 0,2 1 0,-1-1 0,2-1 0,-1 1 0,1-1 0,0 0 0,0-1 0,1 0 0,12 9 0,-19-15 0,0 0 0,0-1 0,0 1 0,0 0 0,0-1 0,0 1 0,0-1 0,1 1 0,-1-1 0,0 0 0,0 1 0,0-1 0,0 0 0,1 0 0,-1 0 0,0 0 0,0 0 0,1 0 0,-1 0 0,0 0 0,0 0 0,0-1 0,2 0 0,-2 0 0,1 0 0,-1 0 0,0 0 0,0 0 0,0 0 0,0 0 0,0-1 0,0 1 0,0 0 0,0-1 0,0 1 0,-1-1 0,1 1 0,0-1 0,-1-1 0,3-6 0,-1-1 0,-1 1 0,0-1 0,0-14 0,-2-12 0,0-26 0,1 61 0,0 0 0,0 0 0,0 0 0,0 0 0,1 0 0,-1 0 0,0 0 0,0 0 0,1 0 0,-1 0 0,1 0 0,-1 0 0,1 0 0,-1 0 0,1 0 0,-1 1 0,1-1 0,0 0 0,-1 0 0,1 1 0,1-2 0,-1 2 0,0-1 0,0 1 0,0 0 0,0 0 0,0 0 0,0 0 0,0 0 0,0 0 0,0 0 0,1 0 0,-1 0 0,0 0 0,0 0 0,0 1 0,0-1 0,0 0 0,1 1 0,5 3 0,0 0 0,0 0 0,-1 0 0,9 8 0,-11-9 0,27 22 0,27 21 0,-43-37-119,-6-4-59,-1 0 0,1 1 0,-1 1 0,0-1 0,0 1 0,11 14 0,-12-10-6648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3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590 27 24575,'206'-26'0,"-179"25"0,-26 1 0,0 0 0,0 0 0,0 0 0,0 1 0,-1-1 0,1 0 0,0 0 0,0 0 0,0 0 0,-1 1 0,1-1 0,0 0 0,-1 1 0,1-1 0,0 1 0,0-1 0,-1 1 0,1-1 0,-1 1 0,1-1 0,0 1 0,-1 0 0,1-1 0,-1 1 0,0 0 0,1-1 0,-1 1 0,1 0 0,-1 0 0,0 0 0,0 0 0,0-1 0,0 1 0,0-1 0,0 1 0,-1-1 0,1 1 0,0-1 0,-1 1 0,1-1 0,0 1 0,-1-1 0,1 0 0,0 1 0,-1-1 0,1 1 0,-1-1 0,1 0 0,0 0 0,-1 1 0,1-1 0,-1 0 0,1 0 0,-1 1 0,1-1 0,-1 0 0,1 0 0,-1 0 0,1 0 0,-2 0 0,-19 3 0,15-2 0,-46 5 0,0-2 0,0-2 0,-59-6 0,-218-5 0,281 9 0,30 1 0,0 2 0,0 0 0,0 0 0,-28 11 0,42-13 0,0 0 0,1 0 0,0 0 0,-1 0 0,1 1 0,-1-1 0,1 1 0,0 0 0,0 0 0,-4 3 0,7-4 0,0-1 0,0 0 0,0 1 0,0-1 0,0 0 0,0 1 0,0-1 0,0 0 0,0 1 0,0-1 0,0 0 0,0 1 0,1-1 0,-1 0 0,0 0 0,0 1 0,0-1 0,0 0 0,1 1 0,-1-1 0,0 0 0,0 0 0,1 1 0,-1-1 0,0 0 0,0 0 0,1 0 0,-1 0 0,0 1 0,1-1 0,-1 0 0,0 0 0,0 0 0,1 0 0,0 0 0,13 6 0,-12-6 0,32 9 0,57 6 0,-36-7 0,45 8 0,-37-8 0,-2 3 0,92 28 0,-146-36 0,8 2 0,19 10 0,-31-14 0,0 1 0,0-1 0,0 1 0,0 0 0,-1 0 0,1 0 0,-1 1 0,1-1 0,-1 0 0,0 1 0,0 0 0,3 5 0,-4-7 0,-1 1 0,0 0 0,1 0 0,-1-1 0,0 1 0,0 0 0,0 0 0,0 0 0,0 0 0,0-1 0,-1 1 0,1 0 0,0 0 0,-1-1 0,0 1 0,1 0 0,-1-1 0,0 1 0,0 0 0,0-1 0,0 1 0,0-1 0,-2 2 0,-4 5 0,0 0 0,-16 12 0,14-12 0,-37 28 0,0-3 0,-63 34 0,9-5 0,90-56 0,1 0 0,-1 0 0,1-1 0,-2 0 0,1-1 0,0 0 0,-1-1 0,0 0 0,-14 1 0,22-3 0,0-1 0,0 0 0,0 1 0,0 0 0,0 0 0,0 0 0,1 0 0,-4 1 0,6-2 0,0 1 0,0-1 0,0 0 0,0 0 0,0 1 0,0-1 0,0 0 0,0 0 0,0 0 0,0 1 0,0-1 0,0 0 0,0 0 0,0 0 0,0 1 0,0-1 0,1 0 0,-1 0 0,0 0 0,0 1 0,0-1 0,0 0 0,0 0 0,1 0 0,-1 0 0,0 0 0,0 1 0,0-1 0,0 0 0,1 0 0,-1 0 0,0 0 0,0 0 0,0 0 0,1 0 0,-1 0 0,0 0 0,0 0 0,0 0 0,1 0 0,-1 0 0,11 4 0,12 1 0,0-2 0,0 0 0,1-2 0,42-2 0,-19 0 0,135 8 0,-24 0 0,-43-7-1365,-98 0-5461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5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87 24575,'-17'-11'0,"-64"-37"0,71 43 0,-1 1 0,0-1 0,0 1 0,0 1 0,-22-4 0,29 7 0,0 0 0,1 0 0,-1 1 0,0-1 0,0 1 0,0 0 0,0 0 0,1 0 0,-1 1 0,0-1 0,1 1 0,-1 0 0,1 0 0,0 0 0,0 0 0,0 0 0,0 1 0,0 0 0,0-1 0,0 1 0,1 0 0,0 0 0,-1 1 0,-1 3 0,-1 1 0,0 1 0,1 0 0,0 0 0,0 0 0,1 0 0,1 1 0,-1-1 0,-1 16 0,4-19 0,0 0 0,1-1 0,-1 1 0,1 0 0,1-1 0,-1 1 0,1-1 0,0 0 0,0 1 0,0-1 0,1 0 0,0 0 0,0 0 0,0 0 0,0-1 0,1 1 0,0-1 0,6 5 0,6 6 0,2 0 0,0-2 0,25 15 0,4 1 0,-19-14 0,-2 1 0,1 2 0,-2 1 0,29 28 0,-51-45 0,0 1 0,-1 0 0,0 0 0,0 0 0,0 0 0,0 0 0,0 0 0,-1 0 0,1 1 0,-1-1 0,0 1 0,0-1 0,0 6 0,0-7 0,-1 0 0,-1 1 0,1-1 0,0 0 0,-1 0 0,1 0 0,-1 0 0,1 0 0,-1 0 0,0 0 0,0 0 0,0-1 0,0 1 0,0 0 0,0 0 0,0-1 0,-1 1 0,1-1 0,-1 1 0,1-1 0,-1 0 0,0 1 0,1-1 0,-5 2 0,-1 1 0,-1-1 0,1 0 0,-1 0 0,0-1 0,0 1 0,-1-2 0,1 1 0,-12 0 0,-71-3 0,52-1 0,22 2 0,-24-4 0,37 4 0,0-1 0,0 0 0,1 0 0,-1 0 0,0-1 0,0 1 0,1-1 0,-1 1 0,1-1 0,-1-1 0,1 1 0,-4-3 0,6 4-5,1 0 1,-1 0-1,0 0 0,1 0 0,-1 0 0,1 0 1,-1 1-1,1-1 0,0 0 0,-1 0 0,1 0 1,0 0-1,0-1 0,-1 1 0,1 0 1,0 0-1,0 0 0,0 0 0,1-1 0,-1 0 26,1-1 0,-1 1 0,1-1-1,0 1 1,0 0 0,0 0 0,0 0-1,2-3 1,4-3-216,-1-1-1,1 2 0,9-9 1,-10 11-479,7-8-6152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84 24575,'-18'-14'0,"4"3"0,-1 1 0,0 0 0,0 1 0,-1 0 0,-23-8 0,38 16 0,0 0 0,0 1 0,0 0 0,-1-1 0,1 1 0,0 0 0,-1-1 0,1 1 0,0 0 0,0 0 0,-1 0 0,1 0 0,0 0 0,-1 1 0,1-1 0,0 0 0,0 0 0,-1 1 0,1-1 0,0 1 0,0-1 0,0 1 0,-2 1 0,2-1 0,0 1 0,0-1 0,0 0 0,1 1 0,-1-1 0,1 1 0,-1-1 0,1 0 0,0 1 0,-1-1 0,1 1 0,0-1 0,0 1 0,0-1 0,0 1 0,0 0 0,1-1 0,-1 0 0,1 3 0,5 20 0,2 0 0,1 0 0,19 38 0,1 2 0,-11-18 0,22 87 0,-34-106 0,-1 0 0,-2 1 0,-1 0 0,-2 49 0,-6-45 0,4-28 0,1 1 0,0 0 0,0-1 0,0 1 0,1 0 0,-1-1 0,1 1 0,0 0 0,1 0 0,0 4 0,-1-8 0,1 1 0,0-1 0,0 0 0,-1 0 0,1 0 0,0 0 0,0 0 0,0 0 0,0 0 0,0 0 0,0 0 0,1 0 0,-1-1 0,0 1 0,0 0 0,1-1 0,-1 1 0,0-1 0,1 1 0,-1-1 0,0 0 0,1 0 0,-1 1 0,3-1 0,5 0 0,0 1 0,16-3 0,-13 2 0,8 0 0,41 6 0,-43-3 0,0-1 0,0-1 0,20-1 0,-35 0 17,0 0 0,-1-1 1,1 1-1,0-1 0,0 0 0,4-2 0,-7 3-72,1 0 0,0-1 0,-1 1 0,1-1 0,0 1 0,-1-1 0,1 1 0,0-1 0,-1 1 0,1-1 0,-1 0 0,1 1 0,-1-1 0,1 0 0,-1 1 0,1-1 0,-1 0 0,0 0 0,0 1 0,1-1 0,-1 0 0,0 0 0,0 0 0,0 1 0,0-1 0,0-1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6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58 24575,'-13'-10'0,"10"11"0,5 7 0,3 2 0,0 0 0,1-1 0,0 0 0,0 0 0,1 0 0,15 13 0,-18-18 0,1 0 0,-1 0 0,1-1 0,0 0 0,0 0 0,0 0 0,0 0 0,1-1 0,-1 0 0,1 0 0,0-1 0,-1 1 0,1-1 0,9 0 0,-13-1 0,-1 0 0,1 0 0,0 0 0,0 0 0,0-1 0,-1 1 0,1-1 0,0 0 0,0 1 0,-1-1 0,1 0 0,0 0 0,-1 0 0,1 0 0,-1 0 0,1 0 0,-1 0 0,0-1 0,0 1 0,1-1 0,-1 1 0,0-1 0,0 1 0,0-1 0,0 1 0,-1-1 0,1 0 0,0 1 0,-1-1 0,1 0 0,-1 0 0,0 0 0,1 1 0,-1-3 0,1-5 0,-1 0 0,0 1 0,0-1 0,-1 0 0,-2-15 0,1 17 0,1 0 0,0 0 0,0-1 0,1-8 0,0 15 0,0 0 0,0 0 0,0 0 0,0 1 0,1-1 0,-1 0 0,0 0 0,1 0 0,-1 0 0,0 0 0,1 0 0,-1 1 0,1-1 0,-1 0 0,1 0 0,0 1 0,1-2 0,-2 1 0,1 1 0,0 0 0,0-1 0,0 1 0,0 0 0,0 0 0,0 0 0,0 0 0,0 0 0,0 0 0,0 0 0,-1 0 0,1 0 0,0 0 0,0 1 0,0-1 0,0 0 0,0 1 0,0-1 0,0 1 0,-1-1 0,2 1 0,9 5 0,-1 1 0,0 0 0,-1 0 0,15 15 0,30 37 0,-39-36-1365,-10-13-5461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3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70 24575,'1'-1'0,"7"-11"0,16-18 0,-22 27 0,0 1 0,0 0 0,1 0 0,-1 0 0,0 0 0,1 0 0,0 0 0,-1 1 0,1-1 0,0 1 0,0 0 0,0-1 0,0 2 0,3-2 0,-5 2 0,1 0 0,-1 0 0,1 0 0,-1 0 0,0 1 0,1-1 0,-1 0 0,0 1 0,1-1 0,-1 1 0,0-1 0,0 1 0,0 0 0,1 0 0,-1-1 0,0 1 0,0 0 0,0 0 0,0 0 0,0 0 0,0 0 0,-1 0 0,1 0 0,0 1 0,0-1 0,-1 0 0,1 0 0,-1 1 0,1 1 0,2 5 0,0 0 0,-1 0 0,1 14 0,-1-12 0,14 126 0,-2-6 0,14 6 0,-20-108 0,1 1 0,21 43 0,-18-51 0,23 31 0,-21-32 0,-14-20 0,0 1 0,1-1 0,-1 0 0,0 0 0,1 1 0,-1-1 0,0 0 0,0 1 0,1-1 0,-1 0 0,0 1 0,0-1 0,0 1 0,0-1 0,1 0 0,-1 1 0,0-1 0,0 1 0,0-1 0,0 0 0,0 1 0,0-1 0,0 1 0,0-1 0,0 1 0,0-1 0,-1 0 0,1 1 0,0-1 0,0 1 0,0-1 0,0 0 0,-1 1 0,1-1 0,0 0 0,0 1 0,0-1 0,-1 0 0,1 1 0,0-1 0,-1 0 0,1 0 0,0 1 0,-1-1 0,1 0 0,0 0 0,-1 1 0,1-1 0,-1 0 0,1 0 0,0 0 0,-1 0 0,1 0 0,-1 0 0,1 0 0,0 0 0,-1 0 0,-5 1 0,1-1 0,-1 0 0,-9 0 0,8-1 0,-229-1-1365,219 2-5461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5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24575,'7'2'0,"-1"0"0,1 0 0,-1 0 0,10 6 0,6 2 0,98 45 0,-71-31 0,20 16 0,-13-7 0,-47-30-1365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24575,'13'13'0,"5"5"0,6 4 0,3-1 0,0-1 0,0-1 0,0-2 0,-2-1 0,0-1 0,-2 0 0,0-1 0,-2-2 0,-1-1 0,-5-3-8191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6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22 24575,'6'7'0,"0"1"0,-1 0 0,0 0 0,-1 1 0,1 0 0,-2-1 0,4 10 0,1 3 0,12 36 0,-3 1 0,17 95 0,-23-98 0,8 82 0,-12-85 0,-7-50 0,0 0 0,1 0 0,-1-1 0,0 1 0,0 0 0,0 0 0,0-1 0,0 1 0,0 0 0,0-1 0,0 1 0,-1 0 0,1-1 0,-1 1 0,1-1 0,-2 4 0,2-5 0,-1-1 0,1 1 0,0 0 0,0 0 0,-1 0 0,1 0 0,0 0 0,0 0 0,-1 0 0,1 0 0,0-1 0,0 1 0,-1 0 0,1 0 0,0 0 0,0-1 0,0 1 0,-1 0 0,1 0 0,0 0 0,0-1 0,0 1 0,0 0 0,0 0 0,0-1 0,0 1 0,-1 0 0,1-1 0,0 1 0,0 0 0,0-1 0,-4-11 0,4 12 0,-14-59 0,2-1 0,-7-105 0,12 89 0,4 44 0,-1 0 0,-1 0 0,-2 0 0,-1 1 0,-14-33 0,18 51 0,2 7 0,0 0 0,0 1 0,-1-1 0,-4-7 0,7 13 0,-1-1 0,1 0 0,-1 0 0,1 1 0,-1-1 0,1 0 0,-1 1 0,0-1 0,1 1 0,-1-1 0,0 1 0,0-1 0,1 1 0,-1-1 0,0 1 0,0 0 0,0-1 0,0 1 0,1 0 0,-1 0 0,0 0 0,0 0 0,0 0 0,0 0 0,0 0 0,0 0 0,1 0 0,-1 0 0,0 0 0,0 0 0,0 0 0,0 1 0,0-1 0,1 0 0,-3 2 0,-10 5 0,0 2 0,1 0 0,-1 0 0,2 1 0,-1 1 0,2 0 0,-18 22 0,22-22-1365,1-2-5461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48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24575,'11'-11'0,"-5"6"0,-1 1 0,-1-1 0,1 0 0,-1-1 0,0 1 0,0-1 0,0 0 0,5-12 0,-7 12 0,-2 4 0,1 1 0,-1-1 0,1 0 0,-1 0 0,1 0 0,0 0 0,0 1 0,0-1 0,0 0 0,0 1 0,0-1 0,1 1 0,-1-1 0,3-1 0,-4 3 0,1 0 0,-1 0 0,0 0 0,1 0 0,-1 0 0,1 1 0,-1-1 0,1 0 0,-1 0 0,0 1 0,1-1 0,-1 0 0,1 0 0,-1 1 0,0-1 0,1 0 0,-1 1 0,0-1 0,0 0 0,1 1 0,-1-1 0,0 1 0,0-1 0,0 1 0,1-1 0,-1 0 0,0 1 0,0-1 0,0 1 0,0-1 0,0 1 0,3 17 0,-3-17 0,1 110 0,-1-59 0,-1-47-227,1 0-1,0 1 1,-1-1-1,0 0 1,-2 6-1,0-2-6598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49 24575,'-30'-12'0,"-1"1"0,-42-9 0,63 18 0,-1 1 0,1-1 0,-1 1 0,1 1 0,-1 0 0,1 1 0,-1 0 0,1 0 0,0 1 0,0 1 0,-14 4 0,20-5 0,0-1 0,1 1 0,-1 0 0,1 0 0,0 0 0,0 1 0,0-1 0,0 1 0,0 0 0,0-1 0,0 1 0,1 1 0,0-1 0,0 0 0,0 0 0,0 1 0,0-1 0,0 1 0,1 0 0,0 0 0,0-1 0,0 1 0,-1 4 0,2-1 0,0 0 0,0 0 0,0 1 0,1-1 0,0 0 0,0 0 0,0 0 0,1-1 0,1 1 0,-1 0 0,1-1 0,3 8 0,7 7 0,0-1 0,1-1 0,1 1 0,1-2 0,36 32 0,102 70 0,-132-104 0,27 18 0,-18-14 0,-2 2 0,0 1 0,25 26 0,-49-44 0,0 1 0,-1-1 0,0 1 0,0 0 0,6 12 0,-9-16 0,0 0 0,0 0 0,-1 0 0,1 0 0,-1 0 0,1 0 0,-1 0 0,0 0 0,0 0 0,0 0 0,0 0 0,0 0 0,0 1 0,-1-1 0,1 0 0,-1 0 0,0 0 0,1 0 0,-1 0 0,0-1 0,0 1 0,0 0 0,0 0 0,-2 2 0,-2 1 0,0 0 0,-1 0 0,1-1 0,-1 0 0,0 0 0,0 0 0,-1 0 0,1-1 0,-1 0 0,0-1 0,-12 4 0,-6 0 0,-49 5 0,53-9 0,1-1 0,-32-3 0,41 1 0,1 0 0,-1-1 0,0-1 0,0 0 0,1 0 0,-14-7 0,22 9 0,0 1 0,0-1 0,1 0 0,-1 0 0,0-1 0,1 1 0,-1 0 0,1 0 0,-1-1 0,1 1 0,-1-1 0,1 0 0,0 1 0,0-1 0,0 0 0,0 0 0,0 1 0,0-1 0,1 0 0,-1 0 0,0 0 0,1 0 0,0 0 0,-1 0 0,1 0 0,0 0 0,0 0 0,0 0 0,0 0 0,1 0 0,-1 0 0,0 0 0,1 0 0,-1 0 0,1 0 0,0 0 0,0 0 0,0 0 0,0 1 0,0-1 0,0 0 0,0 1 0,0-1 0,1 1 0,-1-1 0,4-2 0,11-7 0,2 0 0,-1 1 0,26-10 0,8-4 0,-36 17-89,-13 6 14,1 0 0,-1 0 0,1 0 0,0-1 0,-1 1 0,0 0 0,1-1 0,-1 0-1,0 0 1,0 1 0,0-1 0,0 0 0,0-1 0,-1 1 0,1 0 0,1-3 0,0-4-6751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2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92 24575,'0'-10'0,"-1"-1"0,-3-17 0,4 25 0,0 1 0,-1-1 0,0 1 0,1 0 0,-1-1 0,0 1 0,0 0 0,-1 0 0,1 0 0,0 0 0,-1 0 0,1 0 0,-1 0 0,0 0 0,1 1 0,-1-1 0,-3-1 0,5 2 0,-1 1 0,0-1 0,1 1 0,-1 0 0,0 0 0,0-1 0,0 1 0,1 0 0,-1 0 0,0 0 0,0 0 0,0 0 0,1 0 0,-1 0 0,0 0 0,0 0 0,0 0 0,1 0 0,-1 1 0,0-1 0,0 0 0,1 0 0,-2 2 0,0-1 0,1 0 0,-1 0 0,1 1 0,-1-1 0,1 1 0,0-1 0,-1 1 0,1 0 0,-1 2 0,-2 3 0,1 1 0,0 0 0,-3 13 0,0 3 0,1 1 0,-3 41 0,8-54 0,0-1 0,0 0 0,2 0 0,-1 0 0,1 0 0,1 0 0,0-1 0,7 17 0,46 82 0,-4-8 0,-43-83 0,-2 1 0,0 0 0,6 32 0,-5-6 0,-2-1 0,0 69 0,-6-111 0,0 1 0,0-1 0,0 0 0,0 0 0,1 1 0,-1-1 0,1 0 0,-1 0 0,1 0 0,0 0 0,0 1 0,0-1 0,0 0 0,0-1 0,0 1 0,1 0 0,1 2 0,0-2 0,-1 0 0,1 0 0,-1-1 0,1 1 0,0-1 0,0 0 0,-1 1 0,1-1 0,0-1 0,0 1 0,0 0 0,5 0 0,7 0 0,-1 1 0,1-2 0,0 0 0,0-1 0,0-1 0,-1 0 0,1 0 0,-1-2 0,25-8 0,-37 11-72,0-1 1,0 1-1,0 0 0,0 0 0,0-1 0,0 0 0,0 1 0,0-1 1,-1 0-1,1 0 0,-1 1 0,1-1 0,-1-1 0,0 1 0,1 0 1,-1 0-1,0 0 0,1-4 0,0-6-6754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24575,'0'4'0,"1"0"0,0 0 0,0-1 0,0 1 0,0 0 0,1-1 0,0 1 0,-1-1 0,1 1 0,0-1 0,1 0 0,-1 0 0,5 5 0,1 1 0,1-1 0,0 0 0,11 8 0,-15-13 0,-1 0 0,1-1 0,-1 0 0,1 1 0,0-2 0,-1 1 0,1-1 0,0 1 0,9 0 0,-12-2 0,0 0 0,-1 0 0,1 0 0,0 0 0,-1 0 0,1 0 0,0 0 0,-1-1 0,1 1 0,0 0 0,-1-1 0,1 0 0,-1 1 0,1-1 0,-1 0 0,1 0 0,-1 0 0,0 0 0,1 0 0,-1 0 0,0 0 0,0 0 0,0 0 0,0-1 0,0 1 0,0-1 0,0 1 0,0 0 0,0-1 0,-1 1 0,1-1 0,-1 0 0,1-1 0,1-5 0,-2 0 0,1 0 0,-1 0 0,0 0 0,-1 0 0,0 0 0,0 0 0,-1 0 0,0 0 0,-5-13 0,3 9 0,1-1 0,-4-20 0,7 32 0,0 0 0,0 0 0,0 0 0,0 0 0,0 0 0,0 0 0,0 0 0,0 0 0,0 0 0,0 0 0,0 0 0,1 0 0,-1 0 0,0 0 0,1 0 0,-1 0 0,1 0 0,-1 0 0,1 0 0,-1 0 0,1 0 0,1 0 0,-1 0 0,-1 1 0,1-1 0,0 1 0,0 0 0,0-1 0,0 1 0,0 0 0,0 0 0,1 0 0,-1 0 0,0 0 0,0 0 0,0 0 0,0 0 0,0 0 0,0 1 0,2-1 0,3 3 0,0-1 0,1 1 0,-1 0 0,0 1 0,6 4 0,16 12 0,11 7 0,-1 1 0,45 45 0,-80-70 0,-1-1 0,0 1 0,0-1 0,0 1 0,-1 0 0,1 0 0,1 3 0,-3-5 0,0-1 0,1 1 0,-1-1 0,0 1 0,0-1 0,0 1 0,0-1 0,0 1 0,0-1 0,0 1 0,0 0 0,0-1 0,0 1 0,0-1 0,0 1 0,0-1 0,-1 1 0,1-1 0,0 1 0,0-1 0,-1 1 0,1-1 0,0 1 0,0-1 0,-1 1 0,1-1 0,-1 1 0,1-1 0,0 0 0,-1 1 0,1-1 0,-1 0 0,1 1 0,-1-1 0,1 0 0,-1 0 0,1 1 0,-1-1 0,1 0 0,-1 0 0,1 0 0,-1 0 0,0 0 0,1 0 0,-1 0 0,1 0 0,-1 0 0,1 0 0,-1 0 0,-10-1-1365,2-1-5461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27 24575,'-27'-5'0,"-12"-1"0,-1-1 0,4 2 0,5 2 0,6 3 0,6 2-8191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3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24575,'10'23'0,"2"-1"0,1 0 0,0-1 0,22 24 0,-32-41 0,0-1 0,1 1 0,-1-1 0,1 0 0,0 0 0,0-1 0,9 5 0,-12-6 0,0-1 0,0 0 0,0 1 0,0-1 0,0 0 0,0 0 0,0 0 0,0 0 0,0 0 0,0 0 0,0 0 0,0 0 0,0 0 0,0 0 0,0-1 0,0 1 0,0 0 0,0-1 0,0 1 0,0-1 0,0 1 0,0-1 0,0 1 0,-1-1 0,1 0 0,0 1 0,0-1 0,-1 0 0,1 0 0,0 1 0,-1-1 0,1 0 0,-1 0 0,1 0 0,-1 0 0,1 0 0,-1 0 0,0 0 0,1 0 0,-1 0 0,0 0 0,0-1 0,3-11 0,-1-1 0,0 0 0,-1 0 0,-1 1 0,-2-24 0,0-1 0,2 31 0,0 1 0,0 0 0,0 1 0,0-1 0,1 0 0,0 1 0,2-8 0,-3 12 0,1 0 0,-1 0 0,1 0 0,-1 0 0,1-1 0,0 1 0,0 1 0,-1-1 0,1 0 0,0 0 0,0 0 0,0 0 0,0 1 0,0-1 0,0 0 0,0 1 0,0-1 0,0 1 0,0-1 0,1 1 0,-1-1 0,0 1 0,0 0 0,0 0 0,1 0 0,-1-1 0,0 1 0,0 0 0,0 0 0,1 1 0,-1-1 0,0 0 0,0 0 0,0 1 0,2 0 0,7 2 0,0 0 0,-1 1 0,1 0 0,-1 0 0,0 1 0,9 7 0,49 39 0,-50-37-341,-1 0 0,-1 2-1,23 27 1,-29-31-6485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4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30 24575,'-14'1'0,"2"0"0,0 1 0,1 0 0,-1 1 0,0 0 0,-12 5 0,22-7 0,-1 0 0,1 0 0,0 0 0,0 1 0,-1-1 0,1 1 0,0-1 0,0 1 0,1 0 0,-1 0 0,0 0 0,0 0 0,1 0 0,0 0 0,-1 1 0,1-1 0,0 0 0,0 1 0,0-1 0,0 1 0,0-1 0,1 1 0,-1 0 0,1-1 0,0 1 0,0-1 0,0 1 0,0 0 0,0 2 0,1 0 0,0 0 0,0-1 0,1 0 0,-1 1 0,1-1 0,0 0 0,0 0 0,0 0 0,1 0 0,0 0 0,-1 0 0,1-1 0,0 1 0,1-1 0,-1 0 0,1 0 0,-1 0 0,1 0 0,6 3 0,1 0 0,0-1 0,0 0 0,0 0 0,1-1 0,0 0 0,13 1 0,-22-4 0,1 0 0,-1-1 0,1 0 0,0 1 0,-1-1 0,1-1 0,-1 1 0,1 0 0,-1-1 0,1 0 0,-1 0 0,0 0 0,1 0 0,-1 0 0,0-1 0,0 0 0,0 1 0,0-1 0,0 0 0,0 0 0,0-1 0,-1 1 0,1-1 0,-1 1 0,3-5 0,-3 4 0,0-1 0,0 0 0,0 1 0,0-1 0,-1 0 0,0 0 0,0 0 0,0 0 0,0 0 0,0 0 0,-1-1 0,0 1 0,0 0 0,0 0 0,-1 0 0,1 0 0,-1 0 0,0-1 0,0 1 0,0 0 0,-3-5 0,1 2 10,-1 1 0,0-1 0,0 1 0,-1-1 0,0 1 0,0 0 0,-1 1 0,1-1 0,-1 1 0,0 0 0,-13-7 0,13 8-116,0 1 0,0 0 0,-1 0 0,1 1 0,-1-1 0,1 2-1,-1-1 1,0 1 0,1 0 0,-1 0 0,0 0 0,0 1 0,-11 1 0,3 2-6720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4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24575,'8'-3'0,"121"-39"0,-111 38 0,0 0 0,0 1 0,0 1 0,0 0 0,26 2 0,-40 0 0,0 1 0,0-1 0,0 1 0,0 0 0,0 0 0,0 0 0,-1 0 0,1 0 0,0 1 0,-1 0 0,1 0 0,-1 0 0,1 0 0,-1 0 0,0 1 0,0-1 0,0 1 0,-1 0 0,1 0 0,-1 0 0,1 0 0,-1 1 0,0-1 0,0 1 0,0-1 0,-1 1 0,1 0 0,-1-1 0,0 1 0,0 0 0,0 0 0,-1 0 0,1 7 0,0 20 0,-2 1 0,-7 39 0,0 30 0,7-80 0,1-1 0,1 1 0,1 0 0,1-1 0,0 1 0,2-1 0,0 0 0,14 32 0,-6-29 0,0 1 0,2-2 0,24 30 0,-30-41 0,-8-9 0,1-1 0,-1 1 0,0 0 0,1 0 0,-1 0 0,0 0 0,0 0 0,0 0 0,-1 0 0,1 0 0,0 0 0,-1 0 0,0 0 0,1 1 0,-1-1 0,0 0 0,0 0 0,0 0 0,0 1 0,0-1 0,-1 0 0,1 0 0,-1 0 0,1 1 0,-1-1 0,0 0 0,0 0 0,0 0 0,0 0 0,0-1 0,0 1 0,-1 0 0,1 0 0,-1-1 0,1 1 0,-1 0 0,1-1 0,-1 0 0,0 1 0,0-1 0,0 0 0,-2 1 0,-19 8 27,0 0-1,0-2 1,-1-1 0,-44 8-1,36-9-775,-57 19 0,74-18-6077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6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 24575,'-3'-3'0,"0"2"0,0 4 0,0 3 0,1 4 0,1 2 0,1 2 0,-3-2 0,0 0 0,0-3-8191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6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24575,'13'15'0,"3"4"-8191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964 45 24575,'1'-1'0,"-1"1"0,1-1 0,-1 0 0,0 0 0,1 0 0,-1 0 0,0 0 0,0 0 0,1 0 0,-1 0 0,0 0 0,0 0 0,0 0 0,0 0 0,0 0 0,-1 0 0,1 0 0,0 0 0,0 0 0,-1 0 0,1 0 0,0 0 0,-1-1 0,0 1 0,-1 0 0,1-1 0,0 1 0,0 0 0,-1 0 0,1 0 0,0 0 0,-1 0 0,1 1 0,-1-1 0,0 0 0,-2 0 0,-3-1 0,0 0 0,0 1 0,-1 0 0,1 0 0,-10 1 0,-113 14 0,56-4 0,-92 6 0,-203 29 0,357-43 0,-11 2 0,0 1 0,0 1 0,-24 9 0,46-15 0,-1 1 0,1-1 0,0 1 0,0-1 0,0 1 0,-1 0 0,1 0 0,0-1 0,0 1 0,0 0 0,0 0 0,0 0 0,0 0 0,0 0 0,0 0 0,1 0 0,-1 1 0,0-1 0,1 0 0,-1 0 0,1 1 0,-1-1 0,1 0 0,-1 1 0,1-1 0,0 0 0,0 1 0,0 1 0,0 0 0,1-1 0,-1 0 0,1 0 0,0 0 0,0 0 0,0 0 0,0 0 0,0 0 0,1-1 0,-1 1 0,0 0 0,1-1 0,-1 1 0,1-1 0,0 1 0,-1-1 0,4 2 0,8 5 0,-1-1 0,1-1 0,1 0 0,14 5 0,61 13 0,-58-16 0,183 35 0,-41-10 0,-168-32 0,0 0 0,0 1 0,0 0 0,9 4 0,-14-6 0,1 0 0,0 1 0,-1-1 0,1 0 0,-1 1 0,1-1 0,-1 0 0,1 1 0,-1-1 0,1 1 0,-1-1 0,1 1 0,-1-1 0,0 1 0,1-1 0,-1 1 0,0-1 0,0 1 0,1 0 0,-1-1 0,0 1 0,0-1 0,0 1 0,1 0 0,-1-1 0,0 1 0,0 0 0,0-1 0,0 1 0,0 0 0,0-1 0,-1 1 0,1-1 0,0 1 0,0 0 0,0-1 0,-1 1 0,1-1 0,0 1 0,0 0 0,-1-1 0,1 1 0,-1-1 0,1 1 0,0-1 0,-1 1 0,1-1 0,-1 0 0,1 1 0,-2 0 0,-5 4 0,0-1 0,-1 1 0,0-1 0,1 0 0,-1-1 0,-1 0 0,-9 2 0,-5 3 0,-32 11 0,-153 64 0,184-72 0,1 2 0,1 0 0,0 2 0,0 0 0,2 1 0,-28 28 0,44-39 0,-1 1 0,1-1 0,0 1 0,0 0 0,0 0 0,1 0 0,0 1 0,-3 8 0,6-13 0,-1-1 0,1 1 0,-1 0 0,1 0 0,0 0 0,0 0 0,-1 0 0,1 0 0,1 0 0,-1 0 0,0 0 0,0 0 0,1 0 0,-1-1 0,1 1 0,0 0 0,-1 0 0,1 0 0,0-1 0,0 1 0,0 0 0,0-1 0,1 1 0,-1-1 0,0 1 0,1-1 0,-1 0 0,1 1 0,-1-1 0,1 0 0,-1 0 0,1 0 0,0 0 0,2 0 0,3 2 0,0 0 0,0-1 0,0-1 0,1 1 0,-1-1 0,12 0 0,49-2 0,-47 0 0,86-8 0,131-29 0,-74 10 0,-123 21 0,12-2 0,0 3 0,66 0 0,-98 8-1365,-6 1-5461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8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24575,'9'16'0,"11"18"0,-17-30 0,0 1 0,1-1 0,-1 0 0,1 0 0,0 0 0,0 0 0,1-1 0,6 5 0,-10-8 0,0 1 0,0-1 0,-1 0 0,1 0 0,0 1 0,0-1 0,0 0 0,0 0 0,0 0 0,0 0 0,0 0 0,0 0 0,0 0 0,0-1 0,0 1 0,0 0 0,0 0 0,0-1 0,0 1 0,-1 0 0,1-1 0,0 1 0,0-1 0,0 0 0,-1 1 0,1-1 0,0 1 0,0-1 0,-1 0 0,1 0 0,-1 1 0,1-1 0,-1 0 0,1 0 0,0-1 0,3-5 0,0 0 0,-1 0 0,4-10 0,-3 6 0,-1 4 0,1 0 0,-1 1 0,1-1 0,0 1 0,1 0 0,5-6 0,-9 10 0,1 1 0,-1 0 0,0-1 0,1 1 0,0 0 0,-1 0 0,1 0 0,0 0 0,-1 0 0,1 0 0,0 0 0,0 1 0,0-1 0,-1 1 0,1-1 0,0 1 0,0 0 0,0 0 0,0 0 0,0 0 0,0 0 0,0 0 0,0 0 0,0 1 0,0-1 0,-1 1 0,1-1 0,2 2 0,107 59 64,-74-40-541,1 0 1,46 17 0,-72-34-6350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4:59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251 107 24575,'-14'-8'0,"-11"-11"0,-2 3 0,0 0 0,0 1 0,-36-12 0,61 26 0,-1 0 0,0 0 0,1 0 0,-1 1 0,0 0 0,0-1 0,0 1 0,0 0 0,1 0 0,-1 0 0,-5 1 0,7 0 0,-1 0 0,1-1 0,0 1 0,-1 0 0,1 0 0,0 0 0,0 0 0,0 0 0,-1 0 0,1 0 0,0 0 0,0 0 0,1 0 0,-1 1 0,0-1 0,0 0 0,1 1 0,-1-1 0,0 1 0,1-1 0,-1 1 0,1 2 0,-2 3 0,0 1 0,0 0 0,1 0 0,1 0 0,-1 1 0,1-1 0,1 0 0,-1 0 0,1 0 0,1 0 0,-1 0 0,2 0 0,-1-1 0,1 1 0,0 0 0,0-1 0,1 0 0,0 0 0,0 0 0,1 0 0,0-1 0,0 0 0,11 10 0,24 14 0,84 47 0,-18-14 0,-103-61 0,77 56 0,-73-52 0,1 1 0,-1 0 0,-1 0 0,0 1 0,0-1 0,0 1 0,9 18 0,-14-22 0,1 0 0,-1 0 0,1 0 0,-1 0 0,-1 0 0,1 0 0,0 0 0,-1 1 0,0-1 0,0 0 0,0 0 0,-1 0 0,1 1 0,-1-1 0,0 0 0,0 0 0,-1 0 0,1 0 0,-1 0 0,0 0 0,0-1 0,0 1 0,0 0 0,-1-1 0,1 0 0,-1 1 0,0-1 0,0 0 0,-5 4 0,0-1 0,-1 0 0,1-1 0,-1 0 0,0 0 0,0 0 0,0-1 0,-1-1 0,0 0 0,1 0 0,-1-1 0,-13 2 0,10-3 0,1-1 0,-1-1 0,1 0 0,-1-1 0,1 0 0,0 0 0,0-2 0,0 1 0,0-2 0,0 1 0,-19-13 0,28 15 0,0 0 0,1 0 0,-1 0 0,1 0 0,-1 0 0,1-1 0,0 1 0,0-1 0,0 0 0,0 0 0,1 1 0,-1-1 0,1 0 0,0-1 0,0 1 0,0 0 0,-1-5 0,2 6 0,0-1 0,-1 1 0,2-1 0,-1 1 0,0 0 0,0-1 0,1 1 0,-1-1 0,1 1 0,0 0 0,0-1 0,0 1 0,0 0 0,0 0 0,0 0 0,1 0 0,-1 0 0,1 0 0,-1 0 0,1 0 0,0 0 0,0 1 0,3-3 0,5-2-136,1 0-1,-1 1 1,1 0-1,0 1 1,0 0-1,0 1 1,1 0-1,-1 1 0,23-1 1,-20 2-6690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0 24575,'-11'2'0,"-1"1"0,1-1 0,0 2 0,0-1 0,0 2 0,0-1 0,1 1 0,0 1 0,0 0 0,0 1 0,1 0 0,-15 13 0,17-13 0,1 1 0,-1-1 0,1 2 0,1-1 0,-1 1 0,1-1 0,1 1 0,0 1 0,0-1 0,1 1 0,0-1 0,0 1 0,1 0 0,-1 19 0,3-18 0,0 1 0,1-1 0,0 0 0,1 0 0,1 0 0,-1 0 0,2-1 0,-1 1 0,1-1 0,1 0 0,11 19 0,5 2 0,1 0 0,31 31 0,-29-33 0,8 7 0,45 58 0,-69-82 0,-1 0 0,0 1 0,0 0 0,-1 0 0,-1 1 0,5 20 0,-9-29 0,1 0 0,-1 0 0,1 0 0,0 0 0,0-1 0,3 6 0,-4-9 0,-1 1 0,1-1 0,0 0 0,0 0 0,0 0 0,0-1 0,0 1 0,1 0 0,-1 0 0,0 0 0,0-1 0,0 1 0,1-1 0,-1 1 0,0-1 0,1 1 0,-1-1 0,0 0 0,1 0 0,-1 0 0,0 1 0,1-1 0,-1-1 0,1 1 0,-1 0 0,0 0 0,1 0 0,1-1 0,29-7 0,49-20 0,-77 27-195,-1-1 0,1 0 0,-1 0 0,0 0 0,1 0 0,2-3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0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24575,'43'66'0,"-33"-54"0,1 0 0,0-1 0,1 0 0,0-1 0,0 0 0,1-1 0,23 12 0,-30-18 0,0-1 0,0 0 0,0 0 0,0-1 0,1 1 0,-1-1 0,0-1 0,1 1 0,-1-1 0,1 0 0,-1-1 0,7 0 0,-10 0 0,0 1 0,0-1 0,-1 0 0,1 0 0,0 0 0,-1 0 0,1 0 0,-1 0 0,1-1 0,-1 1 0,0-1 0,1 0 0,-1 0 0,0 1 0,0-1 0,0-1 0,-1 1 0,1 0 0,0 0 0,-1-1 0,0 1 0,1-1 0,-1 1 0,0-1 0,0 1 0,0-1 0,-1 0 0,1 0 0,0-3 0,0-9 0,-2-23 0,0-10 0,1 47 0,0 0 0,0 0 0,0 0 0,0 0 0,0 0 0,0 0 0,1 0 0,-1 0 0,0 0 0,1 0 0,-1 0 0,1 0 0,-1 0 0,1 1 0,-1-1 0,1 0 0,-1 0 0,1 1 0,0-1 0,-1 0 0,1 0 0,0 1 0,1-1 0,-1 0 0,0 1 0,0 0 0,1-1 0,-1 1 0,0 0 0,0 0 0,1 0 0,-1 0 0,0 0 0,0 1 0,1-1 0,-1 0 0,0 1 0,0-1 0,3 1 0,4 4 0,0-1 0,0 1 0,14 11 0,-17-12 0,114 95 0,-109-91-341,1 0 0,-1-1-1,16 6 1,-14-7-6485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1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385 16 24575,'-30'-2'0,"-16"-2"0,-6 1 0,1 1 0,7 0 0,6 1 0,7 0 0,6 1 0,2 2 0,4 2 0,4 1 0,4 1-8191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1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24575,'38'45'0,"99"109"0,-135-153 0,-1 1 0,0-1 0,0 0 0,1 0 0,-1 0 0,0 0 0,1 0 0,-1 0 0,1 0 0,0 0 0,-1-1 0,1 1 0,-1 0 0,1-1 0,0 1 0,0-1 0,-1 0 0,1 0 0,0 0 0,0 0 0,-1 0 0,1 0 0,0 0 0,0 0 0,-1-1 0,1 1 0,0 0 0,-1-1 0,1 0 0,2-1 0,-1 0 0,-1 0 0,1 0 0,-1 0 0,0 0 0,0 0 0,0-1 0,0 1 0,0-1 0,0 0 0,-1 1 0,1-1 0,-1 0 0,0 0 0,0 0 0,0 0 0,1-5 0,0-5 0,-1 0 0,-1-18 0,0 23 0,-1 0 0,2-1 0,-1 1 0,1-1 0,0 1 0,1 0 0,0 0 0,5-13 0,-7 20 0,1 0 0,-1 0 0,1 0 0,-1 0 0,1 1 0,0-1 0,-1 0 0,1 0 0,0 1 0,-1-1 0,1 0 0,0 1 0,0-1 0,0 0 0,0 1 0,0 0 0,0-1 0,-1 1 0,1-1 0,0 1 0,0 0 0,2-1 0,-1 1 0,1 0 0,-1 1 0,0-1 0,0 0 0,0 1 0,0-1 0,0 1 0,0 0 0,0 0 0,3 1 0,3 3 0,0 1 0,0-1 0,11 13 0,107 117-367,-103-107-631,-13-17-5828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2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46 24575,'-9'-1'0,"1"0"0,-1 1 0,0 0 0,0 0 0,1 1 0,-14 3 0,20-4 0,0 0 0,0 1 0,0 0 0,0-1 0,0 1 0,0 0 0,0 0 0,0 0 0,0 0 0,1 1 0,-1-1 0,0 0 0,1 1 0,-1-1 0,1 1 0,-1 0 0,1-1 0,0 1 0,0 0 0,0 0 0,0 0 0,0 0 0,0 0 0,0 0 0,1 0 0,-1 0 0,1 0 0,-1 0 0,1 0 0,0 0 0,0 0 0,0 3 0,1 0 0,0 1 0,0-1 0,0 0 0,1 0 0,0 0 0,0 0 0,0 0 0,1 0 0,0 0 0,-1-1 0,2 0 0,-1 1 0,0-1 0,6 5 0,3 2 0,0 0 0,1-1 0,20 13 0,-27-19 0,1 0 0,0-1 0,-1 0 0,1 0 0,1-1 0,-1 1 0,0-1 0,0-1 0,1 0 0,9 1 0,-14-2 0,0 0 0,0 0 0,0 0 0,0-1 0,0 1 0,0-1 0,0 0 0,0 0 0,0 0 0,0 0 0,0-1 0,0 1 0,0-1 0,-1 1 0,1-1 0,-1 0 0,1 0 0,-1 0 0,0 0 0,0-1 0,0 1 0,0-1 0,0 1 0,-1-1 0,1 0 0,2-5 0,-2 2 0,0 0 0,0 0 0,0 0 0,-1 0 0,0-1 0,0 1 0,-1 0 0,0 0 0,0-1 0,0 1 0,-1 0 0,0-1 0,0 1 0,-1 0 0,1 0 0,-1 0 0,-1 0 0,1 0 0,-1 1 0,0-1 0,-6-7 0,5 7 0,-1 0 0,0 0 0,0 1 0,0 0 0,-1 0 0,0 0 0,0 1 0,0-1 0,0 1 0,-1 1 0,0 0 0,1 0 0,-1 0 0,-1 0 0,1 1 0,0 0 0,-14-1 0,-42 2-1365,47 2-5461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24575,'44'-3'0,"-1"2"0,1 1 0,46 8 0,-73-6 0,0 1 0,0 1 0,0 1 0,0 0 0,-1 1 0,0 1 0,0 0 0,-1 1 0,0 1 0,23 17 0,-34-23 0,1 1 0,-1 0 0,0 0 0,0 0 0,-1 0 0,1 1 0,-1-1 0,0 1 0,0 0 0,0 0 0,-1 0 0,0 0 0,0 0 0,0 1 0,0-1 0,-1 1 0,0-1 0,0 1 0,-1 0 0,0-1 0,0 1 0,0-1 0,0 1 0,-1 0 0,-2 10 0,-22 67 0,13-48 0,-12 69 0,22-92 0,1 1 0,0 0 0,1-1 0,0 1 0,1 0 0,1-1 0,0 1 0,1-1 0,6 18 0,-4-17 0,1-1 0,0 1 0,1-1 0,0-1 0,1 1 0,0-2 0,1 1 0,16 15 0,9 3 0,49 34 0,17 13 0,-89-66 0,-4-5 0,-1 1 0,0 0 0,0 0 0,0 1 0,6 8 0,-11-14 0,0 1 0,0-1 0,-1 0 0,1 1 0,-1-1 0,1 1 0,-1-1 0,1 1 0,-1-1 0,0 1 0,1-1 0,-1 1 0,0-1 0,0 1 0,0-1 0,-1 1 0,1 0 0,0-1 0,0 1 0,-1-1 0,1 1 0,-1-1 0,1 0 0,-1 1 0,0-1 0,0 1 0,0-1 0,1 0 0,-1 0 0,0 0 0,0 1 0,-1-1 0,1 0 0,0 0 0,-2 1 0,-4 2-13,0 0-1,0 0 0,-1-1 1,1 0-1,-1-1 0,0 0 0,0 0 1,1 0-1,-1-1 0,-9 1 1,-10 2-1202,9-1-5611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3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14 234 24575,'32'0'0,"49"-6"0,-70 4 0,0 0 0,-1 0 0,1-2 0,0 1 0,-1-1 0,0-1 0,0 0 0,10-7 0,-13 8 0,-1 0 0,0-1 0,0 0 0,-1 0 0,1 0 0,-1-1 0,-1 0 0,7-9 0,-9 13 0,-1-1 0,0 1 0,0-1 0,0 0 0,0 0 0,0 0 0,0 1 0,-1-1 0,0 0 0,1 0 0,-1 0 0,0 0 0,0 0 0,-1 0 0,1 0 0,-1 0 0,1 0 0,-1 0 0,0 1 0,0-1 0,0 0 0,0 0 0,-1 1 0,-2-4 0,1 1 0,-1 0 0,-1 0 0,1 1 0,0 0 0,-1 0 0,0 0 0,0 0 0,0 1 0,-1 0 0,1 0 0,-1 0 0,0 1 0,1 0 0,-1 0 0,0 0 0,0 1 0,-8-1 0,6 1 0,0 0 0,-1 0 0,1 1 0,0 0 0,-1 1 0,1 0 0,0 0 0,0 1 0,0 0 0,0 0 0,0 1 0,-10 4 0,13-4 0,0 1 0,0-1 0,1 1 0,0 0 0,-1 0 0,1 0 0,0 0 0,1 1 0,-1 0 0,1 0 0,0 0 0,0 0 0,1 0 0,-1 1 0,1-1 0,1 1 0,-1-1 0,1 1 0,-1 0 0,1 8 0,0-5 0,1 0 0,0 0 0,0 0 0,1 0 0,0 0 0,1 0 0,0 0 0,0 0 0,1-1 0,0 1 0,0-1 0,8 13 0,-2-7 0,1-1 0,0 0 0,1-1 0,1 0 0,-1 0 0,2-2 0,0 1 0,0-2 0,0 1 0,2-2 0,23 12 0,-12-10 0,0 0 0,1-2 0,0-1 0,0-1 0,0-1 0,30 1 0,-48-6-170,1 1-1,0-2 0,-1 1 1,1-1-1,-1-1 0,1 1 1,10-5-1,-4 0-6655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0 24575,'-17'0'0,"-9"3"0,-1 2 0,0 4 0,4 2 0,2 3 0,5-3-8191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4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24575,'35'124'0,"39"111"0,-40-161 0,47 79 0,-64-123 0,-16-29 0,-1 0 0,1-1 0,-1 1 0,1 0 0,-1 0 0,1 0 0,-1-1 0,0 1 0,0 0 0,1 0 0,-1 0 0,0 0 0,0-1 0,0 1 0,0 0 0,0 0 0,0 0 0,0 0 0,-1 1 0,1-2 0,0 0 0,0 1 0,-1-1 0,1 0 0,-1 1 0,1-1 0,0 0 0,-1 0 0,1 1 0,-1-1 0,1 0 0,-1 0 0,1 0 0,-1 0 0,1 0 0,0 1 0,-1-1 0,1 0 0,-1 0 0,1 0 0,-1 0 0,1 0 0,-1 0 0,0-1 0,-5 0 0,0 0 0,0-1 0,-11-4 0,15 5 0,-14-6 0,-1-1 0,1 0 0,-24-18 0,-40-37 0,65 51 0,-22-25 0,33 33 0,0-1 0,0 1 0,1-1 0,0 0 0,0 0 0,0 0 0,1-1 0,0 1 0,0 0 0,-2-8 0,4 12-4,0-1 0,0 1 0,0-1 0,-1 1 0,1-1 0,1 0 0,-1 1 0,0-1 0,0 1 0,1-1 0,-1 1 0,1-1 0,-1 1 0,1-1 0,-1 1 0,1 0 0,0-1 0,0 1 0,1-2 0,0 1 24,0 0 0,1 0 0,-1 1 0,0-1 0,1 0 0,-1 1 0,1 0 0,-1 0 0,6-2 0,4 0-391,-1 0-1,1 1 1,22 0 0,-16 1-6455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24575,'7'-3'0,"3"2"0,2 4 0,-2 3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5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11 110 24575,'-2'4'0,"1"-1"0,-1 0 0,1 1 0,0-1 0,0 1 0,0-1 0,0 1 0,1-1 0,-1 1 0,1 0 0,0-1 0,0 1 0,0-1 0,1 1 0,0 0 0,1 4 0,-1-3 0,1-1 0,1 1 0,-1-1 0,1 0 0,-1 0 0,1 0 0,0 0 0,1-1 0,-1 1 0,8 5 0,6 3 0,0-1 0,1-1 0,0-1 0,32 12 0,-47-20 0,15 7 0,1-1 0,0-1 0,0-1 0,0-1 0,0-1 0,1 0 0,26 0 0,-44-3 0,-1 0 0,0 0 0,1-1 0,-1 1 0,0 0 0,1 0 0,-1-1 0,0 1 0,0-1 0,1 1 0,-1-1 0,0 0 0,0 1 0,0-1 0,0 0 0,0 0 0,0 0 0,0 1 0,0-1 0,0 0 0,1-2 0,-1 2 0,0-1 0,-1 0 0,1 0 0,0 0 0,-1 0 0,1 0 0,-1 0 0,0 0 0,0 0 0,0 0 0,0 0 0,0-3 0,-2-6 0,0 1 0,-1 0 0,0 0 0,-5-12 0,7 19 0,-8-16 0,5 9 0,0 0 0,-3-12 0,6 21 0,1 1 0,0 0 0,0 0 0,0 0 0,0 0 0,0-1 0,0 1 0,0 0 0,0 0 0,0 0 0,0-1 0,0 1 0,0 0 0,0 0 0,0 0 0,0-1 0,0 1 0,0 0 0,0 0 0,0 0 0,0 0 0,1-1 0,-1 1 0,0 0 0,0 0 0,0 0 0,0 0 0,0-1 0,0 1 0,0 0 0,1 0 0,-1 0 0,7 1 0,12 9 0,-14-7 0,4 2 0,1 0 0,1-1 0,-1 0 0,1-1 0,0 0 0,-1-1 0,23 2 0,-28-3 0,-1-1 0,0 0 0,1 0 0,-1-1 0,0 1 0,0-1 0,1 0 0,-1 0 0,0 0 0,0-1 0,0 1 0,0-1 0,0 0 0,0 0 0,-1-1 0,1 1 0,-1-1 0,1 0 0,-1 1 0,0-2 0,0 1 0,0 0 0,3-5 0,-4 4 0,0-1 0,0 1 0,-1 0 0,1-1 0,-1 1 0,0-1 0,0 1 0,0-1 0,-1 0 0,0 1 0,1-1 0,-2 1 0,1-1 0,0 0 0,-1 1 0,0-1 0,0 1 0,-1-1 0,1 1 0,-1-1 0,0 1 0,0 0 0,0 0 0,-1 0 0,1 0 0,-1 0 0,0 1 0,0-1 0,0 1 0,-5-4 0,-7-2-1365,1 1-5461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6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24575,'3'5'0,"52"98"0,-45-87 0,1-1 0,1 0 0,0 0 0,17 15 0,-29-29 0,1 0 0,-1-1 0,1 1 0,0-1 0,-1 1 0,1 0 0,0-1 0,0 1 0,0-1 0,-1 1 0,1-1 0,0 0 0,0 1 0,0-1 0,0 0 0,0 0 0,0 0 0,0 1 0,-1-1 0,3 0 0,-2-1 0,-1 1 0,1 0 0,-1-1 0,1 1 0,-1-1 0,1 1 0,-1-1 0,1 1 0,-1-1 0,1 1 0,-1-1 0,1 1 0,-1-1 0,0 0 0,1 1 0,-1-1 0,0 1 0,0-1 0,0 0 0,1 1 0,-1-2 0,1-6 0,0 0 0,-1 0 0,0-14 0,0 14 0,-2-29 0,1 19 0,0 0 0,2-1 0,3-24 0,-4 41 0,1-1 0,-1 1 0,1-1 0,0 1 0,0 0 0,0-1 0,0 1 0,0 0 0,0 0 0,1 0 0,-1 0 0,1 0 0,0 0 0,-1 0 0,1 0 0,0 1 0,0-1 0,0 1 0,0-1 0,1 1 0,-1 0 0,0 0 0,0 0 0,1 0 0,-1 0 0,1 0 0,-1 1 0,1-1 0,-1 1 0,1 0 0,-1 0 0,5 0 0,4 0 0,-1 2 0,1-1 0,-1 1 0,0 0 0,1 1 0,16 8 0,101 50 0,-106-48 0,0 0 0,-1 2 0,29 26 0,-45-36-151,1 0-1,-1 1 0,0 0 0,0 0 1,-1 0-1,0 0 0,0 1 1,6 14-1,-6-9-6674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08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6211 0 24575,'0'4'0,"0"0"0,0 0 0,-1 0 0,1 0 0,-1 0 0,0 0 0,0 0 0,-3 7 0,3-8 0,-1 0 0,0-1 0,0 1 0,0-1 0,-1 1 0,1-1 0,-1 0 0,1 0 0,-1 0 0,0 0 0,-3 2 0,-1-1 0,0 0 0,0-1 0,0 0 0,0 0 0,-1 0 0,1-1 0,0 0 0,-1-1 0,-8 1 0,-26 2 0,-40 4 0,36-5 0,-3 5 0,31-4 0,-25 1 0,11-4 0,-100 8 0,88-4 0,0-2 0,0-3 0,-49-5 0,-33-2 0,-43 0 0,68 2 0,-4 0 0,-92-3 0,74 4 0,63 2 0,-105 6 0,114 4 0,-87 23 0,-45 28 0,182-58 0,-11 4 0,-1 1 0,1 0 0,-1 1 0,1 0 0,1 1 0,-18 12 0,28-18 0,0 0 0,0 0 0,0 0 0,0 0 0,0 0 0,0 0 0,1 1 0,-1-1 0,0 0 0,1 0 0,-1 1 0,1-1 0,-1 0 0,1 1 0,-1-1 0,1 1 0,0-1 0,0 0 0,0 1 0,0 2 0,0-2 0,1 1 0,0 0 0,-1-1 0,1 1 0,1 0 0,-1-1 0,0 0 0,0 1 0,3 2 0,-2-1 0,-3-3 0,-8-6 0,-11-9 0,2 2 0,0 1 0,0 0 0,-1 2 0,-1 0 0,0 1 0,-31-8 0,22 9 0,-1 1 0,1 2 0,-1 1 0,-32 0 0,-45-4 0,9 1 0,29 5 0,-137-7 0,-27 2 0,153 6 0,41 2 0,-57 10 0,-4 1 0,33-8 0,-184 7 0,132-4 0,2-1 0,-54 7 0,-2 1 0,56-17 0,-105 3 0,148 6 0,-27 1 0,19-1 0,14 0 0,-18 1 0,33-1 0,-63 7 0,75-8 0,17-2 0,-28 1 0,32-4 0,-23 5 0,24-3 0,-29 1 0,-211-4 0,243-1-136,0-1-1,0 0 1,1-1-1,-1 0 1,1-1-1,0-1 1,0-1-1,1 0 0,-16-9 1,21 10-6690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8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17 24575,'27'-15'0,"-51"13"0,-18 7 0,1 2 0,-79 22 0,99-22-80,16-5-37,-1 0 0,1 0 0,0-1 1,-1 0-1,1 0 0,-1 0 0,1 0 0,-1-1 1,0 0-1,-5-1 0,2-1-6709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8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61 24575,'-30'-7'0,"-14"-3"0,-5-2 0,4 1 0,4 3 0,7 2 0,7 2 0,5 3 0,4 0 0,3 3 0,4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19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68 24575,'-7'-4'0,"-25"-11"0,-2 1 0,-64-18 0,95 31 0,0 1 0,0-1 0,0 1 0,1 0 0,-1-1 0,0 1 0,0 1 0,0-1 0,0 0 0,0 1 0,0-1 0,1 1 0,-6 2 0,6-2 0,1 0 0,0 0 0,0 0 0,0 0 0,0 0 0,0 0 0,0 0 0,0 1 0,0-1 0,1 0 0,-1 1 0,0-1 0,1 0 0,-1 1 0,1-1 0,-1 1 0,1-1 0,0 1 0,0-1 0,-1 1 0,1-1 0,0 1 0,0-1 0,1 1 0,-1-1 0,0 1 0,0-1 0,2 3 0,1 8 0,0 1 0,1-1 0,1 0 0,0 0 0,9 13 0,36 54 0,-18-36 0,51 53 0,44 32 0,-22-25 0,-97-95 0,-1 1 0,1-1 0,-1 1 0,-1 0 0,7 13 0,-12-20 0,0-1 0,0 1 0,0 0 0,-1 0 0,1 0 0,0 0 0,-1 0 0,1 0 0,-1 0 0,0 0 0,0 0 0,0 0 0,0 0 0,0 0 0,0 0 0,0-1 0,-1 1 0,1 0 0,-1 0 0,1 0 0,-1 0 0,0 0 0,0 0 0,0-1 0,0 1 0,0 0 0,0-1 0,0 1 0,-1 0 0,1-1 0,0 0 0,-1 1 0,0-1 0,1 0 0,-1 0 0,1 0 0,-3 1 0,-6 3 0,0 0 0,0-1 0,-1-1 0,0 0 0,1 0 0,-17 2 0,-1-2 0,-37-1 0,36-2 0,0-2 0,1-1 0,-1-2 0,1 0 0,-38-14 0,64 19 0,-1-1 0,1 0 0,-1-1 0,1 1 0,-1 0 0,1-1 0,0 1 0,-1-1 0,1 0 0,0 0 0,0 0 0,0 0 0,1 0 0,-1 0 0,-2-5 0,3 6 0,0-1 0,1 0 0,-1 1 0,1-1 0,0 0 0,0 1 0,0-1 0,0 0 0,0 1 0,0-1 0,0 0 0,0 0 0,1 1 0,-1-1 0,0 1 0,1-1 0,0 0 0,-1 1 0,1-1 0,0 1 0,0-1 0,0 1 0,0 0 0,0-1 0,0 1 0,0 0 0,2-2 0,3-2 0,0-1 0,0 2 0,1-1 0,0 1 0,-1 0 0,1 0 0,10-3 0,56-17 0,-19 7 0,-41 13-1365,-1 0-5461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 24575,'-25'0'0,"-69"3"0,84-2 0,0 0 0,0 1 0,0 0 0,1 1 0,-1 0 0,1 1 0,-11 5 0,16-7 0,1 0 0,1 0 0,-1 0 0,0 0 0,0 0 0,1 1 0,-1-1 0,1 1 0,0-1 0,0 1 0,0 0 0,0 0 0,0 0 0,1 0 0,-3 5 0,3-3 0,0-1 0,1 0 0,-1 1 0,1-1 0,0 0 0,0 1 0,0-1 0,0 0 0,1 1 0,2 7 0,2 2 0,0 0 0,1-1 0,1 0 0,0 0 0,1-1 0,11 15 0,42 47 0,-34-43 0,24 35 0,-43-54 0,-1-1 0,-1 1 0,0 1 0,0-1 0,-1 1 0,-1 0 0,3 16 0,0 16 0,-2 0 0,-1 81 0,-4-122 0,0 0 0,0 1 0,0-1 0,1 0 0,0 0 0,0 0 0,0 0 0,0 0 0,0 0 0,1 0 0,0 0 0,0 0 0,2 3 0,-2-5 0,0 1 0,0-1 0,1 0 0,-1 0 0,1 0 0,-1 0 0,1-1 0,0 1 0,-1-1 0,1 1 0,0-1 0,0 0 0,0 0 0,0 0 0,0-1 0,0 1 0,6 0 0,7 0 0,0 0 0,24-3 0,-36 2 0,0 0 0,1-1 0,-1 0 0,0 0 0,0 0 0,0 0 0,0-1 0,0 0 0,0 0 0,0 0 0,0 0 0,-1 0 0,1-1 0,3-3 0,-5 4-151,-1 0-1,0 1 0,0-1 0,0 0 1,0 0-1,0 0 0,0 0 1,0-3-1,2-6-6674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 24575,'-2'0'0,"1"0"0,-1 0 0,1 0 0,-1 0 0,1 0 0,-1 0 0,1 1 0,0-1 0,-1 1 0,1-1 0,-1 1 0,1-1 0,0 1 0,-1 0 0,1-1 0,0 1 0,0 0 0,0 0 0,-2 2 0,2-2 0,1 0 0,-1 0 0,1 0 0,0 1 0,-1-1 0,1 0 0,0 0 0,0 0 0,0 1 0,-1-1 0,1 0 0,1 0 0,-1 0 0,0 0 0,0 1 0,0-1 0,1 0 0,-1 0 0,0 0 0,1 0 0,-1 0 0,1 1 0,0-1 0,1 1 0,4 7 0,0 0 0,0-1 0,1 0 0,1 0 0,-1-1 0,12 8 0,54 35 0,-72-49 0,8 4 0,-1 0 0,1-1 0,15 6 0,-20-9 0,-1 0 0,1 0 0,-1 0 0,1 0 0,0-1 0,-1 0 0,1 0 0,-1 0 0,1 0 0,0 0 0,-1-1 0,8-1 0,-10 2 0,0-1 0,1 0 0,-1 0 0,0 1 0,1-1 0,-1 0 0,0 0 0,0 0 0,0 0 0,0 0 0,0-1 0,0 1 0,0 0 0,0 0 0,0-1 0,0 1 0,-1-1 0,1 1 0,-1 0 0,1-1 0,-1 1 0,1-1 0,-1 1 0,0-1 0,0 1 0,0-1 0,0-2 0,0-5 0,-1 1 0,-1-1 0,1 1 0,-4-9 0,-1-8 0,6 23 0,0 1 0,0-1 0,-1 0 0,1 0 0,1 0 0,-1 0 0,0 1 0,0-1 0,1 0 0,-1 0 0,1 0 0,-1 1 0,1-1 0,0 0 0,0 1 0,1-3 0,-1 3 0,0 0 0,0 0 0,0 0 0,0 0 0,1 0 0,-1 1 0,0-1 0,0 1 0,0-1 0,0 1 0,1-1 0,-1 1 0,0 0 0,1-1 0,-1 1 0,0 0 0,0 0 0,1 0 0,-1 0 0,0 0 0,1 0 0,-1 0 0,0 1 0,2-1 0,8 4 0,0 1 0,0-1 0,-1 1 0,0 1 0,0 0 0,13 11 0,4 1 0,61 39-1365,-80-53-5461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61 24575,'-30'-10'0,"-11"-3"0,-5 0 0,4 3 0,6 3 0,7 3 0,6 1 0,4 2 0,3 4 0,5 1-8191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1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24575,'4'12'0,"0"0"0,0 0 0,1 0 0,1 0 0,0-1 0,10 15 0,-11-19 0,1 0 0,-1 0 0,2-1 0,-1 1 0,1-1 0,-1-1 0,2 1 0,-1-1 0,16 8 0,-22-12 0,0-1 0,0 1 0,0-1 0,0 1 0,0-1 0,0 1 0,1-1 0,-1 1 0,0-1 0,0 0 0,1 0 0,-1 0 0,0 0 0,0 0 0,1 0 0,-1 0 0,0 0 0,0 0 0,1 0 0,-1-1 0,0 1 0,0-1 0,0 1 0,0-1 0,1 1 0,-1-1 0,0 0 0,0 1 0,0-1 0,0 0 0,0 0 0,0 0 0,-1 0 0,1 0 0,0 0 0,0 0 0,-1 0 0,1 0 0,0 0 0,-1 0 0,1 0 0,-1 0 0,0-1 0,1 1 0,-1-2 0,2-6 0,0 0 0,-1 0 0,-1-1 0,0-17 0,0 21 0,-1-9 0,0 7 0,1 1 0,0-1 0,0 1 0,1-1 0,1-9 0,-1 16 0,-1 0 0,0-1 0,1 1 0,-1 0 0,0 0 0,1 0 0,0 0 0,-1 0 0,1 0 0,0 0 0,-1 0 0,1 0 0,0 0 0,0 0 0,0 0 0,0 1 0,0-1 0,0 0 0,0 1 0,0-1 0,0 1 0,0-1 0,0 1 0,0-1 0,1 1 0,-1 0 0,0-1 0,0 1 0,0 0 0,1 0 0,-1 0 0,0 0 0,0 0 0,0 0 0,1 1 0,-1-1 0,0 0 0,0 0 0,2 1 0,4 2 0,1 0 0,-1 1 0,0-1 0,0 1 0,-1 1 0,1-1 0,5 7 0,10 5 0,42 35 0,-46-36 0,0 0 0,1-1 0,28 15 0,-34-23-1365,0-2-5461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29 24575,'-11'5'0,"0"0"0,0 1 0,0 0 0,-16 13 0,24-17 0,0 1 0,1 0 0,-1 0 0,1 0 0,-1 0 0,1 0 0,0 0 0,0 1 0,0-1 0,1 1 0,-1-1 0,1 1 0,0 0 0,0 0 0,-1 6 0,2-5 0,-1-1 0,1 1 0,1-1 0,-1 1 0,1-1 0,-1 1 0,1-1 0,1 1 0,-1-1 0,1 0 0,-1 1 0,1-1 0,0 0 0,1 0 0,-1-1 0,1 1 0,0 0 0,-1-1 0,2 1 0,-1-1 0,0 0 0,1 0 0,-1-1 0,1 1 0,0-1 0,0 1 0,0-1 0,0 0 0,0-1 0,0 1 0,1-1 0,8 2 0,-11-3 0,0 0 0,0 0 0,0 0 0,0-1 0,-1 1 0,1-1 0,0 1 0,0-1 0,0 0 0,0 1 0,-1-1 0,1 0 0,0 0 0,-1 0 0,1-1 0,-1 1 0,1 0 0,-1 0 0,0-1 0,1 1 0,-1-1 0,0 0 0,0 1 0,0-1 0,0 0 0,0 1 0,-1-1 0,2-3 0,1-2 0,-1 0 0,0 0 0,0-1 0,-1 0 0,2-14 0,-3 13 0,-1 0 0,1 0 0,-1 0 0,-1 1 0,0-1 0,0 0 0,-1 1 0,0 0 0,0-1 0,-1 1 0,0 0 0,-1 1 0,1-1 0,-10-10 0,13 17-76,0 0 1,-1-1-1,1 1 0,-1 0 0,0 0 0,1 0 0,-1 0 0,0 0 1,0 0-1,0 0 0,1 1 0,-1-1 0,0 1 0,0-1 1,0 1-1,0 0 0,-3 0 0,-4 2-6750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2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24575,'15'-8'0,"91"-42"0,-88 43 0,1 1 0,-1 0 0,38-6 0,-54 12 0,0-1 0,0 1 0,0 0 0,-1 0 0,1 0 0,0 0 0,0 0 0,-1 0 0,1 1 0,0-1 0,0 0 0,-1 1 0,1 0 0,0-1 0,-1 1 0,1 0 0,0 0 0,-1 0 0,3 2 0,-3-2 0,0 1 0,0-1 0,0 1 0,0-1 0,-1 1 0,1 0 0,-1 0 0,1-1 0,-1 1 0,1 0 0,-1 0 0,0 0 0,0-1 0,0 1 0,0 0 0,0 0 0,0 0 0,-1-1 0,0 3 0,-5 28 0,2-1 0,1 1 0,1-1 0,2 1 0,1 0 0,8 48 0,3-28 0,2 0 0,3-2 0,39 86 0,-44-111 0,13 29 0,-22-47 0,-1 0 0,0 0 0,0 0 0,-1 0 0,0 0 0,0 8 0,-1-14 0,0 1 0,0 0 0,0 0 0,-1 0 0,1 0 0,-1 0 0,1 0 0,-1 0 0,0-1 0,0 1 0,1 0 0,-1 0 0,-1-1 0,1 1 0,0-1 0,0 1 0,-1-1 0,1 1 0,0-1 0,-1 0 0,1 0 0,-1 0 0,0 0 0,1 0 0,-1 0 0,0 0 0,0 0 0,-2 0 0,-6 2 0,-1 0 0,1-1 0,-1 0 0,-11 0 0,-2 1 0,-52 10-1365,61-9-5461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3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24575,'5'0'0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3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47 285 24575,'28'-8'0,"31"-12"0,-49 16 0,0 0 0,-1-1 0,0 0 0,0 0 0,0-1 0,12-12 0,-18 16 0,-1 0 0,1-1 0,-1 1 0,0-1 0,0 0 0,0 0 0,-1 0 0,1 0 0,-1 0 0,1 0 0,-1 0 0,0 0 0,0 0 0,0-1 0,-1 1 0,1 0 0,-1-5 0,0 4 0,-1-1 0,1 1 0,-1-1 0,0 1 0,-1 0 0,1-1 0,-1 1 0,1 0 0,-1 0 0,-1 0 0,-3-6 0,-1 1 0,0 0 0,-1 1 0,0 0 0,0 0 0,-1 1 0,0 0 0,0 1 0,-1 0 0,-14-7 0,19 10 0,0 1 0,0 0 0,0 0 0,0 1 0,0 0 0,0-1 0,-9 1 0,12 1 0,0 0 0,0 0 0,0 0 0,0 1 0,0-1 0,0 1 0,0 0 0,1-1 0,-1 1 0,0 0 0,0 0 0,0 0 0,1 0 0,-1 0 0,0 1 0,1-1 0,-1 0 0,1 1 0,0-1 0,-1 1 0,1-1 0,-2 4 0,-1 3 0,0 0 0,0 1 0,1-1 0,0 1 0,0 0 0,1-1 0,0 1 0,1 0 0,0 0 0,0 1 0,1-1 0,0 0 0,0 0 0,1 0 0,4 15 0,-3-16 0,0 0 0,0 1 0,1-1 0,0 0 0,1-1 0,0 1 0,0-1 0,1 1 0,0-1 0,0 0 0,0-1 0,1 0 0,0 1 0,0-2 0,1 1 0,11 7 0,-7-7 0,-1-1 0,1-1 0,0 0 0,22 5 0,50 5 0,-30-6 0,-17-3-455,-1-1 0,38 0 0,-59-4-6371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4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74 24575,'-27'-10'0,"-13"-3"0,-6 1 0,3-1 0,4 3 0,4 2 0,5 3 0,5 3 0,5 3 0,3 2 0,2 1 0,1 1 0,3 1-8191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5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0 24575,'-6'176'0,"7"-152"0,2-1 0,0 1 0,1-1 0,1 0 0,12 32 0,57 115 0,-74-169 0,1 0 0,-1 0 0,0 0 0,1 0 0,-1 0 0,0 0 0,1 0 0,-1 0 0,0 0 0,0 0 0,0 0 0,0 0 0,0 0 0,0 0 0,0 0 0,-1 0 0,1 0 0,-1 1 0,1-1 0,-1-1 0,1 0 0,0 1 0,-1-1 0,1 1 0,-1-1 0,1 0 0,-1 1 0,1-1 0,-1 0 0,0 0 0,1 0 0,-1 1 0,1-1 0,-1 0 0,1 0 0,-1 0 0,0 0 0,1 0 0,-1 0 0,1 0 0,-2 0 0,-3-1 0,0 0 0,0 0 0,1 0 0,-1-1 0,-8-3 0,-11-7 0,1-1 0,-1 0 0,2-2 0,-37-31 0,56 43 0,0 0 0,0 0 0,0 0 0,1-1 0,-1 0 0,1 1 0,-1-1 0,1 0 0,-2-6 0,3 9 0,1-1 0,0 1 0,-1-1 0,1 0 0,0 1 0,0-1 0,0 1 0,0-1 0,0 1 0,0-1 0,0 1 0,0-1 0,1 0 0,-1 1 0,1-1 0,-1 1 0,1 0 0,-1-1 0,1 1 0,0-1 0,0 1 0,0 0 0,0 0 0,0-1 0,0 1 0,0 0 0,0 0 0,0 0 0,3-1 0,1-1 0,0 0 0,0 0 0,1 1 0,0 0 0,-1 0 0,1 0 0,8-1 0,45-4 0,-47 6 0,61-6-1365,-56 4-5461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5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24575,'2'-9'0,"4"-2"0,0 4 0,0 6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24575,'1'4'0,"-1"0"0,1 0 0,0 0 0,0-1 0,0 1 0,0-1 0,1 1 0,-1 0 0,1-1 0,0 0 0,3 4 0,1 2 0,1 0 0,12 12 0,-4-8 0,0 0 0,0 0 0,31 17 0,-37-25 0,0 0 0,0 0 0,1-1 0,0-1 0,0 1 0,0-2 0,0 1 0,19 1 0,-26-4 0,0 0 0,-1 0 0,1 0 0,0-1 0,-1 1 0,1-1 0,-1 1 0,1-1 0,-1 0 0,1 0 0,-1 0 0,0 0 0,1-1 0,-1 1 0,0-1 0,0 1 0,0-1 0,0 0 0,0 1 0,0-1 0,-1 0 0,1 0 0,0-1 0,1-3 0,0 1 0,-1 0 0,0 0 0,0 0 0,-1-1 0,0 1 0,0 0 0,0-1 0,0 1 0,-1-1 0,0-10 0,-5-2 0,4 16 0,1 0 0,-1 0 0,0 0 0,1 1 0,0-1 0,-1 0 0,1 0 0,0 0 0,0 0 0,0-4 0,0 6 0,0 0 0,1-1 0,-1 1 0,0 0 0,0 0 0,1-1 0,-1 1 0,0 0 0,0 0 0,1 0 0,-1-1 0,0 1 0,1 0 0,-1 0 0,0 0 0,1 0 0,-1 0 0,0 0 0,0 0 0,1 0 0,-1 0 0,0 0 0,1 0 0,-1 0 0,0 0 0,1 0 0,-1 0 0,0 0 0,1 0 0,-1 0 0,0 0 0,1 0 0,-1 0 0,0 1 0,1-1 0,-1 0 0,0 0 0,0 0 0,1 1 0,-1-1 0,16 11 0,-13-9 0,14 9 0,0-1 0,0 0 0,29 10 0,-34-15 0,2-1 0,-1 0 0,0-1 0,1-1 0,25 2 0,-35-4 0,0 0 0,0 0 0,-1 0 0,1-1 0,-1 0 0,1 1 0,0-1 0,-1-1 0,1 1 0,-1 0 0,0-1 0,1 0 0,-1 0 0,4-3 0,-5 3 0,0 0 0,0 0 0,0 0 0,-1 0 0,1 0 0,-1-1 0,1 1 0,-1 0 0,0-1 0,0 1 0,0-1 0,-1 1 0,1-1 0,0 0 0,-1 1 0,0-1 0,1 0 0,-1 1 0,0-1 0,-1-4 0,0-1 8,-1 0-1,0 1 1,0-1-1,-1 1 1,0-1-1,0 1 1,-1 0-1,0 0 1,0 0-1,-1 1 1,1-1-1,-2 1 1,1 0-1,0 1 1,-8-7-1,-4-1-304,0 1 0,0 0 0,-1 1 0,-29-13 0,31 16-6529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7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 24575,'-5'7'0,"1"-1"0,-1 1 0,1 0 0,1 0 0,-1 0 0,-3 15 0,6-18 0,0 0 0,0 0 0,1 0 0,-1 0 0,1 0 0,0 0 0,0 0 0,1 0 0,-1 0 0,1 0 0,0 0 0,0 0 0,1 0 0,-1 0 0,3 4 0,1 1 0,2 1 0,-1-2 0,1 1 0,1 0 0,-1-1 0,1-1 0,1 1 0,-1-1 0,1-1 0,1 0 0,-1 0 0,13 5 0,-20-10 0,0 0 0,0 0 0,0 0 0,0 0 0,1-1 0,-1 1 0,0-1 0,0 1 0,0-1 0,0 0 0,1 0 0,-1 0 0,0 0 0,0 0 0,0-1 0,4 0 0,-5 0 0,0 1 0,0-1 0,0 0 0,0 0 0,0 0 0,0 0 0,0 1 0,0-1 0,0 0 0,-1 0 0,1-1 0,0 1 0,-1 0 0,1 0 0,-1 0 0,1 0 0,-1-1 0,1 1 0,-1 0 0,0 0 0,0 0 0,0-1 0,1 1 0,-1 0 0,0-1 0,-1 1 0,1 0 0,0 0 0,-1-3 0,-13-59 0,10 49 0,1-1 0,0 1 0,1 0 0,0-1 0,1-27 0,1 41 0,0-1 0,0 1 0,1 0 0,-1-1 0,0 1 0,1 0 0,-1 0 0,1-1 0,-1 1 0,1 0 0,-1 0 0,1 0 0,0 0 0,0 0 0,0 0 0,-1 0 0,1 0 0,0 0 0,0 0 0,3-1 0,-2 1 0,0 0 0,0 0 0,0 0 0,0 1 0,0-1 0,0 1 0,0 0 0,1 0 0,-1-1 0,0 1 0,3 1 0,3 0 0,0 0 0,0 1 0,-1 0 0,1 1 0,14 6 0,16 12 0,0 2 0,-2 2 0,0 1 0,41 40 0,-69-57-1365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7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18 24575,'-45'-5'0,"20"2"0,1 1 0,-1 0 0,1 2 0,-37 4 0,59-4 0,1 0 0,-1 1 0,1-1 0,-1 0 0,1 0 0,-1 1 0,1-1 0,-1 1 0,1 0 0,0-1 0,-1 1 0,1 0 0,0 0 0,0 0 0,0 0 0,-1 0 0,1 0 0,0 0 0,0 0 0,0 0 0,1 0 0,-1 1 0,0-1 0,0 0 0,1 0 0,-1 1 0,1-1 0,-1 1 0,1-1 0,-1 1 0,1-1 0,0 1 0,0-1 0,0 1 0,0-1 0,0 1 0,0-1 0,0 1 0,0-1 0,1 1 0,-1-1 0,0 0 0,1 1 0,0 1 0,2 3 0,-1 0 0,1-1 0,0 1 0,0-1 0,1 0 0,-1 0 0,1 0 0,0 0 0,8 6 0,1-1 0,0-1 0,0 0 0,1-1 0,0-1 0,0 0 0,24 7 0,-29-11 0,1 0 0,-1-1 0,1-1 0,0 1 0,0-1 0,-1-1 0,1 0 0,0 0 0,0-1 0,0 0 0,17-5 0,-24 5 0,0 0 0,0 0 0,-1-1 0,1 1 0,0-1 0,0 1 0,-1-1 0,1 0 0,-1 0 0,1 0 0,-1 0 0,0 0 0,0-1 0,0 1 0,0-1 0,0 1 0,-1-1 0,1 0 0,-1 1 0,1-1 0,-1 0 0,0 0 0,0 0 0,-1 0 0,1 0 0,0-1 0,-1 1 0,0 0 0,0 0 0,0 0 0,0 0 0,0 0 0,-2-6 0,1 3 0,-1 1 0,1 0 0,-1 0 0,0 0 0,0 1 0,0-1 0,-1 0 0,1 1 0,-1 0 0,-1-1 0,1 1 0,0 0 0,-1 1 0,0-1 0,0 0 0,0 1 0,0 0 0,0 0 0,-10-4 0,8 5-341,0 0 0,0 0-1,-12-1 1,3 2-6485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9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46 24575,'-19'-7'0,"-10"-3"0,-4 0 0,1 3 0,3 2 0,5 1 0,3 3 0,3 0 0,3 3 0,0 2 0,1 2 0,1 0 0,1 2 0,2-1 0,-1-2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29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55 24575,'-29'-9'0,"-15"-5"0,-2 2 0,4 2 0,6 3 0,8 5 0,6 3 0,6 1-8191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5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4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1 204 24575,'14'2'0,"0"-1"0,0 0 0,0 0 0,0-2 0,0 0 0,0 0 0,0-1 0,15-5 0,5-3 0,-1-1 0,34-17 0,-60 26 0,-1-2 0,0 1 0,0-1 0,0 0 0,0 0 0,-1 0 0,0-1 0,8-8 0,-11 12 0,-1-1 0,0 0 0,0 1 0,0-1 0,0 0 0,0 1 0,-1-1 0,1 0 0,0 0 0,-1 0 0,1 0 0,-1 0 0,0 0 0,1 0 0,-1 0 0,0 1 0,0-1 0,-1 0 0,1 0 0,0 0 0,-1 0 0,1 0 0,-1 0 0,1 0 0,-1 0 0,0 1 0,0-1 0,0 0 0,0 0 0,0 1 0,0-1 0,0 1 0,-1-1 0,1 1 0,-2-2 0,-2-1 0,0 0 0,0 1 0,0 0 0,0-1 0,-1 2 0,1-1 0,-1 1 0,0-1 0,1 2 0,-9-3 0,3 2 0,0 0 0,0 1 0,0 0 0,-21 1 0,28 1 0,-1 0 0,1 0 0,0 0 0,0 0 0,0 1 0,0-1 0,0 1 0,0 0 0,1 0 0,-7 5 0,-2 3 0,-18 19 0,7-5 0,11-13 0,1 1 0,0 0 0,-18 26 0,28-35 0,-1 0 0,1 0 0,0 0 0,0 0 0,0 0 0,0 0 0,1 1 0,-1-1 0,1 0 0,0 0 0,0 1 0,0-1 0,0 0 0,0 0 0,1 0 0,0 1 0,-1-1 0,1 0 0,0 0 0,3 6 0,3 4 0,0 0 0,1-1 0,12 16 0,-13-19 0,-3-3 0,2 0 0,-1-1 0,1 1 0,-1-1 0,2 0 0,-1-1 0,0 0 0,1 0 0,0 0 0,0-1 0,0 0 0,0 0 0,0 0 0,1-1 0,12 2 0,9 0 0,0-2 0,53-2 0,-47-1 0,-9 2-104,-10 0 218,24-2 0,-37 0-238,1 1 0,0-1 0,-1 0 0,1 0-1,0 0 1,-1 0 0,1 0 0,-1-1 0,0 0 0,1 0 0,4-3 0,1-4-6702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4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30 24575,'-30'-5'0,"-11"-1"0,-5 0 0,4 1 0,4 1 0,5 2 0,7 1 0,5 0 0,3 1 0,3 0 0,1 3 0,1 3 0,2 1-8191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5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24575,'15'42'0,"2"-1"0,2-1 0,44 68 0,-58-100 0,84 138 0,-70-111 0,-2 1 0,17 47 0,-33-79 0,1 1 0,0 1 0,0-1 0,-1 1 0,1 8 0,-2-13 0,0 0 0,0 0 0,0 1 0,0-1 0,0 0 0,0 0 0,0 0 0,0 0 0,-1 0 0,1 0 0,0 0 0,-1 0 0,1 0 0,-1 0 0,1 0 0,-1 0 0,1-1 0,-1 1 0,0 0 0,1 0 0,-1 0 0,0-1 0,0 1 0,0 0 0,0-1 0,1 1 0,-1-1 0,0 1 0,0-1 0,0 1 0,-2-1 0,-4 2 0,0-1 0,0 0 0,-1 0 0,1-1 0,-1 0 0,1 0 0,-1 0 0,1-1 0,-10-3 0,0 0 0,-1-1 0,-27-13 0,38 14 0,0 0 0,0 0 0,0 0 0,1-1 0,-1 0 0,1 0 0,1-1 0,-1 1 0,1-1 0,0 0 0,-8-14 0,11 17 0,0-1 0,0 1 0,1-1 0,-1 1 0,1-1 0,0 0 0,0 0 0,0 1 0,0-1 0,1 0 0,0 0 0,0 0 0,0 0 0,0 0 0,0 0 0,1 0 0,0 0 0,0 1 0,0-1 0,0 0 0,0 1 0,1-1 0,0 0 0,-1 1 0,6-6 0,26-31-1365,-23 31-5461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7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36 190 24575,'-2'-1'0,"1"1"0,0-1 0,-1 1 0,1 0 0,-1-1 0,1 1 0,0 0 0,-1 0 0,1 0 0,-1 0 0,1 0 0,0 0 0,-1 1 0,1-1 0,-2 1 0,2-1 0,0 1 0,1-1 0,-1 1 0,0-1 0,1 1 0,-1-1 0,0 1 0,1-1 0,-1 1 0,1 0 0,-1-1 0,1 1 0,-1 0 0,1 0 0,0-1 0,-1 1 0,1 0 0,0 0 0,-1 1 0,1 0 0,0 1 0,0 0 0,0-1 0,0 1 0,0 0 0,0-1 0,1 1 0,0 0 0,-1-1 0,1 1 0,0-1 0,0 1 0,0-1 0,2 4 0,4 2 0,-1 0 0,1 0 0,1-1 0,-1 0 0,1 0 0,0-1 0,1 0 0,-1-1 0,1 0 0,1 0 0,15 6 0,-20-9 0,0-1 0,0 1 0,0-1 0,1 0 0,-1-1 0,0 1 0,1-1 0,-1 0 0,0 0 0,1 0 0,-1-1 0,0 0 0,0 0 0,1-1 0,-1 1 0,0-1 0,0 0 0,7-4 0,-6 2 0,-1 1 0,0-1 0,-1 0 0,1 0 0,-1-1 0,0 1 0,0-1 0,0 0 0,0 0 0,-1-1 0,0 1 0,0 0 0,0-1 0,-1 0 0,3-9 0,-5 14 0,0 0 0,0 1 0,0-1 0,0 1 0,0-1 0,0 1 0,0-1 0,0 1 0,1-1 0,-1 1 0,0-1 0,0 1 0,1-1 0,-1 1 0,0-1 0,1 1 0,-1-1 0,0 1 0,1-1 0,-1 1 0,1 0 0,-1-1 0,0 1 0,1 0 0,-1 0 0,1-1 0,-1 1 0,1 0 0,-1 0 0,1-1 0,0 1 0,-1 0 0,1 0 0,1 1 0,0-1 0,-1 1 0,1 0 0,-1 0 0,0-1 0,1 1 0,-1 0 0,0 1 0,2 0 0,8 7 0,-7-7 0,0 1 0,1-1 0,-1 0 0,1 0 0,0-1 0,-1 1 0,1-1 0,0 0 0,0 0 0,0 0 0,-1-1 0,1 0 0,0 0 0,7-1 0,-9 1 0,0-1 0,0 0 0,0 0 0,0 0 0,0 0 0,0-1 0,0 1 0,-1-1 0,1 1 0,-1-1 0,1 0 0,-1 0 0,0 0 0,0 0 0,0-1 0,0 1 0,0 0 0,0-1 0,0 0 0,-1 1 0,1-1 0,-1 0 0,0 0 0,1-4 0,0-1 10,0 0 0,-1-1 0,0 1 0,0-1 0,-1 1 0,0-1 0,-1 1 0,0-1 0,0 1 0,-1-1 0,-5-15 0,6 19-84,-1 0-1,0 0 1,0 0 0,-1 0 0,0 0-1,1 0 1,-2 1 0,1-1 0,0 1-1,-1 0 1,0 0 0,0 0 0,0 1-1,0-1 1,-1 1 0,1 0 0,-1 0-1,0 1 1,-7-4 0,-1 3-6752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24575,'1'5'0,"0"-1"0,0 0 0,1 0 0,-1-1 0,1 1 0,0 0 0,0 0 0,0-1 0,0 1 0,6 5 0,-2-1 0,3 5 0,39 50 0,-43-57 0,1-1 0,-1 1 0,1-1 0,0 0 0,1-1 0,-1 1 0,14 5 0,-20-9 0,1-1 0,0 0 0,-1 1 0,1-1 0,0 0 0,-1 0 0,1 0 0,0 1 0,0-1 0,-1 0 0,1 0 0,0 0 0,-1 0 0,1 0 0,0 0 0,0-1 0,-1 1 0,1 0 0,0 0 0,0 0 0,-1-1 0,1 1 0,0 0 0,-1-1 0,1 1 0,-1-1 0,1 1 0,0-1 0,-1 1 0,1-1 0,-1 1 0,1-1 0,-1 1 0,0-1 0,1 1 0,-1-1 0,1 0 0,-1 1 0,0-1 0,0 0 0,1 0 0,-1 1 0,0-1 0,0 0 0,0-1 0,1-4 0,0-1 0,0 0 0,-1 1 0,0-8 0,-1 8 0,0-12 0,-6-29 0,4 32 0,1-1 0,0 1 0,1-20 0,1 34 0,0 0 0,0 0 0,0 0 0,0-1 0,0 1 0,0 0 0,1 0 0,-1 0 0,0 0 0,1 0 0,-1 0 0,0 0 0,1 0 0,0 1 0,-1-1 0,1 0 0,-1 0 0,1 0 0,0 0 0,0 1 0,-1-1 0,3-1 0,-2 2 0,1-1 0,-1 1 0,0 0 0,1-1 0,-1 1 0,1 0 0,-1 0 0,0 0 0,1 0 0,-1 0 0,1 0 0,-1 1 0,0-1 0,3 1 0,6 3 0,-1 0 0,0 0 0,17 12 0,-19-11 0,22 15 0,0 1 0,46 47 0,-41-36 0,25 17-1365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8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3 24575,'-5'1'0,"0"1"0,0-1 0,0 1 0,1-1 0,-1 2 0,0-1 0,1 0 0,-1 1 0,1 0 0,0 0 0,0 0 0,0 0 0,0 1 0,-4 4 0,6-4 0,0-1 0,0 0 0,0 1 0,0 0 0,0-1 0,1 1 0,0 0 0,-1 0 0,1 0 0,1 0 0,-1 0 0,1 0 0,-1 0 0,1 0 0,0 0 0,1 0 0,-1 0 0,2 7 0,1-3 0,0 1 0,0-1 0,1 1 0,1-1 0,-1 0 0,1-1 0,0 1 0,1-1 0,0 0 0,0-1 0,0 1 0,1-1 0,0 0 0,0-1 0,1 1 0,0-2 0,-1 1 0,2-1 0,12 5 0,-18-8 0,0 0 0,-1 0 0,1-1 0,0 1 0,-1-1 0,1 0 0,0 0 0,0 0 0,0 0 0,-1 0 0,1-1 0,0 1 0,-1-1 0,1 0 0,0 1 0,-1-1 0,1 0 0,-1-1 0,1 1 0,-1 0 0,1-1 0,-1 0 0,0 1 0,0-1 0,0 0 0,0 0 0,0 0 0,0 0 0,-1 0 0,1-1 0,-1 1 0,1 0 0,-1-1 0,0 1 0,0-1 0,0 0 0,0 1 0,-1-1 0,1 0 0,-1 1 0,1-1 0,-1-3 0,0-1 0,0 0 0,-1 0 0,0 1 0,0-1 0,0 0 0,-1 1 0,0-1 0,0 1 0,-1 0 0,0 0 0,0 0 0,0 0 0,-7-8 0,3 4 0,-1 0 0,-1 0 0,0 1 0,0 0 0,-1 0 0,-12-8 0,15 13-114,0 0 1,0 0-1,-1 1 0,0 0 0,0 0 1,0 1-1,0 0 0,0 0 0,0 1 1,-1 0-1,-8 0 0,0 1-6712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5:59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28 24575,'-48'-16'0,"18"6"0,29 9 0,0 1 0,-1 0 0,1 0 0,-1-1 0,1 1 0,-1 0 0,1 0 0,0 1 0,-1-1 0,1 0 0,-1 0 0,1 1 0,0-1 0,-1 1 0,1-1 0,0 1 0,-1-1 0,1 1 0,-1 1 0,1-2 0,1 0 0,0 0 0,0 0 0,0 0 0,-1 0 0,1 0 0,0 1 0,0-1 0,0 0 0,-1 0 0,1 0 0,0 0 0,0 1 0,0-1 0,0 0 0,-1 0 0,1 0 0,0 1 0,0-1 0,0 0 0,0 0 0,0 1 0,0-1 0,0 0 0,0 0 0,0 0 0,0 1 0,0-1 0,0 0 0,0 0 0,0 1 0,0-1 0,0 0 0,0 0 0,0 1 0,0-1 0,0 0 0,0 0 0,0 1 0,0-1 0,1 0 0,-1 0 0,0 0 0,0 1 0,0-1 0,0 0 0,0 0 0,1 0 0,-1 0 0,0 1 0,0-1 0,0 0 0,1 0 0,-1 0 0,0 0 0,1 1 0,0-1 0,0 0 0,0 0 0,0 0 0,0 1 0,0-1 0,0 0 0,0 0 0,0 0 0,0-1 0,0 1 0,-1 0 0,3 0 0,4-5-99,12-5 319,-18 10-241,-1 0-1,0 0 0,0 0 0,0 0 0,1 0 0,-1 0 0,0 0 1,0 0-1,1-1 0,-1 1 0,0 0 0,0 0 0,0 0 0,1 0 1,-1 0-1,0 0 0,0 0 0,1 1 0,-1-1 0,0 0 0,0 0 1,0 0-1,1 0 0,-1 0 0,0 0 0,0 0 0,0 0 0,1 0 0,-1 1 1,0-1-1,0 0 0,0 0 0,0 0 0,1 0 0,-1 1 0,0-1 1,0 0-1,0 0 0,0 0 0,0 1 0,0-1 0,0 0 0,1 0 1,-1 0-1,0 1 0,0-1 0,0 0 0,0 0 0,0 1 0,0-1 1,0 0-1,0 0 0,0 1 0,0-1 0,0 0 0,-1 0 0,1 0 1,0 1-1,0-1 0,0 0 0,0 0 0,0 0 0,0 1 0,0-1 0,-1 0 1,1 0-1,0 1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1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24575,'39'154'0,"-18"-65"0,35 89 0,-55-175-89,0 0-71,1 1 1,-1 0-1,0-1 1,0 1-1,0 0 1,-1 0-1,1 7 1,-2-3-6667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1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24575,'34'-15'0,"2"2"0,-1 1 0,46-8 0,-62 17 0,0 0 0,0 2 0,1 0 0,-1 1 0,0 1 0,1 1 0,-1 1 0,20 5 0,-16-2 0,0 2 0,0 0 0,-1 2 0,0 0 0,-1 1 0,0 1 0,-1 1 0,0 1 0,-1 1 0,-1 1 0,0 0 0,-2 2 0,19 21 0,-30-31 0,0-1 0,0 1 0,0 0 0,-1 0 0,0 0 0,-1 0 0,0 1 0,0 0 0,-1-1 0,0 1 0,0 0 0,-1 0 0,0 0 0,-1 0 0,0 0 0,-1 0 0,1 0 0,-2 0 0,1 0 0,-1 0 0,-1 0 0,1 0 0,-2-1 0,1 0 0,-1 1 0,0-1 0,-1-1 0,0 1 0,-8 10 0,0-4 0,0 0 0,-1-1 0,0-1 0,-1 0 0,0-1 0,-1-1 0,0 0 0,-1-1 0,-34 13 0,21-12 0,-1-1 0,-1-1 0,1-2 0,-1-1 0,-33 1 0,53-5-170,1-1-1,-1 0 0,0-1 1,1 0-1,-1-1 0,1 0 1,-18-6-1,18 3-6655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24575,'-5'23'0,"-2"8"0,1 3 0,1-2 0,4-3 0,2-2 0,3-5 0,2-2 0,1-6 0,3-2 0,-1-1 0,0 1 0,2-3 0,-1 1 0,-1-3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395 31 24575,'-27'-5'0,"-13"-2"0,-4 1 0,5 1 0,5 2 0,7 0 0,5 2 0,4 1 0,3 2 0,1 2 0,-2 2 0,-3 2 0,0 0 0,-3 2 0,1-2 0,3-2-8191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24575,'5'30'0,"4"11"0,0 2 0,-1-1 0,1-4 0,0-5 0,0-4 0,0-4 0,-1-3 0,0-4 0,-1-2 0,-1-2 0,0-3 0,-3-3 0,-3-5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2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24575,'27'-17'0,"16"-6"0,6 1 0,-1 2 0,-3 4 0,-5 3 0,-4 3 0,-5 4 0,-4 2 0,-4 2 0,-3 0 0,-2-1 0,-8 0 0,-7 4 0,-6 1 0,-6 0 0,-1 0-8191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24575,'27'-5'0,"12"-2"0,1-1 0,-4-1 0,-8 0 0,-5 1 0,-6 0 0,-2 0 0,-2 3 0,0-1 0,0 1 0,-2 0-8191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24575,'8'27'0,"1"14"0,3 2 0,1-3 0,-1-4 0,0-6 0,-1-5 0,2-2 0,0-3 0,-2-1 0,0-3 0,0-1 0,-2 0 0,1-4 0,-2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3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40 24575,'-27'-7'0,"-12"-3"0,-3 1 0,0 1 0,4 3 0,5 4 0,2 5 0,2 4 0,1 1 0,0 1 0,5-1-8191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4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0 24575,'91'4'0,"-81"-3"0,0 1 0,0 0 0,0 0 0,0 1 0,0 1 0,15 7 0,-24-11 0,1 1 0,0 0 0,-1 0 0,1 0 0,-1 1 0,0-1 0,1 0 0,-1 0 0,0 1 0,1-1 0,-1 1 0,0-1 0,0 1 0,0-1 0,-1 1 0,1 0 0,0 0 0,0-1 0,0 3 0,-1-1 0,0-1 0,0 1 0,0-1 0,0 1 0,-1-1 0,1 1 0,0-1 0,-1 1 0,0-1 0,0 0 0,1 1 0,-3 3 0,-2 1 0,1 0 0,-1 0 0,0 0 0,-1-1 0,1 0 0,-1 0 0,-10 8 0,4-6 0,-1 0 0,0 0 0,0-1 0,0-1 0,-1 0 0,0-1 0,0 0 0,-26 5 0,29-8 0,0-1 0,0 0 0,0 0 0,0-1 0,-1-1 0,1 0 0,0 0 0,0-1 0,0 0 0,0-1 0,1 0 0,-14-7 0,20 8 0,0 0 0,0-1 0,1 0 0,-1 0 0,1 0 0,-1 0 0,1-1 0,0 1 0,0-1 0,1 0 0,-1 0 0,1 0 0,0 0 0,0 0 0,0-1 0,0 1 0,-1-7 0,2 8 0,0 0 0,1-1 0,-1 1 0,1 0 0,0 0 0,0 0 0,0-1 0,0 1 0,0 0 0,1 0 0,0 0 0,-1-1 0,1 1 0,0 0 0,0 0 0,1 0 0,-1 0 0,1 1 0,0-1 0,-1 0 0,1 1 0,0-1 0,0 1 0,1-1 0,3-2 0,1 0 11,0 1 0,1 0 0,0 0 0,-1 1 0,1 0 0,0 0 0,1 1 0,-1 0 0,13-1 0,8 1-597,40 1-1,-61 1 285,9 0-6524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4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88 24575,'-6'-11'0,"2"3"0,0 1 0,0 0 0,0-1 0,-1 2 0,0-1 0,-1 0 0,1 1 0,-1 0 0,-7-5 0,13 11 0,-1-1 0,1 1 0,-1 0 0,0-1 0,1 1 0,-1 0 0,1-1 0,-1 1 0,0 0 0,1 0 0,-1 0 0,1-1 0,-1 1 0,0 0 0,1 0 0,-1 0 0,0 0 0,1 0 0,-1 0 0,0 0 0,1 1 0,-1-1 0,1 0 0,-1 0 0,0 0 0,1 1 0,-1-1 0,1 0 0,-1 1 0,0-1 0,1 0 0,-1 1 0,1-1 0,-1 1 0,1-1 0,0 1 0,-1-1 0,1 1 0,-1-1 0,1 1 0,0-1 0,0 1 0,-1 0 0,-1 3 0,0 1 0,1-1 0,0 1 0,-2 8 0,-2 17 0,2 1 0,1 0 0,3 36 0,16 92 0,93 315 0,-79-338 0,-30-132-136,-1 0-1,1-1 1,-1 1-1,0-1 1,0 1-1,0 0 1,-1-1-1,1 1 0,-2 4 1,-1 0-6690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55 24575,'-27'-10'0,"-14"-3"0,-5 1 0,1 2 0,3 3 0,6 5 0,9 3-8191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8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450 146 24575,'-55'-33'0,"17"9"0,-1 2 0,-2 1 0,-50-18 0,86 37 0,0 1 0,0 0 0,0 0 0,0 0 0,0 1 0,0-1 0,-1 1 0,1 0 0,0 1 0,0-1 0,0 1 0,0 0 0,0 0 0,0 1 0,-8 3 0,7-2 0,1 0 0,0 0 0,0 1 0,0 0 0,0 0 0,0 0 0,1 0 0,0 1 0,0 0 0,0 0 0,0 0 0,-4 9 0,3-4 0,0 0 0,1 1 0,0-1 0,0 1 0,1 0 0,1 0 0,0 0 0,-1 16 0,3-21 0,0-1 0,0 0 0,0 0 0,1 0 0,0 0 0,0 0 0,0 0 0,0-1 0,1 1 0,0 0 0,0-1 0,0 1 0,1-1 0,0 1 0,0-1 0,0 0 0,0 0 0,0 0 0,1-1 0,-1 1 0,6 2 0,6 5 0,2-1 0,-1 0 0,2-1 0,24 8 0,-30-12 0,0-2 0,0 1 0,0-2 0,1 0 0,-1 0 0,1-1 0,20-1 0,-30 0 0,0-1 0,-1 1 0,1-1 0,0 1 0,-1-1 0,1 0 0,-1 0 0,1 0 0,-1 0 0,1 0 0,-1-1 0,0 1 0,0-1 0,0 1 0,0-1 0,4-3 0,-4 2 0,0 0 0,0-1 0,0 1 0,-1 0 0,1-1 0,-1 1 0,0-1 0,0 1 0,0-1 0,1-6 0,-1-5 0,-1 1 0,-1-1 0,0 0 0,-6-27 0,-8-12 0,17 57 0,0 0 0,0 0 0,0 0 0,1 0 0,3 3 0,0 2 0,114 110 0,-73-75 0,-32-28-1365,-4-2-5461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24575,'1'8'0,"1"0"0,0 0 0,1 0 0,-1 0 0,2 0 0,-1-1 0,6 9 0,-3-6 0,0 0 0,1 0 0,0-1 0,0 0 0,1 0 0,14 11 0,-6-8 0,1 1 0,32 17 0,-47-29 0,-1 0 0,0-1 0,0 1 0,0-1 0,0 1 0,1-1 0,-1 1 0,0-1 0,1 0 0,-1 0 0,0 1 0,0-1 0,1 0 0,-1 0 0,0 0 0,1 0 0,-1-1 0,0 1 0,1 0 0,-1 0 0,0-1 0,0 1 0,2-1 0,-2-1 0,0 1 0,1 0 0,-1 0 0,0 0 0,0-1 0,0 1 0,0-1 0,0 1 0,-1-1 0,1 1 0,0-1 0,-1 1 0,1-1 0,-1 0 0,1 1 0,-1-1 0,0 0 0,0-1 0,1-11 0,-1-1 0,-1 1 0,0 0 0,-1-1 0,-1 1 0,-5-17 0,4 15 0,0-1 0,1 1 0,1-1 0,0-18 0,2 34 0,-1 0 0,1 0 0,0 1 0,0-1 0,0 0 0,0 0 0,1 0 0,-1 0 0,0 0 0,0 0 0,1 0 0,-1 0 0,0 1 0,1-1 0,-1 0 0,1 0 0,-1 0 0,1 1 0,-1-1 0,1 0 0,-1 0 0,1 1 0,0-1 0,0 1 0,-1-1 0,2 0 0,-1 1 0,1 0 0,-1-1 0,0 1 0,1 0 0,-1 0 0,0 1 0,0-1 0,1 0 0,-1 0 0,0 1 0,1-1 0,-1 0 0,0 1 0,0-1 0,3 2 0,4 4 0,0-1 0,0 1 0,11 11 0,2 3 0,111 94 0,-127-110-195,0-1 0,-1 1 0,1 0 0,-1 0 0,0 1 0,7 9 0,-5-2-6631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6:59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24575,'0'2'0,"0"4"0,-2 3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0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24575,'14'33'0,"1"0"0,34 53 0,-37-68 0,1-1 0,0-1 0,1 0 0,1-1 0,1-1 0,17 14 0,-25-22 0,0 0 0,1-1 0,0 0 0,-1-1 0,2 1 0,13 3 0,-20-7 0,-1 0 0,1-1 0,0 1 0,-1-1 0,1 0 0,0 0 0,0 0 0,0 0 0,-1 0 0,1 0 0,0-1 0,-1 1 0,1-1 0,0 0 0,-1 0 0,1 0 0,-1 0 0,1-1 0,-1 1 0,0 0 0,1-1 0,-1 0 0,0 0 0,0 1 0,0-1 0,0 0 0,3-5 0,-2 2 0,0 0 0,-1 0 0,0-1 0,0 1 0,0 0 0,0-1 0,-1 1 0,0-1 0,0 0 0,0 0 0,-1 1 0,0-1 0,0 0 0,-2-10 0,-1-7 0,-2 1 0,-10-30 0,9 33 0,-2-2 0,6 16 0,0 1 0,0-1 0,1 0 0,-1 0 0,1 0 0,-1-9 0,2 14 0,0 0 0,0 0 0,0 0 0,0 0 0,0 0 0,0 0 0,1-1 0,-1 1 0,0 0 0,0 0 0,0 0 0,0 0 0,0 0 0,0 0 0,0 0 0,0 0 0,0 0 0,0 0 0,0 0 0,0 0 0,0 0 0,0 0 0,0 0 0,0 0 0,1 0 0,-1 0 0,0 0 0,0-1 0,0 1 0,0 0 0,0 0 0,0 0 0,0 0 0,0 0 0,0 0 0,0 0 0,0 0 0,1 0 0,-1 1 0,0-1 0,0 0 0,0 0 0,0 0 0,0 0 0,0 0 0,0 0 0,0 0 0,0 0 0,0 0 0,0 0 0,0 0 0,1 0 0,5 5 0,7 6 0,25 33-455,-2 1 0,49 80 0,-73-105-6371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0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59 24575,'-20'-13'0,"-27"-14"0,41 24 0,-1 0 0,1 1 0,-1-1 0,0 1 0,0 1 0,1-1 0,-1 1 0,-13 0 0,17 1 0,0 1 0,0-1 0,0 1 0,0 0 0,0 0 0,0 0 0,0 1 0,0-1 0,0 1 0,0-1 0,1 1 0,-1 0 0,1 0 0,-1 0 0,1 1 0,0-1 0,0 0 0,0 1 0,0 0 0,0-1 0,1 1 0,-1 0 0,-1 4 0,-3 7 0,1 0 0,0 0 0,-4 24 0,7-28 0,1 1 0,0-1 0,1 1 0,0-1 0,1 1 0,0-1 0,0 1 0,1-1 0,0 0 0,1 0 0,1 0 0,-1 0 0,1 0 0,6 8 0,9 15 0,1-1 0,39 45 0,-30-40 0,-11-13 0,-1 1 0,-1 0 0,15 34 0,-24-44 0,-2-1 0,0 1 0,0 1 0,-1-1 0,-1 1 0,-1-1 0,2 31 0,-4-44 0,0 0 0,0 0 0,0 0 0,0 0 0,0 0 0,1 0 0,-1 0 0,1 0 0,-1 0 0,1 0 0,0-1 0,0 1 0,0 0 0,2 3 0,-2-4 0,0 0 0,1 0 0,-1 0 0,1 0 0,0 0 0,-1 0 0,1 0 0,0 0 0,0-1 0,-1 1 0,1-1 0,0 1 0,0-1 0,0 0 0,0 0 0,2 0 0,3 1-91,0-2 0,-1 1 0,1-1 0,0 0 0,0 0 0,-1-1 0,1 0 0,-1 0 0,0 0 0,1-1 0,-1 0 0,0 0 0,-1-1 0,9-5 0,-3-1-6735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1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24575,'23'34'0,"0"0"0,24 52 0,-29-50 0,1-2 0,42 55 0,-61-88 0,1 0 0,0 0 0,0 0 0,0 0 0,0 0 0,0 0 0,0 0 0,0 0 0,0 0 0,0-1 0,1 1 0,-1-1 0,0 1 0,0-1 0,1 1 0,-1-1 0,0 1 0,1-1 0,1 0 0,-2 0 0,0 0 0,-1-1 0,1 1 0,0 0 0,0-1 0,0 1 0,-1-1 0,1 1 0,0-1 0,0 0 0,-1 1 0,1-1 0,0 0 0,-1 1 0,1-1 0,-1 0 0,1 0 0,-1 1 0,0-1 0,1 0 0,-1 0 0,0 0 0,1 0 0,-1 0 0,0 0 0,0 1 0,0-1 0,0 0 0,0-2 0,3-21 0,-2-1 0,-3-37 0,0 33 0,3-36 0,-1 63 0,0 0 0,0 1 0,0-1 0,1 0 0,-1 0 0,0 1 0,1-1 0,-1 0 0,1 1 0,0-1 0,0 1 0,0-1 0,0 0 0,0 1 0,0 0 0,0-1 0,0 1 0,0 0 0,0-1 0,1 1 0,-1 0 0,1 0 0,-1 0 0,4-1 0,-3 1 0,1 1 0,-1-1 0,1 1 0,0 0 0,-1 0 0,1 0 0,-1 0 0,1 0 0,0 0 0,-1 1 0,1-1 0,-1 1 0,1 0 0,-1 0 0,0 0 0,4 2 0,13 7 43,-1 1-1,29 24 0,-29-21-539,0 0-1,23 11 1,-29-19-6329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1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24575,'21'-7'0,"1"1"0,0 1 0,1 1 0,-1 1 0,1 1 0,0 0 0,-1 2 0,1 1 0,0 1 0,-1 1 0,1 0 0,-1 2 0,0 1 0,0 0 0,-1 2 0,35 17 0,45 28 0,-100-52 0,1 0 0,0 0 0,0 1 0,-1-1 0,1 1 0,-1-1 0,1 1 0,-1 0 0,0-1 0,0 1 0,0 0 0,0 0 0,0 0 0,0 0 0,0 0 0,0 0 0,-1 0 0,1 0 0,-1 0 0,0 0 0,0 0 0,1 0 0,-1 1 0,0-1 0,-1 0 0,1 2 0,-2 9 0,0-1 0,-1 0 0,-6 17 0,3-12 0,3-4 0,0 0 0,1 1 0,1-1 0,0 0 0,1 1 0,0-1 0,1 1 0,1-1 0,0 0 0,1 0 0,0 0 0,7 18 0,2-1 0,1-1 0,2-1 0,0-1 0,22 30 0,-32-51 0,-1 0 0,0 0 0,-1 1 0,1 0 0,-1-1 0,-1 1 0,4 14 0,-5-19 0,-1 1 0,0-1 0,0 1 0,0-1 0,0 1 0,0-1 0,0 1 0,-1-1 0,1 0 0,-1 1 0,1-1 0,-1 1 0,0-1 0,0 0 0,0 0 0,-1 1 0,1-1 0,0 0 0,-1 0 0,1 0 0,-1-1 0,0 1 0,1 0 0,-1 0 0,0-1 0,-4 3 0,-3 1-41,0-1 0,-1 1 0,1-1 0,-1-1 0,0 0 0,-20 3 0,10-2-1037,3 0-5748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4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899 16 24575,'156'0'0,"-153"0"0,0-1 0,0 1 0,0 0 0,-1-1 0,1 1 0,4-3 0,-7 3 0,0 0 0,0 0 0,0 0 0,1 0 0,-1 0 0,0 0 0,0 0 0,0 0 0,0 0 0,0 0 0,0 0 0,0 0 0,0 0 0,0 0 0,0 0 0,0 0 0,0 0 0,0 0 0,0-1 0,0 1 0,1 0 0,-1 0 0,0 0 0,0 0 0,0 0 0,0 0 0,0 0 0,0 0 0,0 0 0,0 0 0,0 0 0,0 0 0,0-1 0,0 1 0,0 0 0,0 0 0,0 0 0,0 0 0,0 0 0,0 0 0,0 0 0,0 0 0,0 0 0,0 0 0,-1 0 0,1 0 0,0-1 0,0 1 0,0 0 0,0 0 0,0 0 0,0 0 0,0 0 0,0 0 0,0 0 0,0 0 0,0 0 0,0 0 0,0 0 0,0 0 0,-13-3 0,-43-1 0,-73 3 0,60 2 0,-13 4 0,-128 22 0,43-3 0,143-21 0,-172 12 0,190-15 0,4-1 0,1 1 0,-1 0 0,0 0 0,0 0 0,0 0 0,1 0 0,-1 0 0,0 1 0,0-1 0,0 0 0,1 1 0,-1 0 0,0-1 0,1 1 0,-4 1 0,5-1 0,0-1 0,0 1 0,0-1 0,0 0 0,0 1 0,0-1 0,0 1 0,0-1 0,1 0 0,-1 1 0,0-1 0,0 1 0,0-1 0,0 0 0,0 1 0,1-1 0,-1 0 0,0 1 0,0-1 0,1 0 0,-1 1 0,0-1 0,1 0 0,-1 0 0,0 1 0,1-1 0,-1 0 0,0 0 0,1 1 0,-1-1 0,1 0 0,13 7 0,-14-7 0,34 13 0,1-3 0,67 13 0,-42-11 0,108 20 0,67 17 0,-234-49 0,3 1 0,0 0 0,0 0 0,0 0 0,0 0 0,0 1 0,0-1 0,0 1 0,0 0 0,-1 0 0,1 1 0,-1-1 0,0 1 0,4 2 0,-7-4 0,0 0 0,1-1 0,-1 1 0,0 0 0,1-1 0,-1 1 0,0 0 0,0-1 0,0 1 0,0 0 0,1 0 0,-1-1 0,0 1 0,0 0 0,0 0 0,-1-1 0,1 1 0,0 0 0,0 0 0,0-1 0,0 1 0,-1 0 0,1-1 0,0 1 0,-1 0 0,1-1 0,-1 1 0,1 0 0,0-1 0,-1 1 0,1-1 0,-1 1 0,0-1 0,1 1 0,-1-1 0,1 1 0,-1-1 0,0 0 0,0 1 0,-4 2 0,0 0 0,0 0 0,-10 3 0,-58 18 0,-126 24 0,106-28 0,-83 27 0,148-37 0,0 1 0,1 1 0,0 1 0,-27 19 0,47-28 0,0 1 0,1 0 0,0 1 0,0-1 0,0 1 0,1 1 0,-8 10 0,12-15 0,0 0 0,0 0 0,0 0 0,0 0 0,0 0 0,0 0 0,0 0 0,1 0 0,-1 0 0,1 0 0,0 1 0,0-1 0,0 0 0,0 0 0,0 1 0,0-1 0,0 0 0,1 0 0,-1 0 0,1 1 0,-1-1 0,1 0 0,0 0 0,0 0 0,0 0 0,0 0 0,0 0 0,1-1 0,-1 1 0,0 0 0,1-1 0,2 3 0,3 2 0,-1-1 0,1-1 0,0 1 0,1-1 0,-1-1 0,1 1 0,-1-1 0,1 0 0,10 1 0,13 3 0,34 2 0,-49-7 0,90 8 0,1-5 0,124-10 0,212-40 0,-432 44-116,-4 1-134,0-1 0,0 0 0,0-1 1,13-4-1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24575,'0'-1'0,"0"1"0,0 0 0,0 0 0,1 0 0,-1 0 0,0-1 0,0 1 0,0 0 0,0 0 0,1 0 0,-1 0 0,0 0 0,0 0 0,0-1 0,1 1 0,-1 0 0,0 0 0,0 0 0,0 0 0,1 0 0,-1 0 0,0 0 0,0 0 0,1 0 0,-1 0 0,0 0 0,0 0 0,0 0 0,1 0 0,-1 0 0,0 0 0,0 1 0,0-1 0,1 0 0,-1 0 0,4 8 0,-1 13 0,-3-21 0,1 25 0,-1-19 0,0 1 0,0-1 0,1 0 0,-1 1 0,1-1 0,1 0 0,0 1 0,-1-1 0,2 0 0,4 9 0,-6-12 0,2 3 0,0-1 0,1 1 0,0 0 0,0-1 0,0 0 0,1 0 0,-1 0 0,10 7 0,-14-12 0,1 0 0,-1 0 0,0 0 0,1 0 0,-1 0 0,0 0 0,0 0 0,1 0 0,-1 0 0,0 0 0,1 0 0,-1 0 0,0 0 0,0 0 0,1 0 0,-1 0 0,0 0 0,0 0 0,1 0 0,-1 0 0,0 0 0,0-1 0,1 1 0,-1 0 0,0 0 0,0 0 0,1 0 0,-1-1 0,0 1 0,0 0 0,0 0 0,0 0 0,1-1 0,-1 1 0,0 0 0,0 0 0,0-1 0,0 1 0,0 0 0,0-1 0,0 1 0,0 0 0,0 0 0,0-1 0,0 1 0,0 0 0,0 0 0,0-1 0,2-16 0,-2 15 0,-1-27 0,0 15 0,0 1 0,3-19 0,-2 29 0,1-1 0,-1 1 0,1 0 0,0-1 0,0 1 0,0 0 0,1 0 0,-1 0 0,1 0 0,0 0 0,0 0 0,0 0 0,0 1 0,3-4 0,-2 4 0,0 0 0,1 0 0,-1 0 0,0 1 0,1 0 0,-1-1 0,1 1 0,-1 0 0,1 1 0,-1-1 0,1 1 0,0 0 0,5 0 0,2 0 0,0 1 0,0 0 0,14 3 0,-3 3 0,1 1 0,-1 0 0,-1 2 0,0 0 0,0 2 0,-1 0 0,-1 1 0,35 30 0,-35-21-1365,-12-12-5461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7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380 119 24575,'-52'-29'0,"-38"-21"0,72 42 0,0 0 0,0 1 0,-23-5 0,35 11 0,0 0 0,0 0 0,-1 0 0,1 1 0,0 0 0,0 0 0,-1 0 0,1 1 0,0 0 0,0 0 0,0 1 0,-6 2 0,8-3 0,1 1 0,0-1 0,0 1 0,0 0 0,0 1 0,0-1 0,0 0 0,0 1 0,1-1 0,-1 1 0,1 0 0,0 0 0,0 0 0,0 0 0,0 0 0,1 1 0,-1-1 0,1 0 0,0 1 0,0-1 0,-1 7 0,-1 4 0,2 0 0,0 0 0,1 1 0,0-1 0,1 0 0,4 18 0,-3-26 0,0-1 0,0 1 0,0-1 0,1 0 0,-1 0 0,1 0 0,1-1 0,-1 1 0,1-1 0,-1 1 0,1-1 0,1 0 0,-1-1 0,0 1 0,1-1 0,0 0 0,9 5 0,-4-3 0,1 0 0,0 0 0,1-1 0,-1-1 0,1 0 0,-1 0 0,19 0 0,-24-2 0,3 0 0,0-1 0,0 0 0,0 0 0,17-3 0,-24 3 0,0-1 0,0 0 0,0 1 0,0-1 0,0 0 0,0 0 0,0 0 0,0 0 0,0 0 0,0-1 0,-1 1 0,1 0 0,-1-1 0,1 0 0,-1 1 0,1-1 0,-1 0 0,0 1 0,0-1 0,0 0 0,0 0 0,0 0 0,0 0 0,-1 0 0,1 0 0,0-3 0,-1-2 0,1 0 0,-1 0 0,0-1 0,-1 1 0,0 0 0,0 0 0,-1 0 0,1 0 0,-1 0 0,-1 0 0,-5-12 0,7 19 0,1 0 0,0 0 0,0 0 0,0 0 0,0-1 0,0 1 0,0 0 0,0 0 0,-1 0 0,1 0 0,0-1 0,0 1 0,0 0 0,0 0 0,0 0 0,0 0 0,0-1 0,0 1 0,0 0 0,0 0 0,0 0 0,0-1 0,0 1 0,0 0 0,0 0 0,0 0 0,0 0 0,1-1 0,-1 1 0,0 0 0,0 0 0,0 0 0,0 0 0,0-1 0,1 1 0,5 2 0,10 10 0,22 21 0,-15-13 0,51 35 0,-40-35-1365,-21-12-5461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8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24575,'0'1'0,"1"-1"0,-1 1 0,0 0 0,1 0 0,-1 0 0,1 0 0,-1-1 0,1 1 0,-1 0 0,1 0 0,-1-1 0,1 1 0,0 0 0,-1-1 0,3 2 0,14 10 0,-8-6 0,0 2 0,0 1 0,-1 0 0,12 16 0,3 5 0,-23-30 0,0 0 0,1 0 0,-1 1 0,0-1 0,0 0 0,0 0 0,0 0 0,1 1 0,-1-1 0,0 0 0,0 0 0,0 0 0,1 0 0,-1 1 0,0-1 0,0 0 0,1 0 0,-1 0 0,0 0 0,0 0 0,1 0 0,-1 0 0,0 0 0,1 0 0,-1 0 0,0 0 0,0 0 0,1 0 0,-1 0 0,0 0 0,0 0 0,1 0 0,3-9 0,-4-18 0,0 23 0,-1-19 0,0 16 0,0 0 0,1 0 0,0 0 0,0-1 0,1 1 0,0 0 0,2-8 0,-3 14 0,1 0 0,-1 0 0,1 0 0,-1 0 0,1 0 0,0 0 0,-1 0 0,1 0 0,0 0 0,0 0 0,0 0 0,0 1 0,0-1 0,0 0 0,0 0 0,0 1 0,0-1 0,0 1 0,2-1 0,-1 0 0,1 1 0,-1-1 0,1 1 0,-1 0 0,1 0 0,-1 0 0,1 0 0,-1 0 0,3 1 0,3 1 0,-1 0 0,0 0 0,0 1 0,0 0 0,9 5 0,-5-1-136,0 0-1,-1 0 1,1 1-1,-2 0 1,1 1-1,-2 0 1,1 1-1,-1 0 0,7 12 1,-7-10-6690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24575,'-5'8'0,"1"0"0,-1 0 0,2 0 0,-1 1 0,-3 14 0,6-20 0,1 1 0,-1-1 0,1 1 0,0 0 0,0-1 0,0 1 0,0-1 0,1 1 0,0 0 0,0-1 0,0 1 0,0-1 0,0 1 0,0-1 0,1 0 0,3 6 0,0-2 0,1 0 0,-1-1 0,1 0 0,0 0 0,1-1 0,-1 1 0,1-1 0,0-1 0,0 1 0,0-1 0,1-1 0,10 5 0,-6-4 0,0-1 0,0 0 0,0 0 0,1-1 0,-1-1 0,0 0 0,22-1 0,-31-1 0,0 1 0,0-1 0,1 1 0,-1-1 0,0 0 0,0 0 0,0 0 0,0 0 0,0-1 0,-1 1 0,1-1 0,0 0 0,-1 0 0,1 0 0,3-4 0,-3 3 0,0-1 0,0 0 0,-1 0 0,1 0 0,-1 0 0,0-1 0,0 1 0,-1-1 0,3-7 0,-2 2 0,-1 0 0,0 0 0,0 1 0,-1-1 0,0 0 0,-1 0 0,0 0 0,0 0 0,-5-15 0,2 16 0,1-1 0,5 14 0,9 16-227,1 0-1,1 0 1,1-1-1,0-1 1,27 26-1,-31-35-6598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09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94 24575,'-7'-6'0,"-71"-46"0,68 46 0,0 0 0,-1 1 0,0 0 0,0 1 0,-19-4 0,28 7 0,0 1 0,0 0 0,0-1 0,0 1 0,0 0 0,0 0 0,0 0 0,1 1 0,-1-1 0,0 0 0,0 1 0,0-1 0,0 1 0,1 0 0,-1-1 0,0 1 0,0 0 0,1 0 0,-1 0 0,-2 2 0,2 0 0,0-1 0,0 1 0,0-1 0,1 1 0,-1 0 0,0 0 0,1 0 0,0 0 0,0 0 0,0 0 0,-1 4 0,0 1 0,1 0 0,0 0 0,1 0 0,0 0 0,0 0 0,0 0 0,1 0 0,0 0 0,3 9 0,6 8 0,1 0 0,27 43 0,9 19 0,-40-70 0,0 1 0,-1 0 0,-1 0 0,5 29 0,-6-16 0,0-5 0,2 42 0,-6-65 0,0 1 0,0-1 0,0 0 0,1 0 0,-1 1 0,1-1 0,0 0 0,0 0 0,0 0 0,1 0 0,-1 0 0,1 0 0,-1 0 0,1 0 0,0-1 0,0 1 0,5 4 0,-3-4 0,0 0 0,0 0 0,0-1 0,1 1 0,-1-1 0,1 0 0,-1-1 0,1 1 0,0-1 0,-1 0 0,9 1 0,0 0 30,0-1 0,-1 0 0,24-2 0,-32 0-113,0 1 1,-1-1-1,1 1 1,0-1-1,-1 0 1,1 0-1,-1-1 1,1 1-1,-1-1 1,0 0-1,1 0 1,-1 0-1,0 0 1,0 0-1,-1-1 1,1 1-1,3-5 1,0-3-6744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0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24575,'0'2'0,"1"1"0,0-1 0,1 0 0,-1 0 0,0 1 0,0-1 0,1 0 0,0 0 0,-1 0 0,1-1 0,0 1 0,4 3 0,3 4 0,1 3 0,1-1 0,13 12 0,-20-20 0,1 0 0,-1 0 0,0 0 0,1 0 0,-1-1 0,1 1 0,0-1 0,0 0 0,0-1 0,5 2 0,-8-3 0,0 0 0,0 0 0,0 0 0,0 0 0,0 0 0,1 0 0,-1-1 0,0 1 0,0-1 0,-1 0 0,1 1 0,0-1 0,0 0 0,0 0 0,0 0 0,-1-1 0,1 1 0,0 0 0,-1 0 0,1-1 0,-1 1 0,0-1 0,1 0 0,-1 1 0,0-1 0,0 0 0,0 0 0,0 1 0,1-5 0,2-5 0,0 0 0,-1 0 0,-1 0 0,2-13 0,-2 12 0,-2 11 0,0 1 0,0-1 0,0 0 0,0 0 0,0 0 0,0 0 0,1 0 0,-1 0 0,0 0 0,1 0 0,-1 0 0,0 1 0,1-1 0,-1 0 0,1 0 0,-1 0 0,1 1 0,0-1 0,-1 0 0,1 1 0,0-1 0,-1 1 0,1-1 0,0 0 0,0 1 0,0 0 0,0-1 0,-1 1 0,1-1 0,0 1 0,0 0 0,0 0 0,0 0 0,0-1 0,0 1 0,0 0 0,0 0 0,0 0 0,0 0 0,0 1 0,-1-1 0,1 0 0,0 0 0,0 0 0,0 1 0,1 0 0,6 2 0,-1 1 0,0 0 0,0 0 0,10 9 0,-6-5 0,31 21-682,88 45-1,-117-68-6143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24575,'12'-7'0,"11"-6"0,0 1 0,33-12 0,-49 22 0,-1 0 0,1 0 0,0 1 0,0-1 0,-1 2 0,1-1 0,0 1 0,0 0 0,0 0 0,0 1 0,0 0 0,-1 0 0,1 0 0,6 3 0,-1 1 0,-1 0 0,0 1 0,0 0 0,0 0 0,-1 2 0,0-1 0,-1 1 0,1 0 0,-1 1 0,12 16 0,-10-10 0,-1 1 0,-1 0 0,0 0 0,-1 1 0,-1 0 0,8 27 0,19 103 0,-8-27 0,-20-101 0,1-1 0,1 0 0,0 0 0,1-1 0,16 24 0,-22-37 0,0 1 0,0-1 0,-1 1 0,0 0 0,0 0 0,0 0 0,-1 0 0,1 1 0,0 8 0,-2-12 0,0 1 0,0-1 0,0 0 0,-1 1 0,1-1 0,-1 1 0,1-1 0,-1 0 0,0 0 0,0 1 0,0-1 0,0 0 0,0 0 0,0 0 0,-1 0 0,1 0 0,-1 0 0,1 0 0,-1-1 0,0 1 0,0 0 0,0-1 0,-3 3 0,-7 2-195,0-1 0,-1 0 0,1-1 0,-1 0 0,0-1 0,-25 3 0,18-3-6631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1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98 207 24575,'0'-1'0,"0"1"0,-1 0 0,1-1 0,0 1 0,0-1 0,-1 1 0,1-1 0,0 1 0,0 0 0,0-1 0,-1 1 0,1-1 0,0 1 0,0-1 0,0 1 0,0-1 0,0 1 0,0-1 0,0 1 0,0-1 0,0 1 0,0 0 0,0-1 0,1 1 0,-1-1 0,0 1 0,0-1 0,0 1 0,0-1 0,1 1 0,-1 0 0,0-1 0,1 1 0,-1-1 0,0 1 0,1 0 0,-1-1 0,0 1 0,1 0 0,-1 0 0,0-1 0,1 1 0,-1 0 0,1-1 0,21-10 0,-20 11 0,41-14 0,-29 11 0,0-2 0,25-10 0,-36 13 0,0 0 0,1 0 0,-1 0 0,0 0 0,0 0 0,0-1 0,-1 1 0,1-1 0,-1 0 0,1 0 0,-1 0 0,0 0 0,0 0 0,0-1 0,2-5 0,-4 7 0,1 1 0,-1-1 0,0 0 0,0 0 0,0 1 0,0-1 0,0 0 0,0 0 0,0 1 0,-1-1 0,1 0 0,-1 1 0,1-1 0,-1 0 0,0 1 0,1-1 0,-1 1 0,0-1 0,0 1 0,0-1 0,0 1 0,0 0 0,-1-1 0,1 1 0,0 0 0,0 0 0,-1 0 0,-2-2 0,-4-2 0,0 1 0,0-1 0,-18-6 0,14 7 0,-1 0 0,-1 0 0,1 1 0,-22-1 0,30 3 0,-1 1 0,1 0 0,0 0 0,-1 0 0,1 1 0,-1 0 0,1 0 0,0 0 0,0 0 0,-1 1 0,1 0 0,0 0 0,1 1 0,-7 3 0,7-3 0,1 0 0,0 1 0,0-1 0,0 1 0,0 0 0,1-1 0,0 1 0,0 0 0,0 0 0,0 1 0,0-1 0,1 0 0,0 1 0,-2 6 0,2-4 0,0 0 0,1 0 0,0 0 0,0 0 0,0 0 0,1 0 0,0-1 0,3 14 0,2-6 0,0 0 0,0-1 0,1 1 0,1-1 0,0-1 0,0 0 0,2 0 0,-1 0 0,2-1 0,-1-1 0,1 0 0,17 12 0,-13-12 0,0 0 0,1-1 0,0 0 0,1-2 0,0 0 0,0-1 0,0 0 0,1-1 0,32 4 0,-41-9-91,0 1 0,0-1 0,0-1 0,-1 0 0,1 0 0,0-1 0,0 0 0,-1 0 0,0-1 0,1 0 0,-1 0 0,0-1 0,0 0 0,12-9 0,-11 5-6735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1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45 24575,'-29'-7'0,"-13"-3"0,-1 1 0,4 1 0,6 3 0,7 2 0,5 1 0,3 1 0,3 1 0,1 3 0,1 1 0,0-1 0,-1 0 0,3-1-8191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24575,'42'49'0,"-3"1"0,-2 3 0,-2 0 0,-2 3 0,31 74 0,-39-80 0,7 17 0,-32-66 0,1 0 0,-1-1 0,1 1 0,-1 0 0,0 0 0,0 0 0,1-1 0,-1 1 0,0 0 0,0 0 0,0 0 0,0 0 0,0-1 0,0 1 0,0 0 0,0 0 0,0 0 0,0 0 0,-1 0 0,1-1 0,-1 2 0,1-1 0,-1-1 0,1 0 0,-1 1 0,1-1 0,-1 0 0,1 0 0,-1 1 0,0-1 0,1 0 0,-1 0 0,1 0 0,-1 0 0,0 0 0,1 0 0,-1 0 0,0 0 0,1 0 0,-1 0 0,1 0 0,-1 0 0,-1-1 0,-4 0 0,0-1 0,0-1 0,0 1 0,-6-5 0,-78-48 0,54 31 0,29 20 0,-17-11 0,-36-30 0,55 41 0,-1-1 0,1 0 0,0-1 0,1 1 0,-1-1 0,1 0 0,0 0 0,0 0 0,1-1 0,0 1 0,-4-13 0,6 17 4,1 0-1,-1 0 0,1 0 1,0 0-1,0 0 0,0 0 1,0 0-1,0 0 0,0 0 1,0-1-1,1 1 0,-1 0 0,1 0 1,-1 0-1,1 0 0,0 1 1,0-1-1,0 0 0,0 0 1,0 0-1,0 1 0,1-1 1,-1 0-1,1 1 0,-1 0 1,1-1-1,-1 1 0,1 0 1,0-1-1,0 1 0,-1 0 1,1 0-1,0 1 0,0-1 1,3-1-1,6-1-251,0 0 1,1 1-1,-1 0 1,1 0-1,11 1 1,-9 0-6579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2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24575,'0'-12'0,"0"-2"0,0 4 0,0 7 0,0 5 0,2 6 0,1 3 0,0 0-8191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3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24575,'12'21'0,"1"-1"0,1 0 0,0 0 0,2-2 0,0 0 0,1 0 0,1-2 0,1 0 0,31 20 0,-39-29 0,0-1 0,0 0 0,0-1 0,1 0 0,13 3 0,-20-6 0,1 0 0,0-1 0,0 0 0,-1 0 0,1-1 0,0 0 0,0 0 0,0 0 0,0 0 0,0-1 0,0 0 0,10-4 0,-13 4 0,-1 0 0,0-1 0,0 1 0,1-1 0,-1 1 0,0-1 0,0 0 0,0 0 0,-1 0 0,1 0 0,0 0 0,-1-1 0,0 1 0,1 0 0,-1-1 0,0 1 0,0-1 0,0 1 0,0-1 0,-1 1 0,1-1 0,-1 0 0,1-3 0,-1-7 0,0-1 0,0 1 0,-4-20 0,2 15 0,2 17 0,0 1 0,0 0 0,0 0 0,0 0 0,0 0 0,1 0 0,-1-1 0,0 1 0,0 0 0,0 0 0,0 0 0,0 0 0,0 0 0,0 0 0,0-1 0,0 1 0,0 0 0,0 0 0,1 0 0,-1 0 0,0 0 0,0 0 0,0 0 0,0 0 0,0 0 0,0-1 0,1 1 0,-1 0 0,0 0 0,0 0 0,0 0 0,0 0 0,0 0 0,1 0 0,-1 0 0,0 0 0,0 0 0,0 0 0,0 0 0,0 0 0,1 0 0,-1 0 0,0 0 0,0 0 0,0 0 0,0 1 0,0-1 0,0 0 0,1 0 0,-1 0 0,0 0 0,0 0 0,0 0 0,0 0 0,0 0 0,0 0 0,0 1 0,0-1 0,1 0 0,-1 0 0,0 0 0,0 0 0,11 9 0,-10-8 0,9 6 0,0 0 0,1-1 0,0 0 0,0-1 0,0 0 0,0-1 0,14 3 0,-15-4 0,-1-1 0,1-1 0,0 1 0,0-2 0,0 1 0,0-1 0,-1-1 0,1 0 0,12-3 0,-19 4 0,-1-1 0,1 1 0,-1-1 0,1 0 0,-1 0 0,0 0 0,0 0 0,1 0 0,-1-1 0,0 1 0,0-1 0,0 1 0,0-1 0,0 0 0,-1 1 0,1-1 0,0 0 0,-1 0 0,0-1 0,1 1 0,-1 0 0,0 0 0,0-1 0,0 1 0,0 0 0,-1-1 0,1 1 0,-1-1 0,1 1 0,-1-1 0,0 1 0,0-1 0,0 1 0,0-1 0,0 0 0,-1 1 0,1-1 0,-1 1 0,0 0 0,0-1 0,0 1 0,0 0 0,0-1 0,0 1 0,0 0 0,-4-4 0,-3-4-170,-1 0-1,0 0 0,-1 1 1,0 0-1,-1 1 0,0 0 1,-17-10-1,12 9-6655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3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24575,'100'106'0,"-73"-77"0,-18-19 0,3 4 0,0-2 0,1 1 0,15 10 0,-28-22 0,1-1 0,-1 0 0,0 0 0,0 0 0,1 1 0,-1-1 0,0 0 0,1 0 0,-1 0 0,0 0 0,0 0 0,1 0 0,-1 0 0,0 1 0,1-1 0,-1 0 0,0 0 0,1 0 0,-1 0 0,0 0 0,1 0 0,-1-1 0,0 1 0,1 0 0,-1 0 0,0 0 0,1 0 0,-1 0 0,0 0 0,0 0 0,1-1 0,-1 1 0,0 0 0,0 0 0,1 0 0,-1-1 0,5-14 0,-4-17 0,-4 6 0,-7-26 0,-2-11 0,12 62 0,0 0 0,0-1 0,-1 1 0,1-1 0,0 1 0,0-1 0,1 1 0,-1 0 0,0-1 0,0 1 0,1-1 0,-1 1 0,1 0 0,-1-1 0,1 1 0,-1 0 0,2-2 0,-1 2 0,0 1 0,-1-1 0,1 1 0,0-1 0,0 1 0,-1-1 0,1 1 0,0 0 0,0-1 0,0 1 0,0 0 0,0 0 0,0-1 0,0 1 0,-1 0 0,1 0 0,0 0 0,0 0 0,0 0 0,1 1 0,3 0 0,0 0 0,0 1 0,0-1 0,0 2 0,0-1 0,-1 0 0,9 6 0,30 22-455,0 1 0,71 69 0,-106-91-6371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7 24575,'-17'2'0,"-8"1"0,-5 0 0,0 0 0,3-1 0,4-4 0,3 0 0,2-1 0,3 0 0,0 1 0,4-1 0,0-1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4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24575,'-27'0'0,"-11"0"0,-2 2 0,6 1-8191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19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804 47 24575,'179'-38'0,"-145"34"0,-1 1 0,1 1 0,48 5 0,-57 1 0,-24-4 0,0 0 0,0 0 0,-1 0 0,1 0 0,0 0 0,0 1 0,-1-1 0,1 0 0,0 0 0,-1 1 0,1-1 0,0 0 0,-1 1 0,1-1 0,-1 1 0,1-1 0,-1 1 0,1-1 0,-1 1 0,1 0 0,-1-1 0,1 1 0,-1-1 0,1 1 0,-1 0 0,0-1 0,0 1 0,1 1 0,-1-1 0,0-1 0,-1 1 0,1-1 0,0 1 0,-1-1 0,1 1 0,-1-1 0,1 1 0,0-1 0,-1 0 0,1 1 0,-1-1 0,1 0 0,-1 1 0,1-1 0,-1 0 0,1 1 0,-1-1 0,0 0 0,1 0 0,-1 0 0,1 0 0,-2 1 0,-16 1 0,15-2 0,-199 7 0,-14 3 0,-58 4 0,-101 26 0,351-39 0,16-1 0,0 0 0,1 1 0,-16 3 0,18 0 0,10-2 0,15 2 0,-19-4 0,168 18 0,57 7 0,-6 20 0,-213-43 0,1 0 0,-1 1 0,0 0 0,0 0 0,-1 0 0,8 6 0,-13-8 0,0-1 0,0 1 0,0 0 0,-1-1 0,1 1 0,0 0 0,-1 0 0,1 0 0,0 0 0,-1-1 0,1 1 0,-1 0 0,1 0 0,-1 0 0,1 0 0,-1 1 0,0-1 0,0 0 0,0 0 0,1 1 0,-2 0 0,1-1 0,-1 0 0,1 1 0,-1-1 0,0 1 0,1-1 0,-1 0 0,0 0 0,0 0 0,0 1 0,0-1 0,0 0 0,0 0 0,0 0 0,-1 0 0,1-1 0,0 1 0,0 0 0,-3 1 0,-10 5 0,-1 0 0,0-1 0,0 0 0,-17 3 0,-65 12 0,42-11 0,-80 17 0,-135 31 0,261-55 0,0-1 0,1 1 0,0 0 0,-12 7 0,19-9 0,-1 0 0,1 0 0,0 0 0,-1 0 0,1 0 0,0 0 0,-1 1 0,1-1 0,0 0 0,0 1 0,0-1 0,-1 4 0,1-4 0,1 0 0,0 0 0,0 0 0,0 0 0,0 0 0,0 0 0,0 0 0,0 1 0,0-1 0,0 0 0,1 0 0,-1 0 0,0 0 0,1 0 0,-1 0 0,0 0 0,1 0 0,-1 0 0,1-1 0,0 1 0,-1 0 0,1 0 0,1 1 0,2 1 0,-1 1 0,1-1 0,1 0 0,-1 0 0,0 0 0,1-1 0,-1 1 0,1-1 0,0 0 0,9 2 0,6 1 0,28 3 0,-32-5 0,440 36-251,3-36-606,-269-3 22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24575,'1'13'0,"1"-1"0,0 1 0,1-1 0,7 19 0,-4-11 0,-1-4 0,0 0 0,1-1 0,1 0 0,15 26 0,-22-40 0,0-1 0,0 1 0,1-1 0,-1 1 0,0-1 0,1 1 0,-1-1 0,0 1 0,1-1 0,-1 0 0,1 1 0,-1-1 0,1 0 0,-1 1 0,1-1 0,-1 0 0,1 1 0,-1-1 0,1 0 0,-1 0 0,1 1 0,-1-1 0,2 0 0,-1 0 0,-1-1 0,0 1 0,1 0 0,-1-1 0,1 1 0,-1-1 0,0 1 0,1 0 0,-1-1 0,0 1 0,0-1 0,1 1 0,-1-1 0,0 1 0,0-1 0,0 1 0,1-1 0,-1 1 0,0-1 0,0 0 0,2-34 0,-2 31 0,-1-34 0,0 25 0,0 0 0,1 1 0,1-1 0,3-18 0,-4 28 0,1 1 0,-1 0 0,1 0 0,-1 0 0,1 0 0,0 0 0,0 0 0,0 0 0,0 0 0,0 0 0,1 0 0,-1 1 0,0-1 0,1 0 0,0 1 0,-1-1 0,1 1 0,0 0 0,-1-1 0,1 1 0,0 0 0,0 0 0,0 0 0,0 1 0,0-1 0,0 0 0,1 1 0,-1-1 0,0 1 0,0 0 0,0-1 0,1 1 0,-1 0 0,0 0 0,0 1 0,0-1 0,4 1 0,3 2 0,0-1 0,0 1 0,0 1 0,0 0 0,-1 0 0,1 1 0,9 7 0,141 107 0,-143-106 0,5 6-1365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60 24575,'-29'-7'0,"-15"-3"0,-5-2 0,1 2 0,7 1 0,4 3 0,7 3 0,6 1 0,4 1 0,4 2 0,2-1 0,2 0-8191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46 24575,'-30'-5'0,"-14"-4"0,-4-1 0,0 2 0,4 2 0,7 2 0,4 2 0,7 1 0,4 3 0,3 1 0,6 1-8191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41 24575,'-13'-4'0,"-98"-21"0,86 21 0,0 0 0,-37 1 0,58 3 0,0 0 0,-1 0 0,1 1 0,0-1 0,-1 1 0,1 0 0,0 0 0,0 1 0,-7 2 0,9-2 0,1-1 0,-1 0 0,0 0 0,1 1 0,-1-1 0,1 1 0,0-1 0,-1 1 0,1 0 0,0-1 0,0 1 0,0 0 0,0 0 0,0 0 0,1 0 0,-1 0 0,0 0 0,1 0 0,0 0 0,-1 0 0,1 4 0,0-1 0,-1 0 0,1 0 0,0 0 0,0 0 0,1 0 0,0 0 0,0 0 0,0 0 0,0 0 0,1 0 0,-1-1 0,1 1 0,1 0 0,-1-1 0,1 0 0,-1 1 0,1-1 0,0 0 0,1 0 0,6 6 0,8 4 0,-1-1 0,1-1 0,1 0 0,0-2 0,1 0 0,0-1 0,23 7 0,-29-12 0,1 0 0,0 0 0,-1-2 0,2 1 0,-1-2 0,0 0 0,0-1 0,0-1 0,0 0 0,0-1 0,16-4 0,-27 5 0,1 0 0,-1-1 0,1 0 0,-1 0 0,0 0 0,1 0 0,-1-1 0,-1 1 0,1-1 0,0 0 0,-1 0 0,1-1 0,-1 1 0,5-6 0,-6 5 0,0 1 0,-1-1 0,1 0 0,-1 0 0,1 1 0,-1-1 0,0 0 0,-1 0 0,1 0 0,-1 0 0,1 0 0,-1-1 0,0 1 0,-1 0 0,1 0 0,-1 0 0,-1-4 0,0 1 8,1 1 0,-2-1 0,1 1 0,-1-1 0,0 1 0,-1 0 0,1 1 0,-1-1 0,0 0 0,0 1 0,-1 0 0,0 0 0,0 0 0,-9-6 0,3 4-220,-1-1 0,-1 2 0,1 0-1,-1 0 1,0 1 0,-15-4 0,9 4-6614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958 172 24575,'-41'-22'0,"-31"-17"0,-2 2 0,-89-31 0,160 67 0,0 0 0,0 0 0,0 0 0,0 1 0,0-1 0,0 1 0,0 0 0,0-1 0,0 2 0,-1-1 0,1 0 0,0 0 0,-5 2 0,6-1 0,0 0 0,0 1 0,0-1 0,0 0 0,1 1 0,-1-1 0,0 1 0,1 0 0,-1-1 0,1 1 0,-1 0 0,1 0 0,0 0 0,0 0 0,0 0 0,0 0 0,0 0 0,-1 5 0,0 3 0,-1-1 0,1 1 0,1 0 0,0 0 0,0 0 0,1 12 0,9 60 0,0-10 0,-9-69 0,0 0 0,0 0 0,0 0 0,0 0 0,-1 1 0,1-1 0,-1 0 0,0 0 0,0 0 0,0 0 0,0 0 0,-1 0 0,1-1 0,-1 1 0,0 0 0,0-1 0,0 1 0,0-1 0,0 1 0,0-1 0,0 0 0,-1 0 0,-4 3 0,2-3 0,1 0 0,0 0 0,-1 0 0,1 0 0,-1-1 0,0 0 0,0 0 0,1 0 0,-1-1 0,0 1 0,0-1 0,0 0 0,0-1 0,1 1 0,-6-2 0,-52-15 0,1-3 0,-75-34 0,134 53 0,-13-5 0,0-1 0,1-1 0,0 0 0,0-1 0,1-1 0,0 0 0,1 0 0,-18-19 0,27 24 0,0 0 0,1 0 0,-1 1 0,1-1 0,0-1 0,1 1 0,-1 0 0,1 0 0,0-1 0,0 1 0,0-1 0,1 1 0,0 0 0,0-1 0,1 1 0,-1-1 0,1 1 0,0-1 0,1 1 0,2-9 0,-2 12 0,-1 0 0,0-1 0,1 1 0,-1 0 0,1 0 0,0 0 0,-1 0 0,1 1 0,0-1 0,0 0 0,0 1 0,1 0 0,-1-1 0,0 1 0,1 0 0,-1 0 0,0 0 0,1 0 0,-1 1 0,1-1 0,-1 1 0,1-1 0,0 1 0,-1 0 0,1 0 0,-1 0 0,1 0 0,4 1 0,2 1 0,1 0 0,-1 1 0,0 0 0,0 0 0,0 1 0,11 6 0,-17-8 0,52 29 0,3-1 0,89 32 0,64-4 0,-174-51 0,0-1 0,0-2 0,68-1 0,-97-3 0,-1-1 0,0 0 0,0 0 0,0 0 0,0-1 0,-1 0 0,13-5 0,-17 6 0,-1 0 0,1 0 0,-1 0 0,1 0 0,-1 0 0,1 0 0,-1-1 0,0 1 0,0-1 0,1 1 0,-1-1 0,0 1 0,-1-1 0,1 0 0,0 1 0,0-1 0,-1 0 0,1 0 0,-1 1 0,1-1 0,-1 0 0,0 0 0,0 0 0,1 0 0,-1 0 0,-1 0 0,1 1 0,0-1 0,0 0 0,-1 0 0,1 0 0,-1 0 0,-1-2 0,0 0-85,1 1 0,-2-1-1,1 1 1,0 0 0,0-1-1,-1 1 1,0 0 0,0 1-1,0-1 1,0 0 0,0 1-1,0 0 1,-1 0 0,1 0-1,-7-3 1,-5-2-6741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90 24575,'-27'-18'0,"-55"-26"0,72 39 0,-1 0 0,0 1 0,0 1 0,-1 0 0,1 1 0,-1 0 0,1 0 0,-20 1 0,26 1 0,1 1 0,-1 0 0,0 0 0,1 1 0,-1-1 0,1 1 0,0 0 0,-1 0 0,1 0 0,0 0 0,0 1 0,1 0 0,-1 0 0,0 0 0,1 0 0,0 1 0,0-1 0,0 1 0,0 0 0,0 0 0,1 0 0,-1 0 0,1 0 0,1 0 0,-3 8 0,1-6 0,1 0 0,1 0 0,0 0 0,-1 1 0,2-1 0,-1 0 0,1 1 0,0-1 0,0 1 0,1-1 0,0 0 0,0 1 0,0-1 0,1 0 0,0 0 0,0 0 0,1 0 0,4 9 0,0-6 0,1 0 0,-1-1 0,2 1 0,-1-2 0,1 1 0,0-1 0,0 0 0,1-1 0,0 0 0,17 7 0,-15-8 0,0 0 0,1-1 0,-1 0 0,1-1 0,-1-1 0,1 0 0,0-1 0,0 0 0,17-1 0,-29 0 0,0-1 0,1 1 0,-1 0 0,1-1 0,-1 1 0,0 0 0,1-1 0,-1 0 0,0 1 0,0-1 0,1 0 0,-1 1 0,0-1 0,0 0 0,0 0 0,0 0 0,0 0 0,0 0 0,0 0 0,0-1 0,0 1 0,-1 0 0,1 0 0,0-1 0,-1 1 0,1 0 0,-1-1 0,0 1 0,1-3 0,0-4 0,0 1 0,-1-1 0,0 0 0,-1-11 0,0 5 0,-3-12 0,3 21 0,0 0 0,0 0 0,1 1 0,-1-1 0,1-7 0,0 12 0,0 0 0,0 0 0,0-1 0,1 1 0,-1 0 0,0 0 0,0 0 0,0-1 0,0 1 0,0 0 0,0 0 0,0 0 0,0 0 0,1 0 0,-1-1 0,0 1 0,0 0 0,0 0 0,0 0 0,1 0 0,-1 0 0,0 0 0,0 0 0,0 0 0,0-1 0,1 1 0,-1 0 0,0 0 0,0 0 0,0 0 0,1 0 0,-1 0 0,0 0 0,0 0 0,0 0 0,1 0 0,-1 0 0,0 0 0,0 0 0,0 1 0,1-1 0,-1 0 0,0 0 0,0 0 0,0 0 0,0 0 0,1 0 0,-1 0 0,0 0 0,0 1 0,0-1 0,11 8 0,-9-7 0,148 118-1365,-139-112-5461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4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24575,'1'4'0,"-1"1"0,1 0 0,0-1 0,0 1 0,0 0 0,1-1 0,0 0 0,0 1 0,0-1 0,0 0 0,0 0 0,1 0 0,0 0 0,0 0 0,0-1 0,0 1 0,1-1 0,-1 0 0,7 4 0,-5-3 0,1-1 0,0 1 0,0-1 0,0 0 0,0 0 0,0-1 0,1 0 0,-1 0 0,1 0 0,-1-1 0,1 0 0,0 0 0,7-1 0,-12 0 0,-1 0 0,0 0 0,1 0 0,-1-1 0,0 1 0,0 0 0,1-1 0,-1 1 0,0 0 0,0-1 0,0 0 0,1 1 0,-1-1 0,0 0 0,0 0 0,0 1 0,0-1 0,0 0 0,-1 0 0,1 0 0,0 0 0,0 0 0,0 0 0,-1 0 0,1-1 0,-1 1 0,1 0 0,-1 0 0,1 0 0,-1-3 0,1-3 0,0 0 0,0 0 0,-1 0 0,-1-13 0,0 15 0,1-1 0,0 1 0,0 0 0,0-1 0,2-7 0,-1 11 0,-1 1 0,1 0 0,-1 0 0,1 0 0,-1 0 0,1 1 0,0-1 0,0 0 0,-1 0 0,1 0 0,0 0 0,0 1 0,0-1 0,0 1 0,0-1 0,0 0 0,0 1 0,0-1 0,0 1 0,0 0 0,0-1 0,0 1 0,0 0 0,0 0 0,1 0 0,-1 0 0,0 0 0,0 0 0,0 0 0,0 0 0,0 0 0,1 0 0,-1 1 0,1-1 0,6 2 0,0 1 0,0 0 0,12 6 0,-10-5 0,16 7 0,1 3 0,26 16 0,-36-14-1365,-10-8-5461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1 247 24575,'28'-4'0,"15"-2"0,0-1 0,54-17 0,-86 20 0,0 0 0,0 0 0,0-1 0,0 0 0,-1-1 0,0-1 0,0 1 0,-1-2 0,1 1 0,-2-1 0,1-1 0,-1 1 0,10-15 0,-17 22 0,1-2 0,-1 1 0,0 0 0,0 0 0,1 0 0,-1 0 0,-1-1 0,1 1 0,0-1 0,0 1 0,-1-1 0,0 1 0,1 0 0,-1-1 0,0 0 0,0 1 0,0-1 0,-1 1 0,1 0 0,-1-1 0,1 1 0,-1-1 0,0 1 0,0 0 0,0-1 0,0 1 0,0 0 0,0 0 0,-1 0 0,1 0 0,-1 0 0,1 0 0,-1 0 0,0 0 0,0 1 0,0-1 0,0 0 0,0 1 0,0 0 0,0 0 0,-3-2 0,1 2 0,1-1 0,-1 0 0,0 1 0,0 0 0,0 0 0,0 0 0,0 0 0,0 0 0,0 1 0,0 0 0,0 0 0,0 0 0,-8 2 0,6-1 0,1 1 0,-1 0 0,0 0 0,1 0 0,0 1 0,-1-1 0,1 2 0,-9 6 0,6-3 0,0 0 0,1 1 0,0-1 0,0 2 0,1-1 0,0 1 0,0 0 0,1 0 0,0 1 0,-5 14 0,9-20 0,-1 1 0,1-1 0,0 1 0,0-1 0,1 1 0,0 0 0,-1 0 0,2-1 0,-1 1 0,0 0 0,1-1 0,0 1 0,0-1 0,2 6 0,-1-5 0,1 1 0,0 0 0,0-1 0,1 1 0,0-1 0,0 0 0,0 0 0,0-1 0,7 6 0,2 0 0,0-1 0,0 0 0,1-1 0,0-1 0,1 0 0,-1-1 0,23 7 0,-20-9 0,0-1 0,0 0 0,1-1 0,-1 0 0,1-2 0,0 0 0,-1-1 0,19-4 0,-33 5-59,0-1 0,0 1-1,0-1 1,0 0-1,-1 0 1,1 0 0,0 0-1,-1 0 1,1-1 0,0 1-1,-1-1 1,0 0 0,1 0-1,-1 0 1,0 0-1,0 0 1,0 0 0,0 0-1,-1-1 1,1 1 0,-1-1-1,3-3 1,0-6-6767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6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31 24575,'-29'-5'0,"-13"-2"0,-4 1 0,4 1 0,6 1 0,5 2 0,5 1 0,4 1 0,4 0 0,2 0 0,1 2 0,4 2-8191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24575,'10'36'0,"2"0"0,2 0 0,30 58 0,-13-41 0,57 75 0,-79-117 0,16 23 0,-24-32 0,0 0 0,0 0 0,0 0 0,0 0 0,0 1 0,0-1 0,0 0 0,0 1 0,-1-1 0,0 0 0,1 1 0,-1 4 0,0-6 0,0-1 0,-1 1 0,1 0 0,0 0 0,0-1 0,-1 1 0,1 0 0,0-1 0,-1 1 0,1-1 0,-1 1 0,1 0 0,-1-1 0,1 1 0,-1-1 0,1 1 0,-1-1 0,1 1 0,-1-1 0,0 0 0,0 1 0,-1 0 0,0 0 0,-1-1 0,1 1 0,0 0 0,0-1 0,0 0 0,-3 0 0,-3 0 0,0 0 0,0-1 0,-8-1 0,7 0 0,-18-3 0,-26-9 0,47 13 0,-1-2 0,1 1 0,0-1 0,-1 0 0,1 0 0,1-1 0,-1 0 0,1 0 0,-9-8 0,13 11 5,-1 0-1,1-1 1,0 1-1,0 0 0,0-1 1,0 1-1,0-1 1,1 1-1,-1-1 1,0 1-1,1-1 0,-1 0 1,1 1-1,-1-1 1,1 0-1,0 1 1,0-1-1,0 0 1,0 0-1,0 1 0,0-1 1,0 0-1,0 1 1,1-1-1,-1 0 1,2-2-1,0 1-139,0-1 0,0 1 0,1 0 0,-1 0 0,1 0 0,0 0 0,0 0 0,0 0 0,0 1 0,5-3 0,4-3-6691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24575,'0'-5'0,"3"4"0,0 3 0,3 5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7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4 123 24575,'0'1'0,"-1"0"0,1 0 0,-1 1 0,1-1 0,-1 0 0,1 0 0,0 1 0,0-1 0,-1 0 0,1 0 0,0 1 0,0-1 0,0 0 0,1 1 0,-1-1 0,0 0 0,0 0 0,1 1 0,-1-1 0,1 2 0,11 25 0,-7-20 0,0 1 0,1-1 0,0-1 0,0 1 0,1-1 0,0 0 0,0 0 0,0-1 0,1 0 0,0-1 0,13 8 0,-8-6 0,1-1 0,0 0 0,0-1 0,1-1 0,-1 0 0,28 4 0,-38-8 0,0 1 0,0-1 0,0 0 0,0 0 0,-1-1 0,1 1 0,0-1 0,0 0 0,0 0 0,-1 0 0,1 0 0,-1 0 0,1-1 0,-1 0 0,1 0 0,-1 0 0,0 0 0,0 0 0,0-1 0,0 1 0,0-1 0,-1 0 0,1 0 0,-1 0 0,0 0 0,1 0 0,-2 0 0,1-1 0,0 1 0,-1-1 0,1 1 0,-1-1 0,0 0 0,0 0 0,0 1 0,-1-1 0,0 0 0,1 0 0,-1 0 0,-1 0 0,1 1 0,0-1 0,-1 0 0,-2-7 0,-1-1 0,2 9 0,1-1 0,0 1 0,0 0 0,0-1 0,0 1 0,0 0 0,0-4 0,1 6 0,0 1 0,1-1 0,-1 0 0,0 1 0,0-1 0,0 1 0,0-1 0,0 1 0,1-1 0,-1 1 0,0-1 0,0 1 0,1-1 0,-1 1 0,0-1 0,1 1 0,-1 0 0,1-1 0,0 0 0,0 1 0,0-1 0,0 1 0,0-1 0,0 1 0,1 0 0,-1-1 0,0 1 0,0 0 0,0 0 0,1 0 0,-1 0 0,2 0 0,78 6 0,19 1 0,-88-7 0,1 1 0,0-1 0,1-1 0,17-2 0,-28 3 0,-1-1 0,0 1 0,1-1 0,-1 1 0,0-1 0,0 0 0,0 0 0,0 0 0,0 0 0,0 0 0,0-1 0,0 1 0,0 0 0,0-1 0,-1 1 0,1-1 0,-1 0 0,1 0 0,-1 1 0,1-1 0,-1 0 0,0 0 0,0 0 0,0-1 0,0 1 0,0-3 0,0 2 0,-1 0 0,-1 1 0,1-1 0,0 0 0,-1 0 0,1 0 0,-1 0 0,0 1 0,0-1 0,0 0 0,0 1 0,0-1 0,-1 1 0,1-1 0,-1 1 0,1-1 0,-1 1 0,0 0 0,0 0 0,0 0 0,0 0 0,-4-2 0,-1-2 0,-1 1 0,0-1 0,-1 1 0,1 1 0,-13-5 0,3 2-1365,2 1-5461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2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24575,'0'5'0,"1"0"0,0 1 0,0-1 0,0 1 0,1-1 0,0 0 0,0 0 0,4 7 0,-2-3 0,1-1 0,1 1 0,11 12 0,-15-18 0,0-1 0,0 0 0,0 0 0,0-1 0,0 1 0,1 0 0,-1-1 0,1 1 0,-1-1 0,1 0 0,-1 0 0,5 2 0,-5-3 0,-1 0 0,1 0 0,0 0 0,-1 0 0,1 0 0,0-1 0,-1 1 0,1 0 0,0-1 0,-1 0 0,1 1 0,0-1 0,-1 0 0,1 1 0,-1-1 0,0 0 0,1 0 0,-1 0 0,0-1 0,1 1 0,-1 0 0,1-2 0,8-8 0,14-22 0,-17 22 0,0 1 0,16-18 0,-19 25 0,-1 0 0,1 0 0,0 1 0,0-1 0,0 1 0,0-1 0,0 1 0,0 0 0,1 1 0,-1-1 0,8-1 0,1 2 0,0 0 0,-1 0 0,1 1 0,0 1 0,0 0 0,-1 1 0,1 0 0,24 8 0,5 5 0,46 23 0,-88-38 0,6 2-136,-1 0-1,0 1 1,-1-1-1,1 1 1,0 0-1,-1 1 1,1-1-1,-1 1 0,6 7 1,-3-1-6690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 24575,'-120'12'0,"-87"5"0,170-11 0,32-4 0,1-1 0,-1 0 0,1 0 0,-1-1 0,0 1 0,1-1 0,-1 0 0,0 0 0,1-1 0,-1 1 0,-8-3 0,12 2-72,-1 1 1,1-1-1,0 0 0,0 0 0,-1 0 0,1 0 0,0 0 0,0 0 1,0 0-1,1-1 0,-1 1 0,0 0 0,0 0 0,0-1 0,1 1 1,-1 0-1,1-1 0,-1-2 0,-2-6-6754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0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0 24575,'-32'0'0,"-15"0"0,-3 0 0,3 0 0,5 0 0,6 0 0,5 0 0,5 0 0,4 0 0,7 0-8191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1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1246 1 24575,'-231'14'0,"26"0"0,-91 2 0,88-2 0,4 1 0,189-12 0,12 1 0,10 0 0,52 11 0,121 17 0,-53-13 0,-34-1 0,140 43 0,-231-60 0,8 3 0,0 0 0,16 8 0,-25-11 0,1 0 0,-1 0 0,1 0 0,0 0 0,-1 0 0,1 0 0,-1 0 0,0 1 0,1-1 0,-1 0 0,0 1 0,0-1 0,0 1 0,0-1 0,0 1 0,0 0 0,-1-1 0,1 1 0,0 0 0,-1 0 0,1 0 0,-1-1 0,0 3 0,0-2 0,-1 0 0,1 0 0,-1-1 0,0 1 0,1 0 0,-1-1 0,0 1 0,0-1 0,0 1 0,-1-1 0,1 1 0,0-1 0,0 0 0,-1 0 0,1 1 0,-1-1 0,-2 1 0,-30 17 0,33-19 0,-33 13 0,-62 16 0,39-13 0,-136 38 0,-34 9 0,208-56 0,2 0 0,-1 1 0,1 1 0,0 1 0,1 0 0,0 1 0,1 1 0,-19 18 0,31-28 0,1 1 0,-1 0 0,1 0 0,-1 0 0,1 1 0,0-1 0,0 0 0,-2 6 0,4-8 0,0 0 0,0 0 0,0 0 0,-1 0 0,1 0 0,0 0 0,0 0 0,0 0 0,0 0 0,0 0 0,1 0 0,-1 0 0,0 0 0,0 0 0,1 0 0,-1-1 0,0 1 0,1 0 0,-1 0 0,1 0 0,-1 0 0,1-1 0,-1 1 0,1 0 0,0 0 0,-1-1 0,1 1 0,0 0 0,0-1 0,-1 1 0,1-1 0,0 1 0,0-1 0,0 0 0,0 1 0,0-1 0,0 0 0,0 1 0,1-1 0,17 5 0,0-1 0,0 0 0,33 1 0,63-4 0,-64-2 0,257-14 112,19 0-1589,-310 15-5349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17 24575,'-2'3'0,"0"-1"0,1 1 0,-1-1 0,1 1 0,0 0 0,0-1 0,0 1 0,0 0 0,0 0 0,1 0 0,-1 0 0,0 4 0,1 0 0,0-1 0,0 1 0,0-1 0,2 11 0,0-10 0,0 0 0,0-1 0,1 0 0,0 1 0,5 9 0,-6-13 0,0 0 0,1 0 0,-1 0 0,0-1 0,1 1 0,-1 0 0,1-1 0,0 0 0,0 0 0,0 0 0,0 0 0,4 2 0,-6-4 0,0 1 0,-1-1 0,1 0 0,0 0 0,-1 1 0,1-1 0,0 0 0,-1 0 0,1 0 0,0 0 0,0 0 0,-1 0 0,1 0 0,0 0 0,0 0 0,-1-1 0,1 1 0,0 0 0,-1 0 0,1-1 0,0 1 0,-1 0 0,2-1 0,-1 0 0,0 0 0,0 0 0,-1 0 0,1 0 0,0 0 0,0-1 0,-1 1 0,1 0 0,-1 0 0,1 0 0,-1-1 0,1-1 0,0-5 0,0 1 0,-1-1 0,0-13 0,0 15 0,-1-12 0,1 9 0,-1 1 0,1-1 0,0 0 0,1 1 0,3-16 0,-3 22 0,-1 0 0,1 1 0,0-1 0,0 1 0,-1-1 0,1 1 0,0-1 0,0 1 0,0 0 0,1-1 0,-1 1 0,0 0 0,0 0 0,1 0 0,-1 0 0,1 0 0,-1 0 0,1 0 0,-1 0 0,1 1 0,-1-1 0,1 1 0,0-1 0,-1 1 0,1-1 0,0 1 0,0 0 0,-1 0 0,1 0 0,0 0 0,-1 0 0,1 0 0,0 0 0,3 2 0,5 0 0,-1 1 0,1 0 0,-1 1 0,0 0 0,0 1 0,14 9 0,4 1 0,13 6 0,-7-5 0,45 31 0,-72-42-1365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2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75 24575,'-30'-8'0,"-14"-1"0,-5-1 0,4 0 0,4 2 0,7 1 0,7 3 0,5 1 0,4 0 0,3-1 0,1 1 0,1 1 0,2-1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3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70 24575,'-27'-7'0,"-13"-6"0,-6 1 0,1 1 0,5 3 0,5 1 0,5 1 0,6 1 0,5 5 0,2 2 0,2 0 0,4 1-8191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3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44 24575,'-13'9'0,"0"1"0,1 1 0,0 0 0,-17 21 0,27-29 0,0 0 0,0 1 0,0-1 0,0 0 0,1 1 0,-1-1 0,1 1 0,0-1 0,0 1 0,0 0 0,0 4 0,1-5 0,0 0 0,1-1 0,-1 1 0,1 0 0,-1 0 0,1-1 0,0 1 0,0-1 0,0 1 0,0-1 0,0 1 0,1-1 0,-1 0 0,1 1 0,-1-1 0,1 0 0,3 3 0,2 1 0,1 0 0,0 0 0,0-1 0,0 0 0,1 0 0,-1 0 0,1-1 0,0-1 0,12 4 0,-6-3 0,0-1 0,0-1 0,0 0 0,0 0 0,19-2 0,-28 0 0,-1 0 0,1-1 0,0 0 0,-1 0 0,1 0 0,-1-1 0,0 0 0,8-3 0,-10 3 0,-1 1 0,0-1 0,0 1 0,0-1 0,0 0 0,0 0 0,0 0 0,0 0 0,0 0 0,-1 0 0,1 0 0,-1-1 0,0 1 0,0 0 0,0-1 0,0 1 0,0-1 0,0 0 0,0-4 0,0 0 6,0 0 0,-1 0-1,0 0 1,-1 0 0,1 0-1,-1 0 1,0 0 0,-1 0 0,0 1-1,0-1 1,0 0 0,-1 1-1,0 0 1,0-1 0,-1 1-1,0 0 1,0 1 0,0-1 0,-1 1-1,-5-6 1,1 3-130,0 1 0,0-1 1,-1 1-1,0 1 0,0 0 0,0 1 1,-1 0-1,0 0 0,0 1 0,0 0 1,-13-2-1,2 2-6702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696 172 24575,'-56'-35'0,"-1"3"0,-1 1 0,-99-35 0,153 64 0,0 1 0,0 0 0,-1 0 0,1 0 0,0 1 0,0-1 0,-1 1 0,1 0 0,0 0 0,-7 1 0,9 0 0,0-1 0,0 1 0,0 0 0,0 0 0,0 0 0,0 0 0,1 0 0,-1 1 0,0-1 0,1 1 0,-1-1 0,1 1 0,-1-1 0,1 1 0,0 0 0,0-1 0,0 1 0,0 0 0,0 0 0,0 0 0,0 0 0,1 0 0,-2 3 0,1 2 0,-1 0 0,1 0 0,0 0 0,1 1 0,-1-1 0,1 0 0,2 9 0,11 50 0,-1-7 0,-12-58 0,0 1 0,0-1 0,0 1 0,0-1 0,0 1 0,0 0 0,0-1 0,0 1 0,0-1 0,-1 1 0,1-1 0,-1 1 0,1-1 0,-1 1 0,0-1 0,0 0 0,1 1 0,-1-1 0,0 0 0,-2 3 0,1-3 0,0 0 0,0 1 0,0-1 0,0 0 0,-1 0 0,1 0 0,0 0 0,0 0 0,-1 0 0,1-1 0,-6 1 0,-3 0 0,0-1 0,0 0 0,0-1 0,-19-3 0,15 1 0,0 0 0,1-1 0,-1-1 0,1 0 0,0-1 0,-18-10 0,27 13 0,0 1 0,1-2 0,0 1 0,-1 0 0,1-1 0,0 0 0,1 0 0,-1 0 0,1-1 0,0 1 0,0-1 0,0 1 0,1-1 0,-1 0 0,1 0 0,0 0 0,1-1 0,-1 1 0,1 0 0,-1-11 0,2 12 0,-1 1 0,2-1 0,-1 0 0,0 1 0,1-1 0,-1 0 0,1 1 0,0-1 0,0 1 0,0-1 0,1 1 0,3-7 0,-4 9 0,0-1 0,0 1 0,1-1 0,-1 1 0,1 0 0,-1-1 0,1 1 0,0 0 0,-1 0 0,1 0 0,0 0 0,0 0 0,0 1 0,0-1 0,0 1 0,0-1 0,0 1 0,0-1 0,0 1 0,0 0 0,0 0 0,0 0 0,0 0 0,0 1 0,2-1 0,11 3 0,-1 1 0,1 0 0,-1 1 0,16 8 0,54 31 0,-63-32 0,28 16 0,55 28 0,-84-47 0,0-1 0,1 0 0,32 6 0,-43-12 0,1 0 0,0 0 0,0-1 0,0-1 0,0 0 0,0 0 0,13-3 0,-21 2 0,0 1 0,0-1 0,0 0 0,0 0 0,0 0 0,0-1 0,0 1 0,0-1 0,-1 0 0,1 0 0,-1 0 0,1 0 0,-1 0 0,1 0 0,-1 0 0,0-1 0,0 1 0,-1-1 0,1 0 0,0 0 0,-1 1 0,1-1 0,-1 0 0,0 0 0,0 0 0,0 0 0,-1-1 0,1-4 0,0 3-76,-1 0 1,-1 0-1,1 0 0,-1 0 0,0 0 0,0 0 0,0 1 0,-1-1 1,0 0-1,0 1 0,0-1 0,0 1 0,-1 0 0,1 0 1,-1 0-1,0 0 0,-5-4 0,-1-2-6750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91 24575,'0'0'0,"-84"-49"0,69 41 0,-1 1 0,1 0 0,-29-7 0,36 12 0,0 1 0,0 0 0,-1 0 0,1 1 0,0 0 0,-15 1 0,19 0 0,0 0 0,0 0 0,0 0 0,0 0 0,0 1 0,0-1 0,0 1 0,0 0 0,0 0 0,1 1 0,-1-1 0,1 1 0,0 0 0,-5 5 0,5-4 0,-1 1 0,1 0 0,0 0 0,1 0 0,-1 0 0,1 1 0,0-1 0,1 1 0,-1-1 0,0 11 0,1-8 0,0 1 0,1-1 0,0 0 0,1 1 0,0-1 0,3 16 0,-2-19 0,0 0 0,0 0 0,1 1 0,-1-1 0,1-1 0,0 1 0,0 0 0,1-1 0,-1 0 0,1 1 0,0-2 0,0 1 0,1 0 0,-1-1 0,1 0 0,0 0 0,0 0 0,0 0 0,0-1 0,0 0 0,7 2 0,5 1 0,-1-1 0,1-1 0,0-1 0,0 0 0,29-1 0,-40-1 0,1 0 0,-1-1 0,0 1 0,0-1 0,0-1 0,0 1 0,0-1 0,-1 0 0,1-1 0,0 1 0,6-5 0,-9 4 0,1 1 0,-1-1 0,1-1 0,-1 1 0,0 0 0,0-1 0,0 0 0,-1 1 0,0-1 0,1 0 0,-1 0 0,0 0 0,-1-1 0,1 1 0,1-8 0,-1 4 0,-1 0 0,0 1 0,0-1 0,-1 0 0,0 0 0,0 0 0,-1 0 0,0 1 0,0-1 0,-1 0 0,-3-9 0,9 25 0,1 0 0,-1 0 0,1 0 0,0 0 0,1-1 0,0 0 0,0 0 0,9 6 0,65 52 0,-51-44 0,15 8-1365,-34-22-5461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6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99 203 24575,'18'0'0,"-4"1"0,1-1 0,0-1 0,-1 0 0,1-1 0,16-4 0,-28 5 0,0 0 0,0 0 0,0 0 0,0-1 0,0 1 0,-1-1 0,1 1 0,-1-1 0,1 0 0,-1 0 0,0 0 0,1 0 0,-1-1 0,0 1 0,-1 0 0,1-1 0,0 1 0,-1-1 0,1 0 0,-1 0 0,0 0 0,0 1 0,0-1 0,0 0 0,0 0 0,-1 0 0,1 0 0,-1-1 0,0 1 0,-1-5 0,1 3 0,-1 1 0,0 0 0,0 0 0,0 0 0,-1 0 0,1 0 0,-1 0 0,0 1 0,0-1 0,0 0 0,-1 1 0,1 0 0,-1-1 0,0 1 0,0 0 0,-4-3 0,-1-1 0,-1 1 0,1 0 0,-1 0 0,0 1 0,-14-6 0,18 9 0,0 0 0,-1 0 0,1 1 0,0 0 0,0 0 0,-1 0 0,1 1 0,0-1 0,-8 2 0,10-1 0,0 1 0,0-1 0,0 1 0,0 0 0,-1 0 0,1 0 0,1 1 0,-1-1 0,0 1 0,0-1 0,1 1 0,-1 0 0,0 0 0,1 0 0,0 0 0,-4 5 0,-3 6 0,1 0 0,0 0 0,1 1 0,0-1 0,1 2 0,-7 26 0,12-39 0,1 0 0,0 0 0,-1 0 0,1 0 0,0 0 0,0 0 0,0 0 0,0 0 0,0-1 0,0 1 0,1 0 0,-1 0 0,1 0 0,-1 0 0,1 0 0,0-1 0,-1 1 0,1 0 0,0 0 0,0-1 0,0 1 0,1-1 0,-1 1 0,0-1 0,1 0 0,-1 1 0,0-1 0,1 0 0,3 2 0,3 2 0,2-1 0,-1 1 0,0-2 0,17 5 0,1 1 0,1 2 0,0-2 0,0 0 0,1-2 0,0-1 0,0-1 0,49 1 0,-51-6 0,72-2 0,-95 2-227,0-1-1,0 1 1,0-1-1,1-1 1,5-2-1,3-2-6598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7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 24575,'-22'0'0,"-13"0"0,-2 2 0,3 1 0,4 1 0,5-2 0,2 2 0,2 1 0,3-2 0,1 0 0,4-1-8191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7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24575,'0'29'0,"1"0"0,2 0 0,1 0 0,1-1 0,1 0 0,2 0 0,0 0 0,2-1 0,16 31 0,51 73 0,-77-130 0,0-1 0,1 1 0,-1-1 0,0 1 0,0-1 0,1 0 0,-1 1 0,0-1 0,0 1 0,0 0 0,0-1 0,0 1 0,1-1 0,-1 1 0,0-1 0,0 1 0,0-1 0,-1 1 0,1 0 0,0-1 0,0 0 0,0 0 0,-1 0 0,1 0 0,0 0 0,0 0 0,-1 0 0,1 1 0,0-1 0,0 0 0,-1 0 0,1 0 0,0 0 0,0 0 0,-1 0 0,1 0 0,0 0 0,0 0 0,-1-1 0,1 1 0,0 0 0,0 0 0,-1 0 0,1 0 0,-24-12 0,19 8 0,-25-13 0,1-2 0,-37-32 0,63 49 0,0-1 0,0 1 0,1-1 0,-1 0 0,1 0 0,-1 0 0,1 0 0,0-1 0,0 1 0,1 0 0,-1-1 0,1 0 0,-1 1 0,0-8 0,2 9 0,-1 0 0,1-1 0,1 1 0,-1-1 0,0 1 0,0 0 0,1-1 0,0 1 0,-1 0 0,1-1 0,0 1 0,0 0 0,0 0 0,0 0 0,1 0 0,-1 0 0,0 0 0,1 0 0,-1 0 0,1 0 0,0 1 0,0-1 0,0 1 0,3-3 0,9-4 23,0 1 0,1 0 0,0 1 0,23-7 0,22-8-1503,-50 17-5346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0,0 5 0,2 2 0,1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8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3 188 24575,'-1'0'0,"1"0"0,0 0 0,0 0 0,0 0 0,0 0 0,0 0 0,0 0 0,0 0 0,0 0 0,0 0 0,-1 0 0,1 0 0,0 0 0,0 0 0,0 0 0,0 0 0,0 0 0,0 0 0,0 0 0,0 1 0,0-1 0,0 0 0,0 0 0,0 0 0,0 0 0,0 0 0,0 0 0,0 0 0,0 0 0,0 0 0,0 1 0,0-1 0,0 0 0,0 0 0,0 0 0,0 0 0,0 0 0,0 0 0,0 0 0,0 0 0,0 0 0,0 1 0,0-1 0,0 0 0,0 0 0,0 0 0,0 0 0,0 0 0,0 0 0,0 0 0,0 0 0,5 9 0,8 7 0,-8-10 0,18 21 0,47 41 0,-62-61 0,0 0 0,1-1 0,0 0 0,0-1 0,1 0 0,-1 0 0,1-1 0,0-1 0,0 1 0,16 2 0,-23-6 0,-1 1 0,1-1 0,0 0 0,0 0 0,0 0 0,0 0 0,0 0 0,0-1 0,0 1 0,0-1 0,-1 0 0,1 0 0,0 0 0,0 0 0,-1 0 0,1-1 0,-1 1 0,1-1 0,-1 0 0,0 1 0,1-1 0,-1 0 0,3-5 0,-2 3 0,-1 0 0,1 0 0,-1 0 0,0-1 0,-1 1 0,1-1 0,-1 1 0,0-1 0,0 0 0,0 0 0,-1 1 0,1-1 0,-1 0 0,-1-5 0,-5-23 0,1 10 0,5 23 0,0 0 0,0-1 0,0 1 0,-1 0 0,1 0 0,0-1 0,0 1 0,0 0 0,0 0 0,0-1 0,1 1 0,-1 0 0,0 0 0,0-1 0,0 1 0,0 0 0,0 0 0,0-1 0,0 1 0,0 0 0,0 0 0,1 0 0,-1-1 0,0 1 0,0 0 0,0 0 0,0 0 0,1-1 0,-1 1 0,0 0 0,0 0 0,1 0 0,9 0 0,11 9 0,-18-8 0,9 6 0,0-2 0,0 0 0,1 0 0,0-2 0,0 1 0,26 2 0,-35-5 0,0-1 0,0 0 0,0 0 0,0-1 0,0 1 0,-1-1 0,1 0 0,0 0 0,0 0 0,0 0 0,-1-1 0,1 1 0,-1-1 0,1 0 0,-1 0 0,0 0 0,0-1 0,0 1 0,0-1 0,0 0 0,0 1 0,-1-1 0,1-1 0,-1 1 0,0 0 0,0 0 0,0-1 0,1-4 0,0 1-39,-1 1 0,0 0 0,-1 0 0,0-1 0,0 1 0,0-1 0,-1 1 0,0-1 0,0 0 0,0 1 0,-1-1 0,0 1 0,-1 0 0,1-1 0,-1 1 0,0 0 0,-1 0 0,1 0 0,-1 0 0,-1 0 0,1 1 0,-1-1 0,0 1 0,0 0 0,0 0 0,-1 0 0,0 1 0,0-1 0,0 1 0,0 1 0,-1-1 0,1 1 0,-1 0 0,-7-3 0,-2 1-6787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39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24575,'0'0'0,"0"0"0,0-1 0,0 1 0,0 0 0,0-1 0,0 1 0,0-1 0,0 1 0,0 0 0,0-1 0,0 1 0,0-1 0,0 1 0,0 0 0,1-1 0,-1 1 0,0 0 0,0-1 0,0 1 0,1 0 0,-1-1 0,0 1 0,0 0 0,1-1 0,-1 1 0,0 0 0,1 0 0,-1-1 0,0 1 0,1 0 0,-1 0 0,0 0 0,1-1 0,-1 1 0,1 0 0,0 0 0,0 0 0,1 0 0,-1 1 0,0-1 0,0 0 0,0 1 0,1-1 0,-1 1 0,0-1 0,0 1 0,2 0 0,24 21 0,55 63-5829,-6 7 4135,-8 7 3762,-13 5 3387,-43-72-5455,0 0 0,-3 0 0,0 1 0,-2 0 0,-2 0 0,-1 1 0,-1 0 0,-2-1 0,-1 1 0,-2 0 0,-1 0 0,-12 51 0,10-67 0,0 1 0,-2 0 0,0-1 0,-18 33 0,19-42 0,0 0 0,0 0 0,-1 0 0,0-1 0,-1 0 0,0 0 0,0-1 0,-1 0 0,0-1 0,-10 7 0,-1-2-1365,3-2-5461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42 24575,'-6'-10'0,"4"7"0,0-1 0,0 1 0,-1-1 0,1 1 0,-1 0 0,-4-4 0,7 7 0,-1-1 0,0 0 0,0 1 0,0 0 0,0-1 0,0 1 0,0-1 0,0 1 0,0 0 0,0 0 0,0-1 0,0 1 0,0 0 0,0 0 0,0 0 0,0 0 0,0 0 0,0 1 0,0-1 0,0 0 0,0 0 0,0 1 0,0-1 0,1 0 0,-1 1 0,0-1 0,0 1 0,0-1 0,0 1 0,-1 1 0,-7 5 0,1 0 0,0 1 0,0 0 0,0 1 0,-5 9 0,-2 3 0,-12 26 0,15-23 0,0 1 0,2 1 0,1 0 0,0 0 0,2 1 0,2 0 0,-4 34 0,8-43 0,0 1 0,1-1 0,1 1 0,1-1 0,0 1 0,2-1 0,0 0 0,1 0 0,1 0 0,0-1 0,15 28 0,1-11 0,1 0 0,2-2 0,2 0 0,1-2 0,53 45 0,-45-45-682,57 35-1,-78-56-6143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1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44 24575,'0'0'0,"0"0"0,-1-1 0,1 1 0,0 0 0,0 0 0,0 0 0,0 0 0,0-1 0,0 1 0,-1 0 0,1 0 0,0 0 0,0 0 0,0 0 0,0 0 0,-1 0 0,1-1 0,0 1 0,0 0 0,0 0 0,-1 0 0,1 0 0,0 0 0,0 0 0,0 0 0,-1 0 0,1 0 0,0 0 0,0 0 0,0 0 0,-1 0 0,1 0 0,0 0 0,0 0 0,0 0 0,-1 1 0,0 7 0,6 11 0,3 0 0,-5-12 0,0 0 0,1 1 0,-1-1 0,1-1 0,1 1 0,8 11 0,-12-18 0,-1 0 0,0 1 0,0-1 0,0 0 0,1 0 0,-1 0 0,0 1 0,0-1 0,1 0 0,-1 0 0,0 0 0,0 0 0,1 0 0,-1 1 0,0-1 0,1 0 0,-1 0 0,0 0 0,1 0 0,-1 0 0,0 0 0,0 0 0,1 0 0,-1 0 0,0 0 0,1 0 0,-1 0 0,0 0 0,1 0 0,-1-1 0,0 1 0,0 0 0,1 0 0,-1 0 0,0 0 0,1-1 0,4-11 0,-2-19 0,-3 30 0,0-8 0,-1 1 0,2 0 0,-1-1 0,1 1 0,0-1 0,4-12 0,-4 19 0,-1 0 0,1 0 0,0 0 0,0 0 0,0 1 0,0-1 0,1 0 0,-1 1 0,0-1 0,1 1 0,-1-1 0,1 1 0,-1 0 0,1-1 0,0 1 0,0 0 0,-1 0 0,1 0 0,0 0 0,0 1 0,0-1 0,0 1 0,0-1 0,0 1 0,0-1 0,0 1 0,0 0 0,4 0 0,1 1 0,1-1 0,-1 2 0,0-1 0,0 1 0,0 0 0,0 0 0,0 1 0,0 0 0,7 4 0,2 2 0,0 2 0,19 16 0,-21-14-227,0 0-1,-1 1 1,-1 1-1,0 0 1,10 19-1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0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38 24575,'-24'-35'0,"24"35"0,0-1 0,0 1 0,0 0 0,0 0 0,0 0 0,0 0 0,0 0 0,0 0 0,0 0 0,0-1 0,0 1 0,0 0 0,-1 0 0,1 0 0,0 0 0,0 0 0,0 0 0,0 0 0,0 0 0,0 0 0,0 0 0,0 0 0,0-1 0,-1 1 0,1 0 0,0 0 0,0 0 0,0 0 0,0 0 0,0 0 0,0 0 0,0 0 0,-1 0 0,1 0 0,0 0 0,0 0 0,0 0 0,0 0 0,0 0 0,0 0 0,-1 0 0,1 0 0,0 0 0,0 0 0,0 0 0,0 1 0,0-1 0,0 0 0,0 0 0,-1 0 0,1 8 0,3 11 0,17 50 0,3 0 0,55 116 0,-68-165-273,-1 0 0,-1 1 0,-1 0 0,6 32 0,-11-41-6553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5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 24575,'29'0'0,"1"1"0,-1 1 0,0 1 0,57 15 0,-71-10 0,-13-3 0,-9-1 0,-10 1 0,0-1 0,0-1 0,0 0 0,-17 0 0,-72-3 0,59-1 0,-72-9 0,75 5 0,35 3-227,0 1-1,0-1 1,0-1-1,1 0 1,-13-5-1,12 4-6598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6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554 75 24575,'-22'-14'0,"-2"1"0,-34-15 0,46 24 0,0 0 0,0 1 0,0 0 0,0 1 0,-1 0 0,1 1 0,-19 0 0,-164 20 0,137-12 0,0-2-1365,35-4-5461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48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4560 0 24575,'-618'0'0,"480"8"0,22-2 0,-189 19 0,138-8 0,-186 0 0,222-16 0,-124-3 0,143-5 0,-33-1 0,-97 18 0,-65 19 0,-43-9 0,-9-20 0,257 8 0,52-2 0,0 1 0,-29 1 0,61-7 0,-25 5 0,25-3 0,-23 1 0,21-2 0,-22 4 0,23-3 0,-29 1 0,21-3 0,-35 7 0,50-6 0,-30 2 0,-84-4 0,57-1 0,48 1-80,10-1-241,-1 1 0,0 1-1,-13 2 1,12 0-6505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1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0,0-1 0,0 1 0,0 0 0,0 0 0,0 0 0,0 0 0,0 0 0,0 0 0,0 0 0,0 0 0,0 0 0,0 0 0,-1-1 0,1 1 0,0 0 0,0 0 0,0 0 0,0 0 0,0 0 0,0 0 0,0 0 0,0 0 0,-1 0 0,1 0 0,0 0 0,0 0 0,0 0 0,0 0 0,0 0 0,0 0 0,0 0 0,-1 0 0,1 0 0,0 0 0,0 0 0,0 0 0,0 0 0,0 0 0,0 0 0,0 0 0,0 0 0,-1 1 0,1-1 0,0 0 0,0 0 0,0 0 0,0 0 0,0 0 0,0 0 0,0 0 0,0 0 0,0 0 0,0 10 0,5 11 0,7 10 0,3 0 0,0-2 0,30 42 0,-11-17 0,-3-2 0,107 187 0,-130-220 0,8 20 0,-14-32 0,-6-41-1365,1 21-5461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1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38 24575,'-29'-7'0,"-13"-3"0,-1 0 0,4 3 0,4 4 0,5 3 0,4 1 0,0 4 0,2 0 0,6-1-8191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2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57 24575,'-58'-11'0,"-202"-32"0,253 42 0,0 0 0,0 1 0,0 0 0,0 0 0,0 1 0,0-1 0,0 2 0,0-1 0,-10 4 0,14-4 0,0 1 0,0-1 0,0 1 0,0 0 0,0 0 0,1 0 0,-1 0 0,1 0 0,-1 1 0,1-1 0,0 1 0,0-1 0,0 1 0,0 0 0,1 0 0,-1 0 0,1 0 0,-1 0 0,1 0 0,0 0 0,-1 7 0,1-4 0,1 0 0,-1 0 0,1 0 0,1 0 0,-1 0 0,1-1 0,0 1 0,0 0 0,0 0 0,1 0 0,0-1 0,0 1 0,1-1 0,-1 0 0,1 0 0,0 1 0,1-2 0,-1 1 0,1 0 0,0-1 0,5 5 0,6 4 0,0 0 0,1-1 0,1 0 0,0-2 0,19 10 0,-9-7 0,0-1 0,1-2 0,1-1 0,-1-1 0,1-1 0,1-1 0,37 1 0,-62-7 0,-1 1 0,0-1 0,1-1 0,-1 1 0,0-1 0,5 0 0,-8 0 0,0 1 0,0 0 0,-1-1 0,1 1 0,0 0 0,0-1 0,0 1 0,-1-1 0,1 1 0,0-1 0,0 0 0,-1 1 0,1-1 0,-1 0 0,1 1 0,0-1 0,-1 0 0,1 0 0,-1 1 0,0-1 0,1 0 0,-1 0 0,0 0 0,1 0 0,-1 0 0,0 1 0,0-1 0,0 0 0,0 0 0,0 0 0,0 0 0,0 0 0,0 0 0,0 0 0,0-1 0,-3-7 0,0 1 0,-1-1 0,0 1 0,0 0 0,0 0 0,-10-13 0,0 1 0,-4-8 0,-25-29 0,78 88 0,-8-3-455,2-2 0,62 45 0,-78-61-6371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2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15 204 24575,'26'-3'0,"-1"1"0,38-10 0,-57 11 0,1-1 0,-1 0 0,0 0 0,0-1 0,0 0 0,-1 0 0,1 0 0,-1-1 0,0 0 0,0 0 0,6-5 0,-9 6 0,0 1 0,0-1 0,-1 1 0,1-1 0,0 1 0,-1-1 0,0 0 0,0 0 0,0 1 0,0-1 0,0 0 0,-1 0 0,1 0 0,-1 0 0,0 0 0,1 0 0,-1 0 0,-1 0 0,1 0 0,0 0 0,-1 0 0,0 0 0,0 0 0,1 0 0,-2 0 0,1 0 0,0 1 0,-1-1 0,1 0 0,-1 1 0,-3-5 0,1 2 0,0 1 0,0 0 0,0 0 0,0 0 0,-1 0 0,1 1 0,-1 0 0,0-1 0,0 2 0,0-1 0,0 1 0,-1-1 0,1 2 0,-1-1 0,-10-2 0,10 4 0,1 0 0,-1-1 0,1 2 0,-1-1 0,1 1 0,-1 0 0,1 0 0,-8 2 0,10-2 0,0 1 0,1-1 0,-1 0 0,0 1 0,1 0 0,-1 0 0,1 0 0,-1 0 0,1 0 0,0 0 0,0 0 0,0 1 0,0-1 0,0 1 0,1 0 0,-2 3 0,-1 2 0,1 0 0,0 0 0,1 1 0,-1-1 0,2 0 0,-1 1 0,1 0 0,1-1 0,0 1 0,0 0 0,0-1 0,1 1 0,1 0 0,2 9 0,-3-13 0,1 0 0,0 0 0,0 0 0,0 0 0,1 0 0,-1-1 0,1 1 0,0-1 0,1 1 0,-1-1 0,1 0 0,0 0 0,0-1 0,0 1 0,0-1 0,1 0 0,0 0 0,-1 0 0,1-1 0,0 1 0,0-1 0,0-1 0,8 3 0,56 11-341,1-2 0,0-4-1,99 1 1,-157-10-6485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3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0 24575,'-15'0'0,"-4"3"0,-3 0 0,2 0 0,0 2 0,2 0 0,4 2 0,2-1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4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 24575,'1'18'0,"0"0"0,1 1 0,1-1 0,1-1 0,0 1 0,2 0 0,0-1 0,14 29 0,-5-18 0,2-1 0,1 0 0,1-1 0,25 26 0,-41-49 0,0 1 0,0 0 0,0 0 0,0 1 0,-1-1 0,0 0 0,3 8 0,-4-11 0,-1 0 0,0 0 0,0 0 0,1 0 0,-1 0 0,0 0 0,0 0 0,0 0 0,0 0 0,0 0 0,0 0 0,-1 0 0,1 0 0,0-1 0,0 1 0,-1 0 0,1 0 0,0 0 0,-1 0 0,1 0 0,-1 0 0,1-1 0,-1 1 0,0 0 0,1 0 0,-1-1 0,0 1 0,1 0 0,-1-1 0,0 1 0,0-1 0,0 1 0,0-1 0,1 1 0,-1-1 0,0 0 0,0 1 0,0-1 0,0 0 0,0 0 0,0 0 0,0 1 0,0-1 0,-1 0 0,-6 0 0,0 1 0,0-1 0,0-1 0,-1 1 0,1-1 0,0-1 0,1 0 0,-1 0 0,-11-4 0,-1-2 0,0-1 0,-23-15 0,36 20 0,0 0 0,0-1 0,1 0 0,0-1 0,0 1 0,0-1 0,1 0 0,-7-9 0,10 12 0,1 0 0,-1 0 0,0 0 0,1 0 0,0 0 0,0 0 0,0 0 0,0 0 0,0 0 0,1-1 0,-1 1 0,1 0 0,0 0 0,0-1 0,0 1 0,0 0 0,1 0 0,0-1 0,-1 1 0,1 0 0,0 0 0,0 0 0,3-4 0,5-8-455,0 1 0,21-24 0,-17 23-6371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4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5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24575,'7'15'0,"0"1"0,1-1 0,0-1 0,1 0 0,1 0 0,0 0 0,1-1 0,0-1 0,24 20 0,-30-28 0,0 0 0,0-1 0,0 0 0,1 0 0,0 0 0,-1-1 0,1 0 0,0 0 0,0 0 0,0-1 0,0 1 0,8-1 0,-11 0 0,0-1 0,0 0 0,0 0 0,0 0 0,0 0 0,0-1 0,0 1 0,0-1 0,0 1 0,0-1 0,0 0 0,-1 0 0,1-1 0,0 1 0,0-1 0,-1 1 0,1-1 0,-1 0 0,0 0 0,1 0 0,-1 0 0,0 0 0,0 0 0,0-1 0,0 1 0,2-6 0,-2 3 0,0 0 0,-1-1 0,0 1 0,0-1 0,0 0 0,0 1 0,-1-1 0,-1-7 0,-5-44 0,23 75 0,-11-10 0,0-1 0,0 0 0,1 0 0,1-1 0,-1 0 0,1 0 0,0-1 0,0 0 0,0 0 0,1-1 0,0 0 0,0 0 0,0-1 0,0 0 0,1-1 0,-1 0 0,18 1 0,-16-2 0,-1-1 0,1 0 0,-1-1 0,1 0 0,-1-1 0,1 0 0,-1-1 0,20-7 0,-26 8 0,1 0 0,-1 0 0,0-1 0,1 0 0,-1 0 0,0 0 0,-1 0 0,1-1 0,-1 1 0,1-1 0,-1 0 0,0 0 0,0 0 0,-1-1 0,1 1 0,-1-1 0,0 1 0,0-1 0,-1 0 0,1 1 0,0-6 0,0 2 0,-1 0 0,0 0 0,-1 1 0,0-1 0,0 0 0,-1 0 0,-1-11 0,1 16 0,0 0 0,0 1 0,0-1 0,0 0 0,0 1 0,0-1 0,-1 1 0,1-1 0,-1 1 0,0 0 0,0 0 0,0 0 0,0 0 0,0 0 0,0 0 0,0 0 0,0 1 0,-1-1 0,1 1 0,-1 0 0,1-1 0,-1 1 0,-4-1 0,-10-2-1365,2 2-5461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7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13 24575,'0'0'0,"0"-1"0,0 1 0,0 0 0,0-1 0,0 1 0,0-1 0,0 1 0,0-1 0,0 1 0,0 0 0,0-1 0,0 1 0,0-1 0,0 1 0,0-1 0,0 1 0,-1 0 0,1-1 0,0 1 0,0-1 0,0 1 0,-1 0 0,1-1 0,0 1 0,-1 0 0,1-1 0,0 1 0,-1 0 0,1 0 0,0-1 0,-1 1 0,1 0 0,-1 0 0,1 0 0,-1 0 0,1 0 0,-1 1 0,1-1 0,-1 1 0,1-1 0,-1 0 0,1 1 0,0-1 0,-1 1 0,1-1 0,0 1 0,-1-1 0,1 1 0,0-1 0,0 1 0,-1 0 0,1-1 0,0 1 0,0-1 0,0 1 0,0-1 0,0 1 0,0 1 0,-3 35 0,3 69 0,1-42 0,28 268 0,0-30 0,-42 198 0,6-456 0,4-28 0,-2 28 0,5-43 0,0-1 0,0 1 0,0-1 0,0 1 0,0 0 0,0-1 0,0 1 0,0-1 0,0 1 0,1-1 0,-1 1 0,0 0 0,0-1 0,0 1 0,1-1 0,-1 1 0,0-1 0,1 1 0,-1-1 0,1 0 0,-1 0 0,0 0 0,0 0 0,1 0 0,-1 0 0,0 0 0,0 0 0,1 0 0,-1 0 0,0 0 0,0 0 0,1 0 0,-1-1 0,0 1 0,0 0 0,1 0 0,-1 0 0,0 0 0,0-1 0,0 1 0,1 0 0,-1 0 0,0 0 0,0-1 0,11-19 0,-8 11-114,-1-1 1,-1 1-1,0-1 0,0 1 0,-1-1 1,0 1-1,-1-1 0,0 1 0,0-1 1,-1 1-1,-3-11 0,-1 1-6712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7:58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243 169 24575,'-3'-16'0,"2"12"0,0-1 0,0 0 0,0 0 0,1 1 0,0-1 0,0 0 0,0 0 0,2-7 0,-2 12 0,0 0 0,0 0 0,0 0 0,0 0 0,0-1 0,0 1 0,0 0 0,0 0 0,0 0 0,0 0 0,0 0 0,0 0 0,0 0 0,1 0 0,-1 0 0,0-1 0,0 1 0,0 0 0,0 0 0,0 0 0,0 0 0,0 0 0,0 0 0,0 0 0,1 0 0,-1 0 0,0 0 0,0 0 0,0 0 0,0 0 0,0 0 0,0 0 0,0 0 0,1 0 0,-1 0 0,0 0 0,0 0 0,0 0 0,0 0 0,0 0 0,0 0 0,0 0 0,1 0 0,-1 0 0,0 1 0,6 4 0,4 9 0,6 16 0,14 41 0,10 18 0,-30-69 0,2-1 0,0 0 0,1-1 0,1 0 0,0-1 0,21 19 0,-35-36 0,1 0 0,-1 1 0,1-1 0,-1 1 0,0-1 0,1 0 0,-1 1 0,1-1 0,-1 0 0,1 1 0,-1-1 0,1 0 0,-1 1 0,1-1 0,-1 0 0,1 0 0,-1 0 0,1 0 0,-1 0 0,1 0 0,0 0 0,-1 0 0,1 0 0,-1 0 0,1 0 0,0 0 0,-1-1 0,0 1 0,1-1 0,-1 1 0,0-1 0,0 1 0,0-1 0,0 0 0,1 1 0,-1-1 0,0 1 0,0-1 0,0 0 0,0 1 0,0-1 0,-1 1 0,1-1 0,0 0 0,-10-33 0,10 32 0,-40-93 0,14 35 0,10 19 0,-2 0 0,-2 1 0,-39-57 0,58 96 0,-2-4 0,-1-1 0,0 2 0,0-1 0,-1 0 0,-5-4 0,9 9 0,0-1 0,-1 0 0,1 0 0,0 0 0,-1 1 0,1-1 0,-1 1 0,1-1 0,0 1 0,-1 0 0,1-1 0,-1 1 0,1 0 0,-1 0 0,1 0 0,-1 0 0,1 0 0,-1 1 0,1-1 0,-1 0 0,1 1 0,-1-1 0,1 1 0,0-1 0,-1 1 0,1-1 0,-2 2 0,-4 3 0,-1 1 0,1 0 0,1 0 0,-1 0 0,1 1 0,0 0 0,1 0 0,0 1 0,-5 8 0,-5 12 0,-14 37 0,18-39 0,2-5-118,5-8 201,-2-1 0,-8 15 0,12-23-198,0-1 0,0 0 0,-1 0 0,0 0 0,1 0 0,-1 0-1,0-1 1,0 1 0,0-1 0,-1 0 0,1 0 0,-5 2 0,-4 0-6711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24575,'0'-2'0,"-3"1"0,0 4 0,0 3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6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84 24575,'-5'-5'0,"1"-1"0,-1 1 0,-1 0 0,1 0 0,-1 0 0,1 1 0,-1 0 0,-1 0 0,1 1 0,-11-5 0,-2 0 0,-1 1 0,-29-6 0,45 13 0,1-1 0,-1 1 0,0-1 0,1 1 0,-1 0 0,0 1 0,0-1 0,1 1 0,-1-1 0,1 1 0,-1 0 0,1 1 0,-6 1 0,-2 3 0,1 1 0,-18 13 0,12-9 0,12-8 0,0 1 0,0-1 0,0 1 0,0-1 0,1 1 0,0 0 0,-1 0 0,2 1 0,-1-1 0,0 1 0,1-1 0,0 1 0,0 0 0,0 0 0,0 0 0,1 0 0,0 0 0,0 0 0,0 0 0,1 1 0,0-1 0,0 0 0,0 0 0,1 1 0,-1-1 0,1 0 0,1 0 0,-1 0 0,1 0 0,-1 0 0,1 0 0,1-1 0,-1 1 0,1-1 0,0 1 0,0-1 0,0 0 0,0 0 0,1 0 0,0 0 0,-1-1 0,1 1 0,1-1 0,3 2 0,2 0 0,0 0 0,1-1 0,-1 0 0,1-1 0,-1 0 0,1-1 0,0 0 0,0-1 0,0 0 0,0-1 0,0 0 0,0-1 0,13-2 0,-14 2 0,-1-2 0,1 1 0,-1-1 0,0-1 0,15-7 0,-21 10 0,0-1 0,0 0 0,0 0 0,-1 0 0,1 0 0,-1-1 0,1 1 0,-1-1 0,0 1 0,0-1 0,0 0 0,0 0 0,0 0 0,-1 0 0,0 0 0,1 0 0,-1 0 0,0 0 0,1-7 0,-1 4 0,-1 0 0,0-1 0,0 1 0,0 0 0,-1 0 0,0 0 0,0 0 0,0 0 0,-5-11 0,41 60 0,-19-25 0,-1-1 0,2 0 0,24 18 0,6 5 0,-41-34-1365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7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41 202 24575,'14'3'0,"1"-1"0,0-1 0,-1-1 0,1 0 0,24-3 0,-33 2 0,0 0 0,0-1 0,0 0 0,0 0 0,-1 0 0,1 0 0,-1-1 0,0 0 0,0 0 0,0 0 0,0-1 0,0 0 0,-1 0 0,1 0 0,-1 0 0,7-9 0,-10 10 0,1 1 0,-1 0 0,0-1 0,1 1 0,-1-1 0,0 0 0,0 1 0,-1-1 0,1 0 0,-1 0 0,1 1 0,-1-1 0,0 0 0,0 0 0,0 0 0,0 0 0,0 1 0,-1-1 0,1 0 0,-1 0 0,0 1 0,0-1 0,0 0 0,0 1 0,0-1 0,-1 1 0,1 0 0,-1-1 0,-2-2 0,-1 0 0,1 0 0,-1 0 0,-1 1 0,1 0 0,0 0 0,-1 0 0,0 0 0,0 1 0,0 0 0,0 1 0,-7-3 0,7 3 0,-4-2 0,-2 1 0,1 0 0,0 1 0,-18-1 0,26 2 0,0 1 0,0 1 0,0-1 0,0 0 0,1 1 0,-1-1 0,0 1 0,0 0 0,1 0 0,-1 0 0,0 0 0,1 0 0,-1 1 0,1-1 0,0 1 0,-1 0 0,1 0 0,0-1 0,0 1 0,0 1 0,0-1 0,1 0 0,-4 5 0,1 0 0,-1 1 0,1-1 0,1 1 0,0 0 0,0 1 0,0-1 0,-1 9 0,4-13 0,0 1 0,0-1 0,0 0 0,0 1 0,0-1 0,1 0 0,0 0 0,0 1 0,0-1 0,1 0 0,-1 0 0,1 0 0,0 0 0,0-1 0,0 1 0,4 3 0,3 5 0,1 0 0,0-1 0,1-1 0,0 0 0,1 0 0,0-1 0,24 13 0,-17-11 0,1-2 0,0-1 0,0 0 0,39 9 0,-40-14 0,0-1 0,-1 0 0,1-2 0,37-3 0,-54 3-68,1 0 0,-1 0-1,0-1 1,0 1 0,0 0 0,0-1-1,0 0 1,0 1 0,-1-1 0,1 0-1,0 0 1,0 0 0,0 0 0,-1-1-1,1 1 1,-1 0 0,1-1-1,-1 1 1,3-3 0,0-4-6758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7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15 24575,'-27'-2'0,"-14"-1"0,-2 0 0,1 0 0,5 1 0,7 1 0,5 1 0,3-1 0,2 4 0,3 0 0,1 0 0,1 0 0,3-1-8191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24575,'1'-1'0,"0"1"0,-1 0 0,1-1 0,-1 1 0,1 0 0,0 0 0,-1 0 0,1-1 0,0 1 0,-1 0 0,1 0 0,0 0 0,-1 0 0,1 0 0,0 0 0,-1 0 0,1 0 0,0 0 0,-1 1 0,1-1 0,-1 0 0,1 0 0,0 1 0,-1-1 0,1 0 0,-1 1 0,1-1 0,0 0 0,-1 1 0,1-1 0,-1 1 0,0-1 0,1 1 0,-1-1 0,1 2 0,19 22 0,-18-21 0,36 55 0,-2 2 0,41 96 0,-31-59 0,-42-90 0,3 7 0,10 27 0,-16-39 0,-1 1 0,1 0 0,0-1 0,-1 1 0,1 0 0,-1-1 0,0 1 0,0 0 0,0 0 0,0-1 0,0 1 0,0 0 0,-1-1 0,0 1 0,1 0 0,-1-1 0,-2 5 0,1-5 0,0 0 0,0 0 0,0 0 0,0-1 0,0 1 0,0-1 0,-1 1 0,1-1 0,0 0 0,-1 0 0,1 0 0,-1 0 0,1-1 0,-1 1 0,0 0 0,1-1 0,-1 0 0,0 0 0,1 0 0,-1 0 0,-4-1 0,-3 0 0,0 0 0,0-1 0,0 0 0,-12-5 0,12 3 0,0 0 0,0 0 0,1-1 0,0 0 0,0-1 0,0 0 0,0 0 0,1-1 0,0 0 0,-9-11 0,15 16 0,1 0 0,0 0 0,0 0 0,0 0 0,0 0 0,0 0 0,0 0 0,1 0 0,-1-1 0,1 1 0,-1 0 0,1 0 0,0-1 0,0 1 0,0 0 0,0-1 0,0 1 0,0 0 0,1 0 0,-1-1 0,1 1 0,0 0 0,-1 0 0,1 0 0,0 0 0,0 0 0,1 0 0,-1 0 0,0 0 0,1 0 0,-1 0 0,4-2 0,1-2 0,0 0 0,1 1 0,0 0 0,0 0 0,0 1 0,0 0 0,14-5 0,17-5-455,2 3 0,40-7 0,-65 15-6371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09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24575,'0'8'0,"0"1"0,1-1 0,0 0 0,1 1 0,0-1 0,0 0 0,1 0 0,-1 0 0,2 0 0,-1 0 0,8 10 0,-5-9 0,0-1 0,1 0 0,0-1 0,1 1 0,-1-1 0,2-1 0,-1 0 0,18 11 0,-25-17 0,7 5 0,0 0 0,1-1 0,0 0 0,11 3 0,-17-6 0,0-1 0,-1 1 0,1-1 0,0 0 0,0 0 0,0 0 0,-1 0 0,1 0 0,0-1 0,0 1 0,-1-1 0,1 0 0,0 0 0,-1 0 0,1 0 0,-1 0 0,1 0 0,-1-1 0,3-1 0,-2 1 0,-1 0 0,1 0 0,0-1 0,-1 1 0,0-1 0,0 1 0,0-1 0,0 0 0,0 0 0,0 0 0,-1 0 0,1 0 0,1-6 0,-1 2 0,-1-1 0,0 0 0,0 0 0,-1 1 0,0-9 0,-1 12 0,3-18 0,-2 21 0,0 1 0,0-1 0,1 1 0,-1 0 0,0-1 0,0 1 0,1-1 0,-1 1 0,0-1 0,1 1 0,-1 0 0,0-1 0,1 1 0,-1 0 0,0-1 0,1 1 0,-1 0 0,1 0 0,-1-1 0,1 1 0,-1 0 0,1 0 0,-1 0 0,1-1 0,-1 1 0,1 0 0,-1 0 0,1 0 0,-1 0 0,1 0 0,-1 0 0,1 0 0,-1 0 0,1 0 0,-1 0 0,1 1 0,-1-1 0,1 0 0,-1 0 0,1 1 0,14 4 0,23 13 0,-25-11 0,1-1 0,18 6 0,-9-5 0,0 0 0,1-2 0,38 3 0,-55-8 0,1 0 0,-1 0 0,0-1 0,1 0 0,-1 0 0,14-5 0,-16 4 0,-1 0 0,0 0 0,0 0 0,0 0 0,-1-1 0,1 1 0,0-1 0,-1 0 0,0 0 0,0-1 0,0 1 0,4-6 0,-5 5 0,0 1 0,-1 0 0,1-1 0,-1 1 0,0-1 0,0 0 0,-1 1 0,1-1 0,-1 0 0,1 1 0,-1-1 0,0 0 0,-1 0 0,1 1 0,-1-1 0,1 0 0,-1 1 0,0-1 0,0 1 0,-1-1 0,1 1 0,-1-1 0,-3-5 0,1 4 0,1-1 0,-1 1 0,0-1 0,0 1 0,-1 1 0,0-1 0,1 1 0,-1-1 0,-1 1 0,1 1 0,-1-1 0,-9-4 0,-5 2-1365,2 1-5461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26 24575,'-1'-5'0,"1"2"0,-1 1 0,0-1 0,1 1 0,-1 0 0,0-1 0,-2-3 0,0 6 0,2 6 0,-1 5 0,2 4 0,1 0 0,4 25 0,0-1 0,2 49 0,23 228 0,-17-232 0,3 0 0,38 114 0,-42-166-682,22 38-1,-29-60-6143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24575,'2'-7'0,"0"1"0,0-1 0,1 1 0,0 0 0,6-11 0,-7 15 0,-1 0 0,1 0 0,-1 0 0,1 0 0,-1 0 0,1 1 0,0-1 0,0 0 0,0 1 0,0-1 0,0 1 0,0 0 0,1 0 0,-1 0 0,0 0 0,1 0 0,-1 0 0,5 0 0,-7 1 0,1 0 0,-1 0 0,1 0 0,-1 0 0,1 1 0,-1-1 0,1 0 0,-1 0 0,1 1 0,-1-1 0,1 0 0,-1 0 0,0 1 0,1-1 0,-1 1 0,1-1 0,-1 0 0,0 1 0,0-1 0,1 1 0,-1-1 0,0 1 0,0-1 0,1 1 0,-1-1 0,0 1 0,0-1 0,0 1 0,0-1 0,0 1 0,0-1 0,0 2 0,1 20 0,-1-18 0,1 53 0,-1 22 0,11 79 0,17-6 0,3 19 0,-27-138 0,6 108 0,-9-129-112,0 0-1,4 18 1,-3-20-916,0 5-5798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2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45 24575,'0'-3'0,"0"-1"0,0 1 0,0 0 0,-1-1 0,1 1 0,-1 0 0,0-1 0,-2-3 0,3 6 0,-1 0 0,1 1 0,-1-1 0,1 0 0,-1 0 0,0 1 0,1-1 0,-1 1 0,0-1 0,1 1 0,-1-1 0,0 1 0,0-1 0,0 1 0,1 0 0,-1-1 0,0 1 0,0 0 0,0 0 0,0-1 0,0 1 0,1 0 0,-1 0 0,0 0 0,0 0 0,0 0 0,0 0 0,0 1 0,0-1 0,0 0 0,1 0 0,-1 1 0,0-1 0,0 0 0,0 1 0,-1 0 0,-57 29 0,20-8 0,4-5 0,-150 83 0,152-82 0,-11 8 0,44-26 0,0 0 0,-1 0 0,1 0 0,0 0 0,0 0 0,0 1 0,-1-1 0,1 0 0,0 0 0,0 0 0,0 1 0,0-1 0,0 0 0,-1 0 0,1 0 0,0 1 0,0-1 0,0 0 0,0 0 0,0 1 0,0-1 0,0 0 0,0 0 0,0 1 0,0-1 0,0 0 0,0 0 0,0 1 0,0-1 0,0 0 0,0 0 0,0 1 0,0-1 0,0 0 0,0 0 0,0 1 0,0-1 0,0 0 0,0 0 0,1 0 0,-1 1 0,0-1 0,0 0 0,0 0 0,0 0 0,1 1 0,-1-1 0,0 0 0,0 0 0,0 0 0,1 0 0,-1 0 0,0 0 0,0 1 0,1-1 0,-1 0 0,0 0 0,1 0 0,17 6 0,-14-5 0,405 111 0,-379-104-1365,-18-4-5461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3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24575,'-1'-5'0,"1"2"0,-1 1 0,1-1 0,-1 1 0,0-1 0,0 1 0,-2-4 0,0 5 0,2 6 0,-1 5 0,1 30 0,1 0 0,2 0 0,2 0 0,1 0 0,2-1 0,2 1 0,1-2 0,26 61 0,-33-91 0,5 12 0,1 1 0,1-1 0,1 0 0,0-1 0,24 29 0,-18-27-1365,-11-11-5461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4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329 178 24575,'-89'-90'0,"72"75"0,-2 1 0,1 0 0,-29-15 0,42 27 0,1 0 0,0 0 0,-1 0 0,1 0 0,-1 1 0,0 0 0,1 0 0,-1 0 0,-6 0 0,9 1 0,-1 0 0,1 1 0,0-1 0,-1 0 0,1 1 0,0 0 0,0-1 0,0 1 0,0 0 0,0 0 0,0 1 0,0-1 0,0 0 0,0 0 0,0 1 0,0 0 0,1-1 0,-1 1 0,1 0 0,-1-1 0,0 4 0,-5 5 0,2 1 0,-1 0 0,2 0 0,-1 0 0,2 1 0,-1 0 0,1 0 0,1 0 0,1 0 0,-2 21 0,4-7 0,0 0 0,1-1 0,2 1 0,6 26 0,4-2 0,2-1 0,2 0 0,44 83 0,-16-53 0,71 96 0,-101-154-99,-1 1-534,29 30 0,-34-43-6193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73 24575,'-27'-10'0,"-12"-3"0,-1-2 0,4 2 0,5 2 0,6 5 0,4 1 0,4 6 0,1 1 0,5 4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5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184 342 24575,'-13'-7'0,"-2"-2"0,-1 0 0,0 1 0,0 1 0,-1 0 0,-32-8 0,47 15 0,0 0 0,0-1 0,0 1 0,1 0 0,-1 0 0,0 0 0,0 0 0,1 1 0,-1-1 0,0 0 0,0 1 0,1-1 0,-1 1 0,0 0 0,1 0 0,-1-1 0,1 1 0,-1 0 0,1 0 0,-2 2 0,2-3 0,1 1 0,-1 0 0,1 0 0,-1 0 0,1 0 0,-1 0 0,1 0 0,0 0 0,0 0 0,0 1 0,-1-1 0,1 0 0,0 0 0,0 0 0,0 0 0,1 0 0,-1 0 0,0 0 0,0 0 0,1 0 0,-1 0 0,0 0 0,1 0 0,-1 0 0,1 0 0,-1 0 0,1 0 0,0 0 0,-1-1 0,1 1 0,0 0 0,-1 0 0,2 0 0,3 4 0,0-1 0,1 0 0,-1 0 0,1 0 0,-1-1 0,1 1 0,0-2 0,1 1 0,-1 0 0,0-1 0,1-1 0,-1 1 0,11 1 0,10 0 0,52-1 0,-70-2 0,-1 0 0,1-1 0,0 0 0,-1-1 0,1 1 0,12-6 0,-17 5 0,1 0 0,0-1 0,0 1 0,-1-1 0,1 0 0,-1-1 0,0 1 0,0-1 0,0 0 0,-1 0 0,6-7 0,1-4 0,-7 10 0,0-1 0,1 1 0,0 1 0,8-9 0,-10 11 0,0 1 0,-1 0 0,1 0 0,0 0 0,0 0 0,0 0 0,0 0 0,0 0 0,1 1 0,-1-1 0,0 1 0,0 0 0,0-1 0,1 1 0,-1 0 0,0 0 0,3 1 0,-4-1 0,-1 0 0,0 0 0,1 0 0,-1 0 0,0 0 0,1 0 0,-1 0 0,1 0 0,-1 0 0,0 0 0,1 0 0,-1 0 0,0 0 0,1 0 0,-1 0 0,0-1 0,1 1 0,-1 0 0,0 0 0,0 0 0,1 0 0,-1-1 0,0 1 0,1 0 0,-1 0 0,0-1 0,0 1 0,1-1 0,-2-10 0,-15-19 0,10 19 0,3 5 0,0 0 0,1 0 0,0 0 0,0 0 0,1 0 0,0-1 0,0 1 0,1 0 0,-1-1 0,1 1 0,1-1 0,-1 1 0,1-1 0,1-6 0,0 8 0,0 1 0,-1-1 0,1 0 0,1 0 0,-1 1 0,1 0 0,0-1 0,0 1 0,0 0 0,0 0 0,1 1 0,-1-1 0,1 1 0,0-1 0,0 1 0,1 0 0,8-4 0,-6 3 0,1 1 0,0-1 0,0 2 0,0-1 0,0 1 0,14-2 0,-19 4 0,0-1 0,1 2 0,-1-1 0,1 0 0,-1 0 0,0 1 0,1 0 0,-1 0 0,0 0 0,1 0 0,-1 0 0,0 1 0,0-1 0,0 1 0,0 0 0,-1 0 0,1 0 0,0 0 0,2 3 0,6 7-1365,-2 0-5461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5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24575,'9'0'0,"7"2"0,2 1 0,1 3 0,-1 2 0,0 0 0,-2 2 0,-2 0 0,-5 0-8191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81 24575,'-6'-5'0,"-8"-10"0,-28-21 0,38 33 0,0 0 0,0 0 0,0 1 0,0 0 0,0 0 0,-1 0 0,1 0 0,-1 1 0,1-1 0,-1 1 0,0 0 0,1 1 0,-8-1 0,10 1 0,-1 1 0,1-1 0,-1 1 0,0 0 0,1 0 0,-1 0 0,1 0 0,0 0 0,-1 0 0,1 0 0,0 1 0,0 0 0,0-1 0,0 1 0,0 0 0,-2 2 0,-3 4 0,1 1 0,-9 16 0,5-9 0,7-11 0,0 0 0,0 1 0,1-1 0,-1 1 0,1 0 0,0 0 0,1 0 0,-1 0 0,1 0 0,0 0 0,1 0 0,0 1 0,0-1 0,1 12 0,1-11 0,-1-1 0,1 1 0,1-1 0,-1 0 0,1 0 0,0 0 0,1 0 0,-1 0 0,1 0 0,0-1 0,0 0 0,1 0 0,8 7 0,3 2 24,1-2 0,0 0 0,1-1 0,22 11 0,-2-5-767,43 14 1,-63-25-6084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 24575,'-12'-3'0,"0"0"0,-1 1 0,-16 0 0,27 1 0,-1 1 0,0 0 0,0 0 0,0 1 0,1-1 0,-1 0 0,0 1 0,0 0 0,1-1 0,-1 1 0,0 0 0,1 1 0,-1-1 0,1 0 0,-1 1 0,1-1 0,0 1 0,0 0 0,0 0 0,0 0 0,-2 2 0,3-2 0,0-1 0,0 1 0,1 0 0,-1-1 0,1 1 0,-1 0 0,1 0 0,0-1 0,-1 1 0,1 0 0,0 0 0,0-1 0,0 1 0,1 0 0,-1 0 0,0 0 0,1-1 0,-1 1 0,1 0 0,-1-1 0,1 1 0,0-1 0,0 1 0,0 0 0,0-1 0,0 0 0,2 3 0,3 3 0,1 0 0,0 0 0,12 10 0,-16-15 0,7 6 0,0-2 0,0 1 0,1-1 0,-1-1 0,1 0 0,18 6 0,-22-9 0,1 0 0,-1 0 0,1-1 0,0 0 0,-1 0 0,1-1 0,0 0 0,0 0 0,-1-1 0,1 0 0,8-2 0,-14 3 0,0-1 0,0 1 0,0-1 0,0 0 0,0 0 0,0 0 0,-1 0 0,1 0 0,0 0 0,0 0 0,-1-1 0,1 1 0,-1-1 0,1 1 0,-1-1 0,0 1 0,0-1 0,1 0 0,0-3 0,-1 3 0,-1-1 0,1 1 0,-1-1 0,1 0 0,-1 1 0,0-1 0,0 1 0,0-1 0,-1 0 0,1 1 0,-1-1 0,1 1 0,-2-5 0,-3-3 0,1 0 0,-1 1 0,-1 0 0,0-1 0,0 2 0,-9-12 0,8 13-72,1-1 1,-1 1-1,0 1 0,-1-1 0,1 1 0,-1 0 0,-1 1 0,1 0 1,-1 0-1,0 1 0,0 0 0,0 1 0,0 0 0,-1 0 0,1 1 1,-1 0-1,0 1 0,-17-1 0,10 2-6754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7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24575,'2'1'0,"0"0"0,0-1 0,0 1 0,0 0 0,0 0 0,0 0 0,0 1 0,0-1 0,-1 0 0,3 3 0,3 2 0,11 6 0,0 1 0,1-2 0,32 14 0,-49-24 0,-1 0 0,1-1 0,0 1 0,0-1 0,-1 1 0,1-1 0,0 0 0,0 0 0,-1 0 0,1 0 0,0 0 0,0 0 0,0 0 0,-1-1 0,4 0 0,-4 1 0,0-1 0,0 0 0,0 0 0,0 1 0,0-1 0,0 0 0,0 0 0,0 0 0,0 0 0,0 0 0,0 0 0,-1 0 0,1 0 0,0-1 0,-1 1 0,1-2 0,1-4 0,0-1 0,-1 1 0,0-1 0,0 0 0,-1-14 0,0 4 0,0 17 0,0-1 0,0 1 0,0 0 0,0 0 0,0 0 0,1 0 0,-1 0 0,0-1 0,1 1 0,-1 0 0,0 0 0,1 0 0,-1 0 0,1 0 0,0 0 0,-1 0 0,1 0 0,0 1 0,0-1 0,1-1 0,-2 2 0,1-1 0,0 1 0,0 0 0,0-1 0,0 1 0,0 0 0,0 0 0,0 0 0,0 0 0,0 0 0,0 0 0,0 0 0,0 0 0,0 1 0,0-1 0,0 0 0,-1 0 0,3 1 0,4 3 0,-1 0 0,0-1 0,1 2 0,8 7 0,-14-11 0,17 14 0,-1 0 0,0 1 0,-2 0 0,23 31 0,-29-35-1365,-2-3-5461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24575,'0'4'0,"1"-1"0,0 1 0,-1-1 0,1 0 0,0 1 0,1-1 0,-1 0 0,1 1 0,-1-1 0,1 0 0,0 0 0,4 4 0,4 6 0,19 16 0,-17-17 0,7 8 0,-4-4 0,22 19 0,-33-32 0,1 1 0,-1-1 0,0 0 0,1-1 0,0 1 0,0-1 0,0 0 0,0 0 0,0 0 0,9 1 0,-12-3 0,-1 0 0,1 0 0,-1 0 0,1 0 0,-1 0 0,1 0 0,-1 0 0,1-1 0,-1 1 0,1 0 0,-1-1 0,1 0 0,-1 1 0,0-1 0,1 0 0,-1 0 0,0 1 0,2-3 0,-1 1 0,0 0 0,-1 0 0,1 0 0,0 0 0,-1-1 0,1 1 0,-1 0 0,0-1 0,1-3 0,1-5 0,0-1 0,-1 1 0,1-21 0,-3 29 0,1-81 0,-1-2 0,4 64 133,-3 16-410,-2 8-944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12 162 24575,'2'2'0,"0"0"0,0-1 0,0 0 0,1 1 0,-1-1 0,0 0 0,1 0 0,-1 0 0,1-1 0,-1 1 0,1-1 0,3 1 0,34 1 0,-29-3 0,-1 1 0,0-1 0,-1 0 0,1-1 0,-1 0 0,0-1 0,1 0 0,-1-1 0,0 1 0,-1-2 0,1 1 0,9-8 0,-16 11 0,0 0 0,0-1 0,0 1 0,0-1 0,0 0 0,-1 0 0,1 1 0,-1-1 0,1 0 0,-1 0 0,0-1 0,1 1 0,-1 0 0,0 0 0,-1-1 0,1 1 0,0 0 0,-1-1 0,1 1 0,-1-1 0,0 1 0,1 0 0,-1-1 0,0 1 0,-1-1 0,0-3 0,0 2 0,0 0 0,0 1 0,-1-1 0,0 0 0,0 1 0,0 0 0,0-1 0,0 1 0,-1 0 0,1 0 0,-1 0 0,0 1 0,0-1 0,0 1 0,-6-5 0,3 4 0,0 0 0,0 0 0,0 1 0,-1 0 0,1 0 0,0 0 0,-1 1 0,-8-1 0,1 1 0,0 1 0,-26 2 0,37-2 0,0 1 0,-1-1 0,1 1 0,0 0 0,0 0 0,0 0 0,0 1 0,0-1 0,1 1 0,-1-1 0,0 1 0,1 0 0,-1 0 0,1 0 0,-1 0 0,1 1 0,0-1 0,0 1 0,0-1 0,0 1 0,1 0 0,-1-1 0,1 1 0,-2 4 0,2-3 0,0 0 0,0 0 0,0 0 0,0 0 0,1 0 0,0 0 0,0 0 0,0 0 0,0 0 0,1 0 0,-1 0 0,1 0 0,0 0 0,0-1 0,1 1 0,-1 0 0,1-1 0,-1 1 0,4 4 0,4 3 0,0 1 0,0-2 0,1 1 0,1-1 0,0-1 0,0 0 0,1 0 0,0-2 0,0 1 0,20 8 0,-18-10 0,1 0 0,0-1 0,0-1 0,1 0 0,-1-1 0,1 0 0,0-2 0,-1 0 0,23-1 0,-35 0-97,0 0-1,0-1 1,0 0-1,0 1 1,0-1-1,0 0 1,0-1-1,0 1 1,0 0-1,0-1 1,-1 0-1,1 1 0,2-3 1,4-6-6729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3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134 248 24575,'2'2'0,"-1"1"0,0-1 0,0 0 0,-1 1 0,1-1 0,0 1 0,-1-1 0,0 1 0,1-1 0,-1 1 0,0-1 0,0 1 0,0-1 0,-1 3 0,0-4 0,1 0 0,0 0 0,-1 0 0,0 0 0,1 0 0,-1 0 0,1 0 0,-1-1 0,0 1 0,0 0 0,1 0 0,-1-1 0,0 1 0,0-1 0,0 1 0,0-1 0,0 1 0,1-1 0,-1 1 0,0-1 0,0 0 0,0 1 0,-1-1 0,1 0 0,0 0 0,0 0 0,0 0 0,0 0 0,0 0 0,0 0 0,0 0 0,0 0 0,0 0 0,0-1 0,-2 0 0,-1 0 0,-1-1 0,1 0 0,0 0 0,0 0 0,0 0 0,0-1 0,0 1 0,0-1 0,1 0 0,-1 0 0,1-1 0,0 1 0,-3-5 0,-1 0 0,1-1 0,0 0 0,1 0 0,-7-17 0,8 16 0,1 0 0,1 0 0,-1-1 0,2 1 0,-1-1 0,2 1 0,0-18 0,0 23 0,0 0 0,0 0 0,1 1 0,0-1 0,0 0 0,1 0 0,-1 0 0,1 1 0,0-1 0,0 1 0,0-1 0,1 1 0,0 0 0,0 0 0,0 0 0,0 0 0,7-6 0,-7 8-50,0 0-1,0 1 1,0 0-1,0-1 0,0 1 1,0 1-1,0-1 1,0 0-1,1 1 1,-1-1-1,0 1 0,0 0 1,0 0-1,1 0 1,-1 0-1,0 1 1,0 0-1,0-1 0,1 1 1,-1 0-1,0 0 1,0 1-1,-1-1 1,1 1-1,0-1 1,3 3-1,4 2-6775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4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293 159 24575,'-67'-18'0,"20"5"0,-59-9 0,101 21 0,0 0 0,0 1 0,0 0 0,0 0 0,0 1 0,0-1 0,-8 3 0,11-3 0,1 0 0,0 1 0,-1 0 0,1-1 0,0 1 0,0 0 0,-1-1 0,1 1 0,0 0 0,0 0 0,0 0 0,0 0 0,0 0 0,0 0 0,0 0 0,0 1 0,1-1 0,-1 0 0,0 0 0,1 1 0,-1-1 0,1 0 0,-1 1 0,1-1 0,0 1 0,-1-1 0,1 0 0,0 1 0,0-1 0,0 3 0,1 1 0,0 0 0,-1 0 0,2 0 0,-1 0 0,1 0 0,-1 0 0,1-1 0,1 1 0,-1 0 0,1-1 0,0 0 0,0 1 0,0-1 0,0 0 0,1-1 0,6 7 0,4 1 0,0 0 0,1-1 0,23 13 0,-30-19 0,0-1 0,1 1 0,-1-1 0,1 0 0,0-1 0,0 0 0,0-1 0,0 0 0,0 0 0,0-1 0,0 0 0,1 0 0,-1-1 0,16-4 0,-24 5 0,-1 0 0,1 0 0,0 0 0,-1 0 0,1 0 0,0 0 0,-1 0 0,1 0 0,0 0 0,-1 0 0,1 0 0,-1 0 0,1 1 0,0-1 0,-1 0 0,1 0 0,-1 1 0,1-1 0,-1 0 0,1 1 0,-1-1 0,1 1 0,-1-1 0,1 1 0,-1-1 0,1 1 0,-1-1 0,0 1 0,1-1 0,-1 1 0,0-1 0,0 1 0,1 0 0,-1-1 0,0 1 0,0 0 0,5 28 0,-4-19 0,23 260 0,-23-266 0,-1 1 0,-1 0 0,1 0 0,-1 0 0,1 0 0,-3 5 0,2-8 0,1-1 0,-1 0 0,1 0 0,-1 1 0,0-1 0,0 0 0,0 0 0,0 0 0,1 0 0,-1 0 0,-1 0 0,1 0 0,0 0 0,0 0 0,0-1 0,0 1 0,-1 0 0,1-1 0,0 1 0,-1-1 0,1 1 0,0-1 0,-1 0 0,1 0 0,0 1 0,-2-1 0,-5 0 0,1 0 0,0-1 0,0 0 0,0 0 0,-1 0 0,1-1 0,0 0 0,1-1 0,-10-4 0,-8-4 0,-24-18 0,39 25 0,1-2 0,0 1 0,1-1 0,-1 0 0,1 0 0,0-1 0,0 0 0,-10-15 0,17 21 0,-1 0 0,1 0 0,-1 0 0,1 0 0,-1 0 0,1 0 0,0 0 0,-1 0 0,1 0 0,0 0 0,0-1 0,0 1 0,0 0 0,0 0 0,0 0 0,0 0 0,1 0 0,-1 0 0,0 0 0,1 0 0,-1 0 0,1-2 0,0 2 0,0-1 0,1 0 0,-1 0 0,1 1 0,-1-1 0,1 1 0,0-1 0,-1 1 0,1 0 0,3-2 0,5-2 0,0 1 0,0 1 0,17-5 0,-23 7 0,108-24 0,-45 10 0,95-32 0,-149 42 0,0-1 0,0 0 0,-1-1 0,0 0 0,0-1 0,-1-1 0,12-9 0,-18 12 0,0 1 0,0-1 0,0 1 0,-1-1 0,0-1 0,0 1 0,0-1 0,-1 1 0,0-1 0,0 0 0,-1 0 0,0 0 0,0-1 0,2-13 0,-4 8 0,0 1 0,0 0 0,-1-1 0,0 1 0,-1-1 0,-1 1 0,0 0 0,-7-16 0,8 21 0,-1 1 0,0 0 0,0-1 0,-1 1 0,0 0 0,0 1 0,-1-1 0,1 1 0,-1 0 0,0 0 0,0 0 0,-1 1 0,0-1 0,0 2 0,0-1 0,-7-3 0,10 6 0,1 0 0,0 0 0,-1 0 0,1 1 0,0-1 0,-1 1 0,1 0 0,-1-1 0,1 1 0,0 0 0,-1 0 0,1 1 0,-1-1 0,1 0 0,0 1 0,-1 0 0,1-1 0,-3 3 0,1-1 0,1 0 0,0 0 0,0 0 0,0 1 0,0-1 0,1 1 0,-1 0 0,1 0 0,-1 0 0,-2 5 0,-1 3 0,1-1 0,0 1 0,1 0 0,1 0 0,0 0 0,-4 21 0,6-22 0,0-1 0,0 1 0,1 0 0,2 17 0,-1-22 0,0 0 0,1 0 0,-1 0 0,1 0 0,0-1 0,0 1 0,0 0 0,1-1 0,0 0 0,0 0 0,3 4 0,2 1 0,0-2 0,0 1 0,1-1 0,-1 0 0,2-1 0,-1 0 0,1 0 0,0-1 0,0 0 0,0-1 0,14 3 0,-11-3 0,1-1 0,0-1 0,0 0 0,1-1 0,-1 0 0,0-2 0,0 1 0,20-5 0,-30 5 0,0-1 0,0 0 0,-1 1 0,1-2 0,-1 1 0,1 0 0,-1-1 0,1 1 0,-1-1 0,0 0 0,0 0 0,0-1 0,0 1 0,0 0 0,0-1 0,0 0 0,-1 0 0,0 0 0,1 0 0,-1 0 0,0 0 0,-1 0 0,1-1 0,-1 1 0,1-1 0,-1 1 0,0-1 0,0 0 0,0 1 0,-1-1 0,1-6 0,-2-74 0,0 57 0,2 33 0,0-1 0,0 1 0,1-1 0,-1 0 0,1 1 0,1-1 0,-1 0 0,1 0 0,4 6 0,-3-4 0,1 0 0,0 0 0,1-1 0,0 0 0,0 0 0,10 8 0,-11-10 0,0-1 0,0 0 0,0 0 0,1 0 0,-1-1 0,1 1 0,-1-2 0,1 1 0,0 0 0,0-1 0,0 0 0,-1 0 0,1-1 0,0 0 0,0 0 0,0 0 0,0-1 0,0 0 0,0 0 0,0 0 0,7-3 0,-8 1 0,1 1 0,-1 0 0,1 0 0,-1 0 0,1 1 0,0-1 0,7 1 0,-10 1 0,0 0 0,0 1 0,1-1 0,-1 1 0,0 0 0,0 0 0,0 0 0,0 0 0,0 0 0,-1 1 0,1-1 0,0 1 0,-1 0 0,1 0 0,2 2 0,4 4-136,0-1-1,-1 1 1,0 1-1,0 0 1,-1 0-1,0 0 1,0 1-1,-1 0 0,6 14 1,-8-11-6690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5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118 172 24575,'-4'-5'0,"1"0"0,-1 1 0,1 0 0,-1-1 0,0 1 0,-1 0 0,-4-3 0,8 6 0,0 1 0,0-1 0,-1 0 0,1 1 0,0-1 0,0 0 0,-1 1 0,1 0 0,-1-1 0,1 1 0,0 0 0,-1 0 0,1 0 0,0-1 0,-1 2 0,1-1 0,-1 0 0,1 0 0,0 0 0,-1 1 0,1-1 0,0 0 0,-1 1 0,1-1 0,0 1 0,0 0 0,-1-1 0,1 1 0,0 0 0,0 0 0,0 0 0,0 0 0,0 0 0,-1 1 0,-2 3 0,1 0 0,0 0 0,0 1 0,0-1 0,1 1 0,-1-1 0,1 1 0,1 0 0,-2 7 0,-1 6 0,0 30 0,3-41 0,1 0 0,0 0 0,0 0 0,1 0 0,0 0 0,1 0 0,2 11 0,-2-15 0,0 0 0,0 0 0,0 0 0,1 0 0,-1-1 0,1 1 0,0-1 0,0 0 0,0 1 0,0-1 0,1-1 0,-1 1 0,1 0 0,7 3 0,0 0 0,0-1 0,1 0 0,0-1 0,0 0 0,0-1 0,0 0 0,0-1 0,1 0 0,-1-1 0,19-1 0,-21 0 0,-1-1 0,0 0 0,0-1 0,0 0 0,0-1 0,-1 1 0,1-1 0,-1-1 0,1 0 0,-1 0 0,0-1 0,0 0 0,-1 0 0,14-12 0,-12 7 0,0-1 0,-1 0 0,0 0 0,-1-1 0,0 0 0,0 0 0,-1 0 0,-1-1 0,0 0 0,-1 0 0,3-14 0,-5 14 0,0 0 0,0 0 0,-1 0 0,-1 0 0,0 0 0,-1 0 0,0 0 0,-1 0 0,-1 0 0,0 0 0,-8-21 0,10 31 0,0 1 0,-1-1 0,1 0 0,-1 0 0,1 1 0,-1-1 0,0 1 0,0 0 0,-1 0 0,1-1 0,0 1 0,-1 0 0,1 1 0,-1-1 0,-4-2 0,6 4 0,-1-1 0,0 1 0,0-1 0,0 1 0,1 0 0,-1-1 0,0 1 0,0 0 0,0 0 0,0 1 0,0-1 0,1 0 0,-1 0 0,0 1 0,0-1 0,1 1 0,-1 0 0,0 0 0,0-1 0,1 1 0,-1 0 0,1 0 0,-1 1 0,1-1 0,-1 0 0,1 0 0,-1 2 0,-2 1 0,1 1 0,-1-1 0,1 1 0,1-1 0,-1 1 0,1 0 0,-1 0 0,2 0 0,-1 1 0,0-1 0,1 0 0,0 1 0,0-1 0,1 1 0,-1-1 0,1 1 0,0-1 0,2 7 0,-2-5 0,2-1 0,-1 1 0,1 0 0,0-1 0,0 1 0,0-1 0,1 0 0,0 0 0,1 0 0,-1 0 0,1-1 0,0 1 0,0-1 0,8 7 0,0-2 14,1 0-1,1-1 0,0 0 0,0-1 1,1-1-1,0 0 0,0-1 1,24 6-1,-10-5-384,1-2-1,-1 0 1,52 0 0,-63-4-6455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8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13 24575,'-2'0'0,"1"0"0,-1-1 0,1 1 0,-1-1 0,1 1 0,-1-1 0,1 0 0,-1 1 0,1-1 0,-2-1 0,2 1 0,0 1 0,0-1 0,0 0 0,0 1 0,0-1 0,0 1 0,0 0 0,0-1 0,0 1 0,0 0 0,-2-1 0,3 2 0,-1-1 0,1 0 0,-1 0 0,0 1 0,1-1 0,-1 0 0,1 1 0,-1-1 0,1 1 0,0-1 0,-1 1 0,1-1 0,-1 1 0,1-1 0,0 1 0,-1-1 0,1 1 0,0-1 0,-1 1 0,1-1 0,0 1 0,0 0 0,0-1 0,0 1 0,0 0 0,0-1 0,0 2 0,-3 13 0,2 1 0,0 0 0,0-1 0,3 19 0,-1 2 0,2 15 0,3 0 0,15 66 0,-17-97 0,11 48 0,9 54 0,-24-122 0,6 28 0,-6-27 0,0 0 0,1 1 0,-1-1 0,0 0 0,1 1 0,0-1 0,-1 0 0,1 0 0,-1 0 0,1 1 0,0-1 0,0 0 0,0 0 0,0 0 0,0 0 0,0-1 0,1 2 0,-2-2-28,0 0-1,0 0 1,1 0-1,-1 0 1,0 0 0,0 0-1,0 0 1,0 0-1,1 0 1,-1 0-1,0 0 1,0 0-1,0 0 1,0 0 0,1 0-1,-1 0 1,0 0-1,0 0 1,0 0-1,0-1 1,0 1-1,0 0 1,1 0 0,-1 0-1,0 0 1,0 0-1,0 0 1,0-1-1,0 1 1,0 0-1,0 0 1,0 0 0,0 0-1,0 0 1,0-1-1,0 1 1,0 0-1,0 0 1,1 0-1,-1 0 1,0-1 0,-1 1-1,1 0 1,0 0-1,0 0 1,0 0-1,0-1 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9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60 24575,'1'-1'0,"0"-1"0,-1 0 0,1 1 0,-1-1 0,0 0 0,1 1 0,-1-1 0,0 0 0,0 1 0,0-1 0,0 0 0,-1 1 0,1-1 0,0 0 0,-1 1 0,1-1 0,-1 0 0,1 1 0,-1-1 0,-1-1 0,0 1 0,1 0 0,-1 1 0,1-1 0,-1 1 0,0-1 0,0 1 0,0 0 0,0 0 0,0 0 0,0 0 0,0 0 0,0 0 0,-3 0 0,-7-1 0,0 0 0,0 1 0,-1 0 0,-17 2 0,25-1 0,-1 0 0,-1 1 0,1 0 0,0 0 0,0 0 0,0 1 0,1 0 0,-1 0 0,0 1 0,1-1 0,-1 1 0,1 0 0,0 1 0,0-1 0,-8 8 0,11-9 0,0 1 0,-1-1 0,1 1 0,0 0 0,0 0 0,0 0 0,1 0 0,-1 0 0,1 0 0,0 0 0,0 1 0,0-1 0,0 0 0,0 1 0,1-1 0,-1 1 0,1-1 0,0 1 0,0-1 0,1 0 0,-1 1 0,1-1 0,-1 1 0,1-1 0,0 0 0,0 1 0,2 3 0,0-2 0,0 1 0,1-1 0,-1 0 0,1 0 0,0 0 0,0 0 0,1-1 0,-1 0 0,1 0 0,0 0 0,0 0 0,0-1 0,1 1 0,-1-2 0,1 1 0,0 0 0,0-1 0,7 2 0,2-1 0,0 0 0,-1 0 0,1-2 0,0 0 0,0 0 0,24-3 0,-35 1 0,-1 1 0,1-1 0,0 0 0,-1 0 0,1-1 0,-1 1 0,1-1 0,-1 1 0,0-1 0,1 0 0,-1-1 0,0 1 0,0 0 0,0-1 0,-1 0 0,1 1 0,-1-1 0,1 0 0,-1 0 0,0 0 0,0-1 0,-1 1 0,1-1 0,0 1 0,-1-1 0,0 1 0,0-1 0,0 0 0,-1 1 0,1-1 0,-1 0 0,1 0 0,-1 1 0,-1-1 0,1 0 0,0 0 0,-1 0 0,-2-5 0,3 8 0,0 1 0,0 0 0,0-1 0,0 1 0,0 0 0,0-1 0,0 1 0,0 0 0,0-1 0,-1 1 0,1 0 0,0-1 0,0 1 0,0 0 0,-1 0 0,1-1 0,0 1 0,0 0 0,-1 0 0,1-1 0,0 1 0,0 0 0,-1 0 0,1 0 0,-1-1 0,-3 8 0,2 15 0,3-18-97,0 0-1,0 1 1,0-1-1,0 0 1,1 0-1,0 0 1,0 0-1,0 0 1,0-1-1,0 1 1,1-1-1,0 1 0,4 4 1,2 0-6729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2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24575,'1'9'0,"1"1"0,5 15 0,0 3 0,7 34 0,-3 1 0,6 127 0,-17-162 0,2 1 0,10 54 0,-8-66 0,1-1 0,0 0 0,1 0 0,1 0 0,0-1 0,12 19 0,-12-23-1365,-1-1-5461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18 24575,'-6'-14'0,"2"11"0,1 10 0,2 2 0,1 0 0,-1 1 0,2-1 0,-1 0 0,3 10 0,11 47 0,-7-37 0,6 27 0,51 268 0,-50-246 0,-14-76-114,1-1 1,-1 1-1,0 0 0,1-1 0,0 1 1,-1-1-1,1 1 0,0-1 0,0 1 1,0-1-1,1 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1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24575,'3'-2'0,"1"-1"0,0 1 0,0 0 0,0 1 0,0-1 0,0 1 0,1 0 0,-1 0 0,9-1 0,-1-1 0,29-5 0,35-9 0,-67 14 0,0-1 0,0 1 0,0-1 0,0-1 0,14-9 0,-21 13 0,0-1 0,0 0 0,0 1 0,0-1 0,0 0 0,0 0 0,-1 0 0,1 0 0,-1 0 0,1 0 0,-1 0 0,0-1 0,0 1 0,0 0 0,0-1 0,0 1 0,-1-1 0,1 1 0,-1-1 0,1 1 0,-1-1 0,0 1 0,0-1 0,0 1 0,-1-1 0,0-4 0,0 5 0,0-1 0,0 0 0,0 1 0,-1-1 0,1 1 0,-1-1 0,0 1 0,0 0 0,0 0 0,0-1 0,0 1 0,0 1 0,0-1 0,-1 0 0,1 1 0,0-1 0,-1 1 0,0-1 0,1 1 0,-1 0 0,0 0 0,0 1 0,-3-2 0,-4 0 0,1 1 0,-1 0 0,0 0 0,1 1 0,-1 0 0,-17 3 0,23-2 0,0 0 0,0 0 0,0 0 0,0 0 0,0 1 0,1 0 0,-1-1 0,0 2 0,1-1 0,-1 0 0,1 1 0,0-1 0,0 1 0,0 0 0,0 0 0,0 0 0,-4 7 0,4-4 0,0-1 0,0 0 0,1 1 0,-1 0 0,1-1 0,1 1 0,-1 0 0,1 0 0,-1 9 0,2-10 0,0-1 0,1 1 0,-1 0 0,1 0 0,0 0 0,1-1 0,-1 1 0,1-1 0,-1 1 0,1-1 0,1 0 0,3 7 0,-1-2 0,1-1 0,1 1 0,-1-1 0,1 0 0,0-1 0,1 0 0,0 0 0,0 0 0,18 10 0,-12-10 0,0-1 0,1 0 0,0 0 0,0-2 0,0 0 0,27 4 0,-16-6 0,-1 0 0,1-2 0,34-4 0,-49 2-1365,-2-1-5461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2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57 24575,'-29'-8'0,"-13"-4"0,-4 0 0,4 1 0,6 3 0,7 3 0,6 4 0,5 3 0,4 4 0,4 0 0,2 2 0,1-1 0,1 2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2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0 24575,'0'48'0,"3"0"0,2-1 0,13 54 0,-9-64 0,1-1 0,3 0 0,0-1 0,29 50 0,-35-72 0,-4-10 0,-1 0 0,0 1 0,0-1 0,0 1 0,0-1 0,-1 1 0,1 0 0,-1-1 0,0 1 0,0 0 0,0 7 0,-1-11 0,0 1 0,0-1 0,0 1 0,0-1 0,0 1 0,0-1 0,0 1 0,-1-1 0,1 0 0,0 1 0,0-1 0,-1 1 0,1-1 0,0 0 0,0 1 0,-1-1 0,1 0 0,0 1 0,-1-1 0,1 0 0,-1 1 0,1-1 0,0 0 0,-1 0 0,1 0 0,-1 1 0,1-1 0,-1 0 0,-16-1 0,-14-12 0,15 4 0,1 0 0,1-1 0,-1-1 0,2 0 0,-1-1 0,-15-19 0,21 22 0,0-1 0,2 0 0,-1 0 0,1 0 0,1-1 0,-1 0 0,2 0 0,0 0 0,0 0 0,-3-19 0,7 27 5,-1 0-1,1-1 1,0 1 0,0 0-1,0-1 1,1 1-1,-1 0 1,1 0 0,-1-1-1,1 1 1,0 0 0,1 0-1,-1 0 1,0 0-1,1 0 1,0 0 0,0 0-1,0 1 1,0-1-1,0 0 1,0 1 0,1 0-1,-1 0 1,1-1-1,4-1 1,2-2-217,1 1 0,0 0 0,0 0-1,1 1 1,0 1 0,13-4 0,-8 4-6614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3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24575,'8'10'0,"1"8"0,3 3 0,-1 1 0,-3-3-8191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3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24575,'3'11'0,"0"1"0,1-1 0,0 0 0,1 0 0,0 0 0,1-1 0,0 0 0,1 0 0,0-1 0,14 16 0,-11-15 0,1 1 0,1-2 0,21 15 0,-26-19 0,0-1 0,0-1 0,1 1 0,-1-1 0,1 0 0,-1-1 0,1 0 0,14 2 0,-20-4 0,0 0 0,1 0 0,-1 0 0,1 0 0,-1-1 0,0 1 0,1-1 0,-1 1 0,0-1 0,1 0 0,-1 0 0,0 0 0,0 0 0,0 0 0,0-1 0,0 1 0,0 0 0,0-1 0,0 0 0,-1 1 0,1-1 0,0 0 0,-1 0 0,0 0 0,1 0 0,-1 0 0,0 0 0,0-1 0,0 1 0,0 0 0,-1 0 0,1-4 0,1 0 0,-1 0 0,0-1 0,0 1 0,-1-1 0,1 1 0,-2-1 0,1 1 0,-1-1 0,0 1 0,-3-13 0,-8-5 0,14 27 0,0 0 0,0 0 0,0 0 0,0-1 0,1 1 0,-1-1 0,1 1 0,0-1 0,0 0 0,0 0 0,0-1 0,0 1 0,0 0 0,0-1 0,1 0 0,-1 0 0,0 0 0,1 0 0,-1 0 0,1-1 0,-1 0 0,1 1 0,5-2 0,0 1 0,1-1 0,0 0 0,-1 0 0,1-1 0,-1-1 0,1 1 0,12-7 0,-12 5 0,-1-1 0,0-1 0,0 0 0,0 0 0,-1-1 0,0 1 0,7-9 0,-10 10 0,-1 0 0,0 0 0,0 0 0,-1 0 0,1-1 0,-1 1 0,0-1 0,-1 0 0,0 0 0,0 0 0,0 0 0,0-1 0,0-5 0,-2 9 5,0 1-1,0-1 0,0 1 0,0-1 1,-1 1-1,1 0 0,-1-1 0,1 1 1,-1-1-1,0 1 0,0 0 1,0 0-1,0-1 0,0 1 0,-1 0 1,1 0-1,0 0 0,-1 0 0,0 0 1,0 1-1,1-1 0,-1 0 1,0 1-1,0-1 0,0 1 0,-1 0 1,-2-2-1,-2 0-190,-1 0 1,1 1-1,-1 0 0,0 0 1,1 1-1,-1 0 1,-11-1-1,2 2-6640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4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17 24575,'0'-1'0,"-1"0"0,1 0 0,0 0 0,-1 0 0,1 0 0,0 1 0,-1-1 0,1 0 0,-1 0 0,1 1 0,-1-1 0,1 0 0,-1 0 0,0 1 0,1-1 0,-1 1 0,0-1 0,0 1 0,1-1 0,-1 1 0,-1-1 0,1 1 0,1 0 0,-1 0 0,0 0 0,1 1 0,-1-1 0,1 0 0,-1 0 0,0 1 0,1-1 0,-1 1 0,1-1 0,-1 0 0,1 1 0,-1-1 0,1 1 0,0-1 0,-1 1 0,1-1 0,-1 1 0,1-1 0,0 1 0,0 0 0,-1-1 0,1 1 0,0 0 0,0-1 0,0 1 0,-1-1 0,1 1 0,0 1 0,-2 13 0,-1 1 0,2 0 0,0-1 0,3 30 0,-1-7 0,-1 46 0,9 169 0,-5-222 0,0 0 0,3-1 0,0 1 0,2-2 0,2 1 0,15 32 0,-4-23-1365,-15-31-5461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5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21 24575,'6'1'0,"-4"0"0,1-1 0,-1 1 0,1 0 0,-1-1 0,1 1 0,3 3 0,-6-2 0,-4 0 0,-6-1 0,-58-8 0,-7-1 0,71 8-57,-6 1-88,0-1-1,1-1 1,-1 0 0,1 0-1,-1-1 1,1 0 0,-1 0-1,-9-5 1,11 3-6681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5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60 24575,'-27'-7'0,"-13"-3"0,-4-2 0,2 1 0,6 3 0,5 2 0,7 2 0,4 3 0,4 2 0,1 3 0,2-1 0,2 3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7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24575,'0'-16'0,"1"12"0,-1 0 0,0 1 0,0-1 0,0 0 0,0 0 0,-1 0 0,0 0 0,-1-5 0,2 9 0,0 0 0,0 0 0,0 0 0,0-1 0,0 1 0,0 0 0,0 0 0,0 0 0,0 0 0,0 0 0,0 0 0,0 0 0,0 0 0,0 0 0,0 0 0,0 0 0,0 0 0,0-1 0,-1 1 0,1 0 0,0 0 0,0 0 0,0 0 0,0 0 0,0 0 0,0 0 0,0 0 0,0 0 0,0 0 0,0 0 0,0 0 0,0 0 0,-1 0 0,1 0 0,0 0 0,0 0 0,0 0 0,0 0 0,0 0 0,0 0 0,0 0 0,0 0 0,0 0 0,0 0 0,0 0 0,-1 0 0,1 0 0,0 0 0,0 0 0,0 0 0,0 0 0,0 0 0,0 0 0,0 0 0,0 0 0,0 0 0,0 1 0,0-1 0,0 0 0,-1 0 0,-2 8 0,0 10 0,0 25 0,3 0 0,8 75 0,25 84 0,-20-130 0,-10-26 95,-3-36-460,0 0 0,1-1 0,3 16 0,-1-16-6461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8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374 117 24575,'-107'-66'0,"87"56"0,-1 0 0,0 1 0,-32-9 0,49 17 0,0 0 0,0 1 0,0-1 0,0 1 0,0 0 0,0 0 0,0 0 0,0 0 0,0 1 0,0-1 0,0 1 0,0 0 0,1 0 0,-1 1 0,0-1 0,0 1 0,-5 3 0,3 0 0,0 0 0,0 0 0,0 0 0,1 1 0,0 0 0,0 0 0,0 0 0,-3 8 0,4-9 0,1 0 0,0 0 0,1 1 0,-1-1 0,1 1 0,0 0 0,1 0 0,-1 0 0,0 7 0,2-11 0,0 1 0,0 0 0,1 0 0,-1 0 0,0-1 0,1 1 0,0 0 0,0-1 0,0 1 0,0 0 0,0-1 0,0 1 0,1-1 0,-1 0 0,1 1 0,-1-1 0,1 0 0,0 0 0,0 0 0,0 0 0,5 3 0,1 1 0,1-1 0,0 0 0,0-1 0,0 0 0,1 0 0,0-1 0,-1 0 0,1 0 0,0-1 0,0-1 0,0 0 0,1 0 0,-1-1 0,15-1 0,-22 1 0,-1-1 0,0 1 0,1-1 0,-1 1 0,1-1 0,-1 0 0,0 0 0,1 0 0,-1 0 0,0 0 0,0 0 0,0 0 0,0-1 0,0 1 0,0-1 0,0 0 0,0 0 0,-1 0 0,1 1 0,0-1 0,-1-1 0,0 1 0,2-3 0,-1 0 0,0-1 0,-1 1 0,0-1 0,0 1 0,0-1 0,0 1 0,-1-1 0,0 1 0,-1-8 0,3 18 14,-1 0-1,1 0 0,0 0 0,0 0 1,0 0-1,1-1 0,-1 1 1,6 6-1,0-1-508,0 1 0,19 16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38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 24575,'-2'-5'0,"2"2"0,-1 1 0,1-1 0,-1 1 0,0-1 0,0 1 0,-2-4 0,1 6 0,0 6 0,1 8 0,-1 51 0,2 0 0,4 1 0,3-1 0,22 101 0,-19-122-113,15 53 354,-21-83-539,1-1-1,1 0 0,0 0 1,15 23-1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26 24575,'-7'-7'0,"-1"-3"0,2 3 0,4 5 0,3 6 0,0 4 0,1 3 0,0 3 0,-1 1 0,0 0 0,0 0 0,-1 1 0,2-1 0,2 0 0,-1-3-8191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573 26 24575,'8'-14'0,"-3"4"0,-8 9 0,-7 3 0,-27 13 0,0 1 0,-59 37 0,9-4 0,48-27 0,-60 46 0,40-25 0,44-33 0,0-1 0,0 0 0,-1 0 0,0-2 0,-25 9 0,48-16 0,0 0 0,0 1 0,1 0 0,9 3 0,4 0 0,321 65 0,-225-43 0,32 6-1365,-135-29-5461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8:4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24575,'2'-6'0,"-1"2"0,0 1 0,1 0 0,-1-1 0,1 1 0,0 0 0,4-6 0,-6 9 0,0 0 0,0 0 0,0 0 0,1 0 0,-1 0 0,0-1 0,0 1 0,0 0 0,0 0 0,0 0 0,0 0 0,1 0 0,-1 0 0,0 0 0,0 0 0,0 0 0,0 0 0,0 0 0,1 0 0,-1 0 0,0 0 0,0 0 0,0 0 0,0 0 0,1 0 0,-1 0 0,0 0 0,0 0 0,0 0 0,0 0 0,0 0 0,1 0 0,-1 0 0,0 0 0,0 0 0,0 0 0,0 0 0,0 0 0,0 0 0,1 1 0,-1-1 0,0 0 0,0 0 0,0 0 0,4 10 0,-2 11 0,1 40 0,-2 0 0,14 75 0,-2-67 0,-4-30 0,-2 1 0,-2-1 0,0 50 0,-5-223 0,-24-181 0,17 218 0,4 82 0,-1 12 0,-2 9 0,2 4 0,0 1 0,0 0 0,1 0 0,1 0 0,0 0 0,-2 16 0,3-15 0,-2 8 0,2 0 0,0 0 0,1 1 0,1-1 0,1 0 0,1 0 0,1 0 0,0 0 0,2-1 0,0 0 0,1 0 0,1 0 0,1-1 0,13 22 0,-7-15-682,15 36-1,-25-49-6143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2941 25 24575,'15'-2'0,"126"-19"0,-120 20 0,-1 0 0,1 2 0,-1 0 0,0 1 0,23 6 0,7 4 0,-15-2 0,0-2 0,62 5 0,-55-6 0,-67-11 0,0 0 0,0 2 0,0 1 0,-33 3 0,7-1 0,-287-9 0,79 1 0,21 2 0,-32-6 0,80 4 0,-498 1 0,422 7 0,-162 8 0,229-5 0,56-2 0,51 5 0,-17 0 0,99-6 0,-1-1 0,1 1 0,0 1 0,-20 5 0,62-3 0,-22-4-11,615-1-553,-360-6-171,102 0-215,387 7-319,-2 20-279,-453-11 1845,-101-9 4380,-337 1-4565,-207 7-121,-1005 17-771,355-73 633,906 42 326,-138-3 569,202 11-748,0 1 0,1 1 0,-47 14 0,69-17 0,53 0 0,103 6 0,-27 0 0,449 6-625,361 4-678,-792-17 1254,236-3-317,-1-24 246,-117 1 2583,-224 23-2463,-1 1 0,41 5 0,-35 4 0,-27-5 0,25 3 0,-15-2-1365,-16 0-5461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45 185 24575,'8'-54'0,"-1"-77"0,-7 843 0,-8-580 0,1-4 0,7-79 0,9 74 0,-4-41 0,-4-57 0,5 39 0,-2-36 0,-2 0 0,0 0 0,-2 0 0,0 0 0,-9 47 0,6-39 0,1 1 0,2 42 0,-1 41 0,-2-101 0,0 0 0,-2-1 0,-12 34 0,10-34 0,1 0 0,1 1 0,-6 35 0,10-34 0,1 0 0,0 0 0,2 1 0,0-1 0,1 0 0,1 0 0,1-1 0,1 1 0,13 31 0,-13-38 0,0 1 0,-1 0 0,-1 0 0,0 0 0,-1 0 0,-1 1 0,0-1 0,-1 18 0,-1-26 24,0-1 0,0 1 0,-1 0 0,-2 10 0,2-14-102,1-1 0,-1 1 0,0 0-1,0 0 1,0-1 0,0 1 0,0-1 0,0 1 0,0-1-1,-1 1 1,1-1 0,0 0 0,-1 1 0,1-1 0,-1 0-1,0 0 1,1 0 0,-3 1 0,-7 2-6748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9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5324 45 24575,'0'-1'0,"0"0"0,-1 1 0,1-1 0,0 0 0,-1 1 0,1-1 0,0 1 0,-1-1 0,1 1 0,-1-1 0,1 1 0,-1-1 0,1 1 0,-1-1 0,1 1 0,-1-1 0,0 1 0,1 0 0,-1 0 0,0-1 0,1 1 0,-1 0 0,0 0 0,1-1 0,-1 1 0,0 0 0,-1 0 0,-23-2 0,22 2 0,-148-2 0,-32-2 0,-130-14 0,-161 11 0,298 8 0,-210 21 0,12 0 0,252-21 0,-341-3 0,316-5 0,-53 0 0,-14 14 0,23 1 0,-101 9 0,123-5 0,-233 29 0,339-33 0,-147 10 0,-74-12 0,177-7 0,-197 1 0,296 0-341,0-1 0,1 0-1,-12-3 1,6 1-6485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0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243 106 24575,'-6'-4'0,"3"2"0,0-1 0,-1 1 0,1 0 0,-1 0 0,0 1 0,1-1 0,-1 1 0,0 0 0,-6-1 0,10 2 0,0 0 0,0 0 0,0 0 0,0 0 0,0 0 0,0 0 0,0 0 0,0 0 0,0 0 0,-1 0 0,1 0 0,0 0 0,0 1 0,0-1 0,0 0 0,0 0 0,0 0 0,0 0 0,0 0 0,0 0 0,0 0 0,0 0 0,0 1 0,0-1 0,0 0 0,0 0 0,0 0 0,0 0 0,0 0 0,0 0 0,0 0 0,0 0 0,0 1 0,0-1 0,0 0 0,0 0 0,0 0 0,0 0 0,0 0 0,0 0 0,0 0 0,0 0 0,0 1 0,4 7 0,6 6 0,12 12 0,1-1 0,0-1 0,2-1 0,1-1 0,36 23 0,-66-54 0,-7-7 0,-111-108 0,61 66 0,1-4 0,60 61 0,0 1 0,0 0 0,-1-1 0,1 1 0,-1-1 0,1 1 0,0 0 0,-1-1 0,1 1 0,-1 0 0,1 0 0,-1-1 0,1 1 0,-1 0 0,1 0 0,-1 0 0,1 0 0,-1 0 0,1-1 0,-1 1 0,1 0 0,-1 0 0,1 0 0,-1 0 0,1 1 0,-1-1 0,1 0 0,-1 0 0,0 1 0,1-1 0,-1 1 0,0 0 0,1-1 0,-1 1 0,1 0 0,0-1 0,-1 1 0,1 0 0,0 0 0,-1-1 0,1 1 0,0 0 0,0 0 0,0 1 0,-1 7 0,0 0 0,2 14 0,0-16 0,-1 5 0,0 0 0,-1 0 0,0 0 0,-1-1 0,-3 17 0,2-22 0,1 1 0,-1 0 0,0-1 0,0 0 0,-1 0 0,1 0 0,-2 0 0,1 0 0,0-1 0,-8 7 0,5-6-341,0 0 0,-1 0-1,-14 8 1,10-8-6485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1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56 24575,'1'17'0,"18"145"0,-13-128 0,1-1 0,21 58 0,-9-44 0,-46-112 0,-30-78 0,46 113 0,2-1 0,-9-59 0,17 86 0,1 0 0,0 1 0,0-1 0,0 0 0,0 0 0,0 1 0,1-1 0,0 0 0,0 0 0,0 1 0,0-1 0,0 1 0,4-6 0,-4 7 0,0 0 0,1 0 0,-1 1 0,1-1 0,0 1 0,0-1 0,-1 1 0,1-1 0,0 1 0,0 0 0,0 0 0,1 0 0,-1 0 0,0 0 0,0 0 0,0 1 0,1-1 0,-1 1 0,0 0 0,1-1 0,-1 1 0,4 1 0,0-1 0,-1 1 0,0 0 0,0 0 0,0 0 0,0 1 0,-1-1 0,1 1 0,0 0 0,-1 1 0,1-1 0,-1 1 0,0 0 0,0 0 0,7 7 0,-9-9 0,0 1 0,-1 0 0,1 0 0,-1 0 0,1 0 0,-1 0 0,0 0 0,0 0 0,0 0 0,0 0 0,0 1 0,0-1 0,-1 0 0,1 0 0,-1 1 0,1-1 0,-1 1 0,0-1 0,0 0 0,0 1 0,0-1 0,-1 0 0,1 1 0,-1-1 0,1 0 0,-1 1 0,0-1 0,0 0 0,0 0 0,0 1 0,0-1 0,-3 3 0,2-2 6,-1 0 0,1 0-1,-1-1 1,1 0 0,-1 1-1,0-1 1,0 0 0,0 0-1,0-1 1,0 1 0,0-1-1,-1 1 1,1-1 0,0 0-1,-6 1 1,-2-1-201,0 0 0,0 0 1,-17-2-1,14 0-482,0 1-6149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2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 24575,'-1'0'0,"1"-1"0,0 1 0,-1 0 0,1 0 0,-1-1 0,1 1 0,0 0 0,-1 0 0,1 0 0,-1 0 0,1-1 0,-1 1 0,1 0 0,-1 0 0,1 0 0,-1 0 0,1 0 0,0 0 0,-1 0 0,1 0 0,-1 0 0,1 1 0,-1-1 0,1 0 0,-1 0 0,1 0 0,-1 0 0,1 1 0,0-1 0,-1 0 0,1 1 0,-1 0 0,1 0 0,0 0 0,-1-1 0,1 1 0,0 0 0,0 0 0,0 0 0,0-1 0,0 1 0,0 0 0,0 0 0,0 0 0,0 0 0,1 0 0,11 35 0,-11-33 0,10 22 0,2 0 0,0-1 0,2-1 0,1 0 0,0-1 0,2-1 0,0 0 0,23 19 0,-37-37 0,0 0 0,0 0 0,0 0 0,0 0 0,1-1 0,-1 0 0,9 3 0,-12-5 0,0 1 0,0-1 0,0 0 0,0 0 0,-1 1 0,1-1 0,0 0 0,0 0 0,0 0 0,0 0 0,0 0 0,0 0 0,0-1 0,0 1 0,0 0 0,0 0 0,0-1 0,0 1 0,-1-1 0,1 1 0,0 0 0,0-1 0,0 1 0,-1-1 0,1 0 0,0 1 0,-1-1 0,1 0 0,0 1 0,-1-1 0,1 0 0,-1 0 0,1 0 0,-1 1 0,1-1 0,-1 0 0,0 0 0,1 0 0,-1 0 0,0 0 0,0 0 0,0 0 0,0 0 0,0 0 0,0 0 0,0-1 0,0-3 0,0 0 0,-1 0 0,1 0 0,-1 1 0,-1-1 0,1 0 0,-4-8 0,3 8 0,0 0 0,1 1 0,0-2 0,-1 1 0,0-9 0,2 13 0,0 1 0,0-1 0,0 1 0,0-1 0,0 1 0,0-1 0,1 1 0,-1-1 0,0 1 0,0-1 0,0 1 0,0-1 0,1 1 0,-1-1 0,0 1 0,0-1 0,1 1 0,-1 0 0,0-1 0,1 1 0,-1-1 0,0 1 0,1 0 0,-1 0 0,1-1 0,0 1 0,0-1 0,0 1 0,0 0 0,0 0 0,0-1 0,0 1 0,0 0 0,0 0 0,0 0 0,0 1 0,1-1 0,1 0 0,2 2 0,0 0 0,0 0 0,9 4 0,59 42 0,-56-35 0,1-1 0,1-1 0,29 14 0,-43-22-112,-2-2 38,-1 0 0,0 0 0,1 0 1,-1 0-1,1 0 0,-1-1 1,1 1-1,-1-1 0,1 1 1,-1-1-1,1 0 0,0 0 1,-1 0-1,1 0 0,-1-1 1,5 0-1,2-4-6752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2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24575,'-2'2'0,"0"0"0,0 0 0,0 0 0,0 1 0,1-1 0,-1 1 0,1-1 0,-1 1 0,1-1 0,0 1 0,0 0 0,0 0 0,0 0 0,1 0 0,-1 0 0,1 0 0,-1 0 0,1 0 0,0 0 0,1 0 0,-1-1 0,0 1 0,2 5 0,0-3 0,-1-1 0,1 0 0,0 0 0,1 0 0,-1 0 0,1-1 0,-1 1 0,1-1 0,0 1 0,1-1 0,-1 0 0,0 0 0,1 0 0,0-1 0,4 3 0,-5-3 0,1 0 0,0 0 0,0 0 0,0-1 0,0 1 0,0-1 0,0 0 0,0 0 0,0-1 0,0 1 0,1-1 0,-1 0 0,0 0 0,0 0 0,6-2 0,-8 2 0,0-1 0,1 0 0,-1 0 0,0 0 0,1 0 0,-1 0 0,0-1 0,0 1 0,0-1 0,0 1 0,0-1 0,0 0 0,-1 0 0,1 0 0,-1 0 0,1 0 0,-1 0 0,0 0 0,1 0 0,-1-1 0,0 1 0,0 0 0,-1-1 0,1 1 0,0-1 0,0-4 0,-1 4 0,0-1 0,0 0 0,0 1 0,-1-1 0,1 0 0,-1 1 0,0-1 0,0 1 0,0-1 0,0 1 0,-1-1 0,1 1 0,-1 0 0,0-1 0,-3-3 0,20 23-682,24 23-1,-30-32-6143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3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57 119 24575,'-3'-2'0,"0"0"0,-1 0 0,1 0 0,-1 0 0,1 0 0,-1 1 0,-4-2 0,7 3 0,0-1 0,0 1 0,0 0 0,1 0 0,-1 0 0,0 0 0,0 0 0,0 0 0,1 0 0,-1 0 0,0 0 0,0 1 0,0-1 0,1 0 0,-1 0 0,0 1 0,1-1 0,-1 1 0,0-1 0,0 0 0,1 1 0,-1-1 0,1 1 0,-1-1 0,0 1 0,1 0 0,-1-1 0,1 1 0,0 0 0,-1-1 0,1 1 0,-1 0 0,1-1 0,0 1 0,0 0 0,-1 0 0,1 0 0,0-1 0,0 1 0,0 0 0,0 1 0,-1 4 0,1 0 0,0-1 0,1 1 0,0 0 0,-1-1 0,2 1 0,-1 0 0,1-1 0,0 0 0,0 1 0,0-1 0,1 0 0,-1 0 0,5 5 0,2 3 0,1 0 0,0 0 0,21 19 0,10 0 0,-13-11 0,-28-21 0,0 0 0,0 0 0,1 0 0,-1 0 0,0 0 0,0 0 0,0 0 0,0 0 0,0 0 0,0 0 0,0 0 0,0 0 0,0 0 0,0 0 0,0 0 0,0 0 0,0 0 0,0 0 0,0 0 0,0 0 0,0 0 0,1 0 0,-1 0 0,0 0 0,0 1 0,0-1 0,0 0 0,0 0 0,0 0 0,0 0 0,0 0 0,0 0 0,0 0 0,0 0 0,0 0 0,0 0 0,0 0 0,0 0 0,0 0 0,0 0 0,0 0 0,0 1 0,0-1 0,0 0 0,0 0 0,0 0 0,0 0 0,0 0 0,0 0 0,0 0 0,0 0 0,-1 0 0,1 0 0,0 0 0,0 0 0,0 0 0,0 0 0,0 0 0,0 0 0,0 0 0,0 0 0,0 0 0,0 0 0,0 1 0,0-1 0,-7-1 0,-8-2 0,13 3 0,-31-13 0,31 12 0,-1-1 0,1 1 0,0 0 0,0-1 0,0 1 0,0-1 0,0 0 0,0 1 0,0-1 0,-3-4 0,5 5 0,0 1 0,0-1 0,-1 1 0,1-1 0,0 1 0,0-1 0,0 1 0,0-1 0,0 0 0,0 1 0,0-1 0,0 1 0,0-1 0,0 1 0,0-1 0,0 1 0,0-1 0,1 1 0,-1-1 0,0 0 0,0 1 0,1-1 0,-1 1 0,0 0 0,1-1 0,-1 1 0,0-1 0,1 1 0,-1-1 0,1 1 0,-1 0 0,0-1 0,2 1 0,18-12 0,-16 10 0,30-12 0,65-18 0,15-6 0,-101 33 0,0-2 0,-1 1 0,1-2 0,-1 1 0,-1-2 0,15-12 0,-23 18 0,1-1 0,-1 1 0,1-1 0,-1 0 0,-1 0 0,1 0 0,0 0 0,-1 0 0,3-8 0,-4 10 0,-1 0 0,0 0 0,1 0 0,-1 0 0,0 0 0,0 0 0,0 0 0,0 0 0,0 1 0,-1-1 0,1 0 0,-1 0 0,1 0 0,-1 0 0,0 1 0,1-1 0,-1 0 0,0 0 0,0 1 0,0-1 0,0 1 0,-1-1 0,1 1 0,0-1 0,-1 1 0,1 0 0,-2-1 0,-1-1 0,-1 0 0,1 0 0,-1 1 0,1 0 0,-1 0 0,1 1 0,-1-1 0,0 1 0,0 0 0,0 0 0,-5 0 0,-5 0 0,0 1 0,-21 1 0,33 0 0,0-1 0,0 1 0,0-1 0,0 1 0,0 0 0,0 0 0,0 0 0,0 1 0,1-1 0,-1 1 0,1-1 0,-1 1 0,1 0 0,-1 0 0,1 0 0,0 0 0,0 0 0,0 1 0,0-1 0,1 1 0,-1-1 0,0 1 0,1 0 0,0-1 0,0 1 0,0 0 0,-2 5 0,3-3 0,-1-1 0,0 1 0,1-1 0,0 1 0,0-1 0,0 1 0,0-1 0,1 1 0,0-1 0,0 1 0,0-1 0,0 0 0,1 0 0,0 1 0,-1-1 0,2 0 0,-1 0 0,4 5 0,2-1 0,-1 0 0,2-1 0,-1 0 0,1 0 0,0 0 0,1-1 0,-1-1 0,1 0 0,0 0 0,12 3 0,12 4 0,62 11 0,-73-18-455,1-2 0,27 0 0,-35-3-6371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26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85 24575,'-50'-69'0,"49"68"0,0 1 0,1-1 0,-1 1 0,1-1 0,-1 0 0,1 1 0,-1-1 0,1 0 0,0 1 0,-1-1 0,1 0 0,0 1 0,0-1 0,-1 0 0,1 0 0,0 1 0,0-1 0,0-1 0,0 2 0,1 0 0,-1-1 0,0 1 0,1 0 0,-1 0 0,0 0 0,1 0 0,-1 0 0,1 0 0,-1-1 0,0 1 0,1 0 0,-1 0 0,0 0 0,1 0 0,-1 1 0,1-1 0,-1 0 0,0 0 0,1 0 0,-1 0 0,1 0 0,-1 0 0,1 1 0,27 12 0,481 274 0,-373-215 0,106 52 0,-197-102 0,25 14 0,-2 3 0,91 69 0,127 83 0,-93-76 0,26 3 0,-34-19 0,-17-7 0,-131-73 0,45 22 0,111 41 0,143 39 0,-294-105 0,-1 1 0,-1 3 0,-1 1 0,59 42 0,-97-62 0,-1-1 0,1 0 0,-1 0 0,0 1 0,1-1 0,-1 0 0,0 0 0,1 1 0,-1-1 0,0 0 0,1 1 0,-1-1 0,0 0 0,1 1 0,-1-1 0,0 1 0,0-1 0,0 1 0,0-1 0,1 0 0,-1 1 0,0 0 0,-8 1 0,-17-8 0,-282-126 0,255 107 0,-357-199 0,229 108 0,-104-60 0,129 98 0,-73-40 0,11 3 0,-10 0 0,128 68 0,-132-48 0,193 80 0,1-1 0,1-1 0,-67-46 0,35 7 0,6 4 0,24 25 0,0 2 0,-2 1 0,-1 3 0,-83-32 0,117 50 0,-9-2 0,15 5 0,10 5 0,66 37 0,88 66 0,16 10 0,219 85 0,-372-190 0,738 370 0,-749-375 0,219 124 0,-149-83 0,85 56 0,94 51 0,-94-60 0,-114-62 0,2-2 0,86 32 0,-132-59-1365,-3 0-5461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1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15 24575,'-2'-12'0,"2"12"0,0 0 0,0 0 0,0-1 0,0 1 0,0 0 0,0 0 0,0 0 0,0 0 0,0 0 0,0 0 0,0 0 0,0-1 0,0 1 0,0 0 0,0 0 0,0 0 0,0 0 0,1 0 0,-1 0 0,0 0 0,0 0 0,0 0 0,0 0 0,0 0 0,0 0 0,0 0 0,1 0 0,-1-1 0,0 1 0,0 0 0,0 0 0,0 0 0,0 0 0,0 0 0,0 0 0,1 0 0,-1 0 0,0 0 0,0 1 0,0-1 0,0 0 0,0 0 0,0 0 0,1 0 0,0 1 0,0 0 0,0 0 0,1 0 0,-1 0 0,0 0 0,0 0 0,0 0 0,0 0 0,0 0 0,-1 1 0,1-1 0,1 3 0,4 10 0,-1 0 0,0 1 0,-2-1 0,4 20 0,4 62 0,-11-90 0,3 84 0,-16 169 0,-1-53 0,13-61 0,29 252 0,47 4 0,6 40 0,-76-401-113,10 129 360,-15-150-461,-1 0 0,0 0 0,-1 0-1,-1-1 1,-1 1 0,-12 32 0,10-35-6612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3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5053 1 24575,'-25'0'0,"-358"8"0,-367 13 0,424-13 0,145-1 0,5-1 0,-143 2 0,152-7 0,-280-3 0,247-5 0,-77-1 0,-85-1 0,181 3 0,31 0 0,-66-2 0,114 7 0,-145 3 0,210 2 0,0 2 0,-46 13 0,47-10 0,-1-1 0,-51 3 0,34-9-682,-90-9-1,117 4-6143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5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1817 555 24575,'-2'2'0,"-1"0"0,1-1 0,-1 1 0,0-1 0,1 0 0,-1 0 0,0 0 0,0 0 0,0 0 0,0 0 0,0-1 0,0 0 0,-4 1 0,-4-1 0,0 0 0,-15-3 0,-59-13 0,-139-46 0,106 26 0,-400-134 0,438 142 0,-31-16 0,10 3 0,77 32 0,-122-40 0,116 40 0,-51-26 0,63 26 0,6 4 0,0 1 0,-1 0 0,1 1 0,-1 0 0,0 1 0,1 0 0,-1 1 0,-21 1 0,28 0 0,1 0 0,-1-1 0,0 0 0,0 0 0,0 0 0,0-1 0,-8-3 0,22 8 0,1-1 0,-1 1 0,10 0 0,8 2 0,99 32 0,-46-13 0,625 222-331,-653-227 142,43 16 94,199 80 87,-278-108 38,-4-3 118,0 1 0,-1 1 1,11 6-1,-23-11-148,-9-3 0,-13-4 0,-400-165 0,201 75 0,-241-89 0,436 174 0,-14-6 0,-70-38 0,102 48 0,17 6 0,21 9 0,-25-7 0,276 99 85,-135-47-1535,-117-43-5376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17 24575,'2'-14'0,"-1"11"0,-2 9 0,-2 196 0,4-116 0,7 105 0,-1 4 0,-7-96 0,-1-218 0,-24-178 0,19 253 0,-6-25 0,-3-122 0,18 168 0,-3 23 0,0 0 0,0 0 0,0 0 0,0-1 0,0 1 0,0 0 0,0 0 0,0 0 0,1 0 0,-1 0 0,0-1 0,0 1 0,0 0 0,0 0 0,0 0 0,0 0 0,0 0 0,0 0 0,0-1 0,1 1 0,-1 0 0,0 0 0,0 0 0,0 0 0,0 0 0,0 0 0,1 0 0,-1 0 0,0 0 0,0 0 0,0 0 0,0-1 0,1 1 0,-1 0 0,0 0 0,0 0 0,6 11 0,2 26 0,-2-1 0,4 56 0,-7-63 0,4 125 0,2 13 0,0-90 0,32 124 0,-15-116 0,4 11 0,-26-78 0,0 0 0,-2 0 0,2 26 0,-6-33-112,-3-9 255,-10-11-276,5 1-1130,0 3-5563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7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78 24575,'0'-18'0,"-1"11"0,1 0 0,0 0 0,0 1 0,1-1 0,2-8 0,-3 14 0,0 1 0,0-1 0,0 1 0,1-1 0,-1 1 0,0-1 0,1 1 0,-1-1 0,1 1 0,-1-1 0,0 1 0,1-1 0,-1 1 0,1 0 0,-1-1 0,1 1 0,-1 0 0,1-1 0,-1 1 0,1 0 0,0 0 0,-1-1 0,1 1 0,-1 0 0,1 0 0,0 0 0,-1 0 0,1 0 0,-1 0 0,1 0 0,0 0 0,-1 0 0,1 0 0,-1 0 0,1 1 0,0-1 0,-1 0 0,1 0 0,0 1 0,26 13 0,-21-11 0,56 34 0,57 27 0,-43-30 0,134 65 0,-35-4 0,156 90 0,-154-75 0,-251-160 0,29 19 0,45 31 0,-261-162 0,-89-33 0,221 111 0,260 161 0,-65-37 0,291 150 0,-118-65 0,-155-83 0,-41-21 0,-2 1 0,64 45 0,-144-85 0,-289-158 0,185 97 0,-317-186 0,439 253 0,21 12 0,0 0 0,0 0 0,0 0 0,0 0 0,0 0 0,0 0 0,0 0 0,0 1 0,0-1 0,0 0 0,0 0 0,0 0 0,0 0 0,0 0 0,0 0 0,0 0 0,0 0 0,0 0 0,0 0 0,0 0 0,0 0 0,0 0 0,0 0 0,0 0 0,0 0 0,0 0 0,0 0 0,0 0 0,0 0 0,0 0 0,-1 0 0,1 0 0,0 0 0,0 1 0,0-1 0,0 0 0,0 0 0,0 0 0,0 0 0,0 0 0,0 0 0,0 0 0,0 0 0,0 0 0,0 0 0,11 10 0,39 32 25,100 62 0,67 20-406,-152-89-161,496 253 111,-551-284 513,-6-3-11,-1 0-1,0 0 1,-1 0 0,1 1 0,0-1 0,0 1 0,-1 0 0,1 0-1,-1 0 1,4 3 0,-21-10 327,-26-13-1718,18 10-5506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19 24575,'-1'1'0,"1"-1"0,-1 0 0,0 0 0,1 0 0,-1 1 0,1-1 0,0 0 0,-1 1 0,1-1 0,-1 0 0,1 1 0,-1-1 0,1 0 0,0 1 0,-1-1 0,1 1 0,0-1 0,-1 1 0,1-1 0,0 1 0,0-1 0,0 1 0,-1-1 0,1 1 0,0-1 0,0 1 0,0-1 0,0 1 0,0 0 0,0-1 0,0 1 0,0-1 0,0 1 0,0-1 0,1 2 0,2 23 0,-2-22 0,6 26 0,2 0 0,1 0 0,1-1 0,25 45 0,-32-65 0,0 0 0,-1 0 0,4 14 0,-6-20 0,-1 0 0,1 0 0,-1 0 0,1 0 0,-1 0 0,0 0 0,0 0 0,0 0 0,0 0 0,0 0 0,-1 0 0,1 0 0,0 0 0,-1 0 0,0 0 0,1 0 0,-1 0 0,0 0 0,0 0 0,0-1 0,-2 4 0,2-4 0,-1-1 0,1 1 0,-1 0 0,1 0 0,0-1 0,-1 1 0,1-1 0,-1 1 0,0-1 0,1 0 0,-1 1 0,1-1 0,-1 0 0,0 0 0,1 0 0,-1 0 0,1 0 0,-1-1 0,0 1 0,1 0 0,-1-1 0,1 1 0,-1-1 0,-2-1 0,-2-1 0,0 0 0,0-1 0,0 0 0,-7-5 0,3 0 0,1 0 0,1 0 0,-1-1 0,2 0 0,-1-1 0,1 0 0,1 0 0,0 0 0,1-1 0,0 0 0,1 0 0,0 0 0,1 0 0,0-1 0,-1-15 0,3 24 0,0-1 0,1 0 0,0 1 0,0-1 0,0 0 0,1 1 0,0-1 0,-1 1 0,1-1 0,1 1 0,-1-1 0,1 1 0,0 0 0,0-1 0,0 1 0,0 0 0,1 0 0,0 1 0,0-1 0,0 0 0,0 1 0,0 0 0,1 0 0,-1 0 0,1 0 0,0 0 0,0 1 0,0 0 0,0 0 0,0 0 0,1 0 0,-1 1 0,0-1 0,1 1 0,9-1 0,3 0 0,1 0 0,-1 1 0,1 1 0,0 1 0,-1 0 0,1 1 0,-1 1 0,0 1 0,0 0 0,0 2 0,0 0 0,-1 0 0,31 18 0,-44-22 0,0 0 0,0 0 0,0 0 0,0 1 0,-1-1 0,1 1 0,-1 0 0,0-1 0,1 1 0,-1 0 0,0 0 0,2 5 0,-4-7 0,1 1 0,-1-1 0,0 0 0,1 1 0,-1-1 0,0 1 0,0-1 0,0 0 0,0 1 0,0-1 0,0 1 0,0-1 0,-1 0 0,1 1 0,0-1 0,-1 0 0,1 1 0,-1-1 0,0 0 0,1 1 0,-1-1 0,0 0 0,0 0 0,0 0 0,1 0 0,-1 0 0,0 0 0,0 0 0,-1 0 0,1 0 0,0 0 0,0-1 0,0 1 0,-2 0 0,-5 3 0,-1 0 0,1 0 0,-1-1 0,1-1 0,-18 4 0,-48 1 0,42-4 0,-71 4-1365,78-6-5461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2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24575,'5'60'0,"3"0"0,17 62 0,-19-98 0,1-1 0,1-1 0,2 1 0,0-1 0,1-1 0,1 0 0,1-1 0,17 22 0,-27-38 0,23 23 0,-25-26 0,0 0 0,0 0 0,1 0 0,-1 0 0,0 0 0,1 0 0,-1 0 0,1 0 0,-1-1 0,1 1 0,-1 0 0,1-1 0,0 0 0,-1 1 0,1-1 0,0 0 0,2 0 0,-3 0 0,0-1 0,0 1 0,0-1 0,0 1 0,0-1 0,0 1 0,-1-1 0,1 0 0,0 0 0,0 1 0,-1-1 0,1 0 0,-1 0 0,1 0 0,-1 0 0,1 0 0,-1 0 0,1 0 0,-1 0 0,0 0 0,0 0 0,1 0 0,-1 0 0,0 0 0,0-1 0,1-28 0,-8 0 0,6 25 0,0 0 0,0 0 0,0 0 0,0 0 0,1 0 0,0-8 0,0 13 0,0 0 0,0-1 0,0 1 0,0 0 0,0-1 0,0 1 0,0 0 0,0-1 0,0 1 0,1 0 0,-1-1 0,0 1 0,0 0 0,0 0 0,1-1 0,-1 1 0,0 0 0,0 0 0,1-1 0,-1 1 0,0 0 0,0 0 0,1 0 0,-1 0 0,0-1 0,1 1 0,-1 0 0,0 0 0,1 0 0,-1 0 0,0 0 0,1 0 0,-1 0 0,0 0 0,1 0 0,-1 0 0,0 0 0,1 0 0,-1 0 0,0 0 0,1 0 0,-1 0 0,0 0 0,1 1 0,-1-1 0,0 0 0,1 0 0,-1 0 0,0 0 0,1 1 0,18 11 0,-17-10 0,123 83 120,-105-74-417,1 0 0,0-1 0,1-2 0,32 10 0,-39-14-6529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2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24575,'-3'2'0,"0"0"0,1 0 0,-1 0 0,0 1 0,1-1 0,0 1 0,0-1 0,0 1 0,0 0 0,0 0 0,0 0 0,1 0 0,-1 0 0,1 0 0,0 1 0,-1 3 0,1-2 0,1 0 0,-1 0 0,1 0 0,0 0 0,1 0 0,-1 0 0,1 0 0,0-1 0,0 1 0,3 8 0,-2-7 0,1-1 0,-1 1 0,1 0 0,0-1 0,1 0 0,-1 0 0,1 0 0,0 0 0,0 0 0,1-1 0,0 0 0,-1 1 0,1-2 0,0 1 0,1-1 0,-1 0 0,1 0 0,7 3 0,-11-5 0,0-1 0,0 1 0,0-1 0,0 1 0,0-1 0,1 0 0,-1 0 0,0 0 0,0 0 0,0 0 0,0 0 0,0-1 0,1 1 0,-1-1 0,0 1 0,0-1 0,0 0 0,0 0 0,0 0 0,-1 0 0,1 0 0,0 0 0,0-1 0,-1 1 0,1-1 0,-1 1 0,1-1 0,-1 1 0,1-1 0,-1 0 0,0 0 0,0 0 0,0 0 0,0 1 0,0-1 0,-1 0 0,2-4 0,1-4 0,-1 0 0,0 1 0,-1-1 0,0 0 0,-1 0 0,-1-18 0,3 40-227,1-1-1,-1 0 1,2 0-1,0 0 1,5 10-1,-2-11-6598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3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24575,'-4'2'0,"1"1"0,-1 0 0,1 0 0,-1 0 0,1 0 0,0 1 0,0-1 0,1 1 0,-1 0 0,1 0 0,-1 0 0,1 0 0,1 0 0,-1 0 0,0 0 0,-1 8 0,3-6 0,-1 1 0,1-1 0,0 0 0,0 1 0,0-1 0,1 0 0,0 0 0,0 1 0,1-1 0,0 0 0,4 9 0,2 0 0,0 1 0,2-2 0,-1 1 0,2-2 0,21 23 0,-32-36 0,10 14 0,-10-9 0,-9-5 0,-12-5 0,20 5 0,0-1 0,0 1 0,-1-1 0,1 1 0,0-1 0,0 1 0,0-1 0,0 0 0,0 1 0,0-1 0,0 0 0,0 0 0,0 0 0,-1-1 0,2 2 0,0 0 0,1-1 0,-1 1 0,0 0 0,0 0 0,0-1 0,1 1 0,-1 0 0,0 0 0,0-1 0,1 1 0,-1 0 0,0 0 0,0 0 0,1 0 0,-1-1 0,0 1 0,1 0 0,-1 0 0,0 0 0,1 0 0,-1 0 0,0 0 0,1 0 0,-1 0 0,0 0 0,1 0 0,-1 0 0,14-1 0,-14 1 0,6 0 0,28-1 0,-1-2 0,44-8 0,-68 9 0,1 0 0,-1-1 0,0 0 0,-1-1 0,1 0 0,-1 0 0,1 0 0,-1-1 0,-1-1 0,1 1 0,-1-1 0,0 0 0,9-10 0,-14 13 0,0 0 0,0 0 0,0-1 0,0 1 0,-1 0 0,1-1 0,-1 1 0,0-1 0,0 0 0,0 1 0,0-1 0,-1 0 0,0 1 0,1-1 0,-1 0 0,-1 0 0,1 1 0,0-1 0,-1 0 0,0 1 0,-1-5 0,0 2 0,0 1 0,0 0 0,-1 0 0,0 0 0,0 0 0,0 1 0,0-1 0,-1 1 0,1 0 0,-1 0 0,0 0 0,-1 0 0,-6-4 0,9 7 0,1 0 0,0 0 0,-1 0 0,1 0 0,-1 1 0,1-1 0,-1 1 0,1-1 0,-1 1 0,0-1 0,1 1 0,-1 0 0,1 0 0,-1 0 0,0 0 0,1 0 0,-1 0 0,1 0 0,-1 1 0,0-1 0,1 1 0,-1-1 0,1 1 0,-1-1 0,1 1 0,-1 0 0,1 0 0,0-1 0,-1 1 0,1 0 0,0 1 0,0-1 0,-1 0 0,1 0 0,0 0 0,-1 3 0,-1 1 0,0-1 0,0 1 0,1 0 0,0 0 0,0 0 0,0 0 0,1 0 0,-1 0 0,0 10 0,2-7 0,0-1 0,0 0 0,1 0 0,0 1 0,1-1 0,0 0 0,0 0 0,0 0 0,1-1 0,0 1 0,0 0 0,0-1 0,1 0 0,0 0 0,0 0 0,8 8 0,-3-5 0,0 0 0,1 0 0,0-1 0,0 0 0,0-1 0,1 0 0,0-1 0,19 8 0,-17-8-195,0-2 0,1 0 0,0 0 0,0-1 0,0-1 0,19 1 0,-18-3-6631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516 177 24575,'-147'-59'0,"-209"-56"0,343 113 0,13 2 0,0 0 0,0 0 0,0 0 0,1 0 0,-1 0 0,0 0 0,0 0 0,0 0 0,0 0 0,0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0,-1 0 0,1 0 0,0 0 0,0 0 0,0 0 0,18 12 0,-10-8 0,62 35 0,1-4 0,86 29 0,-126-52 0,-20-8 0,-5-2 0,-1 0 0,1 0 0,-1 0 0,0 1 0,0 0 0,0 0 0,0 0 0,0 1 0,4 3 0,-9-6 0,1-1 0,-1 1 0,1-1 0,-1 1 0,0 0 0,0-1 0,1 1 0,-1-1 0,0 1 0,0 0 0,0-1 0,1 1 0,-1-1 0,0 1 0,0 0 0,0-1 0,0 1 0,0 0 0,0-1 0,0 1 0,-1 0 0,1-1 0,0 1 0,0-1 0,-1 2 0,0 0 0,0-1 0,0 1 0,0-1 0,0 0 0,0 1 0,-1-1 0,1 0 0,0 0 0,-3 2 0,-2 0 0,0 1 0,0-1 0,-12 4 0,-8 1 45,0-2-1,-30 3 1,-33 8-1544,73-12-5327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87 24575,'0'0'0,"0"-1"0,-1 1 0,1 0 0,0 0 0,0 0 0,0 0 0,0-1 0,0 1 0,0 0 0,0 0 0,-1 0 0,1 0 0,0 0 0,0-1 0,0 1 0,0 0 0,0 0 0,-1 0 0,1 0 0,0 0 0,0 0 0,0 0 0,-1 0 0,1 0 0,0 0 0,0 0 0,0 0 0,0 0 0,-1 0 0,1 0 0,0 0 0,0 0 0,0 0 0,-1 0 0,1 0 0,0 0 0,0 0 0,0 0 0,0 0 0,-1 0 0,0 9 0,6 12 0,0-8 0,1 0 0,1-1 0,0 0 0,0 0 0,1-1 0,1 0 0,0-1 0,1 1 0,-1-2 0,2 1 0,-1-1 0,2-1 0,-1 0 0,16 8 0,-24-15 0,0 1 0,0-1 0,0 0 0,1 0 0,-1 0 0,0-1 0,1 1 0,-1-1 0,0 1 0,1-1 0,-1 0 0,1-1 0,-1 1 0,5-1 0,-6 0 0,-1 1 0,1-1 0,0 0 0,0 0 0,-1 0 0,1 0 0,0 0 0,-1 0 0,1 0 0,-1 0 0,1-1 0,-1 1 0,0-1 0,1 1 0,-1-1 0,0 1 0,0-1 0,0 0 0,0 1 0,-1-1 0,1 0 0,0 0 0,-1 0 0,1 0 0,0-3 0,-1-2 0,1-1 0,-2 1 0,1 0 0,-1 0 0,0-1 0,0 1 0,-1 0 0,0 0 0,0 0 0,0 0 0,-1 1 0,-7-13 0,16 28 0,0 0 0,1-1 0,0 0 0,0-1 0,0 0 0,12 9 0,3 0 0,34 21 0,-43-30 0,0 0 0,1-1 0,0-1 0,0 0 0,29 6 0,-36-10 0,0 0 0,1 0 0,-1-1 0,0 1 0,1-2 0,-1 1 0,0-1 0,1 0 0,-1-1 0,0 1 0,0-1 0,0-1 0,13-6 0,-16 6 0,0 1 0,0-2 0,-1 1 0,1 0 0,-1-1 0,0 1 0,0-1 0,0 0 0,0 0 0,-1-1 0,0 1 0,0 0 0,0-1 0,0 1 0,0-1 0,-1 1 0,0-1 0,1-7 0,-1 5 0,-1 0 0,1 0 0,-1-1 0,-1 1 0,1 0 0,-1 0 0,-1 0 0,1 0 0,-1 0 0,0 1 0,-1-1 0,-3-7 0,2 6-97,-1 0-1,0 0 1,0 1-1,-1 0 1,0 0-1,0 0 1,-1 1-1,0-1 1,0 2-1,-1-1 1,1 1-1,-1 0 0,-15-7 1,6 6-6729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5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498 269 24575,'-39'-37'0,"-53"-41"0,63 58 0,0 2 0,-1 0 0,-40-16 0,-102-26 0,169 59 0,-1 0 0,1 0 0,-1 1 0,0-1 0,1 1 0,-5 0 0,8 0 0,0 0 0,-1 0 0,1 0 0,0 0 0,-1 0 0,1 0 0,0 1 0,0-1 0,-1 0 0,1 0 0,0 0 0,-1 0 0,1 0 0,0 0 0,0 1 0,-1-1 0,1 0 0,0 0 0,0 0 0,-1 1 0,1-1 0,0 0 0,0 0 0,0 1 0,0-1 0,-1 0 0,1 0 0,0 1 0,0-1 0,0 1 0,0 0 0,1 0 0,-1 0 0,0 0 0,1-1 0,-1 1 0,0 0 0,1 0 0,-1-1 0,1 1 0,-1 0 0,1 0 0,0-1 0,-1 1 0,1-1 0,1 2 0,6 5 0,1 0 0,0-1 0,0 0 0,0 0 0,1-1 0,11 4 0,66 21 0,-32-11 0,-2-2 0,-31-11 0,0 2 0,0 0 0,-1 1 0,30 18 0,-49-25 0,0-1 0,1 1 0,-1 0 0,0-1 0,0 1 0,0 1 0,0-1 0,-1 0 0,1 0 0,0 1 0,-1-1 0,0 0 0,1 1 0,0 3 0,-2-5 0,0 1 0,1 0 0,-1-1 0,0 1 0,0 0 0,-1-1 0,1 1 0,0 0 0,0-1 0,-1 1 0,1-1 0,-1 1 0,0 0 0,1-1 0,-1 1 0,0-1 0,0 0 0,0 1 0,0-1 0,0 0 0,0 1 0,0-1 0,0 0 0,-1 0 0,-1 1 0,-3 3 0,-1 0 0,0 0 0,0-1 0,-1 0 0,1-1 0,-1 1 0,0-1 0,0-1 0,-13 3 0,-4-1 0,-46 1 0,34-3 0,-7 5-1365,32-4-5461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56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11 168 24575,'-8'-3'0,"5"5"0,11 13 0,5 1 0,1-1 0,0 0 0,32 24 0,-33-29 0,4 5 0,2-1 0,0-1 0,0 0 0,1-2 0,0 0 0,40 13 0,-59-23 0,1 0 0,0-1 0,0 1 0,0-1 0,0 0 0,0 1 0,0-1 0,-1 0 0,1 0 0,0 0 0,0 0 0,0-1 0,0 1 0,0 0 0,0-1 0,0 0 0,2 0 0,-2-1 0,-1 1 0,0 0 0,0 0 0,0 0 0,0-1 0,0 1 0,0-1 0,0 1 0,0-1 0,-1 1 0,1-1 0,-1 1 0,1-1 0,-1 1 0,1-1 0,-1 0 0,0 1 0,0-1 0,0 0 0,0-2 0,0-6 0,-1 0 0,-1 0 0,1 0 0,-2 0 0,-4-16 0,-5-17 0,12 42 0,0 0 0,-1 0 0,1 0 0,0 0 0,0 0 0,0 0 0,0 0 0,0 0 0,0 0 0,0 0 0,1 0 0,-1 0 0,0 0 0,1-1 0,-1 2 0,1-1 0,-1 1 0,0 0 0,0 0 0,1-1 0,-1 1 0,0 0 0,1 0 0,-1 0 0,0-1 0,1 1 0,-1 0 0,0 0 0,1 0 0,-1 0 0,0 0 0,1 0 0,-1 0 0,0 0 0,1 0 0,-1 0 0,0 0 0,1 0 0,-1 0 0,1 0 0,-1 0 0,5 2 0,-2 0 0,1 0 0,0 0 0,0 0 0,4 3 0,-4-2 0,22 14 0,2-1 0,46 20 0,-55-29 0,0 0 0,0-1 0,1-2 0,-1 1 0,26 0 0,-42-4 0,-1-1 0,1 0 0,0 0 0,-1 0 0,1 0 0,0-1 0,-1 1 0,1-1 0,-1 1 0,1-1 0,-1 0 0,1 0 0,-1 0 0,0-1 0,1 1 0,-1 0 0,0-1 0,0 0 0,0 1 0,0-1 0,0 0 0,0 0 0,-1 0 0,1 0 0,-1 0 0,1 0 0,-1-1 0,0 1 0,0 0 0,0-1 0,0 1 0,0-1 0,0 1 0,-1-1 0,1 0 0,-1 1 0,0-4 0,1 0 0,-2-1 0,1 1 0,0-1 0,-1 1 0,0 0 0,-1-1 0,0 1 0,0 0 0,0 0 0,0 0 0,-1 0 0,0 0 0,0 1 0,-1-1 0,-5-6 0,-4-4 0,-2 0 0,0 1 0,-22-18 0,20 19-273,0 2 0,-1 0 0,0 1 0,-30-13 0,23 14-6553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2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175 192 24575,'-4'50'0,"3"1"0,6 74 0,-1-90 0,2 1 0,2-1 0,1-1 0,17 44 0,-43-102 0,-115-230 0,117 224 0,1-1 0,-16-50 0,25 63 0,0 0 0,1 0 0,1-1 0,1 1 0,1-1 0,1-22 0,0 38 0,0 0 0,1 1 0,-1-1 0,1 0 0,-1 1 0,1-1 0,0 0 0,0 1 0,0-1 0,0 1 0,1 0 0,-1-1 0,1 1 0,-1 0 0,1 0 0,0 0 0,0 0 0,0 0 0,4-3 0,-3 3 0,1 0 0,0 0 0,0 1 0,0-1 0,0 1 0,0 0 0,0 0 0,0 1 0,0-1 0,0 1 0,1 0 0,4 0 0,7 2 0,0 0 0,0 1 0,0 0 0,-1 1 0,1 1 0,-1 1 0,0 0 0,-1 1 0,1 0 0,-1 1 0,-1 1 0,21 17 0,-31-24 0,0 1 0,0 0 0,0 0 0,0 0 0,-1 0 0,1 0 0,-1 1 0,0-1 0,0 1 0,0 0 0,0-1 0,-1 1 0,0 0 0,1 0 0,-1 0 0,-1 0 0,1 0 0,0 0 0,-1 1 0,0-1 0,0 0 0,0 0 0,-1 0 0,0 0 0,1 0 0,-1 0 0,0 0 0,-1 0 0,1 0 0,-1 0 0,0 0 0,0-1 0,0 1 0,0-1 0,-1 0 0,1 1 0,-7 5 0,2-3 2,0 0 0,0 0 0,-1 0 0,0-1 1,0 0-1,-11 5 0,-55 18-34,17-8-1316,45-14-5478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3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77 236 24575,'-2'2'0,"-1"1"0,1-1 0,-1 0 0,0 1 0,0-1 0,0-1 0,0 1 0,-1 0 0,-5 2 0,8-4 0,-1 0 0,1 0 0,0 0 0,0 0 0,0 0 0,0 0 0,0 0 0,0 0 0,-1 0 0,1-1 0,0 1 0,0 0 0,0-1 0,0 1 0,0-1 0,0 1 0,0-1 0,0 1 0,0-1 0,0 0 0,0 1 0,1-1 0,-1 0 0,0 0 0,0 0 0,1 0 0,-1 1 0,0-1 0,1 0 0,-1 0 0,1 0 0,-1 0 0,1-1 0,-1-1 0,-2-7 0,1-1 0,0 1 0,1-1 0,0 0 0,1 0 0,0 1 0,2-18 0,0-3 0,-2 23-124,1 0 0,0 0 0,1 0 0,0 0 0,0 1 0,1-1-1,-1 1 1,2-1 0,-1 1 0,8-11 0,-5 9-6702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3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74 24575,'-9'3'0,"0"0"0,0 1 0,1 0 0,-1 0 0,1 1 0,0 0 0,-12 10 0,18-13 0,-1 0 0,1 0 0,0 1 0,0-1 0,0 1 0,0-1 0,1 1 0,-1 0 0,1-1 0,0 1 0,-2 5 0,2-5 0,1-1 0,0 0 0,0 0 0,0 1 0,0-1 0,0 0 0,0 0 0,1 1 0,-1-1 0,1 0 0,-1 0 0,1 0 0,0 0 0,0 0 0,0 0 0,0 0 0,0 0 0,2 3 0,0-2 0,0 0 0,1 0 0,-1 0 0,1 0 0,0 0 0,-1-1 0,1 1 0,0-1 0,0 0 0,1-1 0,-1 1 0,0-1 0,0 1 0,1-1 0,6 0 0,2 1 0,1-1 0,0 0 0,24-2 0,-33 0 0,0 1 0,0-1 0,0 0 0,-1-1 0,1 1 0,0-1 0,-1 0 0,1 0 0,-1 0 0,0 0 0,0-1 0,6-4 0,-8 5 0,0 0 0,-1 0 0,1 0 0,0 0 0,-1 0 0,1 0 0,-1 0 0,0-1 0,0 1 0,0 0 0,0-1 0,0 1 0,0-1 0,-1 1 0,1-1 0,-1 0 0,0 1 0,1-1 0,-1 1 0,-1-1 0,1 0 0,0 1 0,-1-1 0,0-3 0,-2-2 0,0 1 0,0-1 0,0 1 0,-1 0 0,0 0 0,-1 0 0,0 1 0,0 0 0,-8-9 0,4 6 0,0 1 0,-1 0 0,1 1 0,-1 0 0,-19-9 0,0 6-1365,16 8-5461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174 161 24575,'-4'-4'0,"-1"-2"0,-1 0 0,0 0 0,0 0 0,-1 1 0,0 0 0,0 0 0,0 1 0,0 0 0,-15-6 0,21 10 0,0-1 0,0 1 0,0-1 0,-1 1 0,1 0 0,0 0 0,0 0 0,0 0 0,0 0 0,0 0 0,0 0 0,-1 0 0,1 0 0,0 0 0,0 1 0,0-1 0,0 0 0,0 1 0,0-1 0,0 1 0,-2 1 0,2-2 0,1 1 0,-1 0 0,0 0 0,1 0 0,-1 0 0,1 0 0,0 0 0,-1 1 0,1-1 0,0 0 0,-1 0 0,1 0 0,0 0 0,0 0 0,0 0 0,0 0 0,0 2 0,1 3 0,0-1 0,0 0 0,0 0 0,1 0 0,0-1 0,0 1 0,0 0 0,3 5 0,2 0 0,1 0 0,0 0 0,1-1 0,0 0 0,0-1 0,1 0 0,17 12 0,-19-15 0,0-1 0,0 0 0,0 0 0,1 0 0,-1-1 0,1-1 0,0 1 0,0-1 0,0-1 0,0 0 0,11 1 0,-18-2 0,-1 0 0,1 0 0,0 0 0,-1 0 0,1-1 0,0 1 0,-1 0 0,1-1 0,0 1 0,-1-1 0,1 1 0,-1-1 0,1 0 0,-1 0 0,1 1 0,-1-1 0,0 0 0,1 0 0,-1-1 0,0 1 0,0 0 0,0 0 0,0-1 0,0 1 0,0 0 0,0-1 0,0 1 0,0-1 0,-1 1 0,1-1 0,-1 1 0,1-1 0,-1 0 0,0 1 0,1-1 0,-1 0 0,0 1 0,0-4 0,-1 0 0,1-1 0,-1 0 0,0 1 0,-1-1 0,1 1 0,-1-1 0,0 1 0,0 0 0,-1 0 0,-4-7 0,-4-4 17,-1 0 0,-1 1 1,0 1-1,-1 0 0,0 1 0,-31-22 0,33 27-166,-1 0 1,0 1-1,0 0 1,0 2-1,-1-1 1,0 1-1,0 1 1,0 1-1,-28-4 1,30 7-6678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24575,'17'58'0,"11"28"0,190 437 0,-177-419 0,-37-92 0,0 1 0,-2-1 0,1 1 0,-2 0 0,1 0 0,-2 19 0,0-30 10,0 0 0,-1 0 0,1-1 0,0 1 0,-1 0 0,1-1 0,-1 1 0,0 0 0,1-1 0,-1 1 0,-2 2 0,3-4-55,0 1 0,-1-1 0,1 1 0,-1-1 0,1 0 0,-1 1 0,0-1 0,1 0 0,-1 1 0,1-1 0,-1 0 0,1 0 0,-1 1 0,0-1 0,1 0 0,-1 0 0,0 0 0,1 0 0,-1 0 0,0 0 0,1 0 0,-1 0 0,0 0 0,1 0 0,-1 0 0,1 0 0,-1 0 0,0-1 0,1 1 0,-1 0 0,1 0 0,-2-1 0,-6-4-6781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44 24575,'-32'-5'0,"-16"-1"0,-6-3 0,1 1 0,4 1 0,5 3 0,6 1 0,7 1 0,4 4 0,3 1 0,2 1 0,1-2 0,3 1 0,4-2-8191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24575,'3'7'0,"2"3"0,2 2 0,-2 1 0,2 1 0,-1 1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5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24575,'27'-12'0,"11"-4"0,2 0 0,-6 6 0,-6 4 0,-8 4-8191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8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24575,'-1'25'0,"1"-7"0,0 0 0,4 31 0,-3-44 0,0 1 0,0-1 0,1 1 0,0-1 0,0 0 0,0 0 0,1 0 0,-1 0 0,1 0 0,1-1 0,-1 1 0,0-1 0,8 7 0,-8-8 0,1 0 0,0 0 0,0 0 0,0 0 0,0-1 0,1 0 0,-1 0 0,1 0 0,-1 0 0,1 0 0,0-1 0,-1 0 0,1 0 0,0-1 0,0 1 0,0-1 0,0 0 0,0 0 0,0 0 0,-1-1 0,1 0 0,0 0 0,0 0 0,-1-1 0,1 1 0,0-1 0,-1 0 0,0-1 0,1 1 0,-1-1 0,0 1 0,0-1 0,0 0 0,-1-1 0,1 1 0,-1-1 0,0 0 0,0 1 0,0-1 0,0-1 0,-1 1 0,0 0 0,4-8 0,-1-3 0,-1 0 0,0 0 0,2-26 0,-5 35 0,-1-1 0,1 1 0,-2 0 0,1-1 0,-1 1 0,0 0 0,0 0 0,0-1 0,-1 1 0,0 0 0,-5-10 0,7 16 0,0 0 0,0-1 0,0 1 0,0 0 0,0 0 0,-1-1 0,1 1 0,0 0 0,0 0 0,0-1 0,0 1 0,0 0 0,-1 0 0,1 0 0,0-1 0,0 1 0,0 0 0,-1 0 0,1 0 0,0 0 0,0-1 0,0 1 0,-1 0 0,1 0 0,0 0 0,0 0 0,-1 0 0,1 0 0,0 0 0,-1 0 0,1 0 0,0 0 0,0 0 0,-1 0 0,1 0 0,0 0 0,0 0 0,-1 0 0,-4 11 0,2 18 0,3-5 0,1 1 0,1-1 0,2 0 0,0 0 0,1 0 0,14 36 0,66 135 0,-39-97 0,-37-79 0,23 60 0,-32-78 0,1 0 0,-1 0 0,0 1 0,1-1 0,-1 0 0,0 0 0,0 0 0,1 0 0,-1 0 0,0 0 0,0 0 0,0 0 0,0 1 0,-1-1 0,1 0 0,0 0 0,0 0 0,-1 0 0,1 0 0,-1 1 0,0-1 0,0-1 0,1 1 0,-1-1 0,1 0 0,-1 0 0,0 1 0,1-1 0,-1 0 0,0 0 0,0 0 0,1 0 0,-1 1 0,0-1 0,1 0 0,-1-1 0,0 1 0,0 0 0,1 0 0,-1 0 0,0 0 0,1 0 0,-2-1 0,-5-2 0,1 0 0,0 0 0,0 0 0,0-1 0,-6-4 0,-6-6 0,1-1 0,0 0 0,1-2 0,0 0 0,2 0 0,-21-33 0,33 49-57,1-1 0,0 1 1,1-1-1,-1 0 0,0 0 0,0 1 0,1-1 0,-1 0 0,1 0 0,0 0 0,-1 0 1,1 0-1,0 0 0,0 0 0,0 0 0,0 0 0,1 1 0,-1-1 0,0 0 1,1 0-1,-1 0 0,1 0 0,1-1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1:59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28 24575,'-21'-5'0,"-49"-13"0,60 16 0,0 1 0,-1 0 0,1 0 0,-19 2 0,27-1 0,0 1 0,0-1 0,0 0 0,0 1 0,0 0 0,0-1 0,0 1 0,0 0 0,0 0 0,0 0 0,0 0 0,0 0 0,0 1 0,1-1 0,-1 1 0,1-1 0,-3 4 0,2-3 0,0 1 0,1 0 0,0-1 0,0 1 0,0 0 0,0 0 0,0 0 0,0 0 0,1 0 0,0 0 0,-1 4 0,2 4 0,-1-1 0,2 0 0,-1 0 0,1 0 0,1 0 0,6 15 0,31 64 0,7 20 0,-12 17 0,-14-45 0,-19-73 0,0-1 0,0-1 0,0 1 0,1 0 0,6 11 0,-9-17 0,1 0 0,0 1 0,0-1 0,0 0 0,0 0 0,0 0 0,0 0 0,0 0 0,1 0 0,-1 0 0,0 0 0,1 0 0,-1-1 0,0 1 0,1 0 0,-1-1 0,1 1 0,-1-1 0,1 0 0,-1 1 0,1-1 0,-1 0 0,1 0 0,-1 0 0,1 0 0,0 0 0,2-1 0,3-1-124,0 1 0,0-1 0,-1-1 0,1 0 0,-1 0 0,1 0-1,-1 0 1,0-1 0,0 0 0,7-7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24575,'0'8'0,"1"0"0,0 0 0,0-1 0,1 1 0,0 0 0,0-1 0,1 0 0,0 1 0,1-1 0,-1-1 0,1 1 0,0 0 0,7 7 0,-7-9 0,-1-1 0,1 0 0,0-1 0,0 1 0,0 0 0,0-1 0,1 0 0,0 0 0,-1 0 0,1-1 0,0 0 0,0 0 0,0 0 0,1 0 0,-1-1 0,0 0 0,1 0 0,-1 0 0,10-1 0,-13 0 0,1 0 0,-1-1 0,0 0 0,1 1 0,-1-1 0,0 0 0,1 0 0,-1 0 0,0-1 0,0 1 0,0 0 0,0-1 0,0 0 0,0 1 0,0-1 0,0 0 0,-1 0 0,1 0 0,-1 0 0,0 0 0,1 0 0,-1 0 0,0-1 0,0 1 0,0 0 0,1-5 0,0-2 0,0-1 0,0 1 0,0-1 0,-1 0 0,-1-14 0,0 22 0,0-1 0,0 1 0,0-1 0,1 1 0,-1 0 0,0-1 0,1 1 0,1-5 0,-1 7 0,-1-1 0,0 1 0,1-1 0,-1 1 0,1-1 0,0 1 0,-1-1 0,1 1 0,-1 0 0,1-1 0,0 1 0,-1 0 0,1-1 0,0 1 0,-1 0 0,1 0 0,0 0 0,-1 0 0,1-1 0,0 1 0,-1 0 0,1 0 0,0 0 0,0 1 0,-1-1 0,1 0 0,0 0 0,-1 0 0,1 0 0,0 1 0,-1-1 0,1 0 0,0 1 0,-1-1 0,1 1 0,11 5 0,-1 0 0,0 1 0,-1 1 0,0-1 0,11 12 0,20 14 0,-21-18 0,1-1 0,1-1 0,31 14 0,-41-25-79,-12-2 85,0 0-1,1 0 0,-1 0 0,0-1 0,0 1 0,0 0 1,0 0-1,0 0 0,0 0 0,0 0 0,1 0 0,-1 0 1,0-1-1,0 1 0,0 0 0,0 0 0,0 0 0,0 0 1,0 0-1,0-1 0,0 1 0,0 0 0,0 0 0,0 0 0,0 0 1,0 0-1,0-1 0,0 1 0,0 0 0,0 0 0,0 0 1,0 0-1,0 0 0,0-1 0,0 1 0,0 0 0,0 0 1,-1-2-192,-1 0 1,1 0 0,0 0-1,0 1 1,-1-1 0,1 0-1,-3-2 1,-6-4-6641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24575,'8'-6'0,"-1"0"0,1 0 0,0 0 0,1 1 0,-1 1 0,1-1 0,11-2 0,-17 5 0,1 1 0,-1 1 0,1-1 0,-1 0 0,1 1 0,-1 0 0,1 0 0,0 0 0,-1 0 0,1 0 0,-1 1 0,1 0 0,0-1 0,-1 1 0,0 1 0,1-1 0,-1 0 0,0 1 0,1 0 0,-1 0 0,0 0 0,3 3 0,2 2 0,-1 0 0,0 1 0,-1 0 0,0 0 0,10 18 0,20 48 0,-34-68 0,24 58 0,28 111 0,-47-138 0,-1 1 0,-1 0 0,-2 0 0,-3 54 0,-1-89 0,1-1 0,0 0 0,1 1 0,-1-1 0,0 0 0,1 1 0,-1-1 0,1 0 0,0 1 0,-1-1 0,1 0 0,0 0 0,1 0 0,-1 0 0,0 0 0,3 3 0,-3-4-3,-1 0 0,1-1 0,0 1 0,-1 0 0,1 0 0,-1-1 0,1 1 0,-1 0 0,0 0 0,1 0 0,-1 0 0,0 0 0,1-1 0,-1 1 0,0 0 0,0 0 0,0 0 0,0 0 0,0 0-1,0 0 1,0 0 0,0 0 0,0 0 0,0 0 0,-1 0 0,1 1 0,-1-1 17,0 0-1,0 0 0,0 0 0,-1 0 1,1 0-1,0 0 0,0 0 1,0-1-1,-1 1 0,1 0 1,0-1-1,-1 1 0,1-1 1,-3 1-1,-6 1-365,0 0 0,0-1 0,-16 0 0,25-1 277,-17 0-6751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40 24575,'-17'-2'0,"-11"-2"0,-3 1 0,-1 1 0,3 0 0,3 1 0,4 0 0,3 1 0,3 0 0,1-2 0,1-1 0,0 0 0,0-2 0,0 0 0,3-2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2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30 24575,'-27'-4'0,"-13"-3"0,-6 1 0,3 1 0,4 1 0,4 2 0,5 1 0,5 0 0,7 1-8191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3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777 1 24575,'-288'16'0,"220"-8"0,10-1 0,0 2 0,-73 21 0,-4 6 0,123-33 0,9-2 0,0-1 0,0 1 0,1 0 0,-1 0 0,0 0 0,1 0 0,-3 1 0,5-1 0,-1-1 0,1 0 0,0 0 0,0 0 0,0 1 0,0-1 0,0 0 0,-1 0 0,1 1 0,0-1 0,0 0 0,0 0 0,0 1 0,0-1 0,0 0 0,0 0 0,0 1 0,0-1 0,0 0 0,0 0 0,0 1 0,0-1 0,0 0 0,0 1 0,0-1 0,0 0 0,0 0 0,0 1 0,1-1 0,-1 0 0,0 0 0,0 0 0,0 1 0,0-1 0,0 0 0,1 0 0,-1 0 0,0 1 0,0-1 0,0 0 0,1 0 0,-1 0 0,0 0 0,0 1 0,1-1 0,-1 0 0,0 0 0,0 0 0,1 0 0,-1 0 0,0 0 0,1 0 0,15 7 0,104 22 0,-39-11 0,-60-12 0,197 55 0,-213-60 0,1 1 0,-1 0 0,1 0 0,-1 1 0,0 0 0,0 0 0,0 0 0,0 0 0,-1 1 0,6 5 0,-9-9 0,-1 1 0,0 0 0,1-1 0,-1 1 0,0 0 0,0-1 0,1 1 0,-1 0 0,0-1 0,0 1 0,0 0 0,0-1 0,0 1 0,0 0 0,0-1 0,0 1 0,0 0 0,0-1 0,0 1 0,0 0 0,-1-1 0,1 1 0,0 0 0,-1-1 0,1 1 0,0 0 0,-1-1 0,1 1 0,0-1 0,-1 1 0,1-1 0,-1 1 0,1-1 0,-1 1 0,1-1 0,-1 1 0,0-1 0,1 0 0,-2 1 0,-2 2 0,-1 0 0,1-1 0,-10 4 0,-27 8 0,-46 9 0,-27 8 0,97-25 0,-115 46 0,131-52 0,-1 1 0,1 0 0,0-1 0,0 1 0,-1 0 0,1 0 0,0-1 0,0 1 0,0 0 0,0 0 0,0 0 0,0 0 0,0 0 0,0 1 0,0-1 0,1 0 0,-2 2 0,2-2 0,0-1 0,0 1 0,0-1 0,0 1 0,0-1 0,0 1 0,0-1 0,0 1 0,0-1 0,1 0 0,-1 1 0,0-1 0,0 1 0,0-1 0,1 1 0,-1-1 0,0 0 0,0 1 0,1 0 0,14 8 0,-3-5 0,0 0 0,0 0 0,0-2 0,0 1 0,13 0 0,65-1 0,-20 0 0,341 9-1365,-390-11-5461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4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24575,'-3'7'0,"0"0"0,1 1 0,0-1 0,0 0 0,0 1 0,0 13 0,3 47 0,0-55 0,1 0 0,0 0 0,1 0 0,1-1 0,6 16 0,30 58 0,-5-14 0,-31-66-92,-2-9 256,-2-15-748,-1 15-269,1-9-5973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4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 24575,'-9'5'0,"-27"15"0,2 1 0,-45 37 0,76-56 0,0 0 0,1 1 0,-1 0 0,1 0 0,0-1 0,0 1 0,0 1 0,0-1 0,0 0 0,1 0 0,-3 8 0,4-10 0,0 0 0,0 1 0,-1-1 0,1 0 0,0 1 0,1-1 0,-1 0 0,0 1 0,0-1 0,0 0 0,1 0 0,-1 1 0,1-1 0,-1 0 0,1 0 0,-1 1 0,1-1 0,0 0 0,0 0 0,0 0 0,-1 0 0,1 0 0,0 0 0,0 0 0,0 0 0,0 0 0,1-1 0,-1 1 0,0 0 0,0-1 0,0 1 0,1-1 0,-1 1 0,0-1 0,2 1 0,19 5 0,0-1 0,29 4 0,-19-4 0,-1-1 0,2 0 0,-1-2 0,52-3 0,-81 0-151,0 1-1,0-1 0,-1 1 0,1-1 1,0 0-1,-1 0 0,1 0 1,2-2-1,5-3-6674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5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24575,'97'81'0,"114"83"0,-188-151-42,0 0-1,34 12 1,-24-11-1196,-25-10-5588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5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 24575,'-19'22'0,"-7"12"0,-2 3 0,5-3 0,6-1 0,3-5 0,4-4 0,4-2 0,0-1 0,2-3 0,-2-1 0,1-4-8191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6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11 24575,'-28'-4'0,"-49"-2"0,65 6 0,0 0 0,1 1 0,-1 1 0,0 0 0,1 0 0,0 1 0,-12 5 0,21-7 0,-1 0 0,1 0 0,-1 0 0,1 0 0,0 1 0,-1 0 0,1-1 0,0 1 0,0 0 0,0 0 0,0 0 0,0 0 0,1 0 0,-1 1 0,1-1 0,-1 0 0,1 1 0,-2 4 0,2-4 0,0 1 0,1 0 0,-1 0 0,1 0 0,0 0 0,0 0 0,1 0 0,-1 0 0,1 0 0,-1-1 0,4 8 0,1 2 0,0 0 0,2 0 0,0 0 0,0-1 0,1 0 0,11 12 0,-16-21 0,21 27 0,39 59 0,-57-78 0,0 1 0,-1-1 0,0 1 0,-1 0 0,0 0 0,-1 1 0,0-1 0,-1 1 0,1 19 0,-4 1 0,0-26 0,0 0 0,1 0 0,-1 0 0,2 0 0,-1 0 0,1 0 0,3 10 0,-3-15 0,0 0 0,1 0 0,-1 1 0,1-1 0,0-1 0,0 1 0,-1 0 0,1 0 0,1-1 0,-1 1 0,0-1 0,0 1 0,0-1 0,1 0 0,-1 0 0,1 0 0,-1 0 0,1-1 0,-1 1 0,1-1 0,4 1 0,1 0 0,0 0 0,0-1 0,0 0 0,0-1 0,14-2 0,22-9-1365,-32 7-5461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6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 24575,'0'0'0,"0"0"0,-1 0 0,1 0 0,0 0 0,-1-1 0,1 1 0,0 0 0,-1 0 0,1 0 0,0 0 0,-1 0 0,1 0 0,-1 0 0,1 0 0,0 0 0,-1 0 0,1 0 0,0 0 0,-1 0 0,1 0 0,0 1 0,-1-1 0,1 0 0,0 0 0,-1 0 0,1 0 0,0 1 0,-1-1 0,1 0 0,0 0 0,-1 1 0,1-1 0,0 0 0,0 0 0,0 1 0,-1-1 0,1 0 0,0 1 0,0-1 0,0 0 0,0 1 0,-1-1 0,1 1 0,0-1 0,0 0 0,0 1 0,0-1 0,0 1 0,-1 23 0,1-20 0,2 24 0,0-1 0,2 1 0,8 27 0,28 80 0,-39-130 0,3 7 24,1-1 0,0 1 0,0-1 0,8 12 0,-10-18-130,-1-1 0,1-1 0,0 1 0,1 0 0,-1-1 0,1 1-1,-1-1 1,1 0 0,0 0 0,0-1 0,0 1 0,1-1 0,6 3 0,-2-2-6720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7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24575,'-6'8'0,"-6"7"0,-11 20 0,21-30 0,-1 0 0,1 0 0,0 0 0,0 1 0,0-1 0,1 1 0,-1 0 0,1 7 0,1-12 0,-1 1 0,1-1 0,0 0 0,0 0 0,1 0 0,-1 1 0,0-1 0,0 0 0,1 0 0,-1 0 0,0 0 0,1 1 0,-1-1 0,1 0 0,0 0 0,-1 0 0,1 0 0,0 0 0,0 0 0,-1-1 0,1 1 0,1 1 0,0-1 0,0 0 0,0 0 0,0 0 0,1 0 0,-1 0 0,0-1 0,0 1 0,0-1 0,1 1 0,-1-1 0,3 0 0,5 0 0,0-1 0,-1 0 0,1 0 0,13-4 0,3 0-45,0 1 0,0 2 0,1 1 0,31 2 0,-18 0-1095,-27-1-5686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07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24575,'6'-4'0,"-1"-1"0,1 1 0,1 0 0,-1 1 0,0-1 0,1 1 0,10-3 0,-14 5 0,0 1 0,0-1 0,0 1 0,-1 0 0,1-1 0,0 1 0,0 1 0,0-1 0,0 0 0,0 1 0,-1-1 0,1 1 0,0 0 0,0 0 0,-1 0 0,1 1 0,0-1 0,-1 0 0,0 1 0,1 0 0,3 3 0,0 2 0,1 0 0,-2 0 0,1 0 0,-1 1 0,0 0 0,-1 0 0,1 0 0,-2 1 0,6 14 0,0 11 0,7 41 0,-12-56 0,8 59 0,-7-37 0,11 40 0,-7-50 0,0-1 0,15 32 0,-19-52 0,0-1 0,0 1 0,1-1 0,0 0 0,1-1 0,0 0 0,0 0 0,1 0 0,16 12 0,-23-19 0,0-1 0,0 1 0,0 0 0,0-1 0,0 1 0,0 0 0,-1 0 0,1-1 0,0 1 0,-1 0 0,1 0 0,0 0 0,-1 0 0,1 0 0,-1 0 0,0 0 0,1 0 0,-1 0 0,0 0 0,1 1 0,-2-1 0,1 0 0,0 0 0,0 0 0,-1 0 0,1-1 0,-1 1 0,1 0 0,-1 0 0,1-1 0,-1 1 0,1 0 0,-1-1 0,0 1 0,1-1 0,-1 1 0,0-1 0,0 1 0,1-1 0,-1 1 0,0-1 0,0 1 0,0-1 0,1 0 0,-1 0 0,0 1 0,-1-1 0,-8 2-73,0 0 0,0-1 0,0 0-1,1-1 1,-14-1 0,11 1-853,-1 0-5900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17 24575,'-1'-2'0,"0"1"0,0-1 0,0 1 0,0 0 0,0 0 0,-1-1 0,1 1 0,0 0 0,-1 0 0,1 0 0,-3-1 0,4 2 0,0 0 0,0 0 0,-1 0 0,1 0 0,0 0 0,-1 0 0,1 0 0,0 0 0,0 0 0,-1 0 0,1 0 0,0 0 0,-1 0 0,1 0 0,0 0 0,0 0 0,-1 0 0,1 0 0,0 0 0,0 1 0,-1-1 0,1 0 0,0 0 0,0 0 0,0 0 0,-1 1 0,1-1 0,-1 1 0,1 0 0,-1 0 0,1-1 0,0 1 0,-1 0 0,1 0 0,0 0 0,0 0 0,0 0 0,-1 0 0,1 0 0,0 1 0,1 15 0,1 0 0,0 0 0,1 0 0,6 18 0,-2-2 0,12 53 0,50 139 0,-69-224 0,3 6 0,-1-1 0,1 0 0,0 0 0,0 0 0,5 5 0,-8-10 0,1-1 0,0 1 0,-1 0 0,1-1 0,-1 1 0,1 0 0,0-1 0,0 1 0,-1-1 0,1 1 0,0-1 0,0 0 0,0 1 0,-1-1 0,1 0 0,0 1 0,0-1 0,0 0 0,0 0 0,0 0 0,0 0 0,0 0 0,-1 0 0,1 0 0,0 0 0,0 0 0,0 0 0,0 0 0,0-1 0,0 1 0,0 0 0,-1-1 0,1 1 0,0 0 0,0-1 0,0 1 0,-1-1 0,1 0 0,0 1 0,-1-1 0,1 1 0,0-1 0,-1 0 0,1 0 0,0 0 0,69-83 0,-68 82 0,0-1 0,0 1 0,0 0 0,0 0 0,1-1 0,-1 2 0,1-1 0,-1 0 0,1 0 0,-1 1 0,1 0 0,0-1 0,0 1 0,0 0 0,0 0 0,0 1 0,0-1 0,0 1 0,0-1 0,0 1 0,0 0 0,0 0 0,0 0 0,0 1 0,0-1 0,0 1 0,0-1 0,0 1 0,0 0 0,0 0 0,0 1 0,0-1 0,-1 1 0,1-1 0,-1 1 0,1 0 0,-1 0 0,1 0 0,-1 0 0,0 0 0,0 0 0,2 4 0,3 5-170,0 0-1,-1 0 0,0 1 1,-1 0-1,0 0 0,-1 1 1,3 16-1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328 117 24575,'-10'-7'0,"-87"-54"0,79 51 0,-1 0 0,-1 2 0,-27-9 0,43 16 0,-1 0 0,1 0 0,0 1 0,0 0 0,0 0 0,0 0 0,-1 0 0,1 1 0,0 0 0,0 0 0,0 0 0,0 0 0,0 0 0,0 1 0,0 0 0,1 0 0,-1 0 0,1 0 0,-1 0 0,1 1 0,0 0 0,0 0 0,0-1 0,0 2 0,0-1 0,1 0 0,-1 1 0,1-1 0,0 1 0,0-1 0,0 1 0,1 0 0,-3 8 0,3-9 0,1 0 0,0 0 0,0-1 0,0 1 0,0 0 0,1 0 0,-1 0 0,1 0 0,0 0 0,-1-1 0,1 1 0,2 3 0,20 34 0,-11-19 0,-1 1 0,-1 0 0,0 1 0,-2 0 0,-1 0 0,5 28 0,5 67 0,-12-75 0,2 1 0,14 47 0,-20-86 0,1 0 0,0 1 0,1-1 0,-1 0 0,1 0 0,0-1 0,0 1 0,1-1 0,7 9 0,-9-12 0,-1 0 0,0 0 0,1 0 0,-1 0 0,1 0 0,-1 0 0,1 0 0,-1-1 0,1 1 0,-1 0 0,1-1 0,0 0 0,0 1 0,-1-1 0,1 0 0,0 0 0,-1 0 0,1 0 0,0 0 0,0 0 0,-1 0 0,1 0 0,0-1 0,-1 1 0,1-1 0,0 0 0,-1 1 0,1-1 0,-1 0 0,1 0 0,-1 0 0,1 0 0,-1 0 0,3-2 0,13-15-1365,-11 9-5461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24575,'1'15'0,"0"0"0,1-1 0,0 1 0,1-1 0,1 0 0,7 21 0,-10-32 0,1 0 0,-1-1 0,1 1 0,-1 0 0,1-1 0,0 1 0,0-1 0,0 0 0,0 0 0,0 1 0,1-1 0,-1-1 0,1 1 0,-1 0 0,1-1 0,-1 1 0,1-1 0,0 0 0,0 0 0,0 0 0,0 0 0,0 0 0,0-1 0,0 1 0,0-1 0,0 0 0,0 0 0,0 0 0,0 0 0,0 0 0,0-1 0,0 0 0,0 1 0,0-1 0,0 0 0,0 0 0,0-1 0,-1 1 0,1-1 0,0 1 0,-1-1 0,1 0 0,-1 0 0,0 0 0,0 0 0,1 0 0,-1-1 0,-1 1 0,1 0 0,0-1 0,-1 0 0,1 1 0,-1-1 0,2-4 0,0-20 0,-4 25 0,1-1 0,0 0 0,1 0 0,-1 0 0,0 0 0,1 0 0,0 0 0,-1 0 0,1 0 0,0 0 0,2-2 0,-3 4 0,1 1 0,-1 0 0,0 0 0,1-1 0,-1 1 0,0 0 0,1 0 0,-1 0 0,0 0 0,0 0 0,1 0 0,-1-1 0,1 1 0,-1 0 0,0 0 0,1 0 0,-1 0 0,0 0 0,1 0 0,-1 0 0,0 1 0,1-1 0,-1 0 0,0 0 0,1 0 0,-1 0 0,0 0 0,1 0 0,-1 1 0,0-1 0,0 0 0,1 0 0,-1 0 0,1 1 0,10 10 0,-8-8 0,22 23 0,-17-17 0,0 0 0,1 0 0,1-1 0,-1 0 0,18 10 0,-15-11 40,0-1 0,20 7 0,-27-11-175,0-1 0,0 0 0,-1 0 0,2 0 0,-1 0 0,0-1 0,0 0 0,0 0 0,0-1 0,5 0 0,2-2-6691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30 24575,'-27'-5'0,"-11"-1"0,-5 0 0,3 1 0,6 1 0,4 2 0,4 1 0,5 3 0,0 1 0,2 0 0,4 0-8191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1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24575,'68'237'0,"-60"-209"0,55 184 0,-62-210-91,0 1 0,0 0 0,0 0 0,0 0 0,0-1 0,1 1 0,-1-1 0,1 1 0,-1-1 0,1 1 0,0-1 0,0 0 0,0 0 0,4 3 0,2-2-6735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2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0 24575,'-23'1'0,"-35"4"0,50-4 0,0 0 0,0 1 0,0 1 0,0-1 0,0 1 0,0 1 0,-11 6 0,17-9 0,0 1 0,0-1 0,1 1 0,-1-1 0,1 1 0,-1 0 0,1-1 0,0 1 0,0 0 0,-1 0 0,1 0 0,1 0 0,-1 0 0,0 0 0,0 0 0,1 0 0,-1 1 0,1-1 0,0 0 0,0 0 0,-1 0 0,1 1 0,1-1 0,-1 0 0,0 0 0,1 0 0,-1 1 0,1-1 0,1 3 0,-1-1 0,0 0 0,1 0 0,0-1 0,0 1 0,0 0 0,0-1 0,1 0 0,0 1 0,-1-1 0,1 0 0,0 0 0,0 0 0,1-1 0,6 5 0,1-2 0,0-1 0,0 0 0,1 0 0,0-1 0,0-1 0,22 2 0,77-3 0,-70-2 0,-21 1 0,28-1 0,-45 1 0,1 0 0,0-1 0,0 0 0,-1 0 0,1 0 0,-1 0 0,1-1 0,-1 1 0,6-4 0,-8 4-59,-1 1 0,0 0-1,1-1 1,-1 1-1,1 0 1,-1-1 0,0 1-1,1-1 1,-1 1 0,0-1-1,1 1 1,-1-1 0,0 1-1,0-1 1,0 1-1,1-1 1,-1 1 0,0-1-1,0 0 1,0 1 0,0-1-1,0 0 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12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24575,'27'-12'0,"-1"1"0,45-11 0,-64 20 0,2 0 0,-1 1 0,0 0 0,0 1 0,0-1 0,0 2 0,0-1 0,1 1 0,-1 0 0,0 1 0,0 0 0,0 0 0,14 6 0,-1 2 0,-14-7 0,-1 0 0,0 0 0,1 0 0,9 9 0,-14-11 0,0 1 0,0 0 0,0 0 0,-1 0 0,1 0 0,-1 0 0,0 1 0,0-1 0,1 0 0,-1 1 0,-1-1 0,1 0 0,0 1 0,0-1 0,-1 1 0,0 0 0,1 3 0,-1 10 0,-1 0 0,-1 0 0,-3 19 0,1-14 0,-1 23 0,5-19 0,1 1 0,1 0 0,1 0 0,7 29 0,1-15 0,29 71 0,3-28 0,-5-15 0,-37-65 0,0-1 0,0 0 0,0 1 0,0 0 0,0-1 0,-1 1 0,1 0 0,-1-1 0,0 1 0,0 0 0,0-1 0,0 1 0,0 0 0,0 0 0,-1-1 0,1 1 0,-2 3 0,1-4 0,0 0 0,-1 0 0,1 0 0,-1 0 0,1 0 0,-1 0 0,0 0 0,1-1 0,-1 1 0,0-1 0,0 1 0,0-1 0,-1 0 0,1 0 0,0 0 0,0 0 0,-1 0 0,1 0 0,-3 0 0,-107 27-1365,100-26-5461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 24575,'0'0'0,"-1"-1"0,1 1 0,-1 0 0,0-1 0,1 1 0,-1 0 0,0 0 0,1 0 0,-1-1 0,0 1 0,1 0 0,-1 0 0,0 0 0,1 0 0,-1 0 0,0 0 0,1 0 0,-1 1 0,0-1 0,1 0 0,-1 0 0,0 0 0,1 1 0,-1-1 0,1 0 0,-2 1 0,1 0 0,0 0 0,0 1 0,1-1 0,-1 0 0,0 0 0,1 0 0,-1 1 0,0-1 0,1 0 0,-1 0 0,1 1 0,-1 1 0,1 3 0,-1-1 0,1 1 0,-1-1 0,2 1 0,0 10 0,3 1 0,1 0 0,1 0 0,13 30 0,32 44 0,-40-72 0,52 94 0,-61-111-1365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4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621 46 24575,'-184'-36'0,"140"31"0,1 2 0,-57 2 0,76 4 6,1 1 1,-1 1-1,1 1 0,0 1 0,-25 11 0,-23 7-1408,57-21-5424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 24575,'-62'-2'0,"23"1"0,-69 6 0,106-5 0,0 0 0,0 1 0,1-1 0,-1 0 0,0 1 0,0-1 0,0 1 0,0 0 0,1 0 0,-1 0 0,0 0 0,0 0 0,1 0 0,-1 0 0,1 0 0,-1 0 0,1 1 0,-2 1 0,3-2 0,-1 1 0,1 0 0,-1-1 0,1 1 0,0-1 0,-1 1 0,1-1 0,0 1 0,0 0 0,0-1 0,0 1 0,1 0 0,-1-1 0,0 1 0,1-1 0,-1 1 0,1-1 0,-1 1 0,1-1 0,0 1 0,0-1 0,1 2 0,2 4 0,1 0 0,0 0 0,1-1 0,0 1 0,0-1 0,0-1 0,0 1 0,1-1 0,13 7 0,-4-2 0,1-2 0,0 0 0,25 8 0,-41-16 0,20 7 0,38 7 0,-54-13 0,0 0 0,0-1 0,1 0 0,-1 1 0,0-2 0,0 1 0,0 0 0,0-1 0,0 0 0,0-1 0,0 1 0,0-1 0,8-3 0,-12 4 0,0 0 0,1 0 0,-1 0 0,0 0 0,0 0 0,0 0 0,0 0 0,0-1 0,0 1 0,0 0 0,0-1 0,-1 1 0,1 0 0,0-1 0,-1 1 0,1-1 0,-1 1 0,0-1 0,1 1 0,-1-1 0,0 0 0,0 1 0,0-1 0,0 1 0,0-1 0,0 1 0,-1-1 0,1 1 0,0-1 0,-1 1 0,0-3 0,-2-4 0,-1 0 0,0 0 0,-1 0 0,-6-10 0,5 9 0,1 2 0,1-1 0,-1 0 0,-12-13 0,29 46 0,-4-12-151,1-1-1,0-1 0,1 0 0,0 0 1,1-1-1,0 0 0,0-1 1,22 13-1,-21-16-6674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24575,'15'27'0,"7"14"0,2 4 0,2 1 0,0-4 0,-3-4 0,-3-3 0,-2-3 0,-2-1 0,-1-5 0,-3-1 0,-1-2 0,0-3 0,-2-3 0,0-3 0,-2-2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6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56 24575,'-10'6'0,"-2"2"0,-19 16 0,28-21 0,0-1 0,1 0 0,-1 1 0,1 0 0,0 0 0,0 0 0,0 0 0,0 0 0,1 0 0,-1 0 0,1 1 0,-2 3 0,3-5 0,0-1 0,0 1 0,0 0 0,0-1 0,0 1 0,0-1 0,0 1 0,1 0 0,-1-1 0,0 1 0,1-1 0,0 1 0,-1-1 0,1 1 0,0-1 0,0 1 0,-1-1 0,1 0 0,0 1 0,0-1 0,1 0 0,-1 0 0,0 0 0,0 0 0,1 0 0,-1 0 0,0 0 0,1 0 0,-1-1 0,1 1 0,1 0 0,6 3 0,0-1 0,0 0 0,19 2 0,-26-4 0,40 4 0,1-2 0,82-4 0,-110 0 0,1-1 0,-1 0 0,1-1 0,28-10 0,-39 11 0,1 0 0,0 0 0,-1-1 0,0 0 0,1 0 0,-1 0 0,0-1 0,-1 1 0,1-1 0,-1 0 0,1-1 0,-1 1 0,-1-1 0,1 0 0,5-9 0,-8 12 0,0-1 0,0 0 0,0 1 0,-1-1 0,1 0 0,-1 0 0,1 1 0,-1-1 0,0 0 0,0 0 0,0 0 0,-1 0 0,1 1 0,0-1 0,-1 0 0,0 0 0,-1-3 0,0 2 0,0 1 0,0-1 0,0 0 0,0 1 0,-1 0 0,0-1 0,1 1 0,-1 0 0,0 0 0,-1 1 0,-3-4 0,4 4 0,0 0 0,0 0 0,0 0 0,-1 0 0,1 1 0,-1-1 0,1 1 0,-1 0 0,1 0 0,-1 0 0,0 0 0,1 1 0,-1 0 0,0-1 0,0 1 0,1 1 0,-1-1 0,0 0 0,1 1 0,-1 0 0,0 0 0,1 0 0,-1 0 0,1 1 0,-1-1 0,1 1 0,-5 3 0,4-1 0,0 0 0,0-1 0,1 1 0,0 1 0,-1-1 0,2 1 0,-1-1 0,0 1 0,1 0 0,0 0 0,0 0 0,1 0 0,-1 0 0,1 0 0,0 0 0,0 0 0,1 1 0,0-1 0,0 0 0,0 1 0,0-1 0,1 0 0,0 1 0,0-1 0,0 0 0,1 0 0,0 0 0,0 0 0,0 0 0,0 0 0,1-1 0,0 1 0,6 6 0,-2-3 0,1 0 0,0-1 0,1 0 0,0-1 0,0 0 0,0 0 0,1-1 0,0 0 0,0-1 0,0 0 0,15 4 0,-8-4 0,1 0 0,0-2 0,0 0 0,1 0 0,-1-2 0,20-2 0,-33 2 30,1-1 0,0 0 0,10-3 0,-15 3-92,0 1 0,0 0 0,1-1 0,-1 1 1,0-1-1,0 0 0,0 1 0,0-1 0,0 0 0,0 0 0,0 0 0,0 1 1,0-1-1,0 0 0,0 0 0,0 0 0,-1-1 0,1 1 0,-1 0 0,1 0 1,0 0-1,-1 0 0,1-2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183 163 24575,'7'37'0,"21"89"0,-22-106 0,1 0 0,1-1 0,0 0 0,14 22 0,-15-30 0,0 0 0,0 0 0,2-1 0,12 14 0,-58-63 0,1-2 0,-38-57 0,36 45 0,-2-4 0,-33-67 0,69 118 0,1 0 0,0 0 0,1 0 0,-1 0 0,1-1 0,0 1 0,-1-11 0,3 16 0,0-1 0,0 1 0,0-1 0,0 1 0,0-1 0,1 1 0,-1-1 0,0 1 0,1-1 0,-1 1 0,1-1 0,-1 1 0,1 0 0,0-1 0,0 1 0,-1 0 0,1-1 0,0 1 0,0 0 0,0 0 0,1 0 0,-1 0 0,0 0 0,0 0 0,0 0 0,1 1 0,-1-1 0,0 0 0,1 1 0,-1-1 0,1 1 0,-1-1 0,1 1 0,-1-1 0,1 1 0,-1 0 0,1 0 0,1 0 0,8 0 0,-1 0 0,1 0 0,-1 1 0,0 0 0,0 1 0,1 0 0,-1 1 0,0 0 0,12 6 0,13 8 0,38 22 0,-50-25 0,12 6 0,42 32 0,-65-42 0,0 0 0,0 1 0,-1 0 0,-1 0 0,0 1 0,13 20 0,-21-29 0,0 1 0,0-1 0,-1 1 0,1-1 0,-1 1 0,1-1 0,-1 1 0,0 0 0,-1 0 0,1-1 0,-1 1 0,1 0 0,-1 0 0,-1 0 0,1 0 0,0 0 0,-1-1 0,0 1 0,0 0 0,0 0 0,0-1 0,0 1 0,-1-1 0,0 1 0,0-1 0,0 0 0,0 1 0,0-1 0,0 0 0,-1 0 0,0-1 0,1 1 0,-1 0 0,0-1 0,-5 3 0,0 0 0,-1 0 0,0 0 0,0-1 0,0-1 0,0 1 0,-1-1 0,1-1 0,-1 0 0,-14 1 0,-11-1 0,-46-2 0,49-1 0,-1-3-1365,22 1-5461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24575,'14'17'0,"6"8"0,1 3 0,-3-2 0,-2-2 0,-3-3 0,-2-3 0,-3-1 0,0-4 0,-1-2 0,-3-1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7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434 88 24575,'-29'-13'0,"-15"-3"0,-5 0 0,1 4 0,7 0 0,4 4 0,5 2 0,5 2 0,1 5 0,4 1 0,3 4 0,2 0 0,1 2 0,1-1 0,4 2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24575,'22'27'0,"9"11"0,1 2 0,-4-1 0,-6-4 0,-5-7 0,-5-5 0,-2-4 0,-3-2 0,-4-5 0,-4-7 0,-4-4 0,0-4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24575,'32'-10'0,"13"-3"0,3 1 0,-3 2 0,-7 0 0,-6 3 0,-5 1 0,-5 3 0,-4 1 0,-4 4 0,-8 1 0,-7 3 0,-9 0 0,-4-1 0,-3 2 0,2-1-8191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24575,'27'8'0,"11"2"0,2-1 0,-1-2 0,-5-1 0,-5-3 0,-6-4 0,-4-1 0,-3-1 0,-1 0 0,1-2 0,1 1 0,-1-1 0,-2 0 0,-4 0-8191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8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24575,'8'22'0,"4"12"0,1 3 0,0-3 0,-2-4 0,-3-5 0,0-2 0,-2-2 0,1-2 0,-1-3 0,1-3 0,0-6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29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555 42 24575,'-10'-10'0,"-8"-1"0,-3 2 0,-6 2 0,-3 2 0,-2 5 0,-2 2 0,-3 1 0,-2 2 0,-2 1 0,-5-2 0,0 0 0,-4 1 0,3-1 0,4 0 0,10-1-8191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2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854 67 24575,'45'-14'0,"113"-30"0,-132 38 0,-22 4 0,-18 4 0,-27 3 0,0-2 0,-71-3 0,44-2 0,-155 11 0,-84 31 0,115-7 0,154-30 0,30-3 0,0 0 0,0 1 0,-14 3 0,22-4 0,0 0 0,0 0 0,-1 0 0,1 0 0,0 0 0,0 0 0,0 0 0,-1 0 0,1 0 0,0 0 0,0 0 0,0 0 0,0 0 0,-1 0 0,1 0 0,0 1 0,0-1 0,0 0 0,0 0 0,-1 0 0,1 0 0,0 0 0,0 0 0,0 1 0,0-1 0,0 0 0,0 0 0,0 0 0,-1 0 0,1 0 0,0 1 0,0-1 0,0 0 0,0 0 0,0 0 0,0 1 0,0-1 0,0 0 0,0 0 0,0 0 0,0 1 0,8 4 0,14 2 0,253 47 0,-223-42 0,208 55 0,-248-64 0,-1 1 0,-1 0 0,1 1 0,-1 1 0,1-1 0,10 10 0,-18-13 0,-1-1 0,0 1 0,0 0 0,-1 0 0,1 0 0,0 0 0,-1 1 0,1-1 0,-1 0 0,0 1 0,0-1 0,0 1 0,2 4 0,-3-5 0,0 1 0,0-1 0,0 0 0,0 1 0,-1-1 0,1 0 0,0 1 0,-1-1 0,0 0 0,0 0 0,1 1 0,-1-1 0,0 0 0,-1 0 0,1 0 0,0 0 0,-1 0 0,-2 2 0,-3 4 0,0-2 0,0 1 0,-1-1 0,0 0 0,0 0 0,-13 6 0,-58 24 0,43-21 0,-19 11 0,2 3 0,1 2 0,-52 42 0,-12 5 0,115-78 0,1 0 0,-1 1 0,0-1 0,0 1 0,1 0 0,-1-1 0,0 1 0,1-1 0,-1 1 0,1 0 0,-1-1 0,1 1 0,-1 0 0,1 0 0,0 0 0,-1-1 0,1 1 0,0 0 0,-1 0 0,1 0 0,0 1 0,0-1 0,0 0 0,1-1 0,-1 1 0,0 0 0,1-1 0,-1 1 0,0 0 0,1-1 0,-1 1 0,1-1 0,-1 1 0,1-1 0,0 1 0,-1-1 0,1 1 0,-1-1 0,1 1 0,0-1 0,0 1 0,6 1 0,-1 1 0,1-1 0,0 0 0,7 0 0,-13-1 0,54 6 0,-1-3 0,96-3 0,-77-2 0,35-2 0,1-5 0,-1-4 0,111-29 0,-211 39-120,-4 1-57,1 0-1,-1 0 0,1 0 0,0 1 0,-1 0 0,10 0 0,-5 2-6648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3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24575,'0'15'0,"1"0"0,4 26 0,-4-36 0,1 0 0,-1 0 0,0 0 0,1 0 0,0 0 0,0 0 0,1-1 0,-1 1 0,1-1 0,0 0 0,0 0 0,1 0 0,3 4 0,-7-8 0,1 1 0,-1-1 0,0 0 0,0 0 0,1 0 0,-1 1 0,0-1 0,1 0 0,-1 0 0,0 0 0,1 0 0,-1 1 0,0-1 0,1 0 0,-1 0 0,1 0 0,-1 0 0,0 0 0,1 0 0,-1 0 0,0 0 0,1 0 0,-1 0 0,1 0 0,-1 0 0,0-1 0,1 1 0,-1 0 0,0 0 0,1 0 0,-1 0 0,0-1 0,1 1 0,-1 0 0,0 0 0,0-1 0,1 1 0,-1 0 0,0 0 0,0-1 0,1 1 0,-1 0 0,0-1 0,0 1 0,0 0 0,0-1 0,1 1 0,-1 0 0,0-1 0,0 1 0,0 0 0,0-1 0,0 1 0,0-1 0,0 1 0,0-1 0,2-24 0,-2 24 0,-1-29 0,0 23 0,1 0 0,-1 0 0,2 0 0,-1 0 0,1 0 0,-1 0 0,2 1 0,2-10 0,-3 15 0,-1-1 0,1 1 0,0-1 0,0 1 0,0-1 0,0 1 0,1 0 0,-1 0 0,0 0 0,0-1 0,1 1 0,-1 1 0,1-1 0,-1 0 0,1 0 0,-1 0 0,1 1 0,0-1 0,-1 1 0,1-1 0,0 1 0,-1 0 0,1 0 0,0-1 0,-1 1 0,1 0 0,0 1 0,-1-1 0,3 0 0,4 2 0,0-1 0,0 1 0,0 1 0,13 5 0,1 3 0,38 25 0,-3-2 0,-40-25 0,1 1 0,-2 1 0,0 0 0,0 1 0,18 18 0,-33-29-114,0 0 1,0 0-1,0 0 0,-1 0 0,1 0 1,0 0-1,-1 0 0,1 0 0,-1 0 1,1 0-1,0 2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5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30 24575,'279'-15'0,"-266"15"0,0-1 0,20-5 0,-19 3 0,25-1 0,27 4 0,-66 0 0,0 0 0,0 0 0,0 0 0,0 0 0,0 0 0,0 0 0,0 0 0,0 0 0,0 0 0,0 0 0,0 0 0,0 0 0,0 1 0,0-1 0,0 0 0,0 0 0,0 0 0,0 0 0,0 0 0,0 0 0,0 0 0,0 0 0,0 0 0,0 0 0,0 0 0,0 0 0,0 0 0,0 0 0,0 0 0,0 0 0,0 0 0,0 0 0,0 0 0,0 0 0,0 0 0,0 0 0,0 0 0,0 1 0,0-1 0,0 0 0,0 0 0,0 0 0,0 0 0,0 0 0,0 0 0,1 0 0,-1 0 0,0 0 0,0 0 0,0 0 0,0 0 0,0 0 0,0 0 0,0 0 0,0 0 0,0 0 0,-7 3 0,-9 3 0,-237 20 0,201-22 0,-78-2 0,8-1 0,52 8 0,30-3 0,38-6 0,-1 0 0,1 1 0,-1 0 0,1-1 0,-1 1 0,1 0 0,0 0 0,0 0 0,-1 1 0,1-1 0,-2 2 0,4-3 0,-1 1 0,1-1 0,-1 1 0,1-1 0,0 1 0,-1-1 0,1 1 0,0-1 0,-1 1 0,1-1 0,0 1 0,0-1 0,0 1 0,0-1 0,-1 1 0,1-1 0,0 1 0,0 0 0,0-1 0,0 2 0,1-1 0,-1 0 0,0 0 0,1 0 0,-1 0 0,1 0 0,-1-1 0,1 1 0,0 0 0,-1 0 0,1 0 0,0-1 0,-1 1 0,1 0 0,0 0 0,1 0 0,11 6 0,-1 0 0,1-1 0,0-1 0,0 0 0,22 5 0,-9-2 0,11 3 0,81 28 0,-98-31 0,0 1 0,0 1 0,29 19 0,-46-27 0,0 1 0,0-1 0,0 0 0,-1 1 0,1 0 0,-1-1 0,1 1 0,-1 0 0,0 0 0,0 1 0,0-1 0,2 7 0,-3-7 0,-1-1 0,1 1 0,-1-1 0,0 1 0,0 0 0,0-1 0,0 1 0,0 0 0,0-1 0,-1 1 0,0-1 0,1 1 0,-1-1 0,0 1 0,0-1 0,0 1 0,-1-1 0,1 0 0,-2 3 0,-5 6 0,0-1 0,-1 0 0,0 0 0,-12 9 0,-45 32 0,3-3 0,31-21 0,2-1 0,-36 37 0,62-58 0,-5 4 0,0 1 0,1 0 0,-12 21 0,20-30 0,-1-1 0,1 1 0,0-1 0,0 1 0,0-1 0,-1 1 0,1-1 0,0 1 0,0-1 0,0 1 0,0 0 0,0-1 0,0 1 0,0-1 0,0 1 0,0-1 0,0 1 0,0 0 0,1-1 0,-1 1 0,0-1 0,0 1 0,0-1 0,1 1 0,-1-1 0,0 1 0,1-1 0,-1 1 0,0-1 0,1 0 0,-1 1 0,1-1 0,-1 1 0,1-1 0,-1 0 0,1 1 0,-1-1 0,1 0 0,-1 0 0,1 1 0,-1-1 0,1 0 0,-1 0 0,1 0 0,-1 0 0,1 0 0,0 0 0,0 0 0,5 1 0,0 0 0,1-1 0,9 0 0,-11 0 0,293-10 0,26 4 0,-304 8-1365,-4 2-5461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6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24575,'1'16'0,"0"0"0,1 0 0,1 0 0,0 0 0,1-1 0,11 27 0,70 127 0,-65-132 0,-19-36-136,0 1-1,-1 0 1,1-1-1,0 1 1,-1 0-1,1-1 1,-1 1-1,0 0 0,1 3 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6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 24575,'-16'6'0,"0"1"0,1 1 0,0 0 0,0 1 0,-24 20 0,38-28 0,0 0 0,-1 1 0,1-1 0,0 0 0,0 1 0,0-1 0,0 1 0,0-1 0,0 1 0,0 0 0,0 0 0,1-1 0,-1 1 0,0 0 0,1 0 0,0-1 0,-1 1 0,1 0 0,0 0 0,0 0 0,0 0 0,0 0 0,1-1 0,-1 1 0,0 0 0,1 0 0,0 3 0,1-3 0,-1 1 0,1-1 0,0 0 0,-1 1 0,1-1 0,0 0 0,0 0 0,0 0 0,1 0 0,-1 0 0,0-1 0,1 1 0,-1-1 0,1 0 0,0 1 0,-1-1 0,4 1 0,12 2 0,1-1 0,0-1 0,0 0 0,0-2 0,31-2 0,-6 1 0,27 2 0,60-3 0,-117 0-1365,-4-1-5461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8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24575,'4'0'0,"0"1"0,0 0 0,0 1 0,0-1 0,0 1 0,0 0 0,-1-1 0,1 2 0,4 2 0,8 5 0,76 44 0,-12-7 0,4-4 44,46 26-1453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8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24575,'-10'17'0,"-6"8"0,-2 3 0,2-2 0,1-2 0,0-3 0,1-3 0,0-4 0,0-2 0,3-1 0,0 1 0,-1-3 0,1 1 0,-2-2 0,2-3-8191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0 24575,'-20'0'0,"-36"6"0,49-5 0,1 0 0,-1 0 0,1 1 0,0 0 0,0 1 0,0-1 0,0 1 0,0 0 0,-8 6 0,13-7 0,-1-1 0,0 1 0,1 0 0,-1-1 0,1 1 0,0 0 0,-1 0 0,1 0 0,0 0 0,0 0 0,1 1 0,-1-1 0,0 0 0,1 0 0,-1 1 0,1-1 0,0 0 0,-1 0 0,1 1 0,0-1 0,1 0 0,-1 1 0,0-1 0,1 0 0,-1 1 0,1-1 0,0 0 0,1 4 0,4 6 0,-1-1 0,2 0 0,-1-1 0,10 12 0,-8-12 0,4 7 0,0 1 0,13 27 0,-21-36 0,-1 0 0,0 0 0,0 1 0,-1-1 0,0 1 0,0-1 0,0 16 0,-3 18 0,-2 0 0,-11 51 0,4-25 0,9-65 0,1 0 0,-1 1 0,1-1 0,0 0 0,1 1 0,-1-1 0,1 0 0,0 1 0,0-1 0,0 0 0,3 7 0,-2-8 0,0 0 0,-1 0 0,1-1 0,0 1 0,1-1 0,-1 1 0,0-1 0,1 0 0,-1 0 0,1 0 0,0 0 0,-1-1 0,1 1 0,0-1 0,0 1 0,5 0 0,4 1 0,1-1 0,0 0 0,0-1 0,0 0 0,-1-1 0,22-2 0,4 0 0,-34 2 9,0 0 1,1 0-1,-1-1 0,0 0 0,0 1 1,1-2-1,-1 1 0,0 0 0,0-1 0,0 0 1,0 0-1,5-3 0,-7 3-92,1 0 1,-1 0-1,0-1 1,0 1-1,0-1 1,0 1-1,0-1 1,-1 0-1,1 1 1,-1-1-1,0 0 1,0 0-1,0 0 1,0 0-1,0 0 1,-1-1-1,1-4 1,0-4-6744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24575,'0'-1'0,"0"1"0,0-1 0,0 1 0,0 0 0,0-1 0,-1 1 0,1-1 0,0 1 0,0 0 0,-1-1 0,1 1 0,0 0 0,-1-1 0,1 1 0,0 0 0,-1 0 0,1-1 0,0 1 0,-1 0 0,1 0 0,-1 0 0,-3 5 0,2 17 0,4 18 0,2-1 0,12 59 0,-12-76 0,5 18 0,2-1 0,1 0 0,33 70 0,-22-65-1365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39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0 24575,'-16'13'0,"-38"33"0,49-41 0,0 0 0,1 0 0,-1 1 0,1-1 0,0 1 0,1 0 0,-6 12 0,8-16 0,1 0 0,-1 0 0,0 0 0,1 0 0,0 1 0,-1-1 0,1 0 0,0 0 0,0 0 0,0 0 0,0 0 0,1 1 0,-1-1 0,1 0 0,-1 0 0,1 0 0,0 0 0,-1 0 0,3 2 0,-1-1 0,0 0 0,0 0 0,0-1 0,1 1 0,-1-1 0,1 0 0,0 0 0,0 0 0,0 0 0,6 3 0,3 0 0,1 0 0,-1-1 0,1 0 0,27 3 0,-2-3 0,0-2 0,66-4 0,-98 1 15,-1 1 0,1-1 0,-1 0 0,1-1 0,-1 1 0,1-1 0,7-4 0,-12 5-70,1 1 0,0-1 0,-1 0 0,1-1 0,-1 1 0,1 0 0,-1 0 0,0-1 0,0 1 0,1 0 0,-1-1 0,0 1 0,0-1 0,-1 0 0,1 1 0,0-1 0,0 0 0,-1 0 0,1 1 0,-1-1 0,1 0 0,-1 0 0,0 0 0,0 0 0,0 1 0,0-3 0,-2-9-6771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24575,'6'-10'0,"0"0"0,0 0 0,1 1 0,1 0 0,-1 0 0,12-9 0,-17 15 0,1 1 0,0 0 0,0 0 0,-1 1 0,1-1 0,1 0 0,-1 1 0,0 0 0,0 0 0,0 0 0,1 0 0,-1 0 0,0 1 0,1-1 0,-1 1 0,1 0 0,-1 0 0,0 0 0,1 1 0,-1-1 0,0 1 0,1 0 0,-1 0 0,0 0 0,5 2 0,6 5 0,21 13 0,8 5 0,-42-25 0,1 0 0,0 1 0,0-1 0,-1 0 0,1 1 0,0-1 0,-1 1 0,0 0 0,1-1 0,-1 1 0,0 0 0,0 0 0,0 0 0,0 0 0,0 0 0,0 0 0,-1 0 0,1 0 0,0 0 0,-1 0 0,0 0 0,0 0 0,0 0 0,1 1 0,-2-1 0,1 0 0,0 2 0,-2 8 0,-1 0 0,1 0 0,-9 19 0,4-10 0,0 4 0,2 1 0,0 0 0,-1 40 0,8 80 0,-1-133 0,0 1 0,1-1 0,1 0 0,0 1 0,1-1 0,0 0 0,1-1 0,0 1 0,1-1 0,1 0 0,0-1 0,0 1 0,1-1 0,10 10 0,-17-20 0,0 0 0,0 0 0,0 0 0,0 0 0,0 0 0,0 0 0,-1 0 0,1 0 0,0 0 0,-1 1 0,1-1 0,-1 0 0,1 1 0,-1-1 0,1 0 0,-1 1 0,0-1 0,0 1 0,0-1 0,0 0 0,0 1 0,0-1 0,0 0 0,0 1 0,-1 1 0,0-2 0,0 1 0,0-1 0,0 1 0,0-1 0,-1 0 0,1 0 0,0 1 0,-1-1 0,1 0 0,-1 0 0,1 0 0,-1-1 0,1 1 0,-1 0 0,0 0 0,1-1 0,-1 1 0,0-1 0,-2 1 0,-62 8-1365,50-6-5461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1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39 24575,'-4'-5'0,"-14"-17"0,17 21 0,-1 0 0,1 0 0,0 0 0,-1 0 0,1 0 0,0 0 0,-1 0 0,1 0 0,-1 1 0,0-1 0,1 0 0,-1 1 0,-2-1 0,4 1 0,0 0 0,-1 0 0,1 0 0,0 0 0,-1 0 0,1 0 0,0 0 0,-1 0 0,1 1 0,0-1 0,-1 0 0,1 0 0,0 0 0,-1 0 0,1 1 0,0-1 0,-1 0 0,1 0 0,0 0 0,0 1 0,-1-1 0,1 0 0,0 1 0,0-1 0,0 0 0,-1 1 0,1-1 0,0 0 0,0 1 0,0-1 0,0 0 0,0 1 0,0-1 0,0 0 0,0 1 0,-1-1 0,1 0 0,0 1 0,1-1 0,-1 1 0,2 16 0,-1-15 0,44 146 0,-21-77 0,5 23 0,19 116 0,-44-177 0,-4-22 0,2-1 0,1 12 0,-3-21 0,0-1 0,1 0 0,-1 1 0,0-1 0,0 0 0,0 1 0,0-1 0,0 0 0,0 1 0,0-1 0,0 0 0,1 1 0,-1-1 0,0 0 0,0 0 0,0 1 0,1-1 0,-1 0 0,0 0 0,0 1 0,1-1 0,-1 0 0,0 0 0,1 0 0,-1 0 0,0 1 0,0-1 0,1 0 0,-1 0 0,0 0 0,1 0 0,-1 0 0,10-6 0,6-17 0,-16 23 0,18-30 0,-10 14 0,1 1 0,19-24 0,-24 34 0,0 1 0,1-1 0,0 1 0,0 0 0,0 0 0,0 1 0,0 0 0,1 0 0,0 0 0,0 0 0,9-2 0,-10 4 0,0-1 0,1 1 0,-1 1 0,1-1 0,-1 1 0,1 0 0,-1 0 0,1 0 0,-1 1 0,1 0 0,-1 0 0,8 3 0,-9-3 0,-1 1 0,1-1 0,-1 1 0,1 0 0,-1 0 0,0 1 0,0-1 0,0 0 0,0 1 0,-1 0 0,1 0 0,-1 0 0,1 0 0,-1 0 0,0 0 0,0 1 0,0-1 0,1 6 0,18 61-1365,-17-58-5461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0 24575,'-13'0'0,"-83"3"0,82-2 0,1 1 0,-1 1 0,1 0 0,0 1 0,-13 5 0,23-8 0,1 0 0,-1 0 0,1 1 0,-1-1 0,1 1 0,-1-1 0,1 1 0,0 0 0,0 0 0,0 0 0,0 0 0,0 0 0,0 1 0,1-1 0,-1 1 0,1-1 0,-2 5 0,2-4 0,0 1 0,0 0 0,1-1 0,-1 1 0,1 0 0,0 0 0,0-1 0,0 1 0,1 0 0,-1-1 0,1 1 0,1 3 0,2 5 0,1 0 0,1 0 0,0-1 0,0 0 0,1 0 0,14 18 0,63 64 0,-47-53 0,43 58 0,-67-79 0,-5-9 0,0 1 0,-1 0 0,0 0 0,-1 1 0,0 0 0,-1 0 0,0 0 0,3 14 0,-8-24 0,1-1 0,-1 1 0,0-1 0,1 1 0,-1-1 0,1 0 0,0 1 0,-1-1 0,1 0 0,0 1 0,0-1 0,0 0 0,0 0 0,0 1 0,0-1 0,0 0 0,0 0 0,0 0 0,0-1 0,3 3 0,-2-3 0,0 1 0,1 0 0,-1-1 0,0 1 0,0-1 0,1 0 0,-1 0 0,0 0 0,1 0 0,-1 0 0,0 0 0,4-2 0,1 0 0,1 0 0,-1-1 0,0 0 0,1 0 0,-2-1 0,14-8 0,-9 3-1365,-2 0-5461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24575,'0'5'0,"1"0"0,0 0 0,0 0 0,0 0 0,1 0 0,-1-1 0,1 1 0,0 0 0,1-1 0,-1 0 0,5 6 0,5 6 0,20 21 0,-27-31 0,-3-4 0,0 1 0,1-1 0,-1 0 0,1 0 0,0 0 0,-1 0 0,1-1 0,0 1 0,0-1 0,0 1 0,0-1 0,0 0 0,1 0 0,-1-1 0,0 1 0,0-1 0,1 1 0,-1-1 0,0 0 0,0 0 0,1 0 0,-1-1 0,0 1 0,0-1 0,1 0 0,-1 0 0,0 0 0,0 0 0,0-1 0,0 1 0,0-1 0,0 0 0,-1 1 0,1-1 0,-1-1 0,1 1 0,-1 0 0,0-1 0,1 1 0,-1-1 0,-1 1 0,1-1 0,2-5 0,1-3 0,-1-1 0,-1 0 0,0 0 0,-1 1 0,2-20 0,-4 31 0,0-1 0,0 0 0,0 0 0,0 0 0,0 1 0,0-1 0,0 0 0,0 0 0,0 1 0,1-1 0,-1 0 0,0 1 0,0-1 0,1 0 0,-1 1 0,1-1 0,-1 0 0,0 1 0,1-1 0,-1 0 0,1 1 0,0-1 0,-1 1 0,1-1 0,-1 1 0,1 0 0,0-1 0,-1 1 0,1 0 0,0-1 0,-1 1 0,1 0 0,0 0 0,0-1 0,-1 1 0,1 0 0,0 0 0,0 0 0,-1 0 0,1 0 0,0 0 0,0 0 0,0 0 0,-1 1 0,1-1 0,1 0 0,3 3 0,1-1 0,0 1 0,-1 0 0,10 7 0,-4-3 0,24 17 0,18 10 0,-48-31 0,1 0 0,-1 0 0,1-1 0,0 0 0,0 0 0,0-1 0,10 2 0,-4-4-1365,-3-1-5461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3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27 24575,'-2'-5'0,"-4"-2"0,-3 1 0,-2 1 0,-2 2 0,-1 3 0,-1 2 0,-3 3 0,0 1 0,-2-1 0,-1-1 0,1-2 0,5 0-8191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3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24575,'44'225'0,"-37"-187"0,1 1 0,2-1 0,2 0 0,18 39 0,-29-75-136,0-1-1,0 1 1,0-1-1,0 0 1,0 1-1,0-1 1,0 0-1,0 1 0,3 1 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4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24575,'-10'0'0,"-1"0"0,1 1 0,-1 0 0,-15 5 0,24-6 0,-1 1 0,1-1 0,0 1 0,0 0 0,-1 0 0,1 0 0,0 0 0,0 0 0,0 1 0,0-1 0,1 0 0,-1 1 0,0 0 0,0-1 0,1 1 0,-1 0 0,1 0 0,0 0 0,0 0 0,-1 0 0,1 0 0,0 0 0,1 0 0,-1 1 0,0-1 0,0 4 0,1-3 0,0 0 0,1 0 0,-1 0 0,1-1 0,-1 1 0,1 0 0,0 0 0,0-1 0,0 1 0,1 0 0,-1-1 0,1 1 0,-1-1 0,1 0 0,0 1 0,0-1 0,0 0 0,4 3 0,5 5 0,1-2 0,17 11 0,-25-16 0,8 4 0,1 0 0,-1-2 0,1 1 0,0-1 0,0-1 0,1-1 0,23 4 0,-25-5 0,-1-2 0,1 1 0,-1-1 0,0-1 0,1 0 0,-1 0 0,0-2 0,1 1 0,19-8 0,-28 9 15,0-1 0,0 1 0,0-1 0,0 0 0,0 0 0,0 0 0,3-4 0,-5 5-93,0 0 0,0 0 0,0 0-1,0-1 1,0 1 0,-1 0 0,1-1 0,0 1 0,-1-1-1,1 1 1,-1-1 0,1 1 0,-1-1 0,0 1 0,0-1-1,0 1 1,0-1 0,0-1 0,-1-8-6748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4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24575,'104'-15'0,"-88"14"0,0 0 0,0 1 0,0 1 0,23 4 0,-33-4 0,0 1 0,-1 0 0,1-1 0,-1 2 0,1-1 0,-1 1 0,0 0 0,0 0 0,0 0 0,0 0 0,-1 1 0,1 0 0,-1 0 0,0 1 0,0-1 0,0 1 0,-1-1 0,0 1 0,1 0 0,-2 1 0,1-1 0,-1 0 0,0 1 0,0-1 0,0 1 0,-1 0 0,0 0 0,1 10 0,-1 5 0,1 0 0,0 0 0,2 0 0,12 39 0,2-13 0,46 83 0,-12-28 0,-45-87 0,-1 0 0,8 29 0,-13-37 0,0 0 0,0 0 0,0 0 0,-1 0 0,0 0 0,0-1 0,-1 1 0,0 0 0,-2 9 0,3-14 4,-1 0-1,0 0 0,1-1 0,-1 1 1,0 0-1,0-1 0,0 1 0,0-1 1,0 1-1,-1-1 0,1 0 0,0 1 1,-1-1-1,1 0 0,-1 0 0,1 0 1,-1 0-1,1 0 0,-1 0 0,0 0 1,1-1-1,-1 1 0,0-1 0,-2 1 1,-4 0-132,0 0 1,0 0 0,0-1 0,-11-1-1,6 0-682,0 1-6016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0 163 24575,'19'-1'0,"0"0"0,0-2 0,0 0 0,23-7 0,-4-2 0,37-17 0,-27 13 0,-36 13 0,0-1 0,-1 0 0,1-1 0,19-11 0,-30 16 0,0-1 0,-1 1 0,1 0 0,0-1 0,-1 1 0,1-1 0,-1 1 0,1-1 0,0 1 0,-1-1 0,1 1 0,-1-1 0,0 0 0,1 1 0,-1-1 0,1 0 0,-1 1 0,0-1 0,1 0 0,-1 1 0,0-1 0,0 0 0,0 0 0,0 1 0,0-1 0,0 0 0,0 0 0,0 0 0,0 0 0,-1-1 0,1 1 0,-1 0 0,0 0 0,0 0 0,0 0 0,1 1 0,-1-1 0,0 0 0,0 0 0,0 0 0,0 1 0,0-1 0,-1 0 0,0 0 0,-6-2 0,-1 0 0,1 0 0,-15-3 0,-3 3 0,0 0 0,0 2 0,-1 1 0,-30 3 0,47-2 0,0 1 0,0 0 0,0 0 0,-15 7 0,20-8 0,0 1 0,1 1 0,-1-1 0,1 1 0,-1 0 0,1 0 0,0 0 0,0 0 0,0 1 0,-6 7 0,8-7 0,0 0 0,0 1 0,0-1 0,1 0 0,0 1 0,0-1 0,0 1 0,0-1 0,1 1 0,0 7 0,-1-6 0,2 1 0,-1-1 0,1 0 0,0 1 0,0-1 0,1 0 0,2 7 0,0-6 0,-1-1 0,1-1 0,1 1 0,-1 0 0,1-1 0,0 0 0,0 0 0,0-1 0,1 1 0,-1-1 0,1 0 0,0-1 0,1 1 0,9 3 0,8 2 0,0 0 0,41 7 0,-23-6 0,1-3 0,-1-1 0,2-3 0,-1-1 0,46-4 0,-86 2-151,-1-1-1,1 1 0,0-1 0,-1 1 1,1-1-1,-1 0 0,1 0 1,3-2-1,3-4-6674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30 24575,'-29'-4'0,"-15"-3"0,-3 1 0,3 1 0,5 1 0,5 2 0,6 1 0,5 0 0,4 1 0,3 0 0,-1 1 0,0-1 0,1 0 0,2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8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 24575,'13'59'0,"26"76"0,-24-89 0,52 147 0,-66-191 0,0 0 0,-1 0 0,1 0 0,-1 0 0,1 0 0,-1 0 0,0 0 0,0 0 0,1 0 0,-2 0 0,1 0 0,0 0 0,0-1 0,-1 1 0,0 4 0,0-5 0,0 0 0,1 0 0,-1 0 0,0-1 0,0 1 0,0 0 0,0 0 0,0-1 0,0 1 0,0-1 0,0 1 0,0-1 0,0 1 0,-1-1 0,1 0 0,0 1 0,0-1 0,0 0 0,0 0 0,-1 0 0,1 0 0,0 0 0,0 0 0,0 0 0,-1-1 0,1 1 0,0 0 0,-1-1 0,-19-4 0,1-1 0,0-1 0,0-1 0,1-1 0,0-1 0,-28-18 0,44 26 0,0 0 0,0 0 0,0-1 0,0 1 0,0-1 0,1 0 0,-1 1 0,1-1 0,0 0 0,-1-1 0,-1-4 0,3 6 0,0 0 0,1 0 0,-1 1 0,1-1 0,0 0 0,0 0 0,0 0 0,-1 0 0,2 1 0,-1-1 0,0 0 0,0 0 0,1 0 0,-1 0 0,1 1 0,-1-1 0,1 0 0,0 0 0,-1 1 0,1-1 0,0 1 0,0-1 0,0 1 0,1-1 0,1-1 0,1-1 5,0-1 1,1 2-1,0-1 0,0 0 0,0 1 1,0 0-1,0 0 0,11-4 0,3 1-133,27-6-1,-13 4-1026,-17 3-5671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8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24575,'0'-2'0,"0"1"0,0 4 0,0 3 0,0 4 0,3 2 0,0 1 0,0-1-8191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9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86 24575,'-1'1'0,"0"0"0,1 0 0,-1 0 0,1 0 0,-1 0 0,1 0 0,-1 0 0,1 1 0,-1-1 0,1 0 0,0 0 0,0 0 0,0 1 0,0-1 0,0 0 0,0 0 0,0 1 0,0-1 0,0 0 0,0 0 0,1 0 0,-1 1 0,1-1 0,-1 0 0,1 0 0,-1 0 0,1 0 0,1 2 0,2 4 0,0-1 0,1 1 0,7 6 0,-10-11 0,10 12 0,0-2 0,2 0 0,-1 0 0,1-1 0,1-1 0,18 10 0,-24-15 0,-1-1 0,1 0 0,0-1 0,0 0 0,0-1 0,0 1 0,0-2 0,0 1 0,1-1 0,-1-1 0,1 0 0,-1 0 0,15-3 0,-22 3 0,0 0 0,1-1 0,-1 1 0,0-1 0,1 0 0,-1 0 0,0 0 0,0 0 0,0 0 0,0 0 0,0-1 0,0 1 0,0-1 0,-1 1 0,1-1 0,0 0 0,-1 0 0,1 1 0,-1-1 0,0 0 0,0 0 0,0-1 0,0 1 0,2-3 0,-2-3 0,1 0 0,-1-1 0,-1 1 0,1 0 0,-2-14 0,0 14 0,1-1 0,0 1 0,1 0 0,2-14 0,-3 22 0,0-1 0,0 1 0,1-1 0,-1 0 0,0 1 0,1-1 0,-1 1 0,0-1 0,1 1 0,-1 0 0,1-1 0,-1 1 0,1-1 0,-1 1 0,1 0 0,-1-1 0,1 1 0,-1 0 0,1 0 0,-1-1 0,1 1 0,0 0 0,-1 0 0,1 0 0,-1 0 0,1 0 0,0 0 0,-1 0 0,1 0 0,-1 0 0,1 0 0,0 0 0,-1 0 0,1 0 0,-1 0 0,1 1 0,0-1 0,-1 0 0,1 1 0,26 12 0,-23-11 0,8 5 0,0 0 0,1-1 0,-1-1 0,1 0 0,1 0 0,-1-2 0,1 0 0,-1 0 0,1-1 0,20 0 0,-33-2 0,1 0 0,0 0 0,0 0 0,0 0 0,-1-1 0,1 1 0,0 0 0,-1-1 0,1 0 0,0 1 0,-1-1 0,1 0 0,0 0 0,-1 0 0,0 0 0,1 0 0,-1 0 0,1 0 0,-1 0 0,0-1 0,0 1 0,0-1 0,0 1 0,0-1 0,0 1 0,0-1 0,0 1 0,-1-1 0,1 0 0,0 1 0,-1-1 0,0 0 0,1 0 0,-1 1 0,0-1 0,0 0 0,0 0 0,0-2 0,-1-2 0,0-1 0,0 1 0,0 0 0,-1-1 0,0 1 0,0 0 0,0 0 0,-1 1 0,-5-10 0,3 7-273,-1 1 0,0 1 0,0-1 0,-12-9 0,3 4-6553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4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24575,'0'7'0,"0"0"0,1 1 0,0-1 0,0 0 0,1 0 0,0 0 0,0-1 0,1 1 0,0 0 0,0-1 0,0 1 0,1-1 0,0 0 0,0 0 0,0-1 0,1 1 0,0-1 0,7 6 0,-11-10 0,0 0 0,-1-1 0,1 1 0,0-1 0,0 1 0,0-1 0,-1 0 0,1 1 0,0-1 0,0 0 0,0 1 0,0-1 0,0 0 0,-1 0 0,1 0 0,0 0 0,0 0 0,0 0 0,0 0 0,0 0 0,0 0 0,0 0 0,-1-1 0,1 1 0,0 0 0,0-1 0,0 1 0,0 0 0,-1-1 0,1 1 0,0-1 0,0 1 0,-1-1 0,1 0 0,0 1 0,-1-1 0,1 0 0,-1 1 0,1-1 0,0-1 0,3-4 0,-1 0 0,0-1 0,0 1 0,2-11 0,2-1 0,-6 15 0,0 1 0,0 0 0,1 0 0,-1 0 0,0 0 0,1 0 0,0 1 0,-1-1 0,1 0 0,0 1 0,0-1 0,0 1 0,0 0 0,0 0 0,4-2 0,-2 2 0,0 0 0,-1 0 0,1 0 0,0 1 0,-1-1 0,1 1 0,0 0 0,0 0 0,4 1 0,6 2 0,0 1 0,0 0 0,0 1 0,14 7 0,-28-12 0,54 21-90,35 17 297,-79-33-418,-1 0-1,0 0 0,-1 1 0,1 1 0,-1-1 1,14 16-1,-13-9-6614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8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24575,'-219'0'0,"214"0"0,1 1 0,0-1 0,-1 1 0,1 0 0,0 0 0,0 1 0,0-1 0,0 1 0,0 0 0,0 0 0,0 0 0,1 0 0,-1 1 0,1 0 0,0-1 0,-1 1 0,1 1 0,0-1 0,1 0 0,-1 1 0,1-1 0,-1 1 0,1 0 0,-3 6 0,4-7 0,-1 1 0,1 0 0,0 0 0,0-1 0,0 1 0,0 0 0,1 0 0,0 0 0,-1 0 0,1 0 0,1 0 0,-1 0 0,0 0 0,1 0 0,0-1 0,0 1 0,0 0 0,1 0 0,-1-1 0,1 1 0,0-1 0,0 1 0,0-1 0,0 0 0,0 0 0,1 0 0,3 3 0,2 1 0,1 0 0,0-1 0,1 0 0,0-1 0,0 0 0,0 0 0,13 3 0,3 0 0,48 7 0,-66-14 0,11 2 0,25 1 0,-39-4 0,-1 1 0,0-2 0,1 1 0,-1 0 0,0-1 0,0 0 0,0 0 0,0 0 0,0-1 0,0 1 0,0-1 0,4-3 0,1-3-1365,-4 0-5461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8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24575,'29'43'0,"45"91"0,14 21 0,-65-122 0,-4-3 0,2 0 0,1-2 0,1 0 0,29 25 0,-51-52 0,0 0 0,0 0 0,0 0 0,0 0 0,0 0 0,0 0 0,0 0 0,1-1 0,-1 1 0,0 0 0,1-1 0,-1 1 0,0-1 0,1 1 0,-1-1 0,1 0 0,-1 0 0,1 0 0,-1 0 0,1 0 0,-1 0 0,0 0 0,1 0 0,-1 0 0,1-1 0,-1 1 0,1 0 0,-1-1 0,0 1 0,1-1 0,-1 0 0,0 1 0,2-2 0,-1-1 0,0 1 0,0 0 0,0-1 0,0 0 0,0 1 0,-1-1 0,1 0 0,-1 0 0,0 1 0,0-1 0,0 0 0,0 0 0,0-1 0,0-4 0,-1-13 0,0 16 0,0 1 0,0 0 0,0 0 0,1 0 0,1-9 0,-2 13 0,0 0 0,0 0 0,1-1 0,-1 1 0,0 0 0,0 0 0,0-1 0,0 1 0,1 0 0,-1 0 0,0 0 0,0 0 0,1-1 0,-1 1 0,0 0 0,0 0 0,1 0 0,-1 0 0,0 0 0,0 0 0,1-1 0,-1 1 0,0 0 0,1 0 0,-1 0 0,0 0 0,0 0 0,1 0 0,-1 0 0,0 0 0,1 0 0,-1 0 0,0 1 0,0-1 0,1 0 0,-1 0 0,0 0 0,0 0 0,1 0 0,-1 0 0,0 1 0,0-1 0,1 0 0,12 10 0,-10-8 0,12 10 0,1-1 0,1 0 0,-1-2 0,26 11 0,-29-15 0,0 0 0,1-1 0,-1-1 0,1-1 0,0 0 0,26 1 0,-27-3-118,0 0-297,0 0-1,22-4 0,-22 1-6410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2:5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 24575,'-6'-1'0,"0"0"0,1 1 0,-1 0 0,0 0 0,0 0 0,0 1 0,0 0 0,1 0 0,-12 3 0,15-3 0,0 0 0,1 0 0,-1 0 0,0 0 0,0 0 0,0 0 0,0 0 0,1 1 0,-1-1 0,1 1 0,-1-1 0,1 1 0,0-1 0,-1 1 0,1 0 0,0 0 0,0 0 0,0 0 0,0 0 0,1 0 0,-1 0 0,0 0 0,1 0 0,0 0 0,-1 0 0,1 0 0,0 0 0,0 1 0,0 2 0,2 3 0,-1 0 0,1-1 0,0 1 0,1-1 0,-1 1 0,1-1 0,1 0 0,0 0 0,0-1 0,0 1 0,1-1 0,-1 0 0,7 6 0,-2-2 0,1-1 0,0 0 0,0-1 0,1 0 0,0-1 0,23 12 0,-29-17 0,0 0 0,0 0 0,0 0 0,1-1 0,-1 1 0,0-1 0,1-1 0,-1 1 0,1-1 0,-1 0 0,1 0 0,7-1 0,-10 0 0,0 0 0,-1 0 0,1 0 0,0 0 0,-1 0 0,1-1 0,-1 1 0,1-1 0,-1 0 0,0 0 0,0 1 0,0-1 0,0-1 0,0 1 0,0 0 0,0 0 0,-1-1 0,1 1 0,-1-1 0,0 1 0,0-1 0,0 0 0,0 1 0,0-1 0,0-3 0,0 2 0,0-1 0,0 1 0,-1-1 0,0 1 0,0-1 0,0 1 0,-1 0 0,1-1 0,-2-4 0,-1-2 0,-1 0 0,-6-11 0,1 0 0,9 22 0,0 0 0,0-1 0,0 1 0,0 0 0,-1 0 0,1 0 0,0 0 0,0 0 0,0-1 0,0 1 0,0 0 0,0 0 0,0 0 0,0 0 0,0-1 0,0 1 0,0 0 0,0 0 0,0 0 0,0 0 0,0-1 0,0 1 0,0 0 0,0 0 0,0 0 0,0 0 0,0 0 0,0-1 0,0 1 0,0 0 0,0 0 0,0 0 0,1 0 0,-1 0 0,0-1 0,0 1 0,0 0 0,0 0 0,0 0 0,0 0 0,1 0 0,-1 0 0,0 0 0,0-1 0,10 4 0,15 12 0,-21-12 0,19 11 0,46 19 0,-57-28 0,1 0 0,-1-1 0,1-1 0,0 0 0,24 1 0,-35-4 0,-1 1 0,1-1 0,0 0 0,0-1 0,-1 1 0,1 0 0,0 0 0,-1-1 0,1 1 0,0-1 0,-1 1 0,1-1 0,-1 0 0,1 1 0,-1-1 0,1 0 0,-1 0 0,0 0 0,1 0 0,-1 0 0,0-1 0,2-1 0,-2 1 0,0-1 0,0 0 0,0 1 0,0-1 0,0 0 0,0 1 0,-1-1 0,1 0 0,-1 0 0,0 0 0,0 1 0,0-1 0,-1-4 0,0 1 0,0-1 0,-1 0 0,0 1 0,-3-8 0,-5-17 0,10 31 0,0-1 0,0 1 0,-1 0 0,1 0 0,0 0 0,0-1 0,0 1 0,0 0 0,0 0 0,0-1 0,0 1 0,0 0 0,0 0 0,0 0 0,0-1 0,1 1 0,-1 0 0,0 0 0,0-1 0,0 1 0,0 0 0,0 0 0,0 0 0,0-1 0,1 1 0,-1 0 0,0 0 0,0 0 0,0 0 0,0 0 0,1-1 0,-1 1 0,0 0 0,0 0 0,0 0 0,1 0 0,-1 0 0,0 0 0,12 1 0,14 12 0,-25-12 0,7 2 0,-1 1 0,1-2 0,0 1 0,-1-1 0,1 0 0,0-1 0,0 0 0,0 0 0,0-1 0,0 0 0,0 0 0,0-1 0,0 0 0,12-3 0,-17 4-68,-1-1 0,1 1-1,0 0 1,-1 0 0,1 0 0,-1 0-1,1 1 1,-1-1 0,1 1 0,-1-1-1,1 1 1,-1 0 0,1 0 0,-1 0-1,0 0 1,1 1 0,-1-1-1,0 0 1,3 3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0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65 24575,'0'-1'0,"1"-3"0,0 0 0,0 0 0,-1 0 0,1 0 0,-1 0 0,0 0 0,0-1 0,-1 1 0,0-6 0,1 10 0,0 0 0,0 0 0,0 0 0,0 0 0,0 0 0,0 0 0,0-1 0,0 1 0,0 0 0,0 0 0,-1 0 0,1 0 0,0 0 0,0 0 0,0 0 0,0 0 0,0 0 0,0-1 0,0 1 0,0 0 0,0 0 0,0 0 0,0 0 0,-1 0 0,1 0 0,0 0 0,0 0 0,0 0 0,0 0 0,0 0 0,0 0 0,0 0 0,0 0 0,-1 0 0,1 0 0,0 0 0,0 0 0,0 0 0,0 0 0,0 0 0,0 0 0,0 0 0,-1 0 0,1 0 0,0 0 0,-4 6 0,-1 8 0,4-9 0,1 1 0,-1-1 0,1 1 0,1-1 0,-1 1 0,1-1 0,0 1 0,0-1 0,0 1 0,1-1 0,0 0 0,0 0 0,0 0 0,1 0 0,0 0 0,0 0 0,0-1 0,0 1 0,1-1 0,0 0 0,0 0 0,0 0 0,0 0 0,0-1 0,1 0 0,0 0 0,-1 0 0,10 3 0,-13-5 0,0-1 0,0 0 0,1 1 0,-1-1 0,0 0 0,0 0 0,1 0 0,-1 0 0,0 0 0,0 0 0,1 0 0,-1 0 0,0-1 0,0 1 0,0-1 0,1 1 0,-1 0 0,0-1 0,0 0 0,2 0 0,-1-1 0,0 0 0,0 0 0,0 0 0,-1 0 0,1 0 0,-1 0 0,1-1 0,-1 1 0,2-3 0,1-6 0,0 1 0,-1-1 0,3-16 0,-6 25 0,4 8 0,0 6 0,34 127 0,-16-66 0,-3 1 0,9 77 0,-27-147 0,-1 0 0,0 0 0,0 0 0,0 0 0,0 0 0,-1 0 0,0 0 0,1 0 0,-1 0 0,-1 0 0,1 0 0,-1 0 0,-1 3 0,1-4 0,0-1 0,1 0 0,-1 0 0,0 0 0,0 0 0,0 0 0,-1 0 0,1-1 0,0 1 0,-1-1 0,1 1 0,-1-1 0,1 0 0,-1 0 0,0 0 0,1 0 0,-1-1 0,0 1 0,-4 0 0,2-1 0,1 0 0,-1 0 0,1 0 0,-1 0 0,1-1 0,-1 1 0,1-1 0,-1-1 0,1 1 0,0 0 0,-1-1 0,1 0 0,0 0 0,0 0 0,0-1 0,0 1 0,1-1 0,-1 0 0,1 0 0,0 0 0,0-1 0,0 1 0,0-1 0,0 1 0,1-1 0,-4-6 0,4 5 0,-1 0 0,1-1 0,0 1 0,1-1 0,-1 1 0,1-1 0,0 0 0,0 1 0,1-1 0,0 0 0,0 0 0,0 0 0,0 1 0,1-1 0,0 0 0,1 1 0,-1-1 0,1 1 0,0-1 0,4-8 0,1 4 0,0 0 0,1 0 0,0 0 0,1 1 0,-1 1 0,2-1 0,12-9 0,77-43 0,-69 44 0,69-43 0,-88 52 0,-1 0 0,0-1 0,0 0 0,-1-1 0,0 0 0,12-20 0,-16 22 0,0 0 0,-1-1 0,0 1 0,-1-1 0,3-11 0,-5 16 0,0 1 0,0 0 0,0-1 0,-1 1 0,0-1 0,0 1 0,0-1 0,0 1 0,0-1 0,-1 1 0,1 0 0,-1-1 0,0 1 0,0 0 0,-1-1 0,1 1 0,-3-4 0,4 6 0,0 1 0,-1-1 0,1 1 0,0-1 0,-1 0 0,1 1 0,-1-1 0,1 1 0,-1-1 0,1 1 0,-1-1 0,0 1 0,1 0 0,-1-1 0,1 1 0,-1 0 0,0-1 0,1 1 0,-1 0 0,0 0 0,1 0 0,-1 0 0,0 0 0,1-1 0,-1 1 0,0 0 0,0 1 0,0-1 0,0 1 0,-1-1 0,1 1 0,1-1 0,-1 1 0,0 0 0,0-1 0,0 1 0,0 0 0,0 0 0,1 0 0,-1 0 0,0 0 0,0 1 0,-2 4 0,0 0 0,0-1 0,1 1 0,-3 11 0,2 0 0,1-1 0,0 1 0,1 19 0,1-30 0,0 1 0,1 0 0,0 0 0,0-1 0,1 1 0,-1-1 0,1 1 0,1-1 0,-1 1 0,6 8 0,-5-12 0,0 1 0,1 0 0,0-1 0,-1 0 0,1 0 0,0 0 0,0-1 0,1 1 0,-1-1 0,1 0 0,-1 0 0,1 0 0,-1-1 0,10 2 0,0 0 0,0-1 0,0 0 0,27-1 0,-19-3 0,-1-1 0,28-7 0,-32 5 0,0 2 0,0 0 0,0 1 0,30 0 0,-36 4-1365,-2 1-5461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1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24575,'48'54'0,"28"36"0,-72-83 0,1-1 0,-1 1 0,0 0 0,0 0 0,-1 1 0,0-1 0,2 9 0,-5-15 0,0 1 0,0-1 0,0 0 0,0 0 0,0 0 0,-1 1 0,1-1 0,0 0 0,-1 0 0,1 0 0,-1 0 0,1 0 0,-1 0 0,1 0 0,-1 0 0,0 0 0,0 0 0,1 0 0,-1 0 0,0 0 0,0 0 0,0 0 0,0-1 0,0 1 0,0 0 0,0-1 0,0 1 0,0-1 0,0 1 0,0-1 0,0 0 0,-1 1 0,0-1 0,-6 2 0,0 0 0,0-1 0,-13 1 0,21-2 0,-16 0 0,0 0 0,0-1 0,0-1 0,1 0 0,-27-8 0,5-2 0,-40-19 0,70 28 0,1 0 0,0 0 0,-1-1 0,1 0 0,1 0 0,-1 0 0,-8-10 0,12 13 0,1 0 0,0-1 0,0 1 0,0-1 0,0 1 0,0-1 0,0 1 0,1-1 0,-1 1 0,0-1 0,1 0 0,0 1 0,-1-1 0,1 0 0,0 1 0,0-1 0,-1 0 0,1 0 0,1 1 0,-1-1 0,0 0 0,0 0 0,1 1 0,-1-1 0,1 0 0,-1 1 0,1-1 0,0 1 0,-1-1 0,1 1 0,0-1 0,0 1 0,0-1 0,0 1 0,1 0 0,-1 0 0,2-2 0,1-1 0,1 0 0,0 0 0,1 0 0,-1 1 0,1 0 0,-1 0-1,1 0 1,11-3 0,3 0 22,29-3-1,12-4-1428,-49 9-5419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1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0 172 24575,'2'3'0,"2"2"0,0 0 0,-1-1 0,1 1 0,1-1 0,-1 0 0,1 0 0,0 0 0,-1-1 0,7 4 0,-10-7 0,-1 0 0,0 0 0,0 0 0,1 0 0,-1 0 0,0 0 0,0 0 0,1 0 0,-1 0 0,0 0 0,0 0 0,1 0 0,-1 0 0,0 0 0,0 0 0,1 0 0,-1 0 0,0 0 0,0 0 0,1 0 0,-1 0 0,0 0 0,0 0 0,0-1 0,1 1 0,-1 0 0,0 0 0,0 0 0,0 0 0,1-1 0,-1 1 0,0 0 0,0 0 0,0-1 0,3-11 0,-3-13 0,-9-32 0,6 41 0,0 0 0,1 0 0,1 0 0,0-17 0,1 32 0,0 0 0,0-1 0,1 1 0,-1 0 0,0 0 0,0 0 0,1 0 0,-1-1 0,1 1 0,-1 0 0,1 0 0,-1 0 0,1 0 0,-1 0 0,1 0 0,0 0 0,0 0 0,1-1 0,-1 1 0,0 1 0,0-1 0,0 1 0,0 0 0,0-1 0,0 1 0,0 0 0,0 0 0,0 0 0,0 0 0,0 0 0,0 0 0,1 0 0,-1 0 0,0 0 0,0 0 0,1 1 0,3 1 0,0 0 0,1 0 0,-1 1 0,0 0 0,-1 0 0,7 5 0,19 15-1365,-17-13-5461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128 448 24575,'-7'-3'0,"-1"1"0,1 0 0,-1 1 0,1 0 0,-1 0 0,0 0 0,1 1 0,-13 1 0,17 0 0,0-1 0,1 1 0,-1-1 0,0 1 0,0 0 0,1 0 0,-1 0 0,1 1 0,-1-1 0,1 0 0,-5 4 0,6-4 0,0 1 0,0-1 0,0 0 0,0 1 0,0-1 0,0 1 0,0 0 0,1-1 0,-1 1 0,0-1 0,1 1 0,-1 0 0,1 0 0,0-1 0,-1 1 0,1 0 0,0 0 0,0 0 0,0-1 0,1 4 0,0-3 0,-1 1 0,1 0 0,0 0 0,0-1 0,0 1 0,0-1 0,1 1 0,-1-1 0,1 1 0,-1-1 0,1 0 0,0 1 0,0-1 0,0 0 0,0 0 0,0-1 0,0 1 0,1 0 0,-1-1 0,1 1 0,-1-1 0,5 2 0,-3-2 0,0 1 0,0-1 0,0 0 0,0 0 0,0 0 0,0-1 0,0 0 0,0 1 0,1-1 0,-1-1 0,0 1 0,0-1 0,0 1 0,0-1 0,5-2 0,-4 1 0,1-1 0,-1 0 0,0 0 0,0 0 0,-1-1 0,1 1 0,0-1 0,-1 0 0,0-1 0,0 1 0,-1-1 0,1 1 0,-1-1 0,0 0 0,0-1 0,0 1 0,-1 0 0,0-1 0,0 1 0,0-1 0,-1 0 0,0 0 0,0 1 0,0-1 0,-1 0 0,0 0 0,0 0 0,0 0 0,-1 0 0,0 0 0,-1-6 0,-5-13 0,-1-1 0,-20-42 0,-31-47 0,12 26 0,42 79 0,2 3 0,0 1 0,0 0 0,-1 0 0,0 0 0,-7-8 0,11 13 0,0 1 0,0 0 0,0 0 0,0 0 0,-1 0 0,1-1 0,0 1 0,0 0 0,0 0 0,0 0 0,0 0 0,0 0 0,0 0 0,0-1 0,-1 1 0,1 0 0,0 0 0,0 0 0,0 0 0,0 0 0,0 0 0,-1 0 0,1 0 0,0 0 0,0 0 0,0 0 0,0 0 0,-1 0 0,1 0 0,0 0 0,0 0 0,0 0 0,0 0 0,-1 0 0,1 0 0,0 0 0,0 0 0,0 0 0,0 0 0,-1 0 0,1 0 0,0 0 0,0 0 0,0 0 0,0 0 0,0 1 0,0-1 0,-1 0 0,1 0 0,-1 12 0,6 15 0,4 8 0,2-1 0,1-1 0,1 0 0,3 0 0,29 47 0,-33-63 0,0-1 0,1 0 0,0-1 0,27 23 0,-29-29 0,1-1 0,0 0 0,0-1 0,0 0 0,1 0 0,0-2 0,20 7 0,-22-9 0,0-1 0,0 0 0,1-1 0,-1 0 0,1-1 0,-1 0 0,0 0 0,1-1 0,-1-1 0,12-3 0,-16 3 0,0 0 0,0 0 0,0-1 0,0 0 0,-1 0 0,1 0 0,-1-1 0,0 0 0,0-1 0,-1 1 0,1-1 0,-1 0 0,0 0 0,0-1 0,0 1 0,6-12 0,-9 12 0,0 0 0,0 1 0,-1-1 0,1 0 0,-1 0 0,0 0 0,-1 0 0,1 0 0,-1 0 0,0-1 0,0 1 0,-1 0 0,1 0 0,-3-6 0,3 9 0,-1-1 0,0 0 0,1 1 0,-1-1 0,0 1 0,-1-1 0,1 1 0,0 0 0,-1 0 0,1-1 0,-1 1 0,0 0 0,0 0 0,1 0 0,-1 1 0,-1-1 0,1 0 0,0 1 0,0-1 0,-1 1 0,1 0 0,0 0 0,-1 0 0,1 0 0,-1 0 0,0 0 0,-4 0 0,4 1 0,0 1 0,0-1 0,0 0 0,0 1 0,1 0 0,-1 0 0,0 0 0,0 0 0,1 0 0,-1 0 0,1 1 0,-1-1 0,1 1 0,0 0 0,0-1 0,-1 1 0,1 0 0,0 0 0,1 1 0,-1-1 0,-2 3 0,0 2 0,-1 0 0,1 0 0,0 1 0,1-1 0,0 1 0,-3 9 0,5-14 0,1 0 0,-1-1 0,0 1 0,1 0 0,0 0 0,0 0 0,0 0 0,0 0 0,0 0 0,0 0 0,1 0 0,0 0 0,-1 0 0,1 0 0,0-1 0,0 1 0,3 4 0,-1-3 0,-1-1 0,1 0 0,0 0 0,0 0 0,0 0 0,0-1 0,0 1 0,1-1 0,-1 0 0,1 0 0,5 2 0,5 1 0,-1-1 0,1-1 0,0 0 0,0 0 0,0-2 0,20 1 0,-5-2 0,0-1 0,0-2 0,0-1 0,-1-1 0,1-2 0,-1 0 0,0-2 0,36-17 0,-61 24 0,0 1 0,0-1 0,0 0 0,0 0 0,0 0 0,-1 0 0,1 0 0,-1 0 0,1-1 0,-1 1 0,0-1 0,0 0 0,2-3 0,-3 4 0,0-1 0,0 0 0,-1 1 0,1-1 0,-1 0 0,1 0 0,-1 0 0,0 0 0,0 0 0,0 1 0,0-1 0,-1 0 0,1 0 0,-1 0 0,-1-4 0,-7-14 0,0 2 0,0-1 0,-2 1 0,-23-31 0,16 24 0,18 25 4,0 1-1,0 0 0,0 0 0,0-1 1,0 1-1,0 0 0,-1 0 0,1-1 1,0 1-1,0 0 0,0 0 0,-1 0 1,1-1-1,0 1 0,0 0 0,-1 0 1,1 0-1,0 0 0,0 0 0,-1 0 1,1-1-1,0 1 0,0 0 0,-1 0 1,1 0-1,0 0 0,-1 0 0,1 0 1,0 0-1,0 0 0,-1 0 0,1 0 1,-1 0-1,-5 8-1479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77 24575,'0'-2'0,"1"-11"0,1 11 0,1 8 0,0 4 0,-1 0 0,0 0 0,0 0 0,-1 1 0,-1-1 0,0 0 0,-1 13 0,1-21 0,0-1 0,0 1 0,-1-1 0,1 1 0,0-1 0,-1 1 0,1-1 0,-1 1 0,1-1 0,-1 0 0,0 1 0,1-1 0,-1 0 0,0 1 0,0-1 0,0 0 0,0 0 0,0 0 0,0 0 0,0 0 0,-3 1 0,2 0 0,-1-1 0,1-1 0,-1 1 0,0 0 0,1-1 0,-1 1 0,1-1 0,-1 0 0,0 0 0,1 0 0,-5 0 0,-3-2 0,1 1 0,0-2 0,0 1 0,0-1 0,0-1 0,-9-4 0,13 5 0,-11-5 0,0-1 0,-28-21 0,40 27 0,1 0 0,0 1 0,0-1 0,0-1 0,0 1 0,0 0 0,1-1 0,-1 1 0,1-1 0,0 0 0,0 0 0,1 0 0,-1 0 0,1 0 0,0 0 0,0 0 0,0 0 0,0-7 0,1 9 0,0 0 0,0 0 0,0 0 0,1 0 0,-1 0 0,1 0 0,-1 1 0,1-1 0,0 0 0,0 0 0,0 0 0,0 1 0,0-1 0,0 0 0,0 1 0,0-1 0,1 1 0,-1 0 0,1-1 0,-1 1 0,1 0 0,-1 0 0,1 0 0,0 0 0,0 0 0,-1 0 0,1 0 0,0 1 0,0-1 0,0 1 0,0-1 0,4 1 0,5-2 0,1 2 0,0-1 0,-1 1 0,16 3 0,-19-2 0,8 0-455,1 2 0,31 9 0,-36-7-6371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134 186 24575,'-1'-1'0,"-25"-84"0,22 73 0,-1 1 0,0 0 0,-1 0 0,0 0 0,-9-10 0,13 19 0,0 0 0,0-1 0,0 1 0,0 1 0,0-1 0,0 0 0,-1 0 0,1 1 0,-1-1 0,-2 0 0,4 1 0,0 1 0,0 0 0,0 0 0,0-1 0,1 1 0,-1 0 0,0 0 0,0 0 0,0 0 0,0 0 0,0 0 0,0 1 0,0-1 0,1 0 0,-1 0 0,0 1 0,0-1 0,0 0 0,0 1 0,1-1 0,-1 1 0,0-1 0,0 1 0,1-1 0,-1 1 0,0 0 0,1-1 0,-1 1 0,1 0 0,-1-1 0,1 1 0,-1 0 0,1 0 0,-1 0 0,1 1 0,-3 3 0,1 1 0,1 0 0,-1 0 0,1 0 0,0 0 0,-1 10 0,3 40 0,-1-46 0,3 33 0,2 0 0,2 0 0,2-1 0,18 55 0,76 158 0,2-36 0,-102-214-273,-1 0 0,0 0 0,0 0 0,1 9 0,-2-3-6553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3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29 24575,'-27'-5'0,"-14"-1"0,-7 0 0,-1 1 0,4 1 0,9 2-8191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4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0 24575,'-3'6'0,"0"-1"0,0 0 0,-1 0 0,0 0 0,0 0 0,-1-1 0,1 1 0,-1-1 0,0 0 0,-6 4 0,-7 2 0,-33 15 0,22-12 0,-25 10 0,33-15 0,-39 21 0,59-28 0,-1 0 0,1-1 0,0 1 0,0 0 0,0-1 0,0 1 0,1 0 0,-1 0 0,0 0 0,0 0 0,0 0 0,1 0 0,-1 0 0,0 0 0,1 0 0,-1 0 0,0 3 0,1-3 0,0 0 0,0 0 0,0 0 0,0 0 0,0-1 0,1 1 0,-1 0 0,0 0 0,0 0 0,1 0 0,-1 0 0,1 0 0,-1 0 0,1 0 0,-1-1 0,1 1 0,0 1 0,4 3 0,1 0 0,-1-1 0,0 0 0,1 0 0,7 4 0,-4-3 0,52 29 0,120 46 0,-81-38 0,-75-31 0,-5-4 0,-1 2 0,0 1 0,30 20 0,-47-29 0,-1 0 0,0 0 0,1 0 0,-1 0 0,0 1 0,0-1 0,0 1 0,0-1 0,0 1 0,0-1 0,0 1 0,0-1 0,-1 1 0,1 0 0,0-1 0,-1 3 0,1-3 0,-2 0 0,1 0 0,0 1 0,0-1 0,0 0 0,0 0 0,-1 0 0,1 0 0,-1 0 0,1 0 0,-1 0 0,1 0 0,-1 0 0,1 0 0,-1 0 0,0 0 0,0 0 0,1-1 0,-1 1 0,0 0 0,0 0 0,0-1 0,0 1 0,0 0 0,0-1 0,-1 1 0,-7 4 0,-1-1 0,0-1 0,0 1 0,0-1 0,0-1 0,-1 0 0,-13 1 0,-79-2 0,72-1 0,5 0 0,1-2 0,0 0 0,0-1 0,1-2 0,-29-9 0,51 13 6,-1 0 0,1 0 0,0 0 0,0 0 0,0 0 0,0-1 0,0 1 0,0-1 0,1 0 0,-1 1 0,0-1 0,1 0 0,-1 0 0,1 0 0,0 0 0,0 0 0,0-1 0,0 1 0,-2-5 0,1 0-303,1-1 0,-1 0 0,1 1 0,0-15 0,1 9-6529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4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24575,'0'1'0,"1"0"0,-1 1 0,0-1 0,1 0 0,0 1 0,-1-1 0,1 0 0,0 0 0,-1 1 0,1-1 0,0 0 0,0 0 0,0 0 0,0 0 0,0 0 0,2 1 0,21 14 0,-22-14 0,17 9 0,1-1 0,-1 0 0,29 8 0,-37-14 0,1-1 0,0 0 0,0-1 0,0 0 0,0-1 0,0-1 0,21-1 0,-32 1 0,1 0 0,0-1 0,0 1 0,0 0 0,0-1 0,-1 0 0,1 1 0,0-1 0,-1 0 0,1 0 0,0 0 0,-1 0 0,1 0 0,-1 0 0,1 0 0,-1 0 0,0-1 0,1 1 0,0-3 0,-1 2 0,0 0 0,0-1 0,0 1 0,0 0 0,0-1 0,-1 1 0,1-1 0,-1 1 0,0-1 0,0 1 0,0-1 0,0-4 0,-1 0 0,-1 0 0,1 0 0,-1 0 0,-1 0 0,1 0 0,-1 0 0,-1 0 0,-6-10 0,0 3 0,0 0 0,-1 1 0,-24-23 0,69 77 0,-10-17 0,27 22 0,-38-36 0,0 0 0,1-1 0,0-1 0,21 9 0,-33-15-170,1-1-1,-1-1 0,1 1 1,0 0-1,-1-1 0,1 1 1,4-1-1,3-1-6655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5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24575,'226'123'0,"-162"-90"0,-60-31 0,0 0 0,0-1 0,0 1 0,0-1 0,1 0 0,-1 0 0,0 0 0,1 0 0,-1-1 0,6 1 0,-8-2 0,-1 1 0,1 0 0,-1 0 0,1-1 0,-1 1 0,0-1 0,1 0 0,-1 1 0,1-1 0,-1 0 0,0 0 0,0 0 0,1 0 0,-1 0 0,0 0 0,0 0 0,0 0 0,0 0 0,0 0 0,0-1 0,-1 1 0,1 0 0,0-1 0,-1 1 0,1-1 0,-1 1 0,1-1 0,-1 1 0,0-1 0,1 1 0,-1-1 0,0-2 0,0 0 0,0-1 0,0 0 0,-1 1 0,0-1 0,1 0 0,-2 1 0,1-1 0,0 1 0,-1-1 0,0 1 0,0 0 0,0 0 0,-1 0 0,-2-4 0,-6-6 0,0 1 0,-17-17 0,39 40 0,1 0 0,22 15 0,-26-20 0,0-1 0,0 0 0,0 0 0,0 0 0,0-1 0,1 0 0,8 1 0,-14-3 0,-1-1 0,0 0 0,1 0 0,-1 0 0,0 0 0,0 0 0,1 0 0,-1-1 0,0 1 0,1-1 0,-1 1 0,0-1 0,0 0 0,0 0 0,0 0 0,0 0 0,2-2 0,1 0 0,-1-1 0,0 0 0,-1-1 0,1 1 0,3-8 0,-2 5 0,-3 6 0,-1-1 0,1 0 0,0 0 0,-1 1 0,1-1 0,0 1 0,0 0 0,0-1 0,0 1 0,0 0 0,1 0 0,-1 0 0,0 1 0,0-1 0,1 1 0,-1-1 0,0 1 0,1-1 0,-1 1 0,0 0 0,1 0 0,-1 0 0,0 1 0,1-1 0,-1 1 0,4 0 0,5 3 0,1-1 0,-1 1 0,20 12 0,-11-3-1365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24575,'4'1'0,"0"-1"0,-1 1 0,1 0 0,0 0 0,-1 0 0,1 0 0,-1 0 0,1 1 0,4 2 0,29 22 0,-29-20 0,0 0 0,5 4 0,1-1 0,22 12 0,-33-19 0,1-1 0,-1 1 0,0-1 0,1 0 0,-1 0 0,1 0 0,-1 0 0,1-1 0,-1 1 0,1-1 0,0 0 0,-1 0 0,1-1 0,-1 1 0,1-1 0,0 1 0,5-3 0,-7 2 0,0-1 0,0 0 0,0 1 0,0-1 0,0 0 0,0 0 0,-1 0 0,1 0 0,-1-1 0,1 1 0,-1 0 0,0-1 0,0 1 0,0-1 0,0 1 0,0-1 0,0-4 0,2-6 0,-1 0 0,0-14 0,-2 5 0,-1 17 0,1 1 0,0 0 0,0-1 0,0 1 0,0-1 0,1 1 0,0 0 0,2-7 0,-3 10 0,0 1 0,1-1 0,-1 1 0,1-1 0,0 1 0,-1-1 0,1 1 0,-1 0 0,1-1 0,0 1 0,-1 0 0,1 0 0,0-1 0,-1 1 0,1 0 0,0 0 0,-1 0 0,1 0 0,0 0 0,-1 0 0,1 0 0,0 0 0,0 0 0,-1 0 0,1 0 0,0 0 0,-1 0 0,1 1 0,0-1 0,-1 0 0,1 0 0,-1 1 0,1-1 0,0 1 0,0-1 0,24 16 0,-24-14 0,3 1 0,4 3 0,0-1 0,15 9 0,-21-13 0,1 0 0,-1 0 0,1 0 0,0 0 0,-1 0 0,1-1 0,0 1 0,-1-1 0,1 0 0,0 0 0,0 0 0,0 0 0,-1 0 0,4-2 0,7 0 0,-1-1 0,1 2 0,-1-1 0,1 2 0,-1 0 0,1 0 0,0 1 0,22 5 0,-6-2-1365,-17-2-5461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8 24575,'-4'-1'0,"1"0"0,-1-1 0,0 1 0,0 0 0,1 1 0,-1-1 0,0 1 0,0 0 0,0 0 0,-4 0 0,6 0 0,1 1 0,-1-1 0,1 1 0,0-1 0,0 1 0,-1-1 0,1 1 0,0 0 0,0-1 0,0 1 0,-1 0 0,1 0 0,0 0 0,0 0 0,0 0 0,1 0 0,-1 0 0,0 0 0,0 0 0,0 0 0,1 1 0,-1-1 0,1 0 0,-1 1 0,1-1 0,0 0 0,-1 1 0,1-1 0,0 0 0,0 1 0,0 2 0,0 1 0,0 0 0,1 0 0,-1 0 0,1 0 0,0 0 0,1 0 0,-1 0 0,1 0 0,0-1 0,1 1 0,-1 0 0,1-1 0,3 5 0,-3-5 0,0 0 0,-1-1 0,1 0 0,1 1 0,-1-1 0,0 0 0,1-1 0,0 1 0,0-1 0,-1 1 0,1-1 0,0 0 0,1-1 0,-1 1 0,5 1 0,-7-3 0,-1 0 0,0 0 0,0 0 0,0 0 0,0 0 0,0 0 0,0 0 0,0 0 0,0 0 0,1-1 0,-1 1 0,0 0 0,0-1 0,0 1 0,0-1 0,0 1 0,0-1 0,0 0 0,0 1 0,-1-1 0,1 0 0,0 1 0,0-1 0,0 0 0,-1 0 0,1 0 0,-1 0 0,1 0 0,0 0 0,-1 0 0,1 0 0,-1 0 0,0 0 0,1 0 0,-1 0 0,0 0 0,0-2 0,2-5 0,-2-1 0,1 1 0,-1 0 0,-1-10 0,0 9 0,0-4 0,1 9 0,-1 0 0,1 0 0,0-1 0,0 1 0,0 0 0,1 0 0,1-7 0,-2 10 0,1 1 0,-1 0 0,0 0 0,0 0 0,1-1 0,-1 1 0,0 0 0,0 0 0,1 0 0,-1 0 0,0 0 0,1 0 0,-1 0 0,0-1 0,1 1 0,-1 0 0,0 0 0,1 0 0,-1 0 0,0 1 0,1-1 0,-1 0 0,0 0 0,0 0 0,1 0 0,-1 0 0,0 0 0,1 0 0,-1 0 0,0 1 0,0-1 0,1 0 0,-1 0 0,0 0 0,0 1 0,1-1 0,-1 0 0,0 0 0,0 1 0,0-1 0,1 0 0,-1 0 0,0 1 0,14 14 0,-12-13 0,30 35 0,42 44 0,-72-78-124,0-1 0,1 0 0,-1 0 0,1 0 0,-1 0 0,1 0-1,0 0 1,0 0 0,0-1 0,6 3 0,-1-3-6702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6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24575,'34'75'0,"7"19"0,87 143 0,-70-146 0,-57-91 0,-1 0 0,0 0 0,1 1 0,-1-1 0,0 1 0,1-1 0,-1 0 0,0 1 0,0-1 0,0 1 0,1-1 0,-1 1 0,0-1 0,0 1 0,0-1 0,0 0 0,0 1 0,0-1 0,0 1 0,0-1 0,0 1 0,0-1 0,0 1 0,-9-4 0,-12-15 0,18 14 0,0 1 0,0-1 0,0 1 0,1-1 0,0 0 0,0 0 0,0 0 0,0 0 0,-2-7 0,4 9 0,0 0 0,0 0 0,0 0 0,0 0 0,0 0 0,0 0 0,1 0 0,-1 0 0,1 0 0,-1 0 0,1 1 0,0-1 0,-1 0 0,1 0 0,0 0 0,0 1 0,0-1 0,1 1 0,-1-1 0,0 1 0,1-1 0,-1 1 0,1 0 0,1-2 0,2 0 0,0 0 0,1 0 0,-1 0 0,0 1 0,1-1 0,-1 2 0,1-1 0,0 0 0,-1 1 0,1 0 0,0 0 0,0 1 0,0 0 0,0 0 0,0 0 0,0 1 0,9 2 0,-2-1 0,-1 2 0,1-1 0,-1 2 0,0 0 0,0 0 0,-1 1 0,12 8 0,-19-12 0,-1 1 0,1-1 0,-1 1 0,0 0 0,0 0 0,0 1 0,-1-1 0,1 1 0,-1-1 0,0 1 0,0 0 0,0 0 0,0 0 0,-1 0 0,1 0 0,-1 0 0,0 0 0,0 0 0,-1 1 0,1-1 0,-1 0 0,0 0 0,-1 8 0,-1-6-1365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24575,'-2'7'0,"-1"6"0,-3-1 0,0-1-8191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07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259 161 24575,'-36'26'0,"-9"4"0,41-27 0,-1-1 0,0 0 0,1 0 0,-1 0 0,0-1 0,0 1 0,0-1 0,-6 0 0,7-1 0,0 0 0,0-1 0,0 1 0,0-1 0,0 0 0,0 0 0,0-1 0,1 1 0,-1-1 0,1 0 0,-1 0 0,1 0 0,0 0 0,-1-1 0,1 1 0,-3-5 0,-3-1 0,1-1 0,1 0 0,0 0 0,-8-13 0,12 18 0,1-1 0,0 1 0,0 0 0,0 0 0,1-1 0,0 1 0,-1-1 0,1 0 0,1 1 0,-1-1 0,1 0 0,0-6 0,0 9 0,1 0 0,-1-1 0,1 1 0,-1 0 0,1 0 0,0-1 0,0 1 0,0 0 0,0 0 0,0 0 0,1 0 0,-1 0 0,0 1 0,1-1 0,0 0 0,-1 1 0,1-1 0,0 1 0,0-1 0,0 1 0,0 0 0,0 0 0,0 0 0,0 0 0,0 0 0,4-1 0,2 0 0,0 0 0,0 1 0,1 0 0,-1 0 0,0 1 0,0 0 0,1 0 0,-1 1 0,0 0 0,1 0 0,11 5 0,6 3 0,-1 1 0,30 15 0,-1 1 0,-41-20 0,26 10 0,-37-15 0,1-1 0,-1 1 0,1 0 0,0-1 0,0 0 0,-1 1 0,1-1 0,0-1 0,0 1 0,-1 0 0,1 0 0,2-2 0,-3 2 0,-1-1 0,0 0 0,0 0 0,1 0 0,-1 1 0,0-1 0,0 0 0,0-1 0,0 1 0,0 0 0,-1 0 0,1 0 0,0 0 0,0-1 0,-1 1 0,1 0 0,-1-1 0,1 1 0,-1 0 0,0-1 0,1 1 0,-1-1 0,0-2 0,1-5 0,-1 0 0,-1-15 0,0 13 0,1 8 0,0 1 0,0-1 0,0 1 0,0 0 0,0-1 0,1 1 0,-1 0 0,1-1 0,-1 1 0,1 0 0,0 0 0,0-1 0,1-1 0,-1 3 0,0 0 0,0 0 0,0 0 0,0 0 0,0 1 0,1-1 0,-1 0 0,0 1 0,0-1 0,1 0 0,-1 1 0,0-1 0,0 1 0,1 0 0,-1-1 0,1 1 0,-1 0 0,0 0 0,1 0 0,-1 0 0,1 0 0,-1 0 0,0 0 0,2 1 0,15 3 0,0 1 0,0 1 0,-1 1 0,1 0 0,17 11 0,14 5 0,87 25-1,-81-30-1363,-42-14-5462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0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41 24575,'44'-11'0,"35"-12"0,-67 18 0,-12 5 0,0 1 0,0-1 0,0 0 0,0 0 0,0 0 0,-1 0 0,1 0 0,0 0 0,0 0 0,0 0 0,0 0 0,0 0 0,0 0 0,0 0 0,0 0 0,0 0 0,0 0 0,0 0 0,0 0 0,0 0 0,0 0 0,0-1 0,0 1 0,0 0 0,-1 0 0,1 0 0,0 0 0,0 0 0,0 0 0,0 0 0,0 0 0,0 0 0,0 0 0,0 0 0,0 0 0,0 0 0,0 0 0,0 0 0,0 0 0,0 0 0,0 0 0,0 0 0,0 0 0,0 0 0,0-1 0,0 1 0,0 0 0,0 0 0,0 0 0,0 0 0,0 0 0,0 0 0,0 0 0,0 0 0,0 0 0,0 0 0,0 0 0,0 0 0,0 0 0,0 0 0,0 0 0,0 0 0,0 0 0,0 0 0,0-1 0,0 1 0,-21 2 0,-103 17 0,-81 11 0,92-19 0,1 0 0,-131 30 0,171-19 0,10-2 0,64-18 0,0-1 0,0 0 0,0 0 0,0 0 0,0 0 0,0 0 0,1 0 0,2 0 0,118 11 0,-83-10 0,185 19 0,-154-11 0,79 22 0,-138-28 0,34 9 0,-42-11 0,-1-1 0,1 1 0,0 0 0,-1 0 0,1 0 0,-1 1 0,0-1 0,6 6 0,-8-7 0,0 0 0,-1 0 0,1 1 0,0-1 0,-1 0 0,1 0 0,-1 0 0,0 1 0,1-1 0,-1 0 0,0 1 0,0-1 0,0 0 0,0 1 0,0-1 0,0 0 0,0 1 0,0-1 0,0 0 0,-1 0 0,1 1 0,-1-1 0,1 0 0,-1 0 0,1 1 0,-1-1 0,0 0 0,1 0 0,-1 0 0,0 0 0,0 0 0,-2 2 0,-2 3 0,-2 0 0,1 0 0,-12 8 0,17-13 0,-26 16 0,0 0 0,-1-2 0,-38 16 0,-95 27 0,114-42 0,2-2 0,27-9 0,1 0 0,0 1 0,1 0 0,-1 2 0,-24 15 0,40-23 0,1 0 0,-1 1 0,0-1 0,1 1 0,-1-1 0,0 1 0,1-1 0,-1 1 0,1-1 0,-1 1 0,1 0 0,-1-1 0,1 1 0,-1 0 0,1 0 0,0-1 0,0 1 0,-1 0 0,1 0 0,0-1 0,0 1 0,0 0 0,-1 1 0,2-1 0,-1-1 0,0 1 0,1 0 0,-1 0 0,1-1 0,-1 1 0,1 0 0,-1-1 0,1 1 0,-1 0 0,1-1 0,-1 1 0,1-1 0,0 1 0,-1-1 0,1 1 0,1 0 0,5 2 0,-1-1 0,1 1 0,13 2 0,-20-5 0,79 15 0,103 5 0,-53-13 0,238-20 0,-332 9-1365,-9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1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10 24575,'-1'-1'0,"1"0"0,-1 1 0,1-1 0,-1 0 0,1 1 0,-1-1 0,0 1 0,1-1 0,-1 1 0,0-1 0,0 1 0,1-1 0,-1 1 0,0 0 0,0 0 0,0-1 0,1 1 0,-1 0 0,0 0 0,-1 0 0,1 0 0,1 0 0,-1 1 0,1-1 0,0 0 0,-1 1 0,1-1 0,0 1 0,-1-1 0,1 1 0,0-1 0,-1 0 0,1 1 0,0-1 0,0 1 0,0-1 0,0 1 0,-1-1 0,1 1 0,0 0 0,0-1 0,0 1 0,0-1 0,0 1 0,0 5 0,1 0 0,-1 0 0,1-1 0,3 11 0,27 75 0,51 101 0,-77-183-1365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1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0 24575,'-22'5'0,"5"-1"0,1 0 0,-22 9 0,34-12 0,1 1 0,-1 0 0,1 0 0,-1 0 0,1 0 0,0 1 0,-1-1 0,1 1 0,1-1 0,-1 1 0,0 0 0,1 1 0,-1-1 0,1 0 0,-3 6 0,4-7 0,0 0 0,1 0 0,-1 1 0,0-1 0,1 0 0,0 1 0,-1-1 0,1 0 0,0 1 0,0-1 0,0 1 0,0-1 0,1 1 0,-1-1 0,1 0 0,-1 1 0,2 2 0,0-2 0,0 1 0,0-1 0,0 0 0,1 0 0,-1 0 0,1 0 0,-1 0 0,1 0 0,0-1 0,3 3 0,2 0 0,-1-1 0,1 1 0,0-1 0,0-1 0,0 0 0,0 0 0,1 0 0,16 2 0,23-2 0,70-3 0,-45-2 0,39 2-1365,-94 0-5461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3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11 24575,'-6'-1'0,"-26"-7"0,30 7 0,1 1 0,-1 0 0,1 0 0,-1 0 0,0 0 0,1 0 0,-1 0 0,1 0 0,-1 0 0,1 1 0,-1-1 0,0 1 0,1-1 0,-1 1 0,1 0 0,-2 0 0,3 0 0,-1-1 0,1 1 0,0-1 0,-1 1 0,1-1 0,0 1 0,0 0 0,0-1 0,-1 1 0,1-1 0,0 1 0,0 0 0,0-1 0,0 1 0,0-1 0,0 1 0,0 0 0,0-1 0,1 1 0,-1-1 0,0 1 0,0 0 0,0-1 0,1 1 0,-1-1 0,0 1 0,1-1 0,-1 1 0,0-1 0,1 1 0,0 0 0,13 17 0,-13-17 0,20 19 0,1-1 0,30 23 0,54 28 0,-60-41 0,-18-11 0,1-1 0,36 14 0,-65-30-79,15 4 288,-15-5-250,1 0-1,-1 0 1,0 0-1,1 0 1,-1 1-1,0-1 1,1 0-1,-1 0 0,0 0 1,1 0-1,-1 0 1,0 0-1,1 0 1,-1 0-1,0 0 1,1 0-1,-1 0 1,1 0-1,-1-1 1,0 1-1,0 0 0,1 0 1,-1 0-1,0 0 1,1 0-1,-1-1 1,0 1-1,1 0 1,-1 0-1,0-1 1,0 1-1,1 0 1,-1 0-1,0-1 1,0 1-1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3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1 24575,'-27'17'0,"-11"6"0,-2 1 0,3-1 0,9-1 0,6-6 0,4-2 0,3-1 0,2 0 0,0-3 0,3-3-8191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14 24575,'-44'-4'0,"-109"-6"0,151 10 0,0 0 0,0 0 0,0 0 0,0 1 0,-1-1 0,1 0 0,0 1 0,0 0 0,0-1 0,1 1 0,-1 0 0,0 0 0,0 0 0,0 0 0,0 0 0,1 1 0,-1-1 0,1 0 0,-1 1 0,1-1 0,-1 1 0,-1 2 0,2-2 0,0 1 0,0 0 0,0 0 0,0-1 0,1 1 0,-1 0 0,1 0 0,-1 0 0,1 0 0,0 0 0,0 0 0,0 0 0,1 0 0,-1-1 0,2 5 0,3 9 0,1 1 0,0-1 0,2-1 0,0 1 0,0-1 0,16 19 0,20 40 0,-26-37 0,-3 1 0,0 0 0,16 78 0,-29-106 0,7 32 0,1-1 0,27 70 0,-36-108 0,0-1 0,1 1 0,-1 0 0,1 0 0,0-1 0,0 1 0,0-1 0,0 0 0,0 0 0,1 0 0,-1 0 0,1 0 0,-1 0 0,1 0 0,0-1 0,0 1 0,-1-1 0,1 0 0,4 1 0,-2-1 0,0 0 0,0-1 0,0 1 0,0-1 0,1 0 0,-1-1 0,0 1 0,0-1 0,0 0 0,0 0 0,5-2 0,19-9-1365,-16 7-5461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4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24575,'1'6'0,"0"-1"0,1 1 0,-1 0 0,1-1 0,0 0 0,1 1 0,-1-1 0,4 5 0,3 6 0,52 129 0,-26-61 0,38 110 0,-68-182-1365,0-3-5461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5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24575,'-15'12'0,"0"1"0,1 0 0,0 1 0,1 1 0,-21 30 0,33-43 0,0-1 0,0 1 0,1 0 0,-1-1 0,0 1 0,1 0 0,-1 0 0,1 0 0,-1 0 0,1 0 0,0-1 0,0 1 0,0 0 0,0 0 0,0 0 0,0 0 0,0 0 0,1 0 0,0 3 0,0-4 0,0 1 0,0-1 0,0 1 0,0-1 0,1 0 0,-1 1 0,0-1 0,1 0 0,-1 0 0,1 0 0,-1 0 0,1 0 0,-1 0 0,1 0 0,0-1 0,0 1 0,-1-1 0,1 1 0,0-1 0,3 1 0,13 1 0,-1-1 0,0 0 0,1-1 0,-1-1 0,1-1 0,20-4 0,1-4 0,60-22 0,-92 30 20,0-1 0,0 0 0,-1 0 0,1-1 0,10-8 0,-15 11-75,-1 0 0,1-1 0,-1 1 0,0 0 0,1-1 0,-1 0 0,0 1 0,0-1 0,0 0 0,0 1 0,-1-1 0,1 0 0,0 0 0,-1 0 0,1 0 0,-1 0 0,0 1 0,1-1 0,-1 0 0,0 0 0,0 0 0,0 0 0,-1 0 0,1 0 0,0 0 0,-1-2 0,-3-6-6771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5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24575,'18'-17'0,"1"1"0,1 0 0,0 2 0,1 0 0,26-12 0,-45 25 0,0-1 0,1 1 0,-1 1 0,1-1 0,-1 0 0,1 1 0,-1-1 0,1 1 0,0 0 0,-1-1 0,1 2 0,-1-1 0,1 0 0,0 0 0,-1 1 0,1-1 0,-1 1 0,1 0 0,-1 0 0,3 1 0,-1 0 0,-1 1 0,1 0 0,-1 0 0,0 0 0,0 0 0,-1 0 0,1 1 0,-1-1 0,1 1 0,-1 0 0,2 4 0,3 7 0,-2-1 0,1 1 0,-2 1 0,0-1 0,0 0 0,-2 1 0,0 0 0,0 26 0,-4 5 0,-13 75 0,10-88 0,2 0 0,1 70 0,3-86 0,2-1 0,-1 1 0,2 0 0,1-1 0,0 0 0,1 0 0,12 26 0,15 14 0,-17-30 0,-2-1 0,15 38 0,-27-61 0,-1 1 0,0-1 0,0 1 0,-1-1 0,1 1 0,-1 0 0,1-1 0,-1 1 0,0-1 0,-1 1 0,0 5 0,1-7 0,-1-1 0,1 1 0,-1-1 0,0 0 0,0 0 0,1 1 0,-1-1 0,0 0 0,0 0 0,0 0 0,0 0 0,0 0 0,-1 0 0,1 0 0,0-1 0,0 1 0,-1 0 0,1-1 0,0 1 0,-1 0 0,1-1 0,0 0 0,-1 1 0,1-1 0,-1 0 0,1 0 0,-1 0 0,1 0 0,0 0 0,-1 0 0,-1 0 0,-7-2 0,0 1 0,0-2 0,0 1 0,0-1 0,-15-7 0,2 1 0,6 3-1365,3 2-5461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966 49 24575,'3'-3'0,"14"-16"0,-16 18 0,0 1 0,0-1 0,-1 0 0,1 0 0,-1 0 0,1 0 0,-1 0 0,1-1 0,-1 1 0,1 0 0,-1 0 0,0 0 0,0 0 0,1 0 0,-1 0 0,0-1 0,0 0 0,-1 1 0,1 1 0,0-1 0,-1 1 0,1 0 0,0-1 0,-1 1 0,1 0 0,0-1 0,-1 1 0,1 0 0,-1-1 0,1 1 0,0 0 0,-1 0 0,1 0 0,-1-1 0,1 1 0,-1 0 0,1 0 0,-1 0 0,1 0 0,-1 0 0,1 0 0,-1 0 0,1 0 0,-1 0 0,0 0 0,-17 2 0,16-1 0,-264 22 0,220-20 0,-198-7 0,118-1 0,-5-3 0,24 1 0,103 7 0,0 0 0,0 0 0,0 0 0,1 1 0,-8 1 0,10-2 0,1 0 0,-1 0 0,1 0 0,-1 1 0,1-1 0,-1 0 0,1 0 0,-1 1 0,1-1 0,-1 0 0,1 1 0,-1-1 0,1 0 0,0 1 0,-1-1 0,1 1 0,0-1 0,-1 1 0,1-1 0,0 1 0,-1-1 0,1 1 0,0-1 0,0 1 0,0-1 0,-1 1 0,1-1 0,0 1 0,0 0 0,0-1 0,0 1 0,0-1 0,0 1 0,0-1 0,0 1 0,0 0 0,1-1 0,-1 1 0,0-1 0,0 1 0,0-1 0,1 1 0,-1-1 0,0 1 0,0-1 0,1 1 0,-1-1 0,1 1 0,-1-1 0,2 3 0,1 0 0,-1-1 0,0 0 0,1 1 0,0-1 0,-1 0 0,1 0 0,0 0 0,0-1 0,0 1 0,5 1 0,39 11 0,-37-11 0,249 54 0,-36-10 0,-200-42 0,-12-3 0,0 1 0,0 0 0,-1 0 0,1 1 0,-1 0 0,14 8 0,-23-12 0,0 1 0,0 0 0,0-1 0,0 1 0,0 0 0,0 0 0,0 0 0,-1 0 0,1 0 0,0 0 0,0 0 0,-1 0 0,1 0 0,0 0 0,-1 1 0,0-1 0,1 0 0,-1 0 0,1 0 0,-1 1 0,0-1 0,0 0 0,0 2 0,0-1 0,-1 1 0,1-1 0,-1 0 0,0 0 0,0-1 0,1 1 0,-1 0 0,-1 0 0,1 0 0,0 0 0,0-1 0,-4 4 0,-2 2 0,-1 0 0,-1-1 0,1 0 0,-16 8 0,-29 11 0,-92 31 0,14-6 0,65-21 0,-88 54 0,150-80 0,1-2 0,0 0 0,1 1 0,-1 0 0,0 0 0,1 0 0,0 0 0,-1 0 0,1 0 0,-3 5 0,5-7 0,0 0 0,0 1 0,0-1 0,0 0 0,0 0 0,0 0 0,0 1 0,0-1 0,0 0 0,0 0 0,0 0 0,0 1 0,0-1 0,0 0 0,1 0 0,-1 0 0,0 0 0,0 1 0,0-1 0,0 0 0,0 0 0,1 0 0,-1 0 0,0 0 0,0 0 0,0 1 0,0-1 0,1 0 0,-1 0 0,0 0 0,0 0 0,0 0 0,1 0 0,-1 0 0,0 0 0,0 0 0,0 0 0,1 0 0,-1 0 0,11 1 0,-10-1 0,297-7 0,-87-2 0,76 10-1365,-272-1-5461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19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3 24575,'-4'7'0,"2"1"0,-1 0 0,1 0 0,0 0 0,1 0 0,-2 16 0,3-3 0,2 32 0,-1-48 0,0 0 0,0-1 0,0 1 0,1 0 0,-1-1 0,5 8 0,-6-11 0,0-1 0,0 1 0,1 0 0,-1 0 0,1-1 0,-1 1 0,0 0 0,1 0 0,-1-1 0,1 1 0,0-1 0,-1 1 0,1-1 0,0 1 0,-1-1 0,1 1 0,0-1 0,-1 1 0,1-1 0,0 0 0,0 1 0,0-1 0,-1 0 0,1 0 0,0 0 0,0 1 0,0-1 0,-1 0 0,1 0 0,0 0 0,0 0 0,0-1 0,0 1 0,-1 0 0,1 0 0,0 0 0,0-1 0,0 1 0,-1 0 0,1-1 0,0 1 0,0-1 0,-1 1 0,1 0 0,0-1 0,0 0 0,0-1 0,1 1 0,-1-1 0,0 0 0,0 1 0,0-1 0,0 0 0,0 0 0,0 0 0,0 0 0,0 0 0,0-4 0,4-26 0,-3 13 0,2-7 0,-3 18 0,0-1 0,0 1 0,1 0 0,0 0 0,4-10 0,-5 16 0,0 0 0,0 0 0,1 0 0,-1 0 0,1 0 0,-1 0 0,1 0 0,0 0 0,0 1 0,-1-1 0,1 0 0,0 1 0,1 0 0,-1 0 0,0-1 0,0 1 0,1 0 0,-1 1 0,0-1 0,1 0 0,-1 1 0,4-1 0,-2 1 0,1-1 0,-1 1 0,1 1 0,-1-1 0,1 1 0,-1-1 0,1 1 0,-1 1 0,1-1 0,-1 0 0,0 1 0,7 4 0,5 3 0,-1 1 0,13 12 0,10 6 0,19 7 0,-52-30-1365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 24575,'-1'-1'0,"1"1"0,-1 0 0,1-1 0,-1 1 0,0 0 0,1 0 0,-1-1 0,1 1 0,-1 0 0,0 0 0,1 0 0,-1 0 0,0 0 0,1 0 0,-1 0 0,0 0 0,1 0 0,-1 0 0,0 0 0,1 0 0,-1 0 0,0 1 0,1-1 0,-1 0 0,1 0 0,-1 1 0,0 0 0,0 0 0,0 0 0,0 0 0,1 0 0,-1 0 0,0 0 0,1 1 0,-1-1 0,1 0 0,0 0 0,-1 1 0,1-1 0,0 0 0,0 2 0,-1 5 0,1 0 0,0 0 0,2 11 0,7 27 0,2 0 0,29 75 0,-20-64 0,-9-25 0,53 141 0,-57-163 0,-7-10 0,0 0 0,0 0 0,0 0 0,1 0 0,-1 0 0,0 0 0,0 0 0,0 0 0,0 0 0,1 0 0,-1 0 0,0 0 0,0 0 0,0 0 0,0 0 0,1-1 0,-1 1 0,0 0 0,0 0 0,0 0 0,0 0 0,0 0 0,1 0 0,-1 0 0,0 0 0,0-1 0,0 1 0,0 0 0,0 0 0,0 0 0,0 0 0,1-1 0,-1 1 0,0 0 0,6-23 0,-4 13 0,-2 9 0,4-11 0,0-1 0,0 1 0,1 0 0,1 0 0,7-11 0,-11 20 0,-1 0 0,1 1 0,0 0 0,0-1 0,0 1 0,1 0 0,-1 0 0,1 0 0,-1 0 0,1 1 0,-1-1 0,1 1 0,0 0 0,0-1 0,0 1 0,0 0 0,0 1 0,0-1 0,0 0 0,0 1 0,0 0 0,0 0 0,0 0 0,0 0 0,0 0 0,0 0 0,4 2 0,3 1 0,0 0 0,1 0 0,-1 2 0,-1-1 0,1 1 0,-1 0 0,14 11 0,-1 1 0,34 34 0,-47-41 0,1 0 0,-1 1 0,-1 0 0,0 1 0,8 15 0,-13-18-1365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40 24575,'-15'-8'0,"0"2"0,0 0 0,0 0 0,-18-3 0,25 8 0,0-1 0,0 2 0,-1-1 0,1 1 0,0 0 0,0 1 0,0 0 0,0 0 0,-1 1 0,-7 2 0,-82 21 0,97-25 0,-1 1 0,1-1 0,0 1 0,0-1 0,0 1 0,0 0 0,0-1 0,0 1 0,0 0 0,0 0 0,0-1 0,0 1 0,0 0 0,1 0 0,-1 0 0,0 0 0,1 0 0,-1 0 0,0 1 0,1-1 0,-1 0 0,1 0 0,0 0 0,-1 0 0,1 1 0,0-1 0,0 0 0,0 0 0,0 1 0,0 0 0,1 5 0,-1 0 0,2 0 0,-1-1 0,4 11 0,-1-4 0,44 236 0,-1-2 0,-46-240 0,2 4 0,0 0 0,1 0 0,-1 0 0,10 15 0,-12-23 0,1 0 0,0-1 0,0 1 0,0-1 0,1 1 0,-1-1 0,0 0 0,1 0 0,-1 0 0,1 0 0,0 0 0,0 0 0,0-1 0,0 0 0,0 1 0,0-1 0,0 0 0,0-1 0,0 1 0,6 0 0,85 0 88,-44-3-1541,-38 2-5373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24575,'-3'10'0,"0"0"0,0 0 0,1 1 0,-1 16 0,3-22 0,0-1 0,0 1 0,1-1 0,-1 0 0,1 1 0,0-1 0,0 0 0,0 0 0,1 0 0,-1 1 0,1-2 0,0 1 0,5 7 0,0-1 0,1-1 0,1 0 0,-1 0 0,1-1 0,1 0 0,14 10 0,-20-16 0,-1 0 0,1 0 0,-1-1 0,1 1 0,0-1 0,0 0 0,0 0 0,-1 0 0,1-1 0,7 1 0,-9-1 0,1-1 0,0 1 0,0-1 0,0 1 0,0-1 0,-1 0 0,1 0 0,0 0 0,-1-1 0,1 1 0,-1-1 0,1 1 0,-1-1 0,0 0 0,1 0 0,1-2 0,2-3 0,-1 0 0,0 0 0,0 0 0,0-1 0,-1 0 0,0 0 0,-1 0 0,4-12 0,-1 4 0,-6 15 0,0 0 0,0 1 0,1-1 0,-1 0 0,0 0 0,0 1 0,1-1 0,-1 0 0,0 1 0,1-1 0,-1 0 0,1 1 0,-1-1 0,1 0 0,-1 1 0,1-1 0,-1 1 0,1-1 0,0 1 0,-1-1 0,1 1 0,0 0 0,-1-1 0,1 1 0,0 0 0,0-1 0,-1 1 0,1 0 0,0 0 0,0 0 0,-1 0 0,1 0 0,0 0 0,0 0 0,0 0 0,1 0 0,1 1 0,-1 1 0,1-1 0,0 1 0,-1 0 0,1 0 0,-1-1 0,0 2 0,4 3 0,65 60 0,-42-41-1365,-19-16-5461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2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53 24575,'-27'-8'0,"-14"-2"0,-2-1 0,1 0 0,3 2 0,5 6 0,5 3 0,3 4 0,5 1 0,3 0 0,4-1-8191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3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24575,'112'473'0,"-74"-365"-1365,-34-97-5461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3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24575,'-15'2'0,"-2"0"0,0 0 0,0 2 0,0 0 0,0 0 0,-18 9 0,34-12 0,-1-1 0,1 1 0,-1 0 0,1-1 0,-1 1 0,1 0 0,0 0 0,-1 0 0,1 0 0,0 0 0,0 0 0,0 1 0,0-1 0,0 0 0,0 1 0,0-1 0,0 0 0,0 1 0,0-1 0,1 1 0,-1-1 0,1 1 0,-1-1 0,1 1 0,0 0 0,0-1 0,-1 1 0,1 0 0,0-1 0,0 1 0,1-1 0,-1 1 0,0 0 0,1-1 0,0 3 0,0 0 0,1 0 0,0-1 0,0 1 0,1-1 0,-1 0 0,1 0 0,0 0 0,-1 0 0,1 0 0,1 0 0,-1-1 0,0 0 0,5 3 0,2 0 0,-1 0 0,1-1 0,1 0 0,-1-1 0,1 0 0,15 1 0,67 3 0,-16-2 0,26 4-1365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4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1 123 24575,'2'-11'0,"1"1"0,0 0 0,0-1 0,1 1 0,1 1 0,8-15 0,-11 21 0,-1 1 0,1-1 0,1 0 0,-1 1 0,0 0 0,0-1 0,1 1 0,0 0 0,-1 0 0,1 0 0,0 1 0,0-1 0,0 1 0,0-1 0,0 1 0,0 0 0,0 0 0,0 1 0,1-1 0,-1 0 0,0 1 0,1 0 0,-1 0 0,0 0 0,4 1 0,2 0 0,-1 1 0,0 1 0,-1-1 0,1 1 0,14 8 0,35 24 0,-29-17 0,-24-15 0,0-1 0,0 1 0,0 0 0,-1 0 0,1 1 0,-1-1 0,0 1 0,1 0 0,-2-1 0,5 9 0,-5-9 0,-1 1 0,1-1 0,-1 1 0,-1-1 0,1 1 0,0 0 0,-1-1 0,0 1 0,0 0 0,0 0 0,0-1 0,0 1 0,-1 0 0,-1 5 0,-1 2 0,-1 0 0,-8 16 0,7-18 0,1 0 0,1 0 0,0 0 0,-4 16 0,5-9 0,1 1 0,0 0 0,1-1 0,1 1 0,1 0 0,0-1 0,1 1 0,1-1 0,0 0 0,9 19 0,1-4 0,1 0 0,2-1 0,40 55 0,15 22 0,-71-106 0,0 0 0,0 1 0,0-1 0,0 1 0,-1-1 0,1 0 0,0 1 0,-1-1 0,1 1 0,-1 0 0,0-1 0,0 1 0,1-1 0,-1 1 0,0 2 0,-1-3 0,1 0 0,-1 0 0,1 0 0,-1 0 0,1 0 0,-1-1 0,1 1 0,-1 0 0,0 0 0,1-1 0,-1 1 0,0 0 0,0-1 0,0 1 0,1-1 0,-1 1 0,0-1 0,0 0 0,0 1 0,0-1 0,0 0 0,0 1 0,0-1 0,0 0 0,0 0 0,-1 0 0,-71 12-1365,60-11-5461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6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0 205 24575,'20'4'0,"0"0"0,0-2 0,1 0 0,-1-1 0,0-1 0,0-1 0,29-5 0,-31 3 0,4-2 0,-1 0 0,42-15 0,-58 18 0,0 0 0,0 0 0,-1-1 0,1 1 0,-1-1 0,0 0 0,1-1 0,-1 1 0,-1 0 0,1-1 0,-1 0 0,1 0 0,-1 0 0,0-1 0,-1 1 0,1-1 0,-1 1 0,3-8 0,-4 9 0,0 0 0,-1 0 0,0 1 0,1-1 0,-1 0 0,0 0 0,0 0 0,-1 0 0,1 0 0,-1 0 0,1 0 0,-1 1 0,0-1 0,0 0 0,0 0 0,0 1 0,-1-1 0,1 1 0,-1-1 0,1 1 0,-1-1 0,0 1 0,0 0 0,0 0 0,0 0 0,0 0 0,-6-3 0,3 1 0,-1 1 0,0 0 0,0 0 0,-1 0 0,1 0 0,-1 1 0,1 0 0,-1 1 0,0-1 0,-13 0 0,4 2 0,-1 0 0,-17 2 0,27 0 0,0-1 0,0 1 0,1-1 0,-1 2 0,1-1 0,-1 1 0,-9 6 0,7-4 0,0 1 0,1 0 0,0 0 0,0 1 0,1 0 0,-13 15 0,18-19 0,0 1 0,0-1 0,0 1 0,0-1 0,0 1 0,1 0 0,0 0 0,0 0 0,0 0 0,0 0 0,1 0 0,-1 0 0,1 0 0,0 0 0,0 0 0,1 0 0,-1 0 0,1 0 0,0 0 0,1 5 0,1-3 0,-1 0 0,1 0 0,0-1 0,1 1 0,-1 0 0,1-1 0,0 0 0,0 0 0,6 5 0,5 3 0,28 20 0,-32-25 0,0-1 0,1-1 0,0 0 0,0-1 0,0 0 0,1-1 0,15 4 0,-5-4 0,0-1 0,0-1 0,30-1 0,103-2-1365,-143 1-5461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7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24575,'-27'-5'0,"-11"-1"0,-2-1 0,4 2 0,5 2 0,5 3 0,6 5 0,2 1 0,3 2 0,1-1 0,1 0 0,2 0 0,1-1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24575,'17'48'0,"2"0"0,2-1 0,34 57 0,-9-33 0,-19-31 0,38 78 0,-63-115 0,-1 1 0,0-1 0,1 1 0,-1-1 0,0 1 0,-1 0 0,1-1 0,-1 7 0,0-9 0,0 0 0,0 0 0,0 0 0,-1 0 0,1 0 0,0 0 0,-1 0 0,1 0 0,-1 0 0,1 0 0,-1 0 0,0 0 0,1 0 0,-1-1 0,0 1 0,0 0 0,1 0 0,-1-1 0,0 1 0,0 0 0,0-1 0,0 1 0,0-1 0,0 1 0,0-1 0,0 0 0,0 1 0,0-1 0,0 0 0,0 0 0,0 0 0,0 0 0,-2 0 0,-6 1 0,1-1 0,-1 0 0,1-1 0,-1 0 0,0 0 0,1-1 0,-11-4 0,-3-1 0,-32-17 0,48 21 0,0-1 0,-1 1 0,2-1 0,-1-1 0,0 1 0,1-1 0,-6-6 0,10 10 0,0-1 0,0 1 0,0 0 0,0 0 0,0 0 0,1-1 0,-1 1 0,0 0 0,0-1 0,1 1 0,-1-1 0,1 1 0,0-1 0,-1 1 0,1-1 0,0 1 0,0-1 0,0 1 0,0-1 0,0 1 0,0-1 0,0 1 0,1-1 0,-1 1 0,0-1 0,1 1 0,-1-1 0,1 1 0,0 0 0,-1-1 0,1 1 0,0 0 0,0 0 0,0-1 0,0 1 0,0 0 0,0 0 0,0 0 0,2-1 0,2-2-91,1 0-1,0 1 0,0 0 0,0 0 1,1 1-1,11-4 0,-12 4-631,11-3-6103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3 0,0 4 0,0-1-8191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8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1 153 24575,'75'56'0,"-53"-40"0,7 6 0,54 30 0,-75-47 0,1-1 0,0 0 0,0-1 0,0 1 0,0-2 0,0 1 0,1-2 0,-1 1 0,1-1 0,0 0 0,14-2 0,-23 1 0,1 0 0,0 0 0,0-1 0,0 1 0,-1-1 0,1 1 0,0-1 0,-1 0 0,1 0 0,0 0 0,-1 0 0,1 0 0,-1 0 0,1 0 0,-1 0 0,0 0 0,1-1 0,1-2 0,-2 2 0,1-1 0,-1 0 0,0 1 0,0-1 0,0 0 0,0 0 0,-1 0 0,1 0 0,-1 0 0,1-4 0,-2-4 0,1 1 0,-1 0 0,-1 0 0,0 0 0,-6-16 0,3 13 0,3 10 0,1 1 0,0 0 0,0-1 0,0 1 0,0 0 0,0-1 0,0 1 0,1-1 0,-1 1 0,1-1 0,0 0 0,0 1 0,0-5 0,0 7 0,0 0 0,0 0 0,1-1 0,-1 1 0,0 0 0,0 0 0,1-1 0,-1 1 0,0 0 0,1 0 0,-1 0 0,0 0 0,0 0 0,1-1 0,-1 1 0,0 0 0,1 0 0,-1 0 0,0 0 0,1 0 0,-1 0 0,0 0 0,1 0 0,-1 0 0,0 0 0,1 0 0,-1 0 0,0 0 0,1 0 0,-1 0 0,0 1 0,1-1 0,-1 0 0,0 0 0,1 1 0,12 6 0,-11-6 0,25 17 0,2-1 0,0-2 0,0-1 0,34 11 0,-42-18 0,0-1 0,1-1 0,-1-1 0,1-1 0,0 0 0,0-2 0,24-2 0,-45 1 0,1 0 0,-1 0 0,1 0 0,-1 0 0,1-1 0,-1 1 0,1 0 0,-1-1 0,1 1 0,-1-1 0,1 0 0,-1 0 0,0 1 0,1-1 0,-1 0 0,0 0 0,0 0 0,0 0 0,0 0 0,1-1 0,0 0 0,-1 0 0,-1 0 0,1 0 0,0 0 0,-1 0 0,1 0 0,-1-1 0,0 1 0,0 0 0,0 0 0,0 0 0,0 0 0,0 0 0,-1-4 0,-2-4 0,0 0 0,-1 0 0,0 1 0,0-1 0,-6-9 0,2 5-114,-1 1 1,0 0-1,-1 1 0,-1 0 0,1 0 1,-2 1-1,0 0 0,0 1 0,-1 1 1,0 0-1,-18-9 0,13 9-6712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3:29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24575,'1'-1'0,"0"1"0,0-1 0,0 1 0,0-1 0,0 0 0,0 1 0,0-1 0,0 1 0,0 0 0,0-1 0,0 1 0,0 0 0,1 0 0,-1 0 0,0 0 0,0 0 0,0 0 0,0 0 0,0 0 0,1 0 0,-1 1 0,0-1 0,0 0 0,0 1 0,0-1 0,0 0 0,0 1 0,0 0 0,0-1 0,0 1 0,0 0 0,0-1 0,0 2 0,6 3 0,-1 1 0,0 0 0,8 9 0,-8-8 0,4 4 0,31 33 0,-37-40 0,0-1 0,0 1 0,1-1 0,-1 0 0,1-1 0,-1 1 0,1-1 0,9 3 0,-13-4 0,0-1 0,0 0 0,0 0 0,0 0 0,0 0 0,0 0 0,0 0 0,0 0 0,0 0 0,0 0 0,0 0 0,0 0 0,0-1 0,0 1 0,0 0 0,0-1 0,-1 1 0,1-1 0,0 1 0,0-1 0,1 0 0,-1-1 0,1 0 0,-1 1 0,1-1 0,-1 0 0,0 0 0,0 1 0,0-1 0,0 0 0,1-4 0,0-2 0,0-1 0,-1 0 0,1-15 0,-1 3 0,-1 12 0,0 0 0,1 0 0,0 0 0,1 0 0,3-12 0,-5 19 0,1 0 0,0 0 0,0 0 0,0 0 0,0 0 0,0 0 0,1 1 0,-1-1 0,1 0 0,-1 1 0,1-1 0,-1 1 0,1-1 0,0 1 0,0 0 0,0 0 0,0 0 0,0 0 0,0 0 0,0 0 0,0 0 0,0 1 0,0-1 0,0 1 0,0 0 0,1-1 0,2 1 0,1 0 0,1 1 0,-1-1 0,1 1 0,-1 1 0,1-1 0,-1 1 0,12 5 0,40 22 0,-57-28 0,223 144 0,-160-92-1297,-64-53 1229,13 12-6758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7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24575,'338'0'0,"-257"0"-397,394 12-1409,-422-8 2908,98-6-1,-113-4-1101,-27 3 0,0 1 0,15-1 0,-16 3 0,-7 0 0,0 1 0,0-1 0,0-1 0,0 1 0,-1 0 0,1-1 0,4-1 0,-5-1 0,-6 0 0,-11-3 0,13 6 0,-34-12 0,17 7 0,0-1 0,0-1 0,1 0 0,0-2 0,-17-11 0,25 14 0,-17-13 0,26 18 0,0 0 0,0 0 0,-1 0 0,1 0 0,0 0 0,0 0 0,0 0 0,1-1 0,-1 1 0,0 0 0,0-1 0,1 1 0,-1-1 0,1 1 0,-1 0 0,0-3 0,2 3 0,-1 0 0,0 0 0,0 0 0,1 1 0,-1-1 0,0 0 0,1 1 0,-1-1 0,1 0 0,-1 1 0,1-1 0,-1 0 0,1 1 0,-1-1 0,1 1 0,0-1 0,-1 1 0,1-1 0,0 1 0,-1-1 0,1 1 0,0 0 0,0-1 0,-1 1 0,1 0 0,0 0 0,0 0 0,0-1 0,-1 1 0,1 0 0,0 0 0,0 0 0,1 1 0,28 0 0,-5 3 0,-1 2 0,0 0 0,37 16 0,64 40 0,-115-57 0,39 24 0,-44-26 0,-1 0 0,0 1 0,0-1 0,-1 1 0,1-1 0,-1 1 0,1 1 0,3 5 0,-7-9 0,1 0 0,-1 0 0,1 0 0,-1 0 0,0 0 0,1 0 0,-1 0 0,0 0 0,0 0 0,0 0 0,0 0 0,0 0 0,0 0 0,0 0 0,0 0 0,0 0 0,0 0 0,0 0 0,-1 0 0,1 0 0,-1 1 0,0 0 0,0 0 0,0-1 0,0 1 0,-1-1 0,1 0 0,0 1 0,-1-1 0,1 0 0,-1 0 0,1 0 0,-3 1 0,-2 1 0,1 0 0,-1-1 0,0 0 0,0 0 0,-1 0 0,-6 0 0,-115 14 0,122-16-97,1 1-1,0 0 1,0 0-1,0 0 1,0 1-1,0-1 1,1 1-1,-1 0 1,0 1-1,1-1 1,-1 1-1,1 0 0,-6 5 1,1 2-6729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24575,'1'4'0,"0"0"0,0 0 0,1 0 0,-1 0 0,1 0 0,0 0 0,0-1 0,0 1 0,5 6 0,0 1 0,22 32 0,2-1 0,37 40 0,-67-82 0,-1 1 0,0-1 0,1 0 0,-1 1 0,1-1 0,-1 1 0,0-1 0,1 1 0,-1-1 0,1 0 0,-1 1 0,1-1 0,-1 0 0,1 0 0,-1 1 0,1-1 0,0 0 0,-1 0 0,1 0 0,-1 0 0,1 0 0,0 1 0,-1-1 0,1 0 0,-1 0 0,1-1 0,-1 1 0,1 0 0,0 0 0,0 0 0,0-1 0,0 0 0,0 0 0,0 0 0,0 0 0,0 0 0,0 0 0,0 0 0,0 0 0,-1 0 0,1 0 0,0 0 0,0-3 0,2-5 0,0-1 0,4-16 0,-7 24 0,3-15 0,6-27 0,-8 40 0,0 1 0,0-1 0,0 1 0,1-1 0,0 1 0,0 0 0,0 0 0,0 0 0,3-4 0,-4 6 0,1 0 0,0 0 0,-1 0 0,1 0 0,0 0 0,0 0 0,-1 0 0,1 1 0,0-1 0,0 1 0,0-1 0,0 1 0,0 0 0,0-1 0,0 1 0,0 0 0,0 1 0,0-1 0,0 0 0,0 0 0,0 1 0,0-1 0,-1 1 0,1 0 0,0-1 0,0 1 0,2 2 0,5 1 0,-1 1 0,-1 0 0,1 1 0,9 9 0,9 10 0,-1 0 0,32 44 0,-54-64-195,0-1 0,0 1 0,-1 0 0,1 0 0,-1 0 0,2 7 0,-1 0-6631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31 24575,'-30'-5'0,"-12"-1"0,-3-1 0,3 2 0,3 2 0,7 1 0,6 0 0,5 2 0,3 2 0,3 2 0,4 2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09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24575,'160'320'0,"-91"-176"0,-66-137-227,0 0-1,0 0 1,-1 0-1,0 0 1,2 15-1,-3-10-6598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0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1 24575,'-5'1'0,"-1"0"0,0 1 0,1 0 0,-1 0 0,-7 5 0,11-6 0,1 0 0,-1 0 0,1 0 0,-1 0 0,1 0 0,0 0 0,-1 0 0,1 1 0,0-1 0,0 0 0,0 1 0,0-1 0,0 1 0,0-1 0,0 1 0,1 0 0,-1-1 0,0 1 0,1 0 0,0-1 0,-1 1 0,1 2 0,0-2 0,0-1 0,0 0 0,1 0 0,-1 1 0,1-1 0,-1 0 0,1 0 0,-1 0 0,1 1 0,0-1 0,-1 0 0,1 0 0,0 0 0,0 0 0,0 0 0,0 0 0,0-1 0,0 1 0,0 0 0,0 0 0,0-1 0,0 1 0,2 0 0,31 11 0,-27-10 0,10 2 12,0 0 1,0-2-1,25 2 0,54-4-286,-48-1-866,-35 1-5686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1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942 202 24575,'-597'0'0,"572"1"0,-30 6 0,30-4 0,-30 2 0,46-5 0,1-1 0,0 1 0,0-1 0,0-1 0,0 1 0,0-1 0,-14-6 0,12 4 0,0 1 0,-17-4 0,18 5 0,0 0 0,0 0 0,1-1 0,-9-4 0,17 7 0,0 0 0,-1 0 0,1-1 0,0 1 0,-1 0 0,1 0 0,0 0 0,-1 0 0,1-1 0,0 1 0,0 0 0,-1 0 0,1-1 0,0 1 0,0 0 0,-1 0 0,1-1 0,0 1 0,0 0 0,0-1 0,-1 1 0,1 0 0,0-1 0,0 1 0,0 0 0,0-1 0,0 1 0,0 0 0,0-1 0,0 1 0,0-1 0,0 1 0,0 0 0,0-1 0,0 0 0,1 1 0,-1-1 0,1 0 0,0 0 0,0 0 0,-1 0 0,1 0 0,0 1 0,0-1 0,0 0 0,0 1 0,1-2 0,29-11 0,82-13 0,-79 19 0,0-1 0,-1-1 0,45-19 0,-75 26 0,1 1 0,-1-1 0,0 0 0,0 0 0,0-1 0,0 1 0,-1-1 0,1 1 0,3-5 0,-6 6 0,1 1 0,-1-1 0,1 0 0,-1 1 0,0-1 0,0 0 0,1 1 0,-1-1 0,0 0 0,0 0 0,0 1 0,0-1 0,0 0 0,0 1 0,0-1 0,0 0 0,0 0 0,0 1 0,0-1 0,0-1 0,-1 1 0,0 0 0,0 0 0,1 0 0,-1 0 0,0 0 0,0 0 0,0 1 0,0-1 0,0 0 0,0 0 0,0 1 0,0-1 0,0 1 0,0-1 0,-1 1 0,-1-1 0,-3-1 0,0 1 0,-1 0 0,1 0 0,0 1 0,-1-1 0,1 2 0,0-1 0,-1 1 0,-7 1 0,-8 3 0,-27 9 0,38-10 0,0 0 0,0 1 0,0 0 0,1 1 0,-1 0 0,1 1 0,1 0 0,-10 9 0,14-12 0,1 1 0,0-1 0,0 1 0,0 1 0,0-1 0,1 0 0,0 1 0,0-1 0,1 1 0,-1 0 0,1 0 0,0 0 0,1 0 0,0 1 0,0-1 0,-1 11 0,2-12 0,0 0 0,1 0 0,-1 0 0,1-1 0,0 1 0,0 0 0,0-1 0,1 1 0,0-1 0,0 1 0,2 4 0,-2-6 0,0 0 0,1-1 0,-1 1 0,1 0 0,-1-1 0,1 1 0,0-1 0,0 0 0,0 0 0,0 0 0,1 0 0,-1-1 0,0 1 0,1-1 0,4 1 0,18 5 0,0-2 0,44 3 0,-39-3-1365,-17-2-5461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1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24575,'0'7'0,"0"1"0,1-1 0,0 1 0,0-1 0,0 0 0,1 1 0,0-1 0,1 0 0,-1 0 0,1 0 0,0-1 0,1 1 0,0-1 0,0 0 0,0 0 0,1 0 0,0 0 0,11 9 0,-7-7 0,2 2 0,2 0 0,18 12 0,-28-20 0,0 0 0,0 0 0,1-1 0,-1 1 0,1-1 0,-1 0 0,1 0 0,-1 0 0,1-1 0,-1 1 0,1-1 0,0 0 0,-1 1 0,1-2 0,0 1 0,3-1 0,-5 0 0,-1 1 0,1-1 0,-1 1 0,1-1 0,-1 0 0,0 1 0,1-1 0,-1 0 0,0 0 0,0 0 0,1 0 0,-1 0 0,0 0 0,0 0 0,0-1 0,0 1 0,1-2 0,-1 0 0,0 0 0,0 0 0,0 1 0,0-1 0,-1 0 0,1 0 0,-1 0 0,0-5 0,0-1 0,-1 0 0,0 1 0,0-1 0,-1 0 0,-3-10 0,-9-15 0,10 27 0,1-1 0,0 1 0,1-1 0,-1 0 0,1 0 0,1 0 0,-2-10 0,3 18 0,0-1 0,0 0 0,0 0 0,0 1 0,0-1 0,0 0 0,0 1 0,0-1 0,0 0 0,1 0 0,-1 1 0,0-1 0,0 0 0,0 1 0,1-1 0,-1 0 0,1 1 0,-1-1 0,0 1 0,1-1 0,-1 0 0,1 1 0,-1-1 0,1 1 0,-1-1 0,1 1 0,0 0 0,0-1 0,1 0 0,-1 1 0,1 0 0,-1 0 0,0 0 0,1 0 0,-1 1 0,0-1 0,1 0 0,-1 0 0,0 1 0,1-1 0,-1 1 0,0-1 0,2 2 0,4 2 0,1 0 0,-1 1 0,11 10 0,-5-3 0,18 16 0,39 27 0,-60-48 0,1 0 0,0-1 0,1 0 0,-1 0 0,1-2 0,0 1 0,0-2 0,15 4 0,-25-7 0,0 0 0,0 1 0,0-1 0,1 0 0,-1 0 0,0 0 0,0 0 0,0-1 0,0 1 0,0 0 0,0-1 0,0 1 0,0-1 0,0 0 0,0 0 0,-1 0 0,1 0 0,0 0 0,0 0 0,2-3 0,-2 2 0,-1 1 0,0-1 0,0 0 0,0 0 0,0 0 0,0 0 0,0 0 0,-1 0 0,1 0 0,0 0 0,-1-1 0,0 1 0,0 0 0,1 0 0,-1 0 0,0-1 0,-1 1 0,1 0 0,-1-4 0,-2-5 0,0 1 0,-1-1 0,0 1 0,0-1 0,-1 1 0,-1 0 0,1 1 0,-2-1 0,1 1 0,-10-9 0,40 57 0,32 32-1365,-47-59-5461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42 24575,'0'1'0,"0"-1"0,0 1 0,-1-1 0,1 1 0,0-1 0,0 1 0,0-1 0,-1 1 0,1-1 0,0 1 0,-1-1 0,1 0 0,0 1 0,-1-1 0,1 1 0,-1-1 0,1 0 0,-1 1 0,1-1 0,0 0 0,-1 0 0,1 1 0,-1-1 0,1 0 0,-1 0 0,0 0 0,1 0 0,-1 1 0,1-1 0,-1 0 0,1 0 0,-1 0 0,1 0 0,-2-1 0,-19-1 0,16 1 0,0 0 0,0-1 0,0 0 0,-6-3 0,9 4 0,0 0 0,1 0 0,-1 0 0,0 0 0,1 0 0,-1-1 0,1 1 0,0 0 0,-1-1 0,1 0 0,0 1 0,0-1 0,0 0 0,-1-2 0,2 4 0,-1 0 0,1-1 0,0 1 0,0-1 0,0 1 0,0-1 0,0 1 0,0-1 0,0 1 0,0-1 0,0 1 0,0-1 0,0 1 0,0-1 0,0 1 0,0-1 0,1 1 0,-1 0 0,0-1 0,0 1 0,0-1 0,1 1 0,-1-1 0,0 1 0,1 0 0,-1-1 0,0 1 0,1 0 0,-1-1 0,0 1 0,1 0 0,-1-1 0,1 1 0,-1 0 0,0 0 0,1 0 0,-1-1 0,1 1 0,-1 0 0,1 0 0,-1 0 0,1 0 0,-1 0 0,1 0 0,-1 0 0,1 0 0,2 0 0,-1 0 0,1-1 0,0 2 0,-1-1 0,1 0 0,0 1 0,3 0 0,-1 1 9,1 1-1,-1 0 1,0-1-1,0 2 1,0-1-1,7 7 1,27 28-384,-25-22-675,-1-3-5776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6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1088 42 24575,'-4'-1'0,"-18"-7"0,0 2 0,-34-6 0,-23 3 0,0 4 0,-88 5 0,-158 32 0,185-7 0,-36 4 0,160-25 0,14 0 0,10-2 0,71 6 0,-4-1 0,287 64 0,-353-68 0,-1-1 0,0 0 0,0 0 0,0 1 0,-1 0 0,1 0 0,-1 1 0,0 0 0,12 8 0,-18-11 0,-1 0 0,1 0 0,0 0 0,-1 0 0,1-1 0,-1 1 0,1 0 0,-1 0 0,1 0 0,-1 0 0,0 1 0,1-1 0,-1 0 0,0 0 0,0 0 0,0 0 0,0 0 0,0 0 0,0 0 0,0 0 0,0 0 0,0 1 0,0-1 0,-1 0 0,1 0 0,0 0 0,-1 0 0,1 0 0,-1 0 0,1 0 0,-1 0 0,0-1 0,1 1 0,-1 0 0,0 0 0,0 0 0,1-1 0,-3 2 0,-2 3 0,-1 0 0,0 0 0,0-1 0,-9 4 0,-27 13 0,-2-2 0,0-3 0,-65 17 0,-28 9 0,127-38 0,-12 3 0,0 1 0,0 2 0,1 0 0,1 1 0,-20 14 0,39-24 0,0-1 0,0 1 0,0-1 0,1 1 0,-1 0 0,0-1 0,0 1 0,1 0 0,-1 0 0,1-1 0,-1 1 0,1 0 0,-1 0 0,1 0 0,-1 0 0,1 0 0,0 0 0,0 0 0,-1 0 0,1 0 0,0 0 0,0 0 0,0 1 0,0-1 0,1 0 0,-1 0 0,1 0 0,-1 0 0,1 0 0,-1 0 0,1 1 0,0-1 0,0-1 0,-1 1 0,1 0 0,0 0 0,0 0 0,0 0 0,2 1 0,3 1 0,0 1 0,0-1 0,0 0 0,0-1 0,11 3 0,25 4 0,1-3 0,80 2 0,-117-8 0,465-7 0,-376 3 0,-62 3-1365,-8 0-5461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7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24575,'0'0'0,"0"0"0,0-1 0,0 1 0,0 0 0,-1 0 0,1 0 0,0 0 0,0 0 0,0 0 0,0 0 0,0 0 0,0 0 0,0 0 0,0 0 0,0-1 0,0 1 0,0 0 0,0 0 0,0 0 0,0 0 0,0 0 0,-1 0 0,1 0 0,0 0 0,0 0 0,0 0 0,0 0 0,0 0 0,0 0 0,0 0 0,0 0 0,0 0 0,0 0 0,-1 0 0,1 0 0,0 0 0,0 0 0,0 0 0,0 0 0,0 0 0,0 0 0,0 0 0,0 0 0,0 0 0,0 0 0,-1 0 0,1 0 0,0 0 0,0 0 0,0 0 0,0 0 0,0 1 0,0-1 0,0 0 0,0 0 0,0 0 0,0 0 0,0 0 0,0 0 0,0 0 0,0 0 0,0 0 0,0 0 0,0 0 0,0 1 0,0-1 0,0 0 0,0 11 0,7 13 0,-7-23 0,11 30 0,1 0 0,18 33 0,12 28 0,-24-40 0,-2 1 0,14 74 0,-26-99 0,0-1 0,0 35 0,-5-128-1365,1 52-5461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7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1 24575,'-13'2'0,"-2"1"0,-1 0 0,1 2 0,0-1 0,0 2 0,0 0 0,-18 11 0,31-17 0,1 1 0,-1 0 0,1 0 0,0 0 0,-1 0 0,1 1 0,0-1 0,0 0 0,0 0 0,0 1 0,0-1 0,0 1 0,0-1 0,1 1 0,-1-1 0,0 1 0,1-1 0,-1 4 0,1-4 0,0 1 0,0-1 0,0 1 0,0-1 0,1 1 0,-1-1 0,1 0 0,-1 1 0,1-1 0,-1 0 0,1 1 0,0-1 0,0 0 0,0 0 0,-1 0 0,1 0 0,2 2 0,3 1 0,-1 1 0,1-1 0,0 0 0,1 0 0,-1-1 0,1 0 0,7 3 0,12 2 0,0-2 0,27 4 0,-7-2 0,78 11 0,-108-19-1365,-2-1-5461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8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24575,'25'22'0,"12"10"0,3 2 0,0-3 0,-5-4 0,-6-4 0,-3-3 0,-3-3 0,-4-4 0,-4-3 0,-3-1 0,-1-4 0,-2 0 0,0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 24575,'-17'27'0,"-6"11"0,-1 2 0,3-4 0,5-5 0,6-5 0,4-6 0,3-2 0,3-3 0,-2-1 0,0-3-8191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12 24575,'-48'-5'0,"20"2"0,1 0 0,-1 2 0,-52 5 0,77-4 0,0 1 0,0-1 0,0 1 0,0 0 0,0 0 0,0 0 0,0 0 0,1 1 0,-1-1 0,0 1 0,1 0 0,0 0 0,-1 0 0,1 0 0,0 0 0,0 0 0,0 0 0,-3 5 0,3-4 0,1 1 0,0-1 0,-1 0 0,1 1 0,1-1 0,-1 0 0,0 1 0,1-1 0,-1 1 0,1-1 0,0 1 0,1-1 0,-1 1 0,0-1 0,1 1 0,1 3 0,3 7 0,1 1 0,0-1 0,2 0 0,-1-1 0,18 22 0,3 9 0,-15-23 0,54 102 0,-61-108 0,0-1 0,-1 1 0,-1 0 0,0 0 0,-1 0 0,-1 0 0,1 16 0,-5 11 0,1-32 0,0 0 0,1 0 0,0-1 0,1 1 0,0 0 0,2 11 0,-1-19 0,-1 1 0,0 0 0,1-1 0,-1 1 0,1-1 0,0 1 0,0-1 0,0 0 0,0 0 0,0 0 0,1 0 0,-1 0 0,0 0 0,1-1 0,0 1 0,-1-1 0,1 1 0,0-1 0,0 0 0,-1 0 0,1-1 0,0 1 0,0 0 0,4-1 0,6 2 0,0-2 0,0 1 0,0-2 0,16-2 0,-25 3-136,0-1-1,0 0 1,-1 0-1,1-1 1,0 1-1,-1-1 1,1 1-1,-1-1 0,5-4 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26 24575,'-5'-4'0,"4"2"0,0 0 0,-1 0 0,0 1 0,1-1 0,-1 0 0,0 1 0,0-1 0,0 1 0,0 0 0,0 0 0,0 0 0,0 0 0,0 0 0,-1 0 0,-2 0 0,5 1 0,-1 0 0,1 1 0,-1-1 0,1 0 0,-1 1 0,1-1 0,-1 0 0,1 1 0,-1-1 0,1 1 0,-1-1 0,1 0 0,0 1 0,-1-1 0,1 1 0,0 0 0,0-1 0,-1 1 0,1-1 0,0 1 0,0-1 0,0 1 0,-1-1 0,1 1 0,0 0 0,0-1 0,0 1 0,0-1 0,0 1 0,0 0 0,0-1 0,1 2 0,2 23 0,-3-22 0,21 93 0,34 97 0,-49-177 0,51 143 0,-56-158-136,0 1-1,0 0 1,0 0-1,0-1 1,0 1-1,0 0 1,1-1-1,-1 1 0,3 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19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0 24575,'-14'4'0,"0"0"0,1 0 0,-1 1 0,-15 10 0,25-14 0,1 1 0,0 0 0,0 0 0,0 0 0,0 1 0,0-1 0,0 1 0,1-1 0,-1 1 0,1 0 0,0 0 0,-1 0 0,2 0 0,-1 1 0,0-1 0,1 1 0,-1-1 0,1 1 0,0-1 0,0 1 0,-1 6 0,2-8 0,0 1 0,0-1 0,1 1 0,-1-1 0,1 1 0,-1-1 0,1 0 0,0 1 0,0-1 0,0 0 0,0 1 0,0-1 0,0 0 0,0 0 0,3 3 0,-1-2 0,1 0 0,-1 0 0,0 0 0,1 0 0,0 0 0,0-1 0,0 0 0,4 2 0,5 1 0,-1-1 0,1 0 0,1-1 0,22 3 0,-24-5 0,15 3 0,1-1 0,-1-1 0,0-2 0,48-5 0,-59 3 0,-10 1 0,0 0 0,0 0 0,-1 0 0,1 0 0,0-1 0,0 0 0,9-5 0,-15 7 3,1-1 0,-1 1 0,1 0 0,-1-1 0,0 1 0,1 0 0,-1-1 0,0 1 0,1 0 0,-1-1 0,0 1 0,1 0 0,-1-1 0,0 1-1,0-1 1,0 1 0,1-1 0,-1 1 0,0-1 0,0 1 0,0-1 0,0 1 0,0-1 0,0 1 0,0 0 0,0-1 0,0 1 0,0-1 0,0 1 0,0-1 0,0 1 0,0-1 0,-1 1-1,1-1 1,0 1 0,0-1 0,-1 0 0,-13-13-1480,4 7-5349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24575,'1'-1'0,"14"-10"0,0 1 0,1 0 0,-1 1 0,2 1 0,24-10 0,-38 18 0,-1-1 0,0 0 0,1 1 0,0-1 0,-1 1 0,1 0 0,-1 0 0,1 0 0,-1 0 0,1 0 0,-1 1 0,1-1 0,-1 1 0,1 0 0,-1 0 0,1-1 0,2 3 0,-2-1 0,0 0 0,-1 0 0,1 0 0,-1 1 0,0-1 0,1 1 0,-1 0 0,0-1 0,0 1 0,-1 0 0,3 5 0,2 7 0,-1-1 0,-1 1 0,0 1 0,2 23 0,-4-26 0,17 158 0,-13-95 0,24 111 0,-26-172 0,1 0 0,0 0 0,1-1 0,0 1 0,1-1 0,1-1 0,0 1 0,12 14 0,-17-26 0,-1 1 0,0 0 0,0 0 0,-1 0 0,1 0 0,-1 0 0,1 0 0,0 4 0,-2-6 0,0 0 0,1 0 0,-1 0 0,0 0 0,-1 0 0,1 0 0,0 0 0,0 0 0,0 0 0,0 0 0,-1 0 0,1-1 0,-1 1 0,1 0 0,0 0 0,-1 0 0,1 0 0,-1-1 0,0 1 0,1 0 0,-1 0 0,0-1 0,1 1 0,-1 0 0,0-1 0,0 1 0,0-1 0,1 1 0,-1-1 0,0 0 0,0 1 0,0-1 0,-1 1 0,-6 1-45,0 0-1,-1-1 0,1 1 1,0-2-1,-1 1 0,1-1 1,-10-1-1,4 1-954,-4-1-5826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2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878 20 24575,'40'-19'0,"-98"42"0,15-11 0,-77 11 0,-47-6 0,83-10 0,-81 1 0,82-6 0,79-1 0,-2-2 0,0 2 0,0-1 0,0 0 0,0 1 0,0 0 0,1 1 0,-1-1 0,0 1 0,-6 3 0,12-5 0,0 1 0,0-1 0,-1 0 0,1 0 0,0 0 0,0 1 0,0-1 0,0 0 0,-1 0 0,1 1 0,0-1 0,0 0 0,0 0 0,0 1 0,0-1 0,0 0 0,0 1 0,0-1 0,0 0 0,0 0 0,0 1 0,0-1 0,0 0 0,0 0 0,0 1 0,0-1 0,0 0 0,0 1 0,1-1 0,-1 0 0,0 0 0,0 1 0,0-1 0,0 0 0,0 0 0,1 0 0,-1 1 0,0-1 0,0 0 0,0 0 0,1 0 0,-1 0 0,0 1 0,0-1 0,1 0 0,-1 0 0,14 9 0,-12-8 0,22 9 0,-1 0 0,1-2 0,1-1 0,47 8 0,-32-7 0,32 7 0,145 36 0,-212-49 0,24 9 0,-28-11 0,1 1 0,-1 0 0,0 0 0,1 0 0,-1 0 0,0 0 0,1 0 0,-1 0 0,0 0 0,0 0 0,0 0 0,0 1 0,0-1 0,0 0 0,0 3 0,0-4 0,-1 1 0,0 0 0,0-1 0,0 1 0,0 0 0,0-1 0,0 1 0,0 0 0,0-1 0,-1 1 0,1 0 0,0-1 0,0 1 0,0 0 0,-1-1 0,1 1 0,0 0 0,-1-1 0,1 1 0,-1-1 0,1 1 0,0-1 0,-1 1 0,1-1 0,-1 1 0,1-1 0,-1 0 0,0 1 0,1-1 0,-1 1 0,0-1 0,-22 10 0,20-9 0,-46 13 0,-85 12 0,23-6 0,59-7 0,-68 24 0,93-26 0,0 1 0,1 1 0,1 1 0,-27 20 0,48-32 0,1 1 0,-1 0 0,1 0 0,0 1 0,0-1 0,0 0 0,0 1 0,1 0 0,-4 7 0,5-10 0,1 1 0,-1-1 0,0 1 0,1 0 0,0 0 0,-1-1 0,1 1 0,0 0 0,0 0 0,0-1 0,0 1 0,0 0 0,0 0 0,1-1 0,-1 1 0,1 0 0,-1-1 0,1 1 0,-1 0 0,1-1 0,0 1 0,0-1 0,0 1 0,0-1 0,0 1 0,2 1 0,3 3 0,0-1 0,1 0 0,-1 0 0,1-1 0,0 0 0,0 0 0,0-1 0,0 0 0,1 0 0,11 3 0,9 0 0,46 4 0,-56-8 0,52 4 0,0-3 0,97-9 0,137-31 0,-230 27-1365,-48 8-5461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3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24575,'0'11'0,"1"0"0,-1-1 0,2 1 0,3 16 0,-3-20 0,1-1 0,0 0 0,-1 1 0,2-1 0,-1-1 0,1 1 0,0 0 0,6 6 0,-7-8 0,39 40 0,-37-39 0,1 0 0,0-1 0,0 1 0,0-1 0,13 6 0,-17-9 0,-1-1 0,0 1 0,0-1 0,0 1 0,0-1 0,1 0 0,-1 1 0,0-1 0,0 0 0,0 0 0,1 0 0,-1 0 0,0 0 0,0 0 0,1-1 0,-1 1 0,0 0 0,0-1 0,0 1 0,1 0 0,-1-1 0,0 0 0,1 0 0,0-1 0,0 1 0,-1-1 0,1 0 0,-1 0 0,0 0 0,0 1 0,1-1 0,-1 0 0,-1-1 0,1 1 0,0 0 0,0-2 0,2-7 0,-1 0 0,-1 0 0,0 0 0,-1-13 0,0 18 0,1-20 0,-1 25 0,0 1 0,0-1 0,0 1 0,0 0 0,0-1 0,0 1 0,0-1 0,0 1 0,1 0 0,-1-1 0,0 1 0,0 0 0,0-1 0,1 1 0,-1 0 0,0-1 0,0 1 0,1 0 0,-1 0 0,0-1 0,1 1 0,-1 0 0,0 0 0,1 0 0,-1-1 0,1 1 0,-1 0 0,0 0 0,1 0 0,-1 0 0,0 0 0,1 0 0,-1 0 0,1 0 0,-1 0 0,0 0 0,1 0 0,-1 0 0,1 0 0,-1 0 0,0 0 0,1 0 0,-1 0 0,1 0 0,-1 1 0,0-1 0,1 0 0,-1 0 0,0 1 0,1-1 0,-1 1 0,16 8 0,22 21 0,-25-20 0,-1 0 0,27 15 0,-27-20 0,0 1 0,0-2 0,21 6 0,-27-9 0,-1 1 0,1-2 0,0 1 0,0-1 0,0 1 0,0-2 0,0 1 0,0-1 0,0 0 0,6-1 0,-10 1 0,-1 1 0,1-1 0,-1 1 0,0-1 0,1 0 0,-1 0 0,0 1 0,1-1 0,-1 0 0,0 0 0,0 0 0,0 0 0,0 0 0,0-1 0,0 1 0,0 0 0,0 0 0,0-3 0,0 1 0,0-1 0,0 1 0,0-1 0,-1 1 0,1-8 0,-1 8 0,0 0 0,0-1 0,1 1 0,-1 0 0,1 0 0,0 0 0,1-6 0,-1 9 0,-1 0 0,0-1 0,0 1 0,1 0 0,-1 0 0,0-1 0,1 1 0,-1 0 0,0 0 0,1-1 0,-1 1 0,0 0 0,1 0 0,-1 0 0,1 0 0,-1 0 0,0-1 0,1 1 0,-1 0 0,1 0 0,-1 0 0,0 0 0,1 0 0,-1 0 0,1 0 0,-1 0 0,0 1 0,1-1 0,-1 0 0,0 0 0,1 0 0,0 1 0,13 6 0,-11-6 0,27 19-439,-1 0-1,30 28 1,-58-47 392,8 6-6779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107 117 24575,'-30'-38'0,"18"22"0,0 0 0,-24-22 0,24 30 0,12 8 0,-1 0 0,1 0 0,0 0 0,0 0 0,0 0 0,0 0 0,0 0 0,-1 0 0,1 0 0,0 0 0,0 0 0,0 0 0,0 0 0,0 0 0,-1 0 0,1 1 0,0-1 0,0 0 0,0 0 0,0 0 0,0 0 0,0 0 0,0 0 0,0 0 0,-1 1 0,1-1 0,0 0 0,0 0 0,0 0 0,0 0 0,0 0 0,0 0 0,0 1 0,0-1 0,0 0 0,0 0 0,0 0 0,0 0 0,0 0 0,0 1 0,0-1 0,0 0 0,0 3 0,1 0 0,0-1 0,-1 1 0,1 0 0,0-1 0,0 1 0,2 2 0,13 25 0,2 0 0,37 46 0,53 49 0,-68-81 0,239 256 0,-255-275 0,-12-12 0,25 21 0,-37-34 0,0-1 0,0 1 0,-1 0 0,1 0 0,0 0 0,0 0 0,0 0 0,0 0 0,0 0 0,0 0 0,1 0 0,-1-1 0,0 1 0,0 0 0,0 0 0,0 0 0,0 0 0,0 0 0,0 0 0,0 0 0,0 0 0,0 0 0,0 0 0,0 0 0,0-1 0,0 1 0,0 0 0,0 0 0,0 0 0,0 0 0,1 0 0,-1 0 0,0 0 0,0 0 0,0 0 0,0 0 0,0 0 0,0 0 0,0 0 0,0 0 0,0 0 0,0 0 0,1 0 0,-1 0 0,0 0 0,0 0 0,0 0 0,0 0 0,0 0 0,0 0 0,0 0 0,0 0 0,0 0 0,0 0 0,1 0 0,-1 0 0,0 0 0,0 0 0,0 0 0,0 0 0,0 1 0,-4-15 0,-10-16 0,-49-66 104,27 42-1573,22 33-5357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6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36 24575,'6'-35'0,"-6"36"0,0-1 0,0 0 0,0 0 0,0 0 0,0 0 0,0 0 0,-1 0 0,1 0 0,0 0 0,0 0 0,0 0 0,0 0 0,0 0 0,0 0 0,0 0 0,0 0 0,0 0 0,-1 0 0,1 0 0,0 0 0,0 0 0,0 0 0,0 0 0,0 0 0,0 0 0,0 0 0,0 0 0,0 0 0,-1 0 0,1 0 0,0 0 0,0 0 0,0 0 0,0 0 0,0 0 0,0 0 0,0 0 0,0 0 0,0 0 0,0 0 0,-1 0 0,1 0 0,0 0 0,0-1 0,0 1 0,0 0 0,0 0 0,0 0 0,0 0 0,0 0 0,0 0 0,-5 9 0,-8 28 0,1 1 0,-11 71 0,5-20 0,-42 121 0,24-89 0,36-120-41,-1 5-125,-1-1 1,1 0-1,-1 0 1,0 0-1,0-1 1,-1 1-1,-4 7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6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 24575,'0'0'0,"0"0"0,-1 0 0,1 0 0,0-1 0,0 1 0,0 0 0,-1 0 0,1 0 0,0 0 0,0 0 0,0 0 0,-1-1 0,1 1 0,0 0 0,0 0 0,-1 0 0,1 0 0,0 0 0,0 0 0,-1 0 0,1 0 0,0 0 0,0 0 0,-1 0 0,1 0 0,0 0 0,0 1 0,0-1 0,-1 0 0,1 0 0,0 0 0,0 0 0,-1 0 0,1 0 0,0 0 0,0 1 0,-8 9 0,-1 16 0,8-25 0,-11 44 0,2 1 0,-8 87 0,11 96 0,13-92 0,-4-115 0,2 1 0,0-1 0,2 0 0,7 21 0,-7-29-151,1 0-1,0 0 0,1-1 0,0 0 1,1-1-1,0 0 0,1 0 1,21 18-1,-18-20-6674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8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24 230 24575,'0'0'0,"0"-1"0,-1 1 0,1 0 0,0 0 0,-1-1 0,1 1 0,0-1 0,-1 1 0,1 0 0,0-1 0,0 1 0,0 0 0,-1-1 0,1 1 0,0-1 0,0 1 0,0-1 0,0 1 0,0 0 0,0-1 0,0 1 0,0-1 0,0 1 0,0-1 0,0 1 0,0-1 0,0 1 0,0 0 0,0-1 0,0 1 0,1-1 0,0 0 0,-1 0 0,1 0 0,0 1 0,0-1 0,0 0 0,0 0 0,-1 1 0,1-1 0,0 1 0,0-1 0,3 0 0,1-1 0,0 1 0,1-1 0,10 0 0,15 1 0,-16 1 0,27-3 0,-39 3 0,1-1 0,-1 0 0,1 0 0,-1 0 0,1 0 0,-1 0 0,0-1 0,1 0 0,-1 0 0,0 0 0,0 0 0,4-4 0,-5 4 0,-1 0 0,1 0 0,-1 0 0,0-1 0,0 1 0,0 0 0,0-1 0,0 1 0,-1 0 0,1-1 0,-1 1 0,1-1 0,-1 0 0,0 1 0,0-1 0,0 1 0,0-1 0,-1 1 0,1-1 0,-1 1 0,1-1 0,-1 1 0,-1-3 0,-1-4 0,-1 0 0,0 0 0,-1 1 0,-10-16 0,11 18 0,0 1 0,-1-1 0,0 0 0,-1 1 0,1 0 0,-1 1 0,-7-6 0,12 9 0,-1 0 0,0 0 0,0 0 0,0 0 0,0 1 0,0-1 0,0 0 0,0 1 0,0-1 0,0 1 0,0 0 0,0 0 0,0 0 0,0 0 0,0 0 0,0 0 0,0 0 0,0 1 0,0-1 0,0 1 0,0 0 0,0-1 0,0 1 0,0 0 0,0 0 0,1 0 0,-1 0 0,0 1 0,-2 1 0,0 1 0,0 1 0,0-1 0,1 1 0,-1 0 0,1 0 0,0 0 0,1 0 0,-1 0 0,1 0 0,-2 7 0,-1 9 0,-5 30 0,-1 6 0,9-51 0,0 0 0,1 1 0,0-1 0,0 1 0,0 0 0,1 7 0,1-11 0,-1 0 0,1-1 0,-1 1 0,1 0 0,0 0 0,0-1 0,0 1 0,1 0 0,-1-1 0,1 1 0,-1-1 0,1 0 0,0 1 0,0-1 0,0 0 0,3 3 0,6 3 0,-1-1 0,1 0 0,1 0 0,-1-1 0,1 0 0,24 7 0,77 15 0,-100-25 60,25 1 0,-34-4-195,0 0 0,-1 0 0,1 0 0,0-1 0,0 1 0,0-1 0,-1 0 0,1 0 0,0 0 0,6-4 0,-1-1-6691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8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 24575,'-6'-13'0,"6"21"0,6 25 0,9 14 0,2 1 0,30 59 0,57 85 0,-96-178 0,-3-3 0,-7-6 0,1-5 0,-1 0 0,1 0 0,0 1 0,0-1 0,-1-1 0,1 1 0,0 0 0,-1 0 0,1 0 0,0-1 0,0 1 0,-3-1 0,-13-7 0,0 1 0,1-2 0,0 0 0,0-1 0,1-1 0,-15-13 0,28 22-49,0 1 1,1-1-1,-1 0 0,1 1 0,-1-1 1,1 0-1,0 0 0,-1 0 0,1 0 1,0 0-1,0-1 0,1 1 0,-1 0 1,0 0-1,1-1 0,-1 1 0,1 0 1,0-1-1,0 1 0,0 0 0,0-1 1,0 1-1,0 0 0,1-1 0,-1 1 0,1 0 1,1-4-1,1-3-6777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9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75 24575,'-12'-20'0,"-2"-4"0,2 5 0,2 8 0,4 11 0,2 7 0,2 6 0,2 0-8191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0 166 24575,'1'2'0,"0"0"0,0 1 0,0-1 0,0 0 0,0 0 0,1 0 0,-1 0 0,1 0 0,-1 0 0,3 3 0,0-1 0,4 5 0,1-1 0,0 0 0,0 0 0,1 0 0,-1-2 0,2 1 0,-1-1 0,1-1 0,0 1 0,15 3 0,-12-4 0,1 0 0,0-2 0,1 0 0,-1-1 0,0 0 0,1-1 0,24-2 0,-35 1 0,0-1 0,0 0 0,-1 0 0,1 0 0,-1 0 0,1-1 0,-1 0 0,1 0 0,-1 0 0,0 0 0,5-4 0,-7 4 0,1 0 0,-1-1 0,0 1 0,1-1 0,-1 1 0,0-1 0,-1 0 0,1 0 0,0 0 0,-1 0 0,0 0 0,1 0 0,-1 0 0,0 0 0,-1 0 0,2-6 0,-2 0 0,1 0 0,-1-1 0,0 1 0,-1 0 0,0 0 0,-1 0 0,0 0 0,0 0 0,-1 1 0,0-1 0,-1 0 0,1 1 0,-2 0 0,-8-13 0,20 29 0,0 0 0,0-1 0,0 0 0,1 0 0,0-1 0,13 8 0,-18-12 0,0-1 0,0 1 0,1-1 0,-1 1 0,1-1 0,-1 0 0,1 0 0,0 0 0,-1-1 0,6 1 0,-7-1 0,0 0 0,0-1 0,-1 1 0,1 0 0,0-1 0,0 0 0,-1 1 0,1-1 0,0 0 0,-1 0 0,1 0 0,-1 0 0,1 0 0,-1 0 0,1 0 0,-1 0 0,0-1 0,1 1 0,-1 0 0,0-1 0,0 1 0,1-3 0,-1 2 5,0 0-1,0-1 1,-1 1 0,1-1-1,0 1 1,-1-1-1,0 1 1,1-1 0,-1 1-1,0-1 1,0 1 0,-1-1-1,1 1 1,0 0-1,-1-1 1,0 1 0,1-1-1,-1 1 1,0 0-1,0-1 1,0 1 0,-1 0-1,1 0 1,-1 0-1,-2-4 1,-3-3-302,-1 1 0,0 0 0,0 0 0,-13-9 0,8 8-6529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0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70 24575,'-1'-4'0,"0"0"0,1-1 0,-1 1 0,1-1 0,0 1 0,0 0 0,0-1 0,1 1 0,-1-1 0,1 1 0,0 0 0,3-8 0,-4 12 0,1-1 0,-1 1 0,0-1 0,1 1 0,-1 0 0,0-1 0,1 1 0,-1 0 0,1-1 0,-1 1 0,1 0 0,-1 0 0,1-1 0,-1 1 0,1 0 0,-1 0 0,1 0 0,-1 0 0,1 0 0,-1-1 0,1 1 0,-1 0 0,1 0 0,0 1 0,-1-1 0,1 0 0,-1 0 0,1 0 0,-1 0 0,1 0 0,-1 0 0,1 1 0,-1-1 0,1 1 0,16 9 0,-17-10 0,14 12 0,0 0 0,-1 1 0,19 25 0,29 49 0,-46-65 0,5 9 0,-1 1 0,-1 0 0,-2 2 0,-2-1 0,12 42 0,-20-55 0,-1 1 0,-1 0 0,-1 0 0,-1 0 0,0 0 0,-2 1 0,-1-1 0,0 0 0,-2 0 0,-6 28 0,4-32 0,0-1 0,-1 1 0,-17 29 0,18-36 0,-1-1 0,-1 0 0,1 0 0,-1-1 0,-1 0 0,0 0 0,-11 9 0,7-8-1365,2-1-5461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0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24575,'7'0'0,"5"3"0,3 2 0,2 4 0,-1 3 0,3 3 0,1 3 0,-2 0 0,0-1 0,-2 0 0,0 1 0,-1 1 0,0-1 0,-3-1 0,-4-1 0,-3 0 0,-2-4-8191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1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40 24575,'-1'-2'0,"0"0"0,0-1 0,1 1 0,0 0 0,-1 0 0,1 0 0,0-1 0,0 1 0,0 0 0,0 0 0,0-1 0,1 1 0,-1 0 0,1 0 0,1-4 0,-2 6 0,1 0 0,-1 0 0,0-1 0,1 1 0,-1 0 0,1 0 0,-1 0 0,1 0 0,-1 0 0,1 0 0,-1 0 0,1 0 0,-1 0 0,1 0 0,-1 0 0,1 1 0,-1-1 0,0 0 0,1 0 0,-1 0 0,1 1 0,-1-1 0,1 0 0,-1 0 0,0 1 0,1-1 0,-1 0 0,0 1 0,1-1 0,-1 0 0,0 1 0,0-1 0,1 1 0,-1-1 0,13 16 0,-13-15 0,6 7 0,0 2 0,0-1 0,-1 1 0,-1-1 0,5 14 0,-7-17 0,0 1 0,-1 0 0,0-1 0,0 1 0,-1 0 0,1 0 0,-2-1 0,1 1 0,-2 10 0,-1-1-1365,0-3-5461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3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94 24575,'-8'-9'0,"-65"-68"0,72 76 0,1 0 0,-1 1 0,0-1 0,1 1 0,-1-1 0,1 1 0,-1-1 0,0 1 0,1-1 0,-1 1 0,0 0 0,1-1 0,-1 1 0,0 0 0,0 0 0,1-1 0,-1 1 0,0 0 0,0 0 0,1 0 0,-2 0 0,1 0 0,1 1 0,-1-1 0,1 1 0,0-1 0,-1 1 0,1-1 0,0 0 0,0 1 0,-1-1 0,1 1 0,0-1 0,0 1 0,0-1 0,-1 1 0,1 0 0,0-1 0,0 1 0,0-1 0,0 1 0,0-1 0,0 1 0,0 0 0,1 7 0,0 0 0,4 15 0,-4-21 0,76 229 0,-26-90 0,-44-120-103,-4-15-12,-1 0 0,1 0 1,-1 1-1,0-1 0,-1 1 1,0 0-1,0-1 0,0 1 0,-1 0 1,-1 9-1,-1-7-6711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3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1 199 24575,'235'-28'0,"-231"27"0,0 0 0,-1 0 0,1 0 0,-1 0 0,1 0 0,-1-1 0,0 0 0,1 0 0,-1 0 0,0 0 0,0 0 0,0 0 0,-1-1 0,5-4 0,-6 5 0,1 0 0,-1 0 0,1 0 0,-1 0 0,0-1 0,0 1 0,0 0 0,-1-1 0,1 1 0,0-1 0,-1 1 0,0-1 0,1 1 0,-1-1 0,0 0 0,0 1 0,-1-1 0,1 1 0,0-1 0,-1 1 0,-1-5 0,-4-8-223,0 1 0,-13-20 0,15 27-473,-4-7-6130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24575,'1'0'0,"0"0"0,-1 1 0,1-1 0,-1 0 0,1 0 0,-1 0 0,1 1 0,-1-1 0,1 0 0,-1 1 0,1-1 0,-1 1 0,1-1 0,-1 0 0,1 1 0,-1-1 0,0 1 0,1-1 0,-1 1 0,0-1 0,1 1 0,-1 0 0,6 15 0,-6-15 0,40 181 0,-30-125 0,30 98 0,-31-127-227,2-1-1,1 0 1,1-1-1,1 0 1,20 27-1,-27-45-6598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4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36 24575,'0'-29'0,"0"22"0,0 20 0,-22 240 0,12-172 0,-1 110 0,11-174 0,1 0 0,1 0 0,0 0 0,2-1 0,0 1 0,0-1 0,2 0 0,0 0 0,1 0 0,0-1 0,1 0 0,1 0 0,1-1 0,0 0 0,0 0 0,1-2 0,20 19 0,-13-16 40,1-1 0,32 18 0,-39-25-288,1-1 1,0-1-1,0 0 1,0 0-1,23 4 1,-24-8-6579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1 276 24575,'26'-9'0,"5"0"0,0-2 0,56-30 0,-82 38 0,0 0 0,0-1 0,-1 1 0,0-1 0,1-1 0,-2 1 0,1 0 0,0-1 0,-1 0 0,0 0 0,0 0 0,0 0 0,-1 0 0,0-1 0,0 1 0,0-1 0,0 0 0,-1 1 0,1-12 0,-2 13 0,0 0 0,0 1 0,0-1 0,0 0 0,-1 0 0,0 0 0,1 0 0,-2 1 0,1-1 0,0 0 0,-1 1 0,1-1 0,-1 1 0,0-1 0,0 1 0,0 0 0,-1 0 0,1 0 0,-1 0 0,0 0 0,0 1 0,0-1 0,0 1 0,0 0 0,0 0 0,-1 0 0,1 0 0,-1 1 0,1-1 0,-7-1 0,6 2 0,0 0 0,-1-1 0,1 2 0,-1-1 0,0 1 0,1-1 0,-1 1 0,0 0 0,1 1 0,-1-1 0,1 1 0,-1 0 0,1 0 0,-1 1 0,1-1 0,0 1 0,-1 0 0,1 0 0,-6 5 0,5-4 0,1 1 0,1-1 0,-1 1 0,0 0 0,1 0 0,0 1 0,0-1 0,0 1 0,0 0 0,1 0 0,0 0 0,0 0 0,0 0 0,1 0 0,-1 0 0,0 9 0,1-3 0,0 0 0,0 0 0,1 0 0,0-1 0,1 1 0,0 0 0,1 0 0,1 0 0,-1-1 0,1 1 0,1-1 0,0 0 0,1 0 0,0 0 0,0 0 0,1-1 0,0 0 0,1 0 0,0-1 0,0 0 0,1 0 0,0 0 0,0-1 0,17 11 0,-11-10 0,0 0 0,1-1 0,-1 0 0,26 6 0,-32-10 0,1-1 0,-1-1 0,1 1 0,0-2 0,0 1 0,-1-1 0,1 0 0,0-1 0,0 0 0,9-2 0,-15 1-195,1 1 0,0-1 0,-1 1 0,0-1 0,1 0 0,4-4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24575,'129'300'0,"-82"-185"0,-26-68 0,-10-25 0,10 31 0,-21-52 0,1-1 0,-1 0 0,0 1 0,0-1 0,0 1 0,1-1 0,-1 0 0,0 1 0,0-1 0,0 1 0,0-1 0,0 1 0,0-1 0,0 1 0,0-1 0,0 0 0,0 1 0,0-1 0,0 1 0,0-1 0,0 1 0,-1-1 0,1 0 0,0 1 0,0-1 0,0 1 0,-1-1 0,1 0 0,0 1 0,0-1 0,-1 1 0,0-1 0,0 0 0,0 0 0,0 0 0,1 0 0,-1 0 0,0 0 0,0 0 0,0-1 0,0 1 0,1 0 0,-1 0 0,0-1 0,0 1 0,0 0 0,0-1 0,-35-23 0,31 20 0,-92-71-1365,81 63-5461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16 24575,'-5'-7'0,"-1"-1"0,-1 7 0,0 6 0,0 4 0,2 1-8191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24575,'7'26'0,"2"-1"0,1 0 0,1 0 0,14 23 0,-19-38 0,1-1 0,0-1 0,0 1 0,1-1 0,1 0 0,14 10 0,-2-3 0,41 21 0,-57-34 0,0 1 0,0-1 0,0 0 0,1 0 0,-1-1 0,1 1 0,-1-1 0,1-1 0,0 1 0,-1-1 0,1 0 0,7 0 0,-10-1 0,0 0 0,-1 1 0,1-1 0,0 0 0,-1 0 0,1-1 0,0 1 0,-1 0 0,0-1 0,1 0 0,-1 1 0,0-1 0,0 0 0,0 0 0,0 0 0,0 0 0,0-1 0,-1 1 0,1 0 0,-1-1 0,1 0 0,-1 1 0,0-1 0,0 1 0,0-1 0,0-3 0,1-2 0,0 0 0,-1 0 0,0 0 0,-1 0 0,0-13 0,-1 16 0,1 1 0,-1 0 0,0-1 0,0 1 0,0 0 0,0-1 0,-1 1 0,0 0 0,0 0 0,0 0 0,-4-5 0,25 19 0,25 9 0,-39-17 0,1 0 0,-1 0 0,1-1 0,0 1 0,0-2 0,0 1 0,-1-1 0,1 1 0,0-2 0,0 1 0,9-2 0,-12 1 0,0 0 0,1 0 0,-1-1 0,0 1 0,0-1 0,0 1 0,0-1 0,0 0 0,-1 0 0,1 0 0,-1-1 0,1 1 0,-1-1 0,0 1 0,0-1 0,0 0 0,0 0 0,0 0 0,0 0 0,-1 0 0,2-4 0,-2 4 5,0-1 0,0 0 0,0 0 0,0 0 0,-1 0 0,0 0 0,1 0 0,-1 0 0,-1 0 0,1 0 0,-1 0 0,1 0 0,-1 0 0,0 1 0,0-1 0,-1 0 0,1 0 0,-1 1 0,0-1 0,0 1 0,0-1 0,0 1 0,-4-4 0,0 1-154,0-1 1,-1 1-1,0 1 1,0-1-1,0 1 1,0 0-1,-1 0 1,0 1-1,-11-4 1,2 2-6678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7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24575,'17'4'0,"1"0"0,-1 1 0,1 1 0,-2 1 0,1 0 0,-1 1 0,0 1 0,27 20 0,-25-15 0,-1 2 0,0 0 0,-1 1 0,-1 0 0,0 2 0,15 24 0,-11-9 0,-1 1 0,-2 1 0,-1 0 0,-2 1 0,-1 1 0,-2 0 0,-2 0 0,4 40 0,-10-56 0,0 1 0,-2 0 0,0 0 0,-2 0 0,-7 36 0,5-42 0,-1-1 0,0 1 0,-1-2 0,-1 1 0,-1 0 0,0-1 0,-1-1 0,-12 16 0,-60 62-83,53-63-1199,9-8-5544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8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49 24575,'2'-5'0,"-1"-1"0,-1-3 0,-3 1 0,-4 1 0,-2 2 0,-3 3 0,-2 0 0,0 1 0,-3 1 0,-2 1 0,-1-1 0,-1 0 0,1 1 0,-1-1 0,1 0 0,1-2 0,4-2-8191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18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55 24575,'-30'-10'0,"-11"-3"0,-5 0 0,4 3 0,4 3 0,3 5 0,5 3 0,6 4 0,6 0-8191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5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16 24575,'-2'-1'0,"1"-1"0,0 1 0,0-1 0,0 1 0,-1 0 0,1-1 0,0 1 0,-1 0 0,1 0 0,-4-1 0,5 2 0,0 0 0,0-1 0,0 1 0,-1 0 0,1 0 0,0 0 0,0 0 0,-1 0 0,1 0 0,0 0 0,0 0 0,-1 0 0,1 0 0,0 0 0,0 0 0,-1 0 0,1 0 0,0 0 0,0 0 0,0 1 0,-1-1 0,1 0 0,0 0 0,0 0 0,0 0 0,-1 0 0,1 1 0,0-1 0,0 0 0,0 0 0,-1 1 0,1 0 0,-1 0 0,1 0 0,0 0 0,0 0 0,0-1 0,-1 1 0,1 0 0,0 0 0,0 0 0,0 0 0,1 0 0,-1 1 0,3 23 0,2 1 0,0-1 0,12 30 0,33 74 0,-28-76 0,6 9 0,-16-39 0,14 42 0,-10-12 0,-16-93 0,0 14 0,0 17 0,0-1 0,1 1 0,0 0 0,0-1 0,5-14 0,-6 21 0,1 0 0,1 1 0,-1-1 0,0 0 0,1 1 0,-1 0 0,1-1 0,0 1 0,0 0 0,0 0 0,0 0 0,0 0 0,0 0 0,0 0 0,1 0 0,-1 1 0,1-1 0,-1 1 0,1 0 0,0 0 0,-1 0 0,7-1 0,-5 1 0,0 0 0,1 1 0,-1 0 0,1-1 0,-1 2 0,1-1 0,-1 0 0,0 1 0,1 0 0,-1 0 0,0 0 0,1 1 0,-1-1 0,0 1 0,0 0 0,0 0 0,0 1 0,-1-1 0,6 5 0,5 6 0,-2-1 0,0 2 0,18 24 0,-18-21 0,18 19 0,-23-31 43,-1 1 0,14 7 0,9 9-1537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6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44 24575,'-34'-8'0,"-9"-3"0,0 2 0,-1 2 0,-53-2 0,93 9 0,0 0 0,0 1 0,0-1 0,0 1 0,0 0 0,0 0 0,0 0 0,-6 3 0,9-4 0,1 1 0,-1-1 0,0 1 0,0-1 0,0 1 0,0 0 0,1-1 0,-1 1 0,0 0 0,1 0 0,-1-1 0,0 1 0,1 0 0,-1 0 0,1 0 0,0 0 0,-1 0 0,1 0 0,0 0 0,-1 0 0,1 0 0,0 0 0,0 0 0,0 0 0,0 0 0,0 0 0,0 0 0,0 0 0,0 0 0,0 0 0,0 0 0,1 0 0,-1 0 0,0 0 0,1 0 0,-1 0 0,2 1 0,2 6 0,1 0 0,1 0 0,0 0 0,0-1 0,0 0 0,9 7 0,-6-6 0,-1 1 0,-1-1 0,13 18 0,-3 4 0,-2 1 0,-1 0 0,-1 1 0,10 40 0,-10-20 0,11 105 0,-9-48 0,-15-106 0,1 0 0,0 0 0,-1 0 0,2 0 0,-1 0 0,0 0 0,1 0 0,-1 0 0,1-1 0,0 1 0,0 0 0,0-1 0,0 1 0,0-1 0,0 0 0,1 0 0,-1 0 0,1 0 0,-1 0 0,1-1 0,0 1 0,0-1 0,6 3 0,5 0 0,0 0 0,0-1 0,1-1 0,14 2 0,-8-2 0,-9-1 0,47 5 0,-54-6 0,1 0 0,-1 0 0,1 0 0,-1-1 0,1 0 0,-1 0 0,0-1 0,6-2 0,-2-1-1365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6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46 24575,'-2'0'0,"1"-1"0,0 0 0,-1 0 0,1 0 0,-1 1 0,1-1 0,-1 1 0,1-1 0,-1 1 0,1 0 0,-1-1 0,1 1 0,-1 0 0,-2 0 0,4 0 0,0 0 0,0 0 0,-1 0 0,1 0 0,0 1 0,-1-1 0,1 0 0,0 0 0,-1 0 0,1 0 0,0 1 0,0-1 0,-1 0 0,1 0 0,0 0 0,0 1 0,0-1 0,-1 0 0,1 1 0,0-1 0,0 0 0,0 0 0,0 1 0,0-1 0,-1 1 0,1 0 0,0 0 0,0 0 0,0 0 0,0 0 0,0 0 0,1 0 0,-1 0 0,0 0 0,0 1 0,1-1 0,0 1 0,4 7 0,0-1 0,1-1 0,0 1 0,0-1 0,1 0 0,-1 0 0,2-1 0,-1 0 0,10 6 0,-9-7 0,-1-2 0,1 1 0,-1-1 0,1 0 0,0 0 0,0-1 0,0 0 0,1-1 0,-1 1 0,0-2 0,1 1 0,-1-1 0,16-2 0,-22 2 0,0 0 0,0-1 0,0 1 0,0 0 0,0-1 0,0 0 0,0 1 0,0-1 0,0 0 0,0 0 0,0 0 0,-1 0 0,1 0 0,0 0 0,-1-1 0,1 1 0,-1-1 0,1 1 0,-1-1 0,0 1 0,0-1 0,0 0 0,0 0 0,0 1 0,0-1 0,0 0 0,0 0 0,-1 0 0,1 0 0,-1 0 0,1 0 0,-1 0 0,0 0 0,0 0 0,0-3 0,-1-7 0,0 0 0,0 0 0,-1 0 0,-7-21 0,5 19 0,4 14 0,0-1 0,-1 0 0,1 1 0,0-1 0,0 0 0,0 0 0,0 1 0,-1-1 0,1 0 0,0 1 0,0-1 0,0 0 0,1 0 0,-1 1 0,0-1 0,0 0 0,0 0 0,0 1 0,1-1 0,-1 0 0,1 0 0,-1 0 0,1 1 0,-1 0 0,1 0 0,-1 0 0,1 0 0,-1 0 0,1 0 0,-1 0 0,1 0 0,-1 0 0,1 0 0,-1 1 0,1-1 0,-1 0 0,1 0 0,-1 0 0,1 1 0,-1-1 0,1 0 0,-1 0 0,1 1 0,-1-1 0,5 4 0,0 0 0,0 0 0,7 9 0,-2-2 0,10 14 0,26 24 0,-46-48 0,1-1 0,-1 1 0,1-1 0,-1 1 0,0-1 0,1 1 0,-1-1 0,1 1 0,-1-1 0,1 0 0,0 1 0,-1-1 0,1 0 0,-1 1 0,1-1 0,0 0 0,-1 0 0,1 0 0,0 1 0,-1-1 0,1 0 0,0 0 0,-1 0 0,1 0 0,0 0 0,-1 0 0,1-1 0,0 1 0,-1 0 0,1 0 0,0 0 0,-1-1 0,1 1 0,-1 0 0,1 0 0,0-1 0,-1 1 0,1-1 0,-1 1 0,1 0 0,-1-1 0,1 1 0,-1-1 0,0 1 0,1-2 0,2-2 0,-1-1 0,0 0 0,0 0 0,0 0 0,1-6 0,3-7 0,-4 12 0,1 0 0,0 1 0,0-1 0,0 1 0,5-6 0,-6 10 0,-1-1 0,1 1 0,-1 0 0,1-1 0,-1 1 0,1 0 0,0 0 0,0 0 0,-1 0 0,1 0 0,0 1 0,0-1 0,0 1 0,0-1 0,0 1 0,0 0 0,0-1 0,0 1 0,0 0 0,3 0 0,6 2 0,-1 0 0,1 1 0,-1 0 0,1 0 0,-1 1 0,0 1 0,0 0 0,12 8 0,9 8 0,30 26 0,-58-45 0,1 1-78,4 3-106,-1 0 0,1 1 0,-1 0 0,0 0 1,-1 1-1,8 10 0,-8-5-6642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7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24575,'96'-29'0,"-81"25"0,1 1 0,0 1 0,0 0 0,20 1 0,-34 1 0,1 0 0,0 0 0,-1 1 0,1-1 0,0 1 0,-1-1 0,1 1 0,0 0 0,-1 0 0,1 0 0,-1 0 0,1 0 0,-1 1 0,4 1 0,-5-1 0,0 0 0,1 0 0,-1 0 0,0 0 0,0 0 0,0 0 0,0 0 0,0 1 0,-1-1 0,1 0 0,-1 0 0,1 1 0,-1-1 0,0 0 0,0 1 0,0-1 0,0 2 0,-1 35 0,1 59 0,1-80 0,1 0 0,1 0 0,8 26 0,5 6 0,3-1 0,26 47 0,37 55 0,-76-143 0,-1 1 0,0 0 0,-1 0 0,7 19 0,-11-27 0,0 0 0,0 0 0,0 1 0,0-1 0,0 0 0,-1 0 0,1 0 0,0 0 0,0 1 0,-1-1 0,1 0 0,-1 0 0,1 0 0,-1 0 0,1 0 0,-1 0 0,0 0 0,1 0 0,-1 0 0,0 0 0,0-1 0,0 1 0,0 0 0,0 0 0,0-1 0,0 1 0,0 0 0,0-1 0,0 1 0,0-1 0,0 0 0,0 1 0,0-1 0,-2 1 0,-3 0 0,-1 1 0,0-1 0,1 0 0,-11 0 0,-12-1-1365,16 0-5461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29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119 261 24575,'2'0'0,"0"-1"0,-1 1 0,1-1 0,-1 0 0,1 1 0,-1-1 0,1 0 0,-1 0 0,1 0 0,-1 0 0,3-3 0,9-6 0,39-9 0,-28 11 0,0-2 0,28-15 0,-38 17 0,-2 2 0,-1-2 0,18-12 0,-26 17 0,0 0 0,0 0 0,0 0 0,0 0 0,-1-1 0,0 1 0,1-1 0,-1 1 0,0-1 0,-1 0 0,1 0 0,1-7 0,-2 10 0,-1-1 0,0 0 0,0 0 0,0 1 0,0-1 0,0 0 0,-1 1 0,1-1 0,0 0 0,-1 0 0,1 1 0,-1-1 0,0 1 0,1-1 0,-1 0 0,0 1 0,0-1 0,0 1 0,0 0 0,0-1 0,-1 1 0,1 0 0,0 0 0,-1 0 0,1 0 0,-1 0 0,1 0 0,-1 0 0,1 0 0,-4-1 0,-5-2 0,0 0 0,-1 0 0,-17-3 0,19 5 0,-4-1 0,3 0 0,-1 0 0,0 0 0,0 2 0,-1-1 0,1 1 0,0 1 0,0 0 0,-19 2 0,11 2 0,5-1 0,0 0 0,1 0 0,-1 1 0,-13 7 0,23-10 0,1 2 0,-1-1 0,0 0 0,1 1 0,-1-1 0,1 1 0,0 0 0,0 0 0,0 0 0,1 1 0,-1-1 0,1 1 0,-1 0 0,1-1 0,0 1 0,1 0 0,-3 7 0,2-6 0,-4 17 0,-6 28 0,11-44 0,1-1 0,-1 1 0,1 0 0,0-1 0,0 1 0,1-1 0,-1 1 0,1 0 0,1-1 0,2 11 0,-2-14 0,0 1 0,-1-1 0,1 0 0,0 0 0,0 1 0,0-1 0,1 0 0,-1-1 0,0 1 0,1 0 0,0-1 0,-1 1 0,1-1 0,0 0 0,-1 0 0,4 1 0,7 2 0,1-1 0,13 2 0,-25-4 0,36 3 0,0-2 0,0-1 0,41-4 0,-45-3-1365,-20 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1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24575,'2'0'0,"1"1"0,-1 0 0,1 0 0,-1 0 0,0 0 0,0 0 0,3 2 0,4 1 0,1 0 0,0-1 0,0 0 0,0 0 0,1-1 0,-1-1 0,1 0 0,-1 0 0,0-1 0,22-2 0,-15-1 0,1 0 0,-1-1 0,1-1 0,-1-1 0,16-8 0,-21 9-682,20-13-1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1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465 46 24575,'-27'-5'0,"-16"-2"0,-6-1 0,-2-1 0,3 3 0,4 1 0,6 2 0,3 1 0,4 2 0,4 2 0,4 2 0,4 2 0,2 0 0,5-1-8191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24575,'-2'0'0,"1"2"0,0-1 0,-1 0 0,1 0 0,0 0 0,0 1 0,0-1 0,0 0 0,0 1 0,0-1 0,0 1 0,0 0 0,1-1 0,-1 1 0,1-1 0,-1 1 0,1 0 0,0 0 0,-1-1 0,1 1 0,0 0 0,0-1 0,0 1 0,1 2 0,-1 5 0,2-1 0,-1 1 0,4 12 0,80 196 0,-75-195 0,11 21 0,-13-27 0,0 1 0,11 32 0,-18-47 0,-1 0 0,1-1 0,-1 1 0,0-1 0,1 1 0,-1 0 0,0-1 0,0 1 0,0-1 0,0 1 0,-1 0 0,1-1 0,0 1 0,-1 0 0,1-1 0,-1 1 0,1-1 0,-1 1 0,0-1 0,1 1 0,-1-1 0,0 0 0,0 1 0,0-1 0,-2 2 0,1-2 0,0 0 0,0 0 0,0 1 0,-1-2 0,1 1 0,0 0 0,-1 0 0,1-1 0,-1 1 0,1-1 0,0 0 0,-1 1 0,1-1 0,-1-1 0,1 1 0,-5-1 0,-6-1 0,0-1 0,0-1 0,0 0 0,0-1 0,1 0 0,-20-12 0,13 6 0,2-1 0,-1 0 0,-23-23 0,37 31 0,0 0 0,0-1 0,0 1 0,1-1 0,0 0 0,0 0 0,0 0 0,0 0 0,1 0 0,-1-1 0,2 1 0,-1-1 0,-1-8 0,2 9 0,1 1 0,0 0 0,0 0 0,1-1 0,-1 1 0,1 0 0,0 0 0,0 0 0,0 0 0,0 0 0,1 0 0,0 0 0,0 0 0,0 0 0,0 1 0,1-1 0,-1 1 0,1 0 0,4-4 0,8-8-1365,0 3-5461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2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24575,'-2'0'0,"-1"3"0,-1 2 0,2 7 0,0 2 0,1 0-8191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3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13 166 24575,'-11'-4'0,"15"9"0,-4-5 0,1 1 0,0 0 0,0 0 0,0 0 0,-1-1 0,1 1 0,0 0 0,-1 0 0,1 0 0,-1 0 0,1 0 0,-1 0 0,1 0 0,-1 1 0,0-1 0,1 2 0,-5-4 0,4 1 0,-1 0 0,1 0 0,0-1 0,0 1 0,-1 0 0,1 0 0,0 0 0,0 0 0,-1 0 0,1 0 0,0-1 0,0 1 0,-1 0 0,1 0 0,0 0 0,0 0 0,-1 0 0,1 0 0,0 0 0,-1 0 0,1 0 0,0 0 0,0 0 0,-1 0 0,1 1 0,0-1 0,0 0 0,-1 0 0,1 0 0,0 0 0,0 0 0,-1 0 0,1 1 0,0-1 0,0 0 0,0 0 0,-1 0 0,1 1 0,0-1 0,0 0 0,0 0 0,0 1 0,-1-1 0,1 0 0,0 0 0,0 1 0,0-1 0,0 0 0,0 0 0,0 1 0,0-1 0,0 1 0,0 1 0,0 0 0,1 1 0,-1-1 0,0 0 0,1 1 0,0-1 0,0 0 0,0 0 0,0 0 0,0 0 0,0 0 0,0 0 0,0 0 0,1 0 0,-1 0 0,4 3 0,2 1 0,0 1 0,14 9 0,-12-10 0,1-1 0,0 1 0,-1-2 0,2 0 0,-1 0 0,0-1 0,1 0 0,0 0 0,0-2 0,0 1 0,0-1 0,0-1 0,0 0 0,19-2 0,-27 1 0,0 1 0,-1 0 0,1-1 0,-1 0 0,1 1 0,-1-1 0,1 0 0,-1 0 0,0-1 0,1 1 0,-1 0 0,0-1 0,0 1 0,0-1 0,0 0 0,0 0 0,0 0 0,-1 0 0,1 0 0,-1 0 0,1 0 0,-1 0 0,0-1 0,0 1 0,0 0 0,0-1 0,1-3 0,0-4 0,-1 0 0,0 0 0,0 0 0,-1 1 0,-2-20 0,3 33 0,-1 0 0,1 0 0,0-1 0,1 1 0,-1 0 0,1-1 0,-1 1 0,1 0 0,0-1 0,0 0 0,1 0 0,3 5 0,-1-2 0,1 0 0,1-1 0,-1 1 0,1-1 0,13 7 0,-11-7 0,1 0 0,0 0 0,0-1 0,0-1 0,1 0 0,-1 0 0,1-1 0,0 0 0,0-1 0,13 0 0,-21-1 0,0 0 0,1-1 0,-1 0 0,0 1 0,1-1 0,-1 0 0,0 0 0,0-1 0,0 1 0,0-1 0,0 1 0,0-1 0,0 0 0,-1 0 0,1-1 0,2-2 0,-2 2 0,0-1 0,0 0 0,0 0 0,-1-1 0,0 1 0,0 0 0,0-1 0,0 0 0,-1 1 0,2-7 0,-1 2 0,-1 0 0,0 0 0,-1 0 0,0 0 0,0 0 0,-1 0 0,0 0 0,-1 0 0,0 0 0,0 1 0,-7-17 0,6 18-91,-1 0 0,-1 1 0,1-1 0,-1 1 0,0 0 0,0 0 0,0 0 0,-1 1 0,0-1 0,0 2 0,-1-1 0,1 1 0,-1 0 0,-14-6 0,7 3-6735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5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0 24575,'-5'4'0,"0"-1"0,0 0 0,1 1 0,-1 0 0,1 0 0,-1 1 0,1-1 0,1 1 0,-1 0 0,1 0 0,-5 9 0,-3 7 0,-11 35 0,18-47 0,-8 27 0,1 1 0,2-1 0,1 1 0,2 1 0,1 0 0,3-1 0,0 1 0,7 56 0,-4-83 0,1 1 0,1-1 0,0 0 0,1 0 0,0 0 0,0 0 0,1-1 0,1 0 0,0 0 0,0 0 0,1 0 0,0-1 0,0 0 0,1-1 0,1 0 0,-1 0 0,11 7 0,66 45 0,-74-53 0,0-1 0,0 0 0,0-1 0,1 0 0,0-1 0,15 3 0,-25-6-170,1-1-1,0 1 0,0-1 1,-1 0-1,1 0 0,0 0 1,4-1-1,2-3-6655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27 24575,'-1'0'0,"1"0"0,-1 0 0,1 0 0,-1 0 0,1 0 0,-1 0 0,1 0 0,-1 0 0,1 0 0,-1 0 0,1 0 0,-1 0 0,1 1 0,0-1 0,-1 0 0,1 0 0,-1 0 0,1 1 0,0-1 0,-1 0 0,1 0 0,-1 1 0,1-1 0,0 0 0,0 1 0,-1-1 0,1 1 0,0-1 0,-1 0 0,1 1 0,0-1 0,0 1 0,0 0 0,0 0 0,0 0 0,0 0 0,0 1 0,0-1 0,0 0 0,1 1 0,-1-1 0,0 0 0,1 0 0,-1 1 0,2 1 0,3 4 0,-1 0 0,11 12 0,-6-10 0,0 1 0,1-1 0,0-1 0,0 0 0,1 0 0,0-1 0,0 0 0,1-1 0,0 0 0,13 3 0,-24-8 0,0-1 0,1 1 0,-1-1 0,0 1 0,1-1 0,-1 0 0,1 0 0,-1 0 0,0 0 0,1 0 0,-1 0 0,1 0 0,-1 0 0,0-1 0,1 1 0,-1 0 0,0-1 0,1 1 0,-1-1 0,0 1 0,1-1 0,0-1 0,0 0 0,-1 1 0,0 0 0,0-1 0,0 0 0,0 1 0,0-1 0,-1 0 0,1 1 0,0-1 0,-1 0 0,1 0 0,-1 1 0,0-1 0,1-4 0,-1-3 0,0 0 0,-1 0 0,0 0 0,-1 0 0,-4-15 0,0 7 0,-4-10 0,9 25 0,1 0 0,0 1 0,-1-1 0,1 0 0,0 1 0,0-1 0,0 0 0,0 1 0,0-1 0,0 0 0,0 1 0,1-3 0,-1 4 0,0 0 0,1-1 0,-1 1 0,0 0 0,0 0 0,1 0 0,-1 0 0,0-1 0,1 1 0,-1 0 0,0 0 0,1 0 0,-1 0 0,0 0 0,0 0 0,1 0 0,-1 0 0,0 0 0,1 0 0,-1 0 0,0 0 0,1 0 0,-1 0 0,0 0 0,1 0 0,-1 0 0,0 0 0,1 0 0,-1 0 0,0 0 0,1 1 0,-1-1 0,0 0 0,0 0 0,1 0 0,-1 1 0,0-1 0,0 0 0,1 0 0,-1 1 0,14 11 0,-12-11 0,38 39 0,-32-30 0,1 0 0,1-1 0,0 0 0,0-1 0,21 13 0,-29-20 0,2 1 0,0 0 0,0 0 0,-1 0 0,1-1 0,8 3 0,-10-4 0,-1 0 0,0 0 0,0 0 0,1 0 0,-1 0 0,0 0 0,0-1 0,1 1 0,-1 0 0,0-1 0,0 1 0,0-1 0,0 1 0,0-1 0,1 0 0,-1 1 0,0-1 0,0 0 0,0 0 0,-1 1 0,1-1 0,0 0 0,0 0 0,1-2 0,1-2 0,-1 0 0,1 0 0,-1 0 0,2-8 0,-2 7 0,0-1 0,1 1 0,0 1 0,4-9 0,-7 13 0,1 0 0,0 0 0,0 0 0,0 0 0,0 0 0,0 0 0,0 0 0,0 0 0,0 0 0,1 1 0,-1-1 0,0 0 0,0 1 0,1-1 0,-1 1 0,0-1 0,1 1 0,-1 0 0,1-1 0,-1 1 0,0 0 0,1 0 0,-1 0 0,2 0 0,3 1 9,-1 0 1,1 1-1,-1-1 0,0 1 0,0 0 1,0 1-1,0-1 0,0 1 0,0 0 0,0 0 1,-1 0-1,8 8 0,-5-4-221,-1 0 0,1 0 0,-2 1-1,1-1 1,-1 1 0,8 15 0,-8-10-6614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6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24575,'-3'17'0,"0"9"0,2 4 0,2 2 0,0 0 0,1-2 0,1-2 0,1-3 0,0-3 0,-1-1 0,1-1 0,1-2 0,-2-1 0,3-1 0,-1-1 0,1-3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60 24575,'-29'-7'0,"-13"-5"0,-3-1 0,3 3 0,6 2 0,7 3 0,3 2 0,4 1 0,3 5 0,3 0 0,1 1 0,3-1-8191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24575,'1'30'0,"2"1"0,0-1 0,10 33 0,29 88 0,-32-117 0,8 18-682,43 87-1,-57-130-6143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7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0 24575,'-13'0'0,"1"1"0,-1 0 0,0 1 0,0 0 0,-19 6 0,29-7 0,0 0 0,-1 1 0,1-1 0,0 1 0,0 0 0,0 0 0,0 0 0,1 0 0,-1 1 0,0-1 0,-2 4 0,4-4 0,0 0 0,0 0 0,-1 0 0,1 0 0,1 1 0,-1-1 0,0 0 0,0 1 0,1-1 0,0 0 0,-1 1 0,1-1 0,0 1 0,0-1 0,0 0 0,1 1 0,-1-1 0,1 3 0,0-2 0,-1 0 0,1 0 0,0 0 0,1-1 0,-1 1 0,0 0 0,1-1 0,-1 1 0,1-1 0,0 1 0,0-1 0,0 0 0,0 0 0,3 2 0,-1 0 0,1-1 0,0 0 0,0-1 0,0 1 0,0-1 0,11 4 0,1-3 0,-1 1 0,1-2 0,33 1 0,112-5-1365,-149 2-5461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4:3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24575,'13'-4'0,"0"1"0,1 0 0,-1 1 0,1 1 0,0 0 0,0 1 0,0 0 0,-1 1 0,1 1 0,0 0 0,24 7 0,-23-3 0,1 0 0,-1 1 0,0 0 0,-1 2 0,0-1 0,0 2 0,-1 0 0,0 0 0,17 20 0,-9-8 0,-1 1 0,-1 2 0,-1 0 0,-1 1 0,20 42 0,-31-54 0,0 1 0,0-1 0,-1 1 0,-1 1 0,-1-1 0,0 1 0,-1-1 0,0 1 0,-2 0 0,1-1 0,-2 1 0,-4 25 0,2-31 8,0 0-1,-1 0 1,0 0 0,0-1-1,-1 1 1,0-1-1,-1 0 1,0-1-1,-1 1 1,1-1-1,-2 0 1,-14 12 0,-8 4-315,0-2 1,-42 22-1,51-31-237,6-4-6282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1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1 24575,'-12'5'0,"-1"-1"0,1 0 0,-24 4 0,23-6 0,-11 2 0,-1-2 0,1 0 0,-35-3 0,14 0 0,30 0-2,0 0-1,-16-4 0,8 1-1354,10 2-5469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24575,'-24'0'0,"-11"0"0,-2 0 0,3 0 0,5 0 0,2 0 0,4 2 0,0 2 0,2-1 0,2-1 0,5 0-8191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 24575,'-12'0'0,"-7"0"0,0 2 0,1 1 0,1 3 0,1 0 0,0-1 0,1 1 0,1-1 0,0 0 0,-1-2 0,-1-1 0,-2-1 0,1-1 0,2 0-8191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24575,'43'1'0,"47"7"0,47 12 0,-222-23 0,-171-9 0,255 12 9,0 0-1,0 0 0,1 0 1,-1 0-1,0 0 0,0 0 1,0 1-1,0-1 0,0 0 1,1 0-1,-1 1 0,0-1 1,-1 1-1,2-1-51,0 1-1,0-1 0,0 0 1,0 1-1,0-1 1,1 0-1,-1 1 0,0-1 1,0 0-1,0 0 1,1 1-1,-1-1 0,0 0 1,0 0-1,0 1 1,1-1-1,-1 0 0,0 0 1,1 0-1,-1 0 1,0 1-1,1-1 1,-1 0-1,0 0 0,0 0 1,1 0-1,-1 0 1,0 0-1,1 0 0,-1 0 1,0 0-1,1 0 1,0 0-1,8 3-6782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2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3691 2060 24575,'4'-5'0,"27"-43"0,44-93 0,-68 125 0,0-1 0,-2 0 0,0-1 0,-1 1 0,0-1 0,-2 1 0,0-1 0,-1 0 0,-1 0 0,-2-19 0,-5-13 0,-3 1 0,-2 1 0,-2-1 0,-2 2 0,-2 0 0,-2 1 0,-28-46 0,33 66 0,-1 1 0,-2 1 0,0 0 0,-1 1 0,-2 1 0,0 1 0,-1 1 0,-1 1 0,0 1 0,-2 1 0,0 1 0,-46-21 0,2 8 0,-86-22 0,-76-9 0,9 3 0,38 7 0,-315-45 0,-187 61 0,601 35 0,-156-3 0,170-2 0,-97-17 0,103 6 0,1-3 0,1-3 0,-118-56 0,152 62 0,1-1 0,0-1 0,2-2 0,0 0 0,1-2 0,0-1 0,2 0 0,-31-40 0,19 20 0,15 18 0,0-1 0,-25-44 0,44 67-85,0 1 0,0-1-1,1 1 1,-1-1 0,1 1-1,-1-1 1,1 0 0,0 1-1,0-1 1,-1 1 0,1-1-1,0 0 1,1 0 0,-1 1-1,1-4 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5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24575,'-6'36'0,"2"1"0,2 71 0,4-91 0,-1 0 0,2 0 0,0-1 0,1 1 0,1-1 0,1 0 0,0 0 0,13 24 0,-13-30 0,-3-4 0,-1-1 0,1 0 0,0-1 0,1 1 0,-1 0 0,7 4 0,-11-19 0,-5-5-3,0 1 0,-1 0 0,-15-25 0,4 9-1350,5 8-5473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1 140 24575,'33'-27'0,"51"-33"0,-71 52 0,0 1 0,1 0 0,-1 1 0,1 1 0,1 0 0,-1 0 0,26-3 0,-34 7 0,1 1 0,0 0 0,-1 0 0,1 0 0,0 1 0,-1 0 0,1 0 0,-1 1 0,1 0 0,-1 0 0,0 0 0,1 1 0,-1 0 0,-1 0 0,1 1 0,0-1 0,-1 1 0,6 6 0,-5-5 0,-1 1 0,0 0 0,0 0 0,0 1 0,-1 0 0,0 0 0,0 0 0,-1 0 0,0 0 0,0 1 0,0-1 0,-1 1 0,0 0 0,1 15 0,-2-14 0,-1 1 0,0-1 0,0 1 0,0 0 0,-1-1 0,-1 1 0,0-1 0,0 1 0,-1-1 0,0 0 0,-1 0 0,1 0 0,-2-1 0,1 1 0,-1-1 0,-1 0 0,0 0 0,0-1 0,0 0 0,-15 13 0,13-12 0,-1-1 0,0 0 0,-1 0 0,0-1 0,0-1 0,0 1 0,0-2 0,-1 1 0,0-2 0,0 1 0,0-1 0,0-1 0,-1 0 0,1-1 0,-20 0 0,17-3-1365,2-1-5461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225 150 24575,'-35'-7'0,"17"3"0,-1 1 0,1 0 0,-1 1 0,0 2 0,-34 1 0,51 0 0,-1-1 0,1 0 0,0 1 0,0 0 0,0-1 0,0 1 0,0 0 0,0 0 0,1 0 0,-1 0 0,0 0 0,0 0 0,1 1 0,-1-1 0,0 1 0,1-1 0,0 1 0,-3 3 0,3-3 0,0 1 0,0-1 0,0 1 0,0 0 0,1-1 0,-1 1 0,1 0 0,-1-1 0,1 1 0,0 0 0,0 0 0,1-1 0,-1 4 0,2 2 0,0 0 0,0 0 0,1 0 0,0 0 0,1 0 0,-1-1 0,2 0 0,6 11 0,-3-9 0,-1-1 0,2 1 0,-1-1 0,1-1 0,0 0 0,1 0 0,0-1 0,0 0 0,0-1 0,15 6 0,-11-6 0,0 0 0,-1-1 0,1-1 0,0 0 0,1-1 0,-1-1 0,0 0 0,15-1 0,-24 0 0,-1-1 0,1 0 0,-1 0 0,1 0 0,-1 0 0,0-1 0,0 0 0,0 0 0,0 0 0,0 0 0,0 0 0,0-1 0,-1 0 0,1 0 0,-1 0 0,0 0 0,0 0 0,0-1 0,0 1 0,-1-1 0,3-4 0,-3 5 0,-1 0 0,0-1 0,1 1 0,-1 0 0,-1 0 0,1-1 0,0 1 0,-1-1 0,0 1 0,1 0 0,-1-1 0,-1 1 0,1-1 0,0 1 0,-1 0 0,0-1 0,0 1 0,0 0 0,0-1 0,0 1 0,-1 0 0,1 0 0,-1 0 0,0 0 0,0 1 0,0-1 0,0 0 0,-3-2 0,11 13 0,0 0 0,0-1 0,11 10 0,-3-7 0,1 0 0,1-1 0,0-1 0,0 0 0,0-1 0,1-1 0,0 0 0,25 4 0,5-2 0,93 3 0,-122-10 0,1-1 0,0-1 0,-1 0 0,0-1 0,1-1 0,-1-1 0,28-10 0,-45 14 0,-1 0 0,1 0 0,0-1 0,-1 1 0,1 0 0,-1-1 0,1 1 0,-1 0 0,1-1 0,-1 1 0,1-1 0,-1 1 0,1-1 0,-1 1 0,1-1 0,-1 1 0,0-1 0,1 1 0,-1-1 0,0 0 0,1 1 0,-1-1 0,0 0 0,0 0 0,0 0 0,0 0 0,0 0 0,0 0 0,0 0 0,-1 0 0,1 0 0,0 0 0,-1 0 0,1 0 0,-1 0 0,1 0 0,-1 0 0,0 0 0,0 0 0,-4-6 0,-1 2 0,0-1 0,-10-7 0,8 6 0,-34-33 0,-47-59 0,73 81 0,13 14 0,-1-1 0,1 0 0,0 0 0,0-1 0,0 1 0,0-1 0,1 1 0,0-1 0,-1-8 0,2 13 0,1-1 0,0 0 0,-1 0 0,1 1 0,0-1 0,0 0 0,0 0 0,0 0 0,0 1 0,1-1 0,-1 0 0,0 0 0,1 1 0,0-1 0,-1 0 0,1 1 0,0-1 0,0 1 0,0-1 0,0 0 0,0 1 0,0 0 0,0-1 0,0 1 0,1 0 0,-1 0 0,0-1 0,1 1 0,-1 0 0,1 1 0,-1-1 0,1 0 0,0 0 0,-1 1 0,3-1 0,4-2 15,1 2 0,-1-1 0,1 1 0,-1 1 0,1-1 0,0 2 0,12 1 0,-6 0-386,-1 1-1,1 0 1,19 8 0,-20-6-6455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7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24 24575,'-23'-4'0,"-17"-4"0,-1 3 0,-62-1 0,96 6 0,0 0 0,0 1 0,0 0 0,0 0 0,1 1 0,-1 0 0,0 0 0,-6 4 0,9-4 0,1 0 0,-1 0 0,1 0 0,0 1 0,0 0 0,0-1 0,0 1 0,0 0 0,1 0 0,-1 1 0,1-1 0,0 0 0,0 1 0,0 0 0,-2 4 0,2-2 0,0 0 0,1 1 0,-1-1 0,1 0 0,0 0 0,1 1 0,-1-1 0,1 1 0,0-1 0,1 1 0,0-1 0,0 0 0,0 0 0,1 1 0,0-1 0,0 0 0,0 0 0,1 0 0,0-1 0,0 1 0,1-1 0,5 8 0,1-2 0,0 1 0,1-1 0,1-1 0,0 0 0,0 0 0,1-2 0,0 1 0,17 7 0,71 32 0,-99-47 0,-1-1 0,0 1 0,1 0 0,-1 0 0,0 0 0,1 0 0,-1 0 0,0 0 0,0 0 0,0 0 0,0 1 0,0-1 0,0 0 0,1 3 0,-1-4 0,-1 1 0,0-1 0,0 1 0,0-1 0,0 1 0,0-1 0,0 1 0,0-1 0,0 1 0,0-1 0,0 0 0,0 1 0,0-1 0,-1 1 0,1-1 0,0 1 0,0-1 0,0 0 0,-1 1 0,1 0 0,-1 0 0,0 0 0,0-1 0,0 1 0,0 0 0,0 0 0,0-1 0,0 1 0,0 0 0,0-1 0,0 1 0,-2-1 0,-13 5 0,-1 0 0,1-2 0,-1 0 0,0-1 0,0-1 0,-1 0 0,-27-3 0,44 2 0,0-1 0,0 1 0,-1 0 0,1 0 0,0-1 0,0 1 0,-1-1 0,1 1 0,0-1 0,0 1 0,0-1 0,0 0 0,-2-1 0,3 2 0,0 0 0,0-1 0,-1 1 0,1 0 0,0 0 0,0 0 0,0-1 0,0 1 0,0 0 0,0-1 0,-1 1 0,1 0 0,0 0 0,0-1 0,0 1 0,0 0 0,0 0 0,0-1 0,0 1 0,0 0 0,0 0 0,0-1 0,1 1 0,-1 0 0,0-1 0,9-7 0,9 0 0,1 0 0,0 2 0,20-6 0,-1 1 0,0-1 0,-1-2 0,0-1 0,-1-2 0,-1-2 0,-1-1 0,51-39 0,-79 54 0,0 0 0,0-1 0,0 0 0,-1 0 0,0 0 0,4-7 0,-8 12 0,0-1 0,0 1 0,-1 0 0,1-1 0,0 1 0,-1 0 0,1-1 0,-1 1 0,0 0 0,1-1 0,-1 1 0,0-1 0,0 1 0,0-1 0,0 1 0,0-1 0,0 1 0,-1 0 0,1-1 0,0 1 0,-1-1 0,1 1 0,-1 0 0,0-1 0,1 1 0,-1 0 0,0 0 0,0-1 0,1 1 0,-1 0 0,0 0 0,0 0 0,0 0 0,-1 0 0,1 0 0,0 0 0,0 1 0,0-1 0,-1 0 0,-1 0 0,-3-2 0,0 1 0,0-1 0,0 2 0,0-1 0,0 1 0,0 0 0,0 0 0,0 0 0,0 1 0,-1 0 0,-9 1 0,13 0 0,0-1 0,0 1 0,0-1 0,0 1 0,0 0 0,1 0 0,-1 0 0,0 0 0,0 1 0,1-1 0,-1 1 0,1-1 0,-1 1 0,1 0 0,-1 0 0,1 0 0,0 1 0,0-1 0,0 0 0,1 1 0,-1-1 0,0 1 0,1 0 0,0-1 0,-2 4 0,1 1 0,1 0 0,-1 1 0,1-1 0,0 0 0,1 0 0,0 1 0,0-1 0,1 0 0,-1 0 0,2 1 0,-1-1 0,4 10 0,-1-8 0,0 0 0,0-1 0,1 1 0,0-1 0,0 0 0,1 0 0,0 0 0,11 9 0,-1-3 0,0 0 0,2-2 0,-1 0 0,2 0 0,0-2 0,0 0 0,35 11 0,-38-15-120,-2-1 247,26 7-1,-37-11-226,0-1 0,0 1 0,1-1 1,-1 0-1,0 0 0,0 0 0,0 0 0,0 0 0,0-1 0,0 1 0,0-1 1,0 0-1,0 0 0,5-2 0,1-4-6726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7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24575,'24'43'0,"50"67"0,-62-95 0,1 0 0,0-1 0,1 0 0,1-1 0,0 0 0,1-1 0,20 11 0,-34-22 0,0 0 0,0 0 0,0 0 0,1 0 0,-1 0 0,0-1 0,0 1 0,1-1 0,-1 0 0,0 1 0,1-1 0,-1 0 0,0 0 0,4-1 0,-5 1 0,0-1 0,0 1 0,0-1 0,0 1 0,0-1 0,-1 1 0,1-1 0,0 1 0,0-1 0,-1 0 0,1 1 0,0-1 0,-1 0 0,1 0 0,0 0 0,-1 0 0,1 0 0,-1 1 0,1-1 0,-1 0 0,0 0 0,0 0 0,1 0 0,-1 0 0,0 0 0,0 0 0,0 0 0,0 0 0,0 0 0,0 0 0,0 0 0,0 0 0,0 0 0,-1 0 0,1-2 0,-5-17 0,-1-1 0,0 1 0,-17-35 0,6 16 0,-15-50 0,29 79 0,1-1 0,0 1 0,1-1 0,0 0 0,0 0 0,2-17 0,-1 26-114,0 1 1,1-1-1,-1 1 0,0-1 0,1 1 1,-1 0-1,1-1 0,-1 1 0,1 0 1,-1-1-1,2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8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165 681 24575,'-12'-9'0,"-2"-2"0,-1 1 0,0 1 0,0 0 0,0 1 0,-20-6 0,34 13 0,-1 1 0,1-1 0,-1 1 0,0-1 0,1 1 0,-1 0 0,0 0 0,1-1 0,-1 1 0,0 1 0,1-1 0,-1 0 0,0 0 0,1 1 0,-1-1 0,0 0 0,-1 2 0,2-1 0,0-1 0,0 1 0,0 0 0,0 0 0,0 0 0,0 1 0,1-1 0,-1 0 0,0 0 0,1 0 0,-1 1 0,0-1 0,1 0 0,0 0 0,-1 1 0,1-1 0,0 0 0,0 1 0,-1-1 0,1 2 0,0 7 0,0 1 0,1-1 0,0 0 0,0 0 0,1 0 0,0-1 0,1 1 0,0 0 0,0-1 0,1 0 0,8 13 0,-6-11 0,1 0 0,0 0 0,1-1 0,0 0 0,1-1 0,0 0 0,0 0 0,18 12 0,-24-19 0,0 0 0,0-1 0,1 1 0,-1 0 0,0-1 0,1 0 0,-1 1 0,1-2 0,0 1 0,-1 0 0,1-1 0,0 1 0,-1-1 0,1 0 0,0 0 0,4-1 0,-6 0 0,1 0 0,-1 1 0,0-1 0,1 0 0,-1-1 0,0 1 0,1 0 0,-1-1 0,0 1 0,0-1 0,0 0 0,0 1 0,-1-1 0,1 0 0,0 0 0,-1-1 0,1 1 0,-1 0 0,0 0 0,0-1 0,0 1 0,0 0 0,1-4 0,0-3 0,0 0 0,-1 0 0,0 0 0,0-1 0,-1 1 0,0 0 0,-1-1 0,0 1 0,0 0 0,-1 0 0,0 0 0,-1 0 0,0 0 0,0 0 0,-1 1 0,-6-12 0,10 20 0,-1-1 0,1 1 0,0-1 0,0 1 0,0-1 0,-1 1 0,1-1 0,0 1 0,0-1 0,-1 1 0,1 0 0,0-1 0,-1 1 0,1 0 0,0-1 0,-1 1 0,1 0 0,-1-1 0,1 1 0,-1 0 0,1 0 0,0 0 0,-1-1 0,1 1 0,-2 0 0,2 0 0,0 1 0,-1-1 0,1 1 0,0-1 0,0 1 0,-1-1 0,1 1 0,0-1 0,0 1 0,-1-1 0,1 1 0,0-1 0,0 1 0,0-1 0,0 1 0,0-1 0,0 2 0,1 28 0,1-24 0,-1 0 0,1 1 0,1-1 0,-1 0 0,1 0 0,0 0 0,0 0 0,1-1 0,-1 1 0,1-1 0,1 0 0,-1 0 0,6 5 0,-6-7 0,-1-1 0,1 1 0,-1-1 0,1 0 0,0 0 0,0 0 0,-1 0 0,2-1 0,-1 0 0,0 0 0,0 0 0,0 0 0,0 0 0,1-1 0,-1 0 0,0 0 0,0 0 0,1 0 0,-1-1 0,0 0 0,7-2 0,-6 1 0,0 0 0,0 0 0,0-1 0,0 0 0,-1 0 0,1-1 0,-1 1 0,0-1 0,0 0 0,7-8 0,3-6 0,15-26 0,-22 33 0,7-13 0,-1-1 0,-1-1 0,-1 0 0,-1 0 0,-1-1 0,-2 0 0,-1 0 0,4-41 0,-7 43 0,-2 0 0,-1 0 0,-1-1 0,-1 1 0,-1 0 0,-1 1 0,-1-1 0,-2 1 0,-14-39 0,14 49 0,0 1 0,0-1 0,-1 1 0,-14-17 0,19 26 0,-1 0 0,1 1 0,0-1 0,-1 1 0,0-1 0,0 1 0,0 0 0,0 1 0,0-1 0,-1 1 0,1 0 0,-1 0 0,0 0 0,1 0 0,-1 1 0,0 0 0,-6-1 0,9 2 0,1 1 0,0-1 0,-1 0 0,1 0 0,0 1 0,-1-1 0,1 0 0,0 1 0,0 0 0,-1-1 0,1 1 0,0 0 0,0-1 0,0 1 0,0 0 0,0 0 0,0 0 0,0 0 0,0 0 0,0 0 0,1 0 0,-1 0 0,0 1 0,1-1 0,-1 0 0,0 0 0,1 1 0,0-1 0,-1 0 0,1 1 0,0-1 0,0 0 0,-1 3 0,0 5 0,1 1 0,-1 0 0,3 15 0,-2-18 0,3 14 0,0 0 0,1-1 0,1 1 0,1-1 0,14 31 0,53 94 0,-59-119 0,221 379 0,-200-348-1365,-30-48-5461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8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24575,'-2'25'0,"-1"12"0,-1 6 0,2-1 0,0-4 0,1-4 0,3-2 0,1-5 0,0-5 0,0-2 0,-1-6-8191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49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24575,'-16'0'0,"-30"4"0,41-3 0,1-1 0,0 1 0,0 1 0,0-1 0,0 0 0,0 1 0,0 0 0,1 0 0,-1 0 0,0 0 0,1 1 0,-5 3 0,7-5 0,0 0 0,0 0 0,0 1 0,0-1 0,1 0 0,-1 1 0,0-1 0,1 1 0,-1-1 0,1 1 0,-1-1 0,1 1 0,-1-1 0,1 1 0,0-1 0,0 1 0,0 2 0,0 0 0,1-1 0,0 0 0,0 1 0,0-1 0,0 0 0,0 0 0,3 6 0,2 1 0,1-1 0,0 0 0,15 16 0,-6-10 0,1-1 0,1 0 0,21 12 0,-1 0 0,-37-26 0,1 1 0,-1 0 0,0 0 0,0-1 0,0 1 0,0 0 0,0 0 0,0 0 0,0 0 0,-1 0 0,1 0 0,0 0 0,-1 0 0,1 1 0,0-1 0,-1 0 0,1 0 0,-1 1 0,0-1 0,1 0 0,-1 0 0,0 1 0,0-1 0,0 0 0,0 1 0,0-1 0,0 2 0,-1-1 0,0-1 0,0 1 0,0 0 0,0-1 0,0 1 0,0 0 0,0-1 0,0 0 0,-1 1 0,1-1 0,-1 0 0,1 0 0,-1 1 0,1-1 0,-1 0 0,0-1 0,0 1 0,-1 1 0,-21 7 16,-1-1-1,0 0 1,-28 3-1,-81 8-410,81-13-637,31-3-5794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0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93 206 24575,'33'94'0,"10"21"0,-34-94 0,1-1 0,0 0 0,19 24 0,-26-41 0,-3-4 0,-2-9 0,-8-15 0,-35-64 0,-3 2 0,-67-88 0,114 173 0,0 0 0,-1 0 0,1 0 0,0 0 0,0 0 0,1 0 0,-1 0 0,0 0 0,0-2 0,1 3 0,0 1 0,0 0 0,0 0 0,0-1 0,0 1 0,0 0 0,0 0 0,0 0 0,0-1 0,0 1 0,0 0 0,0 0 0,0 0 0,1-1 0,-1 1 0,0 0 0,0 0 0,0 0 0,0-1 0,0 1 0,0 0 0,1 0 0,-1 0 0,0 0 0,0 0 0,0-1 0,1 1 0,-1 0 0,0 0 0,0 0 0,0 0 0,1 0 0,0 0 0,0 0 0,0 0 0,0 0 0,0 0 0,0 0 0,0 0 0,0 1 0,0-1 0,0 0 0,0 1 0,2 0 0,54 26 0,-31-14 0,0-1 0,0-2 0,40 11 0,-32-13 0,0-2 0,1-1 0,42 0 0,-65-5 0,-1 0 0,1-1 0,-1 0 0,1-1 0,-1 0 0,0-1 0,0 0 0,0-1 0,-1 0 0,1-1 0,-1 0 0,0 0 0,17-13 0,-24 15 0,1 0 0,-1 0 0,0-1 0,1 1 0,-1-1 0,-1 0 0,1 0 0,-1 0 0,1 0 0,-1 0 0,0 0 0,-1-1 0,1 1 0,0-6 0,-1 7 0,-1 0 0,0 0 0,0-1 0,0 1 0,0 0 0,0 0 0,-1 0 0,0 0 0,0-1 0,1 1 0,-2 0 0,1 0 0,0 0 0,-1 1 0,1-1 0,-1 0 0,0 0 0,0 1 0,0-1 0,0 1 0,-3-3 0,0 1 0,1 1 0,-1-1 0,1 1 0,-1 0 0,0 0 0,0 1 0,0 0 0,0 0 0,-1 0 0,1 0 0,-1 1 0,1 0 0,-1 0 0,1 0 0,-1 1 0,0 0 0,1 0 0,-8 1 0,8 0 0,1-1 0,-1 1 0,1 1 0,-1-1 0,1 1 0,0-1 0,-1 1 0,1 0 0,0 1 0,0-1 0,1 1 0,-1 0 0,0 0 0,1 0 0,0 0 0,-1 0 0,1 1 0,0 0 0,1 0 0,-1-1 0,1 1 0,-3 6 0,3-5 0,0 1 0,1-1 0,-1 1 0,1-1 0,0 1 0,1 0 0,-1-1 0,1 1 0,0 0 0,1 0 0,0 7 0,1-4 0,0-1 0,1 0 0,0 0 0,0 0 0,1-1 0,0 1 0,5 7 0,1-1 0,0-1 0,1 0 0,1-1 0,0 0 0,1-1 0,0 0 0,18 11 0,-11-9 40,1-1 0,41 16 0,-48-23-252,-1 0 0,1-1 0,0-1-1,0-1 1,0 0 0,16 0 0,-15-2-6614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322 927 24575,'12'-47'0,"9"-91"0,-19 115 0,-2 1 0,0 0 0,-2 0 0,0 0 0,-2 0 0,-8-32 0,-2 14 0,-35-75 0,-31-32 0,79 147 0,-27-49 0,-1 2 0,-3 1 0,-51-56 0,82 101 0,1 0 0,-1 1 0,0-1 0,1 1 0,-1-1 0,0 0 0,1 1 0,-1-1 0,0 1 0,0-1 0,1 1 0,-1 0 0,0-1 0,0 1 0,0 0 0,-1-1 0,2 2 0,0-1 0,-1 0 0,1 0 0,0 0 0,-1 0 0,1 0 0,0 1 0,0-1 0,-1 0 0,1 0 0,0 0 0,0 1 0,-1-1 0,1 0 0,0 0 0,0 1 0,0-1 0,-1 0 0,1 1 0,0-1 0,0 0 0,0 0 0,0 1 0,0-1 0,0 0 0,0 1 0,-1 0 0,1 4 0,-1 0 0,1 1 0,0-1 0,1 6 0,-1-6 0,4 30 0,1-1 0,2 1 0,14 45 0,46 98 0,-42-122 0,2-1 0,51 78 0,-54-98 0,2-2 0,1 0 0,2-2 0,49 42 0,-73-69-170,0 0-1,-1-1 0,1 0 1,0 0-1,1 0 0,-1 0 1,10 3-1,-2-4-6655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1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24575,'-106'24'0,"89"-18"0,0 0 0,1 1 0,-1 0 0,-15 11 0,30-17 0,-1 1 0,1 0 0,-1 0 0,1 1 0,0-1 0,-1 0 0,1 1 0,0-1 0,1 1 0,-1 0 0,0 0 0,1 0 0,0 0 0,-1 0 0,1 0 0,0 0 0,1 0 0,-1 0 0,0 0 0,1 0 0,0 1 0,0-1 0,0 0 0,1 6 0,-1-4 0,1 1 0,1-1 0,-1 0 0,1 0 0,0 0 0,0 0 0,0 0 0,1 0 0,-1 0 0,1-1 0,0 1 0,1-1 0,6 8 0,1-2 0,1-1 0,0 0 0,0 0 0,1-1 0,-1-1 0,2 0 0,-1-1 0,1-1 0,18 6 0,-27-10 0,1 0 0,0 0 0,0 0 0,0-1 0,0 0 0,0 0 0,0 0 0,0-1 0,0 0 0,0 0 0,6-3 0,-8 3 0,1-1 0,-1-1 0,0 1 0,1-1 0,-1 0 0,0 0 0,-1 0 0,1 0 0,0-1 0,-1 1 0,0-1 0,0 0 0,0 0 0,5-9 0,-6 8 0,1 0 0,-1 0 0,0 0 0,0 0 0,0-1 0,-1 1 0,0-1 0,0 1 0,0-1 0,-1 0 0,1 1 0,-2-1 0,1 0 0,0 1 0,-1-1 0,0 0 0,-1 1 0,1-1 0,-1 1 0,0 0 0,0 0 0,-1 0 0,-4-9 0,6 14 0,1 0 0,0-1 0,0 1 0,-1-1 0,1 1 0,0 0 0,0-1 0,-1 1 0,1-1 0,-1 1 0,1 0 0,0 0 0,-1-1 0,1 1 0,-1 0 0,1-1 0,0 1 0,-1 0 0,1 0 0,-1 0 0,1 0 0,-1 0 0,1-1 0,-1 1 0,1 0 0,-1 0 0,1 0 0,-1 0 0,0 1 0,0-1 0,1 1 0,-1-1 0,1 1 0,0-1 0,-1 1 0,1 0 0,-1-1 0,1 1 0,0 0 0,-1-1 0,1 1 0,0 0 0,0-1 0,-1 1 0,1 1 0,-3 30 0,3-25 10,0 1 0,1-1 0,0 0 0,0 0 0,1 0 0,0 0 0,0-1 0,0 1 0,1 0 0,0-1 0,5 8 0,-6-10-81,1-1 1,-1 1-1,1-1 0,0 0 0,0 0 1,0 0-1,0-1 0,0 1 1,1-1-1,-1 1 0,1-1 0,0 0 1,0 0-1,-1-1 0,1 1 1,0-1-1,0 0 0,1 0 0,-1 0 1,5 0-1,3-1-6755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1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24575,'14'25'27,"108"211"-1085,-91-168 1178,35 111 1,-56-146-69,32 131 686,-41-162-738,-1 1 0,1-1 0,-1 0 0,0 1 0,0-1 0,0 1 0,0-1 0,-1 0 0,1 1 0,-1-1 0,1 1 0,-1-1 0,-2 4 0,3-6 0,0 1 0,-1 0 0,1-1 0,-1 1 0,1-1 0,-1 1 0,1-1 0,-1 1 0,0-1 0,1 1 0,-1-1 0,0 0 0,1 1 0,-1-1 0,0 0 0,1 0 0,-1 1 0,-1-1 0,1 0 0,-1 0 0,1 0 0,-1 0 0,0 0 0,1-1 0,-1 1 0,1 0 0,-1-1 0,1 1 0,-1-1 0,-2-1 0,1 0 0,0 0 0,-1 0 0,1 0 0,0-1 0,0 0 0,0 1 0,1-1 0,-1 0 0,1 0 0,-1-1 0,1 1 0,0 0 0,0-1 0,0 1 0,1-1 0,0 0 0,-1 1 0,1-1 0,0 0 0,1 0 0,-2-6 0,2 5 0,0 1 0,0-1 0,0 1 0,1 0 0,-1-1 0,1 1 0,0-1 0,0 1 0,1 0 0,-1 0 0,1-1 0,0 1 0,0 0 0,1 1 0,-1-1 0,1 0 0,-1 1 0,1-1 0,4-2 0,1-1 0,1 1 0,0 0 0,0 1 0,0 0 0,1 1 0,0-1 0,0 2 0,0 0 0,0 0 0,1 1 0,-1 0 0,1 0 0,-1 1 0,12 1 0,-4 0 0,0 1 0,0 1 0,0 0 0,-1 1 0,1 1 0,-1 1 0,26 11 0,-31-11 0,-1 0 0,1 1 0,-1 1 0,-1 0 0,14 12 0,-20-16 0,0 1 0,0-1 0,-1 1 0,0 0 0,0 0 0,0 1 0,0-1 0,-1 1 0,1-1 0,-1 1 0,0 0 0,-1 0 0,1 0 0,-1 0 0,2 10 0,-3-11 0,0 28 0,0-30 0,0 0 0,0 0 0,0-1 0,-1 1 0,1 0 0,-1 0 0,1-1 0,-1 1 0,0 0 0,1-1 0,-1 1 0,0-1 0,0 1 0,-2 1 0,3-2-47,-1-1 0,1 0 0,0 0 0,-1 1 0,1-1 0,-1 0 0,1 0 0,-1 1 0,1-1-1,-1 0 1,1 0 0,-1 0 0,1 0 0,-1 0 0,1 0 0,-1 0 0,1 0 0,-1 0 0,1 0 0,-1 0 0,0 0 0,1 0-1,-1 0 1,1 0 0,-1-1 0,1 1 0,0 0 0,-2-1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24575,'4'17'0,"3"8"0,-1 3 0,-1-4-8191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56 24575,'-40'108'0,"-7"17"0,45-121 0,-1 0 0,1 0 0,0 0 0,-1-1 0,0 1 0,0-1 0,0 1 0,0-1 0,-1 0 0,1 0 0,-7 4 0,8-6 0,-1 0 0,0 0 0,1 0 0,-1 0 0,0 0 0,1 0 0,-1-1 0,0 1 0,0-1 0,1 0 0,-1 0 0,0 0 0,0 0 0,0 0 0,1-1 0,-1 1 0,0-1 0,0 0 0,-4-1 0,2-1 0,-1 0 0,1-1 0,-1 1 0,1-1 0,0 0 0,1 0 0,-1-1 0,1 1 0,-1-1 0,1 0 0,1 0 0,-1-1 0,1 1 0,0-1 0,0 0 0,1 1 0,-1-1 0,1-1 0,-1-6 0,0 0 0,1 1 0,0-1 0,1 1 0,0-1 0,1 1 0,0-1 0,1 0 0,5-23 0,-5 31 0,1 0 0,-1 0 0,1 0 0,0 0 0,1 0 0,-1 0 0,1 1 0,0-1 0,0 1 0,0 0 0,1 0 0,0 0 0,0 0 0,0 0 0,0 1 0,0 0 0,0 0 0,1 0 0,0 0 0,0 1 0,-1 0 0,1 0 0,1 0 0,-1 0 0,0 1 0,0 0 0,0 0 0,7 0 0,2 0 0,-1 1 0,1 0 0,-1 1 0,1 1 0,-1 0 0,0 1 0,1 0 0,-2 1 0,1 1 0,15 7 0,-13-5-341,-1 0 0,0 2-1,22 16 1,-27-17-6485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2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24575,'18'37'0,"13"27"0,-26-55 0,0-1 0,1 0 0,0-1 0,0 1 0,9 7 0,-13-13 0,0 0 0,0-1 0,0 1 0,0 0 0,1-1 0,-1 0 0,0 1 0,1-1 0,-1 0 0,1 0 0,-1-1 0,1 1 0,0-1 0,-1 1 0,1-1 0,0 0 0,-1 0 0,1 0 0,0 0 0,3 0 0,-4-1 0,0 0 0,0 0 0,0 0 0,0 0 0,0 0 0,0 0 0,0 0 0,0-1 0,0 1 0,-1-1 0,1 1 0,-1-1 0,1 0 0,-1 1 0,1-1 0,-1 0 0,0 0 0,0 0 0,0 0 0,0 0 0,0 0 0,-1-1 0,1 1 0,0-3 0,0-2 0,0-1 0,0 0 0,-1-9 0,0 10 0,0 1 0,1-1 0,0 0 0,2-10 0,-3 16 0,0 0 0,1 0 0,-1 0 0,0 0 0,1 0 0,-1 0 0,1 1 0,0-1 0,-1 0 0,1 0 0,-1 0 0,1 1 0,0-1 0,0 0 0,-1 1 0,1-1 0,0 1 0,0-1 0,0 1 0,2-1 0,-1 0 0,-1 1 0,1-1 0,0 1 0,0 0 0,0 0 0,0 0 0,0 0 0,0 0 0,0 1 0,3 0 0,4 2 0,1 0 0,-1 1 0,13 7 0,-13-6 0,50 24 0,-16-6 0,0-3 0,2-1 0,50 14 0,-73-27-96,-14-3-63,0 0 1,1-1-1,-1 0 0,0-1 1,1 0-1,-1 0 1,16-1-1,-14-3-6667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1 203 24575,'26'-13'0,"2"1"0,-1 1 0,53-13 0,-53 18 0,-17 5 0,1-1 0,0-1 0,0 1 0,-1-2 0,1 0 0,-1 0 0,15-9 0,-24 13 0,0-1 0,0 1 0,-1-1 0,1 1 0,0-1 0,0 0 0,-1 1 0,1-1 0,0 0 0,-1 0 0,1 0 0,-1 1 0,1-1 0,-1 0 0,1 0 0,-1 0 0,0 0 0,0 0 0,1 0 0,-1 0 0,0 0 0,0 0 0,0 0 0,0 0 0,0-2 0,-1 2 0,1-1 0,-1 1 0,0-1 0,0 1 0,1-1 0,-1 1 0,-1-1 0,1 1 0,0 0 0,0 0 0,0-1 0,-1 1 0,-1-1 0,-6-4 0,-1 0 0,1 1 0,-17-6 0,24 11 0,-21-9 0,-31-7 0,43 14 0,0-1 0,0 2 0,-1 0 0,1 0 0,-13 1 0,22 1 0,0-1 0,-1 0 0,1 1 0,0-1 0,0 1 0,0 0 0,-1 0 0,1 0 0,0 0 0,0 0 0,0 0 0,0 0 0,1 1 0,-1-1 0,0 1 0,-2 2 0,2-1 0,0 0 0,0 0 0,0 1 0,0-1 0,0 0 0,1 1 0,0 0 0,0-1 0,-1 5 0,0 5 0,1 0 0,0 0 0,1 0 0,2 24 0,-1-31 0,0 0 0,1 1 0,0-1 0,0 0 0,0 0 0,1-1 0,0 1 0,0 0 0,1-1 0,-1 0 0,1 1 0,0-1 0,0-1 0,1 1 0,0-1 0,0 0 0,0 0 0,0 0 0,8 4 0,8 3 0,-1 0 0,1-2 0,1-1 0,24 7 0,-25-9 0,1 0 0,0-1 0,1-1 0,-1-2 0,1 0 0,30-2 0,-42-2-1365,-2-1-5461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4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15 24575,'-49'-4'0,"-159"-7"0,203 12 0,0-1 0,0 1 0,0 0 0,0 0 0,1 0 0,-1 1 0,0 0 0,1-1 0,0 2 0,-6 2 0,9-4 0,-1 0 0,1 0 0,0 0 0,0 0 0,0 0 0,0 0 0,0 0 0,0 0 0,0 0 0,0 1 0,0-1 0,0 0 0,1 1 0,-1-1 0,0 0 0,1 1 0,0-1 0,-1 1 0,1-1 0,0 1 0,-1-1 0,1 1 0,0-1 0,0 1 0,0 0 0,1-1 0,-1 1 0,0-1 0,0 1 0,1-1 0,-1 1 0,1-1 0,0 0 0,-1 1 0,2 2 0,3 2 0,-1 0 0,0 0 0,1-1 0,0 1 0,1-1 0,-1 0 0,8 5 0,-2-2 0,1 0 0,24 11 0,-18-11 0,0-1 0,1-1 0,33 7 0,-41-11 0,0-1 0,-1 0 0,1-1 0,0 0 0,0 0 0,-1-1 0,1-1 0,14-3 0,-22 4 0,-1 1 0,0-1 0,0 0 0,0 0 0,0 0 0,0 0 0,0-1 0,0 1 0,0 0 0,0-1 0,-1 1 0,1-1 0,2-3 0,-12 19 0,7-4 0,0 0 0,0 1 0,0-1 0,2 0 0,-1 0 0,1 1 0,1-1 0,0 0 0,6 19 0,-2-13 0,0 1 0,1-1 0,1 0 0,20 29 0,-16-30-341,1-1 0,0 0-1,27 23 1,-29-28-6485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5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25 24575,'0'0'0,"0"0"0,0 0 0,0 0 0,0 0 0,0 0 0,0 0 0,-1 0 0,1 0 0,0 0 0,0 1 0,0-1 0,0 0 0,0 0 0,0 0 0,0 0 0,0 0 0,0 0 0,0 0 0,0 0 0,0 0 0,0 0 0,0 0 0,0 1 0,0-1 0,0 0 0,0 0 0,0 0 0,0 0 0,0 0 0,0 0 0,0 0 0,0 0 0,0 0 0,0 0 0,0 1 0,0-1 0,0 0 0,0 0 0,0 0 0,0 0 0,0 0 0,0 0 0,0 0 0,0 0 0,0 0 0,0 0 0,0 0 0,1 1 0,-1-1 0,0 0 0,5 8 0,10 8 0,0-5 0,0-1 0,1 0 0,23 11 0,-30-17 0,0 0 0,0-1 0,0 0 0,0-1 0,0 0 0,1 0 0,-1-1 0,15 0 0,-22-1 0,-1 0 0,1 0 0,0 0 0,-1 0 0,1-1 0,0 1 0,-1 0 0,1-1 0,0 0 0,-1 1 0,1-1 0,-1 0 0,1 0 0,-1 1 0,0-1 0,1 0 0,-1-1 0,0 1 0,1 0 0,-1 0 0,0 0 0,0-1 0,0 1 0,0-1 0,0 1 0,0-3 0,0 1 0,0 0 0,-1 0 0,1 0 0,-1 0 0,0 1 0,0-1 0,0 0 0,0 0 0,-1 0 0,1 0 0,-1 0 0,1 0 0,-1 0 0,-2-3 0,-6-14 0,-3-11 0,12 30 0,0 1 0,0 0 0,0 0 0,0 0 0,0 0 0,0-1 0,0 1 0,0 0 0,0 0 0,0 0 0,0 0 0,0-1 0,0 1 0,0 0 0,0 0 0,0 0 0,0 0 0,1 0 0,-1-1 0,0 1 0,0 0 0,0 0 0,0 0 0,0 0 0,0 0 0,1 0 0,-1 0 0,0-1 0,0 1 0,0 0 0,0 0 0,1 0 0,-1 0 0,0 0 0,0 0 0,0 0 0,0 0 0,1 0 0,-1 0 0,0 0 0,0 0 0,0 0 0,1 0 0,-1 0 0,0 0 0,0 0 0,0 0 0,0 0 0,1 0 0,-1 1 0,0-1 0,0 0 0,0 0 0,0 0 0,11 4 0,-10-4 0,106 57 0,-16-8 0,-14-16-1365,-58-26-5461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15 24575,'-41'-4'0,"-24"-3"0,-69 3 0,132 4 0,0 0 0,0 0 0,0 0 0,0 1 0,0-1 0,0 0 0,1 1 0,-1 0 0,0-1 0,0 1 0,1 0 0,-1 0 0,-2 2 0,3-3 0,1 0 0,0 1 0,-1-1 0,1 0 0,0 1 0,0-1 0,0 1 0,-1-1 0,1 0 0,0 1 0,0-1 0,0 1 0,0-1 0,0 1 0,0-1 0,-1 1 0,1-1 0,0 0 0,1 1 0,-1-1 0,0 1 0,0 1 0,1-1 0,-1 0 0,1 1 0,-1-1 0,1 0 0,0 0 0,-1 0 0,1 0 0,0 0 0,1 2 0,15 12 0,0-1 0,0-1 0,1 0 0,1-1 0,0-1 0,0-1 0,22 8 0,-24-11 0,1-1 0,0-1 0,0 0 0,0-1 0,31 2 0,-46-6 0,-1 0 0,1 0 0,0 0 0,0 0 0,0-1 0,0 1 0,0-1 0,-1 0 0,1 0 0,0 0 0,-1 0 0,1 0 0,-1 0 0,1-1 0,-1 1 0,5-4 0,-6 3 0,1 0 0,-1 0 0,0 1 0,0-1 0,0 0 0,0 0 0,0 0 0,0 0 0,-1 0 0,1 0 0,0 0 0,-1-1 0,0 1 0,1 0 0,-1 0 0,0 0 0,0 0 0,-1 0 0,1-1 0,0 1 0,-1 0 0,0-4 0,-10-25 0,10 29 0,1 1 0,-1-1 0,1 1 0,-1 0 0,0 0 0,0-1 0,0 1 0,1 0 0,-1 0 0,0 0 0,0 0 0,-1 0 0,1 0 0,0 0 0,0 0 0,0 0 0,-1 0 0,1 1 0,-2-2 0,2 2 0,1 0 0,-1 1 0,1-1 0,0 0 0,-1 0 0,1 0 0,0 0 0,-1 0 0,1 1 0,0-1 0,-1 0 0,1 0 0,0 1 0,0-1 0,-1 0 0,1 0 0,0 1 0,0-1 0,-1 0 0,1 1 0,0-1 0,0 0 0,0 1 0,0-1 0,0 0 0,-1 1 0,1-1 0,0 0 0,0 1 0,0-1 0,0 1 0,0-1 0,0 0 0,0 1 0,0-1 0,0 0 0,0 1 0,0-1 0,1 0 0,-1 1 0,0-1 0,0 1 0,0-1 0,6 19 0,-1-10 0,0 0 0,0 0 0,1 0 0,1-1 0,0 0 0,12 12 0,-1-3 0,34 22 0,-8-11-1365,-27-18-5461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24575,'8'39'0,"1"-1"0,16 39 0,35 74 0,-32-82 0,1-6 0,2-1 0,3-2 0,75 101 0,-106-158-97,0 0-1,0 0 1,-1 1-1,0 0 1,0-1-1,0 1 1,0 0-1,0 0 1,-1 0-1,0 0 1,0 0-1,0 0 0,1 6 1,-4-1-6729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6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59 24575,'-29'-2'0,"-15"-2"0,-5-1 0,1-1 0,4-1 0,4 0 0,5 1 0,3 2 0,4 0 0,2-1 0,3 2 0,4 0 0,1 2 0,5 0-8191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7:57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1 287 24575,'40'1'0,"41"-2"0,-72 0 0,1 0 0,-1 0 0,1-1 0,-1-1 0,0 1 0,11-6 0,-17 7 0,1-1 0,-1 0 0,0 0 0,0 0 0,1 0 0,-2-1 0,1 0 0,0 1 0,0-1 0,-1 0 0,1 0 0,-1 0 0,0-1 0,0 1 0,0 0 0,1-5 0,-1 3 0,-1-1 0,1 1 0,-1-1 0,0 0 0,-1 0 0,1 1 0,-1-1 0,-1 0 0,1 0 0,-2-5 0,0 0 0,0 1 0,-1 0 0,0 0 0,-1 0 0,0 0 0,-1 1 0,0-1 0,0 1 0,-1 0 0,0 1 0,-11-12 0,15 18 0,-1-1 0,0 1 0,0-1 0,0 1 0,0 0 0,-1 0 0,1 1 0,0-1 0,-1 0 0,1 1 0,-1 0 0,-6-1 0,8 2 0,1 0 0,-1 0 0,0 0 0,0 0 0,1 0 0,-1 0 0,0 0 0,0 1 0,1-1 0,-1 1 0,0 0 0,1-1 0,-1 1 0,1 0 0,-1 0 0,1 0 0,-1 0 0,1 0 0,0 0 0,-1 0 0,1 1 0,0-1 0,0 0 0,0 1 0,0-1 0,0 1 0,0-1 0,0 1 0,0 1 0,-2 4 0,1 1 0,0-1 0,0 1 0,0-1 0,1 1 0,1-1 0,-1 1 0,1 0 0,1 11 0,1-7 0,-1-1 0,1 1 0,1 0 0,0-1 0,8 17 0,-5-15 0,1 0 0,1 0 0,0-1 0,1 0 0,0-1 0,0 0 0,1 0 0,1-1 0,21 16 0,-22-19 0,1 0 0,0 0 0,1-1 0,0 0 0,0-1 0,0-1 0,0 0 0,1-1 0,-1 0 0,1 0 0,16 0 0,-16-3 24,0 0 0,0 0 0,0-2 0,26-5 0,-33 6-130,-1-1 0,1 0 0,-1 0 0,1 0 0,-1-1 0,0 0-1,0 0 1,0-1 0,0 1 0,0-1 0,-1 0 0,0 0 0,5-6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4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 24575,'-25'-1'0,"-64"1"0,78 0 0,0 1 0,0 1 0,0 0 0,0 0 0,0 1 0,-13 5 0,22-7 0,0 0 0,0 0 0,1 0 0,-1 0 0,0 0 0,1 0 0,-1 1 0,0-1 0,1 0 0,0 1 0,-1-1 0,1 1 0,0 0 0,0-1 0,0 1 0,0 0 0,0 0 0,0 0 0,0 0 0,1-1 0,-1 1 0,1 0 0,-1 0 0,1 0 0,0 1 0,0-1 0,0 0 0,0 0 0,0 0 0,0 0 0,1 3 0,0-1 0,1 1 0,-1-1 0,1 0 0,0 0 0,0 0 0,0-1 0,0 1 0,1 0 0,0-1 0,0 1 0,0-1 0,0 0 0,6 5 0,18 10 0,34 16 0,-14-7 0,31 12 0,-52-27 0,-1 1 0,32 21 0,-56-33 0,1 0 0,-1-1 0,0 1 0,0 0 0,0 0 0,0 0 0,0 0 0,0 0 0,0 0 0,-1 1 0,1-1 0,0 0 0,0 0 0,-1 1 0,1-1 0,-1 0 0,1 1 0,-1 1 0,0-2 0,0 0 0,0 0 0,0 0 0,0 0 0,-1 0 0,1 0 0,0 0 0,-1 0 0,1 0 0,-1 0 0,1 0 0,-1 0 0,1 0 0,-1-1 0,0 1 0,1 0 0,-1 0 0,-1 1 0,-2 1 0,0-1 0,0 1 0,-1-1 0,1 1 0,0-1 0,-1-1 0,0 1 0,1 0 0,-6 0 0,-18 2 0,-1-2 0,1-1 0,-50-4 0,69 3 0,1-1 0,0 0 0,0-1 0,0 0 0,0 0 0,1-1 0,-14-6 0,19 8 0,-1 0 0,1 0 0,1-1 0,-1 1 0,0-1 0,0 1 0,0-1 0,1 0 0,-1 1 0,1-1 0,-1 0 0,1 0 0,0 0 0,0 0 0,0 0 0,0-1 0,0 1 0,0 0 0,1 0 0,-1-1 0,1 1 0,-1 0 0,1-1 0,0 1 0,0 0 0,0-1 0,0 1 0,1 0 0,-1-1 0,2-3 0,0-1 0,0 1 0,1 0 0,0 0 0,0 0 0,1 1 0,-1-1 0,1 1 0,1 0 0,-1 0 0,1 0 0,-1 1 0,1-1 0,0 1 0,1 0 0,-1 1 0,1-1 0,7-2 0,2-2 0,1 2 0,1 0 0,-1 0 0,1 2 0,24-4 0,-34 6 0,29-3 0,46-2 0,-71 7 0,-1 0 0,1 1 0,-1 0 0,1 0 0,-1 1 0,0 1 0,0 0 0,0 0 0,11 6 0,-19-8 0,0 0 0,0 0 0,0 0 0,-1 0 0,1 0 0,0 1 0,-1-1 0,1 0 0,-1 1 0,0-1 0,1 1 0,-1 0 0,0-1 0,0 1 0,0 0 0,0 0 0,0 0 0,0 0 0,-1-1 0,2 5 0,-2-1 0,0 0 0,0 0 0,0-1 0,-1 1 0,0 0 0,0 0 0,-2 7 0,2-8 12,0 0 0,0-1 0,0 1 0,1 0 0,0 0 0,0-1 0,0 1 0,0 0 0,1 4 0,0-6-95,-1 0 1,1 0-1,0 0 1,-1 0-1,1 0 1,0 0-1,0 0 1,1 0-1,-1-1 1,0 1-1,0 0 1,1-1-1,-1 1 1,1-1-1,0 0 1,-1 1-1,5 1 1,4 2-6744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4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24575,'-2'0'0,"-2"2"0,1 4 0,1 3 0,0 2 0,1 2 0,0-1-8191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5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61 24575,'-38'-14'0,"0"1"0,-1 3 0,0 1 0,-51-5 0,87 14 0,0 0 0,0 0 0,0 0 0,0 0 0,0 0 0,0 1 0,0-1 0,0 1 0,1 0 0,-1 0 0,0 0 0,-3 1 0,4 0 0,1-1 0,-1 0 0,1 0 0,0 1 0,-1-1 0,1 1 0,0-1 0,0 1 0,0 0 0,0-1 0,0 1 0,0 0 0,0 0 0,0 0 0,1-1 0,-1 1 0,1 0 0,0 0 0,-1 3 0,1-1 0,-1 1 0,1-1 0,0 1 0,0-1 0,1 0 0,-1 1 0,1-1 0,0 0 0,0 1 0,0-1 0,1 0 0,0 0 0,-1 0 0,4 5 0,-1-4 0,-1-1 0,1 1 0,0-1 0,0 1 0,1-1 0,-1-1 0,1 1 0,0-1 0,8 5 0,0-2 0,-1 0 0,1-2 0,0 1 0,1-2 0,-1 0 0,1 0 0,-1-1 0,21 0 0,-24-2 0,1 1 0,0-1 0,0 0 0,0-1 0,21-4 0,-30 4 0,0 0 0,1 1 0,-1-1 0,0 0 0,0 0 0,1 0 0,-1-1 0,0 1 0,0 0 0,0-1 0,0 0 0,-1 1 0,1-1 0,0 0 0,-1 0 0,1 0 0,-1 0 0,0 0 0,0 0 0,1 0 0,-1 0 0,-1-1 0,1 1 0,0 0 0,0-1 0,-1 1 0,1-5 0,-1 5 0,0-1 0,0 1 0,0 0 0,0-1 0,0 1 0,-1 0 0,1 0 0,-1-1 0,0 1 0,1 0 0,-1 0 0,0 0 0,0 0 0,-1 0 0,1 0 0,0 0 0,0 0 0,-3-2 0,3 4 0,1 0 0,0 0 0,-1-1 0,1 1 0,0 0 0,-1 0 0,1 0 0,0 0 0,-1 0 0,1 0 0,-1 0 0,1 0 0,0 0 0,-1 0 0,1 0 0,0 0 0,-1 0 0,1 0 0,-1 0 0,1 1 0,0-1 0,-1 0 0,1 0 0,0 0 0,-1 0 0,1 1 0,0-1 0,0 0 0,-1 0 0,1 1 0,0-1 0,0 0 0,-1 1 0,1-1 0,0 0 0,0 1 0,0-1 0,-1 0 0,1 1 0,0-1 0,0 1 0,-7 16 0,5-10 0,1 1 0,0 0 0,0-1 0,1 1 0,0 0 0,0 0 0,1-1 0,0 1 0,3 12 0,2 3 0,17 41 0,71 116 0,-77-150 0,-15-27 0,0 0 0,0 1 0,0 0 0,0 1 0,0-1 0,1 7 0,-3-11 0,1 1 0,-1 0 0,0-1 0,0 1 0,0 0 0,0 0 0,0-1 0,0 1 0,0 0 0,-1-1 0,1 1 0,0 0 0,0-1 0,-1 1 0,1 0 0,0-1 0,-1 1 0,1 0 0,0-1 0,-1 1 0,1-1 0,-1 1 0,1-1 0,-1 1 0,1-1 0,-1 1 0,1-1 0,-1 1 0,0-1 0,1 0 0,-1 1 0,0-1 0,1 0 0,-1 0 0,0 1 0,1-1 0,-1 0 0,0 0 0,1 0 0,-1 0 0,0 0 0,-1 0 0,-5 0 0,0 0 0,0 0 0,-1-1 0,1 0 0,0 0 0,0-1 0,0 0 0,-13-6 0,-4-2 0,-25-16 0,39 20-91,-1-1 0,1 0 0,0 0 0,0-1 0,1-1 0,0 0 0,0 0 0,1 0 0,1-1 0,-1-1 0,2 1 0,-1-1 0,1 0 0,-6-17 0,7 14-6735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24575,'0'5'0,"0"0"0,1-1 0,0 1 0,0 0 0,0-1 0,1 1 0,-1-1 0,1 1 0,0-1 0,0 0 0,1 1 0,-1-1 0,4 4 0,-1-2 0,0-1 0,0 0 0,1 0 0,-1 0 0,1 0 0,0-1 0,0 0 0,10 4 0,-9-4 0,0-1 0,0-1 0,0 0 0,0 0 0,0 0 0,1-1 0,-1 0 0,11 0 0,-13-1 0,0 0 0,0 0 0,-1-1 0,1 0 0,0 0 0,0 0 0,0-1 0,-1 1 0,1-1 0,0 0 0,-1-1 0,8-4 0,-9 4 0,-1 1 0,1-1 0,0 0 0,-1 0 0,0 0 0,0 0 0,0 0 0,0 0 0,0-1 0,0 1 0,-1-1 0,0 1 0,0-1 0,0 1 0,0-1 0,0 0 0,0-7 0,4-16 0,-5 27 0,0-1 0,0 1 0,0 0 0,0-1 0,0 1 0,0 0 0,0-1 0,0 1 0,0 0 0,0-1 0,0 1 0,0 0 0,0-1 0,0 1 0,1 0 0,-1-1 0,0 1 0,0 0 0,0 0 0,1-1 0,-1 1 0,0 0 0,0 0 0,0-1 0,1 1 0,-1 0 0,0 0 0,1 0 0,-1 0 0,0-1 0,0 1 0,1 0 0,-1 0 0,0 0 0,1 0 0,-1 0 0,0 0 0,1 0 0,-1 0 0,0 0 0,1 0 0,-1 0 0,0 0 0,1 0 0,-1 0 0,0 0 0,1 0 0,-1 0 0,0 1 0,1-1 0,-1 0 0,0 0 0,0 0 0,1 0 0,-1 1 0,0-1 0,0 0 0,1 0 0,-1 1 0,0-1 0,0 0 0,1 0 0,-1 1 0,0-1 0,0 1 0,15 22 0,-13-20 0,3 7 17,1-1 0,1 0 1,-1 0-1,2 0 0,-1-1 0,10 8 0,-12-12-141,0 0 0,0 0 1,1-1-1,-1 0 0,1 0 0,0 0 1,0-1-1,0 1 0,0-1 0,1-1 1,11 2-1,-6-2-6702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6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247 465 24575,'-66'15'0,"26"-7"0,-63 23 0,100-30 0,0 0 0,0 0 0,0 1 0,0 0 0,0-1 0,0 1 0,0 0 0,1 1 0,-5 3 0,6-5 0,1-1 0,0 1 0,-1 0 0,1-1 0,-1 1 0,1 0 0,0 0 0,0-1 0,-1 1 0,1 0 0,0 0 0,0-1 0,0 1 0,0 0 0,0 0 0,0 0 0,0 1 0,1-1 0,-1 1 0,1-1 0,-1 0 0,1 0 0,-1 0 0,1 1 0,0-1 0,0 0 0,0 0 0,0 0 0,0 0 0,0 0 0,2 1 0,1 1 0,1 0 0,0 0 0,0 0 0,1-1 0,-1 0 0,0 0 0,1 0 0,-1-1 0,1 0 0,0 0 0,-1 0 0,1-1 0,0 0 0,0 0 0,8-1 0,-7 0 0,0 0 0,1 0 0,-1-1 0,0 0 0,0-1 0,0 0 0,0 0 0,0 0 0,-1-1 0,1 0 0,8-6 0,-1-9 0,-14 19 0,1-1 0,-1 1 0,0-1 0,1 1 0,-1-1 0,0 1 0,0-1 0,0 1 0,1-1 0,-1 1 0,0-1 0,0 1 0,0-1 0,0 0 0,0 1 0,0-1 0,0 1 0,0-1 0,0 1 0,0-1 0,0 0 0,0 1 0,0-1 0,-1 1 0,1-1 0,0 1 0,0-1 0,0 1 0,-1-1 0,1 1 0,0-1 0,-1 1 0,1 0 0,-1-1 0,1 1 0,-1-1 0,0 1 0,1 0 0,-1 0 0,0 0 0,1 0 0,-1 0 0,0 0 0,0 0 0,1 0 0,-1 0 0,0 0 0,1 0 0,-1 0 0,0 1 0,1-1 0,-1 0 0,0 1 0,1-1 0,-1 0 0,1 1 0,-1-1 0,1 1 0,-1-1 0,1 1 0,-1-1 0,1 1 0,-1-1 0,1 1 0,-1 0 0,-10 18 0,10-18 0,1 1 0,0-1 0,-1 0 0,1 1 0,0-1 0,0 0 0,0 1 0,-1-1 0,1 0 0,1 1 0,-1-1 0,0 0 0,0 1 0,0-1 0,1 0 0,-1 1 0,1-1 0,-1 0 0,2 3 0,0-2 0,-1 0 0,1 0 0,0-1 0,-1 1 0,1 0 0,0-1 0,0 1 0,0-1 0,0 0 0,4 2 0,0 0 0,0-1 0,1 1 0,-1-2 0,1 1 0,0-1 0,0 0 0,8 1 0,-6-3 0,-1 0 0,1 0 0,-1 0 0,1-1 0,-1-1 0,0 1 0,0-1 0,0-1 0,0 1 0,8-6 0,-2 0 0,0 0 0,-1-1 0,-1-1 0,17-16 0,-20 17 0,0-1 0,-1 0 0,-1-1 0,1 0 0,-2 0 0,0 0 0,0-1 0,-1 0 0,0 0 0,-2 0 0,1 0 0,-1-1 0,-1 0 0,0-16 0,-1 3 0,-2 0 0,-1 0 0,-1 0 0,-1 0 0,-1 1 0,-12-34 0,14 49 0,-1 1 0,-1-1 0,1 1 0,-2 0 0,0 0 0,-9-12 0,15 21 0,0 1 0,0 0 0,0 0 0,-1-1 0,1 1 0,0 0 0,0 0 0,0 0 0,0-1 0,0 1 0,-1 0 0,1 0 0,0-1 0,0 1 0,0 0 0,-1 0 0,1 0 0,0 0 0,0 0 0,-1-1 0,1 1 0,0 0 0,0 0 0,-1 0 0,1 0 0,0 0 0,0 0 0,-1 0 0,1 0 0,0 0 0,-1 0 0,1 0 0,0 0 0,0 0 0,-1 0 0,1 0 0,0 0 0,0 0 0,-1 0 0,1 1 0,-4 12 0,6 20 0,4-3 0,1-1 0,1 0 0,1 0 0,1-1 0,29 52 0,-18-42 0,2-2 0,2 0 0,45 50 0,4-13 120,-62-62-417,2 0 0,-1-1 0,2-1 0,16 9 0,-19-13-6529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7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125 434 24575,'13'-19'0,"32"-55"0,-39 62 0,0 0 0,-1 0 0,0-1 0,3-16 0,-7 25 0,0 0 0,-1 1 0,0-1 0,0 1 0,0-1 0,0 0 0,-1 1 0,1-1 0,-1 1 0,0-1 0,0 1 0,0-1 0,-1 1 0,1 0 0,-1-1 0,0 1 0,0 0 0,0 0 0,0 0 0,0 0 0,-1 1 0,1-1 0,-1 1 0,0-1 0,-5-3 0,-1 0 0,-1 0 0,0 1 0,0 0 0,0 1 0,0 0 0,-1 0 0,-14-2 0,23 6 0,-1-1 0,0 1 0,1-1 0,-1 1 0,0 0 0,0 0 0,1 1 0,-1-1 0,0 0 0,1 1 0,-1 0 0,0-1 0,1 1 0,-1 0 0,1 0 0,-1 1 0,1-1 0,0 0 0,-1 1 0,1 0 0,0-1 0,0 1 0,0 0 0,0 0 0,0 0 0,-1 3 0,1-2 0,0 0 0,1 0 0,-1 0 0,1 0 0,0 1 0,-1-1 0,2 0 0,-1 1 0,0-1 0,1 1 0,-1-1 0,1 1 0,0-1 0,0 1 0,0-1 0,1 1 0,-1-1 0,1 1 0,2 5 0,1 1 0,1-1 0,0 0 0,0 0 0,1 0 0,0-1 0,0 0 0,16 15 0,-3-6 0,0 0 0,24 14 0,-28-21 0,0-1 0,1 0 0,1-2 0,-1 1 0,22 5 0,-27-10 0,1 0 0,-1-1 0,1 0 0,0-1 0,0 0 0,-1-1 0,1 0 0,23-5 0,-32 5 0,0-1 0,0 0 0,-1 0 0,1 0 0,0 0 0,-1 0 0,1-1 0,-1 1 0,0-1 0,1 0 0,-1 0 0,0 1 0,0-1 0,0-1 0,0 1 0,0 0 0,-1 0 0,1-1 0,-1 1 0,1-1 0,-1 1 0,0-1 0,0 0 0,0 0 0,0 1 0,-1-1 0,1-3 0,1-6 0,-1-1 0,-1 1 0,0-1 0,-3-23 0,-13-27 0,18 60 0,3 5 0,4 5 0,15 14 0,0-2 0,1-1 0,1-1 0,48 25 0,-66-39 0,1 2 0,0-1 0,0-1 0,0 1 0,16 2 0,-24-6 0,1 1 0,-1-1 0,1 0 0,0 0 0,-1 1 0,1-1 0,-1-1 0,1 1 0,-1 0 0,1 0 0,0-1 0,-1 1 0,1 0 0,-1-1 0,0 0 0,1 1 0,-1-1 0,1 0 0,-1 0 0,0 1 0,1-1 0,-1 0 0,0-1 0,0 1 0,0 0 0,0 0 0,0 0 0,0-1 0,0 1 0,0 0 0,-1-1 0,1 1 0,0-1 0,-1 1 0,1-4 0,0-1 0,0 0 0,-1-1 0,0 1 0,0-1 0,-1 1 0,1 0 0,-1-1 0,-1 1 0,1 0 0,-1-1 0,-5-9 0,-5-23 0,12 39 0,0 0 0,0 0 0,0 0 0,0 0 0,0 0 0,0 0 0,0 0 0,0 0 0,0 0 0,0 0 0,0 0 0,0 0 0,0 0 0,0 0 0,0 0 0,0-1 0,0 1 0,0 0 0,0 0 0,0 0 0,0 0 0,0 0 0,0 0 0,0 0 0,0 0 0,0 0 0,0 0 0,0 0 0,0 0 0,0-1 0,0 1 0,0 0 0,0 0 0,0 0 0,0 0 0,0 0 0,0 0 0,0 0 0,0 0 0,0 0 0,0 0 0,0 0 0,0 0 0,0 0 0,1 0 0,-1 0 0,0 0 0,0 0 0,0 0 0,0 0 0,0-1 0,0 1 0,0 0 0,0 0 0,0 0 0,0 0 0,0 0 0,0 0 0,1 0 0,-1 0 0,0 0 0,0 1 0,0-1 0,0 0 0,0 0 0,7 5 0,8 12 0,-13-15 0,8 9 0,0-1 0,1 1 0,0-2 0,1 1 0,0-2 0,0 1 0,1-2 0,0 0 0,0 0 0,1-1 0,0-1 0,0 0 0,0-1 0,0-1 0,1 0 0,0-1 0,16 1 0,-19-3 0,1 0 0,0 0 0,-1-1 0,1 0 0,-1-1 0,16-5 0,-23 5 0,1 0 0,-1 0 0,0 0 0,0-1 0,0 0 0,0 0 0,0-1 0,-1 1 0,1-1 0,-1 0 0,0 0 0,0 0 0,-1-1 0,1 0 0,5-9 0,-3 2 0,-1-1 0,0 0 0,0 0 0,-1-1 0,-1 1 0,0-1 0,-1 0 0,-1 1 0,0-1 0,-1 0 0,-2-25 0,2 36 0,0 0 0,-1 1 0,1-1 0,-1 1 0,0-1 0,0 0 0,0 1 0,0-1 0,0 1 0,0 0 0,-1-1 0,1 1 0,-1 0 0,0 0 0,1 0 0,-1 0 0,0 0 0,0 0 0,0 1 0,-4-3 0,4 3 0,0 0 0,-1 0 0,1 1 0,0-1 0,0 1 0,0-1 0,0 1 0,-1 0 0,1 0 0,0 0 0,0 0 0,0 0 0,-1 1 0,1-1 0,0 1 0,0-1 0,0 1 0,0 0 0,0 0 0,0 0 0,0 0 0,0 0 0,0 0 0,-3 3 0,1-1 0,0 1 0,0-1 0,0 1 0,1 0 0,-1 0 0,1 0 0,0 1 0,0-1 0,1 1 0,-1-1 0,1 1 0,0 0 0,1 0 0,-1 0 0,1 0 0,0 1 0,0-1 0,0 0 0,1 0 0,0 1 0,0-1 0,0 0 0,0 0 0,1 1 0,0-1 0,0 0 0,1 0 0,-1 0 0,1 0 0,5 8 0,-2-5 0,1-1 0,0 0 0,0-1 0,0 1 0,1-1 0,0 0 0,1-1 0,-1 0 0,1 0 0,0 0 0,15 5 0,8 2 0,59 14 0,-89-26 0,143 28 0,-116-24 0,1-2 0,-1-2 0,33-2 0,-60 2 0,1 0 0,-1 0 0,0 0 0,0-1 0,0 1 0,0 0 0,0-1 0,0 1 0,1 0 0,-1-1 0,0 0 0,0 1 0,0-1 0,-1 1 0,1-1 0,0 0 0,1-1 0,-1 1 0,-1 1 0,1-1 0,-1 0 0,0 0 0,0 0 0,1 0 0,-1 1 0,0-1 0,0 0 0,0 0 0,0 0 0,0 0 0,0 0 0,0 1 0,0-1 0,0 0 0,0 0 0,-1-1 0,-1-4 0,-1 0 0,0 0 0,0 1 0,0-1 0,-5-6 0,1 2 0,-68-130 0,71 131 0,0 0 0,1 0 0,0 0 0,1 0 0,0-1 0,0 1 0,1-1 0,0 1 0,1-1 0,1-14 0,-1 22 4,0 0-1,1 0 1,-1 0-1,1 0 1,0 0-1,0 0 1,-1 0-1,1 0 1,1 0-1,-1 0 1,0 1 0,0-1-1,1 0 1,-1 1-1,1-1 1,-1 1-1,1 0 1,-1-1-1,1 1 1,0 0-1,0 0 1,0 0-1,0 0 1,0 0-1,0 1 1,0-1-1,0 0 1,0 1-1,0 0 1,0-1-1,0 1 1,0 0-1,3 0 1,2 0-153,-1 1 1,1-1-1,-1 1 1,1 0-1,-1 1 1,0-1-1,1 1 1,-1 0-1,9 5 1,-5-1-6678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8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88 24575,'-30'-17'0,"0"2"0,-2 1 0,1 2 0,-56-15 0,83 26 0,1 0 0,-1 1 0,0-1 0,1 1 0,-1 0 0,0 0 0,1 0 0,-1 1 0,1-1 0,-1 1 0,0 0 0,1 0 0,-1 0 0,1 0 0,0 0 0,-1 1 0,1 0 0,0-1 0,0 1 0,0 1 0,0-1 0,0 0 0,1 1 0,-1-1 0,1 1 0,-1 0 0,1 0 0,0 0 0,0 0 0,0 0 0,1 0 0,-1 1 0,1-1 0,-1 0 0,1 1 0,0-1 0,1 1 0,-1 4 0,0-3 0,1 1 0,-1 0 0,1-1 0,1 1 0,-1-1 0,1 1 0,0-1 0,1 1 0,-1-1 0,1 0 0,0 1 0,0-1 0,0 0 0,6 7 0,-3-4 0,0-1 0,1 0 0,0 1 0,0-2 0,1 1 0,-1-1 0,2 0 0,8 5 0,-10-7 0,0 0 0,1-1 0,0 0 0,0-1 0,0 1 0,0-1 0,0-1 0,0 1 0,0-1 0,1 0 0,-1-1 0,1 0 0,7 0 0,-11-1 0,0 1 0,-1-1 0,1 0 0,0 0 0,0 0 0,-1 0 0,1-1 0,-1 1 0,1-1 0,-1 0 0,0 0 0,0 0 0,1-1 0,-2 1 0,1-1 0,0 1 0,0-1 0,-1 0 0,1 0 0,-1 0 0,0 0 0,0-1 0,0 1 0,-1-1 0,1 1 0,1-6 0,-2 3 0,0 1 0,0-1 0,0 0 0,-1-10 0,1 38 0,1 69 0,0-73 0,7 129 0,-8-113 0,-2 1 0,-6 42 0,6-73 0,1 0 0,-1 0 0,0 0 0,-1 0 0,1 0 0,-1 0 0,0 0 0,1-1 0,-2 1 0,1 0 0,0-1 0,-1 0 0,1 1 0,-5 3 0,4-6 0,1 1 0,-1 0 0,1-1 0,-1 1 0,0-1 0,1 0 0,-1 0 0,0 0 0,0-1 0,0 1 0,0 0 0,0-1 0,0 0 0,0 0 0,0 0 0,1 0 0,-1 0 0,0-1 0,0 1 0,0-1 0,-3-1 0,1 1 0,1-1 0,0 0 0,0 0 0,-1 0 0,1 0 0,0-1 0,1 1 0,-1-1 0,0 0 0,1 0 0,0-1 0,0 1 0,0-1 0,0 0 0,0 1 0,1-1 0,-1 0 0,-2-8 0,4 9 0,0 0 0,0 0 0,0 0 0,0 0 0,1 0 0,-1 0 0,1 0 0,0 0 0,0-1 0,0 1 0,1 0 0,-1 0 0,1 0 0,-1 0 0,1 0 0,0 0 0,0 0 0,1 0 0,-1 0 0,1 1 0,-1-1 0,1 0 0,0 1 0,0-1 0,0 1 0,0 0 0,0 0 0,4-4 0,0 2 14,0 1-1,1-1 0,-1 1 0,1 0 1,0 1-1,9-4 0,15-4-1471,-22 5-5368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09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51 127 24575,'-19'-20'0,"18"19"0,0 1 0,0-1 0,0 0 0,0 0 0,0 1 0,-1-1 0,1 1 0,0-1 0,0 1 0,-1-1 0,1 1 0,0 0 0,0-1 0,-1 1 0,1 0 0,0 0 0,-2 0 0,2 0 0,1 0 0,-1 0 0,1 1 0,0-1 0,-1 0 0,1 0 0,0 0 0,-1 0 0,1 0 0,0 0 0,-1 1 0,1-1 0,0 0 0,-1 0 0,1 1 0,0-1 0,0 0 0,-1 0 0,1 1 0,0-1 0,0 0 0,-1 1 0,1-1 0,0 0 0,0 1 0,0-1 0,0 0 0,0 1 0,0-1 0,-1 1 0,5 13 0,13 8 0,-11-15 0,1 0 0,0-1 0,0 0 0,1 0 0,0-1 0,0 0 0,0 0 0,0-1 0,1 0 0,0 0 0,0-1 0,0-1 0,0 1 0,0-1 0,0-1 0,1 0 0,-1 0 0,14-1 0,-20 0 0,0-1 0,0 0 0,1 0 0,-1 0 0,0 0 0,0 0 0,0 0 0,0-1 0,-1 0 0,1 0 0,0 1 0,-1-1 0,1-1 0,-1 1 0,1 0 0,-1-1 0,0 1 0,0-1 0,0 1 0,-1-1 0,1 0 0,-1 0 0,1 0 0,-1 0 0,0 0 0,1-5 0,0 1 0,0-1 0,-1 1 0,0 0 0,-1-1 0,1 1 0,-1 0 0,-1-1 0,1 1 0,-1-1 0,-4-11 0,5 19 0,-2-8 0,0 0 0,-1 0 0,0 0 0,-1 1 0,1-1 0,-6-6 0,9 14 0,0 0 0,0 0 0,0 0 0,0 0 0,0 0 0,0 0 0,0-1 0,-1 1 0,1 0 0,0 0 0,0 0 0,0 0 0,0 0 0,0 0 0,0 0 0,0 0 0,0 0 0,0 0 0,0 0 0,0 0 0,-1 0 0,1 0 0,0 0 0,0 0 0,0 0 0,0 0 0,0 0 0,0 0 0,0 0 0,0 0 0,0 0 0,-1 0 0,1 0 0,0 0 0,0 0 0,0 0 0,0 0 0,0 0 0,0 0 0,0 0 0,0 0 0,0 0 0,0 0 0,0 1 0,-1-1 0,1 0 0,0 0 0,0 0 0,0 0 0,0 0 0,0 0 0,-2 8 0,0 9 0,2 8 0,1 0 0,1 0 0,6 30 0,24 76 0,-19-79 0,20 68 0,18 84 0,-49-195 0,0-4 0,-1 0 0,0 0 0,0 0 0,-1 0 0,1 0 0,-1 1 0,0-1 0,-1 0 0,1 0 0,-3 7 0,3-11 0,-1-1 0,1 1 0,0 0 0,-1-1 0,0 1 0,1 0 0,-1-1 0,1 1 0,-1-1 0,0 1 0,1-1 0,-1 1 0,0-1 0,1 0 0,-1 1 0,0-1 0,0 0 0,0 1 0,1-1 0,-1 0 0,0 0 0,0 0 0,0 0 0,1 0 0,-1 0 0,0 0 0,0 0 0,0 0 0,1 0 0,-1 0 0,0-1 0,0 1 0,0 0 0,1-1 0,-1 1 0,-1-1 0,-4-2 0,1 0 0,-1 0 0,-7-6 0,13 9 0,-92-71 0,76 56 0,1 1 0,0-2 0,-18-25 0,29 35 0,-1-1 0,1 0 0,1-1 0,-1 1 0,1-1 0,0 1 0,1-1 0,0 0 0,0 0 0,1 0 0,0 0 0,0-1 0,1 1 0,1-10 0,-1 16 0,1-1 0,-1 1 0,1 0 0,-1 0 0,1-1 0,0 1 0,0 0 0,0 0 0,0 0 0,0 0 0,0 0 0,1 0 0,-1 0 0,1 0 0,-1 1 0,3-3 0,-1 2 0,0 0 0,1 0 0,-1 0 0,1 0 0,-1 0 0,1 1 0,0-1 0,6-1 0,5 1 0,-1 0 0,0 1 0,0 1 0,17 1 0,46 9-1024,-74-10 683,16 3-6485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25 24575,'-29'-7'0,"-42"-8"0,64 14 0,-1 0 0,0 1 0,1 0 0,-1 0 0,1 0 0,-1 1 0,-7 2 0,13-3 0,1 1 0,-1-1 0,1 0 0,0 1 0,-1-1 0,1 1 0,-1-1 0,1 1 0,0 0 0,0-1 0,-1 1 0,1 0 0,0 0 0,0 0 0,0 0 0,0 0 0,0 0 0,0 0 0,0 1 0,1-1 0,-1 0 0,0 0 0,0 1 0,1-1 0,-1 0 0,1 1 0,0-1 0,-1 1 0,1-1 0,0 0 0,-1 3 0,2-1 0,0 0 0,-1 0 0,1 0 0,0 0 0,0 0 0,0-1 0,1 1 0,-1 0 0,1-1 0,-1 1 0,1-1 0,0 0 0,0 1 0,4 2 0,19 17 0,2-2 0,1-1 0,0-1 0,38 18 0,3 2 0,-66-36 0,5 2 0,0 2 0,11 8 0,-18-13 0,0-1 0,1 1 0,-1 0 0,0 0 0,0 0 0,0 0 0,0 1 0,-1-1 0,1 0 0,0 0 0,0 0 0,-1 1 0,1-1 0,0 0 0,-1 1 0,0-1 0,1 1 0,-1-1 0,0 0 0,1 1 0,-1-1 0,0 1 0,0-1 0,-1 3 0,1-2 0,-1-1 0,0 0 0,0 1 0,0-1 0,0 0 0,0 0 0,0 0 0,0 0 0,-1 0 0,1 0 0,0 0 0,-1 0 0,1-1 0,0 1 0,-1 0 0,1-1 0,-2 1 0,-28 8 0,28-9 0,-28 5-124,-1-2-1,0-1 1,-34-3 0,41 1-744,6-1-5958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24575,'-10'10'0,"-3"6"0,0 2 0,3 1 0,3-1 0,3 0 0,1-2 0,5 0 0,1-1 0,3 0 0,3-3 0,0-1 0,0-3 0,2 1 0,1-2 0,1-2 0,-1-4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24575,'0'-5'0,"0"1"0,0 3 0,3 5 0,0 4 0,0 3 0,0 2 0,-2-1-8191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2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24575,'0'6'0,"1"-1"0,0 0 0,0 0 0,0 0 0,1 0 0,-1 0 0,1 0 0,0 0 0,1 0 0,-1-1 0,1 1 0,0-1 0,0 0 0,0 1 0,1-1 0,-1-1 0,1 1 0,6 4 0,-2-1 0,2-1 0,-1 0 0,1 0 0,0-1 0,0 0 0,1-1 0,17 6 0,-27-10 0,1 1 0,0-1 0,0 1 0,0-1 0,0 0 0,0 0 0,0 1 0,0-1 0,0-1 0,-1 1 0,1 0 0,0 0 0,0-1 0,0 1 0,0-1 0,0 1 0,-1-1 0,1 0 0,0 0 0,0 0 0,-1 0 0,3-2 0,-2 1 0,-1 0 0,1 0 0,-1 0 0,1-1 0,-1 1 0,0-1 0,0 1 0,0-1 0,0 1 0,0-1 0,-1 0 0,1 1 0,-1-1 0,1 0 0,-1-3 0,-1-14 0,1 16 0,-1-1 0,1 1 0,0 0 0,1 0 0,-1 0 0,2-8 0,-2 11 0,1 1 0,-1-1 0,0 1 0,0-1 0,1 1 0,-1-1 0,0 1 0,1 0 0,-1-1 0,1 1 0,-1-1 0,0 1 0,1 0 0,-1 0 0,1-1 0,-1 1 0,1 0 0,-1 0 0,1-1 0,-1 1 0,1 0 0,-1 0 0,1 0 0,-1 0 0,1 0 0,-1 0 0,1 0 0,-1 0 0,1 0 0,0 0 0,-1 0 0,1 0 0,-1 0 0,1 0 0,-1 1 0,1-1 0,-1 0 0,1 1 0,21 11 0,-18-10 0,94 72 80,-69-51-562,1 0 1,41 23-1,-58-40-6344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24575,'15'31'0,"7"19"0,2 5 0,0 1 0,-2-2 0,-2-5 0,-2-6 0,-2-6 0,-1-3 0,-3-4 0,-1-3 0,-3-5 0,-2-3 0,-3-3 0,-3-3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24575,'94'34'0,"-46"-16"0,1-1 0,63 12 0,-103-27 0,-1-1 0,0-1 0,1 1 0,-1-1 0,1-1 0,-1 1 0,0-1 0,1-1 0,-1 0 0,0 0 0,0 0 0,0-1 0,0 0 0,-1-1 0,1 0 0,-1 0 0,0 0 0,0-1 0,0 0 0,-1-1 0,0 1 0,0-1 0,0 0 0,-1-1 0,0 1 0,0-1 0,5-9 0,-4 7 0,-2 10 0,2 16 0,-6-16 0,3 8 17,0 1 0,0 0 1,1-1-1,0 0 0,0 0 0,7 9 0,-7-12-141,-1-1 0,1-1 1,0 1-1,1-1 0,-1 1 0,1-1 1,0 0-1,0-1 0,0 1 0,1-1 1,5 3-1,1-1-6702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3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24575,'0'-5'0,"0"4"0,0 3 0,0 5 0,0 4 0,0-1-8191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0 123 24575,'1'2'0,"0"0"0,1 0 0,-1 0 0,0 0 0,1 0 0,-1-1 0,1 1 0,0 0 0,-1-1 0,1 1 0,0-1 0,0 0 0,3 2 0,-1 0 0,18 13 0,0 0 0,28 16 0,-43-28 0,-1-1 0,1 0 0,0 0 0,0-1 0,0 0 0,0 0 0,0 0 0,1-1 0,9 1 0,-14-2 0,-1-1 0,0 1 0,1 0 0,-1-1 0,0 1 0,1-1 0,-1 0 0,0 1 0,0-1 0,0 0 0,0 0 0,0-1 0,0 1 0,0 0 0,0-1 0,0 1 0,0-1 0,-1 0 0,1 1 0,-1-1 0,1 0 0,-1 0 0,0 0 0,0 0 0,0 0 0,0 0 0,0 0 0,0-1 0,0 1 0,-1 0 0,1-4 0,2-7 0,-2 0 0,0 0 0,0 0 0,-2-19 0,0 18 0,1 12 0,0-1 0,0 1 0,0-1 0,0 1 0,1-1 0,-1 1 0,1 0 0,1-5 0,-2 6 0,1 1 0,-1-1 0,1 0 0,-1 1 0,1-1 0,-1 1 0,0-1 0,1 1 0,0 0 0,-1-1 0,1 1 0,-1-1 0,1 1 0,-1 0 0,1 0 0,0-1 0,-1 1 0,1 0 0,0 0 0,-1 0 0,1 0 0,0-1 0,-1 1 0,1 0 0,0 0 0,-1 0 0,1 1 0,0-1 0,0 0 0,-1 0 0,1 0 0,-1 0 0,1 1 0,0-1 0,-1 0 0,1 1 0,0-1 0,10 6 0,0 1 0,-1 0 0,0 0 0,0 1 0,14 14 0,3 3 0,-14-14 0,0-1 0,1 0 0,0-1 0,1 0 0,31 13 0,-45-22 0,0 0 0,0 1 0,0-1 0,0 0 0,0 1 0,0-1 0,0 0 0,1 0 0,-1 0 0,0 0 0,0 0 0,0 0 0,0 0 0,0 0 0,0-1 0,0 1 0,0 0 0,1-1 0,-1 1 0,0-1 0,0 1 0,0-1 0,-1 1 0,1-1 0,0 0 0,0 1 0,0-1 0,0 0 0,-1 0 0,1 0 0,0 0 0,-1 0 0,1 1 0,0-1 0,-1 0 0,1 0 0,0-2 0,-1 1 0,1 1 0,0-1 0,0 1 0,0 0 0,0-1 0,0 1 0,0 0 0,0 0 0,0 0 0,0 0 0,1 0 0,-1 0 0,0 0 0,1 0 0,-1 0 0,3 0 0,-1 1 0,0 0 0,0 0 0,0 0 0,1 1 0,-1-1 0,0 1 0,0 0 0,0 0 0,0 0 0,3 2 0,9 2 0,10 1 0,1-1 0,-1-1 0,1-1 0,1-1 0,-1-1 0,0-2 0,0 0 0,0-2 0,0-1 0,29-8 0,-47 9 0,0 1 0,0-1 0,-1 0 0,1-1 0,-1 0 0,0 0 0,0 0 0,0-1 0,-1 0 0,8-7 0,-12 9 0,1 0 0,0-1 0,-1 1 0,0 0 0,0-1 0,0 0 0,0 0 0,0 1 0,-1-1 0,1 0 0,-1 0 0,0 0 0,-1 0 0,1-1 0,-1 1 0,0 0 0,1 0 0,-2 0 0,1 0 0,0-1 0,-3-5 0,-7-20 0,9 29 0,1 0 0,-1-1 0,0 1 0,1 0 0,-1-1 0,0 1 0,0 0 0,0 0 0,0 0 0,0 0 0,0 0 0,0 0 0,0 0 0,-1 0 0,1 0 0,0 1 0,0-1 0,-3 0 0,4 1 0,-1 0 0,1 0 0,0 0 0,-1 0 0,1 0 0,-1 0 0,1 1 0,-1-1 0,1 0 0,-1 0 0,1 0 0,0 1 0,-1-1 0,1 0 0,-1 1 0,1-1 0,0 0 0,-1 1 0,1-1 0,0 1 0,0-1 0,-1 0 0,1 1 0,0-1 0,0 1 0,-1-1 0,1 1 0,0-1 0,0 1 0,0-1 0,0 0 0,0 2 0,-3 17 0,3-17 0,0 5-6,0 0-1,0 0 0,1 0 0,0 0 1,0 0-1,1 0 0,0 0 1,0 0-1,0 0 0,1-1 1,4 9-1,-1-7 32,-1 1 0,1-1 0,1 0 0,0-1 0,0 1 0,0-1 0,12 8 0,-5-5-174,0-1 1,1-1-1,0 0 1,1 0-1,0-2 1,0 0-1,0-1 1,1 0-1,20 2 1,-24-6-6678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5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 24575,'-19'-2'0,"1"1"0,-1 1 0,1 0 0,-27 5 0,38-4 0,0 1 0,0 0 0,0 0 0,0 1 0,0 0 0,-7 4 0,10-4 0,1-1 0,0 1 0,-1-1 0,1 1 0,0 0 0,0 0 0,0 1 0,1-1 0,-1 0 0,1 1 0,-3 6 0,3-7 0,1 0 0,0 1 0,0-1 0,0 1 0,1-1 0,-1 1 0,1 0 0,0-1 0,0 1 0,0-1 0,0 1 0,1 0 0,-1-1 0,1 1 0,0-1 0,0 1 0,1-1 0,-1 0 0,0 1 0,1-1 0,0 0 0,0 0 0,0 0 0,0 0 0,1 0 0,-1-1 0,5 5 0,-1-1 0,1-1 0,0 0 0,-1 0 0,2 0 0,-1-1 0,1 0 0,-1 0 0,1-1 0,0 0 0,14 3 0,-14-4 0,0-1 0,0 0 0,0-1 0,0 1 0,0-2 0,0 1 0,15-4 0,-21 4 0,1-1 0,-1 0 0,1 0 0,-1 0 0,0 0 0,1 0 0,-1 0 0,0-1 0,0 1 0,0-1 0,0 1 0,0-1 0,0 0 0,0 0 0,-1 0 0,1 0 0,-1 0 0,1 0 0,-1 0 0,0 0 0,0-1 0,0 1 0,0 0 0,0-1 0,0 1 0,-1-1 0,1 1 0,-1-4 0,2-10 0,-2 0 0,-1-24 0,0 33 0,0 0 0,0 0 0,-1 0 0,1 1 0,-2-1 0,1 1 0,-1-1 0,-4-7 0,2 8 0,5 13 0,5 11 0,3-4 0,0 0 0,1-1 0,1 0 0,0-1 0,0 0 0,1 0 0,1-1 0,0-1 0,0 0 0,1 0 0,1-1 0,-1-1 0,1 0 0,21 7 0,-32-14 0,0 0 0,-1 0 0,1 0 0,0 0 0,0-1 0,-1 0 0,1 1 0,0-1 0,0 0 0,0 0 0,-1-1 0,1 1 0,0-1 0,3 0 0,-4 0 0,-1 0 0,1 0 0,0 0 0,-1 0 0,1-1 0,-1 1 0,1-1 0,-1 1 0,0-1 0,1 1 0,-1-1 0,0 0 0,0 1 0,0-1 0,0 0 0,-1 0 0,1 0 0,0 0 0,-1 0 0,1-2 0,2-32 0,-3 32 0,-1 0 0,1 0 0,1 0 0,-1 0 0,0 0 0,1 0 0,0 0 0,0 0 0,0 0 0,1 0 0,-1 1 0,4-7 0,-5 10 0,1-1 0,0 1 0,-1 0 0,1-1 0,-1 1 0,1 0 0,0-1 0,-1 1 0,1 0 0,-1 0 0,1 0 0,0 0 0,-1 0 0,1 0 0,0 0 0,-1 0 0,1 0 0,0 0 0,-1 0 0,1 0 0,0 0 0,-1 0 0,1 0 0,0 1 0,-1-1 0,1 0 0,-1 1 0,1-1 0,0 0 0,0 1 0,20 14 0,-16-11 0,1 1 0,16 11 0,41 25 0,-56-38 0,0 1 0,1-1 0,-1 0 0,1 0 0,0-1 0,-1 0 0,1-1 0,0 0 0,0 0 0,13 0 0,-18-1 0,-1-1 0,1 1 0,0-1 0,-1 0 0,1 0 0,0 0 0,-1 0 0,1 0 0,-1-1 0,0 1 0,1-1 0,-1 0 0,0 1 0,3-4 0,-2 2 0,0 1 0,0-1 0,0 1 0,0 0 0,6-3 0,-7 5 0,0-1 0,0 1 0,0 0 0,0-1 0,-1 1 0,1 0 0,0 0 0,0 0 0,0 1 0,0-1 0,0 0 0,-1 1 0,1-1 0,0 1 0,0 0 0,-1-1 0,1 1 0,0 0 0,1 1 0,5 4 0,0-1 0,11 11 0,-11-9 0,5 5-1365,-1-1-5461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6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250 646 24575,'-42'-4'0,"-44"-2"0,73 5 0,0 2 0,0 0 0,0 0 0,-18 5 0,29-6 0,0 1 0,0-1 0,0 1 0,0-1 0,1 1 0,-1 0 0,0 0 0,0 0 0,1 0 0,-1 0 0,1 0 0,-1 0 0,1 1 0,-1-1 0,1 0 0,0 1 0,-1-1 0,1 1 0,0 0 0,0-1 0,0 1 0,0 0 0,1-1 0,-1 1 0,0 0 0,0 3 0,1-1 0,0-1 0,0 1 0,1-1 0,-1 0 0,1 1 0,-1-1 0,1 0 0,0 0 0,1 0 0,-1 1 0,0-1 0,1 0 0,0-1 0,3 6 0,5 5 0,1 0 0,0 0 0,1-1 0,1-1 0,-1 0 0,26 17 0,-28-22 0,0 0 0,1-1 0,-1 0 0,1-1 0,0 0 0,0 0 0,0-1 0,1 0 0,-1-1 0,21 1 0,-29-3 0,0 0 0,1-1 0,-1 1 0,0-1 0,1 1 0,-1-1 0,0 0 0,0 0 0,0 0 0,1-1 0,-1 1 0,0-1 0,-1 0 0,1 1 0,0-1 0,0-1 0,-1 1 0,1 0 0,-1-1 0,0 1 0,0-1 0,0 0 0,0 1 0,0-1 0,-1 0 0,1 0 0,-1 0 0,0 0 0,0-1 0,2-4 0,-1-4 0,0 1 0,-1-1 0,0 0 0,-1 1 0,0-1 0,0 0 0,-5-20 0,-7-23 0,-29-85 0,-34-49 0,22 81 0,34 74 0,2-1 0,1 0 0,-16-55 0,31 89 0,1 0 0,0 1 0,0-1 0,-1 0 0,1 0 0,0 1 0,0-1 0,0 0 0,0 1 0,0-1 0,0 0 0,0 0 0,0 1 0,0-1 0,0 0 0,0 1 0,1-1 0,-1-1 0,1 2 0,-1 0 0,1 0 0,-1 0 0,0 0 0,1 0 0,-1 0 0,1 1 0,-1-1 0,0 0 0,1 0 0,-1 0 0,1 0 0,-1 1 0,0-1 0,1 0 0,-1 1 0,0-1 0,1 0 0,-1 0 0,0 1 0,1 0 0,19 24 0,213 362 11,-141-225-1387,-76-134-5450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410 186 24575,'-130'-72'0,"74"39"0,-93-39 0,145 70 0,0 1 0,0-1 0,0 1 0,0 0 0,0 0 0,0 1 0,-1-1 0,1 1 0,-4 0 0,6 0 0,1 1 0,0-1 0,-1 0 0,1 1 0,0-1 0,-1 1 0,1 0 0,0-1 0,0 1 0,0 0 0,0 0 0,0 0 0,0 0 0,0 0 0,0 0 0,0 0 0,0 0 0,0 0 0,0 0 0,1 0 0,-1 1 0,0-1 0,1 0 0,-1 1 0,1-1 0,0 0 0,-1 1 0,1-1 0,0 0 0,0 2 0,-1 11 0,0 0 0,1 1 0,0-1 0,2 0 0,-1-1 0,2 1 0,0 0 0,0 0 0,2-1 0,-1 0 0,9 16 0,7 11 0,3 0 0,29 40 0,11 11 0,4-4 0,140 142 0,-195-218-273,0-1 0,0 0 0,1-1 0,25 14 0,-23-16-6553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7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39 24575,'-27'-10'0,"-9"0"0,0 1 0,2 2 0,6 4 0,4 7 0,7 3 0,4 2 0,3 1 0,7-1 0,6-2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189 257 24575,'-2'4'0,"0"0"0,0 0 0,-1-1 0,0 1 0,0-1 0,0 0 0,0 0 0,-1 0 0,1 0 0,-1-1 0,1 1 0,-6 2 0,6-4 0,0 0 0,0-1 0,1 1 0,-1 0 0,0-1 0,0 0 0,0 0 0,0 0 0,0 0 0,0 0 0,0 0 0,0-1 0,0 0 0,0 1 0,1-1 0,-1 0 0,0 0 0,1-1 0,-5-1 0,2-1 0,-1 1 0,1-1 0,0 0 0,1-1 0,-1 1 0,1-1 0,-1 0 0,1 0 0,1 0 0,-1-1 0,1 0 0,-5-10 0,4 5 0,0 0 0,0-1 0,1 1 0,1-1 0,0 0 0,-1-13 0,3 22 0,0 0 0,0 0 0,0-1 0,0 1 0,1 0 0,-1-1 0,1 1 0,0 0 0,0 0 0,0 0 0,2-3 0,-2 4 0,0 1 0,0 0 0,0 0 0,0 0 0,0-1 0,0 1 0,0 0 0,0 1 0,0-1 0,1 0 0,-1 0 0,0 0 0,0 1 0,1-1 0,-1 1 0,1-1 0,-1 1 0,1-1 0,-1 1 0,1 0 0,-1 0 0,1 0 0,-1 0 0,1 0 0,-1 0 0,3 0 0,4 2 0,0-1 0,0 1 0,0 0 0,0 1 0,-1 0 0,1 1 0,10 5 0,3 5 0,22 18 0,-25-17 0,34 20 0,-45-32 0,0 1 0,0-1 0,0 0 0,0-1 0,1 0 0,-1 0 0,1 0 0,-1-1 0,11 0 0,-11-1 0,0 0 0,0-1 0,0 0 0,0 0 0,0-1 0,0 0 0,0 0 0,0-1 0,-1 1 0,1-2 0,-1 1 0,0-1 0,0 0 0,0 0 0,-1 0 0,7-7 0,-5 4 0,0-1 0,0 1 0,-1-2 0,0 1 0,-1-1 0,0 0 0,0 0 0,-1 0 0,0 0 0,5-20 0,-9 26 0,1 1 0,-1-1 0,0 1 0,0-1 0,1 1 0,-2-1 0,1 1 0,0-1 0,0 1 0,-1-1 0,1 1 0,-1 0 0,0-1 0,0 1 0,-2-4 0,3 5 0,-1 0 0,0 0 0,0 1 0,0-1 0,1 0 0,-1 0 0,0 1 0,0-1 0,0 0 0,0 1 0,0-1 0,0 1 0,0 0 0,0-1 0,0 1 0,0 0 0,0-1 0,-1 1 0,1 0 0,0 0 0,0 0 0,0 0 0,0 0 0,0 0 0,0 0 0,0 0 0,-1 1 0,1-1 0,0 0 0,0 1 0,0-1 0,0 1 0,0-1 0,0 1 0,0 0 0,-1 0 0,-2 2 0,1-1 0,-1 1 0,1 0 0,-1 0 0,1 0 0,0 0 0,0 0 0,1 1 0,-1 0 0,1-1 0,-1 1 0,1 0 0,0 0 0,1 0 0,-1 0 0,1 1 0,-1-1 0,1 0 0,1 1 0,-1-1 0,1 0 0,-1 1 0,2 6 0,-1-3 0,1-1 0,0 1 0,0-1 0,1 1 0,0-1 0,1 0 0,-1 1 0,1-2 0,1 1 0,-1 0 0,1 0 0,0-1 0,6 7 0,-1-4 0,0 0 0,1-1 0,0 1 0,1-2 0,-1 0 0,2 0 0,-1-1 0,1 0 0,0-1 0,0 0 0,0-1 0,1 0 0,-1-1 0,1-1 0,0 0 0,0 0 0,0-1 0,0-1 0,0-1 0,0 1 0,0-2 0,19-4 0,-25 4-136,0 0-1,0-1 1,-1 1-1,1-1 1,-1-1-1,0 1 1,0-1-1,0 0 0,6-7 1,1 0-6690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 24575,'-25'6'0,"1"1"0,-1 2 0,1 0 0,1 2 0,0 0 0,-24 17 0,45-27 0,0 0 0,0 1 0,1-1 0,-1 1 0,0-1 0,1 1 0,-1-1 0,1 1 0,0 0 0,0 0 0,-1 0 0,1-1 0,0 1 0,1 0 0,-1 0 0,0 1 0,0-1 0,1 0 0,-1 0 0,1 4 0,0-3 0,0-1 0,1 0 0,0 0 0,-1 0 0,1 0 0,0 1 0,0-1 0,0 0 0,0 0 0,0-1 0,1 1 0,-1 0 0,1 0 0,-1 0 0,1-1 0,-1 1 0,1-1 0,0 0 0,4 3 0,-1-1 0,0 1 0,1-1 0,0-1 0,-1 1 0,1-1 0,0 0 0,0 0 0,1-1 0,-1 0 0,0 0 0,0 0 0,1-1 0,-1 0 0,0 0 0,0-1 0,1 0 0,-1 0 0,0 0 0,0-1 0,0 1 0,0-2 0,0 1 0,0-1 0,-1 1 0,1-2 0,-1 1 0,0 0 0,0-1 0,0 0 0,0 0 0,-1-1 0,1 0 0,-1 1 0,6-11 0,-8 15 0,-1 6 0,-1 7 0,1 10 0,0 1 0,1-1 0,2 1 0,0-1 0,11 30 0,2-5 0,31 65 0,-39-95-455,0-1 0,18 25 0,-19-31-6371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24575,'27'-17'0,"11"-6"0,0 2-8191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19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332 522 24575,'-67'-22'0,"31"9"0,0 2 0,-67-12 0,98 23 0,0-1 0,0 1 0,0 1 0,0-1 0,0 1 0,0 0 0,0 0 0,0 0 0,0 1 0,0 0 0,-7 3 0,11-4 0,-1 0 0,1 0 0,0-1 0,-1 1 0,1 1 0,-1-1 0,1 0 0,0 0 0,0 0 0,0 1 0,0-1 0,0 0 0,0 1 0,0-1 0,0 1 0,1-1 0,-1 1 0,0 0 0,1-1 0,-1 1 0,1-1 0,0 1 0,0 0 0,-1 0 0,1-1 0,0 1 0,0 0 0,1-1 0,-1 1 0,0 0 0,0-1 0,1 1 0,-1 0 0,1-1 0,0 1 0,1 2 0,1 2 0,1-1 0,-1 0 0,1 0 0,0 0 0,0 0 0,1-1 0,0 0 0,-1 0 0,1 0 0,1 0 0,-1-1 0,0 0 0,1 0 0,10 4 0,-11-5 0,1 0 0,-1-1 0,0 1 0,1-1 0,-1 0 0,1-1 0,-1 1 0,1-1 0,-1 0 0,1-1 0,-1 1 0,1-1 0,-1 0 0,1 0 0,-1-1 0,0 0 0,7-2 0,-8 1 0,0 0 0,0 0 0,0 0 0,0-1 0,-1 1 0,1-1 0,-1 0 0,0 0 0,0 0 0,-1 0 0,1-1 0,-1 1 0,0-1 0,0 1 0,0-1 0,-1 0 0,0 0 0,0 1 0,0-1 0,0-7 0,1-2 0,-2-1 0,0 1 0,-1-1 0,0 0 0,-6-25 0,-2 9 0,-1 1 0,-1-1 0,-1 2 0,-23-39 0,-76-105 0,96 155 0,15 18 0,0 0 0,0 0 0,-1 0 0,1 0 0,0 0 0,0 0 0,0 0 0,0 0 0,0 0 0,0 0 0,-1 0 0,1 0 0,0 0 0,0 0 0,0 0 0,0 0 0,0 0 0,-1 0 0,1 0 0,0 0 0,0 0 0,0 0 0,0 0 0,0 0 0,0 0 0,-1 0 0,1 0 0,0 0 0,0 0 0,0 0 0,0 0 0,0 0 0,0 0 0,-1 1 0,1-1 0,0 0 0,0 0 0,0 0 0,0 0 0,0 0 0,0 0 0,0 1 0,-1 12 0,4 15 0,1 0 0,2 0 0,1-1 0,1 0 0,16 37 0,5-1 0,40 61 0,-49-92-341,2 0 0,0-2-1,49 48 1,-54-61-6485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0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61 24575,'-20'-4'0,"0"1"0,-30-1 0,44 4 0,0 0 0,0 0 0,0 1 0,0 0 0,0 0 0,1 0 0,-1 1 0,1-1 0,-1 1 0,1 1 0,-1-1 0,1 1 0,-6 4 0,9-6 0,1 1 0,-1-1 0,1 1 0,-1 0 0,1-1 0,-1 1 0,1 0 0,0 0 0,0 0 0,0 0 0,0 0 0,0 0 0,0 0 0,1 0 0,-1 0 0,1 1 0,-1 1 0,1-1 0,0 1 0,0-1 0,0 1 0,1-1 0,0 1 0,-1-1 0,1 0 0,0 1 0,0-1 0,3 4 0,-1-1 0,0 0 0,1 0 0,0-1 0,0 1 0,1-1 0,-1 0 0,1 0 0,0 0 0,0-1 0,10 6 0,-5-4 0,0-1 0,0 0 0,1-1 0,0 0 0,20 4 0,-27-7 0,1 0 0,0 0 0,0-1 0,0 0 0,0 0 0,0 0 0,0-1 0,0 0 0,-1 1 0,1-2 0,0 1 0,0-1 0,-1 1 0,1-1 0,7-5 0,-9 5 0,-1 0 0,1 0 0,-1-1 0,0 1 0,0-1 0,0 1 0,0-1 0,-1 0 0,1 0 0,-1 0 0,1 0 0,-1 0 0,0 0 0,0 0 0,-1 0 0,1 0 0,0-6 0,0 1 0,-1 1 0,0-1 0,-1 1 0,1-1 0,-1 1 0,-4-12 0,4 13 0,-1 0 0,0 0 0,0 0 0,-1 0 0,0 1 0,0-1 0,0 1 0,0 0 0,-1 0 0,0 0 0,0 0 0,-1 1 0,1-1 0,-1 1 0,0 0 0,0 1 0,0-1 0,-1 1 0,1 0 0,-1 0 0,0 1 0,1 0 0,-1 0 0,0 0 0,-1 0 0,1 1 0,0 0 0,-10 0 0,6 1-273,1-1 0,-1 1 0,1 1 0,-12 2 0,8 0-6553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0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24575,'46'48'0,"-15"-15"0,49 40 0,-68-63 0,0-2 0,17 10 0,-26-16 0,0-1 0,-1 1 0,1-1 0,0 0 0,1 0 0,-1 0 0,0 0 0,0-1 0,0 1 0,0-1 0,1 0 0,-1 1 0,0-2 0,0 1 0,1 0 0,-1-1 0,4 0 0,-6 0 0,1 0 0,-1 0 0,0 0 0,1 0 0,-1 0 0,0 0 0,0 0 0,0 0 0,0 0 0,0 0 0,0-1 0,0 1 0,0 0 0,-1-1 0,1 1 0,0-1 0,-1 1 0,1-1 0,-1 1 0,0-1 0,1-2 0,0-5 0,0 1 0,-2-16 0,1 14 0,-1-13 0,-1 0 0,-1 0 0,-12-41 0,15 64 0,0 0 0,0 0 0,0-1 0,0 1 0,0 0 0,-1 0 0,1 0 0,0-1 0,0 1 0,0 0 0,0 0 0,0-1 0,0 1 0,0 0 0,0 0 0,0 0 0,0-1 0,0 1 0,0 0 0,0 0 0,0-1 0,0 1 0,0 0 0,0 0 0,0 0 0,0-1 0,0 1 0,0 0 0,0 0 0,1 0 0,-1-1 0,0 1 0,0 0 0,0 0 0,1-1 0,6 8 0,15 24 0,-15-21 0,1 1 0,1-1 0,0 1 0,0-2 0,1 1 0,16 10 0,-21-17 0,-1 0 0,1 0 0,1 0 0,-1-1 0,0 0 0,11 3 0,-13-5 0,0 1 0,0-1 0,0 1 0,1-1 0,-1 0 0,0-1 0,0 1 0,0 0 0,0-1 0,0 0 0,0 0 0,0 1 0,4-3 0,-4 1 0,0 0 0,-1 0 0,1 0 0,-1-1 0,1 1 0,-1 0 0,0-1 0,0 0 0,0 1 0,0-1 0,-1 0 0,1 0 0,1-5 0,-1 3 0,1 1 0,-1-1 0,1 0 0,4-4 0,-6 8 0,0 0 0,1-1 0,-1 1 0,1 0 0,-1 0 0,1 0 0,-1 0 0,1 0 0,0 0 0,0 0 0,-1 1 0,1-1 0,0 0 0,0 1 0,3-1 0,-1 1 0,-1 0 0,1 1 0,0-1 0,-1 1 0,1-1 0,0 1 0,-1 1 0,1-1 0,-1 0 0,1 1 0,5 3 0,2 2 0,0 0 0,10 9 0,-9-6-341,1 0 0,0-1-1,24 11 1,-28-15-6485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306 129 24575,'-64'-37'0,"-105"-45"0,165 80 0,-1 0 0,1 1 0,-1 0 0,1 0 0,0 0 0,-10-1 0,13 2 0,0 0 0,-1 1 0,1-1 0,0 0 0,0 0 0,0 1 0,-1-1 0,1 1 0,0-1 0,0 1 0,0-1 0,0 1 0,0 0 0,0 0 0,0-1 0,0 1 0,0 0 0,0 0 0,0 0 0,1 0 0,-1 0 0,0 0 0,0 0 0,1 0 0,-1 1 0,1-1 0,-1 0 0,0 3 0,0 2 0,0 1 0,0 0 0,0 0 0,1 0 0,0 1 0,0-1 0,0 0 0,1 0 0,0 0 0,1-1 0,0 1 0,4 10 0,-1-3 0,1 0 0,1-1 0,0 0 0,0 0 0,10 11 0,-9-14 0,0-1 0,1-1 0,-1 0 0,2 0 0,11 8 0,-16-12 0,1-1 0,0 1 0,0-1 0,0 0 0,0-1 0,0 0 0,0 0 0,1 0 0,-1-1 0,1 0 0,6 1 0,-10-2 0,-1 0 0,0 0 0,0-1 0,1 1 0,-1-1 0,0 1 0,0-1 0,0 0 0,0 0 0,0 0 0,0 0 0,0 0 0,0 0 0,0 0 0,0-1 0,2-1 0,-2 0 0,1 0 0,-1 0 0,1 0 0,-1 0 0,0-1 0,0 1 0,0-1 0,1-5 0,1-3 0,-1 1 0,-1-1 0,0 1 0,-1-1 0,1-14 0,-3-1 0,0 19 0,1 0 0,0 0 0,0 0 0,3-15 0,-3 23 0,0-1 0,0 1 0,0 0 0,0 0 0,0 0 0,0-1 0,0 1 0,0 0 0,0 0 0,0 0 0,0-1 0,0 1 0,1 0 0,-1 0 0,0 0 0,0-1 0,0 1 0,0 0 0,0 0 0,0 0 0,1 0 0,-1 0 0,0-1 0,0 1 0,0 0 0,0 0 0,1 0 0,-1 0 0,0 0 0,0 0 0,0 0 0,1 0 0,-1 0 0,0-1 0,0 1 0,0 0 0,1 0 0,-1 0 0,0 0 0,7 8 0,3 14 0,-10-21 0,10 25 0,20 46 0,-25-61 0,0 0 0,1-1 0,1 0 0,9 13 0,-4-11-1365,-1-3-5461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24575,'5'15'0,"4"7"0,0 3 0,2-2 0,-2-1 0,1-2 0,-2-2 0,0-2 0,-1-3-8191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1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24575,'0'10'0,"0"5"0,0 3 0,-3 1 0,0 0 0,0-4-8191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2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24575,'1'3'0,"-1"-1"0,1 1 0,-1 0 0,1-1 0,0 1 0,0-1 0,0 0 0,0 1 0,1-1 0,-1 0 0,1 1 0,2 2 0,-1-1 0,1 0 0,-1-1 0,1 0 0,0 0 0,-1 0 0,6 3 0,-8-5 0,0 0 0,1 0 0,-1-1 0,1 1 0,-1 0 0,1-1 0,0 1 0,-1-1 0,1 1 0,-1-1 0,1 0 0,0 0 0,-1 0 0,1 0 0,0 0 0,-1 0 0,1 0 0,0 0 0,-1-1 0,1 1 0,0-1 0,-1 1 0,1-1 0,-1 0 0,3-1 0,0-1 0,0-1 0,0 1 0,-1-1 0,0 0 0,0 0 0,5-8 0,-5 7 0,1-1 0,-1 2 0,1-1 0,7-6 0,-10 10 0,0 0 0,0 0 0,0 0 0,1 1 0,-1-1 0,0 0 0,1 1 0,-1-1 0,0 1 0,1 0 0,-1-1 0,1 1 0,-1 0 0,1 0 0,-1 0 0,0 0 0,3 0 0,-1 1 0,0 0 0,0-1 0,0 1 0,0 1 0,0-1 0,0 0 0,5 3 0,-1 1 0,0 1 0,0-1 0,-1 1 0,12 13 0,-7-7-106,-7-7-51,0 0 0,1 0-1,-2 0 1,1 1-1,0-1 1,-1 1-1,3 8 1,-3-3-6669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8:22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64 24575,'-5'-6'0,"2"1"0,0 0 0,0 0 0,-1 0 0,0 1 0,0-1 0,0 1 0,0 0 0,-1 1 0,1-1 0,-1 1 0,-9-5 0,13 7 0,0 1 0,1 0 0,-1 0 0,0-1 0,1 1 0,-1 0 0,0 0 0,0 0 0,1 0 0,-1 0 0,0 0 0,1 0 0,-1 0 0,0 0 0,0 0 0,1 1 0,-1-1 0,0 0 0,1 0 0,-1 1 0,0-1 0,1 0 0,-1 1 0,0-1 0,1 1 0,-1-1 0,0 1 0,0 1 0,0-1 0,0 1 0,0-1 0,1 1 0,-1-1 0,0 1 0,1 0 0,-1-1 0,1 1 0,-1 0 0,1 1 0,-1 6 0,1 0 0,0 0 0,2 13 0,-1-17 0,0 1 0,0-1 0,0 1 0,1-1 0,0 0 0,0 1 0,1-1 0,-1 0 0,1 0 0,5 6 0,2 0 0,0 0 0,18 15 0,-4-4 0,-21-20 0,0 1 0,-1 0 0,1 0 0,-1 0 0,0 0 0,0 0 0,0 0 0,0 0 0,0 1 0,-1-1 0,0 1 0,1-1 0,-1 1 0,-1 0 0,1-1 0,0 8 0,-1-9 0,0 1 0,-1 0 0,1 0 0,-1-1 0,0 1 0,0 0 0,0-1 0,0 1 0,0-1 0,0 1 0,-1-1 0,1 0 0,-1 1 0,0-1 0,1 0 0,-1 0 0,0 0 0,0 0 0,0-1 0,-1 1 0,1-1 0,0 1 0,-4 1 0,-4 2-455,0-1 0,-14 5 0,11-5-6371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9:34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15614 131 24575,'44'1'0,"0"2"0,78 16 0,-78-13 0,-44-6 0,0 0 0,-1 0 0,1 0 0,0 0 0,0 0 0,0 0 0,0 0 0,0 0 0,0 0 0,0 0 0,0 0 0,0 0 0,0 0 0,0 0 0,0 0 0,0 0 0,0 0 0,0 0 0,0 0 0,0 0 0,0 1 0,0-1 0,0 0 0,0 0 0,0 0 0,0 0 0,0 0 0,0 0 0,0 0 0,0 0 0,0 0 0,0 0 0,0 0 0,0 0 0,0 0 0,0 0 0,0 0 0,0 0 0,0 0 0,0 0 0,0 0 0,0 1 0,0-1 0,0 0 0,0 0 0,0 0 0,0 0 0,0 0 0,0 0 0,0 0 0,0 0 0,-9 4 0,-13 1 0,-27-1 0,-77-4 0,52-1 0,-380 1 0,356-7 0,0-1 0,89 8 0,-215-8 0,69 3 0,-8-2 0,-19 1 0,58 3 0,49-4 0,-24 0 0,48 4 0,-60-10 0,20 1 0,-71-3 0,-25 0 0,115 9 0,-64-2 0,-66-1 0,62 2 0,10 0 0,24 1 0,-21-3 0,-54 4 0,134 5 0,21 2 0,0 0 0,-41 11 0,5-2 0,-6 1 0,36-5 0,-1-2 0,-47 1 0,-651-6 0,610 7 0,10 0 0,-11 1 0,-1-1 0,10 0 0,-1 0 0,-275-6 0,182-2 0,63 10 0,72-4 0,-125 10 0,116-10 0,-120 5 0,-1444-11 0,1465 9 0,4-1 0,-19-8 0,-146 2 0,234 6 0,-28 0 0,-574-6 0,341-2 0,238-6 0,11-1 0,-667 7 0,380 3 0,-2206-2 0,2440 8 0,93-2 0,3-1 0,-146 5 0,-120-10 0,328 0 0,0 2 0,-18 3 0,17-2 0,-25 1 0,0-4 0,26-1-341,1 1 0,-1 0-1,-20 4 1,21-1-6485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09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44 24575,'3'0'0,"-1"1"0,-1-1 0,1 0 0,-1 0 0,1 0 0,-1 0 0,1 0 0,-1-1 0,1 1 0,-1 0 0,1-1 0,-1 1 0,1-1 0,-1 0 0,0 1 0,2-2 0,-3 1 0,0 1 0,0 0 0,0-1 0,0 1 0,0 0 0,0-1 0,0 1 0,0 0 0,0-1 0,-1 1 0,1 0 0,0-1 0,0 1 0,0 0 0,-1 0 0,1-1 0,0 1 0,0 0 0,-1 0 0,1-1 0,0 1 0,-1 0 0,1 0 0,0 0 0,-1-1 0,1 1 0,0 0 0,-1 0 0,1 0 0,-13-6 0,3 2 0,1 2 0,-1-1 0,0 2 0,-13-2 0,-16-3 0,29 4 0,0 1 0,1-1 0,-1 1 0,0 1 0,0 0 0,0 1 0,1-1 0,-1 2 0,0-1 0,1 2 0,-1-1 0,1 1 0,0 1 0,0-1 0,0 2 0,0-1 0,1 1 0,-13 10 0,17-12 0,1 0 0,0 1 0,0-1 0,0 1 0,0 0 0,1 0 0,-1 0 0,1 0 0,0 0 0,0 0 0,1 1 0,-1-1 0,1 0 0,0 1 0,0 0 0,1-1 0,-1 1 0,1 6 0,0-6 0,0 0 0,1 1 0,0-1 0,-1 0 0,2 0 0,-1 0 0,1 0 0,-1 0 0,1 0 0,1 0 0,-1 0 0,1-1 0,-1 1 0,2-1 0,5 7 0,-2-4 0,0-1 0,0-1 0,1 1 0,0-1 0,0-1 0,1 0 0,-1 0 0,1 0 0,0-1 0,11 3 0,-8-4 0,-1 0 0,1 0 0,-1-1 0,1-1 0,0 0 0,-1 0 0,24-5 0,-31 4 0,1 0 0,0-1 0,-1 1 0,1-1 0,-1 0 0,1-1 0,-1 1 0,0-1 0,0 0 0,0 0 0,0 0 0,0 0 0,-1-1 0,0 1 0,1-1 0,-1 0 0,-1 0 0,1 0 0,-1-1 0,1 1 0,-1-1 0,2-7 0,1-3 0,-2 1 0,0-1 0,-1 0 0,0 0 0,-1 0 0,-1-17 0,0 32 0,-1-1 0,1 1 0,0 0 0,0-1 0,0 1 0,0 0 0,0 0 0,0-1 0,0 1 0,0 0 0,0 0 0,0-1 0,0 1 0,0 0 0,0-1 0,0 1 0,0 0 0,0 0 0,0-1 0,1 1 0,-1 0 0,0 0 0,0-1 0,0 1 0,0 0 0,0 0 0,1-1 0,-1 1 0,0 0 0,0 0 0,0 0 0,1 0 0,-1-1 0,1 1 0,6 8 0,10 25 0,-13-27 0,17 28 22,-16-26-253,0-1 0,0 1-1,-1-1 1,0 1 0,5 15 0,-7-13-6595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0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24575,'2'8'0,"1"0"0,0 0 0,6 14 0,2 2 0,30 100 0,5 10 0,-40-114 0,0-4 0,9 36 0,-15-51-23,0-1 0,0 0 0,0 0 0,0 0 0,-1 0-1,1 0 1,0 0 0,0 0 0,0 0 0,0 0 0,0 0 0,0 0-1,0 0 1,0 0 0,0 0 0,0 0 0,-1 0 0,1 0 0,0 0-1,0 0 1,0 0 0,0 0 0,0 0 0,0 0 0,0-1 0,0 1-1,0 0 1,0 0 0,0 0 0,-1 0 0,1 0 0,0 0 0,0 0-1,0 0 1,0 0 0,0 0 0,0 0 0,0 0 0,0 0 0,0-1 0,0 1-1,0 0 1,0 0 0,0 0 0,0 0 0,0 0 0,0 0 0,0 0-1,0 0 1,0 0 0,0 0 0,0-1 0,0 1 0,0 0 0,0 0-1,0 0 1,0 0 0,0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0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4 24575,'-2'-1'0,"0"1"0,0-1 0,0 1 0,0-1 0,-1 1 0,1 0 0,0-1 0,0 1 0,0 0 0,-1 1 0,1-1 0,0 0 0,0 1 0,0-1 0,-1 1 0,1-1 0,0 1 0,0 0 0,0 0 0,0 0 0,0 0 0,1 1 0,-1-1 0,0 0 0,0 1 0,1-1 0,-1 1 0,1 0 0,-1-1 0,-1 3 0,0 3 0,-1-1 0,1 1 0,0 0 0,0-1 0,1 1 0,0 1 0,-2 11 0,2-9 0,1-7 0,1 0 0,-1 0 0,1 0 0,0-1 0,0 1 0,0 0 0,0 4 0,1-6 0,-1 0 0,1 1 0,-1-1 0,1 0 0,0 1 0,-1-1 0,1 0 0,0 0 0,0 0 0,0 0 0,0 0 0,0 0 0,0 0 0,0 0 0,1 0 0,-1 0 0,0 0 0,2 0 0,10 5 0,1-1 0,0 0 0,-1-2 0,2 1 0,27 2 0,-11-1 0,15 4 33,28 5-1431,-61-13-5428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4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26 24575,'0'-2'0,"-1"0"0,1 0 0,0 0 0,-1 0 0,1 0 0,-1 1 0,0-1 0,0 0 0,1 0 0,-1 0 0,-2-2 0,3 4 0,0 0 0,0 0 0,0 0 0,0 0 0,0 0 0,0 0 0,0 0 0,0 0 0,-1 0 0,1 0 0,0 0 0,0 0 0,0 0 0,0 0 0,0 0 0,0 0 0,0 0 0,0 0 0,0 0 0,0 0 0,0 0 0,0 0 0,0 0 0,0 0 0,-1 0 0,1 0 0,0 0 0,0 0 0,0 0 0,0 0 0,0 0 0,0 0 0,0 0 0,0 0 0,0 0 0,0 0 0,0 0 0,0 0 0,0 0 0,0 0 0,0 0 0,0 0 0,0 0 0,0 0 0,-1 0 0,1 0 0,0 0 0,0 0 0,0 1 0,0-1 0,0 0 0,0 0 0,0 0 0,0 0 0,0 0 0,0 0 0,0 0 0,-1 7 0,-1 7 0,4 0 0,1 1 0,0-1 0,6 16 0,-5-18 0,0-1 0,1 0 0,1 0 0,0 0 0,0-1 0,1 0 0,0 0 0,1-1 0,0 0 0,0 0 0,1-1 0,0 0 0,1 0 0,-1-1 0,2 0 0,-1-1 0,20 9 0,-21-12 0,1 1 0,0-2 0,1 1 0,-1-1 0,0-1 0,20 1 0,-26-2 0,0 0 0,0-1 0,-1 1 0,1-1 0,0 0 0,0 0 0,-1 0 0,1 0 0,-1-1 0,1 0 0,-1 1 0,0-1 0,0-1 0,1 1 0,-1 0 0,-1-1 0,1 1 0,0-1 0,-1 0 0,1 0 0,-1 0 0,3-4 0,-2 0 0,0 0 0,0-1 0,0 1 0,-1 0 0,0-1 0,0 0 0,1-15 0,-2-3 0,-2-27 0,0 26 0,1 73 0,2 45 0,0-75 0,0 0 0,0-1 0,10 30 0,52 112 0,-23-61 0,-33-76 0,0-2 0,8 29 0,-14-42 0,-1 0 0,0 0 0,-1 0 0,1-1 0,-1 1 0,0 0 0,0 0 0,0 0 0,-1 0 0,1 0 0,-3 7 0,2-10 0,0 0 0,0-1 0,0 1 0,-1 0 0,1 0 0,0-1 0,-1 1 0,1-1 0,-1 1 0,0-1 0,1 0 0,-1 1 0,0-1 0,0 0 0,0 0 0,0 0 0,0-1 0,0 1 0,0 0 0,0-1 0,0 1 0,0-1 0,-4 0 0,-3 1 0,-1 0 0,1-1 0,-19-3 0,21 2 0,0-1 0,0 0 0,0 0 0,1-1 0,-1 1 0,0-2 0,1 1 0,0-1 0,0 0 0,-7-6 0,3 2 0,0-1 0,1 0 0,0-1 0,-13-19 0,20 27 0,0-1 0,0 0 0,0 0 0,0 0 0,1 0 0,0 0 0,-1 0 0,1 0 0,0-1 0,1 1 0,-1 0 0,1-1 0,-1 1 0,1 0 0,0-1 0,0 1 0,0 0 0,1-1 0,-1 1 0,1 0 0,0-1 0,0 1 0,0 0 0,0 0 0,1 0 0,-1 0 0,1 0 0,0 0 0,-1 0 0,2 0 0,-1 1 0,0-1 0,0 1 0,1-1 0,-1 1 0,1 0 0,0 0 0,3-2 0,5-2 0,1 1 0,-1 0 0,1 1 0,-1 0 0,1 0 0,19-2 0,30-9 0,-49 10-1365,-2-1-5461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6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84 24575,'-42'-26'0,"30"17"0,0 1 0,0 1 0,-1 0 0,0 1 0,0 0 0,-1 1 0,-15-4 0,28 9 0,0 0 0,0 0 0,0 0 0,0 0 0,-1 0 0,1 0 0,0 0 0,0 0 0,0 0 0,0 0 0,0 0 0,0 1 0,0-1 0,0 0 0,0 1 0,1-1 0,-1 1 0,0-1 0,0 1 0,0 0 0,0-1 0,1 1 0,-1 0 0,0 0 0,0-1 0,1 1 0,-1 0 0,1 0 0,-1 0 0,1 0 0,-1 0 0,1 0 0,-1 0 0,1 0 0,0 0 0,0 0 0,-1 0 0,1 1 0,-1 6 0,1 0 0,-1-1 0,1 1 0,2 10 0,-1-7 0,0 34 0,-1-15 0,9 56 0,-2-49 0,-4-15 0,1-1 0,8 23 0,29 77 0,-33-97 0,5 26 0,1 6 0,-13-54 0,0 0 0,0-1 0,0 1 0,0 0 0,0 0 0,0-1 0,0 1 0,0-1 0,1 1 0,-1-1 0,1 1 0,-1-1 0,1 0 0,-1 0 0,1 0 0,0 0 0,0 0 0,0 0 0,-1 0 0,1-1 0,0 1 0,0 0 0,0-1 0,3 1 0,5 0 0,0-1 0,1 0 0,17-2 0,-6 1 0,-3 1-273,1 2 0,0 0 0,-1 1 0,33 10 0,-40-10-6553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17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24575,'1'8'0,"0"1"0,1-1 0,0 1 0,0-1 0,1 0 0,0 0 0,0 0 0,1 0 0,0-1 0,5 8 0,-5-9 0,0 0 0,1 1 0,0-2 0,0 1 0,0 0 0,0-1 0,1 0 0,0 0 0,0-1 0,0 0 0,1 0 0,10 5 0,-15-9 0,-1 1 0,1 0 0,0-1 0,0 1 0,0-1 0,0 0 0,-1 0 0,1 0 0,0 0 0,0 0 0,0 0 0,0 0 0,0 0 0,0-1 0,0 1 0,-1-1 0,1 1 0,0-1 0,0 0 0,2-1 0,-2 0 0,0 0 0,0 0 0,0 0 0,0 0 0,0 0 0,-1-1 0,1 1 0,-1-1 0,1 1 0,-1-1 0,0 1 0,1-5 0,1-5 0,0-1 0,-1 0 0,-1 0 0,1-24 0,-3 34 0,1-1 0,1 1 0,-1 0 0,0 0 0,1 0 0,0 0 0,1-4 0,-2 7 0,0-1 0,1 1 0,-1-1 0,0 0 0,1 1 0,-1-1 0,1 1 0,-1-1 0,1 1 0,-1-1 0,1 1 0,0-1 0,-1 1 0,1 0 0,-1-1 0,1 1 0,0 0 0,-1 0 0,1-1 0,0 1 0,-1 0 0,1 0 0,0 0 0,0 0 0,-1 0 0,1 0 0,0 0 0,-1 0 0,1 0 0,0 0 0,0 0 0,-1 0 0,1 1 0,0-1 0,-1 0 0,1 0 0,1 1 0,12 6 0,0 0 0,0 0 0,-1 1 0,0 1 0,21 18 0,52 61 0,-81-84-341,-2 1 0,1 0-1,4 9 1,-2-2-6485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1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15 24575,'-15'0'0,"-7"0"0,-2 0 0,-3-2 0,2-1 0,2-1 0,3 2 0,2 0 0,2 1 0,0 0 0,2 1 0,0 0 0,0 0 0,0 0 0,0 1 0,2-1-8191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24575,'1'0'0,"0"0"0,0 0 0,0 1 0,0-1 0,0 1 0,0-1 0,0 0 0,-1 1 0,1 0 0,0-1 0,0 1 0,0 0 0,-1-1 0,1 1 0,0 0 0,-1 0 0,1-1 0,0 1 0,0 2 0,11 22 0,-8-17 0,47 115 0,-19-41 0,63 173 0,-94-251-72,3 5-1221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2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0 24575,'-3'1'0,"0"-1"0,-1 1 0,1 0 0,0 0 0,0 0 0,-1 1 0,1-1 0,0 1 0,0-1 0,0 1 0,1 0 0,-1 0 0,0 0 0,1 1 0,-5 4 0,5-5 0,0 0 0,0 0 0,1 0 0,-1 0 0,1 0 0,-1 1 0,1-1 0,0 1 0,0-1 0,0 0 0,0 1 0,0 0 0,1-1 0,-1 1 0,1 0 0,0-1 0,-1 1 0,1 0 0,1-1 0,-1 5 0,1-4 0,1-1 0,-1 1 0,0-1 0,1 0 0,-1 1 0,1-1 0,0 0 0,0 0 0,0 0 0,0-1 0,0 1 0,0 0 0,0-1 0,0 1 0,1-1 0,-1 0 0,1 1 0,3 0 0,6 2 0,0 0 0,19 3 0,-26-6 0,33 4-24,0-2-1,1-1 0,41-3 1,-18 0-1243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3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24575,'20'-9'0,"77"-31"0,-87 37 0,-1 0 0,1 1 0,-1 0 0,1 1 0,0 0 0,0 0 0,0 1 0,14 2 0,-19-1 0,1 0 0,0 1 0,0 0 0,-1 0 0,1 0 0,-1 1 0,0-1 0,0 1 0,0 1 0,0-1 0,0 1 0,4 4 0,-7-6 0,1 1 0,-1-1 0,0 1 0,0-1 0,0 1 0,-1 0 0,1 0 0,-1-1 0,1 1 0,-1 0 0,0 0 0,0 1 0,0-1 0,-1 0 0,1 0 0,-1 0 0,0 1 0,0-1 0,0 0 0,0 0 0,0 0 0,-1 1 0,0 2 0,-6 18 0,3-13 0,0 0 0,1 1 0,1 0 0,0-1 0,0 1 0,1 23 0,2-22 0,1 1 0,1-1 0,0 0 0,1 0 0,10 23 0,37 61 0,-28-57 0,12 21 0,-20-36 0,0 0 0,-2 1 0,-1 1 0,9 28 0,-19-48 0,0 1 0,-1-1 0,0 0 0,0 0 0,-1 1 0,0-1 0,-1 13 0,1-18 0,0 0 0,-1 0 0,1 0 0,-1 0 0,0 0 0,1 0 0,-1 0 0,0 0 0,0-1 0,0 1 0,0 0 0,0 0 0,-1-1 0,1 1 0,-1-1 0,1 1 0,-1-1 0,1 1 0,-1-1 0,0 0 0,0 0 0,1 0 0,-1 0 0,0 0 0,0 0 0,0-1 0,0 1 0,0-1 0,0 1 0,-3-1 0,-5 1-227,0 0-1,0-1 1,0 0-1,0-1 1,-12-3-1,9 1-6598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4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0 24575,'-55'13'0,"3"-5"0,30-5 0,-37 3 0,55-6-91,0 0-15,0 0 0,1 0 0,-1 0 0,0-1-1,1 1 1,-1-1 0,0 0 0,1 0 0,-1 0-1,0 0 1,-3-2 0,-2-4-6720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34 24575,'-17'-8'0,"-9"-1"0,-1-1 0,0 5 0,4 3 0,2 4 0,2 2 0,3 3 0,1 0 0,0-1 0,1 0 0,1 0 0,1-1-8191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7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15 24575,'-1'-1'0,"0"-1"0,0 1 0,0 0 0,1 0 0,-1 0 0,0 0 0,0 0 0,-1 0 0,1 0 0,0 0 0,0 0 0,0 0 0,-2 0 0,3 1 0,0 0 0,0 0 0,0 0 0,-1 0 0,1 0 0,0 0 0,0 0 0,0 0 0,0 0 0,-1 0 0,1 0 0,0 0 0,0 0 0,0 1 0,0-1 0,0 0 0,-1 0 0,1 0 0,0 0 0,0 0 0,0 0 0,0 0 0,0 0 0,0 1 0,0-1 0,0 0 0,-1 0 0,1 0 0,0 0 0,0 0 0,0 1 0,0-1 0,0 0 0,0 0 0,0 0 0,0 14 0,8 22 0,23 62 0,-25-82 0,54 146 0,10 31 0,-66-181 0,-1-1 0,0-1 0,7 12 0,-10-22-20,0 0-1,0 0 1,0-1 0,0 1-1,0 0 1,0 0 0,0 0-1,0-1 1,0 1-1,0 0 1,0 0 0,1 0-1,-1-1 1,0 1 0,0 0-1,0 0 1,0 0-1,0-1 1,0 1 0,1 0-1,-1 0 1,0 0 0,0 0-1,0 0 1,0 0-1,1-1 1,-1 1 0,0 0-1,0 0 1,0 0 0,1 0-1,-1 0 1,0 0-1,0 0 1,1 0 0,-1 0-1,0 0 1,0 0-1,0 0 1,1 0 0,-1 0-1,0 0 1,0 0 0,0 0-1,1 0 1,-1 0-1,0 0 1,0 0 0,0 0-1,1 1 1,-1-1 0,0 0-1,0 0 1,0 0-1,0 0 1,1 0 0,-1 1-1,0-1 1,0 0 0,0 0-1,0 0 1,0 0-1,1 1 1,-1-1 0,0 0-1,0 1 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7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24575,'22'-6'0,"1"1"0,-1 1 0,29-1 0,-9 1 0,23 1 0,-42 2 0,33-3 0,-53 3 15,1 0 0,-1 1 0,0-1 0,0 0 0,0-1 0,0 1 0,4-3 0,-6 3-74,0 1-1,0-1 1,0 0-1,0 0 1,0 1 0,-1-1-1,1 0 1,0 0-1,0 0 1,-1 0 0,1 0-1,-1 0 1,1 0-1,-1 0 1,1 0 0,-1 0-1,0-1 1,0 1-1,1 0 1,-1 0 0,0 0-1,0 0 1,0-1-1,0 0 1,-2-6-6767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8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24575,'20'47'0,"16"39"0,82 184 0,-13-70-1365,-100-191-5461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29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42 24575,'0'-5'0,"0"2"0,0 0 0,0 1 0,0-1 0,0 0 0,-1 0 0,1 1 0,-1-1 0,1 0 0,-1 1 0,-2-5 0,3 7 0,0-1 0,0 1 0,-1 0 0,1 0 0,0 0 0,0-1 0,0 1 0,-1 0 0,1 0 0,0 0 0,0 0 0,0 0 0,-1 0 0,1-1 0,0 1 0,0 0 0,-1 0 0,1 0 0,0 0 0,0 0 0,-1 0 0,1 0 0,0 0 0,0 0 0,-1 0 0,1 0 0,0 0 0,0 0 0,-1 0 0,1 0 0,0 0 0,0 1 0,0-1 0,-1 0 0,1 0 0,0 0 0,0 0 0,-1 0 0,1 1 0,0-1 0,0 0 0,0 0 0,0 0 0,-1 1 0,-8 9 0,8-8 0,-15 19 0,1 1 0,1 0 0,1 1 0,2 0 0,-16 43 0,21-49 0,2-1 0,0 1 0,1 1 0,1-1 0,0 0 0,1 1 0,1-1 0,1 1 0,4 27 0,2-13 0,2-1 0,0 1 0,2-1 0,2-1 0,0 0 0,2-1 0,31 44 0,-27-45 0,44 48 0,-48-61 0,0-1 0,1 0 0,1-1 0,24 14 0,-38-25-72,31 16 273,-31-17-337,0 0 1,-1 0-1,1 0 0,0-1 0,0 1 0,0-1 0,-1 1 1,1-1-1,0 0 0,5-1 0,1-1-6690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0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34 180 24575,'19'-4'0,"0"0"0,0-1 0,-1-1 0,0-1 0,0 0 0,17-10 0,-32 15 0,0-1 0,1 1 0,-1-1 0,0 1 0,0-1 0,-1 0 0,1 0 0,0-1 0,-1 1 0,0 0 0,3-7 0,-4 8 0,0 0 0,-1 0 0,1 0 0,-1 0 0,1 0 0,-1 0 0,0 0 0,0 0 0,0 0 0,0 0 0,0 0 0,-1 0 0,1 0 0,0 0 0,-1 0 0,0 0 0,1 0 0,-1 0 0,0 0 0,0 0 0,0 1 0,0-1 0,0 0 0,-3-2 0,0 0 0,1 0 0,-1 0 0,0 1 0,-1-1 0,1 1 0,0 0 0,-7-3 0,8 5 0,0 0 0,1 0 0,-1 0 0,1 0 0,-1 1 0,0-1 0,0 1 0,1-1 0,-1 1 0,0 0 0,0 0 0,1 1 0,-1-1 0,0 0 0,-4 2 0,-11 4 0,-20 11 0,32-14 0,0 0 0,1 1 0,-1-1 0,1 1 0,0 0 0,-10 10 0,13-10 0,0-1 0,0 1 0,1 0 0,-1-1 0,1 1 0,-1 0 0,1 0 0,0 0 0,1 0 0,-1 0 0,1 0 0,0 8 0,0 0 0,1 0 0,4 25 0,-4-31 0,1 0 0,-1 0 0,1 0 0,1-1 0,-1 1 0,1 0 0,0-1 0,0 0 0,0 0 0,1 0 0,-1 0 0,1 0 0,1-1 0,-1 0 0,1 1 0,-1-2 0,1 1 0,0-1 0,1 1 0,-1-1 0,0-1 0,1 1 0,9 2 0,17 4 0,0-1 0,63 5 0,-86-12 24,0 0 0,0-2 0,1 1 0,14-3 0,-20 2-159,1 0 0,0-1 0,-1 1 0,0-1 0,1 0 0,-1 0 0,0 0 0,0 0 0,0-1 0,6-5 0,-1-2-6691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24575,'27'34'0,"-1"1"0,-2 1 0,21 42 0,83 184 0,-127-261 0,0 0 0,-1 1 0,1-1 0,-1 0 0,1 0 0,-1 1 0,0-1 0,0 0 0,1 1 0,-1-1 0,0 2 0,0-2 0,0 0 0,-1-1 0,1 1 0,0-1 0,0 1 0,0-1 0,-1 1 0,1-1 0,0 1 0,-1-1 0,1 1 0,0-1 0,-1 1 0,1-1 0,-1 1 0,1-1 0,0 1 0,-2-1 0,0 2 0,-1-1 0,1 0 0,-1-1 0,0 1 0,1 0 0,-1-1 0,0 0 0,0 1 0,-4-1 0,-1-1 0,1 1 0,-1-1 0,1 0 0,-1-1 0,1 0 0,-1 0 0,1-1 0,0 0 0,-11-6 0,9 4 0,0 0 0,0-1 0,1-1 0,-1 0 0,2 0 0,-11-12 0,15 16 0,1 1 0,0-1 0,0 0 0,0 0 0,1 0 0,-1-1 0,1 1 0,0 0 0,0-1 0,0 1 0,0 0 0,0-1 0,1 1 0,0-1 0,0 1 0,0-1 0,0 1 0,0-1 0,0 1 0,1-1 0,0 1 0,0-1 0,0 1 0,2-4 0,-1 2 0,0 0 0,1 1 0,0-1 0,0 1 0,0-1 0,1 1 0,0 0 0,-1 1 0,1-1 0,1 1 0,-1-1 0,0 1 0,1 0 0,-1 1 0,7-3 0,33-11-1365,-31 14-5461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12 24575,'0'-5'0,"0"1"0,-2 1 0,-1 4 0,0 3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32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7 142 24575,'0'0'0,"0"0"0,-1 0 0,1 0 0,0 0 0,-1 1 0,1-1 0,0 0 0,0 0 0,-1 0 0,1 0 0,0 0 0,0 1 0,-1-1 0,1 0 0,0 0 0,0 0 0,-1 1 0,1-1 0,0 0 0,0 0 0,0 0 0,0 1 0,-1-1 0,1 0 0,0 1 0,0-1 0,0 0 0,0 0 0,0 1 0,0-1 0,0 0 0,0 1 0,0-1 0,0 0 0,0 0 0,0 1 0,0-1 0,0 0 0,0 1 0,0-1 0,0 0 0,0 1 0,0-1 0,0 0 0,0 0 0,1 1 0,-1-1 0,7 18 0,-6-16 0,7 13 0,1-1 0,1 0 0,-1 0 0,2-1 0,0 0 0,1-1 0,0-1 0,21 17 0,-17-16 0,1-2 0,-1 0 0,2 0 0,-1-2 0,1 0 0,0-1 0,23 5 0,-40-11 0,1-1 0,0 1 0,0-1 0,-1 0 0,1 1 0,0-1 0,-1 0 0,1 0 0,0 0 0,0 0 0,-1-1 0,1 1 0,0 0 0,0-1 0,-1 1 0,1-1 0,-1 0 0,1 1 0,0-1 0,-1 0 0,1 0 0,-1 0 0,0 0 0,3-2 0,-3 1 0,1-1 0,-1 1 0,1-1 0,-1 0 0,0 1 0,0-1 0,0 0 0,0 0 0,-1 0 0,1 0 0,-1 0 0,0 0 0,0-4 0,-3-70 0,1 56 0,4 20 0,1 4 0,8 8 0,-5-5 0,2 0 0,-1-1 0,1 0 0,0 0 0,0-1 0,0 0 0,1-1 0,-1 1 0,15 2 0,-11-3 0,1-1 0,0 0 0,-1-1 0,1-1 0,20-1 0,-31 1 0,1-1 0,-1 1 0,0-1 0,1 1 0,-1-1 0,0 0 0,0 0 0,1 0 0,-1 0 0,0 0 0,0 0 0,0-1 0,0 1 0,-1-1 0,1 1 0,0-1 0,1-2 0,0 1 0,-1-1 0,0 1 0,0-1 0,0 0 0,-1 0 0,1 0 0,-1 0 0,0 0 0,1-5 0,-1-2 0,0 0 0,0-1 0,-2 1 0,1 0 0,-1 0 0,-4-18 0,2 21-68,0-1 0,0 1-1,0 0 1,-1 0 0,-1 0 0,1 0-1,-1 1 1,-1 0 0,1 0 0,-1 0-1,-1 1 1,1 0 0,-1 0 0,0 0-1,0 1 1,0 0 0,-1 1 0,0-1-1,-13-4 1,8 5-6758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1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24575,'-4'-3'0,"5"8"0,7 9 0,29 36 0,3-2 0,57 54 0,-90-96 0,31 31 0,72 53 0,-102-84 0,-7-5 0,1 1 0,-1-1 0,1 0 0,0 0 0,-1 0 0,1 0 0,0 0 0,0 0 0,0 0 0,0 0 0,2 0 0,-4-1 1,0 0 0,1 0 0,-1 0 0,0-1 0,0 1 0,0 0 0,0 0 0,1 0 0,-1 0-1,0 0 1,0 0 0,0 0 0,0 0 0,1-1 0,-1 1 0,0 0 0,0 0 0,0 0 0,0 0 0,0-1 0,0 1-1,0 0 1,0 0 0,1 0 0,-1 0 0,0-1 0,0 1 0,0 0 0,0 0 0,0 0 0,0-1 0,0 1 0,0 0-1,0 0 1,0 0 0,0-1 0,0 1 0,0 0 0,0 0 0,-1 0 0,1-1 0,0 1 0,0 0 0,0 0 0,0 0-1,0 0 1,0-1 0,0 1 0,0 0 0,-1 0 0,1 0 0,0 0 0,0 0 0,0-1 0,-7-9-1417,-1-1-5410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2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3 24575,'0'-1'0,"0"1"0,-1 0 0,1 0 0,0 0 0,0 0 0,0 0 0,0-1 0,-1 1 0,1 0 0,0 0 0,0 0 0,0 0 0,-1 0 0,1 0 0,0 0 0,0 0 0,0 0 0,-1 0 0,1 0 0,0 0 0,0 0 0,0 0 0,-1 0 0,1 0 0,0 0 0,0 0 0,-1 0 0,1 0 0,0 0 0,0 0 0,0 0 0,0 1 0,-1-1 0,-5 7 0,-4 16 0,9-20 0,-11 24 0,-2-1 0,-19 30 0,-11 20 0,1 15 0,39-81-1365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3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12 24575,'-22'-4'0,"0"0"0,-38 0 0,51 4 0,0 1 0,0-1 0,0 2 0,0-1 0,1 1 0,-1 0 0,0 1 0,1 0 0,-13 6 0,19-7 0,-1-1 0,1 1 0,0 0 0,0-1 0,0 1 0,0 0 0,1 0 0,-1 0 0,0 0 0,1 0 0,0 1 0,-1-1 0,1 0 0,0 1 0,0-1 0,0 1 0,1-1 0,-1 1 0,1 0 0,-1-1 0,1 1 0,0 0 0,0-1 0,0 1 0,0-1 0,0 1 0,1 0 0,0 3 0,3 8 0,0-1 0,0 1 0,1-1 0,8 14 0,-5-10 0,18 42 0,-3 2 0,-2 0 0,-3 1 0,16 104 0,-20-102 0,-14-62 0,0-1 0,1 0 0,-1 0 0,0 0 0,1 0 0,-1 0 0,1 0 0,0 0 0,-1 0 0,1 0 0,0 0 0,-1 0 0,1 0 0,0 0 0,0 0 0,0-1 0,0 1 0,0 0 0,1 0 0,0 0 0,0 0 0,0-1 0,0 1 0,1-1 0,-1 1 0,0-1 0,0 0 0,0 0 0,0 0 0,3 0 0,5-1 0,1-1 0,-1-1 0,16-5 0,-16 5 0,116-42 0,-123 44-114,0 0 1,0 0-1,-1-1 0,1 0 0,0 1 1,-1-1-1,1 0 0,-1 0 0,1-1 1,-1 1-1,3-4 0,1-4-6712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3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0,-1 0 0,1-1 0,0 1 0,0 0 0,-1-1 0,1 1 0,0 0 0,0 1 0,12 19 0,-6-10 0,-2-3 0,5 7 0,1 0 0,0-1 0,1 0 0,14 12 0,-22-23 0,0 0 0,0 0 0,1 0 0,-1-1 0,1 1 0,-1-1 0,1 0 0,6 1 0,-7-2 0,-1 0 0,0-1 0,1 1 0,-1-1 0,0 0 0,1-1 0,-1 1 0,1 0 0,-1-1 0,0 0 0,0 1 0,1-2 0,5-1 0,-7 2 0,0-1 0,0 1 0,0-1 0,0 1 0,-1-1 0,1 0 0,0 0 0,-1 1 0,1-1 0,-1 0 0,0-1 0,1 1 0,-1 0 0,0 0 0,1-4 0,2-5 0,-1 0 0,2-13 0,-2 7 0,0 7 0,-3 6 0,1 0 0,0 0 0,0 0 0,0 0 0,1 0 0,-1 1 0,4-6 0,-4 8 0,0 0 0,0 0 0,0 0 0,0 0 0,0 1 0,0-1 0,0 0 0,0 0 0,1 1 0,-1-1 0,0 1 0,0-1 0,1 1 0,-1 0 0,0-1 0,0 1 0,1 0 0,-1 0 0,1 0 0,-1 0 0,0 0 0,1 0 0,-1 0 0,0 1 0,0-1 0,1 0 0,1 1 0,5 2 0,1 0 0,0 1 0,-1-1 0,1 2 0,7 4 0,40 30 0,-25-16 0,-12-8 0,-11-9 0,0 0 0,11 6 0,-21-15-1365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4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24575,'8'-9'0,"1"1"0,0 0 0,1 0 0,-1 1 0,14-7 0,-19 12 0,0 0 0,0 1 0,0-1 0,1 1 0,-1 0 0,0 0 0,1 0 0,-1 0 0,1 1 0,-1 0 0,0 0 0,1 0 0,-1 0 0,1 1 0,-1 0 0,0 0 0,6 1 0,3 4 0,0 0 0,0 0 0,-1 1 0,0 1 0,-1 0 0,1 0 0,-1 1 0,-1 1 0,0 0 0,0 0 0,-1 1 0,0 0 0,12 22 0,-16-24 0,-1 1 0,0 1 0,-1-1 0,0 0 0,-1 1 0,0-1 0,0 1 0,-1 0 0,-1 0 0,0 15 0,-4 6 0,-1 0 0,-10 35 0,3-18 0,11-43 0,1-1 0,-1 1 0,1 0 0,0 0 0,0-1 0,1 1 0,-1 0 0,1 0 0,0-1 0,1 1 0,0-1 0,0 1 0,0-1 0,0 0 0,1 0 0,0 0 0,5 8 0,5 3 0,1 0 0,0-1 0,25 20 0,-23-20 0,-14-14 0,-1 0 0,1 0 0,-1 1 0,0-1 0,1 0 0,-1 1 0,0-1 0,0 1 0,0 0 0,0-1 0,0 1 0,0 0 0,-1-1 0,1 1 0,-1 0 0,1 0 0,-1 0 0,1 0 0,-1 0 0,0-1 0,0 1 0,0 0 0,0 0 0,0 0 0,-1 0 0,1 0 0,-1 0 0,1-1 0,-1 1 0,1 0 0,-1 0 0,0-1 0,0 1 0,0 0 0,0-1 0,0 1 0,0-1 0,0 1 0,-1-1 0,1 0 0,-1 1 0,1-1 0,-1 0 0,1 0 0,-1 0 0,1 0 0,-1 0 0,-3 1 0,-6 2 103,0 0 0,-1-1 1,1-1-1,-23 3 0,-15-2-1611,16-3-3388,15-1 2593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5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1 221 24575,'16'0'0,"1"-1"0,-1-1 0,1 0 0,-1-1 0,0-1 0,0-1 0,0 0 0,-1 0 0,1-2 0,-1 0 0,20-14 0,-32 19 0,0 0 0,-1-1 0,1 1 0,-1-1 0,0 0 0,1 0 0,-1 1 0,0-2 0,-1 1 0,1 0 0,-1 0 0,1-1 0,-1 1 0,0 0 0,0-1 0,0 1 0,-1-1 0,1 0 0,-1-4 0,0 3 0,0 0 0,-1 0 0,1 0 0,-1 0 0,0 1 0,-1-1 0,1 0 0,-1 1 0,0-1 0,0 1 0,0-1 0,-1 1 0,-5-7 0,7 9 0,-1 0 0,0 0 0,0 1 0,0-1 0,0 1 0,0-1 0,0 1 0,-1 0 0,1-1 0,0 1 0,-1 1 0,1-1 0,-1 0 0,1 0 0,-1 1 0,1 0 0,-1-1 0,1 1 0,-4 0 0,-5 1 0,0 0 0,0 1 0,-15 4 0,-15 2 0,27-7-1365,2-1-5461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5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59 24575,'-346'0'0,"360"-1"0,23-5 0,-3 1 0,324-40 0,-423 45 0,21-1 0,-180 1 0,388 7 0,-14 1 0,-172-8 0,-254-9 0,217 4-1365,38 4-5461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6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466 29 24575,'-38'-7'0,"1"0"0,-1 0 0,-67-1 0,103 8 0,0 1 0,-1-1 0,1 0 0,0 1 0,0-1 0,-1 1 0,1 0 0,0 0 0,0 0 0,0 0 0,0 0 0,0 0 0,0 0 0,-2 3 0,3-3 0,1-1 0,-1 1 0,1-1 0,-1 1 0,1-1 0,0 1 0,-1 0 0,1-1 0,0 1 0,-1 0 0,1-1 0,0 1 0,0 0 0,0 0 0,-1-1 0,1 1 0,0 0 0,0 1 0,1-1 0,-1 0 0,0 0 0,1 0 0,-1 0 0,1 0 0,-1 0 0,1 0 0,0 0 0,-1 0 0,1 0 0,0 0 0,-1 0 0,1 0 0,0-1 0,0 1 0,1 0 0,4 3 0,0 0 0,0-1 0,0 0 0,0 0 0,1-1 0,0 0 0,-1 0 0,1 0 0,0-1 0,8 1 0,11 0 0,33-2 0,-48 0 0,0-2 0,-15-3 0,-16-3 0,-12-1 0,0 2 0,0 1 0,-1 2 0,1 1 0,-54 2 0,77 0 0,0 1 0,0 1 0,0 0 0,0 0 0,0 1 0,1 0 0,-1 0 0,0 1 0,1 0 0,0 0 0,-14 8 0,13-5-1365,1-1-5461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1 24575,'-27'0'0,"-14"0"0,-5 0 0,-1 0 0,1 0 0,7 0 0,5 0 0,5 0 0,4 2 0,3 2 0,2-1 0,1-1 0,0 0 0,2-1 0,0 0 0,2-1 0,2 0-8191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7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0 210 24575,'65'2'0,"-22"-1"0,68-6 0,-102 4 0,0-1 0,0 0 0,0 0 0,0-1 0,0 0 0,-1 0 0,12-7 0,-18 9 0,0-1 0,0 1 0,0 0 0,0-1 0,0 0 0,0 1 0,0-1 0,0 0 0,-1 0 0,1 0 0,-1 0 0,0 0 0,0-1 0,1 1 0,-1 0 0,0-1 0,-1 1 0,1 0 0,0-1 0,-1 1 0,0-1 0,1 1 0,-1-1 0,0 1 0,0-1 0,0 1 0,-1-1 0,1 1 0,0-1 0,-1 1 0,-1-3 0,0 0 0,0 0 0,0 1 0,-1-1 0,0 1 0,0-1 0,0 1 0,-1 0 0,1 1 0,-1-1 0,0 0 0,-7-4 0,-5-3 0,-30-16 0,41 24 0,0 1 0,0 0 0,-1-1 0,1 2 0,-1-1 0,1 0 0,-1 1 0,0 0 0,-6 0 0,7 2 0,0-1 0,1 1 0,-1-1 0,1 2 0,-1-1 0,1 0 0,0 1 0,-1 0 0,1 0 0,0 0 0,-7 5 0,3-2 0,0 1 0,0 0 0,0 1 0,1 0 0,0 0 0,-7 10 0,10-12 0,1 0 0,0 0 0,0 1 0,0-1 0,1 1 0,0-1 0,0 1 0,1 0 0,-1 0 0,1 0 0,0 9 0,0-7 0,1 0 0,0 0 0,1 0 0,0 0 0,0 0 0,1-1 0,3 11 0,-3-13 0,0 0 0,1 0 0,-1-1 0,1 1 0,0-1 0,1 1 0,-1-1 0,1 0 0,0 0 0,0 0 0,7 4 0,4 2 0,1 0 0,0-1 0,0-1 0,1-1 0,0-1 0,30 9 0,-12-8 0,1-1 0,51 3 0,-78-8 20,0-1 0,1 0 0,-1-1 0,1 1 0,17-6 0,-25 6-79,1-1-1,0 0 1,-1 0-1,1 0 1,-1-1 0,0 1-1,1-1 1,-1 1-1,0-1 1,0 0 0,0 0-1,0 0 1,0 0-1,0 0 1,-1 0 0,1 0-1,-1-1 1,1 1-1,-1 0 1,0-1 0,0 0-1,0 1 1,0-1-1,0-3 1,1-6-6767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76 24575,'-29'-10'0,"-15"-3"0,-5-2 0,4 2 0,4 2 0,4 4 0,7 3 0,5 2 0,2 2 0,0 0 0,2 0 0,2 1 0,-1 2 0,0 1 0,2 2 0,1 0 0,3-1-8191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24575,'1'16'0,"1"-1"0,1 1 0,0-1 0,1 0 0,9 21 0,-2-4 0,-1-3 0,1-2 0,20 38 0,37 49 0,-10-18 0,-56-94 0,-1 0 0,0 1 0,0-1 0,0 1 0,0-1 0,0 1 0,0-1 0,-1 1 0,1 5 0,-1-7 0,0 0 0,0-1 0,-1 1 0,1 0 0,0 0 0,0-1 0,-1 1 0,1 0 0,-1 0 0,1-1 0,0 1 0,-1 0 0,1-1 0,-1 1 0,1-1 0,-1 1 0,0-1 0,1 1 0,-1-1 0,0 1 0,1-1 0,-1 1 0,0-1 0,0 0 0,1 0 0,-1 1 0,0-1 0,0 0 0,1 0 0,-1 0 0,0 0 0,0 1 0,0-1 0,1-1 0,-1 1 0,-2 0 0,-6 0 0,-1-1 0,0 0 0,0-1 0,1 0 0,-1-1 0,1 0 0,-1 0 0,-15-9 0,12 5 0,0 0 0,0-2 0,1 1 0,0-2 0,-11-10 0,19 16 0,0 0 0,1 0 0,0 0 0,0 0 0,0 0 0,0-1 0,1 1 0,0-1 0,0 0 0,0 1 0,0-1 0,1 0 0,0 0 0,-1-6 0,2 8 0,0-1 0,0 0 0,0 1 0,0-1 0,1 1 0,0-1 0,0 1 0,0-1 0,0 1 0,0-1 0,0 1 0,1 0 0,0 0 0,0 0 0,0 0 0,0 0 0,0 0 0,0 0 0,1 1 0,4-5 0,11-5-195,0 0 0,1 1 0,0 1 0,1 1 0,0 1 0,21-7 0,-22 9-6631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40 24575,'-5'-13'0,"-1"0"0,-1 3 0,2 6 0,2 6 0,1 6 0,3 3 0,2 1-8191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49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24575,'3'1'0,"0"0"0,0 0 0,1 0 0,-1 1 0,0-1 0,0 1 0,0 0 0,0 0 0,-1 0 0,5 3 0,3 3 0,47 31 0,154 96 0,-208-133 0,0 0 0,0-1 0,1 1 0,-1-1 0,0 0 0,0 0 0,1 0 0,-1-1 0,6 1 0,-8-1 0,0 0 0,0 0 0,0 0 0,0-1 0,0 1 0,0 0 0,0-1 0,0 1 0,0-1 0,0 1 0,0-1 0,0 1 0,-1-1 0,1 0 0,0 1 0,0-1 0,-1 0 0,1 0 0,0 1 0,-1-1 0,1 0 0,0 0 0,-1 0 0,0 0 0,1 0 0,-1 0 0,1 0 0,-1 0 0,0 0 0,0 0 0,0 0 0,1 0 0,-1-2 0,0-6 0,0-1 0,0 1 0,-1-1 0,0 1 0,0 0 0,-1-1 0,0 1 0,-1 0 0,-7-16 0,7 17 0,3 7 0,-1 1 0,1-1 0,0 0 0,0 1 0,-1-1 0,1 0 0,0 0 0,0 1 0,0-1 0,0 0 0,0 0 0,0 1 0,0-1 0,0 0 0,0 0 0,0 0 0,1 0 0,-1 1 0,0 0 0,0 0 0,1 0 0,-1 0 0,0 0 0,0 0 0,1 0 0,-1-1 0,0 1 0,1 0 0,-1 0 0,0 0 0,0 0 0,1 0 0,-1 0 0,0 0 0,0 0 0,1 1 0,-1-1 0,0 0 0,1 0 0,-1 0 0,0 0 0,0 0 0,1 0 0,-1 0 0,0 1 0,26 17 0,-18-12 0,15 11 0,1-2 0,0-1 0,1 0 0,1-2 0,37 13 0,-60-24 0,0-1 0,0 1 0,1 0 0,-1-1 0,0 1 0,0-1 0,1 0 0,-1 0 0,0-1 0,1 1 0,-1-1 0,0 1 0,0-1 0,1 0 0,4-3 0,-6 3 0,0 0 0,0 0 0,0-1 0,0 1 0,0-1 0,0 0 0,-1 1 0,1-1 0,-1 0 0,1 0 0,-1 0 0,0 0 0,1 0 0,-1 0 0,0-1 0,0 1 0,-1 0 0,1-1 0,0 1 0,-1 0 0,1-5 0,-1-3 0,1-1 0,-2 1 0,1 0 0,-2-1 0,1 1 0,-1 0 0,-1 0 0,0 0 0,0 0 0,-1 0 0,0 1 0,-1 0 0,0 0 0,0 0 0,-1 0 0,0 1 0,0 0 0,-1 0 0,-1 1 0,1-1 0,-1 2 0,-9-8 0,13 12-151,0 0-1,0 0 0,0 0 0,0 0 1,0 0-1,-1 1 0,1 0 1,-7-2-1,-2 2-6674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24575,'4'1'0,"0"-1"0,0 1 0,0-1 0,0 1 0,0 1 0,-1-1 0,1 0 0,0 1 0,-1 0 0,1 0 0,-1 0 0,5 4 0,5 4 0,20 21 0,-13-11 0,-14-14 0,-1-1 0,1 1 0,0-1 0,0-1 0,1 1 0,7 3 0,-14-7 0,1-1 0,-1 0 0,1 0 0,-1 0 0,1 0 0,-1 1 0,0-1 0,1 0 0,-1 0 0,1 0 0,-1 0 0,1 0 0,-1 0 0,1 0 0,-1 0 0,1 0 0,-1 0 0,1 0 0,-1-1 0,0 1 0,1 0 0,-1 0 0,1 0 0,-1-1 0,1 1 0,-1 0 0,0 0 0,1-1 0,0 0 0,0 0 0,-1 0 0,1-1 0,0 1 0,-1 0 0,1 0 0,-1 0 0,1-1 0,-1 1 0,0-2 0,1-6 0,0 1 0,-1-14 0,-1 16 0,1-6 0,-1 4 0,1-1 0,0 1 0,1-1 0,2-14 0,-2 21 0,-1 0 0,1 0 0,0 0 0,-1 1 0,1-1 0,0 0 0,0 0 0,0 1 0,0-1 0,1 1 0,-1-1 0,0 1 0,1-1 0,-1 1 0,1 0 0,-1 0 0,1 0 0,-1 0 0,1 0 0,0 0 0,0 0 0,-1 0 0,1 1 0,0-1 0,0 0 0,3 1 0,1-1 0,0 1 0,0 0 0,0 0 0,0 0 0,0 1 0,0 0 0,0 1 0,0-1 0,0 1 0,-1 0 0,11 5 0,5 4 0,32 23 0,-40-25 0,12 8-85,52 37-1195,-65-45-5546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40 24575,'-4'-5'0,"-1"1"0,0-1 0,1-1 0,0 1 0,-5-10 0,25 23 0,27 30 0,-13-10 0,4 3 0,-1 2 0,-1 2 0,-2 1 0,44 70 0,-65-92 0,-1 1 0,-1 0 0,0 0 0,-1 0 0,0 1 0,-2 0 0,0 0 0,3 24 0,-4-20 0,0 3 0,-1 0 0,-1 27 0,-1-42 0,-1 0 0,0 0 0,-1 1 0,1-1 0,-2-1 0,1 1 0,-1 0 0,0 0 0,-8 12 0,4-10-136,-1 0-1,0-1 1,0 1-1,-1-2 1,0 1-1,0-2 1,-1 1-1,1-1 0,-21 10 1,21-11-6690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83 204 24575,'26'0'0,"0"-1"0,38-6 0,-34 2 0,-19 4 0,0-1 0,0 0 0,0-1 0,18-6 0,-26 8 0,0 0 0,-1-1 0,1 1 0,-1-1 0,0 1 0,1-1 0,-1 0 0,0 0 0,0 0 0,0-1 0,0 1 0,0 0 0,-1-1 0,1 1 0,-1-1 0,1 1 0,-1-1 0,0 0 0,0 1 0,0-1 0,-1 0 0,2-6 0,-2 6 0,1-1 0,-1 0 0,0 0 0,0 0 0,0 0 0,-1 0 0,1 1 0,-1-1 0,0 0 0,0 0 0,0 0 0,-1 1 0,1-1 0,-1 1 0,0-1 0,0 1 0,0 0 0,0 0 0,-1 0 0,1 0 0,-1 0 0,0 0 0,0 1 0,0-1 0,0 1 0,0 0 0,0 0 0,-1 0 0,1 0 0,-1 1 0,-3-2 0,-10-2 0,1 1 0,-1 1 0,0 0 0,0 2 0,0-1 0,0 2 0,-22 2 0,35-1 0,1 0 0,-1-1 0,1 1 0,-1 1 0,0-1 0,1 1 0,0-1 0,-1 1 0,1 0 0,0 0 0,-4 4 0,-3 2 0,1 1 0,-8 11 0,0-2 0,14-14 0,0 0 0,0 0 0,1 0 0,-1 0 0,1 1 0,0-1 0,0 1 0,1-1 0,-1 1 0,1 0 0,0-1 0,0 1 0,0 0 0,1 0 0,0 0 0,0 0 0,0 0 0,0-1 0,1 1 0,0 0 0,0 0 0,2 6 0,0-5 0,0 0 0,1 0 0,-1 0 0,1-1 0,1 1 0,-1-1 0,1 0 0,-1 0 0,1-1 0,1 1 0,-1-1 0,7 4 0,8 4 0,1 0 0,24 8 0,-28-13 0,1-2 0,-1 0 0,1 0 0,0-2 0,0 0 0,0-1 0,0-1 0,0-1 0,24-2 0,-34 1-227,0 0-1,0-1 1,0 0-1,0-1 1,9-3-1,-9 1-6598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 24575,'-29'2'0,"-13"4"0,-1 0 0,4 0 0,4 1 0,6-1 0,4-1 0,3 1 0,1-1 0,3-1 0,-1-1 0,1-1 0,0-2 0,2 1 0,0-1 0,3-1-8191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24575,'6'42'0,"2"-1"0,2-1 0,1 1 0,23 53 0,-5-32 0,2-1 0,55 79 0,-81-133 0,15 24 0,-20-29 0,1 0 0,0 0 0,0-1 0,0 1 0,-1 0 0,1 0 0,-1 0 0,0 0 0,1 0 0,-1 0 0,0 0 0,0 0 0,0 0 0,0 0 0,-1 2 0,0-3 0,1 0 0,-1 0 0,0 1 0,0-1 0,1 0 0,-1-1 0,0 1 0,0 0 0,0 0 0,0 0 0,0 0 0,0-1 0,0 1 0,0-1 0,0 1 0,-1 0 0,1-1 0,0 0 0,0 1 0,0-1 0,-1 0 0,1 0 0,-2 1 0,-32-1 0,34 0 0,-16-3 0,1 0 0,0-1 0,0-1 0,0 0 0,-14-8 0,16 8 0,1 0 0,0-1 0,0 0 0,1 0 0,0-1 0,0-1 0,1 0 0,-19-17 0,29 23 0,-1 1 0,1 0 0,-1-1 0,1 0 0,0 1 0,0-1 0,0 0 0,0 1 0,0-1 0,0 0 0,0 0 0,1 0 0,-1 0 0,1 0 0,-1 0 0,1 0 0,0 0 0,0 0 0,-1 0 0,2 0 0,-1 0 0,0 0 0,0 0 0,1 0 0,-1 0 0,1 0 0,-1 0 0,1 0 0,0 0 0,0 0 0,0 0 0,0 1 0,0-1 0,0 0 0,0 1 0,1-1 0,-1 1 0,3-3 0,4-2 0,-1 0 0,2 1 0,-1 0 0,0 0 0,1 0 0,14-4 0,53-20-1365,-64 24-5461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8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24575,'0'-12'0,"2"-2"0,4 2 0,0 5 0,2 9 0,2 6 0,-1 5 0,-1 2 0,-3-1-8191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0:59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24575,'1'10'0,"0"0"0,0 0 0,1-1 0,0 1 0,0 0 0,1-1 0,1 1 0,-1-1 0,2 0 0,-1 0 0,1-1 0,9 12 0,-3-5 0,2 0 0,0-2 0,0 1 0,1-2 0,25 18 0,-30-24 0,0 0 0,1-1 0,-1-1 0,1 1 0,18 4 0,-24-7 0,-1-1 0,0-1 0,1 1 0,-1 0 0,1-1 0,-1 0 0,1 0 0,-1 0 0,1 0 0,-1 0 0,1-1 0,-1 0 0,1 1 0,-1-1 0,1 0 0,-1-1 0,0 1 0,0-1 0,0 1 0,0-1 0,3-2 0,-4 1 0,0 0 0,0 1 0,0-1 0,0 0 0,-1 0 0,1 0 0,-1 0 0,0 0 0,0-1 0,0 1 0,0 0 0,-1 0 0,0-1 0,1 1 0,-1 0 0,0-1 0,-1-5 0,3-23 0,-2 31 0,1 1 0,-1-1 0,0 1 0,0 0 0,0-1 0,1 1 0,-1-1 0,0 1 0,1-1 0,-1 1 0,0 0 0,1-1 0,-1 1 0,0 0 0,1-1 0,-1 1 0,1 0 0,-1 0 0,0-1 0,1 1 0,-1 0 0,1 0 0,-1 0 0,1 0 0,-1-1 0,1 1 0,-1 0 0,1 0 0,-1 0 0,1 0 0,-1 0 0,1 0 0,-1 0 0,1 0 0,-1 1 0,2-1 0,22 8 0,-12-3 0,-2-3 0,1 0 0,-1 0 0,1-1 0,18-1 0,-25 0 0,0 0 0,0-1 0,0 1 0,0-1 0,0 0 0,0 0 0,0 0 0,0-1 0,0 0 0,-1 1 0,1-1 0,-1 0 0,1-1 0,-1 1 0,5-5 0,-6 5 0,-1-1 0,1 0 0,0 0 0,-1 0 0,0-1 0,1 1 0,-1 0 0,-1-1 0,1 1 0,0 0 0,-1-1 0,0 1 0,0-1 0,0-3 0,0-6 0,-1 0 0,-4-17 0,4 24-68,-1 0 0,0 0-1,0 0 1,0 0 0,-1 0 0,0 0-1,0 1 1,-1-1 0,1 1 0,-1 0-1,0 0 1,-1 0 0,1 1 0,-1-1-1,0 1 1,0 0 0,0 0 0,0 1-1,-11-5 1,3 2-6758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17 24575,'0'-1'0,"0"0"0,0 1 0,0-1 0,0 0 0,0 0 0,0 1 0,0-1 0,0 0 0,0 0 0,0 0 0,0 1 0,-1-1 0,1 0 0,0 1 0,-1-1 0,1 0 0,0 1 0,-1-1 0,1 0 0,-1 0 0,0 1 0,1 0 0,-1 0 0,1 0 0,-1 0 0,1 0 0,-1 0 0,1 1 0,0-1 0,-1 0 0,1 0 0,-1 0 0,1 1 0,-1-1 0,1 0 0,0 0 0,-1 1 0,1-1 0,0 0 0,-1 1 0,1-1 0,0 1 0,0-1 0,-1 1 0,-3 4 0,0 1 0,1 0 0,-4 7 0,-1 9 0,1 0 0,0 1 0,2 0 0,-5 35 0,7-16 0,2 69 0,2-93 0,1 0 0,0-1 0,1 0 0,1 0 0,1 0 0,0 0 0,1-1 0,1 1 0,1-2 0,0 1 0,1-1 0,1 0 0,0-1 0,1 0 0,0-1 0,1 0 0,1 0 0,14 10 0,-17-15 24,0-1 0,0 0 0,0-1 0,18 8 0,-26-13-79,1 0 0,-1 0 0,1 0 0,-1 0 0,1-1 0,0 1 0,-1-1 0,1 0 0,-1 1 0,1-1 0,0 0 0,-1-1 0,1 1 0,0 0 0,-1-1 0,1 1 0,-1-1 0,1 0 0,-1 0 0,1 0 0,-1 0 0,1-1 0,-1 1 0,0 0 0,0-1 0,4-3 0,1-3-6771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7 24575,'0'0'0,"0"0"0,-1 0 0,1 0 0,0 1 0,0-1 0,-1 0 0,1 0 0,0 0 0,-1 0 0,1 0 0,0 0 0,0 0 0,-1 1 0,1-1 0,0 0 0,0 0 0,0 0 0,-1 1 0,1-1 0,0 0 0,0 0 0,0 1 0,-1-1 0,1 0 0,0 0 0,0 1 0,0-1 0,0 0 0,0 0 0,0 1 0,0-1 0,0 0 0,0 1 0,0-1 0,0 0 0,0 1 0,0-1 0,0 0 0,0 0 0,0 1 0,0-1 0,0 0 0,0 1 0,0-1 0,0 0 0,0 0 0,1 1 0,-1-1 0,0 0 0,0 1 0,9 15 0,-9-15 0,8 10 0,0 1 0,1-2 0,0 1 0,1-2 0,0 1 0,1-1 0,0 0 0,0-1 0,1-1 0,14 8 0,-16-9 0,0-1 0,0 0 0,0-1 0,1 0 0,14 4 0,-23-7 0,0-1 0,0 0 0,-1 1 0,1-1 0,0 0 0,0 0 0,0 0 0,0 0 0,-1 0 0,1 0 0,0-1 0,0 1 0,0 0 0,-1-1 0,1 0 0,0 1 0,0-1 0,-1 0 0,1 0 0,-1 0 0,1 0 0,-1 0 0,1 0 0,-1-1 0,0 1 0,1 0 0,-1-1 0,0 1 0,0-1 0,0 1 0,0-1 0,0 1 0,0-1 0,-1 0 0,1 1 0,-1-1 0,1 0 0,-1 0 0,1 0 0,-1 1 0,0-4 0,1-8 0,0-1 0,-2 1 0,1 0 0,-6-27 0,2 15 0,4 24 0,0 1 0,-1-1 0,1 0 0,0 0 0,0 1 0,0-1 0,0 0 0,0 0 0,0 1 0,0-1 0,0 0 0,1 0 0,-1 1 0,0-1 0,0 0 0,1 1 0,-1-1 0,0 0 0,1 1 0,-1-1 0,0 0 0,1 1 0,-1-1 0,1 1 0,0-2 0,0 2 0,0-1 0,0 1 0,0 0 0,0 0 0,1-1 0,-1 1 0,0 0 0,0 0 0,0 0 0,0 0 0,0 1 0,0-1 0,0 0 0,0 0 0,2 1 0,3 2 0,0-1 0,0 1 0,0 0 0,9 7 0,49 44 0,-46-38 0,0 0 0,0-1 0,1-2 0,36 20 0,-41-27-1365,-2-2-5461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75 24575,'-27'-13'0,"-11"-3"0,-5 1 0,4 2 0,5 4 0,6 4 0,5 2 0,5 4 0,0 2 0,0 1 0,4-1-8191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1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24575,'12'21'0,"-1"0"0,-1 1 0,-1 0 0,7 26 0,-1-6 0,-9-23 0,69 201 0,-63-180 0,3 0 0,1 0 0,25 43 0,-37-77-1365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2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24575,'-9'0'0,"0"0"0,0 1 0,0 0 0,0 0 0,0 1 0,1 0 0,-1 1 0,1 0 0,-13 6 0,9-3 0,5-3 0,0 0 0,0 1 0,1 0 0,-1 0 0,-11 10 0,17-13 0,0 0 0,0 0 0,0 1 0,0-1 0,0 1 0,0-1 0,0 1 0,0-1 0,1 1 0,-1-1 0,1 1 0,-1 0 0,1-1 0,0 1 0,-1 0 0,1-1 0,0 1 0,0 0 0,0-1 0,0 1 0,1 0 0,-1 0 0,0-1 0,1 1 0,-1-1 0,1 1 0,-1 0 0,1-1 0,0 1 0,0-1 0,0 1 0,0-1 0,1 2 0,1 1 0,0 0 0,1 0 0,0-1 0,0 0 0,0 1 0,0-1 0,0 0 0,0-1 0,1 1 0,0-1 0,-1 0 0,9 2 0,7 2 0,34 6 0,-48-11 0,88 13 23,-47-8-717,64 16 0,-94-17-6132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3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24575,'24'6'0,"0"1"0,-1 2 0,1 0 0,42 24 0,-54-25 0,-1 0 0,1 0 0,-1 1 0,-1 0 0,0 1 0,0 0 0,-1 1 0,0 0 0,-1 1 0,9 15 0,2 10 0,-2 0 0,-2 2 0,-1 0 0,-2 0 0,-2 1 0,-1 0 0,3 47 0,-11-73-341,-1 1 0,-1 0-1,-2 17 1,0-12-6485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8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868 59 24575,'3'-4'0,"0"-1"0,1 1 0,0-1 0,0 1 0,0 1 0,0-1 0,0 0 0,1 1 0,0 0 0,-1 0 0,1 0 0,0 1 0,1 0 0,-1 0 0,0 0 0,1 0 0,-1 1 0,1 0 0,7-1 0,-12 2 0,0 0 0,-1 0 0,1 0 0,-1 0 0,1 0 0,-1 0 0,1 0 0,-1 0 0,1 1 0,-1-1 0,1 0 0,0 0 0,-1 0 0,1 0 0,-1 1 0,0-1 0,1 0 0,-1 1 0,2 0 0,-2-1 0,-1 0 0,1 0 0,0 1 0,0-1 0,0 0 0,0 1 0,0-1 0,0 0 0,-1 1 0,1-1 0,0 0 0,0 0 0,0 1 0,-1-1 0,1 0 0,0 0 0,0 0 0,0 1 0,-1-1 0,1 0 0,0 0 0,-1 0 0,1 1 0,-23 9 0,-39 4 0,-101 11 0,72-13 0,-117 16 0,-60 8 0,219-27 0,-49 7 0,97-16 0,0 0 0,1 0 0,-1 0 0,0 0 0,0 0 0,1 0 0,-1 0 0,0 1 0,0-1 0,1 0 0,-1 0 0,0 1 0,1-1 0,-1 0 0,0 1 0,1 0 0,0-1 0,0 0 0,0 0 0,0 1 0,0-1 0,0 0 0,0 0 0,0 1 0,1-1 0,-1 0 0,0 0 0,0 1 0,0-1 0,0 0 0,1 0 0,-1 0 0,0 0 0,0 1 0,1-1 0,-1 0 0,0 0 0,0 0 0,0 0 0,1 0 0,-1 0 0,1 0 0,23 8 0,162 24 0,-97-19 0,-57-7 0,305 63 0,-325-66 0,-1 1 0,-1 0 0,1 0 0,-1 2 0,1-1 0,-1 1 0,12 9 0,-20-13 0,0 0 0,1 1 0,-1-1 0,0 0 0,0 1 0,0-1 0,0 1 0,-1-1 0,1 1 0,-1 0 0,0 0 0,1 0 0,-1 0 0,0 0 0,-1 0 0,1 0 0,-1 0 0,1 0 0,-1 0 0,0 0 0,0 0 0,0 1 0,0-1 0,-1 0 0,1 0 0,-1 0 0,0 0 0,0 0 0,0 0 0,0 0 0,-3 4 0,-3 4 0,0 0 0,-1 0 0,0-1 0,0 0 0,-1-1 0,-1 0 0,1 0 0,-16 10 0,-92 54 0,113-71 0,-42 22 0,-2-3 0,-95 30 0,132-48 0,-14 5 0,-30 13 0,49-18 0,0 1 0,-1-1 0,1 1 0,1 0 0,-1 0 0,0 0 0,1 1 0,0 0 0,-8 10 0,12-14 0,0 0 0,0 1 0,0-1 0,0 1 0,1-1 0,-1 1 0,0 0 0,1-1 0,-1 1 0,1 0 0,-1-1 0,1 1 0,0 0 0,0 0 0,0-1 0,0 1 0,0 0 0,0 0 0,0-1 0,1 1 0,-1 0 0,0-1 0,1 1 0,0 0 0,-1-1 0,1 1 0,0 0 0,0-1 0,0 1 0,0-1 0,0 0 0,0 1 0,0-1 0,0 0 0,1 0 0,-1 0 0,3 2 0,1 1 0,1-1 0,0 1 0,0-1 0,0 0 0,1-1 0,-1 1 0,1-1 0,9 1 0,12 1 0,1-1 0,54-3 0,58-12 0,-126 10 0,126-19 0,177-48 0,-291 62-682,30-3-1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09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24575,'-1'0'0,"1"0"0,-1 0 0,1 1 0,-1-1 0,1 0 0,-1 0 0,1 1 0,-1-1 0,1 0 0,0 1 0,-1-1 0,1 0 0,-1 1 0,1-1 0,0 0 0,-1 1 0,1-1 0,0 1 0,-1-1 0,1 1 0,0-1 0,0 1 0,0-1 0,-1 1 0,1-1 0,0 1 0,0 0 0,-3 17 0,3-16 0,-2 24 0,2-1 0,1 1 0,1-1 0,1 1 0,1-1 0,1 0 0,17 46 0,4-4 0,54 97 0,-37-69-1365,-36-81-5461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24575,'-35'19'0,"7"-5"0,0 2 0,1 1 0,-35 28 0,59-43 0,1 1 0,0-1 0,0 0 0,0 1 0,0-1 0,0 1 0,0-1 0,1 1 0,-1 0 0,1 0 0,0 0 0,0 0 0,0 0 0,-1 6 0,2-7 0,0 0 0,0 0 0,0 0 0,0 0 0,0-1 0,1 1 0,-1 0 0,1 0 0,-1 0 0,1 0 0,0-1 0,0 1 0,0 0 0,0-1 0,0 1 0,0-1 0,0 1 0,0-1 0,1 1 0,-1-1 0,0 0 0,1 1 0,0-1 0,-1 0 0,3 1 0,5 2 0,1 0 0,-1-1 0,1 0 0,-1-1 0,1 0 0,0-1 0,16 1 0,4 1 0,-24-2 0,71 7 0,-66-8 0,0 0 0,-1 0 0,1-1 0,0-1 0,11-2 0,-21 3 12,1 1 0,0-1 0,0 1 0,-1-1 0,1 0 0,0 0 0,-1 0 0,1 0 0,1-1 0,-3 1-47,1 1-1,-1 0 1,0-1 0,0 1-1,1-1 1,-1 1-1,0 0 1,0-1 0,0 1-1,0-1 1,1 1 0,-1 0-1,0-1 1,0 1 0,0-1-1,0 1 1,0-1 0,0 1-1,0 0 1,0-1-1,0 1 1,0-1 0,0 1-1,-1-1 1,1 1 0,0 0-1,0-1 1,0 1 0,0-1-1,-1 1 1,1 0 0,0-1-1,0 1 1,-1 0-1,1-1 1,0 1 0,-1 0-1,1-1 1,0 1 0,-1 0-1,0-1 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49 24575,'-22'-7'0,"-9"-3"0,-3-2 0,2 1 0,8 3-8191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0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58 24575,'-30'-10'0,"-11"-3"0,-2 1 0,4 2 0,6 2 0,7 4 0,4 4 0,5 2 0,4 4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1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45 24575,'-5'7'0,"0"0"0,1 0 0,0 0 0,0 0 0,0 1 0,1-1 0,-4 15 0,6-18 0,1-1 0,-1 0 0,1 1 0,0-1 0,0 1 0,0-1 0,0 1 0,1-1 0,-1 1 0,1-1 0,0 0 0,0 1 0,0-1 0,1 0 0,-1 0 0,1 0 0,-1 0 0,1 0 0,0 0 0,4 5 0,-1-4 0,0 0 0,-1 0 0,1 0 0,1-1 0,-1 1 0,0-1 0,1-1 0,0 1 0,0-1 0,-1 0 0,1 0 0,0 0 0,1-1 0,-1 0 0,0 0 0,0-1 0,0 0 0,1 0 0,10-1 0,-12 0 0,-1 0 0,1 1 0,-1-2 0,1 1 0,-1 0 0,0-1 0,0 0 0,1 0 0,-1 0 0,0-1 0,-1 1 0,1-1 0,0 0 0,-1 0 0,0 0 0,1 0 0,-1-1 0,-1 1 0,1-1 0,0 0 0,-1 0 0,0 0 0,0 0 0,0 0 0,0-1 0,-1 1 0,2-7 0,-3 6 5,1 0 0,-1 0 0,0 0 0,-1 0 0,1 0 0,-1 0 0,0 0 0,0 0 0,0 0 0,-1 1 0,0-1 0,0 0 0,0 1 0,-1-1 0,1 1 0,-1 0 0,0 0 0,0 0 0,0 0 0,-1 1 0,1-1 0,-1 1 0,-7-5 0,6 3-92,-1 2-1,0-1 1,0 0 0,0 1-1,0 0 1,-1 1 0,1-1-1,-1 1 1,1 0-1,-1 1 1,0 0 0,0 0-1,0 0 1,1 1 0,-1 0-1,-12 1 1,5 3-6739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2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155 239 24575,'0'0'0,"-1"0"0,0 0 0,1 1 0,-1-1 0,1 0 0,-1 0 0,1 0 0,-1 1 0,1-1 0,0 0 0,-1 1 0,1-1 0,-1 0 0,1 1 0,0-1 0,-1 1 0,1-1 0,0 0 0,-1 1 0,1-1 0,0 1 0,-1-1 0,1 1 0,0-1 0,0 1 0,0-1 0,0 1 0,0 0 0,-1-1 0,1 1 0,0-1 0,0 1 0,0-1 0,1 2 0,1 19 0,2-10 0,0 0 0,1 0 0,0-1 0,1 1 0,0-1 0,1-1 0,12 15 0,-15-19 0,-67-82 0,-66-87 0,127 161 0,0-1 0,0 0 0,0 0 0,1 0 0,-1 0 0,-1-6 0,3 9 0,0 1 0,0-1 0,0 0 0,0 1 0,0-1 0,0 1 0,0-1 0,0 1 0,0-1 0,0 1 0,0-1 0,0 0 0,0 1 0,1-1 0,-1 1 0,0-1 0,0 1 0,0-1 0,1 1 0,-1-1 0,0 1 0,1-1 0,0 1 0,0-1 0,0 1 0,0 0 0,0 0 0,0-1 0,-1 1 0,1 0 0,0 0 0,0 0 0,0 0 0,0 0 0,0 0 0,0 0 0,0 1 0,0-1 0,-1 0 0,1 0 0,0 1 0,1 0 0,13 5 0,0 1 0,-1 1 0,15 11 0,3 0 0,20 12 0,3-3 0,0-2 0,115 37 0,-152-59 0,-1 0 0,1-1 0,-1-1 0,1 0 0,34-2 0,-50 0 0,0-1 0,0 1 0,0 0 0,1-1 0,-1 1 0,0-1 0,0 1 0,0-1 0,0 0 0,-1 0 0,1 0 0,0 0 0,0 0 0,-1-1 0,1 1 0,0 0 0,-1-1 0,1 1 0,-1-1 0,0 0 0,3-3 0,-3 2 0,0 0 0,0 0 0,0-1 0,0 1 0,0 0 0,-1-1 0,0 1 0,1 0 0,-1-1 0,0 1 0,-1 0 0,1-1 0,-1-3 0,-3-9 0,0 1 0,-1 0 0,-1 0 0,0 1 0,-10-18 0,-1 3 0,-30-38 0,26 41-1365,13 17-5461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6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24575,'0'0'0,"0"0"0,0 0 0,0 0 0,0-1 0,0 1 0,0 0 0,0 0 0,-1 0 0,1 0 0,0 0 0,0 0 0,0 0 0,0-1 0,-1 1 0,1 0 0,0 0 0,0 0 0,0 0 0,0 0 0,-1 0 0,1 0 0,0 0 0,0 0 0,0 0 0,-1 0 0,1 0 0,0 0 0,0 0 0,0 0 0,0 0 0,-1 0 0,1 0 0,0 0 0,0 0 0,0 0 0,-1 1 0,1-1 0,0 0 0,-3 8 0,2 13 0,4 3 0,1 0 0,1-1 0,0 1 0,14 32 0,45 87 0,0 0 0,-61-136 0,22 68 0,-23-66 0,0 0 0,0 1 0,-1-1 0,0 1 0,-1-1 0,-1 11 0,1-18-8,0-1 0,0 0 0,0 0 0,0 0 0,-1 0-1,1 0 1,0 1 0,-1-1 0,1 0 0,-2 2 0,2-3 16,-1 0-1,1 0 1,0 1 0,0-1 0,-1 0 0,1 0-1,0 0 1,0 1 0,-1-1 0,1 0-1,0 0 1,-1 0 0,1 0 0,0 0 0,-1 0-1,1 0 1,0 0 0,-1 0 0,1 0 0,0 0-1,-1 0 1,1 0 0,0 0 0,-1 0 0,-1-1-142,-1 0 1,1 0 0,0 0 0,0-1-1,0 1 1,0-1 0,-3-2 0,2 2-272,-5-5-6421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6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0 421 24575,'43'1'0,"32"-1"0,-65 0 0,1-2 0,0 1 0,0-1 0,16-6 0,-25 7 0,0 1 0,0-1 0,0 0 0,0 0 0,0 0 0,0-1 0,-1 1 0,1 0 0,0-1 0,-1 1 0,1-1 0,-1 1 0,0-1 0,1 0 0,-1 0 0,0 1 0,2-5 0,-2 2 0,0 0 0,0 1 0,0-1 0,-1 0 0,1 0 0,-1 0 0,0 0 0,0 0 0,-1-4 0,-1-6 0,-1 1 0,0 0 0,-1 0 0,-10-21 0,-83-200 0,91 222 0,3 8 0,5 8 0,76 193 0,-56-149 0,56 90 0,-57-110 0,26 28 0,17 23 0,-59-70-1365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27 24575,'-3'-3'0,"0"0"0,0 0 0,-1 0 0,0 0 0,0 1 0,1-1 0,-7-2 0,10 5 0,-1 0 0,0 0 0,0-1 0,1 1 0,-1 0 0,0 0 0,1 0 0,-1 0 0,0 0 0,0 0 0,1 0 0,-1 0 0,0 0 0,0 0 0,1 1 0,-1-1 0,0 0 0,1 0 0,-1 1 0,-1-1 0,2 1 0,-1 0 0,0 0 0,0 0 0,0 0 0,1 0 0,-1 0 0,1 0 0,-1 0 0,1 1 0,-1-1 0,1 0 0,-1 0 0,1 0 0,0 0 0,0 1 0,-1 1 0,0 20 0,0 29 0,2-29 0,-4 30 0,-11 47 0,3-29 0,-2 74 0,13-131 0,-1 16 0,5 53 0,-2-73 0,-1-1 0,2 0 0,-1 1 0,1-1 0,1 0 0,-1-1 0,1 1 0,1-1 0,10 15 0,0-5 0,0-1 0,1 0 0,1-2 0,1 0 0,1-1 0,-1 0 0,2-2 0,0 0 0,36 15 0,-49-24-273,-1-1 0,1 0 0,0-1 0,13 3 0,-8-4-6553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7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29 250 24575,'23'-11'0,"71"-33"0,-76 35 0,-1-1 0,-1-1 0,19-15 0,-31 22 0,0 0 0,-1 0 0,1 0 0,-1 0 0,0 0 0,0-1 0,0 1 0,0-1 0,-1 0 0,0 0 0,3-8 0,-4 10 0,-1 1 0,0 0 0,1-1 0,-1 1 0,0 0 0,0 0 0,0-1 0,0 1 0,-1 0 0,1-1 0,-1 1 0,1 0 0,-1 0 0,0 0 0,0 0 0,1-1 0,-2 1 0,1 0 0,0 0 0,0 1 0,-1-1 0,1 0 0,-1 0 0,1 1 0,-1-1 0,0 1 0,0-1 0,0 1 0,-3-2 0,-1 0 0,1 1 0,-1-1 0,0 1 0,-1 1 0,1-1 0,0 1 0,0 0 0,-10 0 0,4 1 0,0 0 0,0 1 0,-20 4 0,26-4 0,0 1 0,0 0 0,0 0 0,1 1 0,-1-1 0,1 1 0,0 1 0,-1-1 0,1 1 0,1-1 0,-1 1 0,0 1 0,1-1 0,0 1 0,0 0 0,1 0 0,-1 0 0,1 0 0,0 0 0,0 1 0,1 0 0,-1-1 0,1 1 0,1 0 0,-1 0 0,1 0 0,0 0 0,0 0 0,1 1 0,0-1 0,0 0 0,0 0 0,3 11 0,-1-9 0,1 1 0,1-1 0,-1 0 0,1 0 0,1-1 0,-1 1 0,1-1 0,12 13 0,-3-5 0,1-1 0,28 21 0,-29-26 0,0 0 0,1-1 0,0 0 0,0-1 0,1-1 0,0-1 0,0 0 0,1-1 0,-1 0 0,29 1 0,-38-5 15,0 1 0,-1-2 0,1 1 0,0-1 0,0 0 0,-1 0 0,12-4 0,-15 4-89,0 0-1,0-1 1,-1 1 0,1 0 0,0-1-1,-1 0 1,1 0 0,-1 0 0,0 0-1,0 0 1,0 0 0,0 0 0,0-1-1,0 1 1,0-1 0,-1 1 0,1-1-1,-1 0 1,1-3 0,2-6-6752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8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24575,'14'6'0,"0"0"0,0 1 0,0 1 0,-1 0 0,0 0 0,-1 1 0,0 1 0,0 0 0,-1 1 0,0 0 0,-1 1 0,12 18 0,3 8 0,-2 0 0,35 83 0,-53-110 0,-1 0 0,0 0 0,0 0 0,-1 0 0,-1 1 0,0 0 0,0-1 0,-1 1 0,-1 18 0,0-29 0,0 0 0,0 1 0,0-1 0,0 0 0,-1 0 0,1 1 0,-1-1 0,1 0 0,-1 0 0,1 0 0,-1 0 0,0 1 0,1-1 0,-1 0 0,0 0 0,0 0 0,0 0 0,0-1 0,0 1 0,0 0 0,0 0 0,-2 1 0,1-1 0,-1-1 0,1 1 0,-1 0 0,1-1 0,-1 0 0,1 1 0,-1-1 0,1 0 0,-1 0 0,1-1 0,-4 1 0,-4-2 0,-1-1 0,0 0 0,1-1 0,-13-6 0,-4-2-682,-41-27-1,50 26-6143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8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24575,'-3'2'0,"-2"4"0,-2 3 0,-1 5 0,1 2 0,1 1 0,2-2-8191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9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0 163 24575,'16'37'0,"-14"-30"0,1 1 0,0-1 0,0 0 0,1 0 0,0 0 0,0 0 0,0-1 0,1 0 0,7 8 0,1-4 0,-1-1 0,1 0 0,1-1 0,-1 0 0,1-1 0,1-1 0,20 7 0,-31-12 0,-1 0 0,1-1 0,-1 1 0,0-1 0,1 1 0,-1-1 0,1 0 0,0-1 0,-1 1 0,1 0 0,-1-1 0,0 0 0,1 0 0,-1 0 0,0 0 0,1 0 0,-1-1 0,0 0 0,0 1 0,0-1 0,0 0 0,0-1 0,-1 1 0,1 0 0,-1-1 0,4-4 0,-2 2 0,-1 0 0,0 0 0,0 0 0,-1-1 0,1 1 0,-1-1 0,0 0 0,-1 1 0,0-1 0,0 0 0,0 0 0,0 0 0,-1 0 0,0 0 0,-1-7 0,-1 2 0,0 0 0,5 10 0,4 6 0,1 3 0,1-1 0,0 0 0,1 0 0,0-1 0,0 0 0,0-1 0,16 6 0,-21-9 0,-1-1 0,1 1 0,0-1 0,-1 0 0,1-1 0,0 1 0,0-1 0,0 0 0,0 0 0,0-1 0,-1 1 0,1-1 0,0 0 0,0 0 0,-1-1 0,1 1 0,-1-1 0,1 0 0,-1 0 0,6-4 0,-3 0 0,-1 1 0,0-1 0,0 0 0,0-1 0,-1 1 0,0-1 0,0 0 0,-1 0 0,0-1 0,0 1 0,0-1 0,2-11 0,-4 14 0,0 0 0,-1-1 0,0 0 0,0 1 0,0-1 0,-1 1 0,0-1 0,0 0 0,-1 0 0,1 1 0,-1-1 0,0 1 0,-1-1 0,1 1 0,-1-1 0,0 1 0,-1 0 0,1 0 0,-5-7 0,4 9-68,1 0 0,-1 1-1,0-1 1,0 1 0,-1-1 0,1 1-1,-1 0 1,1 0 0,-1 0 0,1 1-1,-1-1 1,0 1 0,0 0 0,0 0-1,0 0 1,0 1 0,0-1-1,0 1 1,-6 0 0,-6 0-6758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19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24575,'11'7'0,"-2"1"0,1 0 0,-1 1 0,12 14 0,28 43 0,-40-53 0,39 55 0,51 99 0,-85-139 0,-1 1 0,-1 0 0,-1 1 0,-2 0 0,-1 1 0,6 55 0,-13-78 0,-1 0 0,0-1 0,-1 1 0,0 0 0,0-1 0,0 1 0,-1 0 0,0-1 0,-1 0 0,0 0 0,0 1 0,0-2 0,-1 1 0,0 0 0,0-1 0,-1 1 0,0-1 0,0-1 0,0 1 0,-1-1 0,0 0 0,-9 7 0,-12 5-341,-1 0 0,0-2-1,-61 22 1,70-29-6485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1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0 205 24575,'39'1'0,"-13"0"0,-1-1 0,38-5 0,-57 4 0,1 0 0,-1-1 0,1 1 0,-1-1 0,0-1 0,0 1 0,0-1 0,0 0 0,0-1 0,-1 1 0,1-1 0,-1 0 0,0 0 0,6-8 0,-8 9 0,-1 0 0,1 0 0,-1-1 0,0 1 0,0-1 0,-1 1 0,1-1 0,-1 0 0,1 0 0,-1 1 0,0-1 0,-1 0 0,1-7 0,-1 7 0,0 1 0,0 0 0,-1 0 0,1 0 0,-1 0 0,0 0 0,0 0 0,0 0 0,0 0 0,-1 0 0,1 1 0,-1-1 0,0 0 0,1 1 0,-1-1 0,0 1 0,-5-4 0,2 1 0,0 1 0,-1 0 0,1 0 0,-1 1 0,0-1 0,0 1 0,-1 1 0,1-1 0,0 1 0,-1 0 0,-11-2 0,13 4 0,1-1 0,0 1 0,0 0 0,0 0 0,0 1 0,0-1 0,0 1 0,0 0 0,0 0 0,0 0 0,0 1 0,0 0 0,0-1 0,1 1 0,-1 0 0,1 1 0,-1-1 0,1 1 0,0-1 0,-5 6 0,3-2 0,0 0 0,0 1 0,1 0 0,0 0 0,0 0 0,1 0 0,0 1 0,0 0 0,0-1 0,1 1 0,-2 12 0,2 7 0,0-1 0,2 32 0,1-35 0,-2-20 0,1 0 0,0-1 0,1 1 0,-1 0 0,0 0 0,1-1 0,-1 1 0,1 0 0,0-1 0,0 1 0,0 0 0,0-1 0,1 1 0,-1-1 0,0 0 0,1 1 0,0-1 0,0 0 0,-1 0 0,1 0 0,0 0 0,1 0 0,-1-1 0,0 1 0,1-1 0,-1 1 0,0-1 0,1 0 0,0 0 0,-1 0 0,1 0 0,-1 0 0,1-1 0,5 1 0,91 9-539,133-4 0,-219-6 252,1-1-6539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11 24575,'-29'-2'0,"-13"-1"0,-1 0 0,4 0 0,9 4 0,7 1 0,4 3 0,4 0 0,5 0-8191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24575,'12'62'0,"24"73"0,-26-104 0,2-1 0,1 0 0,2-1 0,22 34 0,-34-60 0,16 26 0,24 27 0,-42-56 0,-1 1 0,0-1 0,1 0 0,-1 0 0,0 1 0,0-1 0,1 0 0,-1 1 0,0-1 0,0 0 0,0 1 0,0-1 0,1 0 0,-1 1 0,0-1 0,0 1 0,0-1 0,0 0 0,0 1 0,0-1 0,0 1 0,0-1 0,0 1 0,-7 1 0,-14-5 0,-14-11 0,1-1 0,0-1 0,-49-34 0,75 45 0,1 0 0,0 0 0,0-1 0,0 0 0,-6-7 0,12 12 0,0 0 0,0-1 0,0 0 0,0 1 0,0-1 0,0 0 0,0 1 0,1-1 0,-1 0 0,0 0 0,1 1 0,0-1 0,-1-2 0,1 2 0,0 1 0,1 0 0,-1 0 0,0-1 0,1 1 0,-1 0 0,1 0 0,-1-1 0,1 1 0,-1 0 0,1 0 0,0 0 0,-1 0 0,1 0 0,0 0 0,0 0 0,0 0 0,0 0 0,0 0 0,0 1 0,2-2 0,9-5-98,1 1 0,0 0 0,1 1-1,-1 1 1,1 0 0,20-3 0,-22 5-580,2-1-6148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2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24575,'5'3'0,"2"2"0,1 4 0,3 3 0,-1 1 0,-2-1-8191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3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0 166 24575,'1'3'0,"-1"-1"0,1 1 0,-1 0 0,1-1 0,0 1 0,0-1 0,0 1 0,1-1 0,-1 1 0,0-1 0,1 0 0,0 0 0,-1 0 0,4 4 0,3 1 0,0 0 0,12 9 0,-9-10 0,-1 1 0,1-1 0,0-1 0,0 0 0,1-1 0,20 6 0,-23-8 0,-1-1 0,0 1 0,1-2 0,-1 1 0,1-1 0,0 0 0,-1-1 0,1 0 0,-1-1 0,13-3 0,-18 4 0,0 0 0,-1 0 0,1 0 0,-1-1 0,1 1 0,-1-1 0,0 0 0,0 1 0,0-1 0,0 0 0,0 0 0,0 0 0,0-1 0,-1 1 0,1 0 0,-1-1 0,2-2 0,0-3 0,0 0 0,0-1 0,-1 1 0,1-10 0,5-17 0,-7 34 0,-1 0 0,0 1 0,0-1 0,1 0 0,-1 1 0,1-1 0,-1 1 0,0-1 0,1 1 0,-1-1 0,1 1 0,-1-1 0,1 1 0,0 0 0,-1-1 0,1 1 0,-1 0 0,1-1 0,0 1 0,-1 0 0,1 0 0,0-1 0,-1 1 0,1 0 0,0 0 0,-1 0 0,1 0 0,0 0 0,-1 0 0,2 0 0,23 6 0,-17-3 0,-2-2 0,28 8 0,48 6 0,-73-14 0,1 0 0,-1-1 0,1 0 0,-1-1 0,1 1 0,-1-2 0,0 0 0,1 0 0,-1 0 0,10-5 0,-17 6 0,0 0 0,1 0 0,-1-1 0,-1 1 0,1 0 0,0-1 0,0 0 0,0 1 0,-1-1 0,1 0 0,-1 0 0,1 0 0,-1 0 0,0 0 0,0 0 0,2-4 0,-2 3 0,0-1 0,0 0 0,-1 1 0,1-1 0,-1 1 0,0-1 0,0 0 0,0 1 0,-1-1 0,0-4 0,0 3 0,0 0 0,-1 0 0,1 0 0,-1 1 0,0-1 0,0 1 0,-1-1 0,1 1 0,-1 0 0,0 0 0,0 0 0,0 0 0,-1 1 0,0-1 0,1 1 0,-7-4 0,-2 0-1365,0 1-5461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13 24575,'-1'-1'0,"-1"0"0,1 0 0,-1 0 0,1-1 0,-1 1 0,1 0 0,-1 1 0,1-1 0,-1 0 0,0 0 0,1 1 0,-1-1 0,0 1 0,0 0 0,0-1 0,1 1 0,-1 0 0,0 0 0,0 0 0,0 0 0,0 0 0,1 1 0,-1-1 0,0 1 0,0-1 0,1 1 0,-1-1 0,0 1 0,1 0 0,-1 0 0,1 0 0,-1 0 0,-1 1 0,-2 2 0,1-1 0,0 1 0,0 0 0,0 0 0,1 0 0,0 1 0,-1-1 0,1 1 0,-3 8 0,-4 13 0,1-1 0,1 1 0,-7 47 0,1 82 0,13-135 0,1 1 0,1-1 0,1 0 0,1 1 0,1-1 0,1 0 0,7 20 0,-6-25 0,0 0 0,1-1 0,1 0 0,0 0 0,1-1 0,1 0 0,0-1 0,0 0 0,20 17 0,-14-14 0,2 0 0,-1-2 0,2 0 0,37 19 0,-51-30-195,0 0 0,1-1 0,-1 1 0,0-1 0,1 0 0,6 0 0,0-1-6631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24575,'-1'1'0,"0"0"0,0 0 0,0 0 0,1 0 0,-1 1 0,1-1 0,-1 0 0,1 0 0,-1 1 0,1-1 0,0 0 0,-1 1 0,1-1 0,0 0 0,0 1 0,0-1 0,0 1 0,0-1 0,0 0 0,1 1 0,-1-1 0,0 0 0,1 1 0,-1-1 0,1 0 0,0 0 0,-1 1 0,1-1 0,1 2 0,1 2 0,1 0 0,0 0 0,0 0 0,9 9 0,-5-8 0,0 0 0,0 0 0,0 0 0,1-1 0,0 0 0,0-1 0,0 1 0,16 3 0,-22-7 0,0 0 0,0 0 0,0-1 0,1 1 0,-1-1 0,0 0 0,0 0 0,0 0 0,0 0 0,0 0 0,0-1 0,0 1 0,0-1 0,0 0 0,0 0 0,0 0 0,0-1 0,0 1 0,-1-1 0,1 1 0,-1-1 0,1 0 0,-1 0 0,1 0 0,-1 0 0,0 0 0,0-1 0,0 1 0,0-1 0,-1 1 0,3-5 0,-2 3 0,-1 0 0,0 0 0,0 0 0,0 0 0,0 1 0,-1-1 0,1-7 0,-1 8 0,0-1 0,1 0 0,-1 0 0,1 0 0,0 0 0,2-5 0,-3 9 0,0-1 0,1 1 0,-1 0 0,0-1 0,1 1 0,-1-1 0,1 1 0,-1-1 0,1 1 0,-1 0 0,1-1 0,-1 1 0,1 0 0,-1 0 0,1-1 0,-1 1 0,1 0 0,-1 0 0,1 0 0,0 0 0,-1 0 0,1 0 0,-1 0 0,1 0 0,0 0 0,-1 0 0,1 0 0,-1 0 0,1 0 0,0 0 0,-1 0 0,1 1 0,-1-1 0,1 0 0,-1 0 0,1 1 0,-1-1 0,1 0 0,-1 1 0,2 0 0,23 18 0,-22-16 0,3 2-50,18 17-213,2-1 0,0-2 0,1 0 0,40 20 0,-54-34-6563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46 24575,'-29'-7'0,"-15"-3"0,-5 1 0,1 1 0,7 3 0,7 1 0,5 3 0,4 0 0,5 1 0,3 0 0,2 3 0,1 3 0,0 1 0,3-1-8191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5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24575,'74'233'0,"-50"-158"0,-11-32 0,2-2 0,22 46 0,-36-85-151,1 0-1,-1 0 0,1 1 0,-1-1 1,1 0-1,0-1 0,-1 1 1,4 2-1,3 1-6674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6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24575,'-11'7'0,"-9"4"0,2 1 0,-26 21 0,39-29 0,1 0 0,0 0 0,0 0 0,0 1 0,0 0 0,1 0 0,0 0 0,0 0 0,0 0 0,1 1 0,0-1 0,0 1 0,0-1 0,-1 9 0,2-11 0,1-1 0,0 1 0,0 0 0,0-1 0,0 1 0,0 0 0,0 0 0,1-1 0,-1 1 0,1 0 0,0-1 0,0 1 0,0-1 0,0 1 0,0-1 0,1 0 0,2 4 0,-2-3 0,1-1 0,0 1 0,0-1 0,0 1 0,0-1 0,0 0 0,0 0 0,1-1 0,-1 1 0,1-1 0,3 2 0,8 0 0,0 0 0,-1 0 0,1-2 0,30 1 0,-11-4 0,-1-1 0,0-1 0,-1-2 0,50-15 0,-65 17-1365,-4 1-5461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2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24575,'23'4'0,"1"1"0,-1 0 0,-1 2 0,1 1 0,-1 1 0,29 16 0,-37-17 0,0 1 0,-1 1 0,0 0 0,0 0 0,-1 2 0,-1-1 0,0 2 0,-1-1 0,0 1 0,9 15 0,-7-6 0,-1 0 0,-1 1 0,-1 0 0,-1 1 0,7 32 0,-11-38 0,-1 0 0,-1 1 0,-1-1 0,0 1 0,-2-1 0,0 1 0,-6 32 0,4-41 12,0 0 0,0 0 0,-1-1 0,0 1 0,-1-1 0,0 0 0,-1 0 0,0 0 0,-9 11 0,4-9-260,0 0 1,-1 0-1,0-1 1,-1-1-1,-20 12 1,12-9-6579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0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1 24575,'-74'-1'0,"-79"3"0,98 5-1,44-4-169,0-1-1,-1-1 1,1 0-1,-1 0 1,1-1-1,0-1 0,-14-1 1,14-2-6656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42 24575,'-32'-5'0,"-13"-4"0,-3-1 0,3 2 0,7 2 0,8 2 0,7 4 0,4 3 0,5-1-8191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2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1012 14 24575,'30'-4'0,"-12"0"0,-1 2 0,1 0 0,-1 1 0,1 0 0,21 3 0,-38-2 0,1 1 0,0-1 0,-1 0 0,1 1 0,-1-1 0,1 1 0,-1-1 0,1 1 0,1 1 0,-3-2 0,0 0 0,0 0 0,0 0 0,0 0 0,0 0 0,0 0 0,0 0 0,0 1 0,0-1 0,0 0 0,0 0 0,0 0 0,0 0 0,0 0 0,0 0 0,0 0 0,0 0 0,0 0 0,0 0 0,0 1 0,0-1 0,0 0 0,0 0 0,0 0 0,0 0 0,0 0 0,0 0 0,0 0 0,0 0 0,0 0 0,0 0 0,0 0 0,0 1 0,0-1 0,0 0 0,0 0 0,-1 0 0,1 0 0,0 0 0,0 0 0,0 0 0,0 0 0,0 0 0,0 0 0,0 0 0,0 0 0,-11 3 0,-48 5 0,-64-1 0,109-6 0,-197 15 0,89-5 0,58-5 0,-116 4 0,30-11 0,197 18 0,241 61 0,-240-66 0,-26-7 0,93 26 0,-88-22 0,-1 0 0,30 17 0,-54-25 0,1 0 0,-1 1 0,0-1 0,1 1 0,-1-1 0,0 1 0,0 0 0,0 0 0,-1 0 0,1 0 0,0 0 0,-1 0 0,1 1 0,-1-1 0,0 0 0,2 4 0,-3-4 0,0 0 0,1 0 0,-1 0 0,0 0 0,0-1 0,0 1 0,-1 0 0,1 0 0,0 0 0,-1 0 0,1-1 0,-1 1 0,1 0 0,-1 0 0,0-1 0,0 1 0,0-1 0,0 1 0,0 0 0,0-1 0,0 0 0,-1 1 0,1-1 0,-2 2 0,-5 3 0,1 0 0,-1-1 0,0 1 0,-1-2 0,0 1 0,1-1 0,-12 4 0,-69 16 0,55-15 0,-363 111 0,362-104 0,1 0 0,-60 40 0,76-43 0,0 0 0,1 2 0,0 0 0,1 1 0,1 0 0,-15 22 0,30-38 0,-1 1 0,1-1 0,-1 1 0,1 0 0,-1-1 0,1 1 0,0-1 0,-1 1 0,1 0 0,0-1 0,-1 1 0,1 0 0,0-1 0,0 1 0,0 0 0,0-1 0,-1 1 0,1 0 0,0 0 0,0-1 0,0 1 0,1 0 0,-1-1 0,0 1 0,0 0 0,0-1 0,0 1 0,1 0 0,-1-1 0,0 1 0,1 0 0,-1-1 0,0 1 0,1-1 0,-1 1 0,1 0 0,-1-1 0,1 1 0,-1-1 0,1 0 0,-1 1 0,1-1 0,0 1 0,-1-1 0,1 0 0,0 1 0,-1-1 0,1 0 0,0 0 0,-1 0 0,1 1 0,1-1 0,5 1 0,-1 0 0,1 0 0,0-1 0,9 0 0,-12 0 0,50 0 0,441-16 0,-47 1-1365,-434 15-5461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4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24575,'-1'0'0,"0"1"0,1-1 0,-1 0 0,0 1 0,1-1 0,-1 1 0,1-1 0,-1 1 0,0-1 0,1 1 0,-1-1 0,1 1 0,-1-1 0,1 1 0,0 0 0,-1-1 0,1 1 0,-1 0 0,1 0 0,0-1 0,0 1 0,0 0 0,-1 0 0,1-1 0,0 1 0,0 0 0,0 1 0,-2 21 0,4-9 0,0-1 0,1 0 0,0 0 0,1 0 0,11 22 0,-7-13 0,-8-22 0,0 1 0,0-1 0,0 0 0,1 1 0,-1-1 0,0 0 0,0 1 0,0-1 0,0 0 0,0 0 0,0 1 0,1-1 0,-1 0 0,0 0 0,0 1 0,0-1 0,1 0 0,-1 0 0,0 1 0,0-1 0,1 0 0,-1 0 0,0 0 0,0 0 0,1 1 0,-1-1 0,0 0 0,1 0 0,-1 0 0,0 0 0,1 0 0,-1 0 0,8-8 0,2-19 0,-10 25 0,8-30 0,-6 18 0,1 1 0,7-18 0,-9 28 0,1 0 0,-1 1 0,0-1 0,1 0 0,-1 1 0,1-1 0,0 1 0,0 0 0,0 0 0,0 0 0,0 0 0,0 0 0,1 0 0,-1 0 0,1 0 0,3-1 0,-4 3 0,0-1 0,1 1 0,-1-1 0,0 1 0,1 0 0,-1 0 0,0 0 0,1 0 0,-1 0 0,0 1 0,0-1 0,1 1 0,-1-1 0,0 1 0,0 0 0,0 0 0,0 0 0,4 2 0,4 4 0,-1-1 0,14 13 0,-16-13 0,11 12 0,0 0 0,-2 2 0,0 0 0,14 23 0,-28-40-1365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24575,'24'-17'0,"-17"11"0,0 2 0,0-1 0,1 1 0,9-5 0,-15 9 0,0-1 0,1 0 0,-1 1 0,0-1 0,1 1 0,-1-1 0,1 1 0,-1 0 0,1 0 0,-1 1 0,1-1 0,-1 0 0,0 1 0,1-1 0,-1 1 0,0 0 0,1 0 0,-1 0 0,2 1 0,17 12 0,-1 0 0,22 20 0,-2-1 0,-33-27-109,31 25 352,-36-29-368,1 1 0,-1-1 0,0 1 0,0-1 0,0 1 0,0 0 0,-1 0 1,1 0-1,-1 0 0,1 0 0,0 4 0,-1 1-6701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36 24575,'-25'-4'0,"-10"-3"0,-1 1 0,2 1 0,4 1 0,6 2 0,4 1 0,5-2 0,4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44 24575,'-27'-10'0,"-12"-3"0,-1 3 0,4 3 0,7 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73 24575,'-4'-5'0,"1"1"0,0 0 0,-1 1 0,0-1 0,1 1 0,-9-6 0,11 8 0,0 1 0,0-1 0,0 1 0,0 0 0,1-1 0,-1 1 0,0 0 0,0-1 0,0 1 0,0 0 0,0 0 0,0 0 0,0 0 0,0 0 0,0 0 0,0 0 0,0 0 0,0 0 0,0 1 0,1-1 0,-1 0 0,0 0 0,0 1 0,0-1 0,0 1 0,0-1 0,1 1 0,-1-1 0,0 1 0,0-1 0,1 1 0,-1 0 0,0 0 0,1-1 0,-1 1 0,1 0 0,-1 0 0,1-1 0,-1 1 0,1 0 0,-1 0 0,1 0 0,0 0 0,-1 1 0,0 1 0,0 1 0,0-1 0,0 0 0,1 1 0,-1-1 0,1 1 0,0-1 0,0 1 0,0-1 0,0 1 0,0-1 0,1 0 0,1 5 0,-1-2 0,1-1 0,1 0 0,-1 0 0,1 0 0,0 0 0,0 0 0,6 7 0,-2-4 0,1 0 0,0 0 0,0-1 0,1 0 0,0-1 0,0 0 0,20 10 0,-22-13 0,1-1 0,-1 1 0,1-2 0,0 1 0,0-1 0,0 0 0,0 0 0,0-1 0,0 0 0,0-1 0,0 0 0,14-3 0,-20 3 0,1 0 0,-1 0 0,0 0 0,1 0 0,-1 0 0,0-1 0,0 1 0,0-1 0,0 0 0,0 0 0,0 1 0,0-1 0,-1 0 0,1-1 0,-1 1 0,3-3 0,-3 1 0,1 0 0,-1 0 0,0 0 0,0 1 0,0-2 0,-1 1 0,1 0 0,-1 0 0,0-7 0,-1 3 0,0 0 0,0-1 0,-1 1 0,0 0 0,-1 0 0,0 1 0,0-1 0,0 0 0,-9-12 0,9 15-97,-1 0-1,0 1 1,0-1-1,-1 1 1,1 0-1,-1 0 1,0 0-1,0 1 1,0-1-1,0 1 1,-1 0-1,1 1 0,-11-4 1,0 2-6729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7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83 228 24575,'-1'47'0,"-1"-23"0,2-1 0,5 44 0,-4-61 0,1 0 0,-1-1 0,1 1 0,0 0 0,0-1 0,1 1 0,4 6 0,-7-12 0,0 0 0,0 0 0,0 0 0,0 0 0,0 0 0,0 1 0,0-1 0,0 0 0,0 0 0,0 0 0,0 0 0,0 0 0,0 0 0,0 0 0,0 0 0,1 0 0,-1 0 0,0 1 0,0-1 0,0 0 0,0 0 0,0 0 0,0 0 0,0 0 0,1 0 0,-1 0 0,0 0 0,0 0 0,0 0 0,0 0 0,0 0 0,0 0 0,0 0 0,1 0 0,-1 0 0,0 0 0,0 0 0,0 0 0,0 0 0,0 0 0,0 0 0,0 0 0,1 0 0,-1-1 0,2-5 0,-1-10 0,-2 0 0,-2 0 0,0 1 0,-7-23 0,-21-46 0,16 46 0,-4-9 0,9 25 0,-8-29 0,18 51 0,-1 0 0,1 0 0,0 0 0,0-1 0,0 1 0,0 0 0,0 0 0,0-1 0,0 1 0,0 0 0,0 0 0,-1-1 0,1 1 0,0 0 0,0 0 0,0-1 0,0 1 0,0 0 0,1 0 0,-1-1 0,0 1 0,0 0 0,0 0 0,0-1 0,0 1 0,0 0 0,0 0 0,0-1 0,1 1 0,-1 0 0,0 0 0,0 0 0,0-1 0,0 1 0,1 0 0,-1 0 0,0 0 0,10 3 0,14 16 0,-22-18 0,11 10 0,57 47 0,-59-50 0,1 0 0,0-1 0,1 0 0,17 6 0,-26-11 0,1-1 0,-1 1 0,1-1 0,-1 0 0,1-1 0,-1 1 0,1-1 0,8 0 0,-11 0 0,0-1 0,-1 1 0,1-1 0,0 1 0,-1-1 0,1 1 0,0-1 0,-1 0 0,1 0 0,0 0 0,-1 0 0,0 0 0,1 0 0,-1 0 0,0 0 0,1-1 0,-1 1 0,0-1 0,0 1 0,0-1 0,0 1 0,0-1 0,0 1 0,-1-1 0,2-2 0,1-6 0,0-1 0,-1 0 0,0-1 0,0 1 0,-1 0 0,-1-14 0,-1-4 0,-8-34 0,10 49 0,-1 14 0,0 0 0,0 0 0,0 0 0,1 0 0,-1 0 0,0 0 0,0 0 0,0 0 0,1 0 0,-1 0 0,0 0 0,0 0 0,0 0 0,1 0 0,-1 0 0,0 0 0,0 0 0,0 0 0,0 0 0,1 0 0,-1 0 0,0 0 0,0 1 0,0-1 0,0 0 0,1 0 0,-1 0 0,0 0 0,0 0 0,0 1 0,0-1 0,0 0 0,0 0 0,1 0 0,15 23 0,-14-20 0,192 268-1365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39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 24575,'0'-2'0,"0"1"0,0-1 0,0 1 0,0-1 0,-1 1 0,1-1 0,0 1 0,-1-1 0,1 1 0,-1 0 0,0-1 0,0-1 0,1 3 0,-1 0 0,1 0 0,0 0 0,0 0 0,0 0 0,0 0 0,0 0 0,0-1 0,0 1 0,0 0 0,0 0 0,0 0 0,-1 0 0,1 0 0,0 0 0,0 0 0,0 0 0,0 0 0,0 0 0,0 0 0,0 0 0,-1 0 0,1 0 0,0 0 0,0 0 0,0 0 0,0 0 0,0 0 0,0 0 0,0 0 0,0 0 0,-1 0 0,1 0 0,0 0 0,0 0 0,0 0 0,0 1 0,0-1 0,0 0 0,0 0 0,0 0 0,0 0 0,0 0 0,-1 0 0,1 0 0,0 0 0,-3 13 0,0 152 0,4-97 0,1-33 0,1 0 0,2 0 0,2-1 0,15 51 0,-22-84 0,0 0 0,0-1 0,0 1 0,0 0 0,1 0 0,-1 0 0,0 0 0,1-1 0,-1 1 0,1 0 0,-1 0 0,1-1 0,-1 1 0,1 0 0,0-1 0,0 2 0,0-2 0,-1 0 0,0 0 0,1 0 0,-1 0 0,0 0 0,0 0 0,1-1 0,-1 1 0,0 0 0,1 0 0,-1 0 0,0 0 0,0 0 0,1-1 0,-1 1 0,0 0 0,0 0 0,1 0 0,-1-1 0,0 1 0,0 0 0,0 0 0,1-1 0,-1 1 0,0 0 0,0-1 0,0 1 0,0-1 0,11-30 0,-11 27 0,2-3 0,0 0 0,1 0 0,-1 0 0,1 0 0,0 1 0,8-12 0,-9 15 0,0 1 0,0-1 0,1 1 0,-1-1 0,1 1 0,0 0 0,-1 0 0,1 0 0,0 0 0,0 1 0,0-1 0,0 1 0,1 0 0,-1 0 0,0 0 0,0 0 0,4 0 0,3 0 0,0 1 0,0 0 0,0 0 0,0 1 0,0 0 0,0 1 0,0 0 0,-1 1 0,1 0 0,10 5 0,-8-3 0,1 2 0,-1-1 0,0 2 0,-1 0 0,0 0 0,18 17 0,-27-22 0,1 0 0,0 0 0,-1 0 0,0 0 0,0 0 0,0 1 0,0-1 0,0 1 0,0-1 0,-1 1 0,0 0 0,0-1 0,0 1 0,0 0 0,0 4 0,-1-5 0,0 0 0,-1 0 0,1 0 0,0-1 0,-1 1 0,0 0 0,0 0 0,0-1 0,0 1 0,0 0 0,0-1 0,-1 1 0,1-1 0,-1 0 0,0 1 0,0-1 0,0 0 0,0 0 0,0 0 0,0 0 0,-3 1 0,-4 3 0,-1 0 0,0-1 0,0 0 0,0 0 0,-1-1 0,1-1 0,-1 0 0,0 0 0,-13 1 0,0-2 0,0 0 0,0-2 0,-29-3 0,49 3-114,1 0 1,-1-1-1,1 0 0,-1 0 0,1 0 1,-1 0-1,1 0 0,0-1 0,0 1 1,0-1-1,-6-4 0,-1-3-6712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0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24575,'0'4'0,"1"1"0,0-1 0,0 0 0,0 1 0,0-1 0,0 0 0,1 0 0,0 0 0,0 0 0,0 0 0,0 0 0,1-1 0,0 1 0,-1-1 0,1 1 0,0-1 0,1 0 0,-1 0 0,0 0 0,1-1 0,0 1 0,4 1 0,0 1 0,1-1 0,0 0 0,0 0 0,1-1 0,-1 0 0,1 0 0,-1-1 0,1-1 0,11 1 0,-19-1 0,0-1 0,1 0 0,-1 0 0,1 0 0,-1-1 0,0 1 0,1-1 0,-1 1 0,0-1 0,1 0 0,-1 0 0,0 1 0,0-2 0,0 1 0,0 0 0,0 0 0,0-1 0,0 1 0,0-1 0,2-3 0,-2 3 0,-1-1 0,1 1 0,-1-1 0,0 1 0,0-1 0,-1 0 0,1 0 0,0 1 0,-1-1 0,0 0 0,1 0 0,-1 0 0,0 1 0,-1-1 0,1 0 0,0 0 0,-2-4 0,-3-14 0,-1 0 0,-11-22 0,17 42 0,0 1 0,0 0 0,0-1 0,-1 1 0,1 0 0,0 0 0,0-1 0,0 1 0,0 0 0,-1-1 0,1 1 0,0 0 0,0-1 0,0 1 0,0 0 0,0-1 0,0 1 0,0 0 0,0-1 0,0 1 0,0-1 0,0 1 0,0 0 0,0-1 0,1 1 0,-1 0 0,0-1 0,0 1 0,0 0 0,0 0 0,1-1 0,-1 1 0,0-1 0,1 1 0,0 0 0,0 0 0,-1 0 0,1 0 0,0 1 0,0-1 0,-1 0 0,1 0 0,0 0 0,0 1 0,-1-1 0,1 0 0,1 1 0,25 18 0,-26-19 0,21 16 0,1 0 0,43 20 0,-51-29 0,-1-1 0,1-1 0,1 0 0,-1-1 0,1-1 0,18 2 0,-32-4 0,1-1 0,-1 0 0,0 0 0,0 0 0,1 0 0,-1-1 0,0 1 0,0 0 0,0-1 0,1 0 0,-1 1 0,0-1 0,0 0 0,0 0 0,0 0 0,0 0 0,0-1 0,3-2 0,-4 2 0,1 0 0,-1-1 0,1 1 0,-1-1 0,0 1 0,0-1 0,0 1 0,0-1 0,0 0 0,0 1 0,-1-1 0,0 0 0,1 0 0,-1-5 0,-1-8 0,0 13 0,1 0 0,0 0 0,0-1 0,0 1 0,0 0 0,0 0 0,1-1 0,-1 1 0,2-5 0,-1 8 0,-1-1 0,1 1 0,-1 0 0,1-1 0,-1 1 0,0 0 0,1-1 0,-1 1 0,1 0 0,0 0 0,-1-1 0,1 1 0,-1 0 0,1 0 0,-1 0 0,1 0 0,-1 0 0,1 0 0,0 0 0,-1 0 0,1 0 0,-1 0 0,1 0 0,-1 0 0,1 0 0,0 0 0,-1 0 0,1 1 0,-1-1 0,1 0 0,0 1 0,19 10 0,-17-10 0,47 33-682,74 64-1,-112-87-6143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3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73 233 24575,'26'-1'0,"29"-6"0,20 0 0,-57 7 0,21-4 0,-35 3 0,0 0 0,0 1 0,0-1 0,0-1 0,0 1 0,0-1 0,0 1 0,-1-1 0,1 0 0,0-1 0,4-3 0,-7 5 0,1-1 0,-1 0 0,0 0 0,1 0 0,-1 0 0,0 0 0,0 0 0,0 0 0,0 0 0,-1-1 0,1 1 0,-1 0 0,1 0 0,-1-1 0,0 1 0,0 0 0,0-1 0,0 1 0,0 0 0,0-1 0,-1 1 0,1 0 0,-1 0 0,0-1 0,1 1 0,-1 0 0,-1-2 0,-2-4 0,0 0 0,-1 1 0,0-1 0,0 1 0,-11-11 0,8 10 0,0 1 0,0 0 0,-1 1 0,1 0 0,-2 0 0,1 1 0,0 0 0,-1 1 0,0 0 0,0 0 0,0 1 0,0 1 0,-1-1 0,1 2 0,-1-1 0,0 2 0,-18 0 0,24 1 0,1 0 0,0 0 0,0 0 0,0 1 0,0 0 0,0 0 0,1 0 0,-1 0 0,1 1 0,-1-1 0,1 1 0,0 0 0,0 0 0,0 0 0,0 0 0,-4 7 0,-1 2 0,0 1 0,1 0 0,-9 21 0,14-27 0,0-1 0,0 1 0,0 0 0,1 0 0,0 0 0,1-1 0,-1 1 0,1 0 0,1 0 0,-1 0 0,1 0 0,0 0 0,1 0 0,0-1 0,0 1 0,0-1 0,1 1 0,0-1 0,0 0 0,0 0 0,1 0 0,0 0 0,0-1 0,9 9 0,-9-9 0,1-1 0,1 0 0,-1 0 0,1 0 0,-1 0 0,1-1 0,0 0 0,13 4 0,3 0 0,28 5 0,-31-8 0,36 6 0,0-1 0,0-4 0,71 0 0,-96-8-1365,-18-1-5461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 24575,'-30'0'0,"-11"0"0,-2 0 0,4 0 0,6 0 0,7 2 0,4 2 0,5-1 0,2-1 0,3 3 0,2-1 0,0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4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24575,'12'38'0,"2"-1"0,1 0 0,33 56 0,-16-40 0,64 78 0,-93-127 0,0-1 0,0 1 0,0 0 0,-1 0 0,0 1 0,0-1 0,2 5 0,-4-8 0,1 0 0,-1 0 0,0 0 0,0 0 0,0 0 0,0 0 0,0 0 0,0 1 0,0-1 0,0 0 0,0 0 0,-1 0 0,1 0 0,0 0 0,-1 0 0,1 0 0,-1 0 0,1 0 0,-1 0 0,1 0 0,-1-1 0,0 1 0,1 0 0,-1 0 0,0 0 0,0-1 0,1 1 0,-1 0 0,0-1 0,0 1 0,0-1 0,0 1 0,0-1 0,0 1 0,0-1 0,-2 1 0,-3 0 0,1 1 0,-1-1 0,0-1 0,0 1 0,0-1 0,0 0 0,0 0 0,1 0 0,-1-1 0,-6-2 0,-12-2 0,-24-10 0,39 12 0,2 1 0,0-1 0,-1 0 0,1 0 0,0-1 0,1 0 0,-8-5 0,13 8 0,0 0 0,0 0 0,0 0 0,0 0 0,0 0 0,0-1 0,0 1 0,0 0 0,0 0 0,0-1 0,1 1 0,-1-1 0,1 1 0,-1 0 0,1-1 0,-1-1 0,1 2 0,1-1 0,-1 1 0,0-1 0,0 1 0,1-1 0,-1 1 0,1 0 0,-1-1 0,1 1 0,0 0 0,-1-1 0,1 1 0,0 0 0,0 0 0,0 0 0,0 0 0,0 0 0,0 0 0,0 0 0,2-1 0,5-3-20,0 0-1,0 0 1,1 1-1,-1 1 1,1-1 0,0 1-1,0 1 1,13-3-1,3-1-1160,-5 1-5645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5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24575,'10'5'0,"3"4"0,0 5 0,-3 3 0,-3 1 0,-3-2-8191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41 24575,'-6'10'0,"0"0"0,1 1 0,0-1 0,1 2 0,-4 11 0,7-20 0,1 0 0,-1 0 0,0 0 0,1 1 0,0-1 0,0 0 0,0 0 0,0 1 0,1-1 0,-1 0 0,1 0 0,0 1 0,0-1 0,0 0 0,0 0 0,0 0 0,1 0 0,-1-1 0,1 1 0,0 0 0,0 0 0,0-1 0,3 4 0,2-1 0,0 1 0,1-1 0,0 0 0,0-1 0,0 0 0,0 0 0,0 0 0,1-1 0,16 3 0,-14-3 0,0-2 0,0 1 0,0-1 0,0-1 0,1 0 0,-1-1 0,19-3 0,-26 3 0,0 0 0,-1 0 0,1 0 0,0-1 0,0 1 0,-1-1 0,1 0 0,-1 0 0,1 0 0,-1-1 0,0 1 0,0-1 0,0 0 0,4-5 0,-3 2 0,0-1 0,0 0 0,0 0 0,-1 0 0,0-1 0,2-9 0,-4 19 0,-1 1 0,0-1 0,0 0 0,1 0 0,0 1 0,-1-1 0,1 0 0,0 0 0,0 0 0,0 0 0,1 2 0,1 1 0,-1-1 0,1 0 0,0 0 0,0 0 0,6 6 0,-2-4 0,1-1 0,0 0 0,0-1 0,0 1 0,0-2 0,1 1 0,-1-1 0,14 3 0,-7-3 0,1 0 0,0-1 0,-1-1 0,18 0 0,-27-1 0,1-1 0,-1 0 0,1 0 0,-1 0 0,1-1 0,-1 0 0,0 0 0,0 0 0,0-1 0,0 0 0,9-6 0,-12 7 0,0-1 0,0 0 0,0 1 0,0-1 0,0 0 0,-1-1 0,1 1 0,-1 0 0,0-1 0,0 1 0,0-1 0,-1 0 0,1 1 0,-1-1 0,0 0 0,0 0 0,0 0 0,0 0 0,0-7 0,-1 5 9,0 0-1,-1-1 1,0 1-1,1 0 1,-2 0 0,1-1-1,-1 1 1,0 0-1,0 0 1,-1 1-1,0-1 1,0 0-1,-5-6 1,3 6-144,0 0 0,0 0 0,-1 0 0,0 1 0,0 0 0,-1 0 0,1 1 0,-1-1 0,0 1 0,-9-3 0,3 2-6691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12 24575,'-3'-2'0,"-1"0"0,0 1 0,0-1 0,-1 1 0,1 0 0,0 0 0,0 0 0,-1 1 0,-6 0 0,9 0 0,1 0 0,-1 0 0,0 0 0,0 1 0,1-1 0,-1 1 0,0-1 0,1 1 0,-1 0 0,0-1 0,1 1 0,-1 0 0,1 0 0,-1 0 0,1 1 0,0-1 0,0 0 0,-1 0 0,1 1 0,0-1 0,0 0 0,0 1 0,0-1 0,0 1 0,0 2 0,-4 8 0,2 0 0,0 1 0,0-1 0,1 1 0,1-1 0,-1 14 0,2-5 0,1-1 0,7 41 0,3-21 0,1-1 0,2 0 0,26 50 0,-26-60 0,-6-11 20,1 0 0,1-1 0,0 0 0,2-1 0,24 28 0,-30-37-119,1-1 0,0 0 0,0 0 0,1-1 0,-1 0 0,1 0 0,1 0 0,-1-1 0,0-1 0,1 1 0,0-2 0,0 1 0,0-1 0,16 2 0,-12-3-6727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90 24575,'0'0'0,"-1"0"0,1 0 0,0 0 0,0 0 0,0 0 0,0 0 0,-1 0 0,1 0 0,0 0 0,0 0 0,0 0 0,-1 0 0,1 0 0,0 0 0,0 0 0,0 0 0,0 0 0,-1 0 0,1 0 0,0 0 0,0 0 0,0 1 0,0-1 0,0 0 0,-1 0 0,1 0 0,0 0 0,0 0 0,0 0 0,0 1 0,0-1 0,0 0 0,0 0 0,0 0 0,0 0 0,-1 1 0,1-1 0,0 0 0,0 0 0,0 0 0,0 0 0,0 1 0,0-1 0,5 10 0,10 6 0,-4-7 0,5 6 0,29 21 0,-40-33 0,0 1 0,0-2 0,1 1 0,-1 0 0,1-1 0,-1 0 0,1-1 0,0 1 0,-1-1 0,1 0 0,7 0 0,-12-1 0,0 0 0,0 0 0,0 0 0,1 0 0,-1 0 0,0 0 0,0 0 0,0-1 0,0 1 0,0 0 0,1-1 0,-1 1 0,0-1 0,0 0 0,0 1 0,0-1 0,0 0 0,0 0 0,-1 1 0,3-3 0,-3 2 0,1-1 0,0 0 0,0 1 0,0-1 0,-1 0 0,1 0 0,-1 1 0,1-1 0,-1 0 0,0 0 0,0 0 0,0-2 0,0-5 0,-1-1 0,-1 0 0,0 1 0,-3-11 0,3 13 0,-3-10 0,3 11 0,-1-1 0,2 0 0,-1 0 0,1 0 0,-1-7 0,2 12 0,0 1 0,0 0 0,1-1 0,-1 1 0,0-1 0,0 1 0,1-1 0,-1 1 0,1 0 0,-1-1 0,1 1 0,-1 0 0,1-1 0,0 1 0,0 0 0,0 0 0,0 0 0,0 0 0,0 0 0,0 0 0,0 0 0,0 0 0,0 0 0,0 0 0,1 0 0,-1 1 0,0-1 0,1 1 0,2-2 0,2 1 0,0 0 0,1 0 0,-1 0 0,0 0 0,1 1 0,-1 0 0,1 1 0,-1 0 0,0 0 0,9 2 0,9 4 0,30 12 0,-34-11 0,177 71 0,-197-79-8,24 13 137,-22-13-216,-1 1-1,0 0 1,0 0-1,0 0 1,0 0 0,0 0-1,0 0 1,0 0-1,0 0 1,0 0-1,0 0 1,-1 0 0,1 0-1,0 1 1,-1-1-1,1 2 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8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11 24575,'-19'-2'0,"-10"-1"0,-4 0 0,1 0 0,3 4 0,5 1 0,0 0 0,3 1 0,2-2 0,3 3 0,-3 0 0,1 0 0,1-2 0,3 0-8191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49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24575,'6'24'0,"2"0"0,0 0 0,2-1 0,0 0 0,19 28 0,-22-39 0,2 0 0,0 0 0,0-1 0,1 0 0,0-1 0,1 0 0,0-1 0,1 0 0,0 0 0,20 10 0,-28-17 0,1 0 0,-1-1 0,0 1 0,1-1 0,0 0 0,-1 0 0,1 0 0,0-1 0,8 1 0,-11-1 0,0-1 0,0 1 0,0 0 0,-1-1 0,1 1 0,0-1 0,0 1 0,0-1 0,0 0 0,0 0 0,-1 0 0,1 0 0,0 0 0,-1 0 0,1-1 0,-1 1 0,0 0 0,1-1 0,-1 1 0,0-1 0,0 0 0,1 1 0,-1-1 0,-1 0 0,2-2 0,2-6 0,-1 0 0,0 0 0,-1 0 0,0 0 0,-1-1 0,0-15 0,-1 2 0,-7-39 0,6 60 0,1 1 0,0 0 0,0 0 0,-1-1 0,1 1 0,1 0 0,-1 0 0,0-1 0,2-3 0,-2 5 0,0 1 0,0 0 0,1-1 0,-1 1 0,0 0 0,0-1 0,1 1 0,-1 0 0,0-1 0,1 1 0,-1 0 0,0-1 0,1 1 0,-1 0 0,1 0 0,-1-1 0,0 1 0,1 0 0,-1 0 0,1 0 0,1 0 0,-1 0 0,0 0 0,0 0 0,0 0 0,1 0 0,-1 0 0,0 0 0,0 1 0,0-1 0,0 0 0,2 2 0,7 3 0,-1 1 0,1 0 0,-1 0 0,-1 1 0,1 0 0,14 17 0,-11-11 0,23 17 0,-30-26 0,0-1 0,0 0 0,0 0 0,0 0 0,1-1 0,-1 0 0,1 0 0,11 2 0,-12-3 0,0 0 0,0 0 0,1-1 0,-1 0 0,1 0 0,-1-1 0,0 1 0,1-1 0,-1 0 0,0 0 0,0-1 0,8-3 0,-10 3 0,0 0 0,0 0 0,0 0 0,0 0 0,0 0 0,-1-1 0,1 0 0,-1 1 0,0-1 0,0 0 0,0 0 0,0 0 0,0 0 0,0-1 0,-1 1 0,0 0 0,0-1 0,0 1 0,1-7 0,1-11 0,-2 15 0,-1 0 0,1 0 0,0 0 0,1 0 0,0 0 0,3-8 0,-4 13 0,0-1 0,0 1 0,0 0 0,0 0 0,0-1 0,0 1 0,0 0 0,1 0 0,-1 0 0,0 0 0,1 0 0,-1 1 0,1-1 0,-1 0 0,1 1 0,-1-1 0,1 1 0,-1-1 0,1 1 0,-1 0 0,1 0 0,0-1 0,-1 1 0,1 0 0,-1 0 0,1 1 0,0-1 0,-1 0 0,4 1 0,4 2 0,-1-1 0,1 1 0,-1 1 0,0-1 0,0 1 0,0 1 0,8 5 0,50 42 0,-33-24 0,-27-23-115,9 6-510,17 19 0,-21-18-6201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1:50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24575,'5'-7'0,"0"1"0,0-1 0,0 1 0,1 0 0,0 0 0,0 1 0,7-6 0,-10 9 0,0 1 0,0-1 0,0 0 0,0 1 0,0 0 0,1 0 0,-1 0 0,0 0 0,1 0 0,-1 1 0,1-1 0,-1 1 0,1 0 0,-1 0 0,1 0 0,-1 1 0,0-1 0,1 1 0,3 1 0,5 2 0,0 1 0,0 1 0,0 0 0,18 13 0,42 36 0,-37-27 0,-23-19 0,166 138 0,-157-126 0,0 0 0,-2 1 0,0 1 0,-2 1 0,27 46 0,-39-61 0,-1 2 0,0-1 0,0 0 0,-1 1 0,0-1 0,-1 1 0,0 0 0,-1 0 0,0 19 0,-1-22 0,-1-1 0,0 1 0,-1-1 0,1 1 0,-2-1 0,1 1 0,-1-1 0,0 0 0,0 0 0,-1 0 0,0-1 0,0 1 0,-1-1 0,-7 9 0,-2-2-170,0 0-1,-1-1 0,-1-1 1,0 0-1,0-1 0,-1 0 1,-25 9-1,14-8-6655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24575,'-13'-21'0,"11"17"0,7 14 0,92 183 0,20 34 0,-83-163 0,13 24 0,-45-82 75,-7-9-1515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24575,'15'-3'0,"9"0"0,4 0 0,2 0 0,-3 1 0,-2 1 0,-1 1 0,-2 0 0,-3-3 0,-1 0 0,-2-3 0,-4-2 0,0-2 0,-4-2 0,-2-2 0,-3 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24575,'1'3'0,"-1"0"0,1 0 0,0 0 0,0 0 0,0 0 0,0 0 0,0-1 0,1 1 0,1 3 0,3 5 0,26 53 0,2-2 0,44 59 0,22 36 0,-62-96 0,-37-59 37,-3-4-1439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47 24575,'-3'-5'0,"-1"-1"0,0 1 0,0-1 0,0 1 0,0 0 0,-8-7 0,11 12 0,1 0 0,0 0 0,0-1 0,-1 1 0,1 0 0,0 0 0,-1-1 0,1 1 0,0 0 0,-1 0 0,1 0 0,0 0 0,-1 0 0,1-1 0,0 1 0,-1 0 0,1 0 0,0 0 0,-1 0 0,1 0 0,0 0 0,-1 0 0,1 0 0,-1 0 0,1 1 0,0-1 0,-1 0 0,1 0 0,0 0 0,-1 0 0,0 1 0,1-1 0,-1 1 0,1 0 0,-1 0 0,1-1 0,0 1 0,-1 0 0,1 0 0,0 0 0,-1 0 0,1 0 0,0-1 0,0 3 0,0 31 0,1-31 0,10 90 0,25 95 0,-15-87 0,-14-66 0,1 0 0,2 0 0,1-1 0,2-1 0,29 55 0,-39-83 10,0 0 0,1 0 0,0 0 0,-1-1 0,1 0 0,1 0 0,-1 0 0,1 0 0,-1 0 0,1-1 0,9 5 0,-10-7-84,-1 1-1,1-1 1,0 0 0,-1 0 0,1 0-1,0 0 1,0-1 0,0 1 0,-1-1-1,1 0 1,0-1 0,0 1 0,0 0-1,-1-1 1,1 0 0,0 0 0,-1 0-1,1 0 1,3-3 0,6-2-6752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6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17 189 24575,'2'1'0,"-1"0"0,1-1 0,-1 1 0,1 0 0,-1 0 0,1-1 0,0 1 0,-1-1 0,1 0 0,0 1 0,-1-1 0,1 0 0,0 0 0,0 0 0,-1 0 0,1 0 0,0 0 0,3-1 0,31-10 0,-23 6 0,0 0 0,0-2 0,20-12 0,-28 16 0,-1-1 0,1 1 0,-1 0 0,0-1 0,0 0 0,-1 0 0,1 0 0,-1-1 0,0 1 0,0-1 0,0 1 0,3-11 0,-5 13 0,0 0 0,-1 0 0,1 0 0,-1-1 0,0 1 0,0 0 0,0 0 0,0-1 0,0 1 0,0 0 0,-1 0 0,1 0 0,-1-1 0,1 1 0,-1 0 0,0 0 0,-1-3 0,0 2 0,0 0 0,0 1 0,-1-1 0,1 1 0,0 0 0,-1-1 0,1 1 0,-1 0 0,0 0 0,-5-2 0,2 1 0,0 0 0,0 1 0,0 0 0,0 1 0,0-1 0,0 1 0,0 0 0,-1 1 0,1-1 0,0 1 0,-1 1 0,-6 0 0,9 0 0,-1 0 0,1 0 0,0 1 0,0-1 0,0 1 0,0 0 0,0 0 0,0 0 0,0 1 0,1 0 0,-1-1 0,1 1 0,0 0 0,0 1 0,0-1 0,-3 5 0,2-3 0,1 1 0,1-1 0,-1 1 0,1 0 0,0 0 0,0 0 0,1 0 0,0 0 0,0 0 0,0 0 0,1 8 0,-1-5 0,1 0 0,1 0 0,0 0 0,0 0 0,1 0 0,0 0 0,0 0 0,1 0 0,0-1 0,1 1 0,0-1 0,0 0 0,1 0 0,0 0 0,0-1 0,1 0 0,10 12 0,-4-8 0,1-1 0,0 0 0,0-1 0,1 0 0,1-1 0,-1 0 0,1-1 0,0-1 0,1 0 0,-1-1 0,1-1 0,0-1 0,0 0 0,0-1 0,19 0 0,-25-2 30,0 0 0,0-1 0,15-2 0,-22 2-113,0 1 1,0-1-1,0 0 1,-1 0-1,1 0 1,-1 0-1,1 0 1,-1-1-1,1 1 1,-1-1-1,0 0 1,1 1-1,-1-1 1,0 0-1,0 0 1,0 0-1,1-3 1,1-4-6744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7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24575,'-1'1'0,"0"1"0,0-1 0,1 0 0,-1 1 0,0-1 0,1 1 0,-1-1 0,1 1 0,0-1 0,-1 1 0,1-1 0,0 1 0,0-1 0,0 1 0,0 0 0,0-1 0,0 1 0,1-1 0,0 4 0,11 30 0,-10-30 0,11 24 0,1-2 0,35 50 0,-33-52 0,18 21 0,39 43 0,-67-82 0,-2-3 0,-1 0 0,0 0 0,0 1 0,3 6 0,-5-11 0,-1 1 0,0-1 0,1 1 0,-1-1 0,0 1 0,0-1 0,0 1 0,1-1 0,-1 1 0,0-1 0,0 1 0,0-1 0,0 1 0,0-1 0,0 1 0,0 0 0,0-1 0,0 1 0,0-1 0,-1 1 0,1-1 0,0 1 0,0-1 0,0 1 0,-1-1 0,1 1 0,0-1 0,0 1 0,-1-1 0,1 1 0,0-1 0,-1 0 0,1 1 0,-1-1 0,1 0 0,-1 1 0,1-1 0,0 0 0,-1 1 0,1-1 0,-1 0 0,0 0 0,1 1 0,-1-1 0,1 0 0,-1 0 0,1 0 0,-1 0 0,1 0 0,-1 0 0,1 0 0,-1 0 0,0 0 0,0 0 0,-5-1 0,0 0 0,0 0 0,0 0 0,0-1 0,0 1 0,0-2 0,1 1 0,-1 0 0,-8-6 0,-9-4 0,18 10 0,-1 0 0,1 0 0,0 0 0,0-1 0,0 0 0,-8-6 0,12 8 0,-1 0 0,1 0 0,0-1 0,0 1 0,0 0 0,1-1 0,-1 1 0,0 0 0,0-1 0,1 1 0,-1-1 0,1 0 0,-1 1 0,1-1 0,0 1 0,-1-1 0,1 1 0,0-1 0,0 0 0,0 1 0,1-1 0,-1 0 0,0 1 0,0-1 0,1-1 0,2-5 23,0 0 0,1 0 0,5-11 0,-5 13-266,-1 0 0,0 0 0,0-1 0,-1 1 1,4-14-1,-5 8-6583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24575,'0'-22'0,"3"-5"0,0 5 0,0 8 0,-1 9 0,0 8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8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5 168 24575,'-2'5'0,"1"0"0,1 0 0,-1 0 0,1 0 0,0 0 0,0 0 0,0 0 0,1 0 0,-1 0 0,1 0 0,0 0 0,1-1 0,-1 1 0,1 0 0,0 0 0,1-1 0,4 9 0,-1-5 0,0 1 0,0-1 0,1 0 0,0 0 0,1-1 0,0 0 0,13 10 0,-17-14 0,0-1 0,0 0 0,0 0 0,0 0 0,0-1 0,0 1 0,1-1 0,-1 0 0,1 0 0,-1 0 0,1-1 0,-1 0 0,0 0 0,1 0 0,-1 0 0,1 0 0,-1-1 0,7-2 0,-7 2 0,-1 0 0,0-1 0,0 1 0,1-1 0,-1 0 0,0 0 0,0 0 0,-1 0 0,1-1 0,0 1 0,-1-1 0,1 1 0,-1-1 0,0 0 0,0 0 0,0 0 0,0 0 0,-1-1 0,1 1 0,-1 0 0,0-1 0,0 1 0,1-5 0,-2 3 0,3-11 0,-3 16 0,0 0 0,0 0 0,0-1 0,0 1 0,0 0 0,0 0 0,0 0 0,0 0 0,0-1 0,0 1 0,0 0 0,0 0 0,0 0 0,0 0 0,0-1 0,0 1 0,0 0 0,0 0 0,0 0 0,0 0 0,0 0 0,0-1 0,0 1 0,1 0 0,-1 0 0,0 0 0,0 0 0,0 0 0,0 0 0,0 0 0,0-1 0,1 1 0,-1 0 0,0 0 0,0 0 0,0 0 0,0 0 0,0 0 0,1 0 0,-1 0 0,0 0 0,0 0 0,0 0 0,0 0 0,1 0 0,-1 0 0,0 0 0,0 0 0,0 0 0,0 0 0,1 0 0,-1 0 0,0 0 0,0 0 0,0 0 0,0 0 0,4 4 0,-1-1 0,0 1 0,1-1 0,0 0 0,0-1 0,0 1 0,0-1 0,0 1 0,0-1 0,1-1 0,6 3 0,-7-3 0,-1-1 0,1 1 0,0-1 0,-1 0 0,1 0 0,0 0 0,-1-1 0,1 0 0,-1 1 0,1-1 0,-1 0 0,1-1 0,-1 1 0,1 0 0,4-4 0,-2 1 0,0 0 0,-1 1 0,0-2 0,0 1 0,0-1 0,0 1 0,-1-1 0,1-1 0,-1 1 0,-1 0 0,1-1 0,-1 0 0,0 0 0,3-9 0,-2 4 0,-2 1 0,1-1 0,-2 0 0,1 0 0,-1 0 0,-1-1 0,-2-20 0,2 27-68,-1 1 0,1-1-1,-1 0 1,0 1 0,-1 0 0,1-1-1,-1 1 1,0 0 0,0 0 0,0-1-1,-1 2 1,1-1 0,-1 0 0,0 0-1,0 1 1,0 0 0,0-1-1,-1 1 1,-4-3 0,-2 0-6758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19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16 24575,'-4'-12'0,"4"11"0,0 1 0,0 0 0,0 0 0,0 0 0,0 0 0,0 0 0,0 0 0,0 0 0,0 0 0,0 0 0,0 0 0,0 0 0,0 0 0,0-1 0,0 1 0,0 0 0,0 0 0,0 0 0,0 0 0,0 0 0,0 0 0,0 0 0,0 0 0,0 0 0,0 0 0,1 0 0,-1 0 0,0-1 0,0 1 0,0 0 0,0 0 0,0 0 0,0 0 0,0 0 0,0 0 0,0 0 0,0 0 0,0 0 0,0 0 0,0 0 0,0 0 0,1 0 0,-1 0 0,0 0 0,0 0 0,0 0 0,0 0 0,0 0 0,0 0 0,0 0 0,0 0 0,0 0 0,0 0 0,16 14 0,13 21 0,42 68 0,-56-81 0,128 221 0,-127-209 0,-1 1 0,-2 0 0,-1 0 0,-1 2 0,7 54 0,-15-69 24,0 0 0,-2 1 0,-1-1 0,-3 27 0,2-41-53,-1 0 1,0-1-1,0 0 0,0 1 0,-1-1 1,-7 12-1,8-14-78,-1-1 0,0 0 0,-1 0 0,1 0 0,-1-1 0,1 1 0,-1-1 0,0 0 0,0 0 0,0 0 0,-7 3 0,-2-1-6719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1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1132 43 24575,'233'-15'0,"-113"1"0,-30 0 0,-158 23 0,31-5 0,-45-1 0,-17 1 0,-94 5 0,38-3 0,-58 4 0,37-3 0,171-6 0,-389 27 0,348-25 0,31-4 0,1 2 0,-1 0 0,1 1 0,-19 5 0,33-7 0,-1 0 0,0 0 0,0 0 0,0 1 0,0-1 0,0 0 0,0 1 0,0-1 0,1 1 0,-1-1 0,0 1 0,0-1 0,1 1 0,-1 0 0,0-1 0,1 1 0,-1 0 0,0 1 0,1-1 0,0-1 0,-1 1 0,2-1 0,-1 1 0,0-1 0,0 1 0,0-1 0,0 1 0,0-1 0,0 1 0,0-1 0,1 1 0,-1-1 0,0 1 0,0-1 0,1 1 0,-1-1 0,0 0 0,1 1 0,-1-1 0,0 0 0,1 1 0,0 0 0,3 2 0,0-1 0,0 1 0,0-1 0,0 0 0,0 0 0,5 1 0,80 22 0,154 21 0,-134-28 0,-13-2 0,-22-5 0,110 31 0,-174-39 0,31 12 0,-39-14 0,0 0 0,0 0 0,-1 0 0,1 0 0,0 0 0,-1 0 0,1 0 0,-1 1 0,1-1 0,-1 0 0,0 1 0,0-1 0,1 1 0,-1 0 0,0-1 0,0 1 0,0 2 0,0-2 0,-1-1 0,0 1 0,0-1 0,0 1 0,0-1 0,-1 1 0,1-1 0,0 1 0,0-1 0,-1 0 0,1 1 0,-1-1 0,0 1 0,1-1 0,-1 0 0,0 1 0,0-1 0,0 0 0,0 0 0,0 0 0,-2 2 0,-2 2 0,0-1 0,0 0 0,-10 6 0,-12 4 0,-1-1 0,0-1 0,-36 10 0,13-5 0,-29 12 0,3 3 0,0 4 0,-84 53 0,144-78 0,0 0 0,0 2 0,1 0 0,-26 28 0,41-39 0,-1 0 0,1-1 0,0 1 0,-1 0 0,1 0 0,0 0 0,0 0 0,1 0 0,-1 0 0,0 1 0,1-1 0,-1 0 0,1 0 0,0 0 0,0 1 0,0 1 0,0-2 0,0-1 0,1 0 0,-1 1 0,0-1 0,1 1 0,0-1 0,-1 0 0,1 0 0,0 1 0,0-1 0,0 0 0,0 0 0,0 0 0,0 0 0,0 0 0,0 0 0,0 0 0,0 0 0,1 0 0,-1-1 0,0 1 0,0 0 0,1-1 0,2 1 0,10 4 0,1-1 0,-1-1 0,1-1 0,19 1 0,62-3 0,-47-1 0,136-5-465,224-36-1,-315 29-139,110 0 0,-180 13-5445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2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18 24575,'-2'-2'0,"0"0"0,0 0 0,0 0 0,-1 1 0,1-1 0,-1 1 0,1-1 0,-4 0 0,5 1 0,1 1 0,-1 0 0,1 0 0,-1 0 0,0 0 0,1 0 0,-1 0 0,1 0 0,-1 0 0,0 0 0,1 0 0,-1 0 0,1 0 0,-1 1 0,1-1 0,-1 0 0,0 0 0,1 1 0,-1-1 0,1 0 0,-1 1 0,1-1 0,-1 0 0,1 1 0,0-1 0,-1 1 0,1-1 0,-1 0 0,1 1 0,0-1 0,0 1 0,-1-1 0,1 1 0,0 0 0,0-1 0,-1 1 0,1-1 0,0 1 0,0-1 0,0 1 0,0 0 0,0-1 0,0 1 0,0-1 0,0 1 0,0 0 0,0 6 0,0 0 0,0 0 0,1-1 0,0 1 0,0 0 0,1-1 0,-1 1 0,5 8 0,26 53 0,-21-46 0,38 69 0,10 22 0,-37-61 0,-22-52 1,0 0 0,0 0 0,0 0 0,0 0 0,0 0 0,0 0 0,0 0 0,0 0-1,0 0 1,0 0 0,0 0 0,0 0 0,0 0 0,1 0 0,-1 0 0,0 0 0,0 0 0,0-1-1,0 1 1,0 0 0,0 0 0,0 0 0,0 0 0,0 0 0,0 0 0,0 0 0,0 0 0,0 0 0,1 0-1,-1 0 1,0 1 0,0-1 0,0 0 0,0 0 0,0 0 0,0 0 0,0 0 0,0 0 0,0 0 0,0 0-1,0 0 1,0 0 0,0 0 0,0 0 0,0 0 0,1-8-1085,-1 8 761,0-10-6503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24575,'-16'2'0,"0"0"0,0 2 0,1 0 0,-1 0 0,1 2 0,-23 11 0,36-17 0,1 1 0,-1 0 0,0 0 0,1 1 0,-1-1 0,1 0 0,-1 0 0,1 1 0,0-1 0,-1 1 0,1-1 0,0 1 0,0 0 0,0 0 0,0-1 0,0 1 0,1 0 0,-1 0 0,1 0 0,-1 0 0,1-1 0,-1 1 0,1 0 0,0 2 0,0-1 0,1-1 0,-1 1 0,1-1 0,0 0 0,0 0 0,0 1 0,0-1 0,0 0 0,0 0 0,1 0 0,-1 0 0,1 0 0,-1 0 0,1-1 0,0 1 0,-1 0 0,1-1 0,0 1 0,2 0 0,8 6 0,1-2 0,0 1 0,0-2 0,0 0 0,0 0 0,1-1 0,0-1 0,21 3 0,10-3 0,60-1 0,-98-2 0,35-3 0,-40 3 0,0 0 0,0-1 0,0 1 0,0-1 0,-1 1 0,1-1 0,0 0 0,0 1 0,0-1 0,-1 0 0,1 0 0,0-1 0,-1 1 0,1 0 0,-1 0 0,0-1 0,3-2 0,-4 3-52,1-1-1,-1 1 1,0 0-1,0-1 1,1 1-1,-1 0 1,0-1-1,0 1 1,0 0-1,-1-1 1,1 1-1,0 0 1,0 0-1,-1-1 1,1 1-1,-1 0 1,1 0-1,-1-1 1,1 1-1,-1 0 0,0 0 1,0 0-1,0 0 1,1 0-1,-3-2 1,-6-6-6774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31 24575,'-27'-5'0,"-13"-1"0,-4-1 0,2 2 0,6 2 0,5 1 0,7 0 0,4 2 0,4 0 0,4 0-8191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37 24575,'-27'-7'0,"-12"-3"0,-1 1 0,4 1 0,5 5 0,8 6 0,6 1 0,5 1-8191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3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61 24575,'-3'0'0,"-17"2"0,-36 7 0,51-8 0,0 1 0,0-1 0,0 1 0,1 0 0,-1 0 0,0 1 0,1-1 0,0 1 0,0 0 0,-1 0 0,2 1 0,-6 5 0,7-8 0,1 1 0,0 0 0,-1 0 0,1 0 0,0 0 0,0 0 0,0 0 0,1 1 0,-1-1 0,1 0 0,-1 0 0,1 1 0,-1-1 0,1 0 0,0 5 0,1-3 0,0-1 0,-1 1 0,1 0 0,1 0 0,-1 0 0,0-1 0,1 1 0,3 5 0,1 0 0,1 1 0,1-1 0,-1 0 0,1-1 0,12 10 0,-12-11 0,1-1 0,0 0 0,0 0 0,1 0 0,-1-2 0,1 1 0,0-1 0,1 0 0,-1-1 0,1 0 0,-1-1 0,1 0 0,0-1 0,-1 0 0,1-1 0,0 0 0,0 0 0,18-4 0,-25 3 0,-1 0 0,0 0 0,1 0 0,-1 0 0,0-1 0,0 1 0,0-1 0,0 0 0,-1 0 0,1 0 0,0 0 0,-1-1 0,1 1 0,-1-1 0,0 0 0,3-3 0,-3 2 0,0-1 0,0 1 0,0-1 0,0 1 0,-1-1 0,0 0 0,0 0 0,0 0 0,0 0 0,-1-6 0,0 0 0,-1 1 0,0 0 0,-1 0 0,0-1 0,0 1 0,-1 1 0,-1-1 0,0 0 0,0 1 0,-8-13 0,8 15-80,0 0 0,-1 1-1,0-1 1,-1 1 0,1 1-1,-1-1 1,0 1 0,0 0-1,-1 0 1,1 0 0,-1 1 0,0 0-1,-1 1 1,1 0 0,0 0-1,-12-3 1,1 3-6746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4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152 120 24575,'0'0'0,"-1"1"0,0-1 0,1 0 0,-1 1 0,0-1 0,1 0 0,-1 1 0,1-1 0,-1 1 0,1-1 0,-1 1 0,1-1 0,-1 1 0,1-1 0,-1 1 0,1-1 0,0 1 0,-1-1 0,1 1 0,0 0 0,0-1 0,-1 1 0,1 0 0,0-1 0,0 1 0,0 0 0,0 1 0,-3 21 0,3-20 0,0 8 0,0-1 0,1 1 0,0 0 0,1-1 0,0 1 0,6 16 0,1-4 0,20 39 0,-65-126 0,-64-82 0,95 138 0,-8-8 0,2 0 0,-11-21 0,19 28 0,10 11 0,12 13 0,-18-14 0,25 20 0,0-1 0,1-1 0,1-1 0,1-2 0,1-1 0,51 19 0,-44-22 0,1-2 0,0-1 0,0-2 0,0-2 0,55 1 0,-87-6 0,0 0 0,-1 0 0,1-1 0,-1 0 0,1 0 0,0 0 0,-1 0 0,0-1 0,7-2 0,-10 2 0,0 1 0,-1 0 0,1 0 0,0 0 0,-1-1 0,1 1 0,-1-1 0,1 1 0,-1-1 0,0 0 0,1 0 0,-1 0 0,0 1 0,0-1 0,0 0 0,-1 0 0,1 0 0,0 0 0,-1 0 0,0 0 0,1-1 0,-1 1 0,0 0 0,0 0 0,0 0 0,-1-4 0,0-2 0,0 1 0,-1 0 0,0-1 0,0 1 0,-1 0 0,0 0 0,0 0 0,-7-9 0,-38-49 0,46 62 0,-3-3-227,0 1-1,-1 0 1,1 0-1,-1 0 1,-12-7-1,3 3-6598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5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79 24575,'-46'-20'0,"-92"-34"0,134 53 0,1 0 0,0 0 0,0 1 0,-1-1 0,1 1 0,-1 0 0,1-1 0,0 1 0,-1 1 0,1-1 0,-1 0 0,1 1 0,0 0 0,-1 0 0,1 0 0,-5 2 0,5-1 0,1 0 0,0-1 0,0 1 0,0 0 0,0 0 0,0 1 0,0-1 0,1 0 0,-1 0 0,1 1 0,-1-1 0,1 1 0,0 0 0,0-1 0,0 1 0,0 0 0,1-1 0,-1 1 0,1 0 0,-1 3 0,0 0 0,1 1 0,0-1 0,0 1 0,0 0 0,0-1 0,1 1 0,0-1 0,1 0 0,0 1 0,-1-1 0,2 0 0,-1 0 0,1 0 0,0 0 0,0 0 0,1-1 0,0 0 0,0 1 0,0-1 0,0 0 0,1-1 0,9 8 0,-4-5 0,0 0 0,0 0 0,1-1 0,0 0 0,0-1 0,0-1 0,1 1 0,0-2 0,0 0 0,0 0 0,0-1 0,22 1 0,-32-3 0,0 0 0,0 0 0,0 0 0,0 0 0,0 0 0,0 0 0,0-1 0,0 1 0,0-1 0,0 1 0,0-1 0,0 0 0,0 0 0,-1 0 0,1 0 0,0 0 0,0 0 0,-1 0 0,1 0 0,-1-1 0,1 1 0,-1-1 0,2-1 0,-2 0 0,0 0 0,1-1 0,-1 1 0,0 0 0,-1 0 0,1-1 0,0 1 0,-1-1 0,0 1 0,0 0 0,0-1 0,0 1 0,-1-4 0,0 2 0,1 0 0,-1 0 0,0 0 0,-1 1 0,1-1 0,-1 0 0,0 1 0,0-1 0,0 1 0,-1 0 0,1 0 0,-1 0 0,-5-6 0,8 10 0,0 0 0,0 0 0,0-1 0,-1 1 0,1 0 0,0 0 0,0 0 0,0-1 0,-1 1 0,1 0 0,0 0 0,0 0 0,-1 0 0,1 0 0,0-1 0,0 1 0,-1 0 0,1 0 0,0 0 0,0 0 0,-1 0 0,1 0 0,0 0 0,0 0 0,-1 0 0,1 0 0,0 0 0,-1 0 0,1 0 0,0 0 0,0 0 0,-1 0 0,1 0 0,0 0 0,0 1 0,-1-1 0,1 0 0,0 0 0,-1 0 0,0 13 0,6 15 0,3-10 0,1 0 0,1 0 0,0-1 0,2-1 0,0 0 0,27 29 0,-28-35-1365,-1-2-5461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6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24575,'7'43'0,"12"44"0,-13-66 0,2 1 0,0-1 0,21 36 0,-12-28 0,1-2 0,1 0 0,24 25 0,-33-43-1365,-2-3-5461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 24575,'-32'5'0,"1"1"0,0 2 0,-46 19 0,72-25 0,1 0 0,0 0 0,0 0 0,0 1 0,0 0 0,1 0 0,-6 5 0,8-7 0,0 0 0,1 0 0,-1 0 0,0-1 0,1 1 0,-1 0 0,1 0 0,-1 0 0,1 0 0,0 1 0,-1-1 0,1 0 0,0 0 0,0 0 0,0 0 0,-1 0 0,1 0 0,0 0 0,1 0 0,-1 1 0,0-1 0,0 0 0,0 0 0,1 0 0,-1 0 0,0 0 0,1 0 0,-1 0 0,1 0 0,-1 0 0,1 0 0,0 0 0,-1 0 0,1-1 0,0 1 0,1 1 0,1 1 0,1 0 0,0 0 0,0-1 0,0 1 0,0-1 0,1 0 0,-1 0 0,1 0 0,-1-1 0,10 2 0,4 1 0,26 0 0,-43-4 0,50 1 0,0-3 0,95-14 0,-89 8 0,-41 6-1365,-3 1-5461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18 213 24575,'4'0'0,"-1"0"0,1-1 0,-1 0 0,0 0 0,6-2 0,9-2 0,-9 4 0,1-1 0,0 0 0,13-4 0,-21 6 0,0-1 0,1 0 0,-1 0 0,1-1 0,-1 1 0,0 0 0,0-1 0,0 1 0,0-1 0,0 0 0,0 0 0,0 0 0,2-4 0,0 2 0,-1-1 0,1 0 0,0 1 0,0 0 0,1 0 0,-1 0 0,1 0 0,0 1 0,0 0 0,6-3 0,20-15 0,-29 20 0,-1 1 0,0-1 0,0 0 0,1 0 0,-1 0 0,0 0 0,0-1 0,0 1 0,0 0 0,0 0 0,-1-1 0,1 1 0,0 0 0,0-1 0,-1 1 0,1-1 0,-1 1 0,0 0 0,1-1 0,-1 1 0,0-1 0,0 0 0,0 1 0,0-1 0,0 1 0,0-1 0,0 1 0,0-1 0,-1 1 0,1-1 0,0 1 0,-1-1 0,0 1 0,1 0 0,-1-1 0,0 1 0,-1-3 0,-1 0 0,-1 1 0,1 0 0,0 0 0,-1 0 0,0 0 0,1 0 0,-1 1 0,-1-1 0,1 1 0,0 0 0,-6-2 0,1 1 0,1 1 0,-1 0 0,-14-2 0,18 4 0,1 0 0,0 0 0,-1 0 0,1 1 0,0-1 0,-1 1 0,1 1 0,0-1 0,-6 3 0,-11 4 0,14-5 0,0 0 0,0 0 0,0 0 0,-10 7 0,15-8 0,0 0 0,0-1 0,0 1 0,0 0 0,1 0 0,-1 0 0,1 0 0,-1 1 0,1-1 0,0 0 0,0 1 0,0-1 0,0 1 0,0-1 0,1 1 0,-1-1 0,0 5 0,0 8 0,0 1 0,0 0 0,2 0 0,0-1 0,4 20 0,-5-32 0,1 0 0,0 0 0,1 0 0,-1-1 0,0 1 0,1 0 0,0-1 0,-1 1 0,1-1 0,0 0 0,0 1 0,1-1 0,-1 0 0,0 0 0,1-1 0,-1 1 0,1 0 0,0-1 0,-1 0 0,6 2 0,4 1 0,0 0 0,0-2 0,22 3 0,-11-2 0,19 3 0,0-3 0,84-4 0,-72-8-1365,-40 7-5461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9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24575,'26'82'0,"5"-2"0,2-1 0,4-1 0,61 93 0,-86-153 0,-6-9 0,-1-1 0,0 1 0,0 1 0,0-1 0,5 19 0,-9-27 0,-1 0 0,0 0 0,0 0 0,0-1 0,0 1 0,1 0 0,-1 0 0,0 0 0,0-1 0,0 1 0,-1 0 0,1 0 0,0 0 0,0-1 0,0 1 0,-1 0 0,1 0 0,0-1 0,-1 1 0,1 0 0,0 0 0,-1-1 0,1 1 0,-2 1 0,1-2 0,0 1 0,0-1 0,0 0 0,0 1 0,0-1 0,0 0 0,0 1 0,0-1 0,0 0 0,0 0 0,0 0 0,-1 0 0,1 0 0,0 0 0,-2-1 0,-3 0 0,-1-1 0,0 0 0,0 0 0,-8-5 0,9 4 0,-20-9 0,0-2 0,-35-24 0,54 33 0,1 0 0,0 0 0,0 0 0,1-1 0,-1 0 0,1 0 0,0 0 0,1-1 0,0 1 0,0-1 0,0 0 0,1 0 0,0-1 0,-3-9 0,6 15 0,-1 0 0,1 1 0,-1-1 0,1 0 0,0 0 0,0 1 0,0-1 0,0 0 0,0 0 0,0 1 0,1-1 0,-1 0 0,1 0 0,-1 1 0,1-1 0,-1 1 0,1-1 0,0 0 0,0 1 0,0-1 0,0 1 0,0 0 0,0-1 0,2-1 0,0 1 0,0 0 0,0 0 0,0 1 0,1-1 0,-1 1 0,0 0 0,1-1 0,-1 2 0,1-1 0,-1 0 0,5 0 0,19-1-294,44 2-1,-58 1-481,4-1-6050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29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23 24575,'-5'-7'0,"-1"0"0,2 1 0,2 4 0,2 5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0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7 167 24575,'-1'3'0,"0"-1"0,0 0 0,0 1 0,0-1 0,1 0 0,0 1 0,-1-1 0,1 1 0,0-1 0,0 1 0,0-1 0,0 1 0,1-1 0,-1 1 0,1-1 0,-1 0 0,1 1 0,0-1 0,0 0 0,0 1 0,0-1 0,0 0 0,1 0 0,-1 0 0,1 0 0,-1 0 0,1 0 0,0 0 0,2 1 0,0 0 0,0 1 0,0-1 0,1 0 0,0 0 0,0 0 0,0 0 0,0-1 0,0 0 0,0 0 0,0-1 0,1 1 0,5 0 0,2-1 0,0 0 0,0-1 0,-1 0 0,1 0 0,0-2 0,13-2 0,-23 3 0,0-1 0,-1 1 0,1 0 0,0-1 0,-1 1 0,1-1 0,-1 0 0,0 0 0,0 0 0,1 0 0,-1 0 0,-1-1 0,1 1 0,2-4 0,-3 4 0,0 0 0,0 0 0,0 0 0,0 0 0,0 0 0,0 0 0,-1 0 0,1 0 0,-1-1 0,0 1 0,1 0 0,-1 0 0,0-1 0,0 1 0,0 0 0,-1 0 0,1-1 0,-1 1 0,0-3 0,-3 1 0,2 10 0,1 9 0,2-12 0,0 0 0,1 0 0,-1-1 0,1 1 0,-1-1 0,1 1 0,0-1 0,-1 1 0,1-1 0,1 0 0,-1 0 0,0 0 0,0 0 0,1 0 0,-1-1 0,1 1 0,0-1 0,4 3 0,2-1 0,-1 1 0,1-1 0,0-1 0,17 3 0,-11-3 0,1 0 0,-1-1 0,0-1 0,1-1 0,15-2 0,-26 3 0,-1-1 0,1 0 0,-1-1 0,1 1 0,-1-1 0,0 1 0,1-1 0,-1 0 0,0-1 0,0 1 0,-1-1 0,1 0 0,-1 0 0,1 0 0,-1 0 0,0 0 0,0-1 0,0 0 0,0 1 0,-1-1 0,3-5 0,-2 2-52,0 0-1,-1-1 1,0 1-1,0-1 1,0 0-1,-1 0 1,0 0-1,-1 0 1,0 1-1,0-1 1,-1 0-1,0 0 1,0 0-1,0 0 1,-1 1-1,-1-1 1,1 1-1,-1-1 1,0 1-1,-1 0 1,0 0-1,0 0 0,0 1 1,-1-1-1,-6-5 1,2 3-6774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1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24575,'-1'1'0,"1"0"0,-1 0 0,1 0 0,-1 0 0,1-1 0,0 1 0,-1 0 0,1 0 0,0 0 0,0 0 0,0 0 0,0 0 0,0 0 0,0 0 0,0 0 0,0 0 0,0 2 0,6 21 0,-4-17 0,126 385 0,-119-367 0,15 45-1365,-20-58-5461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0 24575,'-5'3'0,"-16"11"0,-31 27 0,47-37 0,-1 2 0,1-1 0,0 1 0,1-1 0,-1 1 0,1 1 0,1-1 0,-1 0 0,1 1 0,-3 8 0,5-13 0,0 0 0,1 1 0,-1-1 0,1 0 0,0 1 0,-1-1 0,1 1 0,0-1 0,0 1 0,1-1 0,-1 0 0,0 1 0,1-1 0,0 0 0,-1 1 0,1-1 0,0 0 0,0 0 0,0 1 0,1-1 0,-1 0 0,0 0 0,1 0 0,-1-1 0,1 1 0,0 0 0,0-1 0,-1 1 0,4 1 0,0 0 0,1 0 0,-1 0 0,1 0 0,-1-1 0,1 0 0,0-1 0,0 1 0,0-1 0,0 0 0,9 0 0,169-4 0,-87-9-1365,-84 10-5461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61 235 24575,'5'-1'0,"0"0"0,1 0 0,-1-1 0,0 1 0,0-1 0,0 0 0,0-1 0,5-2 0,10-5 0,61-17 0,-57 20 0,0-1 0,-1-1 0,26-13 0,-47 21 0,0-1 0,0 1 0,0 0 0,0 0 0,0-1 0,0 1 0,-1-1 0,1 0 0,-1 0 0,1 1 0,-1-1 0,1 0 0,-1 0 0,0 0 0,0 0 0,0-1 0,0 1 0,-1 0 0,1 0 0,0-1 0,-1 1 0,0 0 0,1-3 0,-1 2 0,-1 0 0,1 0 0,-1 1 0,0-1 0,1 0 0,-1 1 0,0-1 0,-1 1 0,1-1 0,0 1 0,-1-1 0,1 1 0,-1 0 0,0 0 0,0 0 0,0 0 0,0 0 0,0 0 0,-3-2 0,-4-1 0,0 0 0,-1 0 0,1 1 0,-1 1 0,1-1 0,-1 2 0,0-1 0,-1 1 0,1 1 0,0 0 0,0 0 0,-1 1 0,1 0 0,-12 2 0,19-1 0,-1 0 0,1-1 0,-1 2 0,1-1 0,0 0 0,0 1 0,0-1 0,0 1 0,0 0 0,0 0 0,0 0 0,0 0 0,1 0 0,-5 6 0,-2 3 0,1 1 0,-11 18 0,13-19 0,-1 0 0,-11 14 0,-5-5 0,18-16 0,0 1 0,0-1 0,0 1 0,1-1 0,-6 9 0,10-12 0,0-1 0,0 1 0,0 0 0,-1 0 0,1-1 0,0 1 0,0 0 0,0 0 0,0-1 0,0 1 0,1 0 0,-1 0 0,0-1 0,0 1 0,0 0 0,1 0 0,-1-1 0,0 1 0,1 0 0,-1-1 0,0 1 0,1 0 0,-1-1 0,1 1 0,-1-1 0,1 1 0,-1-1 0,1 1 0,0-1 0,0 1 0,21 14 0,-21-14 0,17 10 0,1-1 0,0-1 0,0-1 0,1-1 0,0 0 0,30 5 0,-46-11-25,121 16 173,-106-16-445,1-1-1,-1 0 0,0-2 1,30-5-1,-37 5-6528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3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0 24575,'-20'0'0,"-8"3"0,-3 3 0,2 2 0,4 4 0,3-2 0,3 1 0,5-1-8191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4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27 24575,'-2'-2'0,"-1"-2"0,0 0 0,0 1 0,0-1 0,0 1 0,-4-3 0,7 6 0,0 0 0,0 0 0,0 0 0,0 0 0,0 1 0,0-1 0,0 0 0,0 0 0,0 0 0,0 0 0,0 0 0,0 0 0,0 0 0,0 1 0,0-1 0,0 0 0,0 0 0,0 0 0,0 0 0,0 0 0,0 0 0,0 0 0,0 0 0,0 1 0,0-1 0,0 0 0,0 0 0,-1 0 0,1 0 0,0 0 0,0 0 0,0 0 0,0 0 0,0 0 0,0 0 0,0 0 0,0 0 0,0 0 0,-1 0 0,1 0 0,0 0 0,0 0 0,0 1 0,0-1 0,0 0 0,0 0 0,0 0 0,-1 0 0,1-1 0,0 1 0,0 0 0,0 0 0,0 0 0,0 0 0,0 0 0,4 11 0,28 43 0,1 0 0,3-3 0,70 77 0,-89-108 0,27 28 0,68 99 0,-111-144 0,1 0 0,0 0 0,-1-1 0,0 1 0,0 0 0,0 0 0,0 0 0,0 0 0,0 6 0,-1-8 0,0 0 0,0 0 0,0 0 0,0 0 0,0 0 0,-1 0 0,1 0 0,0 0 0,-1 0 0,1 0 0,-1 0 0,1 0 0,-1-1 0,1 1 0,-1 0 0,0 0 0,1 0 0,-1-1 0,0 1 0,0 0 0,1-1 0,-1 1 0,0-1 0,0 1 0,0-1 0,0 1 0,0-1 0,0 1 0,0-1 0,0 0 0,0 0 0,0 1 0,-1-1 0,-6 1 0,0 0 0,0-1 0,0 0 0,-1 0 0,1-1 0,0 0 0,-11-3 0,-58-18 0,56 14 0,10 5 0,-15-5 0,-33-16 0,52 20 0,0 1 0,1-1 0,-1 0 0,1-1 0,0 0 0,0 0 0,0 0 0,1 0 0,-8-11 0,12 15 5,0-1 0,0 0 0,0 0-1,0 0 1,0 0 0,1 0 0,-1-1-1,0 1 1,1 0 0,0 0 0,-1 0-1,1 0 1,0-1 0,0 1 0,1 0-1,-1 0 1,0 0 0,1-1 0,-1 1-1,1 0 1,0 0 0,-1 0 0,3-3 0,1-3-266,1 1 1,0-1-1,0 1 1,9-9 0,-13 14 82,7-7-6648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4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24575,'3'-5'0,"2"1"0,4 3 0,0 8 0,-2 4 0,1 3 0,-1-1-8191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24575,'11'9'0,"0"0"0,1-1 0,0 0 0,1-1 0,-1-1 0,18 7 0,-6-3 0,-11-3 0,48 19 0,-53-23 0,-1-1 0,1 0 0,0 0 0,0 0 0,16 0 0,-22-2 0,-1 0 0,1 0 0,-1 0 0,1 0 0,0-1 0,-1 1 0,1 0 0,-1-1 0,1 1 0,-1-1 0,1 1 0,-1-1 0,1 0 0,-1 1 0,0-1 0,1 0 0,-1 0 0,0 0 0,0 0 0,1-1 0,-1 1 0,0 0 0,0 0 0,0-1 0,0 1 0,-1 0 0,1-1 0,0 1 0,-1-1 0,1 1 0,-1-1 0,1 1 0,-1-1 0,0 1 0,1-1 0,-1 0 0,0 1 0,0-1 0,0-1 0,-1-6 0,0 0 0,0 1 0,-1-1 0,0 1 0,-6-15 0,11 26 0,-1 0 0,1 0 0,0-1 0,0 1 0,0-1 0,1 0 0,-1 0 0,5 2 0,36 19 0,-26-16 0,0-1 0,0-1 0,0 0 0,1-1 0,0-1 0,0-1 0,0-1 0,36-2 0,-49 1 0,-1-1 0,1 0 0,-1 0 0,1-1 0,-1 1 0,1-1 0,-1 0 0,0-1 0,7-3 0,-11 5 0,1 0 0,0-1 0,-1 1 0,1 0 0,-1-1 0,1 1 0,-1-1 0,1 1 0,-1-1 0,0 0 0,0 0 0,0 0 0,0 1 0,0-1 0,0 0 0,-1 0 0,1 0 0,-1 0 0,1 0 0,-1-1 0,0 1 0,0 0 0,0 0 0,0 0 0,0 0 0,0 0 0,-1-4 0,-2-2-54,1 1-1,-2-1 0,1 1 1,-1 0-1,0 0 1,0 0-1,-1 0 0,0 1 1,0-1-1,-1 1 1,0 1-1,0-1 0,0 1 1,0 0-1,-1 1 0,0-1 1,0 1-1,0 0 1,-1 1-1,1 0 0,-1 0 1,1 1-1,-1 0 1,-13-2-1,6 3-6771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5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24575,'2'-2'0,"0"1"0,1 0 0,-1 0 0,0 0 0,1 0 0,-1 1 0,1-1 0,-1 1 0,1-1 0,-1 1 0,1 0 0,0 0 0,-1 0 0,1 0 0,-1 0 0,1 1 0,-1-1 0,1 1 0,-1-1 0,1 1 0,-1 0 0,5 3 0,3 1 0,1 2 0,-2-1 0,17 15 0,-12-9 0,0 0 0,-11-9 0,0 1 0,1-1 0,0 0 0,-1 0 0,1-1 0,0 1 0,0-1 0,8 3 0,-12-5 0,1 0 0,-1 0 0,1 0 0,-1 0 0,1 0 0,-1 0 0,1 0 0,-1 0 0,1 0 0,-1 0 0,1 0 0,-1 0 0,1 0 0,-1 0 0,0 0 0,1 0 0,-1-1 0,1 1 0,-1 0 0,1 0 0,-1-1 0,1 1 0,-1 0 0,0-1 0,1 0 0,0 0 0,0 0 0,-1 0 0,1 0 0,0-1 0,-1 1 0,1 0 0,-1 0 0,0-1 0,1-1 0,0-34 0,-2 31 0,0-11 0,1 11 0,-1 0 0,1 0 0,0 0 0,0 0 0,3-9 0,-3 13 0,0 1 0,1-1 0,-1 1 0,1 0 0,0-1 0,0 1 0,-1 0 0,1-1 0,0 1 0,0 0 0,0 0 0,0 0 0,0 0 0,1 0 0,-1 0 0,0 0 0,0 0 0,1 0 0,-1 1 0,0-1 0,1 0 0,-1 1 0,1 0 0,-1-1 0,1 1 0,-1 0 0,2-1 0,6 1 0,-1-1 0,1 1 0,-1 1 0,0 0 0,1 0 0,-1 1 0,0 0 0,0 0 0,10 4 0,13 7 0,28 18 0,-31-16 0,16 6-26,48 28-1313,-80-41-5487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7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24575,'-362'0'-1365,"350"0"-5461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7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34 24575,'-27'-7'0,"-12"-3"0,-1 1 0,4 4 0,5 3 0,6 2 0,6 0-8191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3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922 12 24575,'16'-2'0,"-11"2"0,0-1 0,1 1 0,-1-1 0,0 0 0,0-1 0,8-2 0,-38 6 0,-120 9 0,68-7 0,-150 5 0,19-1 0,-12-2 0,217-6 0,1 0 0,1 0 0,-1 0 0,0-1 0,1 1 0,-1 1 0,1-1 0,-1 0 0,0 0 0,1 1 0,-1-1 0,1 1 0,-1-1 0,1 1 0,-1-1 0,-1 3 0,3-2 0,0 0 0,1 0 0,-1 0 0,1 0 0,-1-1 0,1 1 0,-1 0 0,1 0 0,-1 0 0,1 0 0,0 0 0,0-1 0,-1 1 0,1 0 0,0-1 0,0 1 0,1 0 0,12 8 0,0-1 0,1-1 0,0 0 0,1-1 0,18 5 0,-17-6 0,247 58 0,-49-15 0,-209-47 0,-1 1 0,1 0 0,0 1 0,-1-1 0,10 7 0,-14-8 0,0-1 0,0 1 0,-1-1 0,1 1 0,0 0 0,0-1 0,-1 1 0,1 0 0,-1-1 0,1 1 0,-1 0 0,1 0 0,-1 0 0,1 0 0,-1-1 0,0 1 0,1 0 0,-1 0 0,0 0 0,0 0 0,1 0 0,-1 0 0,0 0 0,0 0 0,0 0 0,0 0 0,-1 0 0,1 0 0,0 0 0,0 0 0,-1 0 0,1 0 0,0-1 0,-1 1 0,1 0 0,-1 0 0,1 0 0,-1 0 0,1-1 0,-1 1 0,0 0 0,1 0 0,-1-1 0,0 1 0,-1 0 0,-3 4 0,0-1 0,-1 0 0,1-1 0,-1 1 0,0-1 0,0 0 0,-8 2 0,-47 13 0,50-15 0,-99 24 0,-88 26 0,168-43 0,0 2 0,0 1 0,2 1 0,-38 25 0,57-33 0,0 1 0,1 0 0,0 1 0,1-1 0,-11 14 0,14-15 0,0 0 0,0 0 0,1 0 0,-1 0 0,1 1 0,1-1 0,0 1 0,0 0 0,-2 10 0,3-15 0,1 0 0,0 0 0,0 0 0,0 0 0,0 0 0,0 0 0,0 0 0,0 0 0,1 0 0,-1 0 0,1 0 0,-1 0 0,1-1 0,0 1 0,0 0 0,0 0 0,0-1 0,0 1 0,0 0 0,0-1 0,1 1 0,-1-1 0,0 0 0,1 1 0,-1-1 0,1 0 0,0 0 0,-1 0 0,1 0 0,0 0 0,0 0 0,-1 0 0,1-1 0,0 1 0,3 0 0,6 1 0,0-1 0,1 1 0,-1-2 0,23-1 0,-19 1 0,285-23 0,11 0 0,-274 23 0,114 1 0,-133 1-1365,-5 2-5461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24575,'-1'0'0,"0"0"0,1 1 0,-1-1 0,0 0 0,1 1 0,-1-1 0,1 0 0,-1 1 0,1-1 0,-1 1 0,1-1 0,-1 1 0,1-1 0,-1 1 0,1-1 0,0 1 0,-1-1 0,1 1 0,0 0 0,-1-1 0,1 1 0,0 0 0,0-1 0,0 1 0,0 0 0,-1-1 0,1 2 0,-2 22 0,1-21 0,1 6 0,0 1 0,0 0 0,1 0 0,0 0 0,1 0 0,0 0 0,5 13 0,-5-17 0,0 0 0,1-1 0,0 1 0,0-1 0,1 1 0,0-1 0,0 0 0,0 0 0,0 0 0,1-1 0,-1 0 0,10 7 0,-13-10 0,1 0 0,-1 0 0,1 0 0,-1 0 0,1-1 0,-1 1 0,1 0 0,0-1 0,-1 1 0,1-1 0,0 0 0,-1 1 0,1-1 0,0 0 0,0 0 0,-1 0 0,1 0 0,0 0 0,0-1 0,1 0 0,-1 1 0,0-1 0,0 0 0,-1-1 0,1 1 0,0 0 0,-1 0 0,1-1 0,-1 1 0,1-1 0,-1 1 0,0-1 0,0 0 0,0 0 0,2-2 0,0-3 0,0-1 0,0 1 0,-1-1 0,0 0 0,-1 1 0,1-1 0,-1-12 0,-2-4 0,1 19 0,-1 0 0,1 0 0,0-1 0,0 1 0,1 0 0,-1 0 0,3-8 0,-3 12 0,1 1 0,-1-1 0,0 1 0,1-1 0,-1 1 0,1-1 0,-1 0 0,1 1 0,-1-1 0,1 1 0,-1 0 0,1-1 0,0 1 0,-1-1 0,1 1 0,-1 0 0,1 0 0,0-1 0,0 1 0,-1 0 0,1 0 0,0 0 0,-1 0 0,1 0 0,0 0 0,-1 0 0,1 0 0,0 0 0,0 0 0,-1 0 0,1 0 0,0 0 0,-1 0 0,1 1 0,0-1 0,-1 0 0,1 1 0,0-1 0,0 1 0,2 1 0,1 0 0,-1 0 0,1 0 0,-1 1 0,5 3 0,10 13 0,2-2 0,23 17 0,-34-28 0,0 0 0,0-1 0,0 0 0,1 0 0,-1-1 0,1-1 0,0 1 0,12 1 0,-20-5 0,0 1 0,-1-1 0,1 0 0,0 1 0,0-1 0,0 0 0,-1 0 0,1-1 0,0 1 0,0 0 0,-1 0 0,1-1 0,0 1 0,-1-1 0,1 0 0,0 1 0,-1-1 0,1 0 0,-1 0 0,1 0 0,-1 0 0,1 0 0,-1 0 0,0-1 0,0 1 0,0 0 0,1-1 0,-1 1 0,0 0 0,-1-1 0,1 0 0,0 1 0,1-3 0,0-4 0,0 0 0,-1-1 0,0 1 0,0 0 0,-1-16 0,0-5 0,0 28 0,0 1 0,0 0 0,0 0 0,0 0 0,0 0 0,0-1 0,0 1 0,0 0 0,0 0 0,0 0 0,0 0 0,0-1 0,1 1 0,-1 0 0,0 0 0,0 0 0,0 0 0,0 0 0,0-1 0,0 1 0,0 0 0,0 0 0,1 0 0,-1 0 0,0 0 0,0 0 0,0-1 0,0 1 0,0 0 0,1 0 0,-1 0 0,0 0 0,0 0 0,0 0 0,0 0 0,1 0 0,-1 0 0,7 4 0,9 13 0,-13-13 0,20 21-341,1-1 0,1-1-1,40 27 1,-56-44-6485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60 24575,'-30'-8'0,"-14"-1"0,-2-1 0,2 0 0,3 2 0,6 1 0,7 3 0,6 2 0,3 0 0,4 2 0,3 0-8191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59 24575,'-29'-7'0,"-15"-3"0,-5-1 0,1 0 0,7 2 0,4 3 0,7 3 0,6 1 0,4 4 0,4 1 0,4 1-8191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1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84 24575,'-8'2'0,"-16"4"0,-25 12 0,43-16 0,1 0 0,-1 1 0,1 0 0,0 0 0,0 0 0,0 1 0,0-1 0,1 1 0,0 0 0,-6 7 0,10-10 0,-1 0 0,0 0 0,0 1 0,0-1 0,1 1 0,-1-1 0,1 0 0,-1 1 0,1-1 0,-1 1 0,1-1 0,0 1 0,0 0 0,0-1 0,0 1 0,0-1 0,0 1 0,0-1 0,1 3 0,0-2 0,0 1 0,0 0 0,0-1 0,1 0 0,-1 1 0,1-1 0,0 0 0,-1 0 0,1 0 0,2 2 0,4 3 0,-1-2 0,1 1 0,0-1 0,0 0 0,11 4 0,-9-5 0,0 0 0,1 0 0,-1-1 0,1-1 0,-1 1 0,1-2 0,0 0 0,0 0 0,17-1 0,-21-1 0,-1 0 0,0 0 0,0 0 0,-1-1 0,1 0 0,0 0 0,0 0 0,-1-1 0,1 0 0,-1 0 0,0 0 0,0-1 0,0 0 0,-1 1 0,1-2 0,-1 1 0,0-1 0,5-6 0,-5 6 0,-1 0 0,0 0 0,-1 0 0,1 0 0,-1-1 0,0 1 0,0-1 0,-1 1 0,1-1 0,-1 0 0,-1 0 0,1 1 0,-1-1 0,0 0 0,0 0 0,-1 1 0,-1-8 0,1 7 0,-1 0 0,0 0 0,-1 0 0,1 0 0,-1 1 0,0-1 0,-1 1 0,1 0 0,-1 0 0,0 0 0,0 0 0,-1 1 0,1 0 0,-1 0 0,-9-6 0,11 8-85,0 0 0,0 0-1,0 0 1,-1 1 0,1 0-1,0-1 1,-1 1 0,1 1-1,0-1 1,-1 0 0,1 1-1,-1 0 1,0-1 0,1 1-1,-7 1 1,-2 2-6741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3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131 185 24575,'-2'7'0,"0"0"0,0 0 0,1 0 0,0 1 0,1-1 0,-1 0 0,1 1 0,1-1 0,-1 0 0,1 1 0,0-1 0,4 11 0,-2-9 0,1 1 0,0-1 0,1 0 0,0-1 0,0 1 0,1-1 0,0 0 0,12 12 0,-18-20 0,0 1 0,0-1 0,1 1 0,-1-1 0,0 0 0,1 1 0,-1-1 0,1 1 0,-1-1 0,0 0 0,1 0 0,-1 1 0,1-1 0,-1 0 0,1 0 0,-1 1 0,1-1 0,-1 0 0,1 0 0,-1 0 0,1 0 0,-1 0 0,1 0 0,0 0 0,0 0 0,-1-1 0,0 1 0,0 0 0,1-1 0,-1 1 0,0-1 0,0 1 0,0-1 0,1 1 0,-1-1 0,0 1 0,0-1 0,0 1 0,0-1 0,0 1 0,0-1 0,0 1 0,0-1 0,0 0 0,-1-3 0,1-1 0,-1 1 0,0 0 0,-3-8 0,-8-8 0,-1-1 0,0 1 0,-29-31 0,31 39 0,-30-34 0,-15-17 0,52 55 0,11 11 0,19 15 0,-19-13 0,21 14 0,2-1 0,47 22 0,-61-33 0,1-1 0,-1 0 0,1-2 0,0 0 0,1-1 0,32 2 0,-44-4 0,1-1 0,-1 0 0,1-1 0,-1 1 0,1-1 0,5-2 0,-10 2 0,0 0 0,0 0 0,-1 1 0,1-1 0,-1 0 0,1 0 0,-1-1 0,1 1 0,-1 0 0,1 0 0,-1-1 0,0 1 0,0-1 0,0 1 0,0-1 0,0 1 0,0-1 0,0 0 0,0 1 0,-1-1 0,1 0 0,-1 0 0,1 0 0,-1 1 0,0-4 0,1-4 0,-1 0 0,0 0 0,-1 0 0,0 0 0,0 0 0,-1 0 0,-1 1 0,1-1 0,-6-10 0,-1-2 0,-1 1 0,-18-29 0,19 37 0,11 22 0,13 22 0,-4-12 0,1 1 0,0-2 0,2 1 0,0-2 0,1 0 0,28 25 0,-12-14-75,-24-21-54,0-1 0,0 0 0,1 0 0,0-1 0,1 0 0,-1 0 0,1-1 0,0 0 0,15 5 0,-15-7-6697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24575,'0'-2'0,"2"-2"0,1 4 0,0 3 0,2 1 0,0 3 0,0 3 0,-2 1 0,-1 2 0,-1 1 0,-1 1 0,-2 0 0,-1 0 0,-1-3-8191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4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24575,'36'59'0,"-3"-6"0,-1 11 0,-2 1 0,24 79 0,-52-140 0,20 75 0,-20-68 0,0 1 0,-1-1 0,0 0 0,-1 1 0,0 11 0,-1-19 0,1-1 0,-1 1 0,0-1 0,0 0 0,0 0 0,0 1 0,-1-1 0,1 0 0,-1 0 0,0 0 0,0 0 0,0-1 0,-4 5 0,5-6 0,0 0 0,0-1 0,0 1 0,0 0 0,0-1 0,0 1 0,0-1 0,0 1 0,0-1 0,0 1 0,0-1 0,0 0 0,0 1 0,-1-1 0,1 0 0,0 0 0,-2 0 0,2 0 0,-1-1 0,1 1 0,-1-1 0,1 1 0,-1-1 0,1 0 0,0 0 0,-1 1 0,1-1 0,0 0 0,-1 0 0,1 0 0,0 0 0,0 0 0,0-1 0,-1 0 0,0-1 0,-1-1 0,1 1 0,1 0 0,-1-1 0,0 1 0,1 0 0,0-1 0,0 0 0,0 1 0,0-1 0,0 0 0,1 0 0,0 1 0,-1-1 0,2 0 0,-1 0 0,0 1 0,1-1 0,-1 0 0,1 0 0,0 1 0,0-1 0,1 1 0,-1-1 0,1 1 0,0-1 0,0 1 0,0 0 0,0 0 0,0 0 0,1 0 0,-1 0 0,1 1 0,0-1 0,0 1 0,0 0 0,0-1 0,0 1 0,1 1 0,-1-1 0,0 0 0,7-1 0,1 1 0,1 0 0,0 0 0,0 2 0,0-1 0,-1 1 0,1 1 0,0 0 0,0 1 0,-1 0 0,1 1 0,20 8 0,-12-3 0,1 1 0,-2 1 0,1 0 0,-2 2 0,26 20 0,-42-31 0,0 0 0,0 1 0,-1-1 0,1 1 0,0 0 0,-1 0 0,1-1 0,-1 1 0,0 0 0,0 0 0,0 0 0,0 0 0,0 1 0,0-1 0,0 0 0,-1 0 0,1 0 0,-1 1 0,1-1 0,-1 4 0,0-4 0,-1 0 0,1 0 0,-1 0 0,0 0 0,0 0 0,1-1 0,-1 1 0,-1 0 0,1 0 0,0 0 0,0-1 0,-1 1 0,1-1 0,0 1 0,-1-1 0,0 0 0,1 1 0,-1-1 0,0 0 0,0 0 0,1 0 0,-5 1 0,-6 3 0,0-1 0,0 0 0,-1 0 0,1-2 0,-1 1 0,-15-1 0,-2 0 0,-47-5 0,60 0-1365,2 0-5461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45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24575,'-1'3'0,"4"10"0,3 12 0,-4-19 0,1 0 0,-1 0 0,1 0 0,0-1 0,0 1 0,1-1 0,-1 0 0,1 0 0,1 0 0,8 8 0,-11-11 0,1 0 0,0 0 0,0 0 0,0 0 0,0 0 0,0-1 0,0 1 0,1-1 0,-1 0 0,1 0 0,-1-1 0,0 1 0,1-1 0,-1 1 0,1-1 0,-1 0 0,1 0 0,-1-1 0,1 1 0,-1-1 0,5-1 0,-4 2 0,-1-1 0,0-1 0,0 1 0,0 0 0,-1-1 0,1 1 0,0-1 0,0 0 0,-1 0 0,1 0 0,-1 0 0,0 0 0,0-1 0,0 1 0,0-1 0,0 1 0,0-1 0,0 0 0,1-4 0,-1 0 0,0 0 0,0 0 0,-1 0 0,0 0 0,0 0 0,-1-1 0,0-9 0,-1-21 0,7 48 0,1 0 0,0-1 0,10 11 0,-11-13 0,1-1 0,0-1 0,0 1 0,0-1 0,1 0 0,0-1 0,0 0 0,0 0 0,0-1 0,1 0 0,-1 0 0,1-1 0,0 0 0,0-1 0,0 0 0,0 0 0,0-1 0,11-1 0,-17 1 0,0 0 0,-1 0 0,1-1 0,-1 0 0,1 1 0,-1-1 0,1 0 0,-1 0 0,0 0 0,1-1 0,-1 1 0,0-1 0,0 1 0,0-1 0,0 1 0,0-1 0,0 0 0,-1 0 0,1 0 0,0 0 0,-1-1 0,2-1 0,-2 1 0,0 0 0,0 1 0,-1-1 0,1 0 0,0 0 0,-1 0 0,0 0 0,0 0 0,0 0 0,0 0 0,0 0 0,0 0 0,-1 1 0,1-1 0,-1 0 0,0 0 0,0 0 0,0 1 0,-2-4 0,-12-19 0,-4-8 0,19 33 0,0 0 0,0-1 0,0 1 0,0 0 0,0 0 0,0 0 0,0 0 0,0 0 0,0 0 0,0 0 0,0 0 0,0 0 0,0 0 0,0 0 0,0 0 0,0 0 0,0 0 0,0 0 0,0 0 0,0-1 0,0 1 0,0 0 0,0 0 0,0 0 0,0 0 0,0 0 0,0 0 0,0 0 0,0 0 0,0 0 0,0 0 0,0 0 0,0 0 0,0 0 0,0 0 0,0 0 0,0 0 0,0 0 0,0 0 0,1-1 0,-1 1 0,0 0 0,0 0 0,0 0 0,0 0 0,0 0 0,0 0 0,0 0 0,0 0 0,0 0 0,0 0 0,0 0 0,0 0 0,0 0 0,0 0 0,0 0 0,1 0 0,-1 0 0,0 0 0,6 2 0,6 5 0,238 141-1365,-241-143-5461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249 225 24575,'3'-6'0,"0"-1"0,0 0 0,0 0 0,-1 0 0,0 0 0,-1 0 0,1-1 0,-1-12 0,-1 16 0,0 0 0,0 0 0,-1 0 0,0 0 0,0 1 0,0-1 0,0 0 0,-1 0 0,1 1 0,-1-1 0,0 1 0,0-1 0,0 1 0,-1 0 0,1 0 0,-1 0 0,-4-5 0,-67-53 0,69 59 0,0 0 0,0 0 0,0 0 0,0 1 0,-1-1 0,1 1 0,0 0 0,-1 1 0,1-1 0,-10 2 0,-21-4 0,34 2 0,0 0 0,0 1 0,0 0 0,0 0 0,0 0 0,-1 0 0,1 0 0,0 0 0,0 0 0,0 0 0,0 1 0,0-1 0,0 1 0,0 0 0,0 0 0,0-1 0,0 1 0,-3 3 0,3-3 0,1 1 0,-1 0 0,1 0 0,-1 0 0,1 0 0,0 0 0,0 1 0,0-1 0,0 0 0,0 1 0,0-1 0,1 0 0,-1 1 0,1-1 0,-1 1 0,1 2 0,-1 12 0,1 0 0,0 0 0,1 0 0,1 0 0,1 0 0,0 0 0,2 0 0,9 26 0,-3-13 0,-5-12 0,0-1 0,1 0 0,13 21 0,-17-33 0,1 0 0,-1-1 0,1 1 0,0 0 0,1-1 0,-1 0 0,1 0 0,-1 0 0,1-1 0,1 0 0,-1 0 0,0 0 0,1 0 0,6 1 0,23 6 0,0-2 0,1-2 0,0-1 0,55 0 0,-73-5 40,-1 0 0,18-4 0,-27 3-252,0 0 0,-1-1 0,1 0-1,-1-1 1,1 0 0,11-6 0,-9 2-6614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4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24575,'12'30'0,"0"1"0,2-2 0,19 30 0,59 79 0,-30-49 0,-57-82 0,35 60 0,-36-61 0,-1 1 0,-1-1 0,1 1 0,-1 0 0,0 0 0,-1 0 0,1 0 0,0 11 0,-3-16 0,1-1 0,0 0 0,0 0 0,0 1 0,-1-1 0,1 0 0,-1 0 0,1 1 0,-1-1 0,0 0 0,1 0 0,-1 0 0,0 0 0,0 0 0,1 0 0,-1 0 0,0 0 0,0 0 0,0 0 0,0-1 0,0 1 0,-1 0 0,1-1 0,0 1 0,0-1 0,0 1 0,0-1 0,-1 1 0,1-1 0,0 0 0,-1 0 0,-1 1 0,-6-1 0,1 1 0,-1-1 0,-15-2 0,20 2 0,-8-1 0,0-1 0,1-1 0,-1 0 0,1 0 0,0-1 0,0 0 0,-16-9 0,20 9 0,0 0 0,1-1 0,-1 1 0,1-1 0,0-1 0,0 1 0,1-1 0,-1 0 0,1 0 0,1-1 0,-1 1 0,-3-9 0,7 14 0,1-1 0,-1 1 0,1-1 0,-1 1 0,1-1 0,-1 0 0,1 1 0,0-1 0,0 0 0,0 1 0,0-1 0,0 0 0,0 0 0,0 1 0,1-1 0,-1 0 0,0 1 0,2-2 0,-1 0 0,0 0 0,1 1 0,0 0 0,-1-1 0,1 1 0,0 0 0,0 0 0,0 0 0,4-3 0,3-1 0,0 1 0,1 0 0,-1 0 0,18-6 0,20-3-38,-31 10-183,-1-1-1,1 0 1,-1-1 0,-1-1 0,17-9 0,-22 9-6605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27 24575,'-5'-9'0,"-2"-2"0,1 4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5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0 158 24575,'7'11'0,"0"1"0,1-1 0,0 0 0,1-1 0,0 0 0,0 0 0,1-1 0,20 15 0,-10-11 0,0 0 0,1-1 0,0-1 0,27 9 0,-42-18 0,1 1 0,0-1 0,1-1 0,-1 1 0,13 0 0,-19-2 0,0 0 0,1 0 0,-1 0 0,1 0 0,-1 0 0,1 0 0,-1 0 0,1-1 0,-1 1 0,0-1 0,1 1 0,-1-1 0,0 1 0,1-1 0,-1 0 0,0 0 0,0 0 0,0 0 0,1 1 0,-1-1 0,0-1 0,0 1 0,-1 0 0,1 0 0,0 0 0,0 0 0,0-1 0,-1 1 0,1 0 0,-1-1 0,1 1 0,-1-1 0,1 1 0,-1-3 0,1-2 0,0 0 0,-1 0 0,0-1 0,-1 1 0,1 0 0,-1-1 0,-3-9 0,0 1 0,-13-26 0,16 40 0,1 0 0,-1 0 0,1 0 0,0 0 0,-1 0 0,1 0 0,0 0 0,0 0 0,-1 0 0,1 0 0,0 0 0,0-2 0,0 3 0,1 0 0,-1-1 0,0 1 0,0 0 0,0 0 0,0 0 0,0 0 0,1 0 0,-1-1 0,0 1 0,0 0 0,0 0 0,1 0 0,-1 0 0,0 0 0,0 0 0,0 0 0,1 0 0,-1 0 0,0 0 0,0 0 0,0 0 0,1 0 0,-1 0 0,0 0 0,0 0 0,0 0 0,1 0 0,-1 0 0,0 0 0,0 0 0,0 0 0,1 0 0,-1 0 0,0 0 0,27 16 0,-20-11 0,25 14 0,56 25 0,-72-37 0,1-1 0,0-1 0,0 0 0,0-2 0,29 4 0,-41-7 0,0 0 0,0 0 0,0-1 0,0 1 0,0-1 0,0 0 0,0 0 0,0 0 0,-1-1 0,1 0 0,8-4 0,-11 4 0,1 0 0,-1 1 0,0-1 0,0 0 0,0 0 0,0 0 0,0-1 0,0 1 0,0 0 0,-1-1 0,1 1 0,-1-1 0,0 1 0,1-1 0,-1 0 0,-1 0 0,1 1 0,0-1 0,-1 0 0,1 0 0,-1-5 0,0-1 0,-1 1 0,0-1 0,0 0 0,-1 0 0,0 0 0,-1 1 0,0-1 0,0 1 0,-1 0 0,0 0 0,-1 0 0,1 0 0,-1 1 0,-9-10 0,7 9 0,-1-1 0,-1 1 0,1 0 0,-1 1 0,0 0 0,-1 0 0,0 1 0,0 0 0,0 1 0,-19-7 0,8 6-1365,3 2-5461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24575,'0'-1'0,"0"0"0,0 1 0,0-1 0,0 1 0,0-1 0,0 0 0,0 1 0,0-1 0,0 1 0,0-1 0,0 0 0,1 1 0,-1-1 0,0 1 0,0-1 0,1 1 0,-1-1 0,0 1 0,0-1 0,1 1 0,-1-1 0,1 0 0,0 1 0,-1 0 0,1 0 0,-1 0 0,1 1 0,-1-1 0,1 0 0,-1 0 0,0 0 0,1 0 0,-1 1 0,1-1 0,-1 0 0,0 0 0,1 1 0,-1-1 0,1 0 0,-1 1 0,0-1 0,0 1 0,1 0 0,18 28 0,-16-25 0,20 37 0,-11-20 0,1 1 0,0-2 0,2 1 0,30 32 0,-26-33 0,-15-15 0,1 0 0,-1-1 0,1 1 0,0-1 0,0 0 0,0 0 0,0 0 0,1-1 0,9 5 0,-15-8 0,1 1 0,0-1 0,0 0 0,-1 0 0,1 0 0,0 1 0,0-1 0,-1 0 0,1 0 0,0 0 0,0 0 0,0 0 0,-1-1 0,1 1 0,0 0 0,0 0 0,0 0 0,-1-1 0,1 1 0,0 0 0,-1-1 0,1 1 0,0-1 0,-1 1 0,2-1 0,-1-1 0,0 1 0,0 0 0,-1-1 0,1 1 0,0-1 0,-1 1 0,1-1 0,-1 1 0,0-1 0,1 1 0,-1-1 0,0-1 0,0-6 0,0 0 0,-1 0 0,-2-14 0,3 21 0,-9-37 0,-19-56 0,22 77 0,6 17 0,-1 0 0,1 1 0,0-1 0,-1 0 0,1 0 0,0 0 0,0 1 0,0-1 0,0 0 0,0 0 0,0 0 0,0 0 0,0 1 0,0-1 0,1-1 0,-1 2 0,0-1 0,0 1 0,0 0 0,1 0 0,-1 0 0,0 0 0,0-1 0,1 1 0,-1 0 0,0 0 0,0 0 0,1 0 0,-1 0 0,0 0 0,0 0 0,1 0 0,-1 0 0,0 0 0,0 0 0,1 0 0,-1 0 0,0 0 0,0 0 0,1 0 0,-1 0 0,0 0 0,1 0 0,-1 0 0,0 1 0,4 0 0,-1 0 0,0 1 0,0 0 0,-1 0 0,6 4 0,39 36 0,42 35 0,-75-67 0,3 4 0,26 14 0,-38-25 0,1 0 0,-1 0 0,1-1 0,0 0 0,0 0 0,0 0 0,0-1 0,0 0 0,10 1 0,-14-2 0,-1 0 0,1-1 0,-1 1 0,1 0 0,0 0 0,-1-1 0,1 1 0,-1-1 0,1 1 0,-1-1 0,1 0 0,-1 1 0,0-1 0,1 0 0,-1 0 0,0 0 0,1 0 0,0-2 0,0 0 0,0 1 0,-1 0 0,1-1 0,-1 1 0,0-1 0,0 0 0,0 1 0,0-1 0,1-5 0,-1-1 0,0 0 0,-1 0 0,0 0 0,0 0 0,-4-16 0,-18-80 0,22 104 0,0 0 0,-1 1 0,1-1 0,0 0 0,0 0 0,0 0 0,0 0 0,0 0 0,0 0 0,0 0 0,1 1 0,-1-1 0,0 0 0,0 0 0,1 0 0,-1 0 0,0 0 0,1 0 0,0 0 0,-1 1 0,1 0 0,-1 0 0,1-1 0,-1 1 0,0 0 0,1 0 0,-1 0 0,1 0 0,-1 0 0,1 0 0,-1 0 0,1 0 0,-1 0 0,1 0 0,-1 0 0,1 0 0,-1 0 0,1 0 0,-1 0 0,1 0 0,-1 1 0,0-1 0,1 0 0,5 3 0,-1 0 0,0 0 0,0 1 0,5 4 0,-7-5 0,26 20-455,-1 2 0,25 29 0,-39-36-6371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7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7 24575,'0'-2'0,"3"-1"0,-3 2 0,-2 4 0,-5 2 0,-2-1 0,-3 2 0,-2 0 0,-3 2 0,-4-2 0,0 0 0,-2 0 0,0-1 0,2-1 0,5-1-8191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8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117 263 24575,'27'-6'0,"-1"-1"0,0-1 0,0-1 0,37-20 0,-61 28 0,1 0 0,-1-1 0,1 0 0,-1 1 0,1-1 0,-1 0 0,0 0 0,0 0 0,0-1 0,0 1 0,0 0 0,-1-1 0,1 1 0,-1-1 0,1 0 0,-1 1 0,0-1 0,0 0 0,0 0 0,-1 0 0,1 1 0,-1-1 0,1 0 0,-1 0 0,0 0 0,0 0 0,0 0 0,-1 0 0,1 0 0,-1 0 0,1 0 0,-1 0 0,0 1 0,0-1 0,0 0 0,-1 0 0,1 1 0,-2-3 0,-2-4 0,-1 0 0,0 0 0,0 1 0,-1-1 0,0 2 0,0-1 0,-1 1 0,-14-10 0,18 14 0,0 0 0,-1 1 0,0 0 0,1 0 0,-1 0 0,0 1 0,0-1 0,0 1 0,0 0 0,0 1 0,0-1 0,0 1 0,0 0 0,0 0 0,0 0 0,0 1 0,0 0 0,0 0 0,0 0 0,-4 2 0,-41 20 0,14-5 0,33-16 0,0-1 0,0 1 0,1 0 0,-1 0 0,1 0 0,-1 1 0,1-1 0,0 1 0,0-1 0,0 1 0,0 0 0,0-1 0,0 1 0,1 0 0,0 0 0,-1 0 0,1 1 0,0-1 0,0 0 0,0 6 0,-1 7 0,0 1 0,2 32 0,0-34 0,1-8 0,-1 0 0,1 0 0,0 1 0,0-1 0,1 0 0,0 0 0,1-1 0,-1 1 0,1 0 0,0-1 0,1 0 0,0 1 0,0-1 0,0-1 0,0 1 0,8 6 0,-4-4 0,1-1 0,1 0 0,-1 0 0,1-1 0,1 0 0,-1-1 0,1 0 0,0 0 0,14 3 0,-2-2 0,0-1 0,0-1 0,29 1 0,71-5 0,-71 0 0,-19-3-1365,-20 0-5461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9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21 24575,'-27'-5'0,"-11"-1"0,-2 0 0,3 3 0,6 3 0,6 1 0,4 2 0,4 2 0,2-1 0,1 2 0,0 0 0,1-2 0,2-1-8191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2:59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24575,'35'85'0,"-8"-18"0,48 85 0,-44-100 0,31 56 0,-60-104 0,0 1 0,1 0 0,-2 0 0,1 0 0,-1 0 0,2 10 0,-3-14 0,0 0 0,0 0 0,0 0 0,0 1 0,0-1 0,0 0 0,-1 0 0,1 0 0,0 0 0,-1 0 0,1 0 0,-1 0 0,1 0 0,-1 0 0,1 0 0,-1 0 0,0 0 0,0 0 0,1 0 0,-1 0 0,0-1 0,0 1 0,0 0 0,0-1 0,0 1 0,0 0 0,0-1 0,0 1 0,0-1 0,0 0 0,0 1 0,0-1 0,0 0 0,0 0 0,0 1 0,-1-1 0,0 0 0,-9 0 0,0 0 0,1 0 0,-1-1 0,0 0 0,1-1 0,-1 0 0,1-1 0,-15-5 0,-5-5 0,-42-22 0,68 33 0,-3-2 0,0 1 0,0-2 0,1 1 0,-13-11 0,19 14 0,-1 1 0,0-1 0,0 0 0,0 0 0,1 0 0,-1 0 0,0 0 0,1 0 0,-1 0 0,1 0 0,-1 0 0,1 0 0,-1 0 0,1 0 0,0-1 0,0 1 0,-1 0 0,1 0 0,0 0 0,0-1 0,0 1 0,0 0 0,1 0 0,-1 0 0,0 0 0,0-1 0,1 1 0,-1 0 0,1 0 0,-1 0 0,1 0 0,-1 0 0,1 0 0,0 0 0,-1 0 0,1 0 0,0 0 0,0 0 0,0 1 0,1-2 0,4-3-88,1 1 1,-1-1-1,1 2 0,-1-1 0,15-4 1,-13 4-752,8-3-5987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0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24575,'-2'3'0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0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91 175 24575,'-22'-12'0,"14"8"0,0 0 0,0 0 0,0 0 0,0 1 0,-11-3 0,19 6 0,0 0 0,0 0 0,-1 0 0,1 0 0,0 0 0,0-1 0,-1 1 0,1 0 0,0 0 0,0 0 0,-1 0 0,1 0 0,0 0 0,-1 0 0,1 0 0,0 0 0,0 0 0,-1 0 0,1 0 0,0 0 0,0 0 0,-1 0 0,1 0 0,0 0 0,0 1 0,-1-1 0,1 0 0,0 0 0,0 0 0,0 0 0,-1 0 0,1 1 0,0-1 0,0 0 0,0 0 0,-1 0 0,1 1 0,0-1 0,0 0 0,7 11 0,17 10 0,-23-21 0,17 14 0,0-1 0,1-1 0,35 16 0,-44-24 0,0 0 0,1 0 0,-1-1 0,1 0 0,0-1 0,0 0 0,0-1 0,0 0 0,16-1 0,-25 0 0,0 0 0,0 0 0,-1-1 0,1 1 0,0 0 0,0-1 0,-1 1 0,1-1 0,0 0 0,-1 0 0,1 1 0,0-1 0,-1 0 0,1 0 0,-1-1 0,0 1 0,1 0 0,-1 0 0,0-1 0,0 1 0,0 0 0,0-1 0,0 0 0,1-1 0,-1 1 0,-1-1 0,1 1 0,-1-1 0,1 1 0,-1-1 0,0 1 0,0 0 0,0-1 0,-1 1 0,1-1 0,0 1 0,-1-1 0,0 1 0,0 0 0,1-1 0,-1 1 0,-2-3 0,-7-11 0,8 11 0,-1 1 0,0-1 0,1 1 0,0-1 0,-2-6 0,4 11 0,0 0 0,0 0 0,0 0 0,0-1 0,0 1 0,0 0 0,0 0 0,0 0 0,0 0 0,0 0 0,0 0 0,0 0 0,0 0 0,0 0 0,0-1 0,0 1 0,0 0 0,0 0 0,0 0 0,0 0 0,0 0 0,0 0 0,0 0 0,0 0 0,0 0 0,0-1 0,0 1 0,1 0 0,-1 0 0,0 0 0,0 0 0,0 0 0,0 0 0,0 0 0,0 0 0,0 0 0,0 0 0,0 0 0,0 0 0,1 0 0,-1 0 0,0 0 0,0 0 0,0 0 0,0 0 0,0 0 0,0 0 0,0 0 0,8 2 0,5 6 0,-12-8 0,3 2 0,26 17 0,37 17 0,-57-31 0,0-1 0,1 0 0,0-1 0,-1 0 0,1-1 0,0 0 0,0 0 0,12-1 0,-20-1 0,1 0 0,-1 0 0,0-1 0,0 1 0,0-1 0,1 0 0,-1 0 0,0 0 0,0 0 0,0 0 0,0-1 0,-1 1 0,1-1 0,0 0 0,0 0 0,3-4 0,-3 3 0,-1 0 0,1 0 0,-1-1 0,0 1 0,0-1 0,0 1 0,-1-1 0,1 0 0,-1 0 0,0 1 0,0-1 0,0-5 0,0 1 0,-1 0 0,1 0 0,-2 0 0,1 0 0,-1 0 0,0 0 0,-1 1 0,0-1 0,0 0 0,-1 1 0,0-1 0,0 1 0,-5-8 0,6 11-97,-1 1-1,1 0 1,-1 0-1,1 0 1,-1 0-1,0 0 1,0 0-1,0 1 1,0-1-1,-1 1 1,1 0-1,-1 0 0,-7-2 1,-1 0-6729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1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24575,'1'0'0,"0"1"0,1-1 0,-1 1 0,0-1 0,0 1 0,1-1 0,-1 1 0,0-1 0,0 1 0,0 0 0,0 0 0,0 0 0,0 0 0,2 1 0,14 19 0,-9-11 0,6 6 0,44 44 0,-51-53 0,2 0 0,-1-1 0,1 1 0,0-2 0,15 9 0,-23-14 0,0 1 0,0-1 0,0 0 0,0 1 0,0-1 0,0 0 0,0 0 0,0 0 0,0 0 0,0 0 0,0 0 0,0 0 0,0 0 0,0 0 0,0 0 0,0 0 0,0-1 0,0 1 0,0 0 0,0-1 0,1 0 0,-1 0 0,1 0 0,-1 0 0,0 0 0,1-1 0,-1 1 0,0 0 0,0-1 0,0 1 0,0-1 0,-1 1 0,2-3 0,1-5 0,0 1 0,-1 0 0,2-18 0,-4 22 0,2-5 0,-1 0 0,2 0 0,-1 0 0,1 0 0,0 0 0,7-12 0,-8 17 0,0 1 0,0 0 0,0 0 0,0 0 0,0 1 0,1-1 0,-1 1 0,1-1 0,0 1 0,0 0 0,0 0 0,0 0 0,0 0 0,0 0 0,1 1 0,-1 0 0,0-1 0,1 1 0,6-1 0,1 1 11,0 1 0,0 0 0,0 1 0,1 0 0,-1 1 0,0 0-1,0 0 1,-1 1 0,1 1 0,17 8 0,4 4-754,59 40 1,-70-41-6084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09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2352 1574 24575,'-239'-168'-1183,"-220"-149"-1971,-323-173 1493,676 424 1592,-630-444-736,707 487-514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1290 733 24575,'-39'-24'0,"-28"-19"0,-17-11 0,-14-6-4242,-10-3 4242,-6-3 0,-6 0 0,-2 1 0,0 0 0,1 0-2041,6 3 2041,14 6 0,23 12-1908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3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0 24575,'-91'6'0,"-44"4"0,108-7 0,0 2 0,1 1 0,-26 9 0,48-13 0,-1-1 0,1 1 0,0 0 0,0 0 0,0 1 0,1-1 0,-1 1 0,1 0 0,-1 0 0,1 0 0,0 0 0,0 1 0,0-1 0,-3 5 0,5-5 0,0 0 0,0 0 0,0-1 0,0 1 0,0 0 0,0 0 0,1 0 0,-1 0 0,1 0 0,0 0 0,0 0 0,0 0 0,0 0 0,1 0 0,-1 0 0,1 0 0,0 0 0,-1-1 0,1 1 0,1 0 0,-1 0 0,2 3 0,2 2 0,0-1 0,1 0 0,-1 0 0,1 0 0,1-1 0,-1 0 0,1 0 0,0-1 0,12 8 0,8 2 0,39 17 0,-40-20 0,24 9 0,74 20 0,-117-39 0,0 1 0,1 0 0,8 5 0,-15-8 0,0 1 0,0-1 0,0 1 0,0 0 0,0-1 0,0 1 0,-1 0 0,1 0 0,0 0 0,0-1 0,-1 1 0,1 0 0,-1 0 0,2 2 0,-2-3 0,0 1 0,0 0 0,0-1 0,0 1 0,-1 0 0,1-1 0,0 1 0,0-1 0,0 1 0,0 0 0,-1-1 0,1 1 0,0-1 0,-1 1 0,1-1 0,0 1 0,-1-1 0,1 1 0,0-1 0,-1 1 0,1-1 0,-1 1 0,1-1 0,-1 0 0,1 1 0,-1-1 0,0 0 0,0 1 0,-6 2 0,0 1 0,1-1 0,-2-1 0,1 1 0,0-1 0,0-1 0,-1 1 0,-8 0 0,-64 0 0,62-2 0,-17 0 0,-59-2 0,83 0-1365,2-1-5461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3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5 24575,'-6'0'0,"-15"0"0,-32 4 0,49-4 0,-1 1 0,0 0 0,1 0 0,-1 0 0,0 1 0,1 0 0,0 0 0,-1 0 0,1 0 0,0 1 0,0-1 0,-5 6 0,7-7 0,1 0 0,0 1 0,0-1 0,0 0 0,0 1 0,0-1 0,1 1 0,-1-1 0,0 1 0,1-1 0,-1 1 0,1 0 0,-1-1 0,1 1 0,0-1 0,-1 1 0,1 0 0,0 3 0,1-3 0,0 1 0,-1 0 0,1-1 0,0 1 0,0-1 0,0 1 0,0-1 0,1 1 0,-1-1 0,4 4 0,0 0 0,0-1 0,0 1 0,1-1 0,0 0 0,0 0 0,1-1 0,8 5 0,-1-2 0,1-1 0,-1-1 0,1-1 0,0 0 0,0 0 0,1-1 0,24 0 0,-28-2 0,0-1 0,0-1 0,0 0 0,0 0 0,0-2 0,-1 1 0,1-1 0,-1-1 0,1 0 0,13-8 0,-22 11 0,0-1 0,0 0 0,0 0 0,0-1 0,0 1 0,0-1 0,0 1 0,-1-1 0,0 0 0,1 0 0,2-5 0,-5 7 0,1-1 0,0 1 0,-1-1 0,1 0 0,-1 1 0,0-1 0,1 1 0,-1-1 0,0 0 0,0 0 0,0 1 0,0-1 0,0 0 0,-1 1 0,1-1 0,0 0 0,-1 1 0,1-1 0,-1 1 0,0-1 0,1 1 0,-1-1 0,0 1 0,0-1 0,0 1 0,-2-3 0,-3-2 9,0 0 1,-1 0-1,0 0 0,0 1 0,0 0 1,0 0-1,-1 1 0,0 0 0,0 0 0,0 1 1,0 0-1,-10-3 0,6 4-174,0 0 0,0 0 0,0 1 0,0 0 0,0 1 0,0 1 0,0 0 0,-16 3 0,14 0-6661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24575,'10'29'0,"5"15"0,3 5 0,4-1 0,-1-4 0,0-4 0,-2-5 0,-1-2 0,-2-6 0,-3-1 0,-2-3 0,-2-4 0,-3-1 0,-3-2 0,-1-2 0,-2 0 0,0-2-8191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24575,'15'15'0,"2"-1"0,0 0 0,0-2 0,1 0 0,1-1 0,37 17 0,-50-26 0,-1 0 0,1-1 0,-1 1 0,1-1 0,-1 0 0,1 0 0,0-1 0,0 1 0,-1-1 0,1-1 0,7 0 0,-11 0 0,1 1 0,-1-1 0,0 0 0,0 0 0,0 0 0,0 0 0,0 0 0,0 0 0,-1 0 0,1-1 0,0 1 0,-1 0 0,1-1 0,0 0 0,-1 1 0,0-1 0,1 0 0,-1 0 0,0 0 0,0 0 0,0 0 0,0 0 0,-1 0 0,1 0 0,0 0 0,-1 0 0,0 0 0,1-1 0,-1 1 0,0 0 0,0-4 0,-1-1 0,1-1 0,-1 1 0,0 0 0,-1-1 0,0 1 0,0 0 0,-4-7 0,-24-45 0,28 56-1365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90 125 24575,'-4'-10'0,"0"-4"0,-1 1 0,0 1 0,-1-1 0,0 1 0,-1 0 0,-13-17 0,20 29 0,0-1 0,-1 0 0,0 1 0,1-1 0,-1 0 0,1 1 0,-1-1 0,0 0 0,1 1 0,-1-1 0,0 1 0,0-1 0,0 1 0,1 0 0,-1-1 0,0 1 0,0 0 0,0 0 0,0-1 0,0 1 0,1 0 0,-3 0 0,3 0 0,-1 1 0,0-1 0,1 1 0,-1-1 0,1 1 0,-1-1 0,0 1 0,1-1 0,-1 1 0,1-1 0,-1 1 0,1 0 0,0-1 0,-1 1 0,1 0 0,0-1 0,-1 1 0,1 0 0,0-1 0,0 2 0,-2 6 0,0-1 0,1 1 0,0 13 0,1-20 0,0 13 0,0 0 0,1-1 0,1 1 0,0-1 0,1 1 0,0-1 0,1 0 0,0 0 0,12 23 0,-11-27 0,0-1 0,0 0 0,1 1 0,1-2 0,-1 1 0,1-1 0,1 0 0,-1 0 0,1-1 0,0 0 0,0-1 0,1 1 0,0-2 0,10 5 0,-10-5 0,1-1 0,-1 0 0,1 0 0,0-1 0,0 0 0,17 0 0,-22-2 0,0 0 0,-1 0 0,1-1 0,-1 0 0,1 0 0,-1 0 0,0 0 0,1-1 0,-1 1 0,0-1 0,0 0 0,0 0 0,0-1 0,0 1 0,-1-1 0,1 0 0,3-4 0,-6 6-114,1-1 1,-1 1-1,0-1 0,0 1 0,0-1 1,0 0-1,0 0 0,0 1 0,-1-1 1,1 0-1,0-4 0,0-5-6712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5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3 24575,'-18'-1'0,"1"-1"0,-1 2 0,0 1 0,1 0 0,-27 5 0,39-5 0,0 1 0,0-1 0,1 1 0,-1 0 0,0 0 0,1 0 0,0 1 0,-1 0 0,1 0 0,0 0 0,0 0 0,1 1 0,-1-1 0,1 1 0,0 0 0,-1 0 0,2 0 0,-1 0 0,0 1 0,1-1 0,0 1 0,0 0 0,-2 7 0,1 2 0,1 0 0,0 0 0,1-1 0,1 1 0,0 0 0,1 0 0,0 0 0,1-1 0,1 1 0,5 19 0,6 7 0,0-1 0,24 44 0,14 10 0,121 165 0,-161-241-118,2 3-298,1-1 1,20 21-1,-26-32-6410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72 24575,'-29'-12'0,"-13"-5"0,-3 2 0,3 2 0,6 4 0,7 4 0,6 4 0,4 3 0,3 4 0,2 3 0,3 2 0,7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6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188 275 24575,'-35'6'0,"11"-2"0,0 1 0,1 1 0,-27 11 0,48-16 0,-1 0 0,1 0 0,-1 1 0,1-1 0,-1 1 0,1 0 0,0-1 0,0 1 0,0 0 0,-3 4 0,4-5 0,1 0 0,-1 0 0,1-1 0,-1 1 0,1 0 0,0 0 0,0 0 0,-1 0 0,1 0 0,0 0 0,0-1 0,0 1 0,0 0 0,0 0 0,0 0 0,0 0 0,1 0 0,-1 0 0,0 0 0,0 0 0,1-1 0,-1 1 0,0 0 0,1 0 0,-1 0 0,1-1 0,-1 1 0,1 0 0,-1 0 0,1-1 0,0 1 0,-1 0 0,1-1 0,0 1 0,1 0 0,7 5 0,0 0 0,0 0 0,0-1 0,1 0 0,0-1 0,0 0 0,15 3 0,-7-3 0,0 0 0,0-2 0,29 1 0,-36-3 0,0-1 0,0-1 0,0 0 0,0-1 0,0 0 0,-1 0 0,11-5 0,3-3 0,41-26 0,-59 34 0,-1-1 0,1 0 0,-1 0 0,0-1 0,0 0 0,-1 1 0,8-10 0,-11 12 0,0 0 0,0 1 0,0-1 0,-1 0 0,1 0 0,0 1 0,-1-1 0,1 0 0,-1 0 0,0 0 0,1 0 0,-1 0 0,0 0 0,0 0 0,0 0 0,-1 0 0,1 0 0,0 0 0,-1 0 0,1 0 0,-1 1 0,0-1 0,1 0 0,-1 0 0,0 0 0,0 1 0,0-1 0,0 1 0,-3-4 0,-22-19 0,20 19 0,1-1 0,-1 1 0,1-1 0,0 0 0,-7-10 0,11 15 0,0-1 0,1 0 0,-1 0 0,0 0 0,1 0 0,-1 0 0,1 0 0,-1 0 0,1 0 0,0-1 0,0 1 0,0 0 0,0 0 0,0 0 0,1 0 0,-1 0 0,1 0 0,-1 0 0,1 0 0,0 0 0,-1 0 0,1 0 0,0 0 0,0 0 0,2-1 0,1-2 0,-1 0 0,1 1 0,1-1 0,-1 1 0,0 0 0,1 1 0,0-1 0,0 1 0,0 0 0,7-3 0,9-3 0,31-9 0,-31 12 0,22-10 0,-39 14-151,0 1-1,-1-1 0,1 0 0,-1 0 1,0 0-1,0-1 0,0 1 1,5-6-1,-2-1-6674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24575,'74'130'0,"108"211"0,-181-338 0,14 34 0,-14-34 0,0 0 0,-1-1 0,1 1 0,-1-1 0,0 1 0,1 0 0,-1-1 0,0 1 0,-1-1 0,1 1 0,0 0 0,-2 3 0,2-6 4,0 1-1,0 0 0,-1-1 0,1 1 1,0-1-1,-1 1 0,1-1 1,-1 1-1,1-1 0,0 1 1,-1-1-1,1 1 0,-1-1 1,1 0-1,-1 1 0,0-1 0,1 0 1,-1 1-1,1-1 0,-1 0 1,0 0-1,1 1 0,-1-1 1,1 0-1,-1 0 0,0 0 1,1 0-1,-1 0 0,0 0 0,1 0 1,-2 0-1,-19-7-1172,20 6 867,-12-4-6524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7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0 454 24575,'33'3'0,"-9"0"0,0-1 0,0-1 0,1-1 0,-1-1 0,30-5 0,-52 6 0,0 0 0,1-1 0,-1 1 0,0-1 0,0 0 0,0 0 0,0 0 0,0 0 0,0 0 0,0 0 0,0-1 0,0 1 0,0-1 0,-1 1 0,1-1 0,-1 0 0,3-2 0,-3 2 0,0-1 0,0 1 0,-1-1 0,1 0 0,0 1 0,-1-1 0,0 0 0,0 1 0,1-1 0,-2 0 0,1 1 0,0-1 0,0 0 0,-2-3 0,-4-17 0,-1 1 0,-1 1 0,-16-32 0,-10-28 0,32 76 0,-6-17 0,1 0 0,0-1 0,2-1 0,0 1 0,0-24 0,5 45 0,0 1 0,0-1 0,0 1 0,0 0 0,0-1 0,0 1 0,1 0 0,-1 0 0,1-1 0,-1 1 0,1 0 0,-1 0 0,1-1 0,-1 1 0,2-1 0,-1 1 0,-1 1 0,1 0 0,-1 0 0,1-1 0,-1 1 0,1 0 0,0 0 0,-1 0 0,1 0 0,-1 0 0,1 0 0,-1 0 0,1 0 0,-1 0 0,1 0 0,0 0 0,-1 0 0,1 0 0,-1 0 0,1 0 0,-1 0 0,1 1 0,-1-1 0,1 0 0,-1 1 0,1-1 0,-1 0 0,1 1 0,-1-1 0,1 0 0,-1 1 0,0-1 0,1 1 0,-1-1 0,0 1 0,1-1 0,-1 1 0,11 14 0,0 1 0,-2-1 0,0 1 0,13 31 0,-7-13 0,66 146 120,-63-134-863,22 94 1,-36-119-6084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8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24575,'-1'141'0,"2"148"0,0-267 0,1 0 0,1 0 0,1-1 0,1 1 0,1-1 0,0 0 0,19 38 0,-19-46 0,2-1 0,-1 0 0,2 0 0,0 0 0,0-1 0,1-1 0,0 0 0,0 0 0,2-1 0,-1 0 0,1 0 0,0-2 0,14 7 0,-19-10-104,0 0-36,0-1 0,0 1 0,1-1 0,-1 0 0,1-1-1,0 0 1,0 0 0,12 0 0,-7-3-6686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8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0 234 24575,'41'-15'0,"52"-20"0,-79 29 0,-1-1 0,0 0 0,0-1 0,18-15 0,-28 20 0,0 1 0,-1-1 0,1 0 0,-1 0 0,1-1 0,-1 1 0,0 0 0,0-1 0,0 1 0,-1-1 0,1 0 0,-1 1 0,0-1 0,0 0 0,0 0 0,0-7 0,-1 8 0,0 1 0,0-1 0,-1 0 0,1 1 0,-1-1 0,1 1 0,-1-1 0,0 1 0,0 0 0,0-1 0,0 1 0,0 0 0,-1-1 0,1 1 0,-1 0 0,1 0 0,-1 0 0,0 0 0,0 1 0,0-1 0,0 0 0,0 1 0,0-1 0,0 1 0,0 0 0,-4-1 0,0-1 0,0 1 0,-1 1 0,1-1 0,-1 1 0,0 1 0,1-1 0,-1 1 0,0 0 0,1 0 0,-1 1 0,0 0 0,1 0 0,-1 1 0,1 0 0,-1 0 0,1 0 0,0 1 0,-6 3 0,7-3 0,1-1 0,0 0 0,0 1 0,0 0 0,0 0 0,0 0 0,1 1 0,-1-1 0,1 1 0,0 0 0,0 0 0,0 0 0,1 0 0,-1 0 0,1 0 0,0 1 0,0-1 0,1 1 0,-1 0 0,1 0 0,0-1 0,1 1 0,-1 0 0,1 0 0,0 7 0,1-6 0,0 0 0,1 0 0,0 0 0,0 0 0,0 0 0,1-1 0,0 1 0,0-1 0,0 0 0,1 0 0,-1 0 0,1 0 0,0 0 0,1-1 0,8 7 0,7 4 0,0 0 0,35 17 0,-40-23 0,8 4 0,40 15 0,-54-24 0,0-1 0,1 0 0,0-1 0,-1 0 0,1-1 0,0 0 0,15 0 0,-22-1-136,-1-1-1,1 1 1,-1 0-1,1-1 1,-1 0-1,1 0 1,-1 0-1,1 0 0,2-1 1,4-5-6690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24575,'-2'15'0,"1"0"0,1 0 0,1 0 0,0 0 0,0 0 0,2 0 0,0-1 0,0 1 0,2-1 0,0 1 0,0-1 0,1-1 0,16 26 0,6 3 0,2-1 0,63 65 0,-40-48 0,-53-57 0,1 0 0,0-1 0,-1 1 0,1-1 0,-1 1 0,0 0 0,1-1 0,-1 1 0,1 0 0,-1-1 0,0 1 0,0 0 0,1 0 0,-1 0 0,0 0 0,0-1 0,0 0 0,0 0 0,0 0 0,0 0 0,-1 1 0,1-1 0,0 0 0,0 0 0,0 0 0,0 0 0,0 1 0,0-1 0,-1 0 0,1 0 0,0 0 0,0 0 0,0 0 0,0 0 0,-1 0 0,1 0 0,0 0 0,0 1 0,0-1 0,-1 0 0,1 0 0,0 0 0,0 0 0,0 0 0,-1 0 0,1 0 0,0 0 0,0 0 0,-3-1 0,0 1 0,0 0 0,1-1 0,-1 0 0,0 0 0,-2-1 0,-58-28 0,-96-64 0,156 92-97,0 0-1,-1 0 1,1-1-1,0 1 1,0-1-1,0 1 1,1-1-1,-1 0 1,0 0-1,1-1 1,0 1-1,0 0 0,-3-7 1,2-1-6729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19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77 24575,'-7'-20'0,"-3"-3"0,1 4 0,1 7 0,3 9 0,2 8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0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11 120 24575,'-8'-10'0,"6"7"0,6 8 0,18 18 0,0 0 0,40 30 0,-53-46 0,1 0 0,-1-1 0,1-1 0,0 0 0,0 0 0,1-1 0,0 0 0,-1-1 0,1 0 0,21 3 0,-30-6 0,0 0 0,0 0 0,0 0 0,0 0 0,0 0 0,0 0 0,0 0 0,0-1 0,0 1 0,0-1 0,0 0 0,0 1 0,-1-1 0,1 0 0,0 0 0,0 0 0,-1 0 0,1 0 0,-1-1 0,1 1 0,-1 0 0,1-1 0,-1 1 0,0-1 0,0 1 0,2-4 0,-2 1 0,1 1 0,-1-1 0,0 1 0,0-1 0,-1 0 0,1 1 0,-1-1 0,0 0 0,0 1 0,0-1 0,0 0 0,-1 0 0,-1-5 0,-1-1 0,0-1 0,-1 1 0,-10-19 0,19 35 0,0 0 0,0-1 0,0 0 0,0 0 0,9 6 0,2 1 0,23 13 0,-33-22 0,1 0 0,0 0 0,0 0 0,0-1 0,1 0 0,-1 0 0,0-1 0,1 0 0,-1 0 0,1-1 0,14 0 0,-18-1 0,-1 1 0,1-1 0,-1 0 0,1 0 0,-1 0 0,1 0 0,-1-1 0,0 0 0,1 1 0,-1-1 0,0 0 0,0 0 0,0-1 0,-1 1 0,1-1 0,0 1 0,-1-1 0,0 0 0,0 0 0,1 0 0,-2 0 0,1 0 0,0 0 0,-1-1 0,1 1 0,0-5 0,-1 3 7,0 1 0,0-1 0,0 1 0,-1-1 0,0 0 1,0 1-1,0-1 0,0 0 0,-1 0 0,0 1 0,0-1 0,0 1 0,0-1 0,-1 1 0,1-1 0,-5-6 0,1 4-193,0-1 1,-1 1-1,1 0 0,-2 0 1,1 0-1,-1 1 1,-11-8-1,5 4-6640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24575,'63'75'-724,"76"121"-1,-115-157 749,-3 1 0,-1 0 0,-1 2 0,-3 0 0,17 65 1,-27-77 105,-1 0 0,1 33 0,-5-46 22,-1-1 1,-1 0-1,-1 1 0,0-1 1,-6 25-1,5-34-143,1-1 1,-1 1-1,0-1 0,0 1 0,-1-1 1,0 0-1,0 0 0,0-1 0,-1 1 0,1-1 1,-2 0-1,-9 8 0,4-6-257,0 0 1,-1 0-1,0-1 1,0 0-1,-23 6 1,15-5-6579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1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 24575,'-15'0'0,"-7"0"0,-2 0 0,0 0 0,2 0 0,2 0 0,3 0 0,0 0 0,2 0 0,1 0 0,0 0 0,0 0 0,0 0 0,0 0 0,2 0-8191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15 24575,'-30'-2'0,"-11"-2"0,-5 1 0,4 1 0,6 0 0,7 1 0,6 0 0,5 1 0,4 0-8191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56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2379 31 24575,'170'-16'0,"-58"7"0,-74 5 0,0 2 0,52 5 0,-63 2 0,-26-5 0,1 1 0,-1-1 0,0 1 0,1-1 0,-1 1 0,0-1 0,0 1 0,0-1 0,1 1 0,-1 0 0,0 0 0,0 0 0,0 0 0,0 0 0,0 0 0,1 1 0,-2-1 0,0-1 0,0 1 0,0-1 0,-1 0 0,1 1 0,0-1 0,0 0 0,0 1 0,0-1 0,-1 0 0,1 1 0,0-1 0,0 0 0,-1 1 0,1-1 0,0 0 0,0 1 0,-1-1 0,1 0 0,0 0 0,-1 1 0,1-1 0,-1 0 0,1 0 0,0 0 0,-1 0 0,1 0 0,0 1 0,-1-1 0,1 0 0,-1 0 0,1 0 0,-1 0 0,1 0 0,-1 0 0,-17 2 0,17-2 0,-67 7 0,-21 0 0,-248-7 0,252 7 0,6 1 0,61-8 0,-209-1 0,153-6 0,-25 0 0,-28-1 0,-18 1 0,-407 7 0,462-7 0,8 0 0,-39-2 0,56 4 0,-104 3 0,81 4 0,-242-2 0,361 5 0,-4 1 0,70-1 0,-11-1 0,114 9 0,-111-8 0,468 26 0,-125-27 0,-248-5 0,410 1 0,-571-1 0,31-6 0,-31 4 0,32-1 0,-13 4 0,213-8 0,-132 0 0,-3 1 0,19-10 0,-53 5 0,-43 7-1365,-31 4-5461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24575,'2'-8'0,"0"8"0,7 10 0,-4-3 0,7 12 0,0 1 0,-1 0 0,-1 1 0,-1 0 0,-1 0 0,9 37 0,-12-46 0,-1 0 0,2 0 0,8 15 0,-13-26-111,-1 0 45,1-1 0,-1 1 0,0-1 0,1 1 0,-1-1 0,0 1 0,1 0 0,-1-1 0,0 1 0,0-1 0,0 1 0,0 0 0,0-1 0,0 1 0,1 0 0,-1-1 0,-1 1 0,1 1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2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15 24575,'0'-1'0,"0"1"0,-1-1 0,1 1 0,0-1 0,-1 0 0,1 1 0,0-1 0,-1 1 0,1-1 0,-1 1 0,1-1 0,-1 1 0,1-1 0,-1 1 0,1-1 0,-1 1 0,0 0 0,1-1 0,-1 1 0,1 0 0,-1 0 0,0-1 0,1 1 0,-1 0 0,0 0 0,1 0 0,-2 0 0,-22-3 0,21 3 0,-22 0 22,0 1-1,0 1 0,-41 9 0,-8 1-1471,55-10-5376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3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16 24575,'-29'-3'0,"-13"0"0,-3 0 0,2 0 0,5 2 0,6 0 0,3 0 0,5 1 0,5 2 0,8 2-8191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5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24575,'0'-1'0,"0"0"0,0 0 0,0 0 0,0 0 0,0 0 0,0 0 0,0 0 0,0 1 0,0-1 0,1 0 0,-1 0 0,0 0 0,1 0 0,-1 0 0,1 1 0,-1-1 0,1 0 0,-1 0 0,1 0 0,-1 1 0,1-1 0,0 0 0,-1 1 0,1-1 0,0 1 0,-1-1 0,1 1 0,0-1 0,1 0 0,-1 1 0,0 0 0,1 0 0,-1 0 0,0 0 0,0 1 0,1-1 0,-1 0 0,0 0 0,0 1 0,0-1 0,0 1 0,0-1 0,0 1 0,0 0 0,1-1 0,-1 1 0,-1 0 0,1-1 0,0 1 0,0 0 0,0 0 0,1 2 0,9 12 0,-1 0 0,16 33 0,-10-18 0,55 116 0,-50-99 0,-17-40 11,0-1-1,0 1 0,0-1 0,9 9 1,1 2-1428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06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31 24575,'-3'-4'0,"-1"1"0,1 1 0,-1-1 0,0 0 0,0 1 0,0 0 0,0 0 0,-1 0 0,1 0 0,0 1 0,-1-1 0,0 1 0,1 0 0,-1 1 0,1-1 0,-10 1 0,-3 1 0,0 1 0,0 1 0,-22 6 0,-19 4 0,-41 2-1365,83-14-5461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0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2 24575,'17'0'0,"-13"0"0,-13 0 0,-46-1 0,-62 2 0,117-1 0,-1 0 0,1 0 0,-1 0 0,1 0 0,-1 0 0,1 0 0,0 0 0,-1 0 0,1 0 0,-1 0 0,1 0 0,-1 0 0,1 0 0,0 1 0,-1-1 0,1 0 0,-1 0 0,1 0 0,0 1 0,-1-1 0,1 0 0,0 0 0,-1 1 0,1-1 0,0 0 0,0 1 0,-1-1 0,1 1 0,8 6 0,20 4 0,-9-8 0,-1-1 0,1 0 0,0-2 0,21-1 0,-25 1 0,-13-2 0,-5 0 0,-8-3 0,-87-13 0,94 18-105,1-1 0,-1 1 0,1 0 0,-1 0 0,0 1 0,1-1 0,-1 1 0,1-1 0,-1 1 0,1 0 0,-1 1 0,-4 1 0,-2 3-6721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2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30 24575,'-115'-24'0,"113"24"0,-3-2 0,-1 1 0,1 0 0,0 1 0,-1-1 0,1 1 0,-1 0 0,0 0 0,-5 2 0,11-2 0,0 0 0,0 0 0,-1 0 0,1 0 0,0 0 0,0 0 0,-1 0 0,1 0 0,0 0 0,0 0 0,-1 0 0,1 1 0,0-1 0,0 0 0,0 0 0,-1 0 0,1 0 0,0 1 0,0-1 0,0 0 0,-1 0 0,1 0 0,0 1 0,0-1 0,0 0 0,0 0 0,0 1 0,0-1 0,-1 0 0,1 0 0,0 1 0,0-1 0,0 0 0,0 0 0,0 1 0,0-1 0,7 9 0,15 5 0,5-5 0,-1 0 0,2-1 0,38 5 0,-60-12 0,-1 0 0,0-1 0,0 1 0,0-1 0,0 0 0,6 0 0,-11 0 0,0 0 0,0 0 0,0 0 0,0 0 0,0 0 0,0 0 0,0 0 0,0 0 0,0 0 0,1 0 0,-1 0 0,0 0 0,0 0 0,0 0 0,0 0 0,0 0 0,0 0 0,0-1 0,0 1 0,0 0 0,0 0 0,0 0 0,0 0 0,0 0 0,0 0 0,0 0 0,0 0 0,0 0 0,0 0 0,1 0 0,-1 0 0,0 0 0,0 0 0,0-1 0,0 1 0,0 0 0,0 0 0,0 0 0,0 0 0,0 0 0,0 0 0,0 0 0,0 0 0,0 0 0,0 0 0,0 0 0,-1 0 0,1 0 0,0-1 0,0 1 0,0 0 0,0 0 0,0 0 0,0 0 0,0 0 0,0 0 0,0 0 0,0 0 0,0 0 0,0 0 0,0 0 0,-7-6 0,-8-3 0,-58-25 0,61 29 0,0 1 0,0 0 0,-1 1 0,-15-2 0,8 4 0,19 1 0,0 1 0,0-1 0,1 0 0,-1 0 0,0 0 0,0 0 0,1 1 0,-1-1 0,0 0 0,1 1 0,-1-1 0,0 1 0,1-1 0,-1 1 0,1-1 0,-1 1 0,1-1 0,-1 1 0,1-1 0,-1 1 0,1 0 0,0-1 0,-1 2 0,0-1-72,1 0 1,0 0-1,-1 0 0,1 0 0,-1 0 0,0 0 0,1-1 0,-1 1 1,0 0-1,1 0 0,-1-1 0,0 1 0,0 0 0,1-1 0,-1 1 1,0-1-1,0 1 0,-1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3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 24575,'-19'0'0,"-10"0"0,-2 0 0,2 0 0,4 0 0,3 0 0,3 0 0,5 2 0,2 1 0,1 1 0,-1-2 0,0 0 0,2-1-8191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34 24575,'-15'-13'0,"13"11"0,0 0 0,-1-1 0,1 1 0,-1 0 0,1 0 0,-1 1 0,0-1 0,0 0 0,-3 0 0,6 2 0,-1 0 0,1 0 0,0-1 0,0 1 0,0 0 0,0 0 0,-1 0 0,1 0 0,0 0 0,0 0 0,0 0 0,-1 0 0,1 0 0,0 0 0,0 0 0,0 1 0,0-1 0,-1 0 0,1 0 0,0 0 0,0 0 0,0 0 0,0 0 0,-1 0 0,1 0 0,0 0 0,0 1 0,0-1 0,0 0 0,0 0 0,0 0 0,-1 0 0,1 0 0,0 1 0,0-1 0,0 0 0,0 9 0,4 9 0,17 43 0,3-1 0,39 70 0,-51-110 0,-8-16 0,-1 1 0,0 0 0,0-1 0,-1 1 0,0 0 0,1 0 0,-2 1 0,1-1 0,-1 0 0,2 7 0,-5-7-1365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5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31 24575,'0'-1'0,"0"-1"0,0 1 0,0-1 0,0 1 0,0-1 0,-1 1 0,1-1 0,0 1 0,-1-1 0,1 1 0,-1 0 0,0-1 0,1 1 0,-1 0 0,0-1 0,-1 0 0,1 1 0,1 1 0,-1-1 0,0 1 0,0-1 0,0 1 0,0-1 0,0 1 0,1-1 0,-1 1 0,0 0 0,0 0 0,0 0 0,0-1 0,0 1 0,0 0 0,0 0 0,0 0 0,-2 1 0,-3 0 0,-1 1 0,0 0 0,1 0 0,0 1 0,-11 5 0,4-2 0,-25 10 0,-2-3 0,1-1 0,-57 10 0,80-19-1365,2 2-5461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6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16 24575,'-1'-1'0,"0"-1"0,0 1 0,-1-1 0,1 1 0,0 0 0,-1 0 0,1-1 0,-1 1 0,1 0 0,-3-1 0,4 2 0,-1 0 0,1 0 0,0 0 0,0 0 0,-1-1 0,1 1 0,0 0 0,0 0 0,-1 0 0,1 0 0,0 0 0,0 0 0,-1 0 0,1 0 0,0 0 0,0 0 0,-1 1 0,1-1 0,0 0 0,0 0 0,0 0 0,-1 0 0,1 0 0,0 0 0,0 0 0,0 1 0,-1-1 0,1 0 0,0 0 0,-1 1 0,1 0 0,0 0 0,-1 0 0,1-1 0,0 1 0,0 0 0,0 0 0,0 0 0,0 0 0,0 0 0,0 0 0,0-1 0,0 3 0,3 16 0,2-1 0,-1 1 0,12 26 0,5 17 0,12 80 0,-25-125-1365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16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29 24575,'-29'-5'0,"-13"-2"0,-3 1 0,3 1 0,3 1 0,7 2 0,6 3 0,2 5 0,4 0 0,-1 2 0,-1 3 0,0 1 0,2-2 0,4-1-8191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7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164 228 24575,'-2'1'0,"0"0"0,0-1 0,-1 1 0,1 0 0,1 0 0,-1 0 0,0 0 0,0 1 0,0-1 0,1 1 0,-1-1 0,0 1 0,1-1 0,-1 1 0,1 0 0,0 0 0,0-1 0,0 1 0,0 0 0,0 0 0,0 0 0,0 1 0,1-1 0,-1 0 0,0 0 0,1 0 0,0 0 0,0 4 0,0-3 0,0-1 0,1 1 0,-1-1 0,1 1 0,0-1 0,-1 1 0,1-1 0,0 1 0,1-1 0,-1 0 0,0 1 0,1-1 0,-1 0 0,1 0 0,0 0 0,0 0 0,0 0 0,0-1 0,0 1 0,0 0 0,0-1 0,0 0 0,4 2 0,-5-2 0,0-1 0,-1 0 0,1 1 0,0-1 0,0 0 0,-1 0 0,1 1 0,0-1 0,0 0 0,0 0 0,-1 0 0,1 0 0,0 0 0,0 0 0,0 0 0,-1 0 0,2-1 0,-1 1 0,-1 0 0,1-1 0,-1 1 0,0 0 0,1-1 0,-1 1 0,0 0 0,1-1 0,-1 1 0,0 0 0,0-1 0,1 1 0,-1-1 0,0 1 0,0-1 0,0 1 0,1 0 0,-1-1 0,0 1 0,0-1 0,0 0 0,0-1 0,0-1 0,0 1 0,0 0 0,-1-1 0,1 1 0,-1 0 0,1-1 0,-1 1 0,0 0 0,-1-3 0,-10-15 0,-1 1 0,-1 1 0,0 0 0,-1 1 0,-26-22 0,-5-8 0,28 27 0,14 14 0,13 14 0,2 1 0,-1-1 0,1 0 0,0 0 0,16 7 0,50 21 0,-65-32 0,0 0 0,0-1 0,19 4 0,-26-7 0,0 1 0,1-1 0,-1 1 0,0-1 0,1-1 0,-1 1 0,0-1 0,1 0 0,-1 0 0,8-4 0,-10 4 0,-1-1 0,1 0 0,-1 0 0,1 0 0,-1 0 0,0 0 0,0 0 0,0-1 0,0 1 0,-1-1 0,1 1 0,-1-1 0,1 0 0,-1 0 0,0 1 0,0-1 0,0 0 0,0 0 0,-1 0 0,1 0 0,-1 0 0,0-5 0,1-4 0,-1 1 0,-1-1 0,0 1 0,-4-19 0,-13-25 0,19 54 0,4 6 0,8 11 0,-6-8 0,68 73 0,27 33 0,-63-74-1365,-28-30-5461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4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632 15 24575,'-2'-1'0,"-1"-1"0,1 0 0,0 1 0,-1 0 0,1 0 0,-1 0 0,1 0 0,-1 0 0,0 0 0,1 0 0,-1 1 0,-5-1 0,-34 1 0,40 0 0,-167 14 0,88-13 0,-105 7 0,114-2 0,111 5 0,5 0 0,134 33 0,-127-29 0,71 31 0,-117-44 0,0 1 0,0-1 0,0 1 0,0 0 0,-1 1 0,1-1 0,5 6 0,-9-8 0,0 0 0,-1 0 0,1 0 0,0 1 0,0-1 0,-1 0 0,1 0 0,-1 1 0,1-1 0,-1 1 0,1-1 0,-1 0 0,0 1 0,0-1 0,0 1 0,0-1 0,0 0 0,0 1 0,0-1 0,0 1 0,0-1 0,-1 0 0,1 1 0,0-1 0,-1 1 0,0-1 0,1 0 0,-1 0 0,0 1 0,1-1 0,-1 0 0,0 0 0,-2 2 0,-2 2 0,0 0 0,0 0 0,0-1 0,-1 0 0,1 0 0,-1 0 0,0 0 0,0-1 0,-12 4 0,-7 2 0,-31 6 0,32-9 0,-133 28 0,13-4 0,141-29 0,-23 7 0,25-8 0,0 0 0,1 1 0,-1-1 0,0 0 0,0 1 0,0-1 0,0 1 0,1-1 0,-1 1 0,0-1 0,0 1 0,1 0 0,-1-1 0,0 1 0,1 0 0,-1 0 0,1-1 0,-1 1 0,1 0 0,-1 0 0,1 0 0,-1 1 0,1-2 0,1 1 0,-1 0 0,0-1 0,0 1 0,0 0 0,1-1 0,-1 1 0,0 0 0,1-1 0,-1 1 0,1-1 0,-1 1 0,1-1 0,-1 1 0,1-1 0,-1 1 0,1-1 0,-1 1 0,1-1 0,-1 0 0,1 1 0,0-1 0,17 8 0,-15-7 0,31 10 0,1-2 0,0-1 0,1-2 0,41 3 0,146-4 0,-205-6 0,12 1-341,-1-1 0,0-2-1,55-12 1,-68 10-6485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5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24575,'1'6'0,"0"-1"0,0 1 0,1-1 0,0 1 0,0-1 0,0 0 0,1 0 0,0 0 0,0 0 0,7 9 0,8 16 0,-16-26 0,0-1 0,-1 1 0,1 0 0,1-1 0,-1 1 0,0-1 0,1 0 0,0 1 0,0-1 0,0-1 0,0 1 0,0 0 0,1-1 0,-1 1 0,1-1 0,-1 0 0,1 0 0,0-1 0,0 1 0,0-1 0,0 0 0,0 0 0,0 0 0,4 0 0,-3-1 0,-1 1 0,0-1 0,0 0 0,0 0 0,1-1 0,-1 0 0,0 1 0,0-1 0,8-3 0,-10 2 0,1 1 0,-1-1 0,0 1 0,1-1 0,-1 0 0,0 0 0,0 0 0,0 0 0,0 0 0,-1 0 0,1-1 0,0 1 0,-1 0 0,0-1 0,2-4 0,1-3 0,0-1 0,-1 0 0,0 0 0,-1 1 0,0-2 0,0-19 0,-2 33 0,0 0 0,1 0 0,-1 0 0,1-1 0,-1 1 0,1 0 0,0 0 0,-1 0 0,1 0 0,0-1 0,0 1 0,2 2 0,2 1 0,-1 0 0,1 0 0,8 6 0,0 0 0,1-2 0,21 12 0,-28-18 0,-1 0 0,0 0 0,1-1 0,0 0 0,0 0 0,-1 0 0,13 0 0,-16-2 0,0 0 0,0 0 0,-1 0 0,1 0 0,0 0 0,0-1 0,0 0 0,0 1 0,-1-1 0,1 0 0,0 0 0,-1-1 0,1 1 0,-1 0 0,1-1 0,-1 0 0,1 1 0,-1-1 0,0 0 0,3-4 0,-5 6 2,0 0 0,0-1-1,1 1 1,-1 0 0,0 0 0,0-1-1,1 1 1,-1 0 0,0 0-1,0-1 1,1 1 0,-1 0 0,0 0-1,0 0 1,1-1 0,-1 1 0,0 0-1,1 0 1,-1 0 0,0 0-1,1 0 1,-1 0 0,0 0 0,1 0-1,-1 0 1,0 0 0,1 0-1,-1 0 1,0 0 0,1 0 0,7 7-320,-4-2-783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5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30 24575,'-27'-5'0,"-14"-1"0,-4 0 0,-1 1 0,7 1 0,6 2 0,7 1 0,5 0 0,4 1 0,2 0 0,4 3 0,1 1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43 24575,'-27'-7'0,"-14"-3"0,-2 0 0,3 3 0,7 2 0,6 1 0,5 5 0,6 1-8191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6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70 24575,'-18'20'0,"-18"28"0,32-43 0,0 1 0,1 0 0,-1 0 0,1 1 0,1-1 0,-1 1 0,1-1 0,1 1 0,-1 0 0,0 7 0,2-11 0,0-1 0,0 0 0,0 0 0,1 0 0,-1 1 0,1-1 0,-1 0 0,1 0 0,0 0 0,-1 0 0,1 0 0,0 0 0,1 0 0,-1 0 0,0-1 0,2 3 0,0-1 0,0 0 0,0-1 0,0 1 0,1-1 0,-1 0 0,1 0 0,-1 0 0,6 2 0,1-1 0,-1 0 0,1-1 0,-1 0 0,1-1 0,0 0 0,15 0 0,-19-1 0,0-1 0,0 0 0,0 0 0,0-1 0,0 1 0,0-1 0,0 0 0,-1-1 0,1 0 0,-1 1 0,0-2 0,0 1 0,0-1 0,6-5 0,-8 6 0,0 0 0,0 1 0,-1-1 0,0-1 0,1 1 0,-1 0 0,0-1 0,-1 1 0,1-1 0,0 1 0,-1-1 0,0 0 0,0 0 0,0 0 0,0 1 0,-1-1 0,0 0 0,0 0 0,0 0 0,0 0 0,0 0 0,-1 0 0,0-4 0,-2 0 10,0 0 0,0 0 0,0 0 0,-1 0 0,0 1 0,-1-1 0,1 1 0,-2 0 0,1 1 0,-1-1 0,-10-9 0,7 8-196,-1 1 1,0 0-1,0 1 0,-1 0 1,0 0-1,0 1 1,-19-6-1,10 5-6640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2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44 24575,'-14'-21'0,"2"3"0,9 13 0,3 6 0,8 13 0,0 0 0,-1 1 0,-1 0 0,6 21 0,9 65 0,-19-87 0,2 7 0,1 28 0,-5-43 0,0-1 0,0 0 0,-1 1 0,1-1 0,-1 0 0,-1 1 0,1-1 0,-1 0 0,1 0 0,-5 8 0,-1-7 0,4-10 0,2 2 0,1 0 0,0 1 0,0-1 0,0 0 0,0 0 0,0 1 0,0-1 0,0 0 0,1-1 0,1-1 0,0 1 0,0-1 0,0 1 0,1-1 0,-1 1 0,1 0 0,-1 0 0,1 0 0,0 1 0,1-1 0,-1 0 0,0 1 0,1 0 0,4-3 0,0 2 0,0-1 0,0 1 0,0 0 0,0 1 0,16-3 0,-7 3 0,0 1 0,0 0 0,0 2 0,21 2 0,-29-2 0,1 1 0,0 0 0,-1 0 0,0 1 0,0 1 0,0 0 0,0 0 0,15 10 0,-21-13 0,-1 1 0,0 0 0,0 0 0,0 0 0,0 0 0,0 0 0,0 1 0,-1-1 0,1 0 0,-1 1 0,0-1 0,1 1 0,-1 0 0,1 5 0,-1-6 0,-1-1 0,0 1 0,0 0 0,0 0 0,0 0 0,0 0 0,0-1 0,0 1 0,-1 0 0,1 0 0,-1 0 0,1-1 0,-1 1 0,0 0 0,0-1 0,1 1 0,-1 0 0,0-1 0,0 1 0,-1-1 0,1 1 0,0-1 0,-3 2 0,-5 4 0,0-1 0,-1 0 0,0 0 0,0-1 0,0 0 0,-1-1 0,0-1 0,1 1 0,-1-2 0,0 1 0,-13 0 0,-18 0 0,-70-3 0,54-2 0,29-1 120,28 2-207,-1 1-1,1-1 1,-1 1 0,1-1-1,-1 0 1,1 1 0,-1-1-1,1 0 1,0 0-1,0 0 1,-1 0 0,1 0-1,0 0 1,0 0 0,0-1-1,-1-1 1,-2-5-6739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0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24575,'-1'0'0,"-1"1"0,1-1 0,0 1 0,0 0 0,0-1 0,0 1 0,0 0 0,1 0 0,-1 0 0,0 0 0,0 0 0,0 0 0,1 0 0,-1 0 0,1 0 0,-1 0 0,1 0 0,-1 0 0,1 1 0,-1-1 0,1 2 0,0 0 0,0-1 0,0 1 0,0-1 0,0 1 0,1-1 0,-1 0 0,1 1 0,0-1 0,-1 1 0,3 2 0,1 4 0,1-1 0,1 0 0,-1 0 0,10 11 0,-9-13 0,-4-3 0,1 1 0,0-1 0,0-1 0,0 1 0,4 3 0,-6-5 0,0-1 0,-1 0 0,1 1 0,0-1 0,0 0 0,-1 1 0,1-1 0,0 0 0,0 0 0,-1 0 0,1 0 0,0 0 0,0 0 0,0 0 0,-1 0 0,1 0 0,0 0 0,0 0 0,-1 0 0,1-1 0,0 1 0,0 0 0,-1 0 0,1-1 0,0 1 0,-1-1 0,1 1 0,0-1 0,-1 1 0,1-1 0,0 1 0,0-2 0,6-7 0,1 0 0,-2-1 0,0 0 0,0 0 0,5-14 0,3-2 0,-14 25 0,1-1 0,0 1 0,0 0 0,0-1 0,0 1 0,0 0 0,0 0 0,0 0 0,1 0 0,-1 0 0,0 0 0,1 0 0,-1 0 0,1 0 0,-1 1 0,1-1 0,-1 0 0,1 1 0,-1-1 0,1 1 0,-1 0 0,1 0 0,0-1 0,-1 1 0,1 0 0,0 0 0,-1 1 0,1-1 0,-1 0 0,4 1 0,3 2 0,1 0 0,0 0 0,-1 1 0,12 7 0,-3-2 0,-4-3 0,43 19 0,-49-22 0,-1-1 0,1 0 0,0 0 0,1-1 0,-1 0 0,8 0 0,-14-1 0,0 0 0,1 0 0,-1 0 0,0 0 0,0 0 0,0 0 0,0-1 0,0 1 0,0 0 0,1-1 0,-1 1 0,0-1 0,0 1 0,0-1 0,0 1 0,0-1 0,0 0 0,-1 0 0,1 1 0,0-1 0,0 0 0,0 0 0,-1 0 0,1 0 0,0 0 0,-1 0 0,1 0 0,-1 0 0,1 0 0,-1 0 0,0 0 0,1 0 0,-1 0 0,0-1 0,0 1 0,0 0 0,0 0 0,0 0 0,0 0 0,0 0 0,0-1 0,0 1 0,-1-1 0,0-4 0,0 0 0,-1-1 0,0 2 0,0-1 0,0 0 0,-6-9 0,8 14 0,-12-25 0,12 26 0,0 0 0,-1-1 0,1 1 0,0-1 0,0 1 0,0-1 0,0 1 0,0 0 0,0-1 0,0 1 0,0-1 0,0 1 0,0-1 0,0 1 0,0 0 0,0-1 0,0 1 0,0-1 0,1 1 0,-1-1 0,0 1 0,0 0 0,0-1 0,1 1 0,-1 0 0,0-1 0,1 1 0,-1 0 0,0-1 0,1 1 0,-1 0 0,0-1 0,1 1 0,-1 0 0,0 0 0,1 0 0,-1-1 0,1 1 0,-1 0 0,0 0 0,1 0 0,-1 0 0,1 0 0,-1 0 0,1 0 0,-1 0 0,0 0 0,1 0 0,-1 0 0,1 0 0,-1 0 0,1 0 0,-1 0 0,0 0 0,1 1 0,-1-1 0,1 0 0,-1 0 0,12 4 0,-1 0 0,1 0 0,-1 1 0,0 0 0,12 9 0,-7-5 0,20 8 0,-22-11-455,0 0 0,21 13 0,-25-12-6371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0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1 254 24575,'40'-9'0,"65"-20"0,-102 28 0,0 0 0,0-1 0,0 1 0,0-1 0,0 1 0,0-1 0,0 0 0,0 0 0,-1 0 0,1-1 0,-1 1 0,0 0 0,0-1 0,0 0 0,0 0 0,0 1 0,0-1 0,-1 0 0,1 0 0,-1 0 0,0-1 0,0 1 0,0 0 0,0 0 0,-1-4 0,1 2 0,-1 0 0,0 0 0,-1 0 0,1 0 0,-1 0 0,0 0 0,0 0 0,-1 0 0,0 0 0,0 0 0,0 1 0,0-1 0,0 1 0,-1 0 0,-6-8 0,4 5 0,-1 1 0,-1 0 0,1 0 0,-1 1 0,0-1 0,0 1 0,-1 1 0,1 0 0,-1 0 0,0 0 0,-11-3 0,17 7 0,1 0 0,-1-1 0,1 1 0,-1 0 0,0 0 0,0 0 0,1 0 0,-1 0 0,1 0 0,-1 1 0,0-1 0,1 0 0,-1 1 0,0 0 0,1-1 0,-1 1 0,1 0 0,0 0 0,-1-1 0,1 1 0,-1 0 0,1 1 0,0-1 0,0 0 0,0 0 0,0 0 0,0 1 0,0-1 0,0 1 0,0-1 0,-1 3 0,-2 5 0,0 0 0,1 0 0,0 0 0,-2 12 0,4-15 0,-3 9 0,1-1 0,1 1 0,0 0 0,1-1 0,1 23 0,1-35 0,-1 0 0,1 0 0,-1 0 0,1 0 0,0 0 0,0 0 0,0-1 0,0 1 0,0 0 0,0 0 0,0-1 0,1 1 0,-1-1 0,1 1 0,-1-1 0,1 1 0,-1-1 0,1 0 0,0 0 0,0 0 0,-1 0 0,1 0 0,0 0 0,0-1 0,0 1 0,0 0 0,0-1 0,4 1 0,6 1 0,0-1 0,1 0 0,19-2 0,-20 1 0,22 0 60,38 4 0,-55-1-357,-1 0 0,1 0 0,-1 1 0,22 10 0,-26-9-6529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2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24575,'17'20'0,"0"1"0,-2 0 0,25 46 0,-14-23 0,-6-13 0,51 92 0,-65-112 0,-3-6 0,-1 0 0,1 0 0,-1 0 0,0 0 0,0 0 0,1 6 0,-3-10 0,0 0 0,0 0 0,0 0 0,0 0 0,0 0 0,0 0 0,0-1 0,-1 1 0,1 0 0,0 0 0,0 0 0,-1 0 0,1 0 0,-1 0 0,1-1 0,-2 3 0,1-2 0,0 0 0,0-1 0,0 1 0,0 0 0,0 0 0,0-1 0,-1 1 0,1 0 0,0-1 0,0 1 0,-1-1 0,1 0 0,-1 1 0,-1-1 0,-8 1 0,-1-1 0,1 0 0,0-1 0,0 0 0,0-1 0,0 0 0,0-1 0,1 0 0,-1-1 0,1 0 0,-1 0 0,1-1 0,1-1 0,-1 0 0,1 0 0,0-1 0,-12-11 0,20 17 0,0 0 0,0 0 0,0 0 0,0 0 0,0 0 0,0 0 0,1 0 0,-1-1 0,0 1 0,1 0 0,-1 0 0,1-1 0,-1 1 0,1 0 0,0 0 0,0-1 0,-1 1 0,1-1 0,0 1 0,0 0 0,0-1 0,1 0 0,-1 0 0,1 0 0,0 0 0,0 0 0,0 0 0,0 0 0,0 0 0,1 1 0,-1-1 0,0 0 0,1 1 0,-1-1 0,4-1 0,4-3 0,0 0 0,0 1 0,1 0 0,14-5 0,24-11-1365,-36 16-5461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24575,'5'5'0,"4"4"0,0 3 0,-1-1-8191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3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24575,'15'13'0,"-1"0"0,2-2 0,0 0 0,0 0 0,32 13 0,-40-20 0,0 0 0,1-1 0,-1-1 0,1 1 0,0-1 0,0-1 0,0 0 0,0 0 0,0-1 0,0 0 0,0 0 0,0-1 0,13-3 0,-20 3 0,0 0 0,0 0 0,-1 0 0,1 0 0,0 0 0,0-1 0,0 1 0,-1-1 0,1 1 0,-1-1 0,1 0 0,-1 1 0,0-1 0,0 0 0,0 0 0,0 0 0,0 0 0,0 0 0,0 0 0,0 0 0,-1-1 0,0 1 0,1 0 0,-1 0 0,0-3 0,1-1 0,-1 1 0,0-1 0,0 0 0,-1 1 0,0-1 0,0 0 0,0 1 0,-4-10 0,2 8 0,4 10 0,8 11 0,-3-10 0,-1 1 0,1-1 0,0 0 0,0 0 0,1-1 0,-1 1 0,1-1 0,0-1 0,-1 1 0,1-1 0,0-1 0,1 1 0,-1-1 0,0 0 0,9-1 0,-11 0 0,-1 0 0,1 0 0,0-1 0,0 1 0,-1-1 0,1 0 0,0-1 0,-1 1 0,1-1 0,-1 0 0,0 0 0,1-1 0,-1 1 0,0-1 0,0 0 0,-1 0 0,1 0 0,-1 0 0,1-1 0,-1 1 0,0-1 0,0 0 0,3-7 0,-4 9 4,-1 0 1,0 0-1,-1 0 0,1 0 0,0 0 0,-1 0 0,1-1 0,-1 1 0,1 0 1,-1 0-1,0-1 0,0 1 0,0 0 0,0 0 0,-1-1 0,1 1 0,-1 0 1,1 0-1,-1 0 0,0 0 0,1-1 0,-1 1 0,0 0 0,-1 0 0,1 1 1,0-1-1,0 0 0,-4-3 0,2 2-103,0 1 0,-1-1 0,1 1 0,-1-1 0,1 1 0,-1 0 0,0 0 0,0 1 0,0-1 0,0 1 0,0 0 0,-1 0 0,1 0 0,-6 1 0,-3-1-6727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3:34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96 24575,'-6'-3'0,"5"8"0,5 9 0,-1-9 0,1 0 0,0 0 0,1 0 0,-1-1 0,7 5 0,-9-7 0,0-1 0,0 1 0,1-1 0,-1 1 0,1-1 0,-1 0 0,1 0 0,0 0 0,-1 0 0,1 0 0,0-1 0,0 1 0,4-1 0,-6 0 0,0 0 0,0 0 0,0 0 0,0 0 0,0-1 0,-1 1 0,1 0 0,0-1 0,0 1 0,0-1 0,-1 1 0,1-1 0,0 1 0,-1-1 0,1 1 0,0-1 0,-1 0 0,1 1 0,-1-1 0,1 0 0,-1 0 0,1 1 0,-1-1 0,0 0 0,1 0 0,-1 0 0,0 0 0,0 1 0,1-1 0,-1 0 0,0 0 0,0 0 0,0 0 0,0 0 0,0 0 0,0 1 0,0-1 0,-1-2 0,0-2 0,1-1 0,-2 1 0,1 0 0,-4-10 0,3 9 0,0 0 0,0 0 0,0 0 0,-1-10 0,3 15 0,0 0 0,0 0 0,0 1 0,0-1 0,0 0 0,0 0 0,0 0 0,0 0 0,1 1 0,-1-1 0,0 0 0,0 0 0,1 1 0,-1-1 0,1 0 0,-1 0 0,0 1 0,2-2 0,-1 1 0,0 1 0,-1 0 0,1-1 0,0 1 0,0 0 0,0-1 0,0 1 0,0 0 0,0 0 0,0 0 0,0 0 0,0 0 0,0 0 0,0 0 0,0 0 0,-1 0 0,1 1 0,0-1 0,0 0 0,0 1 0,1 0 0,12 4 0,20 12 0,-21-10 0,21 9 0,-19-11 0,-10-3 0,-1 0 0,0 0 0,1-1 0,-1 1 0,1-1 0,8 1 0,-12-2 0,0-1 0,1 1 0,-1 0 0,0 0 0,0-1 0,1 1 0,-1 0 0,0-1 0,0 0 0,0 1 0,0-1 0,0 0 0,1 1 0,-1-1 0,0 0 0,-1 0 0,1 0 0,0 0 0,0 0 0,0 0 0,0 0 0,-1 0 0,1 0 0,-1 0 0,1 0 0,-1 0 0,1-1 0,-1 1 0,1-3 0,3-10 0,-2 7 0,0 1 0,0-1 0,0 1 0,1 0 0,5-10 0,-7 14 0,0 1 0,0 0 0,-1 0 0,2 0 0,-1 0 0,0 0 0,0 0 0,0 0 0,0 0 0,1 1 0,-1-1 0,0 0 0,0 1 0,1-1 0,-1 1 0,1-1 0,-1 1 0,1 0 0,-1-1 0,0 1 0,1 0 0,-1 0 0,1 0 0,-1 0 0,1 0 0,-1 1 0,1-1 0,-1 0 0,1 1 0,-1-1 0,2 2 0,29 11 0,40 24 0,-1 0 0,-64-34-117,1 1-132,0-1-1,-1 1 0,1 1 1,10 7-1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24575,'0'2'0,"-1"0"0,1-1 0,-1 1 0,1 0 0,-1-1 0,0 1 0,1 0 0,-1-1 0,0 1 0,0-1 0,0 1 0,0-1 0,-1 0 0,1 1 0,0-1 0,-1 0 0,1 0 0,0 0 0,-1 0 0,1 0 0,-1 0 0,0 0 0,1-1 0,-1 1 0,0-1 0,-2 2 0,-4 0 0,-1 0 0,1 0 0,0-1 0,-12 1 0,-7-2 0,1-2 0,-43-7 0,45 5 0,1-2-1365,14 2-5461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5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6097 29 24575,'-44'1'0,"-230"-10"0,-75-12 0,337 21 0,-360 16 0,4-4 0,126-10 0,154 5 0,-31 0 0,-66 1 0,-15-1 0,127-6 0,-116 17 0,114-11 0,-140-4 0,119-4 0,-21 2 0,-117-2 0,130-6 0,-34-1 0,57 7 0,-155 3 0,51 12 0,72-7 0,-24 1 0,-21-1 0,-5 1 0,-534-9 0,610 8 0,7 1 0,-4-1 0,-7 0 0,-293-7 0,375 0-136,0 0-1,0 1 1,1 0-1,-1 1 1,1-1-1,-1 2 1,1-1-1,-1 1 0,-11 6 1,11-2-6690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7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 2 24575,'12'-1'0,"0"1"0,-21 3 0,-14 2 0,0-1 0,-40 1 0,-50-5 0,51-2 0,-219 11 0,239-7 0,31-3 0,1 1 0,-1 1 0,0 0 0,0 0 0,0 1 0,1 1 0,-17 5 0,26-7 0,-1 0 0,0 0 0,1-1 0,-1 1 0,1 1 0,-1-1 0,1 0 0,0 0 0,-1 0 0,1 1 0,0-1 0,0 0 0,0 1 0,0-1 0,0 1 0,0 0 0,0-1 0,1 1 0,-1 0 0,1-1 0,-1 1 0,1 0 0,-1 0 0,1 0 0,0 2 0,0-1 0,1-1 0,-1 0 0,1 1 0,-1-1 0,1 0 0,0 0 0,0 0 0,0 1 0,0-1 0,0 0 0,1 0 0,-1 0 0,1-1 0,-1 1 0,1 0 0,0 0 0,-1-1 0,1 1 0,3 1 0,5 3 0,1 0 0,0-1 0,0 0 0,1 0 0,-1-1 0,16 3 0,75 11 0,-58-12 0,20 7 0,-56-11 0,0 1 0,0 0 0,0 0 0,0 1 0,10 6 0,-17-9 0,0-1 0,0 1 0,0 0 0,0-1 0,0 1 0,0 0 0,0 0 0,0 0 0,0 0 0,0 0 0,-1 0 0,1 0 0,0 0 0,-1 0 0,1 0 0,-1 0 0,1 0 0,-1 0 0,1 1 0,-1-1 0,0 1 0,0-1 0,0 1 0,-1-1 0,1 0 0,0 0 0,-1 0 0,1 0 0,-1 0 0,1 0 0,-1 0 0,0 0 0,1-1 0,-1 1 0,0 0 0,0 0 0,1 0 0,-1-1 0,0 1 0,-2 1 0,-4 2 0,-2 0 0,1 0 0,0 0 0,-13 3 0,16-6 0,-88 27 0,52-17 0,1 1 0,0 3 0,-65 32 0,99-43 0,0 0 0,1 0 0,-1 0 0,1 1 0,0-1 0,1 1 0,-1 0 0,-3 7 0,7-11 0,-1 1 0,1 0 0,0-1 0,0 1 0,0 0 0,1 0 0,-1 0 0,0-1 0,1 1 0,-1 0 0,1 0 0,0 0 0,-1 0 0,1 0 0,0 0 0,0 0 0,0 0 0,1 0 0,-1 0 0,0 0 0,1 0 0,-1 0 0,1 0 0,0 0 0,0 0 0,-1 0 0,1-1 0,0 1 0,1 0 0,-1-1 0,2 3 0,-1-2 0,1 0 0,-1-1 0,0 1 0,0-1 0,1 0 0,-1 0 0,1 0 0,-1 0 0,1 0 0,-1 0 0,1-1 0,0 1 0,-1-1 0,4 0 0,42-1 0,-28 0 0,143-7 0,51 0 0,-176 8-97,-9-1-326,0 1 1,44 7-1,-57-3-6403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24575,'0'-1'0,"0"0"0,1 0 0,-1 0 0,1 0 0,-1-1 0,1 1 0,-1 0 0,1 0 0,0 0 0,-1 0 0,1 0 0,0 0 0,0 0 0,0 1 0,0-1 0,0 0 0,0 0 0,0 1 0,0-1 0,0 0 0,0 1 0,2-1 0,-2 1 0,1-1 0,0 1 0,-1 1 0,1-1 0,-1 0 0,1 0 0,-1 1 0,1-1 0,-1 0 0,1 1 0,-1 0 0,0-1 0,1 1 0,-1 0 0,2 1 0,4 3 0,0 0 0,-1 1 0,0 0 0,0 1 0,6 7 0,5 12 0,0 1 0,-2 0 0,13 32 0,-11-22 0,-11-25-95,29 69 322,-32-73-414,0 1 0,-1 0 0,0 0 0,-1-1-1,0 1 1,0 0 0,-2 15 0,0-14-6639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 24575,'-10'3'0,"0"0"0,0 1 0,0 0 0,-14 9 0,21-11 0,1-1 0,-1 1 0,1 0 0,0 0 0,0 0 0,-1 0 0,1 0 0,0 0 0,0 0 0,1 1 0,-1-1 0,1 1 0,-1-1 0,1 1 0,0 0 0,0-1 0,0 1 0,0 0 0,0 0 0,0 0 0,1 3 0,0-3 0,1 0 0,-1 0 0,1 0 0,0 0 0,0 0 0,0-1 0,0 1 0,1 0 0,-1-1 0,1 1 0,-1-1 0,1 0 0,0 1 0,0-1 0,0 0 0,0 0 0,1 0 0,3 2 0,3 3 0,0-2 0,0 1 0,18 6 0,-21-10-68,-1 0 0,1 0-1,-1-1 1,1 0 0,-1 0 0,1-1-1,0 1 1,-1-1 0,1-1 0,0 1-1,0-1 1,-1 0 0,1 0 0,-1 0-1,1-1 1,-1 0 0,0 0 0,1 0-1,5-5 1,1 0-6758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29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36 24575,'-20'-5'0,"-9"-2"0,-1 1 0,1 1 0,3 2 0,7-2 0,5 1-8191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0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34 24575,'-27'-7'0,"-11"-3"0,-2 1 0,6 1-8191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0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24575,'-15'8'0,"0"0"0,-28 21 0,40-27 0,0 0 0,0 1 0,0-1 0,1 1 0,-1 0 0,1-1 0,-1 1 0,1 0 0,0 1 0,0-1 0,0 0 0,1 1 0,-1-1 0,1 1 0,0-1 0,0 1 0,0-1 0,0 1 0,1 0 0,-1 4 0,2-5 0,-1 0 0,1 0 0,0-1 0,0 1 0,1 0 0,-1 0 0,0-1 0,1 1 0,0-1 0,-1 1 0,1-1 0,0 0 0,0 0 0,1 0 0,-1 0 0,0 0 0,1 0 0,-1 0 0,1-1 0,3 2 0,1 1 0,1 0 0,-1-1 0,1 0 0,0-1 0,0 1 0,9 0 0,-6-1 0,0-1 0,0 0 0,1-1 0,17-1 0,-26 1 0,-1 0 0,0-1 0,0 1 0,1-1 0,-1 0 0,0 1 0,0-1 0,1 0 0,-1 0 0,0 0 0,0-1 0,0 1 0,0 0 0,-1-1 0,1 0 0,0 1 0,-1-1 0,1 0 0,-1 0 0,1 1 0,-1-1 0,0 0 0,0-1 0,0 1 0,0 0 0,0 0 0,0 0 0,0-4 0,0 1-52,-1-1-1,1 1 1,-1-1-1,-1 1 1,1-1-1,-1 1 1,0-1-1,0 1 1,0-1-1,-1 1 1,0 0-1,0 0 1,0 0-1,-1 0 1,0 0-1,0 0 1,0 1-1,0-1 1,-1 1-1,1 0 1,-1 0-1,0 0 0,-1 1 1,1-1-1,-7-3 1,-5-2-6774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1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115 132 24575,'-1'-1'0,"0"0"0,0 0 0,0 0 0,-1 0 0,1 0 0,0 0 0,-1 0 0,1 1 0,0-1 0,-1 0 0,0 1 0,1-1 0,-1 1 0,1-1 0,-1 1 0,1 0 0,-4 0 0,5 0 0,-1 0 0,0 0 0,1 0 0,-1 0 0,1 0 0,-1 1 0,1-1 0,-1 0 0,1 1 0,-1-1 0,1 0 0,-1 1 0,1-1 0,-1 0 0,1 1 0,0-1 0,-1 1 0,1-1 0,-1 1 0,0 1 0,1-1 0,0 0 0,-1 0 0,1 1 0,0-1 0,-1 0 0,1 1 0,0-1 0,0 0 0,0 1 0,0 1 0,2 7 0,-1 0 0,2-1 0,-1 1 0,1-1 0,0 0 0,6 11 0,32 50 0,-19-35 0,-22-35 0,0 0 0,0 0 0,0 0 0,0 0 0,0 0 0,0 0 0,0 0 0,-1 0 0,1 0 0,0 0 0,0 0 0,0 0 0,0 0 0,0 0 0,0 0 0,0 0 0,0 0 0,0 0 0,0 0 0,0 0 0,0 0 0,0 0 0,0 0 0,0 0 0,0 0 0,0 0 0,0 0 0,0 0 0,0 0 0,0 0 0,0 0 0,0 0 0,0 0 0,0 0 0,0 0 0,0 0 0,0 1 0,-7-7 0,-7-9 0,-93-130 0,105 143 0,-19-31 0,20 31 0,0 0 0,0 0 0,0 0 0,0 0 0,1 0 0,-1 0 0,1 0 0,-1 0 0,1 0 0,0 0 0,0 0 0,0 0 0,0-1 0,0 1 0,1-2 0,-1 3 0,0 0 0,1 1 0,-1-1 0,1 0 0,-1 1 0,1-1 0,0 0 0,-1 1 0,1-1 0,0 1 0,-1-1 0,1 1 0,0 0 0,0-1 0,-1 1 0,1 0 0,0-1 0,0 1 0,0 0 0,0 0 0,-1 0 0,1-1 0,0 1 0,0 0 0,0 0 0,0 0 0,-1 1 0,1-1 0,0 0 0,0 0 0,0 0 0,0 1 0,1-1 0,27 12 0,34 20 0,73 33 0,-114-56 0,1-1 0,1-2 0,-1 0 0,1-1 0,26 2 0,-46-7 0,0 0 0,0 0 0,-1-1 0,1 1 0,0-1 0,0 0 0,-1 0 0,1 0 0,-1 0 0,1-1 0,-1 1 0,1-1 0,-1 0 0,0 0 0,0 0 0,3-3 0,-4 3 0,0 0 0,0 0 0,-1 0 0,1 0 0,0-1 0,-1 1 0,0 0 0,0-1 0,0 1 0,0-1 0,0 1 0,0-1 0,-1 0 0,1 1 0,-1-1 0,1 0 0,-1 1 0,0-1 0,0 0 0,-1 1 0,1-1 0,0 0 0,-2-2 0,0-4 0,-1 1 0,0 0 0,-1 0 0,0 1 0,0-1 0,-1 1 0,-8-11 0,5 9 0,0-1 0,-1 1 0,0 1 0,-17-13 0,23 19-273,-1-1 0,-1 1 0,1 0 0,-9-3 0,0 2-6553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60 24575,'-23'-7'0,"-9"-5"0,-1 1 0,-1 2 0,1 2 0,-47-5 0,38 10 0,-57 5 0,97-3 0,0 1 0,0-1 0,0 1 0,0-1 0,0 1 0,0 0 0,0 0 0,0 0 0,1 0 0,-1 0 0,0 0 0,1 1 0,-1-1 0,1 1 0,-1-1 0,1 1 0,0-1 0,0 1 0,0 0 0,0-1 0,0 1 0,0 0 0,0 0 0,0 0 0,1 0 0,-1 0 0,1 0 0,-1 3 0,-1 6 0,1 1 0,0-1 0,1 21 0,0-25 0,1 3 0,1 1 0,0-1 0,0 0 0,1 0 0,1 0 0,-1 0 0,2-1 0,-1 1 0,1-1 0,12 16 0,-15-23 0,0 1 0,1-1 0,-1 0 0,1 0 0,-1 0 0,1-1 0,0 1 0,-1 0 0,1-1 0,0 0 0,0 0 0,0 0 0,4 1 0,7 1 0,22 2 0,-30-4 0,0-1 0,-1 1 0,0-1 0,0 0 0,0-1 0,0 1 0,0-1 0,0 0 0,0-1 0,0 1 0,0-1 0,0 0 0,-1 0 0,1 0 0,-1-1 0,1 1 0,-1-1 0,0 0 0,0-1 0,0 1 0,0-1 0,-1 1 0,1-1 0,-1 0 0,0 0 0,0-1 0,-1 1 0,1-1 0,-1 1 0,0-1 0,0 0 0,-1 0 0,1 0 0,0-6 0,-1 1 0,0 6 0,-1 0 0,1 0 0,0 0 0,2-8 0,-1 11 0,0 7 0,2 12 0,-2-8 0,1-2-114,0 0 1,0-1-1,0 1 0,1-1 0,0 1 1,0-1-1,1-1 0,0 1 0,1 0 1,-1-1-1,12 10 0,-8-9-6712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24575,'-4'28'0,"0"0"0,1 1 0,1 28 0,2-49 0,1 0 0,0 1 0,0-1 0,1 0 0,0 0 0,0 0 0,1 0 0,0-1 0,0 1 0,1-1 0,7 12 0,6 7 0,-13-18 0,1 1 0,1-2 0,0 1 0,7 7 0,-13-14-91,1-1 0,0 1 0,0 0 0,0-1 0,0 1 0,0-1 0,0 1 0,-1-1 0,2 1 0,-1-1 0,0 0 0,0 1 0,0-1 0,2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4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24575,'-33'30'0,"-12"10"0,41-35 0,1-1 0,-1 0 0,1 1 0,0 0 0,0-1 0,0 1 0,-4 11 0,7-15 0,-1 1 0,1 0 0,-1-1 0,1 1 0,0-1 0,0 1 0,0 0 0,0-1 0,0 1 0,0 0 0,0-1 0,1 1 0,-1 0 0,0-1 0,1 1 0,-1-1 0,1 1 0,0-1 0,0 2 0,1-1 0,0 0 0,0 0 0,-1 0 0,1 0 0,1 0 0,-1 0 0,0-1 0,0 1 0,1-1 0,3 3 0,2-1 0,0 0 0,0-1 0,0 0 0,1 0 0,-1 0 0,12 0 0,108-2 0,-60-1 0,-39-2-1365,-19 0-5461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24575,'3'0'0,"26"1"0,0-2 0,29-5 0,-49 4 0,0 0 0,0 0 0,0-1 0,-1 0 0,1-1 0,-1 1 0,0-2 0,0 1 0,0-1 0,12-10 0,-18 13 0,0 1 0,-1-1 0,1 1 0,-1-1 0,1 0 0,-1 0 0,0 1 0,1-1 0,-1 0 0,0 0 0,0 0 0,-1 0 0,1-1 0,0 1 0,-1 0 0,1 0 0,-1 0 0,0-1 0,1 1 0,-1 0 0,0 0 0,-1-1 0,1-1 0,-1 2 0,0-1 0,1 1 0,-1 0 0,0 0 0,0 0 0,-1 1 0,1-1 0,0 0 0,-1 0 0,1 1 0,-1-1 0,1 1 0,-1-1 0,0 1 0,0-1 0,1 1 0,-1 0 0,0 0 0,0 0 0,0 0 0,0 1 0,-1-1 0,-1 0 0,-6-2 0,-1 1 0,1 1 0,0 0 0,-1 1 0,-20 1 0,25-1 0,-1 1 0,1 0 0,0 0 0,0 1 0,0 0 0,0 0 0,0 0 0,0 1 0,0 0 0,-10 7 0,14-8 0,0 1 0,0 0 0,0-1 0,0 1 0,0 0 0,1 0 0,-1 1 0,1-1 0,0 0 0,0 0 0,0 0 0,0 1 0,0-1 0,1 1 0,0-1 0,0 0 0,0 1 0,0 4 0,0-1 0,1 1 0,0-1 0,0 0 0,1 1 0,0-1 0,0 0 0,5 10 0,-3-10 0,-1-1 0,2 1 0,-1-1 0,1 0 0,0 0 0,0-1 0,1 1 0,-1-1 0,12 8 0,-7-7 0,0-1 0,0 0 0,1 0 0,-1-1 0,22 6 0,-2-4 0,1-2 0,0 0 0,57-2 0,-84-2-105,-1 0 0,0 0 0,1-1 0,-1 1 0,0-1 0,0 1 0,1-1 0,-1 0 0,0-1 0,0 1 0,0 0 0,4-3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38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7 24575,'-20'-3'0,"-9"0"0,-1 2 0,1 2 0,3 1 0,4 1 0,3 2 0,3-1 0,0 1 0,2 1 0,0 1 0,1-1 0,-1-1 0,0-1 0,2-2-8191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24575,'-1'0'0,"1"0"0,-1 1 0,0-1 0,1 0 0,-1 0 0,1 0 0,0 1 0,-1-1 0,1 0 0,-1 1 0,1-1 0,-1 0 0,1 1 0,0-1 0,-1 1 0,1-1 0,0 1 0,-1-1 0,1 1 0,0-1 0,0 1 0,-1-1 0,1 1 0,0-1 0,0 1 0,0-1 0,0 1 0,0-1 0,0 1 0,0-1 0,0 1 0,0-1 0,0 1 0,0 0 0,0-1 0,0 1 0,0-1 0,0 1 0,1 0 0,5 23 0,3-5 0,0-1 0,1 0 0,19 25 0,43 48 0,-39-53 0,-11-12 0,-9-11 0,13 18 0,-25-32 0,0 0 0,-1 0 0,1 0 0,0 0 0,-1 0 0,1 0 0,-1 1 0,0-1 0,1 0 0,-1 0 0,0 0 0,1 1 0,-1-1 0,0 0 0,0 0 0,0 1 0,0-1 0,0 0 0,-1 0 0,1 1 0,-1 1 0,0-1 0,0-1 0,0 1 0,0-1 0,0 1 0,0-1 0,0 0 0,-1 0 0,1 1 0,0-1 0,-1 0 0,1 0 0,-1 0 0,-2 1 0,-3 1 0,0-1 0,0 1 0,0-1 0,-1-1 0,1 1 0,-10 0 0,5-1 0,-1-1 0,-25-3 0,33 3 0,1-1 0,0 0 0,0 0 0,0 0 0,0-1 0,0 1 0,0-1 0,0 0 0,0 0 0,0 0 0,1-1 0,-6-4 0,7 6 0,1 0 0,0 0 0,0-1 0,0 1 0,0-1 0,0 1 0,0-1 0,0 1 0,0-1 0,1 1 0,-1-1 0,1 0 0,-1 1 0,1-1 0,-1 0 0,1 0 0,0 1 0,0-1 0,0 0 0,0 0 0,0 1 0,0-1 0,1 0 0,-1 0 0,0 1 0,1-1 0,0 0 0,-1 1 0,1-1 0,0 1 0,0-1 0,0 1 0,0-1 0,1-1 0,5-5 0,0 1 0,0 1 0,0-1 0,1 1 0,8-5 0,-4 3 0,8-8-682,19-19-1,-26 23-6143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24575,'12'-7'0,"7"-3"0,0 3 0,-3 5 0,-2 6 0,-4 2-8191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0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57 118 24575,'-5'1'0,"1"0"0,-1 0 0,1 1 0,-1-1 0,1 1 0,0 0 0,-7 5 0,10-6 0,0-1 0,0 1 0,0 0 0,0 0 0,0 0 0,0 0 0,0 0 0,0 0 0,1 0 0,-1 0 0,0 1 0,1-1 0,-1 0 0,1 0 0,-1 0 0,1 1 0,-1-1 0,1 0 0,0 1 0,0-1 0,0 0 0,0 1 0,0-1 0,0 0 0,0 1 0,0-1 0,0 0 0,1 1 0,-1-1 0,1 0 0,0 2 0,2 3 0,0 0 0,1 0 0,0 0 0,0 0 0,0-1 0,1 0 0,0 0 0,0 0 0,0-1 0,11 8 0,-8-7 0,0 0 0,0 0 0,1-1 0,-1 0 0,1 0 0,0-1 0,14 3 0,-15-5 0,0 0 0,-1-1 0,1 1 0,-1-2 0,1 1 0,-1-1 0,15-3 0,-20 4 0,0-1 0,0 0 0,0 1 0,0-1 0,0 0 0,0 0 0,-1 0 0,1 0 0,0 0 0,0 0 0,-1 0 0,1-1 0,-1 1 0,1-1 0,-1 1 0,0-1 0,0 0 0,1 1 0,-1-1 0,0 0 0,-1 0 0,1 0 0,0 0 0,0 0 0,-1 1 0,1-1 0,-1-1 0,0 1 0,1 0 0,-1 0 0,0 0 0,0 0 0,-1-3 0,-1-3 0,-1-9 0,3 17 0,0 0 0,0-1 0,0 1 0,1 0 0,-1-1 0,0 1 0,0 0 0,0 0 0,0-1 0,0 1 0,0 0 0,1 0 0,-1-1 0,0 1 0,0 0 0,0 0 0,1 0 0,-1-1 0,0 1 0,0 0 0,1 0 0,-1 0 0,0 0 0,0-1 0,1 1 0,-1 0 0,0 0 0,0 0 0,1 0 0,-1 0 0,0 0 0,1 0 0,-1 0 0,0 0 0,0 0 0,1 0 0,-1 0 0,0 0 0,1 0 0,-1 0 0,0 0 0,0 0 0,1 1 0,-1-1 0,0 0 0,1 0 0,19 5 0,-1 0 0,1-2 0,38 3 0,-50-6 0,-1 0 0,0 0 0,0-1 0,0 0 0,1 0 0,-1-1 0,0 0 0,-1 0 0,1 0 0,0-1 0,0 0 0,-1 0 0,0-1 0,8-6 0,-11 8 4,0-1 1,-1 1-1,1-1 0,-1 0 0,0 0 0,1 0 0,-2 0 0,1 0 0,0-1 1,0 1-1,-1 0 0,0-1 0,0 1 0,0-1 0,0 0 0,0 1 0,-1-1 1,0 0-1,0 1 0,0-1 0,0 0 0,0 1 0,-1-1 0,1 0 0,-1 1 1,0-1-1,0 1 0,-4-7 0,3 5-78,0 1-1,-1-1 1,0 1 0,0 0 0,0-1-1,0 2 1,-1-1 0,1 0 0,-1 1-1,0-1 1,0 1 0,0 0 0,-1 0-1,1 1 1,-1-1 0,0 1 0,1 0-1,-1 1 1,-10-3 0,-1 1-6752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1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24575,'0'0'0,"0"0"0,0-1 0,0 1 0,-1 0 0,1 0 0,0 0 0,0 0 0,0 0 0,0-1 0,-1 1 0,1 0 0,0 0 0,0 0 0,0 0 0,0 0 0,-1 0 0,1 0 0,0 0 0,0 0 0,0 0 0,-1 0 0,1 0 0,0 0 0,0 0 0,0 0 0,-1 0 0,1 0 0,0 0 0,0 0 0,0 0 0,-1 0 0,1 0 0,0 0 0,0 0 0,0 0 0,-1 0 0,1 0 0,0 1 0,0-1 0,-4 9 0,1 15 0,3-23 0,-1 19 0,2-1 0,0 0 0,1 1 0,1-1 0,1 0 0,1 0 0,0-1 0,1 1 0,1-1 0,1 0 0,1-1 0,0 0 0,18 25 0,40 61 0,-65-100-124,0 0 0,0 0 0,-1 0 0,1 0 0,-1 0 0,1 1-1,-1-1 1,0 1 0,0-1 0,0 5 0,-2 1-6702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4:41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6 24575,'-7'-2'0,"0"1"0,0 0 0,0 0 0,0 1 0,0 0 0,-1 0 0,1 1 0,0 0 0,0 0 0,-9 3 0,14-3 0,0-1 0,-1 1 0,1 0 0,0 0 0,0 0 0,-1 0 0,1 1 0,0-1 0,0 1 0,1-1 0,-1 1 0,0 0 0,0-1 0,1 1 0,-1 0 0,1 0 0,0 0 0,-1 0 0,1 1 0,0-1 0,0 0 0,0 0 0,1 1 0,-1-1 0,0 0 0,1 1 0,0-1 0,-1 1 0,1-1 0,0 1 0,0-1 0,1 1 0,-1 2 0,1-2 0,0 1 0,1-1 0,-1 0 0,0 0 0,1 0 0,0 0 0,-1 0 0,1-1 0,0 1 0,1 0 0,-1-1 0,0 0 0,1 1 0,-1-1 0,1 0 0,0 0 0,0 0 0,5 2 0,0 0 0,0 0 0,1-1 0,-1 0 0,1 0 0,16 2 0,18-1 0,85-4 0,-53-2 0,-42 2-1365,-20 0-5461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2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4971 74 24575,'129'-13'0,"45"-3"0,-164 16 0,-2 0 0,0 0 0,0-1 0,0 0 0,1 0 0,13-5 0,-21 6 0,-1 0 0,0 0 0,0 0 0,0 0 0,0 0 0,0 0 0,0 0 0,0-1 0,0 1 0,0 0 0,0 0 0,0 0 0,0 0 0,1 0 0,-1 0 0,0 0 0,0 0 0,0 0 0,0 0 0,0 0 0,0 0 0,0 0 0,0 0 0,0 0 0,0 0 0,0 0 0,0-1 0,0 1 0,0 0 0,0 0 0,0 0 0,0 0 0,0 0 0,0 0 0,0 0 0,0 0 0,0 0 0,0 0 0,0 0 0,0 0 0,0-1 0,0 1 0,0 0 0,0 0 0,0 0 0,0 0 0,0 0 0,0 0 0,0 0 0,0 0 0,0 0 0,-6-4 0,-6 0 0,-14 0 0,-48-1 0,30 3 0,-710-12-1470,532 16-117,80-2 1587,-717 9 0,12-3-1089,581-7 1059,-147-6 30,30 0 0,237 6-4,-481 2-44,412 8-275,169-4 1350,1 1-1,-73 20 0,109-23-898,-3 0 64,1 0 0,0 1 0,-1 0 0,1 1 0,1 1 0,-14 7 0,20-7-192,9-4 0,12-4 0,-15 2 0,191-18 0,287 14-1676,-287 5 1262,-193-1 416,1250 16-2236,-9-3 332,-1022-13 1779,361-28 4585,-559 26-3862,0-1 1,21-5-1,-65 12-576,-1-1 0,-27 0 0,5 0-12,-405 20-1221,104-7-239,26 4-977,-199 12 2666,177-14-4318,257-14 4804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6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1 24575,'13'0'0,"2"0"0,27 2 0,-42-2 0,1 0 0,-1 0 0,1 0 0,-1 0 0,1 0 0,-1 0 0,1 1 0,-1-1 0,1 0 0,-1 0 0,1 0 0,-1 0 0,0 1 0,1-1 0,-1 0 0,1 0 0,-1 1 0,1-1 0,-1 0 0,0 1 0,1-1 0,-1 0 0,0 1 0,1 0 0,-1-1 0,-1 1 0,1-1 0,0 0 0,-1 1 0,1-1 0,0 1 0,-1-1 0,1 0 0,-1 1 0,1-1 0,-1 0 0,1 1 0,-1-1 0,1 0 0,-1 0 0,0 1 0,-30 7 0,-172 19 0,76-13 0,-35 7 0,159-20-80,1-1 0,-1 0-1,1 0 1,-1 0 0,0 0-1,1 0 1,-1 0 0,1 0-1,-1-1 1,1 0 0,-1 1 0,1-1-1,-1 0 1,1 0 0,0 0-1,-3-2 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 16 24575,'-30'0'0,"-14"-3"0,-7 0 0,0 0 0,1 0 0,5 1 0,2 1 0,4 1 0,3-1 0,6 1 0,2 1 0,5-1 0,2 0 0,4 2 0,1 2 0,4-1-8191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7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24575,'380'149'0,"-117"-42"0,8-20 0,-240-80 0,-20-5 0,0 0 0,1 1 0,-1 0 0,0 1 0,12 6 0,-23-9 0,1-1 0,-1 0 0,1 0 0,-1 0 0,1 0 0,-1 1 0,1-1 0,-1 0 0,1 1 0,-1-1 0,1 0 0,-1 1 0,0-1 0,1 1 0,-1-1 0,0 0 0,1 1 0,-1-1 0,0 1 0,1-1 0,-1 1 0,0-1 0,0 1 0,0-1 0,0 1 0,1-1 0,-1 1 0,0 0 0,0-1 0,0 1 0,0-1 0,0 1 0,0-1 0,0 1 0,-1-1 0,1 1 0,0-1 0,0 1 0,0 0 0,0-1 0,-1 1 0,1-1 0,0 0 0,0 1 0,-1-1 0,1 1 0,0-1 0,-1 1 0,1-1 0,-1 0 0,1 1 0,-1-1 0,1 0 0,0 1 0,-1-1 0,1 0 0,-1 0 0,1 1 0,-2-1 0,-4 3 0,0 1 0,-1-2 0,-10 4 0,14-4 0,-140 37 0,-3 1 0,124-32 0,0 1 0,0 0 0,1 2 0,-29 20 0,26-12-42,0 1-1,-27 31 0,23-22-1194,15-17-5589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7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0 24575,'-148'41'0,"120"-31"0,-1 1 0,-52 30 0,64-30 0,0 1 0,1 0 0,-22 23 0,-38 47 0,-10 11 0,79-87 0,-1 0 0,-12 7 0,13-8 0,0-1 0,1 1 0,-13 11 0,18-15 0,0 0 0,1 0 0,-1 0 0,0 0 0,0 0 0,1 0 0,-1 0 0,1 0 0,-1 1 0,1-1 0,-1 0 0,1 0 0,0 0 0,0 1 0,-1-1 0,1 0 0,0 1 0,0-1 0,1 2 0,-1-1 0,1 0 0,-1 0 0,1 0 0,0 0 0,0 0 0,0 0 0,0 0 0,0 0 0,0 0 0,4 2 0,0 2 0,1-1 0,0 0 0,0 0 0,1-1 0,9 5 0,17 7 0,0-1 0,57 16 0,75 10 0,-111-28 0,14 3-1365,-41-9-5461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8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24575,'-2'2'0,"-2"6"0,4 7 0,3 5 0,1 7 0,3 6 0,3 2 0,1 3 0,2 2 0,1 2 0,1 1 0,0-2 0,0-1 0,-3 1 0,-3-2 0,-3-6 0,-3-7-8191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9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2504 1 24575,'3'2'0,"1"-1"0,-1 1 0,0 0 0,0 1 0,0-1 0,3 3 0,-6-4 0,1-1 0,-1 1 0,1-1 0,-1 1 0,0-1 0,1 1 0,-1-1 0,0 1 0,1-1 0,-1 1 0,0 0 0,0-1 0,0 1 0,0-1 0,0 1 0,1 0 0,-1-1 0,0 1 0,0 0 0,0-1 0,0 1 0,-1-1 0,1 1 0,0 0 0,0-1 0,0 1 0,0-1 0,-1 1 0,1 0 0,0-1 0,-1 1 0,1-1 0,0 1 0,-1-1 0,1 1 0,-1-1 0,1 1 0,-1-1 0,-2 3 0,0-1 0,1 0 0,-1 0 0,0 0 0,-1-1 0,1 1 0,0-1 0,-7 2 0,-30 6 0,27-7 0,-405 44-1640,343-41 1532,-1207 59 108,973-61-684,66-1 199,158 3-394,56-2-3516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29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24575,'1'12'0,"1"0"0,0 0 0,1 0 0,1-1 0,0 1 0,0-1 0,11 20 0,-8-16 0,14 25 0,44 62 0,-40-66 0,37 74 0,-61-108-55,11 32 237,-11-33-257,-1 1 1,1-1-1,-1 1 1,0-1-1,0 1 0,0-1 1,0 1-1,0 0 1,0-1-1,0 1 0,0-1 1,-1 1-1,1-1 1,0 1-1,-1-1 0,0 1 1,1-1-1,-1 1 1,-1 1-1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0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30 24575,'-31'-2'0,"-17"-1"0,-4-1 0,2 2 0,4-2 0,8-1 0,5 2 0,6 0 0,3 1 0,2 1 0,3 1 0,5 0-8191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2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55 104 24575,'-6'-20'0,"2"8"0,0 0 0,0 0 0,-1 1 0,-9-16 0,4 17 0,10 10 0,0 0 0,0 0 0,-1 0 0,1 0 0,0 0 0,0 0 0,0 0 0,0 0 0,-1 0 0,1 0 0,0 0 0,0 0 0,0 0 0,-1 0 0,1 0 0,0 1 0,0-1 0,0 0 0,0 0 0,-1 0 0,1 0 0,0 0 0,0 0 0,0 0 0,0 1 0,0-1 0,-1 0 0,1 0 0,0 0 0,0 0 0,0 1 0,0-1 0,0 0 0,0 0 0,-1 2 0,1 0 0,-1 0 0,1-1 0,0 1 0,0 0 0,0 0 0,0-1 0,0 1 0,0 0 0,0 0 0,1 2 0,8 24 0,1-1 0,1 0 0,2-1 0,29 46 0,-1 0 0,-34-58-1365,-3-2-5461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2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1 24575,'-27'2'0,"-14"1"0,-5 0 0,3 0 0,4-1 0,6-1 0,7-1 0,4 1 0,4-1 0,3 2 0,1 1 0,3 0-8191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24575,'24'-1'0,"-11"1"0,0 0 0,24 3 0,-33-3 0,0 1 0,1 1 0,-1-1 0,0 0 0,0 1 0,0 0 0,0 0 0,0 0 0,-1 1 0,1-1 0,-1 1 0,5 4 0,1 2 0,-2-3 0,0 1 0,0 1 0,-1-1 0,8 14 0,-12-19 0,-1 0 0,0 0 0,0 0 0,0 0 0,-1 0 0,1 1 0,0-1 0,-1 0 0,0 1 0,1-1 0,-1 0 0,0 0 0,0 1 0,0-1 0,-1 0 0,1 1 0,0-1 0,-1 0 0,0 1 0,1-1 0,-1 0 0,0 0 0,0 0 0,-2 3 0,-20 28 0,15-23 0,1 0 0,0 0 0,0 1 0,2 0 0,-1 0 0,-3 12 0,8-22 0,1 0 0,-1 0 0,1 0 0,0 0 0,-1 0 0,1 1 0,0-1 0,0 0 0,0 0 0,0 0 0,0 0 0,0 0 0,0 1 0,0-1 0,1 0 0,-1 0 0,0 0 0,1 0 0,-1 0 0,1 0 0,-1 0 0,1 0 0,-1 0 0,1 0 0,0 0 0,0 0 0,-1 0 0,1-1 0,0 1 0,0 0 0,0 0 0,0-1 0,0 1 0,0-1 0,0 1 0,0-1 0,0 1 0,0-1 0,0 1 0,2-1 0,5 2 0,0-1 0,0-1 0,0 1 0,15-2 0,-10 0 0,81-7 108,10 0-1581,-91 8-5353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4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24575,'1'-1'0,"-1"0"0,0 0 0,0 1 0,1-1 0,-1 0 0,0 0 0,1 1 0,-1-1 0,1 0 0,-1 1 0,1-1 0,-1 0 0,1 1 0,-1-1 0,1 1 0,0-1 0,0 0 0,15-9 0,-12 8 0,9-4 0,0 0 0,23-7 0,-21 8 0,26-13 0,-36 16 0,0-1 0,-1 0 0,0 0 0,1 0 0,-1 0 0,0-1 0,-1 0 0,1 0 0,4-6 0,-7 9 0,0 0 0,-1-1 0,1 1 0,0 0 0,-1 0 0,1 0 0,-1 0 0,1-1 0,-1 1 0,0 0 0,0 0 0,1-1 0,-1 1 0,0 0 0,0-1 0,0 1 0,0 0 0,0-1 0,-1 1 0,1 0 0,0 0 0,-1-1 0,1 1 0,0 0 0,-1 0 0,0-1 0,1 1 0,-1 0 0,0 0 0,1 0 0,-1 0 0,0 0 0,0 0 0,0 0 0,0 0 0,0 1 0,0-1 0,-2-1 0,-2-1 0,1 1 0,0 0 0,-1 0 0,1 0 0,-1 1 0,1-1 0,-1 1 0,0 0 0,-6 0 0,6 1 0,1 0 0,-1 0 0,0 0 0,0 0 0,1 1 0,-1 0 0,1 0 0,-1 0 0,1 1 0,-1-1 0,1 1 0,0 0 0,-1 1 0,1-1 0,0 1 0,1-1 0,-1 1 0,0 0 0,1 0 0,0 1 0,-1-1 0,1 1 0,1 0 0,-1 0 0,0 0 0,1 0 0,0 0 0,-3 8 0,2-5 0,0 0 0,1-1 0,0 1 0,0 1 0,1-1 0,-1 0 0,1 0 0,1 1 0,0-1 0,0 0 0,0 1 0,1-1 0,0 0 0,0 0 0,1 1 0,3 8 0,-2-8 0,0 0 0,0 1 0,0-1 0,1 0 0,7 10 0,-10-15 0,1-1 0,0 0 0,0 0 0,0 0 0,0 0 0,0-1 0,0 1 0,0 0 0,1-1 0,-1 1 0,1-1 0,-1 0 0,1 0 0,-1 0 0,1 0 0,0-1 0,-1 1 0,5 0 0,128 0 0,-65-3 0,59 2-1365,-117 0-5461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0 24575,'-18'0'0,"-7"0"0,-5 0 0,1 0 0,2 0 0,3 3 0,4 0 0,3 3 0,3 2 0,3 2 0,3 0-8191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24575,'-4'42'0,"4"85"0,1-109 0,2 0 0,0-1 0,1 1 0,0-1 0,2 0 0,0 0 0,12 23 0,-9-24 0,0-1 0,1 0 0,0 0 0,2-1 0,-1 0 0,17 14 0,-26-27 0,0 1 0,0 0 0,-1 0 0,1 0 0,0 0 0,2 4 0,-4-6 0,0 0 0,0 0 0,0 0 0,0 1 0,0-1 0,0 0 0,0 0 0,0 0 0,0 0 0,0 0 0,0 0 0,0 1 0,0-1 0,0 0 0,0 0 0,0 0 0,0 0 0,0 0 0,0 1 0,0-1 0,0 0 0,0 0 0,0 0 0,0 0 0,0 0 0,0 0 0,0 0 0,-1 1 0,1-1 0,0 0 0,0 0 0,0 0 0,0 0 0,0 0 0,0 0 0,0 0 0,0 0 0,-1 0 0,1 0 0,0 0 0,0 1 0,-13-2 0,-4-4 0,0 0 0,1-2 0,0 0 0,0 0 0,1-2 0,0 0 0,1 0 0,-21-18 0,34 26 0,-1 0 0,0-1 0,1 1 0,-1 0 0,1-1 0,0 0 0,-1 1 0,1-1 0,0 0 0,0 0 0,0 1 0,0-1 0,0 0 0,1 0 0,-1 0 0,1 0 0,-1 0 0,0-3 0,2 3 0,-1 0 0,1 0 0,-1 0 0,1 1 0,0-1 0,-1 0 0,1 1 0,0-1 0,0 0 0,0 1 0,1-1 0,-1 1 0,0 0 0,0-1 0,1 1 0,-1 0 0,1 0 0,-1 0 0,1 0 0,2-1 0,5-3 7,1 0-1,-1 1 0,14-4 0,0 0-1396,-10 3-5436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5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6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4 123 24575,'-1'0'0,"1"1"0,0-1 0,0 0 0,0 0 0,0 0 0,0 0 0,-1 0 0,1 0 0,0 0 0,0 0 0,0 1 0,0-1 0,0 0 0,0 0 0,-1 0 0,1 0 0,0 0 0,0 1 0,0-1 0,0 0 0,0 0 0,0 0 0,0 0 0,0 1 0,0-1 0,0 0 0,0 0 0,0 0 0,0 1 0,0-1 0,0 0 0,0 0 0,0 0 0,0 0 0,0 1 0,0-1 0,0 0 0,0 0 0,0 0 0,0 0 0,0 1 0,1-1 0,-1 0 0,0 0 0,0 0 0,0 0 0,0 0 0,0 1 0,0-1 0,1 0 0,-1 0 0,7 10 0,7 4 0,0 0 0,1 0 0,1-1 0,0-1 0,27 14 0,-13-6 0,-15-10 0,1-1 0,0 0 0,0-2 0,0 1 0,1-2 0,35 9 0,-51-15 0,0 1 0,1-1 0,-1 0 0,1 0 0,0 0 0,-1 0 0,1 0 0,-1 0 0,1 0 0,-1 0 0,1 0 0,-1-1 0,1 1 0,-1-1 0,0 1 0,1-1 0,-1 1 0,1-1 0,-1 0 0,0 0 0,0 0 0,1 0 0,1-2 0,-2 2 0,0-1 0,0 0 0,0 0 0,-1 0 0,1 0 0,0 1 0,-1-1 0,0 0 0,1 0 0,-1 0 0,0 0 0,0 0 0,0-1 0,0 1 0,0 0 0,0 0 0,-1-2 0,-6-17 0,-2-4 0,9 24 0,0-1 0,-1 1 0,1 0 0,0-1 0,0 1 0,0 0 0,0 0 0,0-1 0,0 1 0,0 0 0,1-1 0,-1 1 0,0 0 0,1-2 0,0 2 0,0 0 0,-1 1 0,1-1 0,0 0 0,0 1 0,-1-1 0,1 1 0,0-1 0,0 1 0,0 0 0,0-1 0,0 1 0,0 0 0,-1-1 0,1 1 0,0 0 0,0 0 0,0 0 0,0 0 0,0 0 0,0 0 0,0 0 0,0 0 0,0 0 0,0 1 0,1-1 0,30 11 0,-25-9 0,2 2 0,16 5 0,1 0 0,0-2 0,28 5 0,-47-11 0,0 0 0,0-1 0,1 0 0,-1 0 0,0 0 0,0-1 0,0 0 0,0 0 0,0-1 0,0 0 0,0 0 0,0-1 0,-1 0 0,1 0 0,-1 0 0,10-8 0,-13 9 0,0-1 0,0 0 0,0 0 0,0-1 0,-1 1 0,1 0 0,-1-1 0,0 0 0,0 1 0,0-1 0,-1 0 0,1 0 0,-1 0 0,0 0 0,0 0 0,-1 0 0,1 0 0,-1-1 0,0-6 0,0 6 0,0 0 0,-1 1 0,0-1 0,0 0 0,0 0 0,-1 1 0,1-1 0,-1 1 0,0-1 0,-1 1 0,1 0 0,-1 0 0,0 0 0,0 0 0,0 0 0,-6-5 0,-2 0-227,-2 0-1,1 1 1,-1 1-1,-1 0 1,-14-5-1,7 3-6598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6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24575,'42'-7'0,"74"-3"0,44 11 0,-67 0 0,558-34-748,-452 10 863,187-18 36,0 22-1657,-355 19-4697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24575,'0'5'0,"0"4"0,-3 2 0,0 3 0,0 1 0,0 1 0,1-1 0,1 0 0,1 0 0,2-2 0,1-2 0,3 1 0,0 0 0,1 0 0,3 1 0,1 1 0,2 0 0,-2-2-8191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24575,'3'-7'0,"0"0"0,3 3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266 285 24575,'-58'-72'0,"-98"-113"0,154 184 0,-22-21 0,23 21 0,0 1 0,1-1 0,-1 1 0,0-1 0,0 1 0,0 0 0,0-1 0,1 1 0,-1 0 0,0 0 0,0 0 0,0 0 0,-1 0 0,2 0 0,-1 0 0,1 0 0,-1 0 0,1 0 0,-1 1 0,1-1 0,0 0 0,-1 0 0,1 1 0,-1-1 0,1 0 0,0 0 0,-1 1 0,1-1 0,0 1 0,-1-1 0,1 0 0,0 1 0,0-1 0,0 1 0,-1-1 0,1 0 0,0 1 0,0-1 0,0 1 0,0 0 0,-2 6 0,1 0 0,0 1 0,1-1 0,-1 0 0,2 0 0,0 9 0,9 45 0,-10-59 0,16 66-146,3-1-1,42 97 1,73 124 10,-24-57 155,-90-190-19,-9-19 0,-2 0 0,9 27 0,-16-39 135,-2-10-157,-1 0-1,1 1 1,0-1-1,0 0 0,0 0 1,0 0-1,-1 0 1,1 0-1,0 0 1,0 0-1,0 0 1,0 0-1,-1 0 1,1 0-1,0 0 0,0 0 1,0 0-1,0 0 1,-1 0-1,1 0 1,0 0-1,0 0 1,0 0-1,0 0 1,-1 0-1,1 0 1,0 0-1,0 0 0,0-1 1,0 1-1,0 0 1,-1 0-1,1 0 1,0 0-1,0 0 1,0 0-1,0-1 1,0 1-1,0 0 1,0 0-1,0 0 0,-1 0 1,1 0-1,0-1 1,0 1-1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38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88 24575,'-32'-10'0,"-15"-3"0,-5-2 0,2 2 0,4 3 0,5 0 0,5 3 0,6 2 0,3 2 0,4 1 0,3 4 0,5 1-8191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57 24575,'-4'-20'0,"-4"-16"0,14 81 0,4-1 0,28 75 0,-3-15 0,-33-99-170,-1 0-1,1 1 0,-1-1 1,-1 1-1,1-1 0,-1 1 1,0 5-1,-2 1-6655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0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 1 24575,'-32'2'0,"-15"2"0,-3-1 0,3-1 0,4 0 0,8-1 0,6 0 0,4-1 0,3 0 0,4 0 0,1 0 0,2 0 0,4-1-8191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1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24575,'8'-5'0,"5"-4"0,0 0 0,0 2 0,1-1 0,24-8 0,-35 15 0,1 0 0,-1 0 0,1 1 0,0-1 0,0 1 0,-1 0 0,1 0 0,0 0 0,0 0 0,6 2 0,-7-1 0,-1 0 0,1 0 0,-1 0 0,1 0 0,-1 1 0,0-1 0,1 1 0,-1 0 0,0-1 0,0 1 0,0 0 0,0 0 0,-1 0 0,1 1 0,0-1 0,1 4 0,0-1 0,0 1 0,-1 0 0,0-1 0,0 1 0,0 0 0,0 0 0,-1 1 0,0-1 0,-1 0 0,1 0 0,-1 0 0,-1 1 0,1-1 0,-1 0 0,-2 9 0,-1 2 0,-2-1 0,0 0 0,0-1 0,-14 23 0,20-37 0,-1 0 0,1 0 0,-1 0 0,1 0 0,-1 0 0,1 0 0,-1 0 0,1 0 0,0 0 0,0 0 0,0 0 0,-1 0 0,1 0 0,0 0 0,0 0 0,1 0 0,-1 0 0,0 1 0,1 1 0,-1-2 0,1-1 0,-1 1 0,1 0 0,0 0 0,-1-1 0,1 1 0,0 0 0,0-1 0,0 1 0,-1-1 0,1 1 0,0-1 0,0 1 0,0-1 0,0 1 0,0-1 0,2 1 0,4 0 0,1 0 0,0-1 0,0 1 0,13-2 0,-11 0 0,6 1-104,65-4 341,-72 3-424,-1-1 0,1 1-1,-1-1 1,0-1 0,0 0 0,0 0-1,9-5 1,-7 2-6639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1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24575,'-5'9'0,"20"58"0,11 25 0,2 1 0,0-10-3067,-3-16 3067,-3-16 0,-2-13 968,-4-11-968,-3-7 504,-4-5-504,-4-5-6596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2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24575,'38'100'0,"4"10"0,-17-35 0,25 90 0,-46-136-1365,-3-17-5461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24575,'-23'34'0,"-3"-2"0,0 0 0,-2-1 0,-2-2 0,-59 46 0,-16 0 0,105-75 0,0 0 0,0 0 0,-1 0 0,1 0 0,0 0 0,0 1 0,-1-1 0,1 0 0,0 0 0,0 0 0,0 0 0,-1 1 0,1-1 0,0 0 0,0 0 0,0 0 0,-1 1 0,1-1 0,0 0 0,0 0 0,0 1 0,0-1 0,0 0 0,0 0 0,0 1 0,0-1 0,0 0 0,0 0 0,0 1 0,0-1 0,0 0 0,0 1 0,0-1 0,0 0 0,0 0 0,0 1 0,0-1 0,0 0 0,0 0 0,0 1 0,0-1 0,0 0 0,1 1 0,13 5 0,21 0 0,387 51 0,-368-45-1365,-42-9-5461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43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24575,'17'32'0,"9"16"0,1 4 0,0 0 0,-4-3 0,-2-5 0,-5-5 0,-5-5 0,-5-2 0,-5-6 0,-4-3 0,0-6-8191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24575,'44'103'0,"4"1"0,37 119 0,-79-204 0,5 39 0,-11-56-124,0 0 0,1 0 0,-1 0 0,0 0 0,-1 0 0,1 0-1,0 0 1,-1 1 0,1-1 0,-2 2 0,-2 5-6702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24575,'32'-22'0,"13"-10"0,1 0 0,-4 4 0,-8 6 0,-9 8-8191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24575,'10'32'0,"5"18"0,3 5 0,4 1 0,0-2 0,-2-5 0,2-4 0,-1-4 0,-2-5 0,-1-3 0,-4-5 0,-2-2 0,-3-3 0,-1-3 0,-1-6-8191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24575,'-6'34'0,"2"-1"0,1 1 0,1 0 0,2 0 0,1 0 0,10 56 0,-7-67 0,2 1 0,1-1 0,0 0 0,2-1 0,0 0 0,2 0 0,0-1 0,2 0 0,0-1 0,19 22 0,-21-31-136,0 1-1,1-1 1,1-1-1,0 0 1,0-1-1,1-1 1,0 0-1,0 0 0,25 8 1,-25-12-6690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116 252 24575,'18'-25'0,"15"-31"0,-28 46 0,0-1 0,-1 1 0,0-1 0,-1 0 0,0 0 0,2-14 0,-5 22 0,1 0 0,-1 0 0,0 0 0,0 1 0,0-1 0,0 0 0,-1 0 0,1 0 0,-1 0 0,0 0 0,0 0 0,0 0 0,0 0 0,0 1 0,0-1 0,-1 0 0,0 1 0,1 0 0,-1-1 0,0 1 0,0 0 0,0 0 0,0 0 0,-1 0 0,1 0 0,0 0 0,-1 1 0,0-1 0,1 1 0,-1-1 0,0 1 0,0 0 0,1 0 0,-1 1 0,0-1 0,0 0 0,0 1 0,0 0 0,0 0 0,0 0 0,0 0 0,0 0 0,0 0 0,0 1 0,0 0 0,0-1 0,-3 3 0,0-1 0,0 1 0,0 1 0,0-1 0,0 1 0,0 0 0,1 0 0,0 1 0,0-1 0,0 1 0,1 0 0,-1 1 0,1-1 0,0 1 0,1 0 0,0 0 0,-4 7 0,5-8 0,-1 1 0,1 0 0,0 0 0,0 0 0,1 0 0,-1 0 0,1 0 0,1 0 0,-1 0 0,1 0 0,0 1 0,0-1 0,1 0 0,0 0 0,0 0 0,1 0 0,3 12 0,-1-13 0,-1 0 0,1 0 0,0 0 0,0 0 0,1 0 0,0-1 0,-1 0 0,2 0 0,-1 0 0,0-1 0,1 1 0,-1-1 0,8 3 0,8 2 0,-1-1 0,34 8 0,-13-6 0,63 5 0,-81-12 0,0-1 0,0-2 0,0 0 0,32-7 0,-35 3-1365,-4-1-5461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24575,'49'114'0,"71"122"0,-117-231 0,0 0 0,-1 0 0,0 1 0,0-1 0,0 1 0,1 6 0,-3-11 0,0 0 0,0-1 0,0 1 0,0 0 0,0 0 0,0 0 0,0-1 0,0 1 0,0 0 0,0 0 0,0 0 0,-1-1 0,1 1 0,0 0 0,-1 0 0,1-1 0,0 1 0,-1 0 0,1-1 0,-2 2 0,1-1 0,0-1 0,0 0 0,0 1 0,0-1 0,0 0 0,0 1 0,0-1 0,0 0 0,0 0 0,0 0 0,0 0 0,-1 0 0,1 0 0,0 0 0,0 0 0,0-1 0,0 1 0,0 0 0,0-1 0,-1 0 0,-14-5 45,-28-16-1,13 6-1498,9 6-5372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6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24575,'-2'-5'0,"1"-2"0,1 3 0,1 5 0,-1 4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7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0 223 24575,'3'-4'0,"1"0"0,-1 0 0,1 0 0,0 0 0,0 1 0,0 0 0,1-1 0,-1 1 0,1 1 0,-1-1 0,1 1 0,0 0 0,0 0 0,0 0 0,0 1 0,1-1 0,-1 1 0,0 1 0,0-1 0,1 1 0,-1 0 0,1 0 0,-1 0 0,0 1 0,0 0 0,1 0 0,-1 0 0,6 3 0,17 7 0,49 27 0,7 4 0,-82-41 0,0 0 0,0-1 0,0 1 0,0 0 0,0-1 0,0 0 0,0 1 0,0-1 0,0 0 0,0 0 0,2 0 0,-4 0 0,1-1 0,-1 1 0,0 0 0,1 0 0,-1 0 0,0 0 0,1 0 0,-1-1 0,0 1 0,0 0 0,1 0 0,-1-1 0,0 1 0,0 0 0,1 0 0,-1-1 0,0 1 0,0 0 0,0 0 0,1-1 0,-1 1 0,0 0 0,0-1 0,0 0 0,0 0 0,0 0 0,0 0 0,0 0 0,0 0 0,0-1 0,0 1 0,0 0 0,-1 0 0,1 0 0,-1 0 0,0-2 0,-15-25 0,12 22 0,0-1 0,0 1 0,-2-8 0,6 14 0,0 0 0,-1 0 0,1-1 0,0 1 0,0 0 0,0 0 0,0 0 0,0 0 0,0 0 0,0 0 0,0 0 0,0 0 0,0-1 0,0 1 0,0 0 0,0 0 0,0 0 0,0 0 0,0 0 0,0 0 0,0 0 0,1-1 0,-1 1 0,0 0 0,0 0 0,0 0 0,0 0 0,0 0 0,0 0 0,0 0 0,0 0 0,0 0 0,0 0 0,0 0 0,0-1 0,1 1 0,-1 0 0,0 0 0,0 0 0,0 0 0,0 0 0,0 0 0,0 0 0,0 0 0,0 0 0,1 0 0,-1 0 0,0 0 0,0 0 0,0 0 0,0 0 0,0 0 0,11 2 0,13 8 0,-21-9 0,17 8 0,1-1 0,1-1 0,28 5 0,-44-11 0,0 0 0,1 0 0,-1 0 0,0-1 0,1 0 0,-1-1 0,1 1 0,-1-1 0,0 0 0,0-1 0,1 0 0,-1 0 0,0 0 0,0 0 0,-1-1 0,8-5 0,-9 6 0,-1-1 0,1 0 0,-1 0 0,0 0 0,-1-1 0,1 1 0,0-1 0,-1 0 0,0 0 0,0 1 0,0-1 0,0-1 0,-1 1 0,0 0 0,1 0 0,-1 0 0,-1-1 0,1 1 0,-1-1 0,0 1 0,0 0 0,-1-9 0,0 6 0,0 0 0,-1 0 0,1 0 0,-2 1 0,1-1 0,-1 0 0,0 1 0,0-1 0,-1 1 0,0 0 0,0 0 0,0 1 0,-7-7 0,-5-2-1365,1 2-5461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24575,'22'2'0,"0"2"0,-1 0 0,1 1 0,-1 1 0,0 1 0,0 1 0,-1 1 0,0 1 0,-1 0 0,20 15 0,-13-5 0,0 1 0,-2 1 0,0 1 0,-2 1 0,0 1 0,20 31 0,-11-11 0,31 58 0,-53-85 0,-1 1 0,0-1 0,-1 1 0,-1 1 0,-1-1 0,4 34 0,-9-45-65,0 0 0,0 0 0,0 0 0,-1 0 0,0 0 0,-1 0 0,0 0 0,0 0 0,-1-1 0,0 1 0,0-1 0,-1 0 0,0 0 0,0 0 0,0 0 0,-1 0 0,0-1 0,-1 0 0,1 0 0,-11 7 0,-3 2-6761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24575,'0'5'0,"0"4"0,3 0 0,0 2 0,0 1 0,2 1 0,0 0 0,-1-1-8191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0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30 24575,'-27'-5'0,"-12"-1"0,-1-1 0,4 2 0,5 2 0,6 0 0,4 2 0,6 3 0,3 2 0,4 1 0,0 1 0,2 2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24575,'-27'7'0,"-12"6"0,-1-1 0,6-1-8191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 24575,'0'0'0,"0"0"0,0-1 0,0 1 0,0 0 0,-1 0 0,1 0 0,0 0 0,0 0 0,0 0 0,0 0 0,0 0 0,-1 0 0,1-1 0,0 1 0,0 0 0,0 0 0,0 0 0,0 0 0,-1 0 0,1 0 0,0 0 0,0 0 0,0 0 0,0 0 0,-1 0 0,1 0 0,0 0 0,0 0 0,0 0 0,0 0 0,0 1 0,-1-1 0,1 0 0,0 0 0,0 0 0,0 0 0,0 0 0,0 0 0,-1 0 0,1 0 0,0 1 0,0-1 0,0 0 0,0 0 0,0 0 0,0 0 0,0 0 0,0 0 0,0 1 0,0-1 0,-13 10 0,7-5 0,-1 0-85,-1 0 0,0 0-1,-1-1 1,1 0 0,-1-1-1,0 0 1,0 0 0,0-1-1,0 0 1,0 0 0,0-1-1,-1-1 1,1 1 0,0-2-1,-17-1 1,10-1-6741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11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0 24575,'-3'0'0,"0"3"0,-3 0 0,0 3 0,-1-1 0,-2 3 0,-5-1 0,-2-2 0,-3-1 0,-4 1 0,-2-1 0,-2 0 0,-4-2 0,-2 0 0,3-1 0,6-1-8191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8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17 24575,'-5'-1'0,"5"1"0,-1 0 0,1 0 0,0 0 0,0 0 0,-1-1 0,1 1 0,0 0 0,0 0 0,0 0 0,-1 0 0,1 0 0,0 0 0,0 0 0,-1 0 0,1 0 0,0 0 0,0 0 0,0 0 0,-1 1 0,1-1 0,0 0 0,0 0 0,-1 0 0,1 0 0,0 0 0,0 0 0,0 0 0,0 1 0,-1-1 0,1 0 0,0 0 0,0 0 0,0 0 0,0 1 0,-1-1 0,1 0 0,0 0 0,0 0 0,0 1 0,0-1 0,0 0 0,0 0 0,0 0 0,0 1 0,0-1 0,0 0 0,0 0 0,0 1 0,0-1 0,0 0 0,0 0 0,0 0 0,0 1 0,0-1 0,0 0 0,0 0 0,0 1 0,0-1 0,1 10 0,1 0 0,0-1 0,0 1 0,1-1 0,0 0 0,1 0 0,5 10 0,-3-4 0,1 2 0,9 21 0,22 37 0,-31-64 0,-1 0 0,1-1 0,1 0 0,0-1 0,0 0 0,1 0 0,0 0 0,11 6 0,-17-13 0,0 0 0,0 0 0,0-1 0,0 0 0,0 1 0,0-1 0,0 0 0,0 0 0,0-1 0,1 1 0,-1-1 0,0 1 0,0-1 0,1 0 0,-1-1 0,6 0 0,-7 1 0,0-1 0,0 0 0,0 1 0,0-1 0,0 0 0,0 0 0,0-1 0,-1 1 0,1 0 0,0-1 0,-1 1 0,1-1 0,-1 1 0,1-1 0,-1 1 0,0-1 0,1 0 0,-1 0 0,0 0 0,0 0 0,-1 0 0,1 0 0,0 0 0,-1 0 0,1 0 0,0-3 0,1-15 0,-1 0 0,-1 0 0,-3-28 0,1 9 0,2 39 0,0 0 0,0 0 0,-1-1 0,1 1 0,0 0 0,0 0 0,0-1 0,0 1 0,0 0 0,0 0 0,0-1 0,0 1 0,0 0 0,1 0 0,-1-1 0,0 1 0,0 0 0,0 0 0,0-1 0,0 1 0,0 0 0,0 0 0,1-1 0,-1 1 0,0 0 0,0 0 0,0 0 0,0 0 0,1-1 0,-1 1 0,0 0 0,0 0 0,1 0 0,-1 0 0,0-1 0,10 6 0,15 21 0,-19-19 0,5 4 0,0-1 0,1-1 0,0 1 0,1-2 0,-1 0 0,2-1 0,20 10 0,-25-14 0,0 0 0,0 0 0,1-1 0,-1 0 0,0-1 0,1 0 0,-1 0 0,1-1 0,-1-1 0,1 1 0,-1-1 0,1-1 0,10-3 0,-17 4 0,0 0 0,0 0 0,0 0 0,0-1 0,0 0 0,0 1 0,0-1 0,0 0 0,-1 0 0,1-1 0,-1 1 0,0-1 0,1 1 0,1-5 0,-1 3 0,-1-1 0,1 0 0,-1 1 0,0-1 0,-1 0 0,1-1 0,-1 1 0,1-8 0,-1 3 0,-1 1 0,0-1 0,0 0 0,-1 0 0,0 1 0,-1-1 0,0 1 0,-1-1 0,-6-14 0,6 15 17,-1 1 0,-1 0 1,0 1-1,0-1 0,0 1 0,-12-12 0,14 17-85,1-1 1,-1 1-1,1 0 1,-1 0-1,0 0 1,0 1-1,0-1 1,0 1-1,0-1 1,0 1-1,0 0 1,0 0-1,-1 0 1,1 1-1,0-1 1,-1 1-1,1 0 1,0 0-1,-1 0 1,1 0-1,-4 1 1,-5 3-6759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8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24575,'-17'0'0,"-11"2"0,-3 2 0,-1-1 0,3-1 0,5 0-8191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9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9 24575,'-22'-2'0,"-10"-1"0,-1 0 0,1 3 0,2 1 0,4 3 0,3 2 0,6-2-8191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5:59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80 120 24575,'-4'0'0,"-1"1"0,1 0 0,0 0 0,0 0 0,0 1 0,0 0 0,0-1 0,0 1 0,1 1 0,-1-1 0,0 0 0,1 1 0,0 0 0,-6 5 0,7-5 0,0 0 0,0 0 0,1 1 0,-1-1 0,1 0 0,-1 1 0,1-1 0,0 1 0,1-1 0,-1 1 0,0-1 0,1 1 0,0 0 0,0-1 0,0 1 0,0 0 0,2 6 0,1 1 0,0 0 0,0 1 0,1-2 0,0 1 0,1 0 0,1-1 0,0 0 0,0 0 0,1 0 0,0-1 0,0 0 0,1-1 0,16 15 0,-15-16 0,-1 0 0,1-1 0,1 0 0,-1 0 0,1-1 0,0 0 0,1-1 0,-1 0 0,1-1 0,-1 0 0,1 0 0,0-1 0,0-1 0,18 1 0,-25-3 0,0 1 0,-1-1 0,1 1 0,0-1 0,-1 0 0,1-1 0,-1 1 0,0 0 0,1-1 0,-1 0 0,0 0 0,0 0 0,0 0 0,0 0 0,-1-1 0,1 1 0,0-1 0,-1 0 0,0 0 0,0 0 0,0 0 0,0 0 0,0 0 0,0-1 0,-1 1 0,0 0 0,2-6 0,0 0 0,-1 0 0,0 0 0,-1-1 0,0 1 0,0 0 0,-1-1 0,0 1 0,-1 0 0,-3-18 0,0 12 0,0-1 0,-2 0 0,0 1 0,0 0 0,-2 1 0,0-1 0,0 1 0,-1 1 0,-1 0 0,-13-15 0,14 19 0,0 1 0,0 0 0,0 0 0,-1 1 0,0 0 0,-1 1 0,0 0 0,1 1 0,-2 0 0,1 1 0,-1 0 0,1 0 0,-1 1 0,-16-1 0,3 2-1365,3 2-5461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0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24575,'2'4'0,"4"5"0,0 3 0,2 2 0,0 1 0,-2 3 0,-2 1 0,-1-4-8191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00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24575,'0'5'0,"0"4"0,0 1-8191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27 24575,'0'-1'0,"-18"-15"0,17 15 0,0 0 0,0 0 0,1 1 0,-1-1 0,0 0 0,0 1 0,0-1 0,0 0 0,0 1 0,-1-1 0,1 1 0,0 0 0,0-1 0,0 1 0,0 0 0,-2 0 0,3 1 0,0 0 0,-1 0 0,1 0 0,0 0 0,0 0 0,-1 0 0,1 0 0,0 0 0,0 0 0,0 0 0,0 1 0,1-1 0,-1 0 0,0 0 0,0 0 0,1 0 0,-1 1 0,1 1 0,7 31 0,1-1 0,15 37 0,0-3 0,24 61 0,10 35 0,-52-143 0,-2-6 0,0 1 0,0 0 0,-2 0 0,1 0 0,-1 21 0,-2-36 0,0 1 0,0-1 0,0 1 0,0 0 0,0-1 0,0 1 0,0-1 0,0 1 0,-1-1 0,1 1 0,0-1 0,0 1 0,0 0 0,-1-1 0,1 1 0,0-1 0,0 1 0,-1-1 0,1 0 0,-1 1 0,0 0 0,1-1 0,0 0 0,-1 0 0,1 0 0,-1 0 0,1 0 0,0 0 0,-1 0 0,1 0 0,0-1 0,-1 1 0,1 0 0,-1 0 0,1 0 0,0 0 0,-1-1 0,1 1 0,0 0 0,0 0 0,-1-1 0,1 1 0,0 0 0,-1-1 0,-14-21 0,-26-71 67,22 47-1499,12 28-5394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24575,'25'5'0,"10"2"0,2-1 0,-3-1 0,-5-2 0,-5 0 0,-4-2 0,-3-1 0,-2 0 0,-1 0 0,2 0 0,1-1 0,0-1 0,-1-2 0,0 1 0,-3-2 0,-4-2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7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24575,'1'10'0,"0"1"0,1-1 0,0 0 0,1 1 0,7 16 0,2 8 0,52 168 0,-49-163 0,2-2 0,2 0 0,23 37 0,-10-26 0,-32-48-20,0-1-1,0 0 1,0 0 0,1 0-1,-1 0 1,0 1 0,0-1-1,0 0 1,0 0-1,1 0 1,-1 1 0,0-1-1,0 0 1,0 0 0,0 1-1,0-1 1,0 0-1,0 0 1,0 1 0,0-1-1,0 0 1,0 0 0,0 1-1,0-1 1,0 0-1,0 0 1,0 1 0,0-1-1,0 0 1,0 0 0,0 1-1,0-1 1,0 0-1,-1 0 1,1 1 0,0-1-1,0 0 1,0 0-1,0 0 1,-1 1 0,1-1-1,0 0 1,0 0 0,0 0-1,-1 0 1,1 0-1,0 1 1,0-1 0,0 0-1,-1 0 1,1 0 0,0 0-1,0 0 1,-1 0-1,1 0 1,0 0 0,0 0-1,-1 0 1,1 0 0,0 0-1,-1 0 1,1 0-1,0 0 1,0 0 0,0 0-1,-1 0 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8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24575,'-9'30'0,"1"1"0,1 0 0,2 1 0,-1 51 0,6-61 0,1-1 0,1 1 0,1 0 0,1 0 0,1-1 0,0 0 0,15 32 0,20 35 0,-19-46 0,21 59 0,-33-62-1365,-8-25-5461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2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27 24575,'-1'-6'0,"1"4"0,0 1 0,0 0 0,0-1 0,0 1 0,0-1 0,0 1 0,0-1 0,1 1 0,-1-1 0,0 1 0,1-1 0,0 0 0,2 2 0,0 5 0,0 9 0,-3-13 0,36 156 0,-27-125 0,2-1 0,27 57 0,72 130-721,-99-196 77,-2-4-6182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0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 24575,'-27'0'0,"-14"0"0,-2 0 0,3 0 0,7 0 0,5 0 0,7 0 0,3 0 0,5 2 0,2 2 0,1-1 0,-1-1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0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29 24575,'-30'-5'0,"-14"-2"0,-2 1 0,1 1 0,7 2 0,4 0 0,6 5 0,5 0 0,4 2 0,5-2-8191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1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24575,'1'-7'0,"7"-20"0,-8 27 0,0 0 0,0-1 0,0 1 0,0 0 0,0 0 0,0 0 0,0 0 0,0 0 0,0 0 0,0 0 0,0 0 0,0 0 0,0 0 0,0 0 0,0 0 0,0 0 0,0 0 0,1 0 0,-1 0 0,0 0 0,0 0 0,0 0 0,0 0 0,0 0 0,0 0 0,0 0 0,0 0 0,0 0 0,0 0 0,0 0 0,0 0 0,0 0 0,1 0 0,-1 0 0,0 0 0,0 0 0,0 0 0,0 0 0,0 0 0,0 0 0,0 0 0,0 0 0,0 0 0,0 0 0,0 0 0,0 0 0,0 0 0,0 1 0,0-1 0,0 0 0,0 0 0,0 0 0,0 0 0,0 0 0,0 0 0,0 0 0,0 0 0,4 7 0,1 9 0,21 88 0,9 35 0,-34-137-25,11 38-645,8 49 0,-18-76-6156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1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1715 0 24575,'11'3'0,"-11"-3"0,0 0 0,0 0 0,1 0 0,-1 0 0,0 1 0,0-1 0,0 0 0,0 0 0,0 0 0,1 1 0,-1-1 0,0 0 0,0 0 0,0 0 0,0 1 0,0-1 0,0 0 0,0 0 0,0 1 0,0-1 0,0 0 0,0 0 0,0 1 0,0-1 0,0 1 0,0-1 0,-1 1 0,1 0 0,-1 0 0,1 0 0,-1 0 0,0 0 0,1 0 0,-1-1 0,0 1 0,0 0 0,1 0 0,-1-1 0,0 1 0,0-1 0,0 1 0,0-1 0,-1 1 0,-16 7 0,0-1 0,-1-1 0,-29 5 0,-61 5 0,89-14 0,-252 16-357,-2-21-56,243 3 406,-209-7 7,-127-1 0,301 8-196,0 4 0,-81 15 0,129-16-6630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2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24575,'-1'20'0,"2"0"0,1 0 0,0 0 0,1 0 0,9 29 0,6 1 0,1-1 0,40 71 0,-43-92 0,-2 0 0,15 41 0,-26-57 120,-3-12-145,0 0 0,0 0 1,0 0-1,0 1 0,0-1 0,0 0 1,0 0-1,0 0 0,0 0 0,0 1 1,0-1-1,0 0 0,0 0 0,0 0 1,0 0-1,0 1 0,0-1 0,0 0 1,0 0-1,0 0 0,0 0 0,0 1 1,0-1-1,0 0 0,0 0 0,0 0 1,0 0-1,0 0 0,0 1 0,0-1 1,-1 0-1,1 0 0,0 0 0,0 0 1,0 0-1,0 0 0,0 0 0,0 1 1,-1-1-1,1 0 0,0 0 0,0 0 1,0 0-1,0 0 0,-1 0 0,1 0 1,0 0-1,0 0 0,0 0 0,0 0 1,-1 0-1,1 0 0,0 0 0,0 0 1,0 0-1,0 0 0,0 0 0,-1 0 1,1 0-1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2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18 24575,'-25'-5'0,"-10"-2"0,-2 3 0,3 3 0,5 3 0,5 1 0,6 3 0,4 1 0,2 1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 24575,'-3'-5'0,"0"1"0,0 4 0,3 3 0,1 8 0,4 3 0,0 4 0,2 5 0,2 0 0,3-1 0,-2-2 0,1 1 0,-2-1 0,0-4 0,-2-2 0,1-1 0,-1 0 0,-2-3-8191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1 24575,'-29'5'0,"-15"1"0,-3 1 0,3 0 0,3 0 0,6-2 0,7-1 0,6-2 0,6-1-8191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3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24575,'32'-4'0,"-14"1"0,0 1 0,0 1 0,1 0 0,-1 1 0,0 1 0,21 4 0,-37-5 0,1 1 0,0 0 0,-1 0 0,1 0 0,-1 0 0,1 0 0,-1 1 0,0-1 0,1 1 0,-1-1 0,0 1 0,0 0 0,0 0 0,0 0 0,0 0 0,-1 0 0,1 0 0,2 4 0,-3-3 0,-1-1 0,1 0 0,0 0 0,-1 1 0,1-1 0,-1 0 0,0 0 0,0 1 0,0-1 0,0 0 0,0 1 0,0-1 0,-1 0 0,1 1 0,-1-1 0,1 0 0,-1 0 0,0 1 0,0-1 0,0 0 0,-3 4 0,-1 1 0,-2 1 0,1-1 0,-1 0 0,-11 9 0,12-12 0,1 0 0,0 1 0,0 0 0,0 0 0,0 0 0,1 1 0,0 0 0,0-1 0,-6 13 0,10-17 0,0 0 0,-1 1 0,1-1 0,-1 0 0,1 1 0,0-1 0,0 0 0,0 1 0,0-1 0,0 0 0,0 1 0,0-1 0,1 0 0,-1 1 0,0-1 0,1 0 0,-1 1 0,1-1 0,-1 0 0,1 0 0,0 2 0,1-2 0,0 1 0,-1 0 0,1 0 0,0-1 0,0 1 0,0-1 0,0 0 0,0 0 0,0 1 0,0-1 0,3 0 0,3 2 0,1-1 0,-1 0 0,1 0 0,0-1 0,12 0 0,-18-1 0,97-2 0,-99 2-105,1 0 0,-1 0 0,1-1 0,0 1 0,-1 0 0,1-1 0,-1 0 0,0 1 0,1-1 0,-1 0 0,1 0 0,0-1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0 24575,'-29'0'0,"-15"0"0,-3 0 0,3 0 0,5 3 0,8 0 0,4 0 0,6 2 0,5 0 0,2-1 0,1-1 0,1-1 0,-1-1 0,0 0 0,2-1-8191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34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30 24575,'-29'-5'0,"-13"-2"0,-6 1 0,0 1 0,6 2 0,5 0 0,9 2-8191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28 147 24575,'-2'-1'0,"0"0"0,0 0 0,0-1 0,0 1 0,1 0 0,-1-1 0,1 0 0,-1 1 0,1-1 0,-1 0 0,1 0 0,0 1 0,0-1 0,0 0 0,0 0 0,0 0 0,1-1 0,-1 1 0,0 0 0,1 0 0,0 0 0,-1 0 0,1-1 0,0 1 0,0 0 0,0 0 0,1 0 0,-1-1 0,2-3 0,-2 3 0,1 0 0,0 0 0,0 0 0,0 1 0,0-1 0,1 0 0,-1 0 0,1 1 0,0-1 0,0 1 0,0-1 0,0 1 0,0 0 0,0 0 0,1 0 0,-1 0 0,1 0 0,-1 0 0,1 1 0,5-3 0,19-3 0,0 1 0,45-4 0,-36 6 0,-15 1 0,0 0 0,0 2 0,1 0 0,-1 2 0,26 3 0,-45-3 0,1-1 0,-1 1 0,0-1 0,0 1 0,0 0 0,0-1 0,0 1 0,0 0 0,-1 1 0,1-1 0,0 0 0,0 0 0,-1 1 0,1-1 0,-1 1 0,1 0 0,-1-1 0,2 4 0,-1-1 0,-1 0 0,1-1 0,-1 1 0,0 0 0,-1 0 0,1 0 0,-1 0 0,1 0 0,-2 6 0,1 18 0,-5 33 0,3-48 0,0-1 0,-1 0 0,-1 0 0,0 0 0,-7 13 0,-3 2 0,-1-1 0,-1-1 0,-1-1 0,-26 29 0,28-34 0,0 0 0,-19 38 0,33-57 0,1 0 0,-1 1 0,1-1 0,0 1 0,-1 0 0,1-1 0,0 1 0,-1-1 0,1 1 0,0-1 0,0 1 0,0 0 0,0-1 0,0 1 0,-1-1 0,1 1 0,0 0 0,0-1 0,0 1 0,1 0 0,-1-1 0,0 1 0,0-1 0,0 1 0,0 0 0,1-1 0,-1 1 0,0-1 0,0 1 0,1-1 0,-1 1 0,0-1 0,1 1 0,-1-1 0,1 1 0,-1-1 0,1 1 0,-1-1 0,1 0 0,-1 1 0,1-1 0,-1 0 0,1 1 0,-1-1 0,1 0 0,-1 0 0,1 0 0,0 1 0,-1-1 0,1 0 0,0 0 0,6 1 0,-1 0 0,1-1 0,0 0 0,6 0 0,-5-1 0,215 8 0,-185-3 0,1-1 0,63-4 0,-90-2-1365,-3 0-5461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24575,'0'-1'0,"0"1"0,0 0 0,0-1 0,0 1 0,0-1 0,0 1 0,0-1 0,0 1 0,0-1 0,0 1 0,0-1 0,0 1 0,0-1 0,1 1 0,-1 0 0,0-1 0,0 1 0,0-1 0,1 1 0,-1 0 0,0-1 0,0 1 0,1 0 0,-1-1 0,7 7 0,6 18 0,-4 6 0,52 140 0,-59-167 0,-1 1 0,1-1 0,0 0 0,0 0 0,0 1 0,1-1 0,-1 0 0,1-1 0,-1 1 0,1 0 0,0-1 0,0 1 0,0-1 0,1 0 0,-1 0 0,5 1 0,-6-2 0,1 0 0,0 0 0,0-1 0,-1 1 0,1-1 0,0 0 0,0 1 0,0-1 0,-1-1 0,1 1 0,0 0 0,0-1 0,0 1 0,-1-1 0,1 0 0,0 0 0,-1 0 0,1 0 0,-1-1 0,1 1 0,-1-1 0,4-2 0,10-10 0,-1 0 0,-1-1 0,16-20 0,-24 27 0,-5 6 0,0 1 0,0 0 0,0 0 0,0-1 0,0 1 0,0 0 0,1 0 0,-1 0 0,0 0 0,1 1 0,-1-1 0,1 0 0,2-1 0,-3 2 0,0 1 0,-1-1 0,1 0 0,0 0 0,0 1 0,0-1 0,-1 0 0,1 1 0,0-1 0,0 1 0,-1-1 0,1 1 0,0-1 0,-1 1 0,1-1 0,-1 1 0,1 0 0,-1-1 0,1 1 0,-1 0 0,1 0 0,-1-1 0,0 1 0,1 0 0,-1 0 0,0 0 0,0-1 0,1 2 0,2 7 0,1 0 0,0 0 0,9 13 0,-11-19 0,0 0 0,1 0 0,-1-1 0,1 1 0,0-1 0,0 1 0,0-1 0,0 0 0,0 0 0,1-1 0,-1 1 0,7 2 0,-4-3 0,1 1 0,0-1 0,-1 0 0,1 0 0,0-1 0,0 0 0,0 0 0,0-1 0,-1 1 0,1-2 0,0 1 0,0-1 0,-1 0 0,1 0 0,-1-1 0,0 1 0,12-8 0,-14 7 0,0 1 0,0-1 0,-1 0 0,1 0 0,0-1 0,-1 1 0,0-1 0,0 0 0,0 0 0,0 0 0,-1 0 0,1 0 0,-1 0 0,0-1 0,0 1 0,-1-1 0,1 1 0,-1-1 0,0 0 0,0 0 0,-1 1 0,1-1 0,-1 0 0,0 0 0,-2-9 0,0 5-59,-1-1 0,0 1-1,-1 0 1,0 1-1,-1-1 1,0 1 0,0-1-1,0 1 1,-1 1 0,0-1-1,-1 1 1,0 0 0,0 1-1,0 0 1,-1 0-1,0 0 1,0 1 0,0 0-1,-1 1 1,0 0 0,0 0-1,-9-2 1,3 3-6767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6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41 24575,'-25'-8'0,"-10"-2"0,-2 1 0,3 2 0,5 1 0,7 5 0,5 3 0,3 3 0,2 1 0,0-1 0,-1 1 0,0 0 0,0-1 0,2-2-8191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6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58 24575,'-29'-10'0,"-13"-3"0,-1 0 0,4 3 0,7 3 0,5 3 0,8 4 0,5 2 0,2 1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24575,'0'-1'0,"0"1"0,0 0 0,0-1 0,0 1 0,0-1 0,0 1 0,0 0 0,0-1 0,0 1 0,0-1 0,0 1 0,0-1 0,1 1 0,-1 0 0,0-1 0,0 1 0,0 0 0,0-1 0,1 1 0,-1-1 0,0 1 0,0 0 0,1-1 0,-1 1 0,0 0 0,1 0 0,-1-1 0,1 1 0,-1 0 0,1 0 0,0 0 0,-1 0 0,1 0 0,-1 0 0,1 1 0,-1-1 0,1 0 0,-1 0 0,1 1 0,0-1 0,-1 0 0,1 1 0,-1-1 0,0 0 0,2 2 0,16 20 0,6 20 0,-1 0 0,17 47 0,-37-82-227,-1 1-1,0-1 1,-1 0-1,1 0 1,-1 14-1,0-9-6598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24575,'5'2'0,"4"4"0,0 5 0,2 4 0,1 1 0,1 1 0,0 0 0,1 1 0,1 1 0,-3-1 0,0 0 0,-1-2 0,1-3 0,-2-1 0,-2-1 0,0-1 0,-2-1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761 74 24575,'-21'-13'0,"-1"1"0,0 1 0,-27-10 0,37 17 0,0 1 0,0 0 0,0 0 0,0 1 0,-1 1 0,1 0 0,-1 1 0,-14 2 0,-425 39 0,414-37-1365,6 0-5461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24575,'0'3'0,"0"3"0,3 2 0,0 4 0,0 1 0,2 4 0,0 1 0,2 0 0,2-1 0,-1 0 0,1-1 0,-1-1 0,1 0 0,-2 0 0,1-3 0,-1-1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48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0,1 0 0,-1 1 0,-1-1 0,1 1 0,0 6 0,4 5 0,14 42 0,26 64 0,-42-112-1365,-1 0-5461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8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34 24575,'-10'-7'0,"0"-3"0,3 1 0,3 3 0,5 4 0,5 5 0,3 3 0,1 2-8191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24575,'3'8'0,"0"4"0,0 3 0,0-1-8191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24575,'55'261'0,"-44"-224"0,1-1 0,3-1 0,0 0 0,40 64 0,-29-63 0,-18-27 0,0 1 0,-1 0 0,-1 0 0,1 0 0,-2 1 0,6 14 0,-11-24-65,1 0 0,-1 0 0,0-1 0,0 1 0,0 0 0,0 0 0,0 0 0,0 0 0,0 0 0,0 0 0,0 0 0,0 0 0,0 0 0,0-1 0,-1 1 0,1 0 0,0 0 0,-1 0 0,1 0 0,-1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6:5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0 463 24575,'50'-3'0,"-24"2"0,-1-2 0,1 0 0,30-8 0,-53 10 0,1 0 0,-1-1 0,0 1 0,0 0 0,1-1 0,-1 0 0,0 0 0,0 0 0,-1 0 0,1 0 0,3-3 0,-5 3 0,0 1 0,0-1 0,0 1 0,-1-1 0,1 0 0,0 1 0,-1-1 0,1 0 0,-1 1 0,1-1 0,-1 0 0,0 0 0,0 1 0,0-1 0,0 0 0,0 0 0,0 1 0,0-1 0,0 0 0,-1 0 0,1 1 0,-1-1 0,-1-3 0,-4-8 0,-1 0 0,-1 1 0,0 0 0,-1 0 0,-10-11 0,-18-26 0,-18-44 0,48 79 0,1 0 0,1-1 0,0 1 0,-6-31 0,11 43 0,-1 0 0,1-1 0,0 1 0,0 0 0,0 0 0,0 0 0,0-1 0,1 1 0,-1 0 0,1 0 0,-1 0 0,1 0 0,0 0 0,0-1 0,1-1 0,-1 3 0,0 1 0,-1-1 0,1 0 0,0 1 0,0-1 0,0 0 0,0 1 0,0-1 0,0 1 0,-1 0 0,1-1 0,0 1 0,0 0 0,0-1 0,1 1 0,-1 0 0,0 0 0,0 0 0,0 0 0,0 0 0,0 0 0,0 0 0,0 0 0,0 0 0,0 1 0,0-1 0,0 0 0,0 1 0,0-1 0,0 1 0,0-1 0,0 1 0,1 1 0,2 0 0,0 1 0,1 1 0,-2-1 0,1 0 0,0 1 0,-1 0 0,1 0 0,3 7 0,21 37 0,-23-39 0,27 56 60,32 91 0,9 73-1545,-69-215-5341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24575,'59'131'0,"-16"-37"0,114 291 0,-126-288 0,-26-81 0,-2 0 0,0 0 0,-1 0 0,0 20 0,-2-33-136,0 0-1,-1-1 1,1 1-1,0 0 1,-1 0-1,0-1 1,0 1-1,0 0 0,-2 4 1,-4 2-6690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24575,'2'-6'0,"2"10"0,4 11 0,265 563 0,-244-519-1365,-19-37-5461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2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0 24575,'-24'0'0,"-11"0"0,-2 0 0,0 0 0,5 0 0,5 0 0,4 3 0,4 0 0,3 0 0,1 0 0,2-2 0,-1 1 0,1-2 0,1 0-8191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2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75 24575,'-30'-8'0,"-14"-4"0,-4 0 0,0-2 0,4 3 0,7 3 0,4 3 0,4 2 0,1 1 0,4 4 0,0 2 0,2 0 0,5-1-8191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4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9 101 24575,'-2'-12'0,"0"2"0,0-1 0,1 0 0,0 0 0,1 1 0,1-20 0,-1 30 0,0 0 0,0 0 0,0-1 0,0 1 0,0 0 0,0 0 0,0 0 0,0-1 0,0 1 0,0 0 0,0 0 0,0 0 0,0-1 0,1 1 0,-1 0 0,0 0 0,0 0 0,0-1 0,0 1 0,0 0 0,1 0 0,-1 0 0,0 0 0,0 0 0,0 0 0,0-1 0,1 1 0,-1 0 0,0 0 0,0 0 0,0 0 0,0 0 0,1 0 0,-1 0 0,1 0 0,6 5 0,6 13 0,-11-16 0,52 97 0,-12-20 0,-10-20-1365,-27-49-5461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5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1711 10 24575,'17'-4'0,"-12"3"0,-1-1 0,0 2 0,1-1 0,0 0 0,7 1 0,-19 3 0,-8 1 0,-51 3 0,-57 3 0,-52-2 0,88 0 0,-259 19 0,115-13 0,18 4 0,107-8 0,-1 4 0,57-7 0,-77 2 0,113-9-227,0 1-1,0 1 1,1 0-1,-1 1 1,-17 5-1,22-4-6598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06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39 24575,'-5'-8'0,"4"5"0,-1 0 0,1 0 0,-1 0 0,0 0 0,0 1 0,0-1 0,0 0 0,-1 1 0,-3-4 0,8 18 0,25 63 0,2-2 0,46 82 0,-45-103-1365,-26-44-5461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1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 24575,'0'0'0,"-1"-1"0,1 0 0,-1 1 0,1 0 0,-1-1 0,1 1 0,-1-1 0,0 1 0,1-1 0,-1 1 0,1 0 0,-1 0 0,0-1 0,0 1 0,1 0 0,-1 0 0,0 0 0,0 0 0,0 0 0,1 0 0,-1 0 0,1 0 0,0 0 0,-1 1 0,1-1 0,-1 0 0,1 0 0,0 0 0,-1 1 0,1-1 0,0 0 0,-1 1 0,1-1 0,0 0 0,-1 1 0,1-1 0,0 0 0,0 1 0,-1-1 0,1 1 0,-1 1 0,1 0 0,-1 0 0,1 0 0,-1 0 0,1 0 0,0 0 0,0 0 0,0 0 0,0 0 0,0 0 0,1 3 0,9 31 0,2-1 0,22 45 0,-14-34 0,-9-20 0,11 39 0,-21-63-1365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1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29 24575,'-32'-5'0,"-13"-1"0,-3 0 0,3 1 0,8 1 0,6 2 0,8 3 0,4 2 0,3 2 0,5 4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0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10 24575,'-6'-10'0,"8"16"0,8 17 0,2-1 0,0-1 0,23 29 0,-20-28 0,24 41 0,-36-54-1365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31 24575,'-31'-5'0,"-17"-2"0,-4 1 0,4 1 0,6 1 0,7 2 0,4 1 0,6 0 0,4 4 0,4 0 0,1 3 0,2 0 0,3 2 0,1-1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1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24575,'23'1'0,"27"3"0,-42-3 0,0 0 0,0 1 0,-1 0 0,1 0 0,-1 1 0,1 0 0,7 5 0,-13-7 0,0 0 0,0 0 0,0 0 0,-1 1 0,1-1 0,-1 1 0,1-1 0,-1 1 0,0-1 0,1 1 0,-1 0 0,0-1 0,0 1 0,0 0 0,0 0 0,0 0 0,-1 0 0,1 0 0,-1 0 0,1 0 0,-1 0 0,0 0 0,0 0 0,1 0 0,-2 1 0,1 2 0,-2 3 0,0 0 0,0-1 0,-1 1 0,0 0 0,-6 10 0,-3 7 0,9-19 0,-3 7 0,1 1 0,0 0 0,1 0 0,1 0 0,-3 15 0,6-28 0,0 0 0,0 1 0,1-1 0,-1 0 0,0 0 0,0 0 0,0 0 0,1 0 0,-1 0 0,1 0 0,-1 0 0,1 0 0,-1 0 0,1 0 0,-1 0 0,1-1 0,0 1 0,-1 0 0,1 0 0,0 0 0,0-1 0,0 1 0,0 0 0,-1-1 0,1 1 0,0-1 0,0 1 0,0-1 0,0 0 0,0 1 0,0-1 0,1 0 0,1 1 0,4 0 0,0-1 0,0 1 0,15-1 0,-13-1 0,46 1-68,-19 1-364,1-2-1,41-7 1,-62 5-6394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17 24575,'-25'0'0,"-12"0"0,-6-2 0,1-2 0,4 1 0,3 1 0,7 0 0,4 1 0,4 0 0,4 1 0,1 0 0,1 0 0,1 0 0,-1 1 0,3-4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75 24575,'-32'-7'0,"-15"-6"0,-5 1 0,-1 1 0,7 1 0,5 1 0,8 3 0,5 3 0,4 1 0,4 1 0,2 1 0,6 0-8191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5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24575,'41'-20'0,"69"-24"0,-89 38 0,1 0 0,-1 2 0,1 0 0,-1 1 0,33 0 0,-42 4 0,0 0 0,0 0 0,-1 1 0,1 1 0,0 0 0,-1 1 0,0 0 0,0 0 0,20 12 0,-26-13 0,0 0 0,1 1 0,-1 0 0,-1 0 0,1 0 0,-1 0 0,1 1 0,-1 0 0,0 0 0,-1 0 0,1 0 0,-1 1 0,0-1 0,-1 1 0,1 0 0,-1 0 0,0 0 0,-1 0 0,1 0 0,0 7 0,-2-4 0,0 0 0,0 0 0,-1 0 0,0-1 0,-1 1 0,1 0 0,-2-1 0,1 1 0,-1-1 0,-1 0 0,1 0 0,-1 0 0,-1-1 0,-7 12 0,1-6 0,-1 0 0,0 0 0,0-1 0,-2 0 0,1-1 0,-22 12 0,29-19 0,3-3 0,1 1 0,-1-1 0,1 1 0,0 0 0,0 0 0,-3 2 0,5-3 0,0-1 0,0 0 0,0 0 0,0 0 0,0 1 0,0-1 0,0 0 0,0 0 0,0 0 0,0 1 0,0-1 0,0 0 0,0 0 0,1 0 0,-1 1 0,0-1 0,0 0 0,0 0 0,0 0 0,0 0 0,0 1 0,1-1 0,-1 0 0,0 0 0,0 0 0,0 0 0,1 0 0,-1 0 0,0 0 0,0 0 0,0 1 0,1-1 0,-1 0 0,0 0 0,0 0 0,0 0 0,1 0 0,-1 0 0,0 0 0,0 0 0,0 0 0,1 0 0,-1 0 0,0 0 0,0-1 0,13 3 0,-12-2 0,71 0 0,46 4 0,-53 0 15,-29-2-705,41 7 0,-62-6-6136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5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791 59 24575,'-22'-5'0,"-17"-4"0,-12 0 0,-7 1 0,-3 2 0,-2 2 0,1-1 0,3 1 0,2 0 0,4 2 0,5 0 0,4 2 0,4 2 0,4 1 0,6 3 0,3 0 0,4-1 0,5-1-8191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24575,'55'0'0,"1"2"0,86 13 0,-119-10 0,-9-4 0,0 2 0,-1 0 0,1 1 0,-1 0 0,0 1 0,16 8 0,-28-13 0,0 1 0,0-1 0,0 1 0,0 0 0,0-1 0,0 1 0,0 0 0,0-1 0,0 1 0,-1 0 0,1 0 0,0 0 0,-1 0 0,1-1 0,0 1 0,-1 0 0,1 0 0,-1 0 0,0 0 0,1 1 0,-1-1 0,0 0 0,0 0 0,1 0 0,-1 0 0,0 0 0,0 0 0,0 0 0,0 0 0,-1 2 0,0-1 0,0-1 0,0 1 0,0 0 0,0-1 0,0 1 0,0-1 0,-1 1 0,1-1 0,-1 0 0,1 0 0,-1 1 0,1-1 0,-1 0 0,0 0 0,1-1 0,-4 2 0,-11 4 0,-1-1 0,-17 4 0,22-7 0,-1 1 0,1 0 0,1 1 0,-1 1 0,-19 10 0,30-15 0,0 1 0,0-1 0,0 1 0,0 0 0,0-1 0,0 1 0,0 0 0,0-1 0,1 1 0,-1 0 0,0 0 0,0 0 0,1 0 0,-1 0 0,1 0 0,-1 0 0,1 0 0,-1 0 0,1 0 0,0 0 0,-1 0 0,1 0 0,0 1 0,0-1 0,0 0 0,0 0 0,0 0 0,0 0 0,0 0 0,0 1 0,0-1 0,1 0 0,-1 0 0,0 0 0,1 0 0,-1 0 0,1 0 0,-1 0 0,1 0 0,0 0 0,-1 0 0,2 1 0,2 2 0,0 0 0,0 0 0,0 0 0,0 0 0,1-1 0,0 0 0,6 4 0,139 55 0,-66-30 0,-71-27 0,-4-2 0,-1 1 0,0 0 0,0 0 0,10 7 0,-17-11 0,-1 0 0,0 0 0,1 0 0,-1 0 0,0 1 0,0-1 0,1 0 0,-1 0 0,0 1 0,0-1 0,1 0 0,-1 0 0,0 1 0,0-1 0,0 0 0,0 0 0,1 1 0,-1-1 0,0 0 0,0 1 0,0-1 0,0 0 0,0 1 0,0-1 0,0 0 0,0 1 0,0-1 0,0 0 0,0 1 0,0-1 0,0 0 0,0 1 0,0-1 0,0 0 0,0 1 0,0-1 0,0 0 0,-1 1 0,0 0 0,0 0 0,0 0 0,0 0 0,-1 0 0,1-1 0,0 1 0,0 0 0,-1-1 0,1 1 0,-2-1 0,-33 8 0,-18-4 0,-71-3 0,73-2 0,36 1-682,-29-6-1,29 3-6143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9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24575,'-1'-8'0,"2"-4"0,2 12 0,2 7 0,23 41 0,-18-30 0,1 1 0,1-1 0,20 23 0,-32-40 0,13 13 0,0-1 0,1 0 0,16 12 0,-26-23 0,0 1 0,-1-1 0,1 0 0,0 0 0,0 0 0,0 0 0,0 0 0,0-1 0,0 0 0,1 0 0,-1 0 0,0-1 0,1 1 0,-1-1 0,0 0 0,1 0 0,-1 0 0,1-1 0,5-1 0,-8 1 0,0 0 0,0 0 0,0-1 0,0 1 0,0 0 0,0-1 0,-1 1 0,1-1 0,-1 0 0,1 1 0,-1-1 0,1 0 0,-1 0 0,0 0 0,0 0 0,0 0 0,0 0 0,0-1 0,0 1 0,-1 0 0,1 0 0,-1-1 0,0 1 0,1 0 0,-1-3 0,0-7 0,0-1 0,0 1 0,-3-16 0,-9-24 0,14 49 0,2 6 0,4 5 0,21 28 0,-19-23 0,1 1 0,0-2 0,0 0 0,2 0 0,-1-1 0,1 0 0,16 9 0,-19-15 0,0 0 0,-1 0 0,2-1 0,-1-1 0,0 0 0,1 0 0,-1-1 0,1 0 0,20 0 0,-27-2 0,0 0 0,0 0 0,0-1 0,0 1 0,0-1 0,0 0 0,-1 0 0,1-1 0,0 1 0,0-1 0,-1 0 0,1 0 0,-1 0 0,0 0 0,1-1 0,-1 1 0,0-1 0,-1 0 0,1 0 0,0 0 0,-1 0 0,0 0 0,1-1 0,-1 1 0,0-1 0,-1 1 0,1-1 0,-1 0 0,2-6 0,-1 2 0,-1 0 0,0 0 0,0 0 0,-1 0 0,0 0 0,-1 0 0,1 0 0,-1 0 0,-1 0 0,0 1 0,0-1 0,-4-8 0,-2-4 0,-1 0 0,-1 1 0,-15-23 0,22 37-136,0 0-1,0 1 1,0-1-1,-1 1 1,1 0-1,-1 0 1,0 0-1,0 1 0,-7-5 1,2 4-6690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29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46 24575,'-27'-5'0,"-14"-4"0,-2-1 0,3 2 0,7 2 0,6 2 0,5 2 0,4 1 0,5 3 0,2 2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0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31 24575,'-29'-7'0,"-13"-3"0,-1 3 0,4 3 0,9 1-8191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555 29 24575,'-30'-5'0,"-14"-1"0,-7-1 0,-3 2 0,1 2 0,2 1 0,5 3 0,5 2 0,5 2 0,4 1 0,4 2 0,2 1 0,4 0 0,0 1 0,4-2-8191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24575,'58'4'0,"-37"-3"0,1 1 0,-1 0 0,0 2 0,0 0 0,21 8 0,-40-11 0,1 0 0,-1 0 0,0 0 0,0 0 0,1 0 0,-1 1 0,0-1 0,0 1 0,-1-1 0,1 1 0,0 0 0,0 0 0,-1 0 0,1 0 0,-1 0 0,0 0 0,0 0 0,1 0 0,-1 1 0,-1-1 0,1 0 0,0 1 0,0-1 0,-1 1 0,1 2 0,-1 0 0,0 1 0,-1-1 0,0 1 0,1 0 0,-2-1 0,1 0 0,-1 1 0,1-1 0,-2 0 0,-2 6 0,-3 5 0,-21 48 0,25-55 0,1 1 0,0-1 0,0 1 0,-1 17 0,3-24 0,1-1 0,0 0 0,1 0 0,-1 0 0,0 0 0,1 0 0,-1 0 0,1 0 0,-1 0 0,1 0 0,0 0 0,0 0 0,0 0 0,0-1 0,0 1 0,0 0 0,0 0 0,1-1 0,-1 1 0,1-1 0,-1 0 0,1 1 0,0-1 0,-1 0 0,1 0 0,0 0 0,0 0 0,0 0 0,0 0 0,0 0 0,0-1 0,0 1 0,2-1 0,9 3 0,-1-1 0,0-1 0,0 0 0,18-2 0,-22 1 0,4 0-111,-3 0-15,-1 0 1,1 0-1,0-1 1,-1 0 0,1 0-1,0-1 1,-1 0 0,0-1-1,13-5 1,-12 3-6701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0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24575,'5'12'0,"2"9"0,1 4 0,3 0 0,-1-3 0,0-1 0,2-1 0,0 0 0,1-1 0,1-2 0,0-4 0,0-1 0,-2 0 0,0-3 0,-1 0 0,1-1 0,-1-3-8191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24575,'2'17'0,"4"8"0,3 3 0,2-2 0,2-2 0,-1-3 0,0-3 0,0-1 0,0-2 0,1-3 0,-1-2 0,-1-1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1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77 24575,'-27'-14'0,"-11"-6"0,-2 1 0,1 4 0,5 7 0,5 7 0,4 6 0,2 5 0,1 4 0,0 0 0,0 2 0,2 0 0,4-3-8191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3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26 24575,'-1'-1'0,"1"0"0,0 0 0,0 0 0,0 0 0,0 0 0,0 0 0,0 0 0,1 0 0,-1 0 0,0 0 0,0 0 0,1 0 0,-1 0 0,0 0 0,1 1 0,-1-1 0,1 0 0,-1 0 0,1 0 0,-1 1 0,1-1 0,0 0 0,-1 1 0,1-1 0,0 0 0,0 1 0,-1-1 0,1 1 0,0-1 0,2 0 0,-9 5 0,-8 2 0,-10 0 0,1-2 0,-1 0 0,0-2 0,0-1 0,-27-1 0,16-1 0,-48 7 0,45-1-1365,23-3-5461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0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24575,'12'40'0,"-5"-18"0,14 36 0,53 103 0,-21-51 0,-41-83 0,-1 0 0,-1 1 0,7 34 0,-14-50-1365,1-3-5461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1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2375 14 24575,'15'-3'0,"38"-6"0,-48 8 0,1 1 0,-1 0 0,1 0 0,-1 0 0,1 1 0,-1-1 0,7 3 0,-9 0 0,-7 1 0,-8 2 0,12-6 0,-16 6 0,-1-1 0,1-1 0,-1 0 0,0-1 0,-20 1 0,-88-3 0,74-2 0,-752 0-732,483 1 551,-444 43-78,587-18 991,81-11-1657,73-11-5901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2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24575,'1'9'0,"-1"-1"0,1 1 0,1-1 0,0 1 0,0-1 0,5 10 0,23 48 0,-19-44 0,55 97 0,5 10 0,-52-84-1365,-16-33-5461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3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41 24575,'-27'-8'0,"-14"-1"0,-2-1 0,1 3 0,5 1 0,7 5 0,6 5 0,2 2 0,2 2 0,2 2 0,2 3 0,4-2-8191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3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0 24575,'7'34'0,"2"-1"0,2 0 0,1-1 0,20 38 0,48 101 0,-80-170 0,1 0 0,-1 0 0,0 0 0,1 0 0,-1 0 0,0 0 0,1 0 0,-1 0 0,0 0 0,0 0 0,0 0 0,0 0 0,0 0 0,0 0 0,0 0 0,0 0 0,0 0 0,-1 0 0,1 0 0,0 0 0,-1 1 0,0-1 0,0 0 0,1-1 0,-1 1 0,0 0 0,0-1 0,0 1 0,0 0 0,0-1 0,0 1 0,0-1 0,0 0 0,0 1 0,0-1 0,0 0 0,0 0 0,-2 1 0,-3-1 0,0 0 0,0 0 0,0-1 0,0 1 0,-12-4 0,9 2 0,-14-5 0,-22-8 0,39 13 0,1 0 0,0-1 0,0 1 0,0-1 0,1 0 0,-1 0 0,1-1 0,-1 1 0,1-1 0,-4-5 0,7 8 0,1 1 0,-1-1 0,1 1 0,0-1 0,-1 1 0,1-1 0,0 0 0,0 1 0,-1-1 0,1 1 0,0-1 0,0 0 0,0 1 0,0-1 0,0 1 0,0-1 0,0 0 0,0 1 0,0-1 0,0 1 0,0-1 0,0 0 0,0 1 0,0-1 0,0 1 0,1-2 0,0 1 0,0 0 0,0 0 0,-1 0 0,1 0 0,0 1 0,0-1 0,0 0 0,1 0 0,-1 1 0,0-1 0,0 1 0,2-1 0,3-1 0,0 0 0,0 1 0,0-1 0,7 1 0,40-6-1365,-39 4-5461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24575,'0'2'0,"0"4"0,0 3 0,0 2 0,0 2 0,0-1-8191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 24575,'-30'0'0,"-14"0"0,-7 0 0,0 0 0,1 0 0,5 0 0,5 0 0,1 0 0,3 2 0,5 2 0,3-1 0,4-1 0,6 0-8191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4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24575,'56'-1'0,"-14"-1"0,57 7 0,-96-5 0,1 1 0,-1 0 0,0-1 0,1 1 0,-1 0 0,0 1 0,0-1 0,1 0 0,-1 1 0,3 2 0,-5-3 0,0 0 0,0 0 0,-1-1 0,1 1 0,0 0 0,-1 0 0,1 0 0,-1 0 0,1 0 0,-1 0 0,1 0 0,-1 0 0,0 0 0,1 0 0,-1 0 0,0 1 0,0-1 0,0 0 0,0 0 0,0 0 0,0 0 0,0 0 0,0 0 0,0 0 0,-1 0 0,1 1 0,0-1 0,-1 0 0,1 0 0,-1 0 0,1 0 0,-1 0 0,0 0 0,1-1 0,-2 2 0,-7 10 0,0 0 0,0-1 0,-14 11 0,11-10 0,-19 23 0,27-30 0,1 0 0,0 0 0,0 0 0,1 0 0,-1 0 0,1 1 0,1-1 0,-1 0 0,-1 8 0,3-11 0,0 0 0,-1 0 0,1 0 0,0 0 0,1 0 0,-1 0 0,0 0 0,1 0 0,-1 0 0,1 0 0,-1 0 0,1 0 0,0 0 0,0 0 0,0 0 0,1 2 0,1-1 0,-1-1 0,0 1 0,1-1 0,0 1 0,-1-1 0,1 0 0,0 0 0,6 3 0,3 0 0,-1-1 0,1 0 0,0-1 0,17 3 0,4-2 0,1-1 0,57-4 0,-36 0 0,-49 1-227,-1-1-1,1 1 1,0-1-1,0 0 1,6-2-1,-3 0-6598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0,1-1 0,-1 1 0,0 0 0,0 0 0,0 0 0,0 0 0,0 0 0,1 0 0,-1 0 0,0 0 0,0-1 0,0 1 0,0 0 0,1 0 0,-1 0 0,0 0 0,0 0 0,0 0 0,1 0 0,-1 0 0,0 0 0,0 0 0,0 0 0,0 0 0,1 0 0,-1 0 0,0 1 0,0-1 0,0 0 0,0 0 0,1 0 0,-1 0 0,0 0 0,0 0 0,0 0 0,0 1 0,6 8 0,1 16 0,-6-20 0,12 38 0,2 0 0,31 62 0,55 75 0,-77-141 0,-4-8 0,-1 2 0,20 47 0,-30-48-1365,-8-20-5461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5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0 390 24575,'68'1'0,"75"-2"0,-141 1 0,-1 0 0,1 0 0,0 0 0,0-1 0,-1 1 0,1 0 0,0-1 0,-1 1 0,1-1 0,0 1 0,-1-1 0,1 0 0,-1 0 0,1 0 0,-1 0 0,1 0 0,-1 0 0,0 0 0,1 0 0,-1 0 0,1-3 0,-1 3 0,0-1 0,-1 0 0,1 0 0,-1 0 0,0 0 0,1 0 0,-1 0 0,0 0 0,0 0 0,0 0 0,0 0 0,-1 0 0,1 0 0,-1 0 0,1 0 0,-1 0 0,1 0 0,-2-2 0,-7-15 0,-1 0 0,-25-36 0,20 32 0,-14-26 0,17 25 0,4 8 0,-1 0 0,2 0 0,0-1 0,1 0 0,-6-33 0,13 39 0,-1 11 0,0-1 0,0 1 0,0 0 0,0 0 0,0 0 0,0 0 0,0 0 0,0 0 0,0 0 0,1 0 0,-1 0 0,0 0 0,0-1 0,0 1 0,0 0 0,0 0 0,0 0 0,1 0 0,-1 0 0,0 0 0,0 0 0,0 0 0,0 0 0,0 0 0,0 0 0,1 0 0,-1 0 0,0 0 0,0 0 0,0 0 0,0 0 0,0 0 0,1 0 0,-1 0 0,0 1 0,0-1 0,0 0 0,0 0 0,1 1 0,1 0 0,-1 0 0,0 0 0,0 0 0,0 0 0,0 1 0,-1-1 0,1 0 0,0 0 0,1 3 0,29 87 0,-20-54 0,18 37 0,-9-30 0,1-2 0,3 0 0,41 55 0,-16-43-1365,-40-44-5461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6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24575,'0'9'0,"0"9"0,3 9 0,2 4 0,7 4 0,2 2 0,5 1 0,1 2 0,2 1 0,2-1 0,3 0 0,-2 0 0,0 1 0,-1-1 0,-6-4 0,-2-4 0,-5-8-8191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24575,'13'28'0,"-2"1"0,11 36 0,9 62 0,-18-69 0,29 82 0,53 56-515,-79-167-335,-7-11-5976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30 24575,'-27'-5'0,"-13"-1"0,-6-1 0,3 2 0,4 2 0,6 1 0,4 0 0,4 2 0,4 0 0,1 3 0,1 0 0,2 1 0,0-2 0,2 0 0,0-1 0,1 0 0,0-1 0,2 0-8191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37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52 24575,'-27'-7'0,"-14"-3"0,-4-2 0,2 2 0,4 1 0,3 6 0,6 3 0,6 1 0,6 1-8191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5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24575,'-6'6'0,"1"1"0,0 0 0,0 1 0,0-1 0,1 1 0,1 0 0,-1 0 0,1 0 0,0 0 0,1 1 0,0-1 0,-1 10 0,-1 10 0,2 1 0,2 38 0,2-17 0,4 0 0,1-1 0,14 51 0,51 143 0,-53-184 0,6 17-58,36 121-1249,-51-162-5519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46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24575,'15'34'0,"7"22"0,3 13 0,1 7 0,-1 6-2790,1 0 2790,0 2 0,0 1 0,2 1 0,3 0 0,-2-2 0,-3-8 0,-6-16-5401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6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2 24575,'30'0'0,"-27"0"0,-18 0 0,9 0 0,-17-1 0,-1 1 0,1 1 0,0 2 0,0 0 0,-33 9 0,42-7-1365,2-2-5461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6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26 24575,'-27'-7'0,"-11"-1"0,-2 2 0,3 2 0,6 3 0,6 3 0,7 1-8191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9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24575,'1'-3'0,"1"0"0,0 1 0,1-1 0,-1 0 0,0 1 0,1 0 0,-1 0 0,1-1 0,-1 2 0,1-1 0,0 0 0,0 0 0,0 1 0,0 0 0,4-2 0,7-1 0,0 0 0,17-2 0,-23 5 0,41-5 0,1 3 0,71 3 0,-54 1 0,-62-1 0,0 0 0,0 0 0,0 1 0,-1-1 0,1 1 0,0 0 0,6 3 0,-10-3 0,1-1 0,-1 1 0,0 0 0,0 0 0,1 0 0,-1 0 0,0 0 0,0 0 0,0 0 0,0 0 0,0 0 0,0 1 0,0-1 0,-1 0 0,1 1 0,0-1 0,-1 0 0,1 1 0,-1-1 0,1 1 0,-1-1 0,0 1 0,1-1 0,-1 1 0,0-1 0,0 1 0,0 1 0,-1 3 0,0-1 0,0 0 0,0 0 0,-1 1 0,1-1 0,-1 0 0,-1 0 0,1-1 0,0 1 0,-1 0 0,0-1 0,-4 5 0,-7 8 0,-26 25 0,26-29 0,-32 31 0,23-24 0,2 0 0,-36 46 0,56-64 0,0-1 0,0 0 0,0 0 0,0 1 0,1-1 0,-1 0 0,0 1 0,1-1 0,-1 1 0,1-1 0,-1 1 0,1-1 0,0 1 0,0-1 0,0 1 0,0-1 0,0 1 0,0-1 0,0 1 0,0-1 0,0 1 0,1-1 0,-1 1 0,1-1 0,-1 1 0,1-1 0,1 2 0,0 0 0,0-1 0,0 0 0,0 0 0,0-1 0,0 1 0,0 0 0,1-1 0,-1 1 0,1-1 0,-1 0 0,1 0 0,0 0 0,0 0 0,3 1 0,12 1 0,0 0 0,0-1 0,-1-1 0,1-1 0,25-2 0,87-20 0,-55 3-1365,-61 16-5461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7:59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1223 6 24575,'35'-6'0,"-74"23"0,-20-4 0,1-1 0,-116 5 0,-284-12 0,308-13 0,67 2 0,-99 6 0,144 5-1365,22-2-5461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0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24575,'10'-7'0,"0"1"0,1 0 0,0 0 0,0 1 0,0 0 0,1 1 0,-1 1 0,13-3 0,-19 5 0,-1 1 0,1 0 0,-1 0 0,1 0 0,0 0 0,-1 0 0,1 1 0,-1 0 0,0 0 0,1 0 0,-1 1 0,0-1 0,0 1 0,1 0 0,-1 0 0,-1 1 0,1-1 0,0 1 0,-1 0 0,1 0 0,-1 0 0,0 0 0,0 1 0,5 6 0,0 2 0,-1 1 0,0 0 0,0 1 0,-1-1 0,-1 1 0,4 15 0,15 90 0,-5-16 0,-11-73 0,36 163 0,-41-181 0,-2-10 0,-1 0 0,1 0 0,0 0 0,-1 0 0,0 0 0,1 0 0,-1 1 0,0-1 0,0 0 0,0 0 0,0 0 0,0 1 0,-2 2 0,2-4 0,0-1 0,-1 0 0,1 0 0,0 1 0,-1-1 0,1 0 0,0 0 0,-1 0 0,1 0 0,0 0 0,-1 0 0,1 0 0,-1 0 0,1 0 0,0 0 0,-1 0 0,1 0 0,-1 0 0,1 0 0,0 0 0,-1 0 0,1 0 0,-1 0 0,1 0 0,0 0 0,-1-1 0,1 1 0,0 0 0,-1 0 0,1-1 0,0 1 0,-1 0 0,1 0 0,0-1 0,0 1 0,-1 0 0,1-1 0,0 1 0,-14-14 0,13 13 0,-17-22 0,0-1 0,-21-37 0,30 45 0,2 0 0,0 0 0,0 0 0,2-1 0,-6-25 0,4 4 0,2-1 0,2 1 0,3-74 0,7 59 0,-4 34 0,2-31 0,-5 44 0,0 0 0,0 0 0,1-1 0,0 1 0,0 1 0,2-8 0,-2 11 0,0 0 0,0 0 0,0 0 0,0 0 0,1 0 0,-1 0 0,1 1 0,-1-1 0,1 0 0,-1 1 0,1-1 0,0 1 0,0-1 0,0 1 0,0 0 0,0 0 0,0 0 0,0 0 0,3-1 0,26-6 0,1 0 0,56-4 0,-31 5 0,12-3 0,84-14 0,26-24 0,-176 47 0,5-2 0,0 0 0,0 1 0,-1 0 0,1 0 0,0 0 0,0 1 0,0 1 0,1-1 0,-1 1 0,11 1 0,13 7 0,0 0 0,61 26 0,-78-28 0,-13-5 11,0 0 0,0 0 0,0-1 0,-1 1 0,1 0 0,0 0-1,-1 1 1,1-1 0,-1 0 0,3 3 0,-4-4-17,0 0-1,0 0 1,0 1 0,0-1 0,1 0-1,-1 0 1,0 0 0,0 1-1,0-1 1,0 0 0,0 0 0,0 1-1,0-1 1,0 0 0,0 0-1,0 1 1,0-1 0,0 0 0,0 0-1,0 0 1,0 1 0,-1-1 0,1 0-1,0 0 1,0 1 0,0-1-1,0 0 1,0 0 0,0 0 0,-1 1-1,1-1 1,-14 6-1278,3-4-5542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1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24575,'-5'0'0,"-1"0"0,0 1 0,0-1 0,1 1 0,-1 1 0,0-1 0,1 1 0,-1 0 0,-7 4 0,11-5 0,0 0 0,1 0 0,0 0 0,-1 0 0,1 0 0,0 0 0,-1 1 0,1-1 0,0 0 0,0 1 0,0-1 0,0 1 0,0-1 0,0 1 0,1 0 0,-1-1 0,1 1 0,-1 0 0,1-1 0,-1 1 0,1 0 0,0 0 0,0 0 0,0-1 0,0 1 0,0 0 0,0 0 0,0-1 0,1 1 0,-1 0 0,1 0 0,-1-1 0,1 1 0,1 2 0,2 6 0,1-1 0,0 1 0,0-1 0,1 0 0,1 0 0,-1 0 0,1-1 0,12 10 0,-15-15 0,0-1 0,0 0 0,1 0 0,-1 0 0,1 0 0,-1-1 0,1 0 0,8 2 0,14 3 0,15 11 0,58 31 0,-93-44 0,-1-1 0,0 1 0,0 0 0,0 0 0,0 1 0,7 9 0,-11-13 0,-1 1 0,0-1 0,0 1 0,0 0 0,0 0 0,0 0 0,0-1 0,0 1 0,-1 0 0,1 0 0,-1 0 0,0 0 0,1 0 0,-1 0 0,0 0 0,0 0 0,0 0 0,0 0 0,-1 0 0,1 0 0,0 0 0,-1 0 0,1 0 0,-1 0 0,0 0 0,0 0 0,0 0 0,-1 2 0,-2 1 0,1-1 0,-1 1 0,0-1 0,-1 1 0,1-1 0,-1-1 0,1 1 0,-1 0 0,0-1 0,-1 0 0,1 0 0,-1-1 0,-7 3 0,0-1 0,0 0 0,-1 0 0,1-2 0,-24 3 0,-14-3 0,-61-5 0,109 3-80,-1-1 0,1 0-1,0 1 1,-1-1 0,1 0-1,0-1 1,0 1 0,0-1-1,0 1 1,0-1 0,0 0 0,0 0-1,1 0 1,-1 0 0,1-1-1,-3-2 1,-4-6-6746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1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24575,'29'-10'0,"15"-3"0,5 1 0,1 2 0,-3 3 0,-4 5 0,-7 2 0,-5 3 0,-6-1 0,-6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3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522 103 24575,'-7'-4'0,"-101"-52"0,85 46 0,1 1 0,-48-12 0,68 20 0,-1 1 0,0-1 0,1 1 0,-1 0 0,0-1 0,1 2 0,-1-1 0,0 0 0,1 0 0,-1 1 0,0-1 0,1 1 0,-1 0 0,1 0 0,-1 0 0,1 0 0,0 0 0,-1 1 0,-3 2 0,3-1 0,0 0 0,1 0 0,-1 0 0,0 1 0,1-1 0,0 1 0,0 0 0,0 0 0,0-1 0,1 1 0,-3 8 0,3-7 0,0-1 0,0 1 0,-1-1 0,0 0 0,0 0 0,0 0 0,0 0 0,-1 0 0,1 0 0,-1-1 0,-6 6 0,7-7 0,-1 0 0,1 0 0,-1-1 0,1 0 0,-1 1 0,0-1 0,0 0 0,1 0 0,-1-1 0,0 1 0,0-1 0,0 1 0,0-1 0,0 0 0,0 0 0,0 0 0,0 0 0,0-1 0,-3 0 0,-2-1 14,0 0-1,1 0 0,-1-1 0,1 0 1,0 0-1,0-1 0,0 0 1,-9-7-1,12 8-100,1 0-1,-1 0 1,1 0 0,0 0-1,0 0 1,0-1 0,1 1-1,-1-1 1,1 0-1,0 0 1,0 0 0,0 0-1,0 0 1,1 0 0,-1-1-1,0-4 1,1-3-6739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03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32 24575,'-10'-2'0,"-102"-13"0,100 14 0,0 1 0,1 0 0,-1 1 0,0 0 0,0 1 0,1 0 0,-17 5 0,24-4 0,-1-1 0,1 0 0,0 1 0,0 0 0,-7 6 0,-15 9 0,25-17 0,-1 0 0,0-1 0,1 1 0,-1 0 0,0-1 0,0 0 0,0 1 0,0-1 0,0 0 0,1 0 0,-1 0 0,0 0 0,0 0 0,-3-1 0,-17-7-130,-1 0 0,2-1 0,-33-19 0,37 19-715,1 1-5981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0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57 24575,'2'-1'0,"1"0"0,-1 0 0,1 1 0,-1-1 0,0-1 0,1 1 0,-1 0 0,0 0 0,0-1 0,0 1 0,0-1 0,0 0 0,0 0 0,-1 0 0,1 0 0,-1 0 0,2-2 0,0 1 0,-1 0 0,1 0 0,-1 0 0,1 1 0,0-1 0,0 1 0,4-3 0,-4 4 0,0 0 0,1 0 0,-1 1 0,0-1 0,1 1 0,-1 0 0,0 0 0,0 0 0,1 0 0,-1 0 0,0 1 0,1-1 0,-1 1 0,0 0 0,0 0 0,4 2 0,7 4 0,0 0 0,14 9 0,-24-13 0,7 4 0,0 0 0,-1 1 0,0 0 0,-1 1 0,0 0 0,0 0 0,0 1 0,12 21 0,-17-26 0,-1 0 0,-1 1 0,1-1 0,-1 1 0,0 0 0,0 0 0,0 0 0,-1 0 0,0 0 0,-1 0 0,1 0 0,-1 0 0,0 1 0,0-1 0,-1 0 0,0 0 0,0 0 0,0 0 0,-1 0 0,-4 10 0,4-10 0,-1-1 0,1 0 0,-1 0 0,0 0 0,-1 0 0,1 0 0,-1 0 0,0-1 0,0 0 0,0 0 0,-1 0 0,0 0 0,1-1 0,-1 1 0,0-1 0,-1-1 0,1 1 0,0-1 0,-1 0 0,1 0 0,-1 0 0,0-1 0,0 0 0,-10 1 0,8-2 0,-1 0 0,0 0 0,1-1 0,-1 0 0,1-1 0,-1 0 0,1 0 0,0 0 0,0-1 0,0-1 0,0 1 0,-11-8 0,14 8 0,0-1 0,0 0 0,0 0 0,1 0 0,-1 0 0,1-1 0,0 0 0,0 0 0,1 0 0,-1 0 0,1-1 0,0 1 0,1-1 0,-1 0 0,1 0 0,0 1 0,-2-13 0,2 4 0,1 0 0,1 1 0,-1-1 0,2 0 0,0 0 0,1 0 0,0 1 0,1-1 0,1 1 0,0 0 0,0 0 0,12-22 0,-15 34-98,-1 1 54,0 0 0,0-1 1,0 1-1,0 0 0,0-1 1,0 1-1,1 0 0,-1 0 1,0-1-1,0 1 0,0 0 1,1 0-1,-1-1 0,0 1 0,0 0 1,0 0-1,1-1 0,-1 1 1,0 0-1,1 0 0,-1 0 1,0 0-1,1 0 0,-1 0 1,0-1-1,0 1 0,1 0 1,0 0-1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0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24575,'-2'3'0,"-1"3"0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389 164 24575,'-15'-13'0,"-100"-76"0,101 80 0,0 0 0,-1 1 0,0 1 0,0 0 0,-1 1 0,-25-7 0,37 12 0,-1 1 0,1-1 0,-1 1 0,1-1 0,-1 1 0,1 0 0,-1 1 0,1-1 0,-1 1 0,1 0 0,-1 0 0,1 1 0,-1-1 0,1 1 0,0 0 0,0 0 0,0 0 0,0 1 0,0-1 0,1 1 0,-1 0 0,1 0 0,0 0 0,0 0 0,0 1 0,0 0 0,0-1 0,1 1 0,-1 0 0,1 0 0,0 0 0,1 0 0,-1 1 0,1-1 0,-1 0 0,0 8 0,2-8 0,1 0 0,-1 1 0,1-1 0,-1 0 0,1 0 0,0 0 0,1 0 0,-1-1 0,1 1 0,0 0 0,0 0 0,0-1 0,0 1 0,4 3 0,3 4 0,0 0 0,21 17 0,-18-19 0,0 0 0,1 0 0,0-1 0,0-1 0,18 8 0,-21-11 0,1 0 0,0-1 0,0 0 0,0 0 0,1-1 0,-1-1 0,20 0 0,-30-1 0,1 0 0,0 0 0,0 0 0,-1 0 0,1 0 0,0-1 0,0 1 0,-1-1 0,1 1 0,0-1 0,-1 0 0,1 1 0,0-1 0,-1 0 0,1 0 0,-1 0 0,0-1 0,1 1 0,-1 0 0,0 0 0,0-1 0,1 1 0,-1 0 0,0-1 0,-1 0 0,1 1 0,0-1 0,0 1 0,0-4 0,0 1 0,0 0 0,-1 0 0,0 0 0,0-1 0,0 1 0,-1 0 0,1 0 0,-1 0 0,0 0 0,0 1 0,0-1 0,-3-5 0,-4-12 0,5 13 0,0-1 0,-1 1 0,0 0 0,-6-9 0,10 17 0,0-1 0,0 1 0,0 0 0,-1-1 0,1 1 0,0 0 0,-1-1 0,1 1 0,0 0 0,-1-1 0,1 1 0,0 0 0,-1-1 0,1 1 0,0 0 0,-1 0 0,1 0 0,-1-1 0,1 1 0,-1 0 0,1 0 0,0 0 0,-1 0 0,1 0 0,-1 0 0,0 0 0,1 0 0,-1 1 0,1-1 0,0 0 0,-1 1 0,1-1 0,0 0 0,-1 1 0,1-1 0,0 0 0,0 1 0,-1-1 0,1 1 0,0-1 0,0 1 0,0-1 0,-1 1 0,1 0 0,-2 25 0,3-10 0,1-1 0,0 1 0,1-1 0,1 0 0,1 0 0,9 22 0,48 83 0,-40-80 0,-9-18 0,-5-10 0,-1 1 0,-1-1 0,0 1 0,8 27 0,-14-38 0,0 0 0,1 0 0,-1 0 0,0 1 0,0-1 0,0 0 0,0 0 0,-1 0 0,1 1 0,-1-1 0,1 0 0,-1 0 0,0 0 0,0 0 0,1 0 0,-2 0 0,1 0 0,0 0 0,0-1 0,0 1 0,-1 0 0,1 0 0,-1-1 0,0 1 0,1-1 0,-1 0 0,0 1 0,0-1 0,0 0 0,0 0 0,0 0 0,-2 0 0,-5 3 0,0-1 0,0-1 0,-1 0 0,1 0 0,-1-1 0,-10 1 0,-72-1 59,53-2-771,-53 6 0,71-2-6114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12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24575,'0'-2'0,"3"-2"0,2 1 0,2-2 0,1 0 0,2-1 0,-3-1 0,-3 4 0,-2 6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3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32 24575,'-25'-8'0,"0"2"0,-1 0 0,0 2 0,0 0 0,0 2 0,0 1 0,-42 4 0,42 2 36,22-4-236,-1 0 0,0 0 0,0 0-1,0 0 1,1-1 0,-9 0 0,3-2-6626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39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21 24575,'-27'-5'0,"-11"-2"0,-2 1 0,3 4 0,7 4 0,4 2 0,5 3 0,7 2 0,2 3 0,3-1-8191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0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6 24575,'11'-1'0,"12"-2"0,1 2 0,0 0 0,47 5 0,-65-3 0,1 0 0,-1 1 0,0-1 0,0 1 0,0 1 0,-1-1 0,1 1 0,-1 0 0,1 0 0,-1 0 0,0 1 0,0 0 0,0 0 0,-1 0 0,1 1 0,-1-1 0,0 1 0,0 0 0,-1 0 0,5 8 0,-5-6 0,1 0 0,-2 0 0,1 1 0,-1-1 0,0 1 0,0-1 0,-1 1 0,0 0 0,0-1 0,-1 1 0,0 0 0,-1 0 0,-2 13 0,2-14 0,-1-1 0,0 0 0,-1 0 0,1 0 0,-1 0 0,0 0 0,-1-1 0,1 1 0,-1-1 0,0 0 0,-1 0 0,1 0 0,-1-1 0,0 1 0,0-1 0,-11 6 0,4-3 0,-1-1 0,0-1 0,0 1 0,0-2 0,-1 0 0,1-1 0,-1 0 0,0-1 0,0 0 0,0-1 0,-23-2 0,22 0 0,-1-1 0,1 0 0,0-1 0,0-1 0,0 0 0,0-1 0,1-1 0,0 0 0,0-1 0,-19-12 0,28 16 0,0-1 0,0 0 0,0-1 0,1 1 0,-1-1 0,1 0 0,0 0 0,0 0 0,-5-10 0,8 12 0,-1-1 0,1 1 0,0-1 0,0 0 0,0 1 0,0-1 0,1 0 0,0 0 0,-1 1 0,1-1 0,1 0 0,-1 0 0,0 0 0,1 1 0,0-1 0,0 0 0,2-5 0,3-3 0,1 0 0,0 0 0,1 1 0,0 0 0,1 0 0,0 1 0,0 1 0,1-1 0,0 1 0,1 1 0,12-8 0,-18 13-151,0 1-1,0-1 0,0 1 0,0 0 1,0 1-1,0-1 0,0 1 1,9-1-1,2 1-6674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24575,'-10'5'0,"-3"2"-8191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24575,'-9'7'0,"0"-1"0,0 2 0,1-1 0,0 1 0,0 0 0,0 1 0,1 0 0,1 0 0,0 0 0,0 1 0,-9 20 0,12-21 0,0 1 0,0-1 0,1 1 0,0 0 0,1 0 0,0 0 0,0 0 0,1 0 0,1 0 0,0 1 0,0-1 0,1-1 0,4 17 0,0-10 0,0 0 0,2 0 0,-1-1 0,2 0 0,0 0 0,1 0 0,1-2 0,0 1 0,14 13 0,-14-16 0,1-1 0,-1 0 0,2-1 0,-1 0 0,1-1 0,1-1 0,-1 0 0,1 0 0,0-2 0,24 7 0,-31-10 0,1-1 0,-1 0 0,1 0 0,0-1 0,-1 0 0,11-1 0,-17 1 0,1 0 0,-1 0 0,0-1 0,1 1 0,-1 0 0,0-1 0,1 1 0,-1-1 0,0 1 0,1-1 0,-1 0 0,0 1 0,0-1 0,0 0 0,0 0 0,0 0 0,0 0 0,0 0 0,0 0 0,0 0 0,0 0 0,0-1 0,-1 1 0,1 0 0,0 0 0,-1-1 0,1 1 0,-1 0 0,1-1 0,-1 1 0,0-1 0,0 1 0,0 0 0,0-1 0,0 1 0,0-1 0,0 1 0,0-1 0,0 1 0,-1-2 0,-1-2 0,1-1 0,-1 1 0,-1 0 0,1-1 0,-1 1 0,0 1 0,0-1 0,0 0 0,-1 1 0,-7-8 0,-1 0 0,0 1 0,-19-13 0,24 19 0,2 1 0,-1 0 0,1 0 0,-1 1 0,0 0 0,1 0 0,-8-2 0,12 5 0,0 0 0,0-1 0,0 1 0,0 0 0,0 0 0,-1 0 0,1 0 0,0 0 0,0 0 0,0 0 0,0 1 0,0-1 0,0 0 0,-1 1 0,1-1 0,-1 1 0,0 0 0,1 0 0,0 0 0,0 1 0,0-1 0,0 0 0,0 0 0,0 1 0,0-1 0,0 0 0,0 1 0,1-1 0,-1 1 0,0-1 0,1 1 0,-1 1 0,-15 55-1365,15-48-5461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24575,'10'-9'0,"0"1"0,1 0 0,0 1 0,1 0 0,-1 1 0,23-10 0,-29 15 0,1-1 0,-1 1 0,0 0 0,1 0 0,-1 0 0,1 1 0,-1 0 0,1 0 0,-1 1 0,1-1 0,-1 1 0,0 0 0,1 0 0,-1 1 0,0 0 0,0 0 0,0 0 0,9 6 0,-5-2 0,-2 0 0,1 0 0,-1 1 0,1 0 0,-2 1 0,1-1 0,-1 1 0,-1 1 0,1-1 0,-1 1 0,-1 0 0,1 0 0,-2 0 0,6 20 0,-4-9 0,-1 0 0,-1 0 0,-1 0 0,0 0 0,-2 1 0,-3 28 0,-1-20 0,-2-1 0,-15 46 0,1-5 0,18-64-151,1 0-1,0 1 0,0-1 0,0 1 1,1 0-1,0-1 0,0 1 1,1 10-1,2-7-6674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42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14 24575,'-27'-2'0,"-14"-2"0,-4 1 0,2 1 0,4 0 0,6 3 0,4 2 0,4 2 0,4 1 0,6-1-8191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57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89 24575,'0'-3'0,"0"0"0,0 0 0,0-1 0,1 1 0,-1 0 0,1-1 0,0 1 0,0 0 0,0 0 0,0 0 0,1 0 0,-1 0 0,1 0 0,0 0 0,0 1 0,0-1 0,0 1 0,0-1 0,1 1 0,-1 0 0,1 0 0,-1 0 0,5-2 0,-1 0 0,1 1 0,0 1 0,-1-1 0,1 1 0,1 0 0,-1 1 0,0 0 0,0 0 0,12 0 0,29 4 0,0 1 0,0 3 0,62 16 0,-88-18 0,0 1 0,0 1 0,24 12 0,-37-15 0,-1 0 0,1 1 0,-1 1 0,0-1 0,-1 1 0,1 1 0,-1-1 0,-1 1 0,1 1 0,5 7 0,1 7 0,0-1 0,-2 2 0,-1-1 0,0 2 0,10 38 0,17 127 0,-36-183 0,-1 0 0,1 0 0,-1 0 0,0 0 0,-1 0 0,0 0 0,1 0 0,-2 0 0,1 0 0,-1 0 0,0 0 0,0 0 0,0-1 0,-1 1 0,0-1 0,-6 8 0,3-5 0,-1-1 0,0 0 0,0 0 0,0-1 0,-1 0 0,0 0 0,0-1 0,-1 0 0,-14 7 0,-4-1 0,-1-1 0,0-2 0,-1 0 0,0-2 0,0-1 0,0-1 0,0-2 0,-1-1 0,-39-3 0,20-3 0,0-2 0,1-3 0,0-1 0,-83-32 0,120 39 0,1 0 0,1-1 0,-1 0 0,1 0 0,0-1 0,0 0 0,0-1 0,1 0 0,0 0 0,0-1 0,1 0 0,0 0 0,1-1 0,-1 0 0,2 0 0,-1-1 0,1 1 0,1-1 0,0 0 0,-5-16 0,2-4 24,2 0 0,0 0 0,2-1 0,2-49 0,3 29-519,4 1 0,10-50 0,-13 85-6331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8:58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24575,'14'-12'0,"0"1"0,1 1 0,0 0 0,1 1 0,29-12 0,-35 17 0,0 1 0,0 0 0,0 1 0,1 0 0,-1 1 0,1 0 0,-1 1 0,1 0 0,0 0 0,-1 1 0,13 3 0,-17-3 0,1 1 0,-1 0 0,0 0 0,0 0 0,0 0 0,0 1 0,0 0 0,0 1 0,8 6 0,-12-8 0,0-1 0,-1 1 0,1 0 0,-1 0 0,1 0 0,-1 0 0,0 0 0,0 0 0,0 0 0,0 1 0,0-1 0,0 0 0,-1 0 0,1 1 0,-1-1 0,0 1 0,1-1 0,-1 0 0,0 1 0,0-1 0,-1 1 0,1-1 0,0 0 0,-1 1 0,0-1 0,1 0 0,-1 0 0,0 1 0,-2 2 0,-2 6 0,-1 0 0,-1-1 0,0 0 0,-13 15 0,-38 35 0,39-41 0,-12 11 0,15-16 0,0 1 0,-19 26 0,34-40 0,-1 1 0,1 0 0,0 0 0,0 0 0,0 0 0,0 0 0,0 1 0,0-1 0,0 0 0,1 0 0,-1 1 0,1-1 0,0 0 0,-1 0 0,1 1 0,0-1 0,1 0 0,-1 1 0,0-1 0,1 0 0,0 4 0,1-3 0,-1 0 0,1-1 0,-1 1 0,1-1 0,0 0 0,0 1 0,0-1 0,0 0 0,0 0 0,1 0 0,-1 0 0,1-1 0,-1 1 0,1-1 0,-1 0 0,6 2 0,2 1 0,-1-1 0,1-1 0,1 0 0,-1 0 0,16 0 0,54-3 0,-39-1 0,64-4 0,-90 5-1365,-2 2-5461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24575,'0'0'0,"0"0"0,0 0 0,0 0 0,0 1 0,0-1 0,0 0 0,0 0 0,0 0 0,0 0 0,0 1 0,0-1 0,0 0 0,0 0 0,0 0 0,0 1 0,-1-1 0,1 0 0,0 0 0,0 0 0,0 0 0,0 1 0,0-1 0,0 0 0,0 0 0,-1 0 0,1 0 0,0 0 0,0 0 0,0 0 0,0 1 0,-1-1 0,1 0 0,0 0 0,0 0 0,0 0 0,0 0 0,-1 0 0,1 0 0,0 0 0,0 0 0,0 0 0,-1 0 0,1 0 0,0 0 0,0 0 0,0 0 0,0 0 0,-1 0 0,1 0 0,0 0 0,0 0 0,0 0 0,0-1 0,-1 1 0,1 0 0,0 0 0,0 0 0,0 0 0,0 0 0,-1 0 0,1 0 0,0-1 0,0 1 0,0 0 0,0 0 0,0 0 0,0-1 0,1 17 0,28 94 0,-6-26 0,64 153 0,-75-209 0,-6-14-85,-3-8-128,0 0 0,-1 1-1,1-1 1,-2 0-1,3 10 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24575,'17'-5'0,"8"-2"0,3-1 0,-2-3 0,-2 1 0,-6 2-8191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1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24575,'1'13'0,"1"1"0,0-1 0,1 0 0,1 0 0,4 14 0,3 7 0,28 93 0,17 68 0,-53-181-1365,-2-1-5461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2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14 24575,'-7'-13'0,"7"13"0,0 0 0,0-1 0,0 1 0,0 0 0,0 0 0,-1 0 0,1 0 0,0 0 0,0 0 0,0 0 0,0 0 0,0 0 0,-1 0 0,1 0 0,0 0 0,0 0 0,0 0 0,0 0 0,-1 0 0,1 0 0,0 0 0,0 0 0,0 0 0,0 0 0,0 0 0,-1 1 0,1-1 0,0 0 0,0 0 0,0 0 0,0 0 0,0 0 0,0 0 0,-1 0 0,1 1 0,0-1 0,0 0 0,0 0 0,0 0 0,0 1 0,-8 24 0,-28 184 0,29-154 0,3-32 0,2 0 0,0 1 0,4 37 0,-1-49 0,1 1 0,1-1 0,0 1 0,0-1 0,1 0 0,1 0 0,0-1 0,9 15 0,-4-9 0,1-1 0,1 0 0,0-1 0,1 0 0,1-1 0,0-1 0,1 0 0,25 16 0,-16-13-455,1-1 0,38 17 0,-52-28-6371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2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13 287 24575,'43'-16'0,"51"-23"0,-85 34 0,0 0 0,-1 0 0,1-1 0,-1 0 0,-1 0 0,1-1 0,11-14 0,-16 17 0,0 0 0,-1 0 0,0 0 0,0 0 0,0 0 0,-1-1 0,1 1 0,-1-1 0,0 1 0,0-1 0,0 1 0,-1-1 0,0 0 0,0 1 0,0-1 0,0 0 0,-1 1 0,0-1 0,0 1 0,0-1 0,-4-7 0,4 8 0,-1 0 0,0 0 0,0 0 0,0 0 0,-1 0 0,1 1 0,-1-1 0,0 1 0,0 0 0,0 0 0,0 0 0,-1 0 0,1 1 0,-1-1 0,0 1 0,0 0 0,0 0 0,0 0 0,0 1 0,0-1 0,0 1 0,0 0 0,-6-1 0,6 2 0,0 0 0,0 1 0,-1-1 0,1 1 0,0 0 0,0 0 0,0 0 0,0 0 0,0 1 0,0-1 0,0 1 0,0 0 0,1 1 0,-1-1 0,1 0 0,-1 1 0,1 0 0,0 0 0,-3 4 0,-7 7 0,2 1 0,0 1 0,-9 16 0,12-19 0,6-11 0,1 1 0,-1 1 0,0-1 0,1 0 0,0 0 0,-1 1 0,1-1 0,1 0 0,-1 1 0,0-1 0,1 1 0,0 0 0,0-1 0,0 5 0,1-4 0,0-1 0,0 0 0,0 0 0,0 0 0,1 0 0,-1 0 0,1 0 0,-1 0 0,1-1 0,0 1 0,1-1 0,-1 1 0,0-1 0,1 0 0,3 3 0,4 3 0,0 0 0,1-1 0,0-1 0,0 0 0,0-1 0,1 0 0,-1 0 0,1-1 0,15 3 0,4-2 0,0-1 0,51 1 0,-74-5-115,-3 0-135,0 0 0,0-1 0,1 1 0,6-2 0,-3-1-6576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24575,'1'13'0,"1"1"0,0-1 0,1 0 0,8 23 0,-2-7 0,77 227 0,-70-211 0,-15-42 0,0 0 0,0 0 0,0 1 0,0-1 0,-1 0 0,1 5 0,-1-7 0,0-1 0,0 0 0,0 0 0,0 1 0,0-1 0,0 0 0,0 1 0,0-1 0,0 0 0,0 0 0,-1 1 0,1-1 0,0 0 0,0 0 0,0 0 0,0 1 0,0-1 0,-1 0 0,1 0 0,0 0 0,0 1 0,0-1 0,-1 0 0,1 0 0,0 0 0,0 0 0,-1 0 0,1 0 0,0 1 0,-1-1 0,0 0 0,0 0 0,0-1 0,0 1 0,0 0 0,0 0 0,0-1 0,0 1 0,0 0 0,0-1 0,0 1 0,0-1 0,-1 0 0,-10-7 17,0 0 0,1-1 1,0 0-1,0-1 0,1 0 0,-17-22 0,22 25-131,0 0 0,1 0-1,0-1 1,0 0 0,1 0 0,0 0-1,0 0 1,1 0 0,0-1 0,0 1-1,1-1 1,0-13 0,1 9-6712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3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24575,'0'-12'0,"0"-2"0,2 4 0,1 6 0,0 9 0,2 6 0,0 6 0,0 2 0,-2 1 0,-1-3-8191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4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30 24575,'0'1'0,"-1"0"0,1 0 0,-1 0 0,1 0 0,-1 1 0,1-1 0,0 0 0,-1 0 0,1 0 0,0 0 0,0 0 0,0 0 0,0 1 0,0-1 0,0 0 0,0 0 0,1 0 0,-1 0 0,0 0 0,0 0 0,1 0 0,-1 0 0,1 0 0,0 2 0,16 24 0,-7-13 0,2 0 0,0-1 0,1 0 0,0-1 0,20 14 0,-26-21 0,1 0 0,-1 0 0,1-1 0,0 0 0,0-1 0,0 0 0,0 0 0,1 0 0,-1-1 0,1-1 0,0 1 0,16-1 0,-23-1 0,0 0 0,0 0 0,0 0 0,-1 0 0,1 0 0,0-1 0,-1 1 0,1-1 0,0 1 0,-1-1 0,1 0 0,0 0 0,-1 0 0,1 0 0,-1 0 0,1 0 0,-1 0 0,0 0 0,0 0 0,1-1 0,-1 1 0,0 0 0,0-1 0,0 1 0,0-1 0,0 1 0,-1-1 0,1 0 0,0 1 0,-1-1 0,1 0 0,-1 1 0,0-1 0,0 0 0,1 0 0,-1 1 0,0-1 0,-1-3 0,1-3 0,-2 0 0,1 1 0,-1-1 0,0 0 0,0 1 0,-1 0 0,-5-10 0,7 14 0,-6-15 0,7 18 0,0 0 0,0 0 0,0 0 0,0 0 0,0 0 0,0-1 0,0 1 0,0 0 0,0 0 0,0 0 0,0 0 0,0 0 0,0 0 0,0 0 0,0-1 0,0 1 0,0 0 0,0 0 0,0 0 0,0 0 0,0 0 0,0 0 0,0 0 0,0 0 0,1-1 0,-1 1 0,0 0 0,0 0 0,0 0 0,0 0 0,0 0 0,0 0 0,0 0 0,0 0 0,1 0 0,-1 0 0,0 0 0,0 0 0,0 0 0,0 0 0,11 4 0,28 21 0,-29-18 0,0 0 0,1 0 0,1-1 0,-1-1 0,1 1 0,15 3 0,-21-7 0,1-1 0,-1 0 0,1 0 0,-1 0 0,1-1 0,-1 0 0,12-2 0,-16 2 0,-1 0 0,1-1 0,-1 1 0,1-1 0,-1 1 0,0-1 0,1 1 0,-1-1 0,0 0 0,0 0 0,1 0 0,-1 0 0,0 0 0,0 0 0,0 0 0,0 0 0,0 0 0,0 0 0,0 0 0,-1-1 0,1 1 0,0 0 0,-1-1 0,1 1 0,-1-1 0,1 1 0,-1 0 0,0-1 0,1 1 0,-1-1 0,0 1 0,0-1 0,0 1 0,0-1 0,0 1 0,-1-1 0,1 1 0,0-1 0,-1-1 0,-1-2 11,1 0 0,-1 1 0,0-1 0,0 0 0,0 0 0,-1 1-1,0-1 1,0 1 0,0 0 0,-7-7 0,-2-1-754,-27-20 1,22 20-6084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5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24575,'36'47'0,"60"103"0,-84-126 0,-1 1 0,-1-1 0,-1 2 0,-1-1 0,-1 1 0,6 50 0,-9-32 0,-2 48 0,-3-75 0,0-1 0,-1 1 0,-1-1 0,0 1 0,-1-1 0,-8 17 0,9-26-91,0 0 0,-1-1 0,0 0 0,-1 1 0,1-2 0,-1 1 0,0 0 0,0-1 0,-1 0 0,0 0 0,0-1 0,0 0 0,0 0 0,-8 4 0,-4 1-6735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6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10 24575,'-1'-1'0,"1"0"0,-1 0 0,0 1 0,0-1 0,0 0 0,0 1 0,0-1 0,0 0 0,0 1 0,0-1 0,0 1 0,0 0 0,0-1 0,-1 1 0,-1-1 0,3 1 0,-1 0 0,0 1 0,1-1 0,-1 0 0,0 0 0,0 0 0,1 1 0,-1-1 0,0 0 0,1 0 0,-1 1 0,0-1 0,1 1 0,-1-1 0,1 1 0,-1-1 0,1 1 0,-2 0 0,1 2 0,-1-1 0,1 1 0,-1-1 0,1 1 0,0 0 0,0-1 0,0 1 0,0 0 0,1 0 0,-1 5 0,-1 28 0,1 0 0,2 0 0,2-1 0,9 44 0,41 141 0,-18-84 0,7 64 120,-35-149-863,2 101 1,-9-140-6084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7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17 148 24575,'-1'1'0,"-1"1"0,0 0 0,1 0 0,0 0 0,-1-1 0,1 2 0,0-1 0,0 0 0,0 0 0,0 0 0,0 0 0,1 1 0,-1-1 0,1 0 0,0 1 0,-1-1 0,1 0 0,0 1 0,0-1 0,0 0 0,1 4 0,0-2 0,1 0 0,-1 0 0,1 0 0,-1 0 0,1-1 0,0 1 0,0-1 0,1 1 0,-1-1 0,1 0 0,0 0 0,3 3 0,-2-3 0,0 1 0,0-1 0,0 0 0,1 0 0,-1-1 0,1 1 0,0-1 0,0 0 0,7 2 0,-9-3 0,0-1 0,0 1 0,0-1 0,-1 0 0,1 0 0,0 0 0,0 0 0,0 0 0,0 0 0,-1-1 0,1 0 0,0 1 0,0-1 0,-1 0 0,1 0 0,0 0 0,3-3 0,-4 2 0,0 1 0,0-1 0,0 0 0,0 0 0,-1 0 0,1 0 0,0 0 0,-1-1 0,0 1 0,1 0 0,-1-1 0,1-4 0,4-6 0,-6 13 0,1-1 0,-1 0 0,1 1 0,-1-1 0,0 1 0,1-1 0,-1 1 0,1 0 0,-1-1 0,1 1 0,0-1 0,-1 1 0,1 0 0,-1-1 0,1 1 0,0 0 0,-1 0 0,1 0 0,0-1 0,-1 1 0,1 0 0,0 0 0,-1 0 0,1 0 0,0 0 0,-1 0 0,1 0 0,0 0 0,-1 1 0,1-1 0,-1 0 0,1 0 0,0 0 0,-1 1 0,2-1 0,23 15 0,-18-10 0,7 3 0,1-1 0,0 0 0,0-1 0,1 0 0,0-1 0,0-1 0,0-1 0,0 0 0,0-1 0,1-1 0,-1-1 0,1 0 0,-1-1 0,19-3 0,-32 3 0,0 1 0,0-1 0,1 0 0,-1 0 0,0 0 0,0-1 0,0 1 0,0-1 0,0 0 0,-1 0 0,1 0 0,0 0 0,-1 0 0,1-1 0,-1 1 0,4-6 0,-4 5 0,0-1 0,-1 1 0,1-1 0,-1 0 0,0 0 0,0 0 0,0 0 0,0 1 0,-1-1 0,0 0 0,1-1 0,-2-4 0,0-1 0,-1 0 0,0 0 0,0 0 0,-1 1 0,0-1 0,-1 1 0,0-1 0,-1 1 0,0 1 0,-7-12 0,7 13-76,0 1 1,0 0-1,-1 0 0,1 0 0,-1 1 0,-1 0 0,1 0 0,-1 0 1,0 1-1,0 0 0,0 0 0,0 1 0,-1 0 0,1 0 1,-1 1-1,0 0 0,-8-2 0,0 3-6750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24575,'-2'-5'0,"1"-2"0,1 3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0 24575,'-7'1'0,"1"0"0,-1 0 0,1 1 0,-1 0 0,-11 5 0,4-1 0,-2-2 0,1-1 0,-1-1 0,0 0 0,0-1 0,0 0 0,-25-4 0,-4 2 0,2 1-1365,31 0-5461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 24575,'-17'2'0,"-9"4"0,-1 3 0,0 0 0,4 0 0,2 0 0,0 0 0,1-1 0,2-2 0,1-3 0,1 0 0,4-3-8191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08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18 24575,'-7'4'0,"0"1"0,0 1 0,1-1 0,0 1 0,0 1 0,0-1 0,1 1 0,-1 0 0,2 0 0,-7 13 0,9-16 0,0 1 0,0 0 0,0 0 0,1 0 0,0 0 0,0 0 0,1 1 0,-1-1 0,1 0 0,0 0 0,1 0 0,-1 1 0,1-1 0,0 0 0,0 0 0,1 0 0,-1 0 0,5 8 0,0-3 0,0-1 0,0 0 0,1 0 0,0 0 0,0-1 0,1 0 0,0-1 0,0 0 0,1 0 0,0 0 0,0-1 0,0-1 0,1 0 0,0 0 0,0-1 0,1 0 0,-1 0 0,21 3 0,-28-7 0,-1 0 0,0 1 0,1-1 0,-1 0 0,1-1 0,-1 1 0,0 0 0,1-1 0,-1 0 0,0 1 0,1-1 0,-1 0 0,0 0 0,0 0 0,0 0 0,0-1 0,4-2 0,-3 1 0,-1 1 0,1-1 0,-1-1 0,0 1 0,0 0 0,0 0 0,0-1 0,0 1 0,-1-1 0,2-4 0,0-5 0,0 0 0,-1 0 0,-1 0 0,0 0 0,-1-20 0,-1 23 11,0 0 0,0 1 0,-1-1 0,0 1 0,-1 0 0,0-1-1,0 1 1,-1 1 0,-1-1 0,-5-9 0,7 13-104,-1 0 0,0-1 1,0 2-1,0-1 0,-1 0 0,0 1 0,0 0 0,0 0 1,0 0-1,-1 1 0,1-1 0,-1 1 0,0 1 1,0-1-1,-11-2 0,1 2-6733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728 340 24575,'-32'-17'0,"-18"-8"0,-7-3 0,-3 0 0,3 1 0,6 0 0,4 3 0,2 0 0,3 2 0,0 2 0,2 2 0,1 2 0,0 1 0,1 1 0,3-1 0,4 4 0,8 3-8191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3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 24575,'-1'-1'0,"1"1"0,-1-1 0,1 1 0,0-1 0,-1 1 0,1-1 0,-1 1 0,1 0 0,-1-1 0,1 1 0,-1 0 0,1-1 0,-1 1 0,1 0 0,-1-1 0,0 1 0,1 0 0,-1 0 0,1 0 0,-1 0 0,0-1 0,1 1 0,-1 0 0,-1 0 0,2 1 0,0-1 0,-1 1 0,1 0 0,0-1 0,-1 1 0,1-1 0,0 1 0,0 0 0,0-1 0,0 1 0,-1-1 0,1 1 0,0 0 0,0-1 0,0 1 0,0 0 0,0-1 0,1 1 0,-1 0 0,1 7 0,1-1 0,4 14 0,11 21 0,36 62 0,31 35 0,-33-59 0,-50-78-71,11 21 271,-11-22-255,-1 0-1,1-1 1,-1 1 0,0 0-1,0 0 1,1-1 0,-1 1-1,0 0 1,0 0 0,0 0-1,0-1 1,0 1 0,0 0-1,0 0 1,0 0 0,0-1-1,0 1 1,0 0 0,-1 0-1,1 0 1,0-1 0,-1 1-1,1 0 1,0 0 0,-1-1-1,0 2 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31 385 24575,'13'-10'0,"0"-1"0,-1 0 0,0-1 0,14-17 0,-23 25 0,-1 0 0,1 0 0,-1-1 0,0 1 0,0-1 0,0 1 0,0-1 0,1-6 0,-3 8 0,0 0 0,1 0 0,-1-1 0,0 1 0,-1 0 0,1 0 0,0 0 0,-1 0 0,0 0 0,0 0 0,0 0 0,0 0 0,0 0 0,-3-4 0,-4-5 0,-1-1 0,0 1 0,-14-13 0,9 10 0,-13-17 0,23 26 0,1 1 0,-1-1 0,1 1 0,0-1 0,1 0 0,0 0 0,-3-10 0,5 14 0,-1 0 0,1 0 0,0 0 0,0 0 0,0 0 0,0 0 0,0 0 0,0 0 0,0 0 0,1 0 0,-1 0 0,1 0 0,0 0 0,-1 1 0,1-1 0,0 0 0,0 0 0,0 1 0,0-1 0,0 0 0,1 1 0,1-3 0,-2 3 0,1 1 0,-1-1 0,0 0 0,0 1 0,1-1 0,-1 1 0,0-1 0,1 1 0,-1 0 0,0-1 0,1 1 0,-1 0 0,0 0 0,1 0 0,-1 0 0,0 0 0,1 0 0,-1 1 0,1-1 0,-1 0 0,0 1 0,0-1 0,1 1 0,-1-1 0,0 1 0,0 0 0,1 0 0,-1-1 0,0 1 0,0 0 0,0 0 0,0 0 0,1 1 0,7 8 0,1 0 0,-2 1 0,1 0 0,-2 0 0,1 1 0,-2 0 0,11 23 0,-2 7 0,11 47 0,-16-51 0,25 64 0,-31-94-113,-2-2-1,0-1 0,1 1 0,-1-1 0,1 0 1,0 0-1,1 0 0,-1 0 0,1 0 1,0-1-1,8 7 0,-2-5-6712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4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24575,'-13'26'0,"1"0"0,2 1 0,0 0 0,2 1 0,-6 32 0,12-46 0,1-1 0,0 1 0,0-1 0,2 1 0,0-1 0,0 1 0,1-1 0,1 1 0,0-1 0,1 0 0,0 0 0,1-1 0,8 15 0,1-3 0,1 0 0,2-1 0,0-1 0,2-1 0,0 0 0,31 25 0,-18-20 0,2-1 0,0-2 0,64 32 0,-63-41-1365,-22-11-5461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5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147 191 24575,'-2'-26'0,"-9"-38"0,8 55 0,1-1 0,-1 1 0,-1 0 0,1 1 0,-2-1 0,1 0 0,-9-10 0,12 17 0,0 1 0,0 0 0,0-1 0,0 1 0,0 0 0,0 0 0,-1 0 0,1 0 0,0 0 0,-1 0 0,1 0 0,-1 0 0,1 0 0,-1 1 0,1-1 0,-1 1 0,0-1 0,1 1 0,-3-1 0,2 2 0,0-1 0,1 0 0,-1 0 0,0 1 0,1-1 0,-1 1 0,1 0 0,-1-1 0,1 1 0,-1 0 0,1 0 0,-1 0 0,1 0 0,0 0 0,-3 3 0,0 1 0,0 0 0,0 0 0,0 1 0,1-1 0,0 1 0,0 0 0,0 0 0,-2 10 0,3-8 0,0 1 0,1-1 0,0 1 0,0-1 0,1 0 0,0 1 0,0-1 0,3 15 0,-2-18 0,1 1 0,-1-1 0,1 1 0,0-1 0,1 0 0,-1 0 0,1 0 0,0 0 0,0 0 0,1-1 0,-1 1 0,1-1 0,7 7 0,0-3 0,0-1 0,0 0 0,1 0 0,0-1 0,0-1 0,0 0 0,1-1 0,0 0 0,14 2 0,-2-2 0,-1-1 0,1-1 0,48-2 0,-65-1-105,0 1 0,0-1 0,-1-1 0,1 1 0,0-1 0,-1-1 0,1 1 0,-1-1 0,0-1 0,0 1 0,0-1 0,10-8 0,-8 4-6721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24575,'10'6'0,"0"1"0,0 1 0,-1-1 0,-1 2 0,1-1 0,-1 1 0,0 1 0,-1-1 0,0 1 0,5 11 0,5 13 0,23 67 0,-26-63 0,21 41 0,-11-38 0,-17-31 0,0 1 0,-1 0 0,0 0 0,-1 0 0,5 16 0,-9-26 0,-1 0 0,0 0 0,0-1 0,1 1 0,-1 0 0,0 0 0,0 0 0,0 0 0,0 0 0,0-1 0,0 1 0,0 0 0,-1 0 0,1 0 0,0 0 0,0-1 0,-1 1 0,1 0 0,0 0 0,-1 0 0,1-1 0,-1 1 0,1 0 0,-1-1 0,0 2 0,-1-1 0,1-1 0,0 1 0,-1 0 0,1-1 0,-1 1 0,1-1 0,-1 1 0,1-1 0,-1 0 0,1 0 0,-1 0 0,1 0 0,-3 0 0,-4 0 0,0-1 0,0-1 0,1 0 0,-11-3 0,-43-21-616,54 23-133,-11-6-6077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24575,'0'-2'0,"0"1"0,-2 3 0,-2 7 0,1 4 0,1 5 0,0 1 0,1-2-8191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6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24575,'3'7'0,"0"-1"0,1 1 0,-1-1 0,1 0 0,1 0 0,-1 0 0,1 0 0,0-1 0,1 0 0,-1 0 0,10 6 0,8 5 0,1-2 0,37 17 0,-51-27 0,1 0 0,0 0 0,-1-1 0,1-1 0,0 0 0,0 0 0,1-1 0,-1 0 0,11-1 0,-20 0 0,0 0 0,0-1 0,0 1 0,-1 0 0,1-1 0,0 1 0,-1-1 0,1 1 0,0-1 0,-1 0 0,1 0 0,-1 0 0,1 0 0,-1 0 0,0 0 0,1 0 0,-1 0 0,0-1 0,0 1 0,1-1 0,-1 1 0,0 0 0,-1-1 0,1 0 0,0 1 0,0-1 0,-1 1 0,2-3 0,-2 0 0,1 0 0,-1 1 0,0-1 0,0 1 0,0-1 0,0 0 0,-1 1 0,1-1 0,-1 1 0,0-1 0,0 1 0,-3-7 0,4 9 0,0 1 0,-1 0 0,1-1 0,0 1 0,0-1 0,0 1 0,-1-1 0,1 1 0,0 0 0,0-1 0,0 1 0,0-1 0,0 1 0,0-1 0,0 1 0,0-1 0,0 1 0,0-1 0,0 1 0,0-1 0,1 0 0,-1 1 0,0 0 0,1-1 0,-1 1 0,0 0 0,1 0 0,-1 0 0,1 0 0,-1 0 0,0 0 0,1 0 0,-1 0 0,0 0 0,1 0 0,-1 0 0,0 0 0,1 0 0,-1 0 0,1 0 0,-1 0 0,0 0 0,1 0 0,27 13 0,-17-8 0,7 3 0,0-2 0,1 0 0,37 6 0,-50-11 0,0 0 0,1-1 0,-1 0 0,0-1 0,0 1 0,0-1 0,8-2 0,-11 2 0,1-1 0,-1 1 0,1-1 0,-1 1 0,0-1 0,0 0 0,0 0 0,0 0 0,0-1 0,-1 1 0,1-1 0,-1 1 0,4-5 0,-4 3 0,-1 1 0,1 0 0,-1-1 0,1 1 0,-1-1 0,0 0 0,0 1 0,-1-1 0,1 0 0,-1 1 0,0-1 0,0 0 0,0 0 0,0 1 0,-1-1 0,1 0 0,-1 1 0,0-1 0,-3-6 0,1 2 0,0 0 0,-1 1 0,1 0 0,-2 0 0,1 0 0,-1 1 0,0-1 0,-7-6 0,2 4-341,0 1 0,-1 1-1,-17-10 1,12 7-6485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24575,'12'-6'0,"1"0"0,0 0 0,14-3 0,-22 8 0,-1 0 0,1 0 0,-1 1 0,1 0 0,-1-1 0,1 1 0,0 1 0,-1-1 0,1 1 0,-1 0 0,1 0 0,-1 0 0,7 3 0,0 2 0,1 0 0,-2 1 0,1 0 0,-1 1 0,13 12 0,43 49 0,-64-67 0,21 25 0,-1 0 0,-1 2 0,-2 1 0,-1 0 0,-1 1 0,-2 1 0,20 56 0,-28-64 0,0 0 0,-2 1 0,-1-1 0,-1 1 0,-1 0 0,-1-1 0,-1 1 0,-1 0 0,-1 0 0,-2 0 0,-10 41 0,9-51-136,-1 0-1,-1 0 1,0-1-1,-1 0 1,-1 0-1,0-1 1,0 0-1,-1 0 0,-24 21 1,17-18-6690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7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24575,'8'9'0,"0"1"0,0-1 0,-1 1 0,10 19 0,18 48 0,-21-43 0,306 574-869,-185-411-351,-122-182-4882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8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 24575,'9'13'0,"1"-1"0,1 0 0,0-1 0,0 0 0,1-1 0,0 0 0,1-1 0,0 0 0,1-1 0,-1 0 0,2-1 0,-1-1 0,28 8 0,-39-13 0,1 0 0,-1-1 0,0 1 0,0-1 0,0 0 0,0 0 0,0 0 0,0 0 0,0-1 0,0 1 0,0-1 0,0 0 0,0 0 0,0 0 0,0 0 0,0 0 0,0-1 0,-1 1 0,1-1 0,-1 0 0,1 0 0,-1 0 0,3-2 0,-3 1 0,0 0 0,0 0 0,0 0 0,0 0 0,-1 0 0,1 0 0,-1 0 0,0-1 0,0 1 0,0 0 0,0-1 0,-1 1 0,1 0 0,-1-1 0,0 1 0,0-1 0,0 1 0,0-1 0,-1 1 0,-1-6 0,-1-6 0,8 21 0,7 10 0,-3-6 0,1 0 0,0 0 0,0-1 0,1-1 0,0 0 0,0 0 0,1-1 0,0-1 0,0 0 0,0 0 0,1-1 0,15 3 0,-26-7 0,0 0 0,1-1 0,-1 0 0,0 1 0,1-1 0,-1 0 0,0 0 0,1 0 0,-1-1 0,0 1 0,1 0 0,-1-1 0,0 0 0,0 1 0,0-1 0,1 0 0,-1 0 0,0 0 0,0-1 0,0 1 0,-1 0 0,1-1 0,0 1 0,1-3 0,0 1 0,-1 0 0,0 0 0,-1 0 0,1 0 0,-1-1 0,1 1 0,-1-1 0,0 1 0,0-1 0,0 1 0,-1-1 0,1 0 0,-1 1 0,0-7 0,-1 0 0,0 0 0,-1 0 0,0 1 0,0-1 0,-1 1 0,0 0 0,-1-1 0,0 1 0,0 1 0,-7-9 0,4 6 0,0 0 0,-1 1 0,0 0 0,-1 1 0,0 0 0,-1 0 0,-13-8 0,9 8-1365,1 3-5461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8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10 24575,'-25'-5'0,"-10"1"0,-2 4 0,4 1 0,3 4 0,6 2 0,2 1 0,1 2 0,3-2 0,1 1 0,0-1 0,1 0 0,2-1 0,3-2-8191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 24575,'-24'7'0,"-11"5"0,-2 3 0,1-1 0,3 0 0,6-3 0,7-4-8191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24575,'12'12'0,"5"9"0,1 4 0,0 2 0,0-1 0,-1 0 0,-1-2 0,-1 0 0,0-2 0,-3-2 0,-1-2 0,-2-2 0,-3 0 0,-2-4-8191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19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24575,'20'27'0,"9"12"0,1 1 0,-1-4 0,-6-3 0,-4-4 0,-3-5 0,-4-4 0,-2-3 0,-3-5-8191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0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4 24575,'-32'-3'0,"-15"2"0,-5 1 0,-1 4 0,2 2 0,1 3 0,3 3 0,-2 2 0,2 0 0,5-1 0,10-4-8191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5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1707 24575,'-9'57'0,"-20"152"0,24-155 0,4 102 0,17-18 0,-10-87 0,-2-24 0,0 30 0,-5 456 0,2-494 0,6 31 0,0 5 0,-7-50 0,0-3 0,0 0 0,0 0 0,0 0 0,0 0 0,0 0 0,0 0 0,1-1 0,-1 1 0,1 0 0,0 0 0,-1 0 0,1-1 0,1 3 0,-2-4 0,1 0 0,-1 0 0,0 0 0,0 0 0,1-1 0,-1 1 0,0 0 0,0 0 0,1 0 0,-1 0 0,0 0 0,0-1 0,1 1 0,-1 0 0,0 0 0,0-1 0,0 1 0,0 0 0,0 0 0,1-1 0,-1 1 0,0 0 0,0 0 0,0-1 0,0 1 0,0 0 0,0 0 0,0-1 0,0 1 0,0 0 0,0-1 0,0 1 0,0 0 0,0 0 0,0-1 0,2-13 0,0-34 0,-10-91 0,2 55 0,2 0-19,-23-671-636,26 574 831,3-177 322,14 171-498,-3 56 0,-7 69 0,3-100 0,-2 53 0,-4 78 0,-1 0 0,-1 0 0,-6-52 0,-13-27 0,5 42 0,3-2 0,-2-88 0,12 139 0,1 1 0,1 0 0,1-1 0,0 1 0,8-23 0,-8 30 0,5-23 0,-8 31 0,1 1 0,-1-1 0,0 0 0,0 0 0,0 0 0,0 1 0,0-1 0,-1 0 0,1 0 0,-1 1 0,0-1 0,1 0 0,-4-4 0,5 28 0,4 278 0,-6-182 0,-7 90 0,1-15 0,41 407 0,-10-89 0,-25-398 0,3 156 0,12-129 0,0 5 0,2 20 75,-6-83-1515,-8-63-5386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24575,'3'87'0,"-1"-74"0,0 0 0,1 0 0,0 0 0,8 19 0,26 57-1365,-32-76-5461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24575,'0'10'0,"0"5"0,0 3 0,0 1 0,0 0 0,0-2 0,3-3 0,0-1 0,3-1 0,-1 0 0,0 1 0,1-3 0,0 1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6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501 75 24575,'-30'-8'0,"-14"-1"0,-4-3 0,0 1 0,4 3 0,7-1 0,4 2 0,4 3 0,4 0 0,1 3 0,0 0 0,-1 1 0,-1 0 0,1 1 0,3 1 0,5 2-8191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 24575,'-19'19'0,"-10"10"0,1 4 0,2-1 0,6-3 0,4-2 0,5-3 0,3-3 0,4-3 0,3-2 0,-2-1 0,1-1 0,-1 0 0,2 0 0,0-2-8191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24575,'6'-3'0,"0"1"0,-1 0 0,1 0 0,0 1 0,0 0 0,0 0 0,0 0 0,0 1 0,0 0 0,0 0 0,0 0 0,0 1 0,0 0 0,0 0 0,0 0 0,0 1 0,-1 0 0,1 0 0,9 6 0,-6-3 0,0 0 0,-1 1 0,0 0 0,0 0 0,0 1 0,0 0 0,-1 0 0,-1 1 0,1 0 0,-1 0 0,5 9 0,-10-14 0,1-1 0,-1 1 0,0-1 0,0 1 0,-1 0 0,1-1 0,0 1 0,-1 0 0,1 0 0,-1-1 0,0 1 0,0 0 0,0 0 0,-1 0 0,1-1 0,-1 1 0,1 0 0,-1 0 0,0-1 0,0 1 0,0-1 0,0 1 0,0-1 0,-1 1 0,1-1 0,-1 0 0,-2 3 0,-5 5 0,-1 0 0,0-1 0,0 0 0,-17 11 0,1-1 0,25-18 0,0 0 0,0-1 0,0 1 0,0 0 0,1 0 0,-1 0 0,0-1 0,0 1 0,1 0 0,-1 0 0,0 0 0,1 1 0,-1-1 0,1 0 0,0 0 0,-1 0 0,1 1 0,0-1 0,0 0 0,0-1 0,0 1 0,0 0 0,0-1 0,1 1 0,-1 0 0,0-1 0,0 1 0,1-1 0,-1 1 0,1-1 0,-1 1 0,0-1 0,1 1 0,-1-1 0,1 1 0,-1-1 0,1 1 0,-1-1 0,1 0 0,0 1 0,3 1 0,-1-1 0,1 1 0,0-1 0,-1 0 0,1 0 0,0 0 0,0 0 0,6 0 0,51-1-2,-37 0-452,1 0-1,41 7 1,-53-5-6372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8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30 458 24575,'-2'-1'0,"-1"0"0,1-1 0,0 0 0,0 1 0,1-1 0,-1 0 0,0 0 0,1 0 0,-1 0 0,1 0 0,-1-1 0,1 1 0,0 0 0,0 0 0,0-1 0,0 1 0,1-1 0,-1 1 0,1-1 0,-1 1 0,1-1 0,0-5 0,0 4 0,0-1 0,0 0 0,1 1 0,0-1 0,-1 0 0,2 1 0,-1-1 0,0 1 0,1-1 0,0 1 0,4-7 0,5-3 0,0 1 0,0 0 0,2 1 0,-1 1 0,27-19 0,-5 7 0,49-23 0,111-38 0,6 15 0,-159 56 0,-15 2-1365,-17 7-5461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9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18 24575,'-5'-5'0,"4"4"0,0 0 0,0-1 0,0 1 0,-1 0 0,1 0 0,-1 0 0,1 0 0,-1 0 0,-1-1 0,3 2 0,-1 0 0,1 0 0,0 0 0,0 0 0,0 1 0,0-1 0,-1 0 0,1 0 0,0 0 0,0 0 0,0 1 0,0-1 0,0 0 0,0 0 0,-1 1 0,1-1 0,0 0 0,0 0 0,0 0 0,0 1 0,0-1 0,0 0 0,0 0 0,0 1 0,0-1 0,0 0 0,0 0 0,0 1 0,0-1 0,1 0 0,-1 0 0,0 0 0,0 1 0,0-1 0,0 0 0,0 0 0,0 0 0,1 1 0,2 10 0,17 41 0,-2 1 0,18 87 0,-19-15 0,-5-53-1365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29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24575,'27'-3'0,"14"0"0,5 0 0,-1 0 0,-5 2 0,-7 0 0,-5 0 0,-4 1 0,-6-3 0,-4 0 0,-2-2 0,0-3 0,0-3 0,-2 1-8191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0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24575,'-2'24'0,"0"0"0,1 0 0,1 1 0,2-1 0,0 0 0,2 0 0,0 0 0,2 0 0,1-1 0,0 1 0,17 33 0,-12-33 0,2 5 0,-2 0 0,11 36 0,-23-63-151,1 0-1,-1 1 0,1-1 0,-1 0 1,0 0-1,0 0 0,0 1 1,-1 2-1,-1 3-6674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0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24575,'-9'11'0,"1"1"0,0 0 0,1 0 0,1 1 0,0 0 0,0 0 0,2 0 0,-1 1 0,2 0 0,0 0 0,0 0 0,1 0 0,1 0 0,1 24 0,2-9 0,1 0 0,2-1 0,0 0 0,2 0 0,1 0 0,15 33 0,-13-36 30,2-1 0,0 0 0,28 38 0,-32-51-179,0-1 1,1 0-1,1 0 1,0-1-1,0 0 1,0-1-1,1 0 1,1-1-1,15 8 1,-12-8-6678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47 189 24575,'27'-37'0,"48"-52"0,-72 86 0,0-1 0,-1 0 0,1 1 0,-1-1 0,0 0 0,0 0 0,3-6 0,-5 9 0,0 1 0,0-1 0,1 0 0,-1 0 0,0 0 0,0 1 0,0-1 0,0 0 0,0 0 0,0 0 0,0 1 0,0-1 0,0 0 0,0 0 0,-1 0 0,1 1 0,0-1 0,0 0 0,-1 0 0,1 1 0,-1-1 0,1 0 0,0 0 0,-1 1 0,1-1 0,-1 1 0,0-1 0,1 0 0,-1 1 0,0-1 0,1 1 0,-1-1 0,0 1 0,1 0 0,-1-1 0,0 1 0,0 0 0,1-1 0,-1 1 0,0 0 0,0 0 0,0 0 0,1 0 0,-1 0 0,0 0 0,0 0 0,-1 0 0,-3 0 0,-1 0 0,1 1 0,0-1 0,0 1 0,-1 0 0,1 1 0,0-1 0,0 1 0,0 0 0,0 0 0,1 1 0,-6 3 0,3-2 0,0 1 0,0 1 0,0-1 0,1 1 0,0 0 0,-10 12 0,13-14 0,1 1 0,-1-1 0,1 0 0,0 1 0,0-1 0,0 1 0,1-1 0,-1 1 0,1 0 0,0 0 0,1 0 0,-1 0 0,1-1 0,0 1 0,0 0 0,0 0 0,1 0 0,0 0 0,0 0 0,0 0 0,1-1 0,-1 1 0,1-1 0,0 1 0,0-1 0,1 1 0,-1-1 0,1 0 0,0 0 0,0 0 0,1-1 0,6 7 0,4 0 0,1 0 0,1-1 0,-1-1 0,1 0 0,1-1 0,-1-1 0,1 0 0,0-2 0,1 0 0,-1 0 0,1-2 0,-1 0 0,1-1 0,0-1 0,27-3 0,-43 3-65,0 0 0,0-1 0,0 1 0,0 0 0,0-1 0,0 1 0,0-1 0,0 0 0,0 1 0,0-1 0,0 0 0,0 0 0,0 0 0,-1-1 0,1 1 0,0 0 0,-1-1 0,1 1 0,-1-1 0,2-1 0,1-6-6761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24575,'56'205'0,"-22"-91"0,-32-109 0,8 37 0,-10-39 0,1 0 0,-1 0 0,0 0 0,0 0 0,0 0 0,0 0 0,0 0 0,-1 0 0,1 0 0,-3 5 0,3-7 3,0 0 0,-1-1 1,1 1-1,-1 0 0,0-1 0,1 1 0,-1-1 0,1 1 0,-1-1 0,0 1 0,1-1 1,-1 0-1,0 1 0,0-1 0,1 0 0,-1 1 0,0-1 0,0 0 0,1 0 1,-1 0-1,0 0 0,0 0 0,0 0 0,1 0 0,-1 0 0,0 0 0,0 0 0,0 0 1,1 0-1,-1-1 0,0 1 0,0 0 0,1 0 0,-1-1 0,0 1 0,1-1 0,-2 0 1,-25-16-1469,27 17 1446,-12-11-6807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1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23 24575,'-2'-8'0,"-2"1"0,-1 1 0,-3 4 0,-3 5 0,-1 2 0,-2 2 0,2 3 0,3 0-8191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24575,'2'0'0,"1"1"0,-1-1 0,0 1 0,0 0 0,0 0 0,0 0 0,0 0 0,0 0 0,0 0 0,0 0 0,2 2 0,19 18 0,-23-21 0,14 13 0,0-1 0,0 0 0,1-1 0,1-1 0,0 0 0,0-1 0,1-1 0,0-1 0,23 8 0,-38-15 0,0 1 0,0-1 0,0 1 0,0-1 0,1 0 0,-1 0 0,0 0 0,0 0 0,0 0 0,0 0 0,3-1 0,-4 0 0,0 1 0,-1-1 0,1 1 0,0-1 0,-1 1 0,1-1 0,0 1 0,-1-1 0,1 0 0,-1 0 0,1 1 0,-1-1 0,1 0 0,-1 0 0,1 1 0,-1-1 0,0 0 0,0 0 0,1 0 0,-1 0 0,0 0 0,0 0 0,0 1 0,0-1 0,0 0 0,0 0 0,0 0 0,0 0 0,0-1 0,-2-8 0,1-1 0,-7-18 0,6 20 0,-1-1 0,1 0 0,-1-14 0,3 23 0,0 0 0,0 0 0,0 0 0,0 0 0,0 0 0,0 0 0,0 0 0,0 0 0,0 0 0,1 0 0,-1-1 0,0 1 0,1 0 0,-1 0 0,1 0 0,-1 1 0,1-1 0,-1 0 0,1 0 0,0 0 0,-1 0 0,1 0 0,0 1 0,0-1 0,0 0 0,0 1 0,-1-1 0,1 0 0,0 1 0,0-1 0,0 1 0,0 0 0,0-1 0,0 1 0,1 0 0,-1 0 0,0-1 0,0 1 0,0 0 0,0 0 0,0 0 0,0 0 0,0 1 0,0-1 0,2 0 0,6 2 0,-1 0 0,1 1 0,-1 0 0,12 6 0,-13-6 0,0 0 0,0 0 0,1 1 0,0-1 0,0-1 0,16 4 0,-22-6 0,-1 0 0,1 1 0,0-1 0,-1 0 0,1 0 0,-1-1 0,1 1 0,0 0 0,-1 0 0,1-1 0,-1 1 0,1-1 0,-1 0 0,1 1 0,-1-1 0,1 0 0,-1 0 0,0 0 0,1 0 0,-1 0 0,0 0 0,0 0 0,0 0 0,0 0 0,0-1 0,0 1 0,0 0 0,0-1 0,0 1 0,-1-1 0,1 1 0,0-3 0,0 1 7,0-1 0,0 0 0,-1 1 0,1-1 0,-1 0 1,0 0-1,0 0 0,0 1 0,-1-1 0,1 0 0,-1 0 0,0 1 0,0-1 0,0 1 0,0-1 0,-4-6 0,1 3-219,-1 0 0,1 0 0,-1 1-1,-1-1 1,1 1 0,-11-9 0,3 4-6614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3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24575,'9'-1'0,"5"-1"0,0 0 0,-1 1 0,27 2 0,-36-1 0,-1 1 0,1 0 0,-1-1 0,1 1 0,-1 1 0,0-1 0,1 0 0,-1 1 0,0 0 0,0-1 0,0 1 0,0 0 0,0 1 0,0-1 0,-1 1 0,1-1 0,-1 1 0,1 0 0,3 5 0,-1 3 0,0-1 0,-1 0 0,0 1 0,0 0 0,1 12 0,8 60 0,-10-58 0,7 51 0,-3 1 0,-6 121 0,-1-194-85,0-1 0,-1 1-1,0 0 1,0-1 0,0 1-1,0-1 1,-1 1 0,1-1-1,-1 1 1,0-1 0,0 0-1,0 0 1,0 0 0,-1 0-1,-4 4 1,-4 3-6741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3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24575,'-8'32'0,"1"17"0,1 9 0,4 1 0,5-2 0,4-3 0,4-3 0,2-6 0,-1-3 0,-3-4 0,-2-3 0,-3-3 0,-2-2 0,-1-1 0,-4-3 0,-3-4 0,-1-5-8191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24575,'-7'111'0,"0"-15"0,6-56 0,2-1 0,2 1 0,2-1 0,16 64 0,8 2-1365,-22-81-5461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24575,'-8'291'0,"2"-178"0,5 1 0,5-1 0,32 191 0,7-81 0,-42-220-195,-1 0 0,1 0 0,-1 0 0,0 0 0,0 0 0,0 4 0,-3 2-6631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38 24575,'-5'4'0,"1"1"0,0-1 0,1 1 0,-1 0 0,1 0 0,0 0 0,0 1 0,1-1 0,-1 1 0,1-1 0,0 1 0,1 0 0,0 0 0,-1 0 0,2 0 0,-1 0 0,1 0 0,0 0 0,0 0 0,1 0 0,-1 0 0,1 0 0,1 0 0,-1 0 0,1-1 0,0 1 0,0 0 0,1-1 0,0 0 0,0 1 0,0-1 0,6 7 0,-2-3 0,0 0 0,1 0 0,0-1 0,1 0 0,9 7 0,-15-13 0,0 0 0,-1 0 0,1-1 0,0 1 0,0-1 0,0 0 0,0 0 0,0 0 0,0 0 0,1 0 0,-1-1 0,0 0 0,0 1 0,0-1 0,1 0 0,-1-1 0,0 1 0,0 0 0,0-1 0,1 0 0,-1 0 0,0 0 0,4-2 0,-5 2 0,1-1 0,-1 1 0,0-1 0,0 0 0,1 0 0,-1 1 0,0-2 0,-1 1 0,1 0 0,0 0 0,-1-1 0,1 1 0,-1-1 0,0 1 0,0-1 0,0 1 0,0-1 0,0 0 0,0 1 0,-1-1 0,1-4 0,0-5 0,-1 1 0,0-1 0,-2-19 0,1 30 0,3 0 0,2 4 0,6 10 0,-4-6 0,2 0 0,0 0 0,1 0 0,0-1 0,0 0 0,0 0 0,1-1 0,0 0 0,0-1 0,12 4 0,-9-4 0,1-1 0,0 0 0,0-1 0,0-1 0,0 0 0,23-1 0,-34 0 0,1-1 0,-1 1 0,0-1 0,0 1 0,1-1 0,-1 0 0,0 0 0,0-1 0,0 1 0,0-1 0,0 1 0,-1-1 0,1 0 0,0 0 0,-1 0 0,1 0 0,-1-1 0,0 1 0,0 0 0,0-1 0,0 0 0,0 0 0,0 1 0,-1-1 0,1 0 0,-1 0 0,0-1 0,0 1 0,0 0 0,-1 0 0,1 0 0,-1-1 0,1 1 0,-1 0 0,0 0 0,0-1 0,-1 1 0,1 0 0,-1-1 0,1 1 0,-1 0 0,-2-5 0,-3-5-105,-2 0 0,1 0 0,-2 1 0,0 0 0,0 0 0,-1 1 0,0 0 0,-1 1 0,0 0 0,-1 0 0,0 2 0,-20-12 0,16 11-6721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46 24575,'-29'-5'0,"-13"-4"0,-1 0 0,2 0 0,5 3 0,6 2 0,6 2 0,5 1 0,5 1-8191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8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32 24575,'-27'-7'0,"-11"-3"0,-2 1 0,4 4 0,5 5 0,5 3 0,8 1-8191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24575,'-2'9'0,"-2"7"0,-1 0 0,-1-1 0,1 1 0,2-1 0,0-1 0,2 1 0,3 0 0,1 1 0,2 2 0,4 0 0,2-2 0,-1 1 0,-2-4-8191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24575,'5'17'0,"4"6"0,1 1 0,0 2 0,0-2 0,-1-4 0,2-3 0,-2-5-8191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13 24575,'-27'-5'0,"-11"1"0,-5 1 0,4 4 0,2 3 0,6 5 0,3-1 0,4 2 0,1 2 0,2-2 0,4 0 0,6-2-8191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39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 24575,'-12'29'0,"-7"15"0,0 5 0,4-1 0,1-4 0,3-5 0,4-1 0,3-2 0,2-3 0,1-1 0,1-5 0,1-3 0,-1-5 0,1-1 0,0-3 0,-1-3-8191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24575,'5'-5'0,"1"0"0,0 0 0,0 1 0,8-5 0,-11 7 0,0 1 0,0-1 0,0 1 0,0 0 0,0 0 0,0 0 0,1 0 0,-1 1 0,0-1 0,0 1 0,1 0 0,2 0 0,-5 0 0,1 0 0,-1 1 0,0-1 0,0 1 0,0-1 0,0 1 0,0 0 0,0-1 0,0 1 0,0 0 0,0-1 0,0 1 0,0 0 0,0 0 0,0 0 0,-1 0 0,1 0 0,0 0 0,-1 0 0,1 0 0,-1 0 0,1 1 0,-1-1 0,1 0 0,-1 0 0,0 0 0,0 1 0,1-1 0,-1 2 0,1 5 0,-1 0 0,0 1 0,-1 10 0,0-10 0,0 5 0,-2 0 0,0 1 0,0-2 0,-2 1 0,1 0 0,-2-1 0,0 0 0,-11 18 0,16-29 0,0 0 0,0-1 0,0 1 0,0 0 0,1 0 0,-1 0 0,1-1 0,-1 1 0,1 0 0,-1 0 0,1 0 0,0 0 0,0 0 0,0 0 0,0 0 0,1 0 0,-1 0 0,0 0 0,1 0 0,0 2 0,0-2 0,0-1 0,1 1 0,-1-1 0,0 1 0,0-1 0,1 0 0,-1 0 0,1 1 0,-1-1 0,1 0 0,0 0 0,-1 0 0,1-1 0,0 1 0,0 0 0,0-1 0,-1 1 0,1-1 0,0 1 0,3-1 0,22 2 0,33-1 0,21 2 0,-32 2-1365,-28-3-5461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4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304 331 24575,'-15'-3'0,"1"-1"0,-1-1 0,1 0 0,0-1 0,-13-8 0,24 12 0,0 0 0,0 0 0,0 0 0,1-1 0,-1 1 0,1-1 0,-1 1 0,1-1 0,0 0 0,0 0 0,-3-6 0,4 7 0,1-1 0,-1 0 0,0 1 0,1-1 0,0 0 0,0 1 0,-1-1 0,1 0 0,1 1 0,-1-1 0,0 0 0,1 1 0,0-1 0,-1 1 0,1-1 0,0 1 0,2-5 0,0 2 0,0 0 0,1 1 0,-1-1 0,1 1 0,0 0 0,0 0 0,0 0 0,0 1 0,1-1 0,5-2 0,2-1 0,1 0 0,25-9 0,-11 8 0,1 1 0,0 1 0,0 1 0,0 2 0,0 1 0,1 1 0,36 4 0,-58-3 0,-1 1 0,1 0 0,0 0 0,-1 1 0,1-1 0,-1 1 0,1 1 0,-1 0 0,0 0 0,0 0 0,7 5 0,-9-5 0,0 1 0,-1-1 0,1 1 0,-1 0 0,1 0 0,-1 0 0,-1 0 0,1 1 0,0-1 0,-1 1 0,0-1 0,0 1 0,-1 0 0,1 0 0,0 7 0,0 3 0,0-1 0,-1 1 0,-1-1 0,-1 1 0,0 0 0,-5 25 0,-30 84 0,35-120 0,-3 7 0,0 1 0,-1-1 0,-1 0 0,0 0 0,0-1 0,-1 0 0,-14 18 0,14-22 0,0 1 0,0-1 0,0 0 0,-1-1 0,1 0 0,-1 0 0,0-1 0,-1 0 0,1 0 0,-1-1 0,-9 3 0,-5-1 0,1-1 0,-1-1 0,0-1 0,0-1 0,-26-3 0,-2-2 0,-60-13 0,98 14 0,-5 0 0,-27-9 0,41 11 0,0 0 0,0-1 0,1 0 0,-1 0 0,0 0 0,1 0 0,-1-1 0,1 1 0,0-1 0,-1 0 0,1 0 0,-3-4 0,3 2 0,0 0 0,1-1 0,-1 1 0,1-1 0,1 0 0,-1 1 0,-1-13 0,-1-41 0,4 33 0,8-51 0,-2 28 0,-4 37 0,9-83 0,-8 80 0,1-1 0,0 1 0,12-29 0,-13 38 0,1-1 0,0 0 0,0 1 0,1 0 0,-1 0 0,1 0 0,1 1 0,-1-1 0,1 1 0,0 1 0,0-1 0,0 1 0,1 0 0,-1 0 0,1 1 0,0 0 0,0 0 0,0 0 0,1 1 0,-1 0 0,1 1 0,-1 0 0,1 0 0,-1 0 0,1 1 0,0 0 0,-1 1 0,1 0 0,13 3 0,-1 1-455,0 1 0,35 16 0,-29-9-6371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39:45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318 160 24575,'1'-8'0,"1"0"0,0 1 0,0-1 0,1 0 0,0 1 0,0 0 0,1-1 0,6-9 0,-7 14 0,-1 0 0,1-1 0,0 1 0,0 1 0,0-1 0,0 0 0,1 1 0,-1-1 0,1 1 0,-1 0 0,1 0 0,0 1 0,-1-1 0,1 1 0,0 0 0,0 0 0,0 0 0,6 0 0,0 1 0,0 0 0,0 0 0,0 2 0,0-1 0,-1 1 0,1 0 0,0 1 0,-1 0 0,13 6 0,-12-4 0,0 0 0,0 1 0,-1 0 0,1 1 0,-1-1 0,-1 2 0,1-1 0,7 10 0,-11-10 0,0 1 0,0 0 0,-1-1 0,0 2 0,0-1 0,-1 0 0,0 1 0,-1 0 0,0-1 0,2 15 0,-1 9 0,-1 50 0,-3-70 0,-4 98 0,3-92 0,0-1 0,-2 0 0,0 1 0,-9 19 0,11-32 0,0 1 0,-1-1 0,0 0 0,0 0 0,0-1 0,-1 1 0,1-1 0,-1 1 0,0-1 0,-1 0 0,1-1 0,-1 1 0,-6 3 0,3-3 0,1 0 0,-1-1 0,0 0 0,0 0 0,0-1 0,0 0 0,0 0 0,-13 0 0,5-2 0,-1 0 0,1-1 0,0 0 0,-1-2 0,1 0 0,0-1 0,1 0 0,-1-1 0,-15-8 0,-3-4 0,0-2 0,2-1 0,0-1 0,-50-46 0,71 57 0,1-1 0,0 0 0,1-1 0,0 0 0,1 0 0,-10-20 0,13 22 0,0-1 0,1 0 0,0 0 0,1-1 0,0 1 0,1-1 0,0 1 0,0-20 0,3 22 0,0 0 0,0 0 0,1 0 0,0 0 0,1 1 0,0-1 0,0 1 0,1-1 0,0 1 0,10-15 0,5-3 0,36-40 0,-54 66 0,8-11 30,1 1 0,0 1 0,14-11 0,-21 18-113,0 0 1,0 0-1,1 0 1,-1 0-1,0 1 1,1-1-1,-1 1 1,1 0-1,-1 0 1,1 0-1,0 0 1,0 1-1,-1-1 1,1 1-1,0 0 1,-1 0-1,5 1 1,4 2-6744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3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24575,'0'0'0,"0"0"0,1 0 0,-1 0 0,0 0 0,0 0 0,0-1 0,0 1 0,0 0 0,1 0 0,-1 0 0,0 0 0,0 0 0,0 0 0,0 0 0,1 0 0,-1 0 0,0-1 0,0 1 0,0 0 0,1 0 0,-1 0 0,0 0 0,0 0 0,0 0 0,0 0 0,1 0 0,-1 0 0,0 1 0,0-1 0,0 0 0,1 0 0,-1 0 0,0 0 0,0 0 0,5 8 0,0 16 0,-3-16 0,2 13 0,0 0 0,2 34 0,0 3 0,44 215 0,-46-251 0,6 42 0,-2 1 0,-2 109 0,-7 675 0,2-445 0,-3-376 0,-1 0 0,-7 34 0,4-33 0,-3 55 0,9-50 0,-8 48 0,3-38 0,3-1 0,2 54 0,1-31 0,0-51 0,0-1 0,5 17 0,-3-15 0,1 24 0,-5 43 0,2 35 0,13-45 0,-5-33 0,19 54 0,-20-68 0,0-8 0,-4-13 0,-5-15 0,-2-1-1365,0 0-5461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4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176 243 24575,'-2'-10'0,"-6"-18"0,2-1 0,1 0 0,-1-30 0,5 56 0,1 0 0,0 1 0,1-1 0,-1 0 0,1 0 0,-1 0 0,1 0 0,0 1 0,0-1 0,0 0 0,0 1 0,0-1 0,1 1 0,-1-1 0,1 1 0,-1 0 0,1-1 0,0 1 0,0 0 0,3-2 0,0 1 0,0 0 0,-1 0 0,1 1 0,0 0 0,1 0 0,-1 0 0,0 0 0,0 1 0,10-1 0,-4 0 0,4-1 0,1 1 0,-1 1 0,1 0 0,-1 1 0,1 0 0,28 5 0,-27-1 0,1 1 0,-1 0 0,0 2 0,27 13 0,-35-14 0,0-1 0,0 2 0,0-1 0,-1 1 0,0 0 0,0 1 0,-1 0 0,0 0 0,7 11 0,12 25 0,-2 2 0,-1 0 0,-3 2 0,-2 0 0,18 75 0,-33-111 0,0 1 0,-1-1 0,0 1 0,-1 0 0,-1 23 0,0-31 0,-1 0 0,0 0 0,0-1 0,0 1 0,-1 0 0,0 0 0,1-1 0,-2 1 0,1-1 0,0 1 0,-1-1 0,0 0 0,0 0 0,0 0 0,-1 0 0,1-1 0,-7 5 0,1-1 0,-1 0 0,0-1 0,-1 0 0,1-1 0,-1 0 0,0-1 0,-1 0 0,-12 2 0,8-3 0,-1 0 0,1-2 0,-1 0 0,0-1 0,-18-2 0,0-3 0,0-1 0,0-2 0,1-2 0,-58-24 0,74 26 0,1 0 0,1-2 0,-1 0 0,1 0 0,1-2 0,0 0 0,1 0 0,0-2 0,1 0 0,0 0 0,-20-32 0,27 36 0,1-1 0,0 1 0,1-1 0,0-1 0,1 1 0,0 0 0,0-1 0,1 0 0,1 1 0,0-1 0,1 0 0,0 0 0,2-13 0,0 12 0,1 1 0,-1-1 0,2 1 0,0 0 0,0 0 0,1 0 0,1 1 0,-1-1 0,2 1 0,0 1 0,16-20 0,30-26-1365,-43 47-5461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0:06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74 24575,'2'-5'0,"1"0"0,1 0 0,-1 0 0,0 1 0,1-1 0,0 1 0,0 0 0,1 0 0,-1 0 0,1 1 0,0-1 0,0 1 0,0 1 0,0-1 0,0 0 0,1 1 0,-1 0 0,1 1 0,-1-1 0,1 1 0,0 0 0,-1 0 0,1 1 0,0 0 0,10 0 0,-1 3 0,1-1 0,0 2 0,-1 0 0,0 1 0,29 13 0,-14-2 0,51 34 0,-71-43 0,-1 0 0,1 1 0,-1 0 0,-1 1 0,1 0 0,-2 0 0,1 1 0,-1-1 0,7 14 0,-11-16 0,0 0 0,0 1 0,0-1 0,-1 1 0,0 0 0,-1 0 0,1 0 0,-1 0 0,-1 0 0,0 0 0,0 0 0,0 0 0,-1 0 0,-4 15 0,1-11 0,0 1 0,-1-1 0,0 0 0,-1 0 0,0 0 0,-1-1 0,-1 0 0,0-1 0,0 1 0,-1-1 0,0-1 0,-11 9 0,6-6 0,0-2 0,-1 0 0,0-1 0,0 0 0,-1-1 0,0-1 0,0 0 0,-28 6 0,36-12 0,1 0 0,0 0 0,0-1 0,0 0 0,-1 0 0,1-1 0,0 0 0,0 0 0,0 0 0,0-1 0,0-1 0,0 1 0,1-1 0,-1 0 0,-11-7 0,0-2 0,1-1 0,0 0 0,1-1 0,-17-18 0,24 22 0,1 0 0,0-1 0,0 0 0,1-1 0,0 0 0,1 0 0,0 0 0,1 0 0,1-1 0,0 0 0,-4-22 0,5 12 0,1 0 0,1-1 0,1 1 0,0 0 0,9-46 0,-7 57 30,1 0 0,0 0 0,6-13 0,-7 21-154,-1 0 0,1 0 1,1 0-1,-1 0 0,0 0 0,1 1 1,0-1-1,0 1 0,0 0 0,0-1 1,7-3-1,1 1-6702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6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24575,'0'-1'0,"-1"1"0,1 0 0,-1 0 0,1-1 0,-1 1 0,0 0 0,1 0 0,-1 0 0,1-1 0,-1 1 0,0 0 0,1 0 0,-1 0 0,1 0 0,-1 0 0,0 0 0,1 0 0,-1 1 0,0-1 0,1 0 0,0 0 0,-1 1 0,1-1 0,0 0 0,0 0 0,0 1 0,-1-1 0,1 0 0,0 0 0,0 1 0,0-1 0,0 0 0,0 1 0,-1-1 0,1 0 0,0 1 0,0-1 0,0 0 0,0 1 0,0-1 0,0 0 0,0 1 0,0 1 0,1 1 0,-1-1 0,1 0 0,-1 1 0,1-1 0,0 0 0,0 0 0,1 3 0,18 28 0,1 0 0,30 34 0,57 56 0,-60-70 0,112 115 0,15 17 0,-25-8 0,-127-141 0,-18-28 0,-14-27 0,-26-40 30,-64-86 0,32 51-1455,49 67-5401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7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17 24575,'0'-1'0,"0"0"0,0 1 0,0-1 0,0 0 0,0 1 0,0-1 0,0 0 0,0 1 0,0-1 0,0 0 0,0 1 0,-1-1 0,1 0 0,0 1 0,-1-1 0,1 0 0,0 1 0,-1-1 0,1 1 0,0-1 0,-1 0 0,0 0 0,0 1 0,1 0 0,-1 0 0,1 0 0,-1 0 0,0 0 0,1 0 0,-1 0 0,1 0 0,-1 1 0,1-1 0,-1 0 0,1 0 0,-1 0 0,1 1 0,-1-1 0,1 0 0,-1 1 0,1-1 0,-1 0 0,1 1 0,-1 0 0,-3 3 0,-1 1 0,1 0 0,-5 9 0,-41 70 0,26-46 0,3 1 0,-18 45 0,-25 86 0,26-67 0,-5 24 0,-15 36 0,39-112 0,10-27 0,0-1 0,-21 37 0,29-59 0,1-1 0,-1 1 0,1 0 0,0 0 0,-1-1 0,1 1 0,-1 0 0,0-1 0,1 1 0,-1-1 0,1 1 0,-1 0 0,0-1 0,0 0 0,1 1 0,-1-1 0,-1 1 0,1-1 0,1 0 0,0 0 0,-1 0 0,1 0 0,0-1 0,-1 1 0,1 0 0,0 0 0,0-1 0,-1 1 0,1 0 0,0 0 0,0-1 0,-1 1 0,1 0 0,0-1 0,0 1 0,0 0 0,-1-1 0,1 1 0,0 0 0,0-1 0,0 1 0,0 0 0,0-1 0,0 0 0,-3-32 0,3 31 0,1-39-1365,-1 22-5461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89 24575,'-49'-21'0,"2"0"0,-69-19 0,109 38 0,0 0 0,0 1 0,0 0 0,-1 1 0,1-1 0,0 2 0,-1-1 0,-13 3 0,19-3 0,0 1 0,0-1 0,-1 1 0,1 0 0,0 0 0,0-1 0,0 1 0,0 1 0,1-1 0,-1 0 0,0 0 0,0 1 0,1-1 0,-1 1 0,1 0 0,-1-1 0,1 1 0,-1 0 0,1 0 0,0 0 0,0 0 0,0 0 0,0 0 0,1 0 0,-1 0 0,0 0 0,1 0 0,-1 0 0,1 1 0,0-1 0,0 0 0,0 4 0,1 3 0,0 0 0,4 14 0,2 12 0,22 193 0,-23-180 0,20 210 0,-20-191 0,-2-33 0,-2-1 0,-1 1 0,-6 61 0,2-74 0,-1-1 0,-1 0 0,0 0 0,-11 24 0,15-43 0,1 0 0,-1 0 0,1 0 0,-1 0 0,1 0 0,0 0 0,0 0 0,-1 0 0,1 0 0,0 0 0,0 0 0,0 0 0,0 0 0,0 0 0,0 0 0,1 2 0,-1-2 0,1-1 0,-1 1 0,0-1 0,1 1 0,-1-1 0,1 0 0,-1 1 0,0-1 0,1 0 0,-1 1 0,1-1 0,-1 0 0,1 1 0,-1-1 0,1 0 0,-1 0 0,1 0 0,0 1 0,-1-1 0,1 0 0,-1 0 0,1 0 0,6 0 0,-1-1 0,0 1 0,0-1 0,11-3 0,1 0 0,26 2 0,48 2 0,33-1 0,-112-2-1365,-4 0-5461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8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24575,'-5'8'0,"1"0"0,0 0 0,1 0 0,0 0 0,-4 15 0,-4 43 0,8-43 0,2 0 0,1 0 0,1 0 0,1 0 0,1-1 0,0 1 0,11 32 0,63 150 0,-55-153 0,-14-34 0,-2 0 0,1 0 0,4 31 0,-16-55 0,-4-9 0,0-14-1365,6 16-5461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9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0 24575,'-10'9'0,"-1"0"0,0-2 0,-1 1 0,0-1 0,-24 10 0,-22 13 0,51-26 0,1 1 0,0-1 0,1 1 0,-1 0 0,1 0 0,-8 11 0,11-14 0,0 1 0,0 0 0,1-1 0,-1 1 0,1 0 0,0 0 0,0 0 0,0 0 0,0 0 0,0 1 0,1-1 0,-1 0 0,1 0 0,0 0 0,0 1 0,0-1 0,1 0 0,-1 0 0,1 0 0,-1 1 0,1-1 0,0 0 0,0 0 0,3 5 0,0-1 0,1 0 0,-1-1 0,1 0 0,1 0 0,-1 0 0,1 0 0,0-1 0,0 0 0,8 5 0,-5-4 0,0-1 0,0 0 0,1-1 0,-1 0 0,1 0 0,0-1 0,0-1 0,18 4 0,3-4 0,50-1 0,-54-1 0,-20 0 15,0-1 0,-1 1 0,1-2 0,0 1 0,-1 0 0,1-1 0,8-4 0,-13 5-51,-1 1 0,0-1-1,0 1 1,1-1 0,-1 0 0,0 1-1,0-1 1,0 0 0,0 0 0,0 0 0,0 0-1,0 0 1,0 0 0,0 0 0,0-1-1,0 1 1,-1 0 0,1 0 0,0-1 0,-1 1-1,1 0 1,-1-1 0,0 1 0,1 0-1,-1-1 1,0 1 0,0-1 0,0 1 0,0 0-1,0-1 1,0 1 0,0-1 0,-1 1 0,1 0-1,0-1 1,-1 1 0,1 0 0,-1-1-1,1 1 1,-2-3 0,-4-5-6790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09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24575,'16'-1'0,"12"-2"0,0 1 0,38 3 0,-59 0 0,0-1 0,1 1 0,-1 1 0,0-1 0,-1 1 0,1 1 0,0-1 0,-1 1 0,1 0 0,-1 1 0,0-1 0,0 1 0,0 0 0,8 8 0,-9-6 0,0 0 0,-1 1 0,1-1 0,-1 1 0,-1 0 0,1 0 0,-1 0 0,-1 0 0,1 1 0,-1-1 0,0 1 0,-1-1 0,1 16 0,-1 5 0,-2 1 0,-6 42 0,2-20 0,3-17 0,2-1 0,1 1 0,2 0 0,1-1 0,2 0 0,1 0 0,2 0 0,1-1 0,20 44 0,57 136 0,-77-187 0,-5-11 0,0 1 0,5 23 0,-9-33 0,-1 0 0,1-1 0,-1 1 0,1 0 0,-1 0 0,-1 0 0,1 0 0,-1 0 0,0-1 0,0 1 0,0 0 0,-3 5 0,4-9 3,-1 0-1,0 1 1,0-1 0,0 0-1,1 0 1,-1 0-1,0 0 1,0 0 0,0 0-1,-1-1 1,1 1-1,0 0 1,0 0 0,0-1-1,-1 1 1,1-1-1,0 1 1,0-1 0,-1 1-1,1-1 1,-1 0-1,1 0 1,0 1 0,-2-1-1,-3-1-88,-1 1 0,1-1 0,0 0 1,-7-2-1,0 0-915,0 0-5825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0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9 24575,'-22'2'0,"-12"2"0,-3-1 0,0-3 0,4-2 0,2 0 0,5 0 0,3 1 0,4 0 0,5-2 0,5-3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0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29 24575,'-29'-5'0,"-13"-2"0,-4 1 0,4 1 0,4 1 0,3 2 0,6 3 0,2 2 0,6 0-8191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2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995 15 24575,'369'-14'0,"-752"14"0,-170 43 0,170 25 0,378-67 0,-2 0 0,0 1 0,0 1 0,-10 4 0,17-7 0,0 0 0,-1 0 0,1 0 0,0 0 0,0 0 0,0 0 0,0 0 0,0 0 0,0 0 0,0 0 0,0 0 0,0 0 0,0 0 0,0 0 0,0 0 0,0 0 0,0 1 0,0-1 0,0 0 0,0 0 0,0 0 0,0 0 0,0 0 0,0 0 0,0 0 0,0 0 0,0 0 0,0 0 0,0 0 0,0 0 0,0 1 0,0-1 0,0 0 0,0 0 0,0 0 0,0 0 0,0 0 0,0 0 0,0 0 0,0 0 0,0 0 0,0 0 0,0 0 0,0 0 0,0 0 0,0 0 0,0 1 0,0-1 0,0 0 0,0 0 0,1 0 0,-1 0 0,0 0 0,0 0 0,0 0 0,0 0 0,0 0 0,0 0 0,0 0 0,0 0 0,0 0 0,9 3 0,11 2 0,121 6 0,-68-8 0,18 3 0,134 11 0,-157-9 0,85 22 0,-141-27 0,34 10 0,-43-12 0,1 1 0,-1-1 0,1 1 0,-1 0 0,0 0 0,1 0 0,-1 0 0,0 1 0,4 4 0,-6-6 0,-1 0 0,1 0 0,0 0 0,-1 0 0,1 0 0,-1 0 0,1 0 0,-1 0 0,1 0 0,-1 0 0,0 0 0,1 1 0,-1-1 0,0 0 0,0 0 0,0 0 0,0 1 0,0-1 0,0 0 0,-1 2 0,1-1 0,-1 0 0,0 0 0,0 0 0,0 0 0,0 0 0,-1 0 0,1 0 0,0 0 0,-1-1 0,-1 3 0,-4 2 0,0 0 0,-1-1 0,1 1 0,-11 4 0,-155 76 0,19-11 0,-147 107 0,289-174 0,0 1 0,0 0 0,-13 15 0,21-20 0,1 0 0,-1 0 0,1 0 0,1 0 0,-1 0 0,0 1 0,1-1 0,0 1 0,0 0 0,0 0 0,1-1 0,0 1 0,-1 7 0,1-10 0,1-1 0,0 1 0,0 0 0,0-1 0,0 1 0,0-1 0,1 1 0,-1 0 0,1-1 0,-1 1 0,1-1 0,-1 1 0,1-1 0,0 0 0,-1 1 0,1-1 0,0 1 0,0-1 0,0 0 0,0 0 0,0 0 0,1 0 0,-1 0 0,0 0 0,0 0 0,1 0 0,-1 0 0,0 0 0,1-1 0,-1 1 0,1 0 0,-1-1 0,3 1 0,5 1 0,0-1 0,0 0 0,0-1 0,17-1 0,-10 1 0,457-41 0,-274 19 0,-110 13 0,149 6 0,-235 3-114,1 0 1,-1 0-1,1 0 0,-1 1 0,1 0 1,-1 0-1,0 0 0,1 0 0,-1 0 1,0 0-1,5 4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9 24575,'-5'-1'0,"0"-1"0,0 0 0,0 1 0,0 0 0,-8-1 0,12 2 0,0 0 0,0 0 0,1 0 0,-1 0 0,0 0 0,0 0 0,0 0 0,1 0 0,-1 0 0,0 1 0,0-1 0,1 0 0,-1 0 0,0 1 0,0-1 0,1 1 0,-1-1 0,0 0 0,1 1 0,-1-1 0,1 1 0,-1-1 0,0 1 0,1 0 0,-1-1 0,1 1 0,0 0 0,-1-1 0,1 1 0,-1 0 0,1-1 0,0 1 0,0 0 0,-1 0 0,1-1 0,0 1 0,0 0 0,0 0 0,0 0 0,0-1 0,0 1 0,0 0 0,0 0 0,0 1 0,3 8 0,-1 0 0,1 0 0,1 0 0,0 0 0,8 14 0,2 5 0,-6-11 0,-1 1 0,-1 0 0,-1 0 0,3 21 0,-8-40 0,-1 1 0,1-1 0,0 1 0,0-1 0,0 1 0,0-1 0,1 0 0,-1 1 0,0-1 0,0 1 0,0-1 0,0 1 0,0-1 0,1 1 0,-1-1 0,0 0 0,0 1 0,1-1 0,-1 1 0,0-1 0,0 0 0,1 1 0,-1-1 0,0 0 0,1 1 0,-1-1 0,1 0 0,0 1 0,-1-2 0,1 1 0,0 0 0,-1-1 0,1 1 0,-1-1 0,1 1 0,-1-1 0,1 1 0,-1-1 0,1 1 0,-1-1 0,1 1 0,-1-1 0,0 1 0,1-2 0,11-28 0,-3 4 0,1-7 0,21-47 0,-30 78 0,0 0 0,0 0 0,0 0 0,0 1 0,0-1 0,0 0 0,0 1 0,0-1 0,1 1 0,-1 0 0,1-1 0,-1 1 0,1 0 0,0 0 0,-1 0 0,1 0 0,3-2 0,-3 3 0,-1 0 0,1 0 0,-1 0 0,1 1 0,-1-1 0,1 0 0,-1 0 0,1 1 0,-1-1 0,0 1 0,1 0 0,-1-1 0,0 1 0,1 0 0,-1 0 0,0-1 0,0 1 0,0 0 0,0 0 0,0 1 0,0-1 0,0 0 0,0 0 0,1 2 0,7 11 0,0-1 0,-1 2 0,10 25 0,12 21 0,-26-54 0,0-1 0,0 0 0,1 0 0,0-1 0,0 1 0,0-1 0,6 4 0,-10-8-105,0 0 0,1 0 0,-1 0 0,0-1 0,0 1 0,1 0 0,-1-1 0,0 0 0,1 1 0,-1-1 0,1 0 0,1 1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57 24575,'-27'-3'0,"-14"-3"0,-2 0 0,1 0 0,3 0 0,5 0 0,7 1 0,4 1 0,5 2 0,3 1 0,3-1 0,2-2 0,2-1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3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45 24575,'-29'-5'0,"-13"-2"0,-3 1 0,2-1 0,5 0 0,6 1 0,6 3 0,4 0 0,5 2 0,2 3 0,3 2-8191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4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17 24575,'-16'8'0,"0"0"0,-30 21 0,41-26 0,0 1 0,0 0 0,1-1 0,0 2 0,0-1 0,0 0 0,1 1 0,-1 0 0,1-1 0,0 2 0,0-1 0,1 0 0,-3 7 0,4-9 0,1 0 0,0 1 0,-1-1 0,1 0 0,1 0 0,-1 0 0,0 0 0,1 0 0,-1 0 0,1 0 0,0 0 0,0 0 0,0 0 0,1 0 0,-1 0 0,1-1 0,-1 1 0,1 0 0,0-1 0,0 1 0,0-1 0,0 0 0,0 0 0,4 2 0,5 6 0,1-2 0,1 0 0,22 12 0,-32-19 0,20 11 0,41 14 0,-52-23 0,-1 1 0,1-2 0,0 0 0,-1 0 0,24 0 0,-31-2 0,-1 0 0,1-1 0,-1 1 0,0-1 0,1 1 0,-1-1 0,0 0 0,0-1 0,1 1 0,-1 0 0,0-1 0,0 0 0,0 0 0,-1 0 0,1 0 0,4-4 0,-5 3 0,1 0 0,-1 0 0,0-1 0,0 0 0,0 1 0,0-1 0,-1 0 0,0 0 0,1 1 0,-1-1 0,-1 0 0,2-5 0,-2-3 0,0 1 0,0 0 0,-1-1 0,0 1 0,-1 0 0,0-1 0,-1 1 0,-8-21 0,7 24 0,1-1 0,-2 1 0,1 0 0,-1 0 0,0 0 0,-10-11 0,11 16 0,1-1 0,-1 1 0,0 0 0,0 0 0,0 1 0,0-1 0,-1 1 0,1 0 0,-1 0 0,1 1 0,-1-1 0,0 1 0,1 0 0,-8 0 0,-30-2-1365,24 4-5461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5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190 145 24575,'-4'0'0,"1"0"0,0 0 0,-1 0 0,1 1 0,0 0 0,0-1 0,-1 1 0,1 0 0,0 1 0,0-1 0,0 0 0,0 1 0,0 0 0,0-1 0,1 1 0,-1 1 0,-3 2 0,4-2 0,0-1 0,0 1 0,1-1 0,-1 1 0,1 0 0,0 0 0,0-1 0,0 1 0,0 0 0,0 0 0,1 0 0,-1 0 0,1 0 0,0 0 0,0 0 0,0 0 0,0 0 0,1 0 0,0 6 0,2-1 0,0 1 0,0-1 0,1 0 0,0 0 0,9 14 0,25 32 0,-30-44 0,-38-50 0,-11-15 0,-60-102 0,85 120 0,15 35 0,0-1 0,0 1 0,1-1 0,-1 1 0,1 0 0,0-1 0,-1 1 0,1-1 0,0 1 0,1-1 0,-1 1 0,0-1 0,2-4 0,-2 7 0,1-1 0,-1 0 0,1 1 0,-1-1 0,1 1 0,-1-1 0,1 0 0,0 1 0,-1 0 0,1-1 0,0 1 0,-1-1 0,1 1 0,0 0 0,-1-1 0,1 1 0,0 0 0,0 0 0,0 0 0,-1-1 0,1 1 0,0 0 0,0 0 0,0 0 0,-1 0 0,1 0 0,0 1 0,0-1 0,-1 0 0,1 0 0,0 0 0,0 1 0,-1-1 0,1 0 0,0 1 0,0-1 0,0 1 0,4 1 0,-1 1 0,0 0 0,1-1 0,5 6 0,7 9 0,30 38 0,-2-3 0,-39-46 0,124 119 0,-115-114 0,-1 0 0,1-1 0,1 0 0,0-1 0,0-1 0,1-1 0,32 10 0,-48-16 0,1-1 0,-1 1 0,1-1 0,-1 0 0,1 0 0,-1 1 0,1-1 0,-1 0 0,1 0 0,-1-1 0,1 1 0,0 0 0,-1 0 0,1-1 0,-1 1 0,1-1 0,-1 1 0,0-1 0,1 0 0,-1 1 0,0-1 0,1 0 0,-1 0 0,2-2 0,-1 1 0,-1-1 0,0 1 0,1-1 0,-1 1 0,0-1 0,0 1 0,0-1 0,-1 1 0,1-1 0,-1 0 0,1 0 0,-1 1 0,0-5 0,0-17 0,-2 0 0,0 0 0,-1 0 0,-1 0 0,-2 0 0,0 1 0,-2 0 0,0 0 0,-2 0 0,0 1 0,-15-23 0,24 43-72,0 0 1,0 0-1,-1 0 0,1 0 0,0 0 0,-1 0 0,1 1 0,-1-1 1,0 1-1,1-1 0,-1 1 0,0-1 0,0 1 0,0 0 0,0 0 1,0 0-1,0 0 0,-3-1 0,-3 3-6754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5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15 24575,'-24'-2'0,"-11"-1"0,-2 0 0,3 0 0,2 1 0,5 1 0,4 1 0,1-1 0,1 1 0,3 0 0,4 1-8191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24575,'0'2'0,"3"6"0,5 7 0,4 5 0,3 4 0,0 4 0,1-2 0,0 1 0,0 0 0,-3-2 0,-2-3 0,1 0 0,-3-1 0,1-2 0,-2-2 0,-3-1 0,-1-4-8191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3 24575,'-4'-1'0,"1"1"0,-1-1 0,0 1 0,1 0 0,-1 0 0,0 0 0,0 0 0,1 1 0,-5 1 0,7-2 0,0 0 0,0 1 0,0-1 0,0 0 0,0 1 0,1-1 0,-1 1 0,0 0 0,0-1 0,1 1 0,-1 0 0,0-1 0,1 1 0,-1 0 0,1 0 0,-1-1 0,1 1 0,-1 0 0,1 0 0,0 0 0,-1 0 0,1 0 0,0 0 0,0 0 0,-1-1 0,1 1 0,0 0 0,0 0 0,0 0 0,0 0 0,0 0 0,1 0 0,-1 0 0,0 0 0,0 0 0,1 0 0,-1 0 0,0 0 0,1-1 0,0 2 0,2 5 0,0-1 0,0 0 0,1 0 0,-1-1 0,2 1 0,-1-1 0,0 1 0,1-1 0,8 6 0,8 6 0,26 15 0,-31-22 0,38 23 0,1-2 0,1-2 0,88 31 0,-134-57 40,-1 0 0,15 2 0,-22-4-118,0-1 0,0 1 0,0-1-1,0 0 1,0 0 0,0 0 0,0 0 0,0-1 0,0 1-1,0-1 1,0 1 0,0-1 0,0 1 0,0-1 0,0 0-1,0 0 1,-1 0 0,4-2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7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0 24575,'-22'15'0,"-10"7"0,1 2 0,2 0 0,8-2 0,3-2 0,6-2 0,2-2 0,3-1 0,2 0 0,0-1 0,1 0 0,-2 0 0,1 0 0,-2-2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8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86 24575,'-22'-11'0,"-70"-33"0,74 37 0,0 1 0,0 0 0,-25-4 0,40 9 0,-1 1 0,1 0 0,0-1 0,-1 1 0,1 0 0,0 1 0,-1-1 0,1 1 0,0-1 0,0 1 0,-1 0 0,1 0 0,0 1 0,0-1 0,0 0 0,0 1 0,0 0 0,1 0 0,-5 3 0,4-2 0,1 0 0,0 0 0,-1 0 0,1 0 0,0 0 0,1 1 0,-1-1 0,0 0 0,1 1 0,0-1 0,0 1 0,0 0 0,0 0 0,1-1 0,-1 1 0,1 0 0,0 4 0,0-4 0,1 1 0,0 0 0,0 0 0,0-1 0,0 1 0,1 0 0,0-1 0,0 0 0,4 7 0,4 6 0,15 16 0,1 2 0,-17-19 0,0 1 0,-1-1 0,0 2 0,-2-1 0,9 35 0,-10-26 0,-1 1 0,-2-1 0,0 42 0,-3-34 0,-1-2 0,4 31 0,-2-60 0,1-1 0,-1 1 0,1 0 0,0-1 0,0 1 0,0-1 0,0 1 0,0-1 0,0 0 0,1 1 0,-1-1 0,1 0 0,0 0 0,-1 0 0,1 0 0,0 0 0,0-1 0,0 1 0,0 0 0,1-1 0,-1 0 0,0 1 0,1-1 0,-1 0 0,1 0 0,-1 0 0,1-1 0,3 2 0,-4-2 0,1 0 0,-1 1 0,0-1 0,0 0 0,1 0 0,-1-1 0,0 1 0,0 0 0,1-1 0,-1 1 0,0-1 0,0 0 0,0 0 0,0 0 0,0 0 0,0 0 0,0 0 0,0 0 0,0-1 0,0 1 0,-1-1 0,1 1 0,-1-1 0,1 0 0,-1 1 0,1-1 0,-1 0 0,0 0 0,0 0 0,0 0 0,0 0 0,0-1 0,0-2 0,1-2-273,-1 0 0,0 0 0,-1 0 0,0-8 0,0 2-6553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24575,'1'4'0,"-1"0"0,1 0 0,0 0 0,0 0 0,1 0 0,-1 0 0,1 0 0,-1 0 0,1-1 0,0 1 0,1-1 0,-1 0 0,3 4 0,-1-3 0,0 1 0,0-1 0,1 0 0,-1 0 0,1 0 0,0-1 0,0 0 0,7 4 0,-11-6 0,0-1 0,1 1 0,-1 0 0,0-1 0,1 1 0,-1-1 0,1 0 0,-1 1 0,1-1 0,-1 0 0,1 0 0,-1 0 0,0 0 0,1 0 0,-1 0 0,1 0 0,-1-1 0,1 1 0,-1 0 0,1-1 0,-1 1 0,0-1 0,1 0 0,-1 1 0,0-1 0,0 0 0,1 0 0,-1 0 0,0 0 0,1-1 0,1-3 0,0 1 0,0-1 0,-1 0 0,0 0 0,0 0 0,3-9 0,-1 1 0,-4 11 0,0 1 0,1-1 0,0 1 0,-1-1 0,1 1 0,0-1 0,-1 1 0,1-1 0,0 1 0,0 0 0,0 0 0,0-1 0,1 1 0,-1 0 0,0 0 0,0 0 0,1 0 0,-1 0 0,0 1 0,1-1 0,-1 0 0,1 0 0,-1 1 0,1-1 0,0 1 0,-1 0 0,1-1 0,-1 1 0,1 0 0,0 0 0,-1 0 0,1 0 0,-1 0 0,1 0 0,0 1 0,2 0 0,5 2 0,0 0 0,0 1 0,0 1 0,-1-1 0,10 7 0,-6-3 0,104 54 0,-112-60 0,0 0 0,1 0 0,-1-1 0,0 1 0,1-1 0,7 1 0,-12-2 2,0 0 0,1 0 0,-1 0 0,0 0 0,0 0 0,1 0 0,-1 0 0,0-1 0,0 1 0,1 0 0,-1 0 0,0 0 0,0 0 0,1 0 0,-1 0 0,0-1 0,0 1 0,0 0 0,1 0 0,-1 0 0,0 0 0,0-1 0,0 1 0,0 0 0,0 0 0,1-1 0,-1 1 0,0 0 0,0 0 0,0-1 0,0 1 0,0 0 0,0 0 0,0-1 0,0 1 0,0 0 0,0 0 0,0-1 0,0 1 0,0 0 0,0 0 0,0-1 0,0 1 0,0 0 0,0 0 0,0-1 0,0 1 0,-1 0 0,1 0 0,0-1 0,0 1 0,0 0 0,-1-1 0,-6-13-1475,0 6-5353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19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24575,'5'-8'0,"1"1"0,0-1 0,0 1 0,13-12 0,-18 18 0,0 0 0,0 0 0,0 0 0,1 0 0,-1 0 0,0 0 0,1 1 0,-1-1 0,1 0 0,-1 1 0,1-1 0,-1 1 0,1 0 0,-1-1 0,1 1 0,-1 0 0,1 0 0,-1 0 0,1 0 0,0 0 0,-1 0 0,1 0 0,-1 1 0,1-1 0,-1 1 0,1-1 0,-1 1 0,1-1 0,-1 1 0,0 0 0,1 0 0,-1 0 0,0 0 0,1 0 0,-1 0 0,0 0 0,1 1 0,3 4 0,-1 0 0,0 0 0,0 0 0,-1 0 0,0 0 0,4 9 0,11 42 0,-13-42 0,5 25 0,-1 0 0,5 59 0,-8 82 0,-6-157 0,1-1 0,7 44 0,-7-60 17,1 0 0,-1 1 1,-1-1-1,1 1 0,-1-1 0,-2 13 0,2-18-82,-1 1 1,1-1-1,-1 1 1,0-1-1,0 0 1,0 1-1,-1-1 0,1 0 1,0 0-1,-1 0 1,1 0-1,-1 0 1,0 0-1,0 0 0,0 0 1,0-1-1,0 1 1,0-1-1,0 1 1,0-1-1,-1 0 1,-3 2-1,-6 1-6761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0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147 231 24575,'4'-8'0,"0"0"0,1 0 0,-1 0 0,2 0 0,-1 1 0,1 0 0,0 0 0,1 0 0,13-10 0,-9 8 0,-1-1 0,0 0 0,10-14 0,-19 22 0,0 1 0,0 0 0,0-1 0,-1 1 0,1 0 0,-1-1 0,1 1 0,-1-1 0,1 1 0,-1-1 0,0 1 0,0-1 0,0 1 0,0-1 0,0 1 0,0-1 0,0 1 0,0-1 0,0 1 0,-1-1 0,1 1 0,-1 0 0,1-1 0,-1 1 0,0-1 0,1 1 0,-1 0 0,0 0 0,0-1 0,0 1 0,0 0 0,0 0 0,0 0 0,0 0 0,0 0 0,-1 0 0,-1-1 0,-4-3 0,-1 1 0,1 0 0,-1 0 0,1 1 0,-13-4 0,8 3 0,-1 1 0,1 1 0,-1 0 0,0 0 0,1 1 0,-1 1 0,-16 1 0,24 0 0,1 0 0,-1 0 0,1 0 0,-1 0 0,1 1 0,0-1 0,0 1 0,-1 0 0,1 1 0,-4 2 0,5-3 0,1 1 0,0-1 0,0 0 0,0 1 0,0-1 0,0 1 0,0 0 0,1-1 0,-1 1 0,1 0 0,0 0 0,-1 0 0,1 0 0,1 0 0,-1 0 0,0 4 0,0 2 0,1-1 0,0 1 0,1-1 0,0 0 0,0 1 0,1-1 0,0 0 0,0 0 0,4 9 0,3 4 0,1 0 0,13 21 0,-18-34 0,1-1 0,-1 1 0,1-1 0,0 0 0,1-1 0,0 0 0,0 0 0,0 0 0,1-1 0,0 0 0,0 0 0,0-1 0,1 0 0,-1 0 0,1-1 0,0 0 0,16 2 0,10 2 0,0-3 0,0-1 0,44-1 0,70-3-1365,-136 1-5461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55 24575,'-76'-12'0,"-1"3"0,-90 1 0,151 9 0,-1-2 0,1 0 0,0-1 0,0 0 0,-30-9 0,31 6-1365,1 1-5461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1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 24575,'1'29'0,"1"-1"0,1 1 0,9 30 0,29 82 0,-6-61 0,-23-56 0,-1-1 0,8 29 0,-19-51 0,1 1 0,-1-1 0,0 1 0,1-1 0,-1 1 0,0-1 0,0 1 0,0-1 0,0 1 0,0-1 0,0 1 0,0-1 0,0 1 0,-1-1 0,1 1 0,-1-1 0,1 0 0,-1 1 0,1-1 0,-1 0 0,0 1 0,0-1 0,1 0 0,-1 0 0,0 1 0,0-1 0,0 0 0,-1 0 0,1 0 0,0 0 0,0-1 0,0 1 0,-1 0 0,1 0 0,0-1 0,-1 1 0,1-1 0,-1 1 0,1-1 0,-1 0 0,-2 1 0,-2 0 0,-1 0 0,0-1 0,1 0 0,-1 0 0,0 0 0,0-1 0,1 0 0,-8-2 0,-7-3 0,0-1 0,1-1 0,0 0 0,0-2 0,1 0 0,0-1 0,-26-21 0,40 28 0,1 0 0,0 0 0,0-1 0,0 1 0,0-1 0,1 0 0,-6-9 0,8 11 0,0 1 0,0-1 0,0 0 0,1 1 0,-1-1 0,1 0 0,-1 0 0,1 1 0,0-1 0,0 0 0,0 0 0,0 1 0,1-1 0,-1 0 0,1 0 0,-1 1 0,1-1 0,0 0 0,2-2 0,1-4-195,1 1 0,0 0 0,1 0 0,0 0 0,0 1 0,11-11 0,-4 7-6631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1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 24575,'-9'-2'0,"-5"1"0,0 3 0,-2 5 0,2 2 0,4 1-8191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24575,'30'-12'0,"-16"10"0,1 1 0,-1 0 0,1 1 0,-1 1 0,1 0 0,23 5 0,-14 0 0,-1 0 0,0 2 0,27 12 0,-46-19 0,-1 1 0,1 0 0,0 0 0,-1 1 0,1-1 0,-1 1 0,1 0 0,-1-1 0,0 2 0,-1-1 0,1 0 0,4 6 0,-6-7 0,-1 0 0,1 0 0,0 1 0,0-1 0,-1 0 0,0 0 0,1 0 0,-1 1 0,0-1 0,0 0 0,0 1 0,0-1 0,0 0 0,-1 0 0,1 1 0,-1-1 0,1 0 0,-1 0 0,0 0 0,0 0 0,0 0 0,0 0 0,0 0 0,-1 0 0,0 2 0,-5 3 0,0 0 0,0 0 0,-1 0 0,0-1 0,0 0 0,0 0 0,-1-1 0,1-1 0,-12 6 0,7-4 0,0 0 0,1 2 0,-18 12 0,29-19 0,0 0 0,-1 0 0,1 0 0,0 0 0,0 1 0,0-1 0,0 0 0,0 0 0,0 1 0,1-1 0,-1 0 0,0 1 0,1-1 0,-1 1 0,0-1 0,1 1 0,0-1 0,-1 1 0,1 0 0,0-1 0,0 1 0,0 2 0,1-2 0,-1-1 0,1 1 0,0-1 0,0 1 0,0-1 0,0 1 0,0-1 0,0 0 0,0 1 0,0-1 0,0 0 0,1 0 0,-1 0 0,0 0 0,1 0 0,-1 0 0,1 0 0,-1 0 0,1 0 0,2 0 0,5 2 0,-1 0 0,1-1 0,0-1 0,0 1 0,-1-1 0,1-1 0,0 1 0,15-3 0,-6 0 0,0-1 0,0 0 0,21-8 0,-30 8-124,-1-1 0,0 1 0,0-1 0,0-1 0,0 0 0,-1 0-1,1 0 1,-1-1 0,-1 0 0,11-11 0,-9 7-6702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2 0,0 2 0,2 0 0,0-1 0,2 2 0,2 1 0,2 1 0,-1 1 0,0-2 0,1-4 0,1 1 0,2-3 0,-3 1 0,0-1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24575,'5'8'0,"2"4"0,1 3 0,3 4 0,2 1 0,0-1 0,-1 0 0,-1 1 0,1-1 0,0-3 0,-1-2 0,-3-1 0,0 0 0,-2-2-8191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80 24575,'-27'-14'0,"-11"-6"0,-2 1 0,3 4 0,6 7 0,6 5 0,2 5 0,2 5 0,1 3 0,0 1 0,-1 0 0,1-1 0,3-3-8191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24575,'0'-1'0,"-1"-1"0,0 1 0,1 0 0,-1 0 0,0 0 0,0 0 0,0 0 0,0 1 0,0-1 0,-2-1 0,3 2 0,0 0 0,0 0 0,-1 0 0,1 0 0,0 0 0,0 0 0,0 0 0,0 0 0,-1 0 0,1 0 0,0 0 0,0 0 0,0 1 0,0-1 0,0 0 0,-1 0 0,1 0 0,0 0 0,0 0 0,0 0 0,0 1 0,0-1 0,0 0 0,0 0 0,0 0 0,-1 0 0,1 1 0,0-1 0,0 0 0,0 0 0,0 0 0,0 0 0,0 1 0,0-1 0,0 0 0,0 0 0,0 0 0,0 1 0,0-1 0,0 0 0,4 31 0,8 15 0,2-2 0,29 63 0,-38-97 0,13 30 0,3-2 0,1 0 0,38 50 0,-32-55-1365,-20-23-5461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3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24575,'-14'0'0,"2"-1"0,-1 1 0,1 1 0,-1 0 0,1 0 0,-1 1 0,1 1 0,0 0 0,-13 5 0,24-8 0,-1 1 0,1-1 0,-1 1 0,1 0 0,0 0 0,-1 0 0,1 0 0,0 0 0,0 0 0,0 0 0,-1 0 0,1 1 0,0-1 0,1 0 0,-1 1 0,0-1 0,0 1 0,1-1 0,-1 0 0,0 1 0,1 0 0,0-1 0,-1 1 0,1-1 0,0 1 0,0-1 0,0 1 0,0 0 0,0-1 0,0 1 0,0 0 0,1 1 0,0 0 0,0 0 0,0 0 0,0-1 0,1 1 0,-1-1 0,1 1 0,-1-1 0,1 1 0,0-1 0,0 0 0,0 0 0,0 0 0,0 0 0,1 0 0,-1-1 0,6 4 0,2-2 0,0 1 0,1-1 0,-1-1 0,1 0 0,0-1 0,-1 0 0,13 0 0,15 1 0,-18 1-117,59 3 368,-68-5-551,0-1 0,0-1 1,0 0-1,21-5 0,-22 3-6526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4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26 24575,'-5'-7'0,"-1"0"0,9 12 0,2 2 0,0-1 0,0 1 0,1-1 0,8 7 0,13 14 0,-19-17 0,1-1 0,17 15 0,-22-21 0,0 0 0,0 0 0,1 0 0,0 0 0,-1-1 0,1 0 0,0 0 0,0 0 0,8 1 0,-12-3 0,0 0 0,0 1 0,0-1 0,1 0 0,-1 0 0,0 0 0,0 0 0,0-1 0,1 1 0,-1 0 0,0 0 0,0-1 0,0 1 0,0-1 0,0 1 0,1-1 0,-1 1 0,0-1 0,0 0 0,1 0 0,-1-1 0,0 1 0,0-1 0,0 1 0,1-1 0,-1 0 0,-1 0 0,1 1 0,0-1 0,0 0 0,-1 0 0,1-2 0,1-6 0,-1 0 0,0 0 0,-2-20 0,1 22 0,-1 2 0,1 1 0,0 1 0,0 0 0,0-1 0,0 1 0,2-8 0,-2 11 0,1 1 0,-1-1 0,0 0 0,1 0 0,-1 0 0,1 1 0,-1-1 0,1 0 0,-1 1 0,1-1 0,-1 0 0,1 1 0,0-1 0,-1 1 0,1-1 0,0 1 0,-1-1 0,1 1 0,0 0 0,0-1 0,-1 1 0,1 0 0,0-1 0,0 1 0,0 0 0,0 0 0,-1 0 0,1 0 0,0 0 0,0 0 0,0 0 0,0 0 0,-1 0 0,1 0 0,2 1 0,3 0 0,0 1 0,0 0 0,0 1 0,0-1 0,0 1 0,7 5 0,34 25 0,-12-8 0,-11-11-38,-17-10-151,0-1-1,0 1 0,-1 1 1,0-1-1,1 1 1,6 9-1,-6-6-6636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5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38 24575,'0'-4'0,"1"0"0,-1-1 0,-1 1 0,1 0 0,-2-7 0,2 11 0,0 0 0,0-1 0,0 1 0,0 0 0,0 0 0,0-1 0,0 1 0,-1 0 0,1 0 0,0-1 0,0 1 0,0 0 0,0 0 0,-1 0 0,1-1 0,0 1 0,0 0 0,0 0 0,-1 0 0,1 0 0,0-1 0,0 1 0,-1 0 0,1 0 0,0 0 0,-1 0 0,1 0 0,-1 0 0,1 0 0,-1 0 0,0 0 0,0 1 0,0-1 0,1 1 0,-1-1 0,0 0 0,1 1 0,-1-1 0,0 1 0,1 0 0,-1-1 0,0 1 0,1-1 0,-1 2 0,-16 19 0,1 0 0,2 1 0,-24 46 0,-25 80 0,28-61 0,2 0 0,-31 135 0,48-160 0,4-27-1365,9-26-5461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25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102 124 24575,'-2'0'0,"1"0"0,-1 0 0,0 0 0,1 1 0,-1-1 0,0 0 0,1 0 0,-1 1 0,1-1 0,-1 1 0,0 0 0,1-1 0,0 1 0,-1 0 0,1 0 0,-1 0 0,1 0 0,0 0 0,-1 0 0,1 0 0,0 1 0,-1 0 0,0 1 0,1 1 0,0-1 0,-1 0 0,1 0 0,1 1 0,-1-1 0,0 0 0,1 1 0,-1 6 0,0 8 0,1-1 0,0 1 0,1 0 0,1-1 0,0 1 0,2-1 0,0 0 0,1 0 0,13 31 0,-17-47 0,8 17 0,-6-15 0,-5-12 0,-34-84 0,23 61 0,1 0 0,-13-56 0,19 60 0,3 16 0,1 1 0,0-1 0,0 0 0,1-16 0,1 27 0,0 0 0,0 1 0,0-1 0,0 0 0,0 1 0,0-1 0,0 0 0,0 0 0,1 1 0,-1-1 0,0 0 0,0 1 0,1-1 0,-1 1 0,1-1 0,-1 0 0,0 1 0,1-1 0,-1 1 0,1-1 0,-1 1 0,2-1 0,-2 0 0,1 1 0,0 0 0,-1 0 0,1 0 0,0 0 0,0 0 0,-1 0 0,1 0 0,0 0 0,-1 0 0,1 0 0,0 0 0,-1 1 0,1-1 0,0 0 0,-1 0 0,1 1 0,0-1 0,5 4 0,-1 0 0,1-1 0,8 10 0,-11-10 0,62 55 0,3-2 0,2-3 0,2-3 0,126 64 0,-191-110 0,0-1 0,1 0 0,-1 0 0,0-1 0,10 2 0,-15-4 0,-1 0 0,1 1 0,-1-1 0,0 0 0,1 0 0,-1 0 0,1-1 0,-1 1 0,0 0 0,1 0 0,-1-1 0,1 1 0,-1-1 0,0 1 0,1-1 0,-1 1 0,0-1 0,0 0 0,0 0 0,0 0 0,1 0 0,-1 0 0,0 0 0,0 0 0,-1 0 0,1 0 0,0 0 0,0 0 0,0-1 0,-1 1 0,1 0 0,-1 0 0,1-1 0,-1 1 0,1-3 0,1-11 0,0 0 0,-1 1 0,0-1 0,-3-27 0,0 4 0,1 16 24,0 1 0,-2-1 0,0 0 0,-7-21 0,8 34-138,-1 1 0,0-1-1,-1 1 1,1 0 0,-2 0 0,1 1-1,-1-1 1,0 1 0,-1 0 0,0 0-1,0 0 1,-11-8 0,5 6-6712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2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24575,'2'40'0,"1"1"0,17 78 0,32 76 0,-16-70 0,-24-84 0,-6-23 0,-1 0 0,4 24 0,-9-32 0,-5-16 0,-3-15 0,4 11 0,1 0 0,1 0 0,0-1 0,0 1 0,1-1 0,0 0 0,1 1 0,2-20 0,-2 26 0,1-1 0,0 1 0,0 0 0,1 0 0,-1 0 0,1 0 0,0 0 0,0 1 0,0-1 0,1 0 0,-1 1 0,1-1 0,0 1 0,0 0 0,0 0 0,0 0 0,0 1 0,1-1 0,-1 1 0,1-1 0,0 1 0,0 0 0,0 1 0,6-3 0,1 2 0,-1 0 0,0 0 0,1 1 0,-1 1 0,1 0 0,-1 0 0,1 1 0,-1 0 0,0 1 0,1 0 0,-1 0 0,0 1 0,0 1 0,-1 0 0,1 0 0,-1 1 0,0 0 0,0 1 0,14 11 0,-20-15 0,-1 0 0,0 0 0,0 1 0,1-1 0,-2 1 0,1 0 0,0 0 0,0-1 0,-1 1 0,0 0 0,0 0 0,1 1 0,-2-1 0,1 0 0,0 0 0,-1 0 0,1 7 0,-1-7 0,-1 1 0,0 0 0,0 0 0,0 0 0,0-1 0,-1 1 0,0 0 0,1-1 0,-1 1 0,0-1 0,-1 0 0,1 0 0,-1 0 0,-4 5 0,-2 0 0,-1 1 0,0-1 0,0-1 0,-1 0 0,0-1 0,-1 0 0,1 0 0,-22 7 0,3-4 0,-1-2 0,-44 7 0,71-14 0,1 1 0,-1-1 0,1 0 0,-1 0 0,1-1 0,-1 1 0,-4-2 0,7 2 0,0 0 0,1 0 0,-1-1 0,1 1 0,-1 0 0,1 0 0,-1-1 0,0 1 0,1-1 0,-1 1 0,1 0 0,0-1 0,-1 1 0,1-1 0,-1 1 0,1-1 0,0 1 0,-1-1 0,1 0 0,-1 0 0,1 0 0,0 0 0,0 0 0,0 0 0,0 1 0,0-1 0,1 0 0,-1 0 0,0 0 0,0 0 0,0 0 0,1 1 0,-1-1 0,0 0 0,1 0 0,-1 1 0,1-1 0,0-1 0,3-3-170,1-1-1,0 1 0,0 1 1,0-1-1,0 1 0,1-1 1,8-3-1,-2 0-6655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2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24575,'-2'0'0,"-14"0"0,-29 4 0,41-4 0,1 1 0,0-1 0,0 1 0,-1 0 0,1 0 0,0 0 0,0 1 0,0-1 0,0 1 0,0-1 0,0 1 0,0 0 0,1 0 0,-1 1 0,-2 2 0,4-4 0,1 0 0,-1-1 0,1 1 0,-1 0 0,1 0 0,-1 0 0,1 0 0,-1 0 0,1 0 0,0 0 0,0 0 0,0 0 0,0 0 0,-1 0 0,1 0 0,0 0 0,1 0 0,-1 0 0,0 0 0,0 0 0,0 0 0,1 1 0,0 0 0,0 0 0,0 0 0,0 0 0,0 0 0,1-1 0,-1 1 0,0-1 0,1 1 0,-1-1 0,3 2 0,2 1 0,0 0 0,0-1 0,0 1 0,0-2 0,12 5 0,-7-4 0,1-1 0,-1 0 0,1-1 0,-1 0 0,1 0 0,-1-2 0,1 1 0,-1-1 0,1-1 0,15-4 0,-22 4 0,-1 0 0,0 0 0,0 0 0,1-1 0,-2 1 0,1-1 0,0 0 0,-1 0 0,4-4 0,-5 6 0,-1-1 0,0 1 0,1 0 0,-1-1 0,0 0 0,0 1 0,0-1 0,0 1 0,-1-1 0,1 0 0,0 0 0,-1 0 0,1 1 0,-1-1 0,1 0 0,-1 0 0,0 0 0,0 0 0,0 0 0,0 0 0,0 1 0,0-1 0,-1 0 0,0-3 0,1 5 0,0 0 0,0 0 0,0-1 0,0 1 0,0 0 0,0 0 0,0 0 0,0 0 0,0 0 0,0 0 0,0-1 0,-1 1 0,1 0 0,0 0 0,0 0 0,0 0 0,0 0 0,0 0 0,0 0 0,0 0 0,0 0 0,0-1 0,0 1 0,-1 0 0,1 0 0,0 0 0,0 0 0,0 0 0,0 0 0,0 0 0,0 0 0,0 0 0,-1 0 0,1 0 0,0 0 0,0 0 0,0 0 0,0 0 0,0 0 0,-1 0 0,-2 5 0,1 9 0,2-12 0,0 1 0,0-1 0,1 0 0,-1 0 0,1 0 0,0 0 0,-1 0 0,1 0 0,0 0 0,0-1 0,0 1 0,0 0 0,0 0 0,1-1 0,-1 1 0,1 0 0,-1-1 0,1 0 0,-1 1 0,1-1 0,0 0 0,0 0 0,-1 0 0,1 0 0,0 0 0,0 0 0,0 0 0,0-1 0,0 1 0,0-1 0,0 0 0,0 1 0,1-1 0,-1 0 0,0 0 0,0 0 0,0 0 0,0-1 0,0 1 0,0-1 0,0 1 0,3-2 0,29-12-1365,-19 6-5461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 24575,'-7'1'0,"-1"0"0,1 1 0,0 0 0,0 0 0,0 1 0,0 0 0,-9 5 0,14-7 0,0 1 0,1-1 0,-1 0 0,1 1 0,-1-1 0,1 1 0,-1-1 0,1 1 0,0-1 0,0 1 0,0 0 0,0 0 0,0 0 0,0 0 0,0 0 0,1 0 0,-1 0 0,1 0 0,-1 0 0,1 0 0,0 0 0,0 0 0,0 0 0,0 0 0,0 0 0,0 0 0,1 0 0,-1 0 0,1 0 0,1 4 0,1 1 0,0 1 0,1-1 0,0 0 0,1 1 0,-1-2 0,1 1 0,1-1 0,6 7 0,52 44 0,-60-54 0,30 21 0,9 8 0,-39-29 0,0 1 0,0 0 0,0 0 0,-1 0 0,1 1 0,5 8 0,-9-12 0,0 0 0,1-1 0,-1 1 0,0 0 0,1 0 0,-1-1 0,0 1 0,0 0 0,0 0 0,0-1 0,0 1 0,0 0 0,0 0 0,0 0 0,0-1 0,0 1 0,0 0 0,0 0 0,0 0 0,-1-1 0,1 1 0,0 0 0,0-1 0,-1 1 0,0 1 0,0-1 0,0 0 0,0 0 0,-1 0 0,1 0 0,0 0 0,-1 0 0,1 0 0,-1 0 0,1 0 0,-1-1 0,-1 2 0,-6 0 0,0 0 0,0 0 0,-12 0 0,19-2 0,-34 3 0,-71-5 0,104 2-85,0-1 0,0 1-1,0 0 1,0-1 0,0 0-1,0 1 1,0-1 0,0-1-1,0 1 1,0 0 0,1-1-1,-1 1 1,0-1 0,1 0-1,-4-3 1,1-3-6741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0 24575,'-3'15'0,"-3"4"0,0 3 0,-2-4 0,-2-4 0,1-8 0,-1-4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3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24575,'0'-3'0,"0"2"0,3 4 0,0 6 0,0 4 0,-1 2 0,3 1 0,-1 0 0,0-2-8191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24575,'-85'2'0,"72"-1"0,1 1 0,-1 0 0,1 1 0,-19 6 0,29-8 0,-1 0 0,1 0 0,0 0 0,-1 0 0,1 1 0,0-1 0,0 0 0,0 1 0,0 0 0,0-1 0,1 1 0,-1 0 0,0 0 0,1 0 0,-1 0 0,1 0 0,0 0 0,0 1 0,0-1 0,0 0 0,-1 4 0,1-2 0,1 0 0,0 0 0,0 0 0,0 0 0,0 0 0,1 0 0,0 0 0,0 0 0,0 0 0,0 0 0,0-1 0,4 8 0,1 0 0,1 0 0,0 0 0,0 0 0,1-1 0,11 12 0,52 43 0,-32-30 0,-38-35 0,-1 1 0,1-1 0,0 1 0,-1-1 0,1 1 0,-1-1 0,1 1 0,-1 0 0,1-1 0,-1 1 0,1 0 0,-1 0 0,1-1 0,-1 1 0,0 0 0,1 0 0,-1 0 0,0-1 0,0 1 0,0 0 0,0 0 0,0 0 0,0 0 0,0 0 0,0-1 0,0 1 0,0 0 0,0 0 0,0 0 0,-1 0 0,1-1 0,0 1 0,0 0 0,-1 0 0,1 0 0,-1-1 0,1 1 0,-1 0 0,1-1 0,-1 1 0,1 0 0,-1-1 0,0 1 0,1-1 0,-1 1 0,0-1 0,0 1 0,1-1 0,-1 0 0,-1 1 0,-4 3 0,-1-1 0,0 0 0,0-1 0,-9 3 0,-3 0-455,-1-2 0,-34 3 0,33-5-6371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47 24575,'-15'-8'0,"0"0"0,0 1 0,-1 1 0,-31-9 0,43 14 0,0 1 0,-1-1 0,1 1 0,0 0 0,-1 0 0,1 0 0,0 1 0,-1-1 0,1 1 0,-7 2 0,8-2 0,0 1 0,1-1 0,-1 1 0,0 0 0,0 0 0,1 0 0,-1 0 0,1 0 0,0 1 0,0-1 0,0 1 0,0-1 0,0 1 0,0 0 0,-2 5 0,0 2 0,0 0 0,1 1 0,0-1 0,1 1 0,0-1 0,1 1 0,0 20 0,2-2 0,7 50 0,0-41 0,0-1 0,3 0 0,1 0 0,1-1 0,3 0 0,0-1 0,3-1 0,0-1 0,2-1 0,2-1 0,50 55 0,-69-82-114,0 1 1,0-2-1,0 1 0,0 0 0,0-1 1,1 0-1,-1 0 0,1 0 0,0-1 1,0 1-1,11 2 0,-5-3-6712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478 136 24575,'-30'-22'0,"-14"-7"0,-5 1 0,-1 5 0,3 7 0,4 6 0,7 5 0,5 3 0,6 2 0,1 1 0,3 0 0,2 3 0,2 0 0,2 0 0,1-1 0,2 1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24575,'0'4'0,"0"0"0,0 0 0,1 0 0,-1 0 0,1 0 0,0-1 0,0 1 0,0 0 0,2 3 0,-2-5 0,1 0 0,-1 0 0,0 0 0,1 0 0,0 0 0,-1-1 0,1 1 0,0-1 0,0 1 0,0-1 0,0 0 0,0 0 0,0 0 0,0 0 0,0 0 0,4 1 0,2 0 0,0 0 0,0-1 0,0 0 0,1 0 0,-1-1 0,0 0 0,0 0 0,0-1 0,1 0 0,-1 0 0,0-1 0,0 0 0,0-1 0,-1 0 0,13-6 0,-17 7 0,-1 0 0,1 0 0,-1 0 0,0 0 0,1-1 0,-1 1 0,0-1 0,1-3 0,-2 5 0,0-1 0,0 0 0,0 1 0,0-1 0,1 1 0,-1-1 0,0 1 0,1-1 0,-1 1 0,0 0 0,1 0 0,0-1 0,-1 1 0,1 1 0,0-1 0,0 0 0,-1 0 0,1 0 0,0 1 0,0-1 0,0 1 0,0 0 0,0-1 0,2 1 0,12 2 0,-1 0 0,1 1 0,-1 0 0,17 7 0,-12-4 0,37 6 0,15-9-1365,-58-3-5461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0 24575,'-4'1'0,"0"0"0,0 0 0,1 1 0,-1-1 0,1 1 0,-1 0 0,1 0 0,0 0 0,0 0 0,0 0 0,0 1 0,0 0 0,0-1 0,0 1 0,1 0 0,-3 4 0,2-1 0,0-1 0,1 1 0,0 0 0,0-1 0,0 1 0,1 0 0,0 0 0,0 0 0,0 11 0,1-12 0,0 1 0,1-1 0,-1 0 0,1 0 0,1 0 0,-1 0 0,1 0 0,-1 0 0,2 0 0,-1 0 0,0-1 0,1 1 0,0-1 0,0 1 0,0-1 0,0 0 0,1 0 0,0-1 0,0 1 0,0-1 0,0 0 0,0 0 0,1 0 0,-1 0 0,1-1 0,0 0 0,0 0 0,0 0 0,0-1 0,0 1 0,0-1 0,0 0 0,0-1 0,0 1 0,1-1 0,-1 0 0,0 0 0,0-1 0,1 0 0,-1 0 0,0 0 0,9-3 0,-8 1 9,0 1-1,0-1 1,-1 0-1,0-1 1,1 1 0,-1-1-1,0 0 1,-1 0-1,1 0 1,-1-1-1,0 0 1,0 0-1,5-8 1,-5 5-174,0 0 0,0 0 0,-1-1 0,-1 1 0,1-1 0,-1 1 0,0-1 0,0-17 0,-1 8-6661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5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24575,'34'92'0,"24"104"0,-51-167 0,19 69 0,35 121 0,-53-198 0,-3-7 0,0 0 0,-1 1 0,3 21 0,-6-35 0,-1 0 0,0 0 0,0 0 0,0 0 0,0 0 0,0 0 0,0 0 0,0 0 0,0 0 0,0 0 0,0 0 0,0 0 0,-1 0 0,1 0 0,0-1 0,-1 1 0,1 0 0,0 0 0,-1 0 0,1 0 0,-1-1 0,0 1 0,1 0 0,-2 1 0,1-2 0,0 0 0,0 0 0,0 1 0,0-1 0,0 0 0,0 0 0,0 0 0,0 0 0,0 0 0,0 0 0,0-1 0,0 1 0,0 0 0,0 0 0,0-1 0,0 1 0,0-1 0,-1 0 0,-6-3 0,1 0 0,0-1 0,1 0 0,-8-7 0,-2-2 0,9 9 0,0-1 0,0-1 0,1 1 0,0-1 0,-8-12 0,13 18 0,1 0 0,-1 1 0,1-1 0,0 0 0,-1 0 0,1 0 0,0 1 0,0-1 0,-1 0 0,1 0 0,0 0 0,0 0 0,0 0 0,0 0 0,0 1 0,0-1 0,1 0 0,-1 0 0,0 0 0,0 0 0,1 0 0,-1 1 0,0-1 0,1 0 0,-1 0 0,1 0 0,-1 1 0,1-1 0,-1 0 0,1 1 0,-1-1 0,1 0 0,0 1 0,-1-1 0,1 1 0,0-1 0,0 1 0,-1-1 0,1 1 0,0 0 0,0-1 0,1 1 0,4-3 0,1 1 0,0 0 0,0 0 0,9 0 0,-7 0 0,96-16 0,-39 7 0,100-29 0,-143 32 0,19-7 0,-38 14 0,0 0 0,0 1 0,0-1 0,1 1 0,-1-1 0,0 1 0,0 0 0,4 1 0,-7-1 0,0 1 0,0-1 0,0 0 0,-1 0 0,1 1 0,0-1 0,0 0 0,0 1 0,-1-1 0,1 1 0,0-1 0,0 1 0,-1-1 0,1 1 0,0 0 0,-1-1 0,1 1 0,-1 0 0,1 0 0,-1-1 0,1 1 0,0 2 0,-1-2 0,1 1 0,-1 0 0,0 0 0,1 0 0,-1 0 0,0 0 0,0 0 0,-1 0 0,1 0 0,-1 2 0,-1 4 0,0-1 0,0 0 0,-1 1 0,-5 7 0,8-13 0,-1-1 0,0 1 0,1-1 0,-1 0 0,0 1 0,0-1 0,0 0 0,0 1 0,0-1 0,-1 0 0,1 0 0,0 0 0,0 0 0,-1 0 0,1-1 0,-1 1 0,1 0 0,0 0 0,-1-1 0,-2 1 0,2-1 0,0 0 0,1 0 0,-1 0 0,1-1 0,-1 1 0,1-1 0,-1 1 0,1-1 0,-1 0 0,1 1 0,-1-1 0,1 0 0,0 0 0,-1 0 0,1 0 0,0 0 0,0-1 0,0 1 0,0 0 0,-2-3 0,-14-23-1365,11 13-5461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24575,'3'4'0,"0"5"0,2 6 0,1 2 0,-1 1 0,-1-3-8191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6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40 24575,'0'10'0,"0"1"0,-1 0 0,-1-1 0,0 1 0,0-1 0,-1 1 0,-5 12 0,6-19 0,1-1 0,-1 1 0,0 0 0,0-1 0,-1 0 0,1 1 0,-1-1 0,1 0 0,-1 0 0,0 0 0,0-1 0,0 1 0,-1-1 0,1 1 0,0-1 0,-1 0 0,0-1 0,1 1 0,-1-1 0,0 1 0,0-1 0,-6 1 0,9-2 0,0 0 0,-1 0 0,1 0 0,0 0 0,-1 0 0,1 0 0,-1-1 0,1 1 0,0 0 0,0-1 0,-1 1 0,1-1 0,0 1 0,0-1 0,-1 0 0,1 0 0,0 1 0,0-1 0,-1-1 0,0-1 0,0 1 0,0 0 0,0-1 0,0 0 0,1 1 0,-1-1 0,1 0 0,-2-4 0,1 2 0,1-1 0,-1 0 0,1 0 0,0 0 0,0 0 0,1 0 0,0 0 0,1-10 0,0 11 0,0 0 0,0 0 0,1 0 0,-1 1 0,1-1 0,0 0 0,1 1 0,-1 0 0,1-1 0,0 1 0,0 0 0,6-6 0,-6 8 0,-1 0 0,1-1 0,0 2 0,0-1 0,0 0 0,0 0 0,0 1 0,1 0 0,-1 0 0,0 0 0,0 0 0,1 0 0,-1 0 0,1 1 0,-1 0 0,1 0 0,-1 0 0,1 0 0,4 1 0,45 11 0,-37-7 0,29 4 0,-39-8 0,0-1 0,0 0 0,-1 0 0,1 0 0,0-1 0,0 0 0,0 0 0,10-4 0,-16 5 0,24-9 0,34-8 0,-50 16 0,1-1 0,0 1 0,1 1 0,-1-1 0,0 1 0,0 1 0,12 2 0,22 8 0,-1 2 0,0 2 0,54 27 0,-63-27 0,-26-12-341,-1 1 0,0-1-1,8 6 1,-4 0-6485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7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43 201 24575,'9'-1'0,"77"-13"0,-76 11 0,0 1 0,-1-2 0,1 1 0,-1-1 0,1-1 0,10-7 0,-17 11 0,-1-1 0,0 1 0,0-1 0,0 0 0,0 0 0,0 0 0,0 0 0,0 0 0,-1 0 0,1-1 0,-1 1 0,1 0 0,-1-1 0,0 0 0,0 1 0,0-1 0,0 1 0,-1-1 0,1 0 0,-1 0 0,1 1 0,-1-1 0,0 0 0,0 0 0,-1-5 0,0 4 0,0 0 0,-1 0 0,1 0 0,-1 0 0,0 0 0,0 1 0,0-1 0,-1 0 0,1 1 0,-1 0 0,0 0 0,0-1 0,0 2 0,0-1 0,-7-5 0,5 5 0,0 0 0,-1 0 0,1 0 0,0 1 0,-1-1 0,0 1 0,1 1 0,-1-1 0,0 1 0,0 0 0,0 0 0,0 1 0,0 0 0,0 0 0,0 0 0,-8 2 0,9-1 0,0 1 0,0 0 0,0 0 0,0 0 0,0 0 0,0 1 0,1 0 0,-1 0 0,1 0 0,0 0 0,0 1 0,0-1 0,0 1 0,1 0 0,-1 1 0,1-1 0,0 0 0,-3 9 0,3-8 0,1 0 0,0 1 0,0-1 0,0 1 0,1-1 0,0 1 0,0 0 0,0 0 0,1-1 0,0 1 0,0 7 0,1-5 0,1 1 0,0 0 0,0-1 0,0 0 0,1 0 0,1 0 0,3 8 0,0-4 0,0-1 0,1 1 0,0-2 0,0 1 0,1-1 0,1-1 0,0 1 0,0-2 0,19 14 0,-18-16 0,1 1 0,0-2 0,0 0 0,1 0 0,0-1 0,-1 0 0,1-1 0,1-1 0,-1 0 0,0-1 0,0 0 0,1-1 0,-1 0 0,0-1 0,1-1 0,19-5 0,-30 6-91,1 0 0,-1-1 0,1 1 0,-1-1 0,1 0 0,-1 0 0,0-1 0,0 1 0,0-1 0,0 1 0,0-1 0,-1 0 0,1 0 0,1-3 0,4-6-6735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7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29 24575,'-29'-7'0,"-13"-3"0,-1 3 0,2 3 0,5 4 0,6 3 0,4 2 0,6 4 0,4 0 0,4-2-8191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8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24575,'16'18'0,"0"1"0,-1 0 0,-1 1 0,12 22 0,40 91 0,-55-111 0,55 109 0,-66-130 0,10 22 0,-10-22 0,0-1 0,0 1 0,0-1 0,0 0 0,0 1 0,0-1 0,0 1 0,0-1 0,0 1 0,0-1 0,0 1 0,0-1 0,0 0 0,0 1 0,0-1 0,0 1 0,0-1 0,0 0 0,-1 1 0,1-1 0,0 1 0,0-1 0,-1 0 0,1 1 0,0-1 0,0 0 0,-1 1 0,1-1 0,0 0 0,-1 0 0,1 1 0,-1-1 0,1 0 0,0 0 0,-1 0 0,1 1 0,-1-1 0,1 0 0,0 0 0,-1 0 0,1 0 0,-1 0 0,1 0 0,-1 0 0,1 0 0,0 0 0,-1 0 0,1 0 0,-1 0 0,-8-2 0,1 0 0,0 0 0,1-1 0,-1 0 0,0-1 0,1 0 0,0 0 0,-12-8 0,-2-1 0,-9-4 0,-37-22 0,58 32 0,-1 1 0,2-2 0,-1 1 0,-12-14 0,20 19 0,0 1 0,-1-1 0,1 0 0,0 1 0,0-1 0,0 0 0,0 0 0,0 0 0,0 0 0,1 0 0,-1 0 0,1 0 0,-1 0 0,1 0 0,0 0 0,0 0 0,-1 0 0,2 0 0,-1 0 0,1-4 0,-1 4 0,1-1 0,1 1 0,-1 0 0,0 0 0,0 0 0,1 0 0,-1 1 0,1-1 0,-1 0 0,1 0 0,0 1 0,0-1 0,0 1 0,0 0 0,0 0 0,0 0 0,0-1 0,3 1 0,36-15-1365,-30 12-5461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8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24575,'-3'-2'0,"0"1"0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9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24575,'20'-16'0,"41"-28"0,-54 39 0,0 2 0,0-1 0,0 1 0,0 0 0,0 0 0,1 1 0,-1 0 0,1 1 0,-1-1 0,16 1 0,-21 1 0,0 0 0,1 0 0,-1 0 0,0 0 0,0 1 0,0-1 0,0 1 0,0-1 0,0 1 0,0 0 0,0 0 0,0 0 0,0 0 0,0 0 0,0 1 0,0-1 0,-1 0 0,1 1 0,-1-1 0,1 1 0,-1 0 0,0-1 0,1 1 0,-1 0 0,0 0 0,0 0 0,0 0 0,0 0 0,-1 0 0,1 0 0,0 3 0,0 0 0,-1 0 0,1 1 0,-1-1 0,0 0 0,-1 1 0,1-1 0,-1 0 0,0 1 0,-1-1 0,1 0 0,-4 8 0,-3 1 0,-1 0 0,0 0 0,0-1 0,-2 0 0,1-1 0,-2 0 0,-12 11 0,-3 3 0,25-25 0,1 0 0,0 0 0,0 0 0,0 0 0,0 1 0,0-1 0,0 0 0,0 1 0,1-1 0,-1 0 0,0 1 0,1-1 0,-1 1 0,1 0 0,-1-1 0,1 1 0,0-1 0,0 1 0,-1 1 0,2-1 0,-1-1 0,1 0 0,0 0 0,-1 0 0,1 0 0,0 0 0,0 0 0,-1 0 0,1 0 0,0 0 0,0 0 0,0 0 0,0 0 0,0-1 0,1 1 0,-1 0 0,0-1 0,0 1 0,0-1 0,0 1 0,1-1 0,-1 0 0,0 1 0,3-1 0,19 4 0,0-2 0,1-1 0,-1 0 0,39-5 0,-55 3-114,-1 0 1,0 0-1,1 0 0,-1-1 0,0 0 1,0 0-1,0 0 0,0-1 0,0 0 1,-1 0-1,9-6 0,-1-1-6712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49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24575,'10'18'0,"8"7"0,1 2 0,0 0 0,-1-3 0,-1-4 0,-1-1 0,-1-3 0,0-3 0,-1-4 0,0-4 0,-2-3-8191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24575,'25'27'0,"10"11"0,2 2 0,-6-4 0,-5-5 0,-7-5 0,-7-8-8191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17 24575,'-27'-5'0,"-14"-1"0,-2 2 0,1 2 0,5 4 0,7 2 0,5 2 0,6 3 0,2 2 0,3 0 0,3-1 0,1 2 0,2-2-8191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24575,'131'318'0,"-122"-298"0,2 0 0,1-1 0,0 0 0,1 0 0,2-2 0,28 30 0,-40-44-105,1 0 0,-1 0 0,1-1 0,0 1 0,0-1 0,0 0 0,0 0 0,0 0 0,0 0 0,1-1 0,-1 0 0,7 2 0,1-2-6721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0 24575,'-13'9'0,"-42"30"0,50-35 0,0 1 0,1-1 0,0 1 0,0 0 0,0-1 0,0 2 0,1-1 0,-4 8 0,6-12 0,0 1 0,1-1 0,-1 1 0,1-1 0,-1 1 0,1-1 0,0 1 0,0-1 0,-1 1 0,1 0 0,0-1 0,1 1 0,-1 0 0,0-1 0,0 1 0,1-1 0,-1 1 0,1-1 0,-1 1 0,1-1 0,0 2 0,1 0 0,0-1 0,0 0 0,-1 0 0,1 0 0,1 0 0,-1-1 0,0 1 0,0 0 0,1-1 0,-1 1 0,4 0 0,3 2 0,0-1 0,1 0 0,-1-1 0,1 0 0,-1 0 0,11-1 0,33-1 0,-1-2 0,93-17 0,-132 18-1365,-4 2-5461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24575,'0'-1'0,"0"1"0,0 0 0,0 0 0,0 0 0,1 0 0,-1 0 0,0-1 0,0 1 0,0 0 0,0 0 0,0 0 0,0 0 0,1 0 0,-1 0 0,0-1 0,0 1 0,0 0 0,0 0 0,1 0 0,-1 0 0,0 0 0,0 0 0,0 0 0,0 0 0,1 0 0,-1 0 0,0 0 0,0 0 0,0 0 0,0 0 0,1 0 0,-1 0 0,0 0 0,0 0 0,0 0 0,1 0 0,-1 0 0,0 0 0,0 0 0,0 0 0,0 1 0,0-1 0,1 0 0,-1 0 0,0 0 0,0 0 0,0 0 0,0 0 0,0 0 0,0 1 0,1-1 0,9 7 0,34 32 0,9 7 0,-45-40 0,-1-1 0,1 0 0,0 0 0,0-1 0,12 4 0,-17-6 0,0-1 0,1 0 0,-1-1 0,0 1 0,0 0 0,0-1 0,1 0 0,-1 0 0,0 0 0,0 0 0,1 0 0,-1-1 0,0 1 0,0-1 0,0 0 0,1 0 0,2-2 0,-3 2 0,-1-1 0,1 0 0,0 0 0,-1-1 0,0 1 0,1 0 0,-1-1 0,0 0 0,0 1 0,-1-1 0,1 0 0,0 0 0,-1 0 0,0 0 0,0 0 0,2-6 0,-1-1 0,0 1 0,-1-1 0,-1 0 0,0-18 0,0-9 0,0 36 0,0 0 0,0 0 0,0 0 0,0 0 0,1 0 0,-1 0 0,0 0 0,0 0 0,1 0 0,-1 0 0,0 1 0,1-1 0,-1 0 0,1 0 0,-1 0 0,1 0 0,-1 0 0,1 1 0,0-1 0,0 0 0,-1 1 0,2-2 0,-1 2 0,0-1 0,0 1 0,1 0 0,-1 0 0,0 0 0,0 0 0,0 0 0,0 0 0,0 0 0,0 0 0,0 0 0,0 1 0,0-1 0,0 0 0,0 1 0,0-1 0,1 1 0,4 2 0,0 1 0,-1 0 0,1 0 0,-1 0 0,6 7 0,78 95-1365,-77-94-5461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2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 24575,'-9'10'0,"0"0"0,1 1 0,0 0 0,1 0 0,1 1 0,0 0 0,-7 19 0,-1 9 0,-8 43 0,8-15 30,3 1 0,-2 79-1,8 140-783,6-223 54,-1-53-6126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24575,'0'30'0,"1"0"0,1 0 0,12 57 0,-11-73 0,1-1 0,1 1 0,0-1 0,0 0 0,1 0 0,10 15 0,-16-28 0,0 0 0,0 0 0,1 1 0,-1-1 0,0 0 0,0 0 0,0 1 0,0-1 0,0 0 0,1 0 0,-1 0 0,0 1 0,0-1 0,0 0 0,0 0 0,1 0 0,-1 0 0,0 1 0,0-1 0,1 0 0,-1 0 0,0 0 0,0 0 0,1 0 0,-1 0 0,0 0 0,0 0 0,1 0 0,-1 0 0,0 0 0,0 0 0,1 0 0,-1 0 0,0 0 0,1 0 0,-1 0 0,4-10 0,-3-22 0,-1 29 0,-3-40 0,-1 1 0,-12-49 0,7 45 0,-5-63 0,14 109 0,0-4 0,0 0 0,0 1 0,0-1 0,1 1 0,0-6 0,-1 9 0,0 0 0,0-1 0,0 1 0,1 0 0,-1-1 0,0 1 0,0 0 0,0-1 0,0 1 0,1 0 0,-1-1 0,0 1 0,0 0 0,1 0 0,-1-1 0,0 1 0,1 0 0,-1 0 0,0 0 0,1-1 0,-1 1 0,0 0 0,1 0 0,0 0 0,0 0 0,-1 0 0,1 0 0,0 0 0,0 0 0,0 1 0,-1-1 0,1 0 0,0 0 0,-1 1 0,1-1 0,0 1 0,-1-1 0,1 1 0,0-1 0,0 1 0,22 19 0,40 46 0,-25-25 0,7 8 0,65 62 0,-92-95 0,0-1 0,1 0 0,1-2 0,30 16 0,-44-26 0,-1 0 0,1-1 0,0 0 0,0 0 0,0-1 0,0 1 0,0-1 0,8 0 0,-12-1 0,0 0 0,0 0 0,0 0 0,0-1 0,0 1 0,0-1 0,0 1 0,-1-1 0,1 0 0,0 1 0,0-1 0,0 0 0,-1 0 0,1 0 0,0-1 0,-1 1 0,1 0 0,-1-1 0,1 1 0,-1-1 0,0 1 0,1-1 0,-1 0 0,0 1 0,0-1 0,0 0 0,1-3 0,3-14 0,0 1 0,-2 0 0,0-1 0,0 0 0,-2 1 0,0-1 0,-2 0 0,0 0 0,-1 0 0,-1 1 0,0-1 0,-7-20 0,8 34-273,0-1 0,0 1 0,-1-1 0,-5-8 0,-1 2-6553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 24575,'-4'-7'0,"3"9"0,6 17 0,54 193 0,24 74 0,-46-196 0,-37-89 0,0-1 0,0 0 0,1 0 0,-1 1 0,0-1 0,0 0 0,0 0 0,0 1 0,1-1 0,-1 0 0,0 1 0,0-1 0,0 0 0,0 0 0,0 1 0,0-1 0,0 0 0,0 1 0,0-1 0,0 0 0,0 1 0,0-1 0,0 0 0,0 1 0,0-1 0,-1 0 0,1 0 0,0 1 0,0-1 0,0 0 0,0 1 0,-1-1 0,1 0 0,0 0 0,0 1 0,0-1 0,-1 0 0,1 0 0,0 0 0,0 1 0,-1-1 0,1 0 0,0 0 0,0 0 0,-1 0 0,1 0 0,0 0 0,-1 1 0,1-1 0,0 0 0,-1 0 0,1 0 0,0 0 0,-1 0 0,1 0 0,0 0 0,-1 0 0,1 0 0,0 0 0,0-1 0,-1 1 0,1 0 0,0 0 0,-1 0 0,1 0 0,0 0 0,0-1 0,-1 1 0,-20-11 0,-3-9-1365,14 11-5461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 24575,'-169'121'0,"165"-118"0,1-1 0,-1 1 0,1 1 0,0-1 0,0 1 0,0-1 0,-3 5 0,6-7 0,-1 0 0,1 0 0,-1 0 0,1 0 0,0 0 0,-1 0 0,1 0 0,0 0 0,0 0 0,0 0 0,0 0 0,0 0 0,0 0 0,0 0 0,0 0 0,0 1 0,0-1 0,1 0 0,-1 0 0,0 0 0,1 0 0,-1 0 0,1-1 0,-1 1 0,1 0 0,-1 0 0,1 0 0,0 0 0,-1 0 0,1-1 0,0 1 0,0 0 0,-1-1 0,1 1 0,0 0 0,0-1 0,1 1 0,8 4 0,0-1 0,0 0 0,0 0 0,1-1 0,0-1 0,13 2 0,1 1 0,145 17 0,-130-18 0,-36-4-107,-1 1-7,1-1 0,-1 0-1,0 0 1,0 0-1,0 0 1,0 0 0,0 0-1,0-1 1,1 0-1,3-1 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72 24575,'-27'-12'0,"-11"-4"0,-2 0 0,3 4 0,6 3 0,6 3 0,7 6 0,4 2 0,4 3 0,2 2 0,2 1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87 24575,'-29'-15'0,"-13"-5"0,-1 2 0,4 2 0,7 6 0,5 3 0,6 6 0,3 3 0,3 3 0,1 4 0,1 3 0,2-1-8191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2:5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60 24575,'-17'-4'0,"0"2"0,-1 0 0,0 1 0,-18 1 0,31 0 0,0 1 0,0 0 0,0 0 0,0 0 0,0 1 0,0 0 0,0 0 0,-5 3 0,7-4 0,1 1 0,-1 0 0,1 0 0,0 0 0,-1 0 0,1 1 0,0-1 0,0 0 0,1 1 0,-1 0 0,0-1 0,1 1 0,0 0 0,-2 5 0,1-2 0,0 1 0,1-1 0,0 1 0,0-1 0,1 1 0,-1-1 0,2 1 0,-1 0 0,1-1 0,0 1 0,2 6 0,-1-3 0,2-1 0,-1 0 0,1 0 0,1 0 0,-1 0 0,13 15 0,-8-13 0,1 1 0,0-2 0,0 0 0,1 0 0,1-1 0,0 0 0,0-1 0,1 0 0,0-1 0,13 6 0,-15-9 0,1 0 0,-1-1 0,0-1 0,23 3 0,-30-4 0,0-1 0,1 0 0,-1 0 0,0 0 0,1-1 0,-1 1 0,0-1 0,0 0 0,1 0 0,-1-1 0,0 1 0,0-1 0,0 0 0,0 0 0,-1 0 0,5-3 0,-6 2 0,1 0 0,-1 0 0,0 1 0,0-1 0,-1 0 0,1-1 0,-1 1 0,1 0 0,-1 0 0,0-1 0,0 1 0,-1-1 0,1 1 0,0-6 0,-1-1 0,0-1 0,0 1 0,-3-18 0,-1 10 0,0 0 0,-1 0 0,-1 0 0,-1 1 0,-1-1 0,0 2 0,-1-1 0,-1 1 0,0 0 0,-2 1 0,1 1 0,-25-23 0,34 34 8,-1 0 0,0 1 0,0 0 0,-1 0 0,1 0 0,0 0 0,-1 0 0,1 1 0,-1-1 0,1 1 0,-1 0 0,0 0 0,1 1 0,-8-2 0,8 3-86,0-1 0,0 0 0,0 1-1,0 0 1,0-1 0,0 1 0,0 0 0,0 1 0,0-1-1,0 0 1,1 1 0,-1 0 0,1-1 0,-1 1 0,1 0-1,0 0 1,0 1 0,-3 2 0,-4 7-6748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24575,'22'-4'0,"38"-7"0,116-4 0,-101 16 0,67-2 0,-138 1-91,0 0 0,1-1 0,-1 1 0,0-1 0,0 0 0,0 0 0,0-1 0,0 1 0,0-1 0,0 0 0,0 0 0,0 0 0,-1 0 0,5-5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1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24575,'-1'1'0,"0"0"0,0 1 0,1-1 0,-1 0 0,0 1 0,1-1 0,-1 1 0,1-1 0,-1 0 0,1 1 0,0-1 0,0 1 0,-1-1 0,1 1 0,0 0 0,1 1 0,3 27 0,-3-25 0,6 25 0,1-1 0,1 0 0,14 30 0,48 79 0,-38-84-1365,-28-45-5461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2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94 24575,'0'-2'0,"0"0"0,0 0 0,0 1 0,1-1 0,-1 0 0,0 0 0,1 1 0,0-1 0,-1 1 0,1-1 0,0 0 0,0 1 0,0-1 0,0 1 0,0 0 0,0-1 0,0 1 0,0 0 0,1 0 0,-1-1 0,0 1 0,1 0 0,-1 0 0,1 1 0,-1-1 0,1 0 0,-1 0 0,1 1 0,0-1 0,2 0 0,5-1 0,1 1 0,-1 0 0,0 0 0,15 1 0,-15 1 0,74-3 0,122-19 0,-204 21-16,115-22-1333,-104 18-5477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3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27 24575,'15'332'0,"-15"-320"0,0-1 0,1 1 0,0-1 0,1 1 0,0-1 0,1 0 0,7 20 0,-7-27 0,-2-4 0,-1-10 0,-3-17 0,-9-17 0,-1 0 0,-2 0 0,-28-57 0,10 26 0,29 65 0,-8-22 0,11 30 0,0 0 0,1 0 0,-1 0 0,1-1 0,-1 1 0,1 0 0,0-1 0,0 1 0,0 0 0,1-1 0,-1-1 0,0 3 0,1 1 0,-1 0 0,0-1 0,0 1 0,0 0 0,0 0 0,1-1 0,-1 1 0,0 0 0,0 0 0,0-1 0,1 1 0,-1 0 0,0 0 0,1 0 0,-1-1 0,0 1 0,0 0 0,1 0 0,-1 0 0,0 0 0,1 0 0,-1 0 0,0-1 0,1 1 0,-1 0 0,0 0 0,1 0 0,-1 0 0,0 0 0,1 0 0,-1 0 0,0 1 0,1-1 0,-1 0 0,0 0 0,1 0 0,-1 0 0,0 0 0,0 0 0,1 1 0,14 8 0,-14-8 0,162 132 0,-20-15 0,-108-91 0,2-2 0,44 22 0,-80-46 0,8 3 0,0 1 0,1-1 0,-1-1 0,14 4 0,-22-7 0,1 1 0,0-1 0,0 0 0,0 0 0,-1 0 0,1 0 0,0 0 0,0 0 0,0-1 0,-1 1 0,1 0 0,0-1 0,3-1 0,-4 1 0,0 1 0,0-1 0,0 0 0,0 0 0,-1 0 0,1 0 0,0 0 0,0 0 0,-1 0 0,1 0 0,-1-1 0,1 1 0,-1 0 0,1 0 0,-1 0 0,1-1 0,-1 1 0,0 0 0,0-1 0,0 1 0,0 0 0,0-2 0,0-4 0,-1 1 0,0 0 0,0-1 0,0 1 0,-1 0 0,-4-11 0,-20-37 0,13 27 0,-45-92 80,-16-33-1525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3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42 24575,'-30'-10'0,"-11"-3"0,-5 3 0,2 4 0,5 4 0,4 6 0,4 4 0,4 1 0,4 2 0,2-2 0,4 0 0,2 0 0,4-3-8191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43:04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24575,'8'4'0,"-1"1"0,1 1 0,-1-1 0,0 1 0,0 0 0,-1 0 0,0 1 0,10 14 0,2 6 0,16 33 0,-27-47 0,21 42 60,32 86 0,-50-113-308,-1 1 1,-2 1-1,-1-1 1,-1 1-1,1 33 1,-6-44-6579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.xml"/><Relationship Id="rId299" Type="http://schemas.openxmlformats.org/officeDocument/2006/relationships/customXml" Target="../ink/ink160.xml"/><Relationship Id="rId21" Type="http://schemas.openxmlformats.org/officeDocument/2006/relationships/customXml" Target="../ink/ink21.xml"/><Relationship Id="rId63" Type="http://schemas.openxmlformats.org/officeDocument/2006/relationships/customXml" Target="../ink/ink42.xml"/><Relationship Id="rId159" Type="http://schemas.openxmlformats.org/officeDocument/2006/relationships/customXml" Target="../ink/ink90.xml"/><Relationship Id="rId324" Type="http://schemas.openxmlformats.org/officeDocument/2006/relationships/image" Target="../media/image173.png"/><Relationship Id="rId366" Type="http://schemas.openxmlformats.org/officeDocument/2006/relationships/image" Target="../media/image194.png"/><Relationship Id="rId170" Type="http://schemas.openxmlformats.org/officeDocument/2006/relationships/image" Target="../media/image96.png"/><Relationship Id="rId226" Type="http://schemas.openxmlformats.org/officeDocument/2006/relationships/image" Target="../media/image124.png"/><Relationship Id="rId268" Type="http://schemas.openxmlformats.org/officeDocument/2006/relationships/image" Target="../media/image145.png"/><Relationship Id="rId32" Type="http://schemas.openxmlformats.org/officeDocument/2006/relationships/image" Target="../media/image27.png"/><Relationship Id="rId74" Type="http://schemas.openxmlformats.org/officeDocument/2006/relationships/image" Target="../media/image48.png"/><Relationship Id="rId128" Type="http://schemas.openxmlformats.org/officeDocument/2006/relationships/image" Target="../media/image75.png"/><Relationship Id="rId335" Type="http://schemas.openxmlformats.org/officeDocument/2006/relationships/customXml" Target="../ink/ink178.xml"/><Relationship Id="rId377" Type="http://schemas.openxmlformats.org/officeDocument/2006/relationships/customXml" Target="../ink/ink199.xml"/><Relationship Id="rId5" Type="http://schemas.openxmlformats.org/officeDocument/2006/relationships/image" Target="../media/image4.svg"/><Relationship Id="rId181" Type="http://schemas.openxmlformats.org/officeDocument/2006/relationships/customXml" Target="../ink/ink101.xml"/><Relationship Id="rId237" Type="http://schemas.openxmlformats.org/officeDocument/2006/relationships/customXml" Target="../ink/ink129.xml"/><Relationship Id="rId279" Type="http://schemas.openxmlformats.org/officeDocument/2006/relationships/customXml" Target="../ink/ink150.xml"/><Relationship Id="rId43" Type="http://schemas.openxmlformats.org/officeDocument/2006/relationships/customXml" Target="../ink/ink32.xml"/><Relationship Id="rId139" Type="http://schemas.openxmlformats.org/officeDocument/2006/relationships/customXml" Target="../ink/ink80.xml"/><Relationship Id="rId290" Type="http://schemas.openxmlformats.org/officeDocument/2006/relationships/image" Target="../media/image156.png"/><Relationship Id="rId304" Type="http://schemas.openxmlformats.org/officeDocument/2006/relationships/image" Target="../media/image163.png"/><Relationship Id="rId346" Type="http://schemas.openxmlformats.org/officeDocument/2006/relationships/image" Target="../media/image184.png"/><Relationship Id="rId85" Type="http://schemas.openxmlformats.org/officeDocument/2006/relationships/customXml" Target="../ink/ink53.xml"/><Relationship Id="rId150" Type="http://schemas.openxmlformats.org/officeDocument/2006/relationships/image" Target="../media/image86.png"/><Relationship Id="rId192" Type="http://schemas.openxmlformats.org/officeDocument/2006/relationships/image" Target="../media/image107.png"/><Relationship Id="rId206" Type="http://schemas.openxmlformats.org/officeDocument/2006/relationships/image" Target="../media/image114.png"/><Relationship Id="rId248" Type="http://schemas.openxmlformats.org/officeDocument/2006/relationships/image" Target="../media/image135.png"/><Relationship Id="rId12" Type="http://schemas.openxmlformats.org/officeDocument/2006/relationships/image" Target="../media/image17.png"/><Relationship Id="rId108" Type="http://schemas.openxmlformats.org/officeDocument/2006/relationships/image" Target="../media/image65.png"/><Relationship Id="rId315" Type="http://schemas.openxmlformats.org/officeDocument/2006/relationships/customXml" Target="../ink/ink168.xml"/><Relationship Id="rId357" Type="http://schemas.openxmlformats.org/officeDocument/2006/relationships/customXml" Target="../ink/ink189.xml"/><Relationship Id="rId54" Type="http://schemas.openxmlformats.org/officeDocument/2006/relationships/image" Target="../media/image38.png"/><Relationship Id="rId96" Type="http://schemas.openxmlformats.org/officeDocument/2006/relationships/image" Target="../media/image59.png"/><Relationship Id="rId161" Type="http://schemas.openxmlformats.org/officeDocument/2006/relationships/customXml" Target="../ink/ink91.xml"/><Relationship Id="rId217" Type="http://schemas.openxmlformats.org/officeDocument/2006/relationships/customXml" Target="../ink/ink119.xml"/><Relationship Id="rId259" Type="http://schemas.openxmlformats.org/officeDocument/2006/relationships/customXml" Target="../ink/ink140.xml"/><Relationship Id="rId23" Type="http://schemas.openxmlformats.org/officeDocument/2006/relationships/customXml" Target="../ink/ink22.xml"/><Relationship Id="rId119" Type="http://schemas.openxmlformats.org/officeDocument/2006/relationships/customXml" Target="../ink/ink70.xml"/><Relationship Id="rId270" Type="http://schemas.openxmlformats.org/officeDocument/2006/relationships/image" Target="../media/image146.png"/><Relationship Id="rId326" Type="http://schemas.openxmlformats.org/officeDocument/2006/relationships/image" Target="../media/image174.png"/><Relationship Id="rId65" Type="http://schemas.openxmlformats.org/officeDocument/2006/relationships/customXml" Target="../ink/ink43.xml"/><Relationship Id="rId130" Type="http://schemas.openxmlformats.org/officeDocument/2006/relationships/image" Target="../media/image76.png"/><Relationship Id="rId368" Type="http://schemas.openxmlformats.org/officeDocument/2006/relationships/image" Target="../media/image195.png"/><Relationship Id="rId172" Type="http://schemas.openxmlformats.org/officeDocument/2006/relationships/image" Target="../media/image97.png"/><Relationship Id="rId228" Type="http://schemas.openxmlformats.org/officeDocument/2006/relationships/image" Target="../media/image125.png"/><Relationship Id="rId281" Type="http://schemas.openxmlformats.org/officeDocument/2006/relationships/customXml" Target="../ink/ink151.xml"/><Relationship Id="rId337" Type="http://schemas.openxmlformats.org/officeDocument/2006/relationships/customXml" Target="../ink/ink179.xml"/><Relationship Id="rId34" Type="http://schemas.openxmlformats.org/officeDocument/2006/relationships/image" Target="../media/image28.png"/><Relationship Id="rId76" Type="http://schemas.openxmlformats.org/officeDocument/2006/relationships/image" Target="../media/image49.png"/><Relationship Id="rId141" Type="http://schemas.openxmlformats.org/officeDocument/2006/relationships/customXml" Target="../ink/ink81.xml"/><Relationship Id="rId7" Type="http://schemas.openxmlformats.org/officeDocument/2006/relationships/customXml" Target="../ink/ink14.xml"/><Relationship Id="rId183" Type="http://schemas.openxmlformats.org/officeDocument/2006/relationships/customXml" Target="../ink/ink102.xml"/><Relationship Id="rId239" Type="http://schemas.openxmlformats.org/officeDocument/2006/relationships/customXml" Target="../ink/ink130.xml"/><Relationship Id="rId250" Type="http://schemas.openxmlformats.org/officeDocument/2006/relationships/image" Target="../media/image136.png"/><Relationship Id="rId292" Type="http://schemas.openxmlformats.org/officeDocument/2006/relationships/image" Target="../media/image157.png"/><Relationship Id="rId306" Type="http://schemas.openxmlformats.org/officeDocument/2006/relationships/image" Target="../media/image164.png"/><Relationship Id="rId45" Type="http://schemas.openxmlformats.org/officeDocument/2006/relationships/customXml" Target="../ink/ink33.xml"/><Relationship Id="rId87" Type="http://schemas.openxmlformats.org/officeDocument/2006/relationships/customXml" Target="../ink/ink54.xml"/><Relationship Id="rId110" Type="http://schemas.openxmlformats.org/officeDocument/2006/relationships/image" Target="../media/image66.png"/><Relationship Id="rId348" Type="http://schemas.openxmlformats.org/officeDocument/2006/relationships/image" Target="../media/image185.png"/><Relationship Id="rId152" Type="http://schemas.openxmlformats.org/officeDocument/2006/relationships/image" Target="../media/image87.png"/><Relationship Id="rId194" Type="http://schemas.openxmlformats.org/officeDocument/2006/relationships/image" Target="../media/image108.png"/><Relationship Id="rId208" Type="http://schemas.openxmlformats.org/officeDocument/2006/relationships/image" Target="../media/image115.png"/><Relationship Id="rId261" Type="http://schemas.openxmlformats.org/officeDocument/2006/relationships/customXml" Target="../ink/ink141.xml"/><Relationship Id="rId14" Type="http://schemas.openxmlformats.org/officeDocument/2006/relationships/image" Target="../media/image18.png"/><Relationship Id="rId56" Type="http://schemas.openxmlformats.org/officeDocument/2006/relationships/image" Target="../media/image39.png"/><Relationship Id="rId317" Type="http://schemas.openxmlformats.org/officeDocument/2006/relationships/customXml" Target="../ink/ink169.xml"/><Relationship Id="rId359" Type="http://schemas.openxmlformats.org/officeDocument/2006/relationships/customXml" Target="../ink/ink190.xml"/><Relationship Id="rId98" Type="http://schemas.openxmlformats.org/officeDocument/2006/relationships/image" Target="../media/image60.png"/><Relationship Id="rId121" Type="http://schemas.openxmlformats.org/officeDocument/2006/relationships/customXml" Target="../ink/ink71.xml"/><Relationship Id="rId163" Type="http://schemas.openxmlformats.org/officeDocument/2006/relationships/customXml" Target="../ink/ink92.xml"/><Relationship Id="rId219" Type="http://schemas.openxmlformats.org/officeDocument/2006/relationships/customXml" Target="../ink/ink120.xml"/><Relationship Id="rId370" Type="http://schemas.openxmlformats.org/officeDocument/2006/relationships/image" Target="../media/image196.png"/><Relationship Id="rId230" Type="http://schemas.openxmlformats.org/officeDocument/2006/relationships/image" Target="../media/image126.png"/><Relationship Id="rId25" Type="http://schemas.openxmlformats.org/officeDocument/2006/relationships/customXml" Target="../ink/ink23.xml"/><Relationship Id="rId67" Type="http://schemas.openxmlformats.org/officeDocument/2006/relationships/customXml" Target="../ink/ink44.xml"/><Relationship Id="rId272" Type="http://schemas.openxmlformats.org/officeDocument/2006/relationships/image" Target="../media/image147.png"/><Relationship Id="rId328" Type="http://schemas.openxmlformats.org/officeDocument/2006/relationships/image" Target="../media/image175.png"/><Relationship Id="rId132" Type="http://schemas.openxmlformats.org/officeDocument/2006/relationships/image" Target="../media/image77.png"/><Relationship Id="rId174" Type="http://schemas.openxmlformats.org/officeDocument/2006/relationships/image" Target="../media/image98.png"/><Relationship Id="rId241" Type="http://schemas.openxmlformats.org/officeDocument/2006/relationships/customXml" Target="../ink/ink131.xml"/><Relationship Id="rId36" Type="http://schemas.openxmlformats.org/officeDocument/2006/relationships/image" Target="../media/image29.png"/><Relationship Id="rId283" Type="http://schemas.openxmlformats.org/officeDocument/2006/relationships/customXml" Target="../ink/ink152.xml"/><Relationship Id="rId339" Type="http://schemas.openxmlformats.org/officeDocument/2006/relationships/customXml" Target="../ink/ink180.xml"/><Relationship Id="rId78" Type="http://schemas.openxmlformats.org/officeDocument/2006/relationships/image" Target="../media/image50.png"/><Relationship Id="rId101" Type="http://schemas.openxmlformats.org/officeDocument/2006/relationships/customXml" Target="../ink/ink61.xml"/><Relationship Id="rId143" Type="http://schemas.openxmlformats.org/officeDocument/2006/relationships/customXml" Target="../ink/ink82.xml"/><Relationship Id="rId185" Type="http://schemas.openxmlformats.org/officeDocument/2006/relationships/customXml" Target="../ink/ink103.xml"/><Relationship Id="rId350" Type="http://schemas.openxmlformats.org/officeDocument/2006/relationships/image" Target="../media/image186.png"/><Relationship Id="rId9" Type="http://schemas.openxmlformats.org/officeDocument/2006/relationships/customXml" Target="../ink/ink15.xml"/><Relationship Id="rId210" Type="http://schemas.openxmlformats.org/officeDocument/2006/relationships/image" Target="../media/image116.png"/><Relationship Id="rId26" Type="http://schemas.openxmlformats.org/officeDocument/2006/relationships/image" Target="../media/image24.png"/><Relationship Id="rId231" Type="http://schemas.openxmlformats.org/officeDocument/2006/relationships/customXml" Target="../ink/ink126.xml"/><Relationship Id="rId252" Type="http://schemas.openxmlformats.org/officeDocument/2006/relationships/image" Target="../media/image137.png"/><Relationship Id="rId273" Type="http://schemas.openxmlformats.org/officeDocument/2006/relationships/customXml" Target="../ink/ink147.xml"/><Relationship Id="rId294" Type="http://schemas.openxmlformats.org/officeDocument/2006/relationships/image" Target="../media/image158.png"/><Relationship Id="rId308" Type="http://schemas.openxmlformats.org/officeDocument/2006/relationships/image" Target="../media/image165.png"/><Relationship Id="rId329" Type="http://schemas.openxmlformats.org/officeDocument/2006/relationships/customXml" Target="../ink/ink175.xml"/><Relationship Id="rId47" Type="http://schemas.openxmlformats.org/officeDocument/2006/relationships/customXml" Target="../ink/ink34.xml"/><Relationship Id="rId68" Type="http://schemas.openxmlformats.org/officeDocument/2006/relationships/image" Target="../media/image45.png"/><Relationship Id="rId89" Type="http://schemas.openxmlformats.org/officeDocument/2006/relationships/customXml" Target="../ink/ink55.xml"/><Relationship Id="rId112" Type="http://schemas.openxmlformats.org/officeDocument/2006/relationships/image" Target="../media/image67.png"/><Relationship Id="rId133" Type="http://schemas.openxmlformats.org/officeDocument/2006/relationships/customXml" Target="../ink/ink77.xml"/><Relationship Id="rId154" Type="http://schemas.openxmlformats.org/officeDocument/2006/relationships/image" Target="../media/image88.png"/><Relationship Id="rId175" Type="http://schemas.openxmlformats.org/officeDocument/2006/relationships/customXml" Target="../ink/ink98.xml"/><Relationship Id="rId340" Type="http://schemas.openxmlformats.org/officeDocument/2006/relationships/image" Target="../media/image181.png"/><Relationship Id="rId361" Type="http://schemas.openxmlformats.org/officeDocument/2006/relationships/customXml" Target="../ink/ink191.xml"/><Relationship Id="rId196" Type="http://schemas.openxmlformats.org/officeDocument/2006/relationships/image" Target="../media/image109.png"/><Relationship Id="rId200" Type="http://schemas.openxmlformats.org/officeDocument/2006/relationships/image" Target="../media/image111.png"/><Relationship Id="rId16" Type="http://schemas.openxmlformats.org/officeDocument/2006/relationships/image" Target="../media/image19.png"/><Relationship Id="rId221" Type="http://schemas.openxmlformats.org/officeDocument/2006/relationships/customXml" Target="../ink/ink121.xml"/><Relationship Id="rId242" Type="http://schemas.openxmlformats.org/officeDocument/2006/relationships/image" Target="../media/image132.png"/><Relationship Id="rId263" Type="http://schemas.openxmlformats.org/officeDocument/2006/relationships/customXml" Target="../ink/ink142.xml"/><Relationship Id="rId284" Type="http://schemas.openxmlformats.org/officeDocument/2006/relationships/image" Target="../media/image153.png"/><Relationship Id="rId319" Type="http://schemas.openxmlformats.org/officeDocument/2006/relationships/customXml" Target="../ink/ink170.xml"/><Relationship Id="rId37" Type="http://schemas.openxmlformats.org/officeDocument/2006/relationships/customXml" Target="../ink/ink29.xml"/><Relationship Id="rId58" Type="http://schemas.openxmlformats.org/officeDocument/2006/relationships/image" Target="../media/image40.png"/><Relationship Id="rId79" Type="http://schemas.openxmlformats.org/officeDocument/2006/relationships/customXml" Target="../ink/ink50.xml"/><Relationship Id="rId102" Type="http://schemas.openxmlformats.org/officeDocument/2006/relationships/image" Target="../media/image62.png"/><Relationship Id="rId123" Type="http://schemas.openxmlformats.org/officeDocument/2006/relationships/customXml" Target="../ink/ink72.xml"/><Relationship Id="rId144" Type="http://schemas.openxmlformats.org/officeDocument/2006/relationships/image" Target="../media/image83.png"/><Relationship Id="rId330" Type="http://schemas.openxmlformats.org/officeDocument/2006/relationships/image" Target="../media/image176.png"/><Relationship Id="rId90" Type="http://schemas.openxmlformats.org/officeDocument/2006/relationships/image" Target="../media/image56.png"/><Relationship Id="rId165" Type="http://schemas.openxmlformats.org/officeDocument/2006/relationships/customXml" Target="../ink/ink93.xml"/><Relationship Id="rId186" Type="http://schemas.openxmlformats.org/officeDocument/2006/relationships/image" Target="../media/image104.png"/><Relationship Id="rId351" Type="http://schemas.openxmlformats.org/officeDocument/2006/relationships/customXml" Target="../ink/ink186.xml"/><Relationship Id="rId372" Type="http://schemas.openxmlformats.org/officeDocument/2006/relationships/image" Target="../media/image197.png"/><Relationship Id="rId211" Type="http://schemas.openxmlformats.org/officeDocument/2006/relationships/customXml" Target="../ink/ink116.xml"/><Relationship Id="rId232" Type="http://schemas.openxmlformats.org/officeDocument/2006/relationships/image" Target="../media/image127.png"/><Relationship Id="rId253" Type="http://schemas.openxmlformats.org/officeDocument/2006/relationships/customXml" Target="../ink/ink137.xml"/><Relationship Id="rId274" Type="http://schemas.openxmlformats.org/officeDocument/2006/relationships/image" Target="../media/image148.png"/><Relationship Id="rId295" Type="http://schemas.openxmlformats.org/officeDocument/2006/relationships/customXml" Target="../ink/ink158.xml"/><Relationship Id="rId309" Type="http://schemas.openxmlformats.org/officeDocument/2006/relationships/customXml" Target="../ink/ink165.xml"/><Relationship Id="rId27" Type="http://schemas.openxmlformats.org/officeDocument/2006/relationships/customXml" Target="../ink/ink24.xml"/><Relationship Id="rId48" Type="http://schemas.openxmlformats.org/officeDocument/2006/relationships/image" Target="../media/image35.png"/><Relationship Id="rId69" Type="http://schemas.openxmlformats.org/officeDocument/2006/relationships/customXml" Target="../ink/ink45.xml"/><Relationship Id="rId113" Type="http://schemas.openxmlformats.org/officeDocument/2006/relationships/customXml" Target="../ink/ink67.xml"/><Relationship Id="rId134" Type="http://schemas.openxmlformats.org/officeDocument/2006/relationships/image" Target="../media/image78.png"/><Relationship Id="rId320" Type="http://schemas.openxmlformats.org/officeDocument/2006/relationships/image" Target="../media/image171.png"/><Relationship Id="rId80" Type="http://schemas.openxmlformats.org/officeDocument/2006/relationships/image" Target="../media/image51.png"/><Relationship Id="rId155" Type="http://schemas.openxmlformats.org/officeDocument/2006/relationships/customXml" Target="../ink/ink88.xml"/><Relationship Id="rId176" Type="http://schemas.openxmlformats.org/officeDocument/2006/relationships/image" Target="../media/image99.png"/><Relationship Id="rId197" Type="http://schemas.openxmlformats.org/officeDocument/2006/relationships/customXml" Target="../ink/ink109.xml"/><Relationship Id="rId341" Type="http://schemas.openxmlformats.org/officeDocument/2006/relationships/customXml" Target="../ink/ink181.xml"/><Relationship Id="rId362" Type="http://schemas.openxmlformats.org/officeDocument/2006/relationships/image" Target="../media/image192.png"/><Relationship Id="rId201" Type="http://schemas.openxmlformats.org/officeDocument/2006/relationships/customXml" Target="../ink/ink111.xml"/><Relationship Id="rId222" Type="http://schemas.openxmlformats.org/officeDocument/2006/relationships/image" Target="../media/image122.png"/><Relationship Id="rId243" Type="http://schemas.openxmlformats.org/officeDocument/2006/relationships/customXml" Target="../ink/ink132.xml"/><Relationship Id="rId264" Type="http://schemas.openxmlformats.org/officeDocument/2006/relationships/image" Target="../media/image143.png"/><Relationship Id="rId285" Type="http://schemas.openxmlformats.org/officeDocument/2006/relationships/customXml" Target="../ink/ink153.xml"/><Relationship Id="rId17" Type="http://schemas.openxmlformats.org/officeDocument/2006/relationships/customXml" Target="../ink/ink19.xml"/><Relationship Id="rId38" Type="http://schemas.openxmlformats.org/officeDocument/2006/relationships/image" Target="../media/image30.png"/><Relationship Id="rId59" Type="http://schemas.openxmlformats.org/officeDocument/2006/relationships/customXml" Target="../ink/ink40.xml"/><Relationship Id="rId103" Type="http://schemas.openxmlformats.org/officeDocument/2006/relationships/customXml" Target="../ink/ink62.xml"/><Relationship Id="rId124" Type="http://schemas.openxmlformats.org/officeDocument/2006/relationships/image" Target="../media/image73.png"/><Relationship Id="rId310" Type="http://schemas.openxmlformats.org/officeDocument/2006/relationships/image" Target="../media/image166.png"/><Relationship Id="rId70" Type="http://schemas.openxmlformats.org/officeDocument/2006/relationships/image" Target="../media/image46.png"/><Relationship Id="rId91" Type="http://schemas.openxmlformats.org/officeDocument/2006/relationships/customXml" Target="../ink/ink56.xml"/><Relationship Id="rId145" Type="http://schemas.openxmlformats.org/officeDocument/2006/relationships/customXml" Target="../ink/ink83.xml"/><Relationship Id="rId166" Type="http://schemas.openxmlformats.org/officeDocument/2006/relationships/image" Target="../media/image94.png"/><Relationship Id="rId187" Type="http://schemas.openxmlformats.org/officeDocument/2006/relationships/customXml" Target="../ink/ink104.xml"/><Relationship Id="rId331" Type="http://schemas.openxmlformats.org/officeDocument/2006/relationships/customXml" Target="../ink/ink176.xml"/><Relationship Id="rId352" Type="http://schemas.openxmlformats.org/officeDocument/2006/relationships/image" Target="../media/image187.png"/><Relationship Id="rId373" Type="http://schemas.openxmlformats.org/officeDocument/2006/relationships/customXml" Target="../ink/ink19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17.png"/><Relationship Id="rId233" Type="http://schemas.openxmlformats.org/officeDocument/2006/relationships/customXml" Target="../ink/ink127.xml"/><Relationship Id="rId254" Type="http://schemas.openxmlformats.org/officeDocument/2006/relationships/image" Target="../media/image138.png"/><Relationship Id="rId28" Type="http://schemas.openxmlformats.org/officeDocument/2006/relationships/image" Target="../media/image25.png"/><Relationship Id="rId49" Type="http://schemas.openxmlformats.org/officeDocument/2006/relationships/customXml" Target="../ink/ink35.xml"/><Relationship Id="rId114" Type="http://schemas.openxmlformats.org/officeDocument/2006/relationships/image" Target="../media/image68.png"/><Relationship Id="rId275" Type="http://schemas.openxmlformats.org/officeDocument/2006/relationships/customXml" Target="../ink/ink148.xml"/><Relationship Id="rId296" Type="http://schemas.openxmlformats.org/officeDocument/2006/relationships/image" Target="../media/image159.png"/><Relationship Id="rId300" Type="http://schemas.openxmlformats.org/officeDocument/2006/relationships/image" Target="../media/image161.png"/><Relationship Id="rId60" Type="http://schemas.openxmlformats.org/officeDocument/2006/relationships/image" Target="../media/image41.png"/><Relationship Id="rId81" Type="http://schemas.openxmlformats.org/officeDocument/2006/relationships/customXml" Target="../ink/ink51.xml"/><Relationship Id="rId135" Type="http://schemas.openxmlformats.org/officeDocument/2006/relationships/customXml" Target="../ink/ink78.xml"/><Relationship Id="rId156" Type="http://schemas.openxmlformats.org/officeDocument/2006/relationships/image" Target="../media/image89.png"/><Relationship Id="rId177" Type="http://schemas.openxmlformats.org/officeDocument/2006/relationships/customXml" Target="../ink/ink99.xml"/><Relationship Id="rId198" Type="http://schemas.openxmlformats.org/officeDocument/2006/relationships/image" Target="../media/image110.png"/><Relationship Id="rId321" Type="http://schemas.openxmlformats.org/officeDocument/2006/relationships/customXml" Target="../ink/ink171.xml"/><Relationship Id="rId342" Type="http://schemas.openxmlformats.org/officeDocument/2006/relationships/image" Target="../media/image182.png"/><Relationship Id="rId363" Type="http://schemas.openxmlformats.org/officeDocument/2006/relationships/customXml" Target="../ink/ink192.xml"/><Relationship Id="rId202" Type="http://schemas.openxmlformats.org/officeDocument/2006/relationships/image" Target="../media/image112.png"/><Relationship Id="rId223" Type="http://schemas.openxmlformats.org/officeDocument/2006/relationships/customXml" Target="../ink/ink122.xml"/><Relationship Id="rId244" Type="http://schemas.openxmlformats.org/officeDocument/2006/relationships/image" Target="../media/image133.png"/><Relationship Id="rId18" Type="http://schemas.openxmlformats.org/officeDocument/2006/relationships/image" Target="../media/image20.png"/><Relationship Id="rId39" Type="http://schemas.openxmlformats.org/officeDocument/2006/relationships/customXml" Target="../ink/ink30.xml"/><Relationship Id="rId265" Type="http://schemas.openxmlformats.org/officeDocument/2006/relationships/customXml" Target="../ink/ink143.xml"/><Relationship Id="rId286" Type="http://schemas.openxmlformats.org/officeDocument/2006/relationships/image" Target="../media/image154.png"/><Relationship Id="rId50" Type="http://schemas.openxmlformats.org/officeDocument/2006/relationships/image" Target="../media/image36.png"/><Relationship Id="rId104" Type="http://schemas.openxmlformats.org/officeDocument/2006/relationships/image" Target="../media/image63.png"/><Relationship Id="rId125" Type="http://schemas.openxmlformats.org/officeDocument/2006/relationships/customXml" Target="../ink/ink73.xml"/><Relationship Id="rId146" Type="http://schemas.openxmlformats.org/officeDocument/2006/relationships/image" Target="../media/image84.png"/><Relationship Id="rId167" Type="http://schemas.openxmlformats.org/officeDocument/2006/relationships/customXml" Target="../ink/ink94.xml"/><Relationship Id="rId188" Type="http://schemas.openxmlformats.org/officeDocument/2006/relationships/image" Target="../media/image105.png"/><Relationship Id="rId311" Type="http://schemas.openxmlformats.org/officeDocument/2006/relationships/customXml" Target="../ink/ink166.xml"/><Relationship Id="rId332" Type="http://schemas.openxmlformats.org/officeDocument/2006/relationships/image" Target="../media/image177.png"/><Relationship Id="rId353" Type="http://schemas.openxmlformats.org/officeDocument/2006/relationships/customXml" Target="../ink/ink187.xml"/><Relationship Id="rId374" Type="http://schemas.openxmlformats.org/officeDocument/2006/relationships/image" Target="../media/image198.png"/><Relationship Id="rId71" Type="http://schemas.openxmlformats.org/officeDocument/2006/relationships/customXml" Target="../ink/ink46.xml"/><Relationship Id="rId92" Type="http://schemas.openxmlformats.org/officeDocument/2006/relationships/image" Target="../media/image57.png"/><Relationship Id="rId213" Type="http://schemas.openxmlformats.org/officeDocument/2006/relationships/customXml" Target="../ink/ink117.xml"/><Relationship Id="rId234" Type="http://schemas.openxmlformats.org/officeDocument/2006/relationships/image" Target="../media/image128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25.xml"/><Relationship Id="rId255" Type="http://schemas.openxmlformats.org/officeDocument/2006/relationships/customXml" Target="../ink/ink138.xml"/><Relationship Id="rId276" Type="http://schemas.openxmlformats.org/officeDocument/2006/relationships/image" Target="../media/image149.png"/><Relationship Id="rId297" Type="http://schemas.openxmlformats.org/officeDocument/2006/relationships/customXml" Target="../ink/ink159.xml"/><Relationship Id="rId40" Type="http://schemas.openxmlformats.org/officeDocument/2006/relationships/image" Target="../media/image31.png"/><Relationship Id="rId115" Type="http://schemas.openxmlformats.org/officeDocument/2006/relationships/customXml" Target="../ink/ink68.xml"/><Relationship Id="rId136" Type="http://schemas.openxmlformats.org/officeDocument/2006/relationships/image" Target="../media/image79.png"/><Relationship Id="rId157" Type="http://schemas.openxmlformats.org/officeDocument/2006/relationships/customXml" Target="../ink/ink89.xml"/><Relationship Id="rId178" Type="http://schemas.openxmlformats.org/officeDocument/2006/relationships/image" Target="../media/image100.png"/><Relationship Id="rId301" Type="http://schemas.openxmlformats.org/officeDocument/2006/relationships/customXml" Target="../ink/ink161.xml"/><Relationship Id="rId322" Type="http://schemas.openxmlformats.org/officeDocument/2006/relationships/image" Target="../media/image172.png"/><Relationship Id="rId343" Type="http://schemas.openxmlformats.org/officeDocument/2006/relationships/customXml" Target="../ink/ink182.xml"/><Relationship Id="rId364" Type="http://schemas.openxmlformats.org/officeDocument/2006/relationships/image" Target="../media/image193.png"/><Relationship Id="rId61" Type="http://schemas.openxmlformats.org/officeDocument/2006/relationships/customXml" Target="../ink/ink41.xml"/><Relationship Id="rId82" Type="http://schemas.openxmlformats.org/officeDocument/2006/relationships/image" Target="../media/image52.png"/><Relationship Id="rId199" Type="http://schemas.openxmlformats.org/officeDocument/2006/relationships/customXml" Target="../ink/ink110.xml"/><Relationship Id="rId203" Type="http://schemas.openxmlformats.org/officeDocument/2006/relationships/customXml" Target="../ink/ink112.xml"/><Relationship Id="rId19" Type="http://schemas.openxmlformats.org/officeDocument/2006/relationships/customXml" Target="../ink/ink20.xml"/><Relationship Id="rId224" Type="http://schemas.openxmlformats.org/officeDocument/2006/relationships/image" Target="../media/image123.png"/><Relationship Id="rId245" Type="http://schemas.openxmlformats.org/officeDocument/2006/relationships/customXml" Target="../ink/ink133.xml"/><Relationship Id="rId266" Type="http://schemas.openxmlformats.org/officeDocument/2006/relationships/image" Target="../media/image144.png"/><Relationship Id="rId287" Type="http://schemas.openxmlformats.org/officeDocument/2006/relationships/customXml" Target="../ink/ink154.xml"/><Relationship Id="rId30" Type="http://schemas.openxmlformats.org/officeDocument/2006/relationships/image" Target="../media/image26.png"/><Relationship Id="rId105" Type="http://schemas.openxmlformats.org/officeDocument/2006/relationships/customXml" Target="../ink/ink63.xml"/><Relationship Id="rId126" Type="http://schemas.openxmlformats.org/officeDocument/2006/relationships/image" Target="../media/image74.png"/><Relationship Id="rId147" Type="http://schemas.openxmlformats.org/officeDocument/2006/relationships/customXml" Target="../ink/ink84.xml"/><Relationship Id="rId168" Type="http://schemas.openxmlformats.org/officeDocument/2006/relationships/image" Target="../media/image95.png"/><Relationship Id="rId312" Type="http://schemas.openxmlformats.org/officeDocument/2006/relationships/image" Target="../media/image167.png"/><Relationship Id="rId333" Type="http://schemas.openxmlformats.org/officeDocument/2006/relationships/customXml" Target="../ink/ink177.xml"/><Relationship Id="rId354" Type="http://schemas.openxmlformats.org/officeDocument/2006/relationships/image" Target="../media/image188.png"/><Relationship Id="rId51" Type="http://schemas.openxmlformats.org/officeDocument/2006/relationships/customXml" Target="../ink/ink36.xml"/><Relationship Id="rId72" Type="http://schemas.openxmlformats.org/officeDocument/2006/relationships/image" Target="../media/image47.png"/><Relationship Id="rId93" Type="http://schemas.openxmlformats.org/officeDocument/2006/relationships/customXml" Target="../ink/ink57.xml"/><Relationship Id="rId189" Type="http://schemas.openxmlformats.org/officeDocument/2006/relationships/customXml" Target="../ink/ink105.xml"/><Relationship Id="rId375" Type="http://schemas.openxmlformats.org/officeDocument/2006/relationships/customXml" Target="../ink/ink198.xml"/><Relationship Id="rId3" Type="http://schemas.openxmlformats.org/officeDocument/2006/relationships/image" Target="../media/image2.svg"/><Relationship Id="rId214" Type="http://schemas.openxmlformats.org/officeDocument/2006/relationships/image" Target="../media/image118.png"/><Relationship Id="rId235" Type="http://schemas.openxmlformats.org/officeDocument/2006/relationships/customXml" Target="../ink/ink128.xml"/><Relationship Id="rId256" Type="http://schemas.openxmlformats.org/officeDocument/2006/relationships/image" Target="../media/image139.png"/><Relationship Id="rId277" Type="http://schemas.openxmlformats.org/officeDocument/2006/relationships/customXml" Target="../ink/ink149.xml"/><Relationship Id="rId298" Type="http://schemas.openxmlformats.org/officeDocument/2006/relationships/image" Target="../media/image160.png"/><Relationship Id="rId116" Type="http://schemas.openxmlformats.org/officeDocument/2006/relationships/image" Target="../media/image69.png"/><Relationship Id="rId137" Type="http://schemas.openxmlformats.org/officeDocument/2006/relationships/customXml" Target="../ink/ink79.xml"/><Relationship Id="rId158" Type="http://schemas.openxmlformats.org/officeDocument/2006/relationships/image" Target="../media/image90.png"/><Relationship Id="rId302" Type="http://schemas.openxmlformats.org/officeDocument/2006/relationships/image" Target="../media/image162.png"/><Relationship Id="rId323" Type="http://schemas.openxmlformats.org/officeDocument/2006/relationships/customXml" Target="../ink/ink172.xml"/><Relationship Id="rId344" Type="http://schemas.openxmlformats.org/officeDocument/2006/relationships/image" Target="../media/image183.png"/><Relationship Id="rId20" Type="http://schemas.openxmlformats.org/officeDocument/2006/relationships/image" Target="../media/image21.png"/><Relationship Id="rId41" Type="http://schemas.openxmlformats.org/officeDocument/2006/relationships/customXml" Target="../ink/ink31.xml"/><Relationship Id="rId62" Type="http://schemas.openxmlformats.org/officeDocument/2006/relationships/image" Target="../media/image42.png"/><Relationship Id="rId83" Type="http://schemas.openxmlformats.org/officeDocument/2006/relationships/customXml" Target="../ink/ink52.xml"/><Relationship Id="rId179" Type="http://schemas.openxmlformats.org/officeDocument/2006/relationships/customXml" Target="../ink/ink100.xml"/><Relationship Id="rId365" Type="http://schemas.openxmlformats.org/officeDocument/2006/relationships/customXml" Target="../ink/ink193.xml"/><Relationship Id="rId190" Type="http://schemas.openxmlformats.org/officeDocument/2006/relationships/image" Target="../media/image106.png"/><Relationship Id="rId204" Type="http://schemas.openxmlformats.org/officeDocument/2006/relationships/image" Target="../media/image113.png"/><Relationship Id="rId225" Type="http://schemas.openxmlformats.org/officeDocument/2006/relationships/customXml" Target="../ink/ink123.xml"/><Relationship Id="rId246" Type="http://schemas.openxmlformats.org/officeDocument/2006/relationships/image" Target="../media/image134.png"/><Relationship Id="rId267" Type="http://schemas.openxmlformats.org/officeDocument/2006/relationships/customXml" Target="../ink/ink144.xml"/><Relationship Id="rId288" Type="http://schemas.openxmlformats.org/officeDocument/2006/relationships/image" Target="../media/image155.png"/><Relationship Id="rId106" Type="http://schemas.openxmlformats.org/officeDocument/2006/relationships/image" Target="../media/image64.png"/><Relationship Id="rId127" Type="http://schemas.openxmlformats.org/officeDocument/2006/relationships/customXml" Target="../ink/ink74.xml"/><Relationship Id="rId313" Type="http://schemas.openxmlformats.org/officeDocument/2006/relationships/customXml" Target="../ink/ink167.xml"/><Relationship Id="rId10" Type="http://schemas.openxmlformats.org/officeDocument/2006/relationships/image" Target="../media/image16.png"/><Relationship Id="rId31" Type="http://schemas.openxmlformats.org/officeDocument/2006/relationships/customXml" Target="../ink/ink26.xml"/><Relationship Id="rId52" Type="http://schemas.openxmlformats.org/officeDocument/2006/relationships/image" Target="../media/image37.png"/><Relationship Id="rId73" Type="http://schemas.openxmlformats.org/officeDocument/2006/relationships/customXml" Target="../ink/ink47.xml"/><Relationship Id="rId94" Type="http://schemas.openxmlformats.org/officeDocument/2006/relationships/image" Target="../media/image58.png"/><Relationship Id="rId148" Type="http://schemas.openxmlformats.org/officeDocument/2006/relationships/image" Target="../media/image85.png"/><Relationship Id="rId169" Type="http://schemas.openxmlformats.org/officeDocument/2006/relationships/customXml" Target="../ink/ink95.xml"/><Relationship Id="rId334" Type="http://schemas.openxmlformats.org/officeDocument/2006/relationships/image" Target="../media/image178.png"/><Relationship Id="rId355" Type="http://schemas.openxmlformats.org/officeDocument/2006/relationships/customXml" Target="../ink/ink188.xml"/><Relationship Id="rId376" Type="http://schemas.openxmlformats.org/officeDocument/2006/relationships/image" Target="../media/image199.png"/><Relationship Id="rId4" Type="http://schemas.openxmlformats.org/officeDocument/2006/relationships/image" Target="../media/image3.svg"/><Relationship Id="rId180" Type="http://schemas.openxmlformats.org/officeDocument/2006/relationships/image" Target="../media/image101.png"/><Relationship Id="rId215" Type="http://schemas.openxmlformats.org/officeDocument/2006/relationships/customXml" Target="../ink/ink118.xml"/><Relationship Id="rId236" Type="http://schemas.openxmlformats.org/officeDocument/2006/relationships/image" Target="../media/image129.png"/><Relationship Id="rId257" Type="http://schemas.openxmlformats.org/officeDocument/2006/relationships/customXml" Target="../ink/ink139.xml"/><Relationship Id="rId278" Type="http://schemas.openxmlformats.org/officeDocument/2006/relationships/image" Target="../media/image150.png"/><Relationship Id="rId303" Type="http://schemas.openxmlformats.org/officeDocument/2006/relationships/customXml" Target="../ink/ink162.xml"/><Relationship Id="rId42" Type="http://schemas.openxmlformats.org/officeDocument/2006/relationships/image" Target="../media/image32.png"/><Relationship Id="rId84" Type="http://schemas.openxmlformats.org/officeDocument/2006/relationships/image" Target="../media/image53.png"/><Relationship Id="rId138" Type="http://schemas.openxmlformats.org/officeDocument/2006/relationships/image" Target="../media/image80.png"/><Relationship Id="rId345" Type="http://schemas.openxmlformats.org/officeDocument/2006/relationships/customXml" Target="../ink/ink183.xml"/><Relationship Id="rId191" Type="http://schemas.openxmlformats.org/officeDocument/2006/relationships/customXml" Target="../ink/ink106.xml"/><Relationship Id="rId205" Type="http://schemas.openxmlformats.org/officeDocument/2006/relationships/customXml" Target="../ink/ink113.xml"/><Relationship Id="rId247" Type="http://schemas.openxmlformats.org/officeDocument/2006/relationships/customXml" Target="../ink/ink134.xml"/><Relationship Id="rId107" Type="http://schemas.openxmlformats.org/officeDocument/2006/relationships/customXml" Target="../ink/ink64.xml"/><Relationship Id="rId289" Type="http://schemas.openxmlformats.org/officeDocument/2006/relationships/customXml" Target="../ink/ink155.xml"/><Relationship Id="rId11" Type="http://schemas.openxmlformats.org/officeDocument/2006/relationships/customXml" Target="../ink/ink16.xml"/><Relationship Id="rId53" Type="http://schemas.openxmlformats.org/officeDocument/2006/relationships/customXml" Target="../ink/ink37.xml"/><Relationship Id="rId149" Type="http://schemas.openxmlformats.org/officeDocument/2006/relationships/customXml" Target="../ink/ink85.xml"/><Relationship Id="rId314" Type="http://schemas.openxmlformats.org/officeDocument/2006/relationships/image" Target="../media/image168.png"/><Relationship Id="rId356" Type="http://schemas.openxmlformats.org/officeDocument/2006/relationships/image" Target="../media/image189.png"/><Relationship Id="rId95" Type="http://schemas.openxmlformats.org/officeDocument/2006/relationships/customXml" Target="../ink/ink58.xml"/><Relationship Id="rId160" Type="http://schemas.openxmlformats.org/officeDocument/2006/relationships/image" Target="../media/image91.png"/><Relationship Id="rId216" Type="http://schemas.openxmlformats.org/officeDocument/2006/relationships/image" Target="../media/image119.png"/><Relationship Id="rId258" Type="http://schemas.openxmlformats.org/officeDocument/2006/relationships/image" Target="../media/image140.png"/><Relationship Id="rId22" Type="http://schemas.openxmlformats.org/officeDocument/2006/relationships/image" Target="../media/image22.png"/><Relationship Id="rId64" Type="http://schemas.openxmlformats.org/officeDocument/2006/relationships/image" Target="../media/image43.png"/><Relationship Id="rId118" Type="http://schemas.openxmlformats.org/officeDocument/2006/relationships/image" Target="../media/image70.png"/><Relationship Id="rId325" Type="http://schemas.openxmlformats.org/officeDocument/2006/relationships/customXml" Target="../ink/ink173.xml"/><Relationship Id="rId367" Type="http://schemas.openxmlformats.org/officeDocument/2006/relationships/customXml" Target="../ink/ink194.xml"/><Relationship Id="rId171" Type="http://schemas.openxmlformats.org/officeDocument/2006/relationships/customXml" Target="../ink/ink96.xml"/><Relationship Id="rId227" Type="http://schemas.openxmlformats.org/officeDocument/2006/relationships/customXml" Target="../ink/ink124.xml"/><Relationship Id="rId269" Type="http://schemas.openxmlformats.org/officeDocument/2006/relationships/customXml" Target="../ink/ink145.xml"/><Relationship Id="rId33" Type="http://schemas.openxmlformats.org/officeDocument/2006/relationships/customXml" Target="../ink/ink27.xml"/><Relationship Id="rId129" Type="http://schemas.openxmlformats.org/officeDocument/2006/relationships/customXml" Target="../ink/ink75.xml"/><Relationship Id="rId280" Type="http://schemas.openxmlformats.org/officeDocument/2006/relationships/image" Target="../media/image151.png"/><Relationship Id="rId336" Type="http://schemas.openxmlformats.org/officeDocument/2006/relationships/image" Target="../media/image179.png"/><Relationship Id="rId75" Type="http://schemas.openxmlformats.org/officeDocument/2006/relationships/customXml" Target="../ink/ink48.xml"/><Relationship Id="rId140" Type="http://schemas.openxmlformats.org/officeDocument/2006/relationships/image" Target="../media/image81.png"/><Relationship Id="rId182" Type="http://schemas.openxmlformats.org/officeDocument/2006/relationships/image" Target="../media/image102.png"/><Relationship Id="rId378" Type="http://schemas.openxmlformats.org/officeDocument/2006/relationships/image" Target="../media/image200.png"/><Relationship Id="rId6" Type="http://schemas.openxmlformats.org/officeDocument/2006/relationships/image" Target="../media/image5.svg"/><Relationship Id="rId238" Type="http://schemas.openxmlformats.org/officeDocument/2006/relationships/image" Target="../media/image130.png"/><Relationship Id="rId291" Type="http://schemas.openxmlformats.org/officeDocument/2006/relationships/customXml" Target="../ink/ink156.xml"/><Relationship Id="rId305" Type="http://schemas.openxmlformats.org/officeDocument/2006/relationships/customXml" Target="../ink/ink163.xml"/><Relationship Id="rId347" Type="http://schemas.openxmlformats.org/officeDocument/2006/relationships/customXml" Target="../ink/ink184.xml"/><Relationship Id="rId44" Type="http://schemas.openxmlformats.org/officeDocument/2006/relationships/image" Target="../media/image33.png"/><Relationship Id="rId86" Type="http://schemas.openxmlformats.org/officeDocument/2006/relationships/image" Target="../media/image54.png"/><Relationship Id="rId151" Type="http://schemas.openxmlformats.org/officeDocument/2006/relationships/customXml" Target="../ink/ink86.xml"/><Relationship Id="rId193" Type="http://schemas.openxmlformats.org/officeDocument/2006/relationships/customXml" Target="../ink/ink107.xml"/><Relationship Id="rId207" Type="http://schemas.openxmlformats.org/officeDocument/2006/relationships/customXml" Target="../ink/ink114.xml"/><Relationship Id="rId249" Type="http://schemas.openxmlformats.org/officeDocument/2006/relationships/customXml" Target="../ink/ink135.xml"/><Relationship Id="rId13" Type="http://schemas.openxmlformats.org/officeDocument/2006/relationships/customXml" Target="../ink/ink17.xml"/><Relationship Id="rId109" Type="http://schemas.openxmlformats.org/officeDocument/2006/relationships/customXml" Target="../ink/ink65.xml"/><Relationship Id="rId260" Type="http://schemas.openxmlformats.org/officeDocument/2006/relationships/image" Target="../media/image141.png"/><Relationship Id="rId316" Type="http://schemas.openxmlformats.org/officeDocument/2006/relationships/image" Target="../media/image169.png"/><Relationship Id="rId55" Type="http://schemas.openxmlformats.org/officeDocument/2006/relationships/customXml" Target="../ink/ink38.xml"/><Relationship Id="rId97" Type="http://schemas.openxmlformats.org/officeDocument/2006/relationships/customXml" Target="../ink/ink59.xml"/><Relationship Id="rId120" Type="http://schemas.openxmlformats.org/officeDocument/2006/relationships/image" Target="../media/image71.png"/><Relationship Id="rId358" Type="http://schemas.openxmlformats.org/officeDocument/2006/relationships/image" Target="../media/image190.png"/><Relationship Id="rId162" Type="http://schemas.openxmlformats.org/officeDocument/2006/relationships/image" Target="../media/image92.png"/><Relationship Id="rId218" Type="http://schemas.openxmlformats.org/officeDocument/2006/relationships/image" Target="../media/image120.png"/><Relationship Id="rId271" Type="http://schemas.openxmlformats.org/officeDocument/2006/relationships/customXml" Target="../ink/ink146.xml"/><Relationship Id="rId24" Type="http://schemas.openxmlformats.org/officeDocument/2006/relationships/image" Target="../media/image23.png"/><Relationship Id="rId66" Type="http://schemas.openxmlformats.org/officeDocument/2006/relationships/image" Target="../media/image44.png"/><Relationship Id="rId131" Type="http://schemas.openxmlformats.org/officeDocument/2006/relationships/customXml" Target="../ink/ink76.xml"/><Relationship Id="rId327" Type="http://schemas.openxmlformats.org/officeDocument/2006/relationships/customXml" Target="../ink/ink174.xml"/><Relationship Id="rId369" Type="http://schemas.openxmlformats.org/officeDocument/2006/relationships/customXml" Target="../ink/ink195.xml"/><Relationship Id="rId173" Type="http://schemas.openxmlformats.org/officeDocument/2006/relationships/customXml" Target="../ink/ink97.xml"/><Relationship Id="rId229" Type="http://schemas.openxmlformats.org/officeDocument/2006/relationships/customXml" Target="../ink/ink125.xml"/><Relationship Id="rId240" Type="http://schemas.openxmlformats.org/officeDocument/2006/relationships/image" Target="../media/image131.png"/><Relationship Id="rId35" Type="http://schemas.openxmlformats.org/officeDocument/2006/relationships/customXml" Target="../ink/ink28.xml"/><Relationship Id="rId77" Type="http://schemas.openxmlformats.org/officeDocument/2006/relationships/customXml" Target="../ink/ink49.xml"/><Relationship Id="rId100" Type="http://schemas.openxmlformats.org/officeDocument/2006/relationships/image" Target="../media/image61.png"/><Relationship Id="rId282" Type="http://schemas.openxmlformats.org/officeDocument/2006/relationships/image" Target="../media/image152.png"/><Relationship Id="rId338" Type="http://schemas.openxmlformats.org/officeDocument/2006/relationships/image" Target="../media/image180.png"/><Relationship Id="rId8" Type="http://schemas.openxmlformats.org/officeDocument/2006/relationships/image" Target="../media/image15.png"/><Relationship Id="rId142" Type="http://schemas.openxmlformats.org/officeDocument/2006/relationships/image" Target="../media/image82.png"/><Relationship Id="rId184" Type="http://schemas.openxmlformats.org/officeDocument/2006/relationships/image" Target="../media/image103.png"/><Relationship Id="rId251" Type="http://schemas.openxmlformats.org/officeDocument/2006/relationships/customXml" Target="../ink/ink136.xml"/><Relationship Id="rId46" Type="http://schemas.openxmlformats.org/officeDocument/2006/relationships/image" Target="../media/image34.png"/><Relationship Id="rId293" Type="http://schemas.openxmlformats.org/officeDocument/2006/relationships/customXml" Target="../ink/ink157.xml"/><Relationship Id="rId307" Type="http://schemas.openxmlformats.org/officeDocument/2006/relationships/customXml" Target="../ink/ink164.xml"/><Relationship Id="rId349" Type="http://schemas.openxmlformats.org/officeDocument/2006/relationships/customXml" Target="../ink/ink185.xml"/><Relationship Id="rId88" Type="http://schemas.openxmlformats.org/officeDocument/2006/relationships/image" Target="../media/image55.png"/><Relationship Id="rId111" Type="http://schemas.openxmlformats.org/officeDocument/2006/relationships/customXml" Target="../ink/ink66.xml"/><Relationship Id="rId153" Type="http://schemas.openxmlformats.org/officeDocument/2006/relationships/customXml" Target="../ink/ink87.xml"/><Relationship Id="rId195" Type="http://schemas.openxmlformats.org/officeDocument/2006/relationships/customXml" Target="../ink/ink108.xml"/><Relationship Id="rId209" Type="http://schemas.openxmlformats.org/officeDocument/2006/relationships/customXml" Target="../ink/ink115.xml"/><Relationship Id="rId360" Type="http://schemas.openxmlformats.org/officeDocument/2006/relationships/image" Target="../media/image191.png"/><Relationship Id="rId220" Type="http://schemas.openxmlformats.org/officeDocument/2006/relationships/image" Target="../media/image121.png"/><Relationship Id="rId15" Type="http://schemas.openxmlformats.org/officeDocument/2006/relationships/customXml" Target="../ink/ink18.xml"/><Relationship Id="rId57" Type="http://schemas.openxmlformats.org/officeDocument/2006/relationships/customXml" Target="../ink/ink39.xml"/><Relationship Id="rId262" Type="http://schemas.openxmlformats.org/officeDocument/2006/relationships/image" Target="../media/image142.png"/><Relationship Id="rId318" Type="http://schemas.openxmlformats.org/officeDocument/2006/relationships/image" Target="../media/image170.png"/><Relationship Id="rId99" Type="http://schemas.openxmlformats.org/officeDocument/2006/relationships/customXml" Target="../ink/ink60.xml"/><Relationship Id="rId122" Type="http://schemas.openxmlformats.org/officeDocument/2006/relationships/image" Target="../media/image72.png"/><Relationship Id="rId164" Type="http://schemas.openxmlformats.org/officeDocument/2006/relationships/image" Target="../media/image93.png"/><Relationship Id="rId371" Type="http://schemas.openxmlformats.org/officeDocument/2006/relationships/customXml" Target="../ink/ink19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customXml" Target="../ink/ink204.xml"/><Relationship Id="rId3" Type="http://schemas.openxmlformats.org/officeDocument/2006/relationships/image" Target="../media/image201.svg"/><Relationship Id="rId7" Type="http://schemas.openxmlformats.org/officeDocument/2006/relationships/customXml" Target="../ink/ink201.xml"/><Relationship Id="rId12" Type="http://schemas.openxmlformats.org/officeDocument/2006/relationships/image" Target="../media/image20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customXml" Target="../ink/ink203.xml"/><Relationship Id="rId5" Type="http://schemas.openxmlformats.org/officeDocument/2006/relationships/customXml" Target="../ink/ink200.xml"/><Relationship Id="rId10" Type="http://schemas.openxmlformats.org/officeDocument/2006/relationships/image" Target="../media/image205.png"/><Relationship Id="rId4" Type="http://schemas.openxmlformats.org/officeDocument/2006/relationships/image" Target="../media/image202.svg"/><Relationship Id="rId9" Type="http://schemas.openxmlformats.org/officeDocument/2006/relationships/customXml" Target="../ink/ink202.xml"/><Relationship Id="rId14" Type="http://schemas.openxmlformats.org/officeDocument/2006/relationships/image" Target="../media/image20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7.xml"/><Relationship Id="rId13" Type="http://schemas.openxmlformats.org/officeDocument/2006/relationships/image" Target="../media/image213.png"/><Relationship Id="rId18" Type="http://schemas.openxmlformats.org/officeDocument/2006/relationships/customXml" Target="../ink/ink212.xml"/><Relationship Id="rId26" Type="http://schemas.openxmlformats.org/officeDocument/2006/relationships/customXml" Target="../ink/ink216.xml"/><Relationship Id="rId3" Type="http://schemas.openxmlformats.org/officeDocument/2006/relationships/image" Target="../media/image208.svg"/><Relationship Id="rId21" Type="http://schemas.openxmlformats.org/officeDocument/2006/relationships/image" Target="../media/image217.png"/><Relationship Id="rId7" Type="http://schemas.openxmlformats.org/officeDocument/2006/relationships/image" Target="../media/image210.png"/><Relationship Id="rId12" Type="http://schemas.openxmlformats.org/officeDocument/2006/relationships/customXml" Target="../ink/ink209.xml"/><Relationship Id="rId17" Type="http://schemas.openxmlformats.org/officeDocument/2006/relationships/image" Target="../media/image215.png"/><Relationship Id="rId25" Type="http://schemas.openxmlformats.org/officeDocument/2006/relationships/image" Target="../media/image219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211.xml"/><Relationship Id="rId20" Type="http://schemas.openxmlformats.org/officeDocument/2006/relationships/customXml" Target="../ink/ink213.xml"/><Relationship Id="rId29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6.xml"/><Relationship Id="rId11" Type="http://schemas.openxmlformats.org/officeDocument/2006/relationships/image" Target="../media/image212.png"/><Relationship Id="rId24" Type="http://schemas.openxmlformats.org/officeDocument/2006/relationships/customXml" Target="../ink/ink215.xml"/><Relationship Id="rId5" Type="http://schemas.openxmlformats.org/officeDocument/2006/relationships/image" Target="../media/image209.png"/><Relationship Id="rId15" Type="http://schemas.openxmlformats.org/officeDocument/2006/relationships/image" Target="../media/image214.png"/><Relationship Id="rId23" Type="http://schemas.openxmlformats.org/officeDocument/2006/relationships/image" Target="../media/image218.png"/><Relationship Id="rId28" Type="http://schemas.openxmlformats.org/officeDocument/2006/relationships/customXml" Target="../ink/ink217.xml"/><Relationship Id="rId10" Type="http://schemas.openxmlformats.org/officeDocument/2006/relationships/customXml" Target="../ink/ink208.xml"/><Relationship Id="rId19" Type="http://schemas.openxmlformats.org/officeDocument/2006/relationships/image" Target="../media/image216.png"/><Relationship Id="rId4" Type="http://schemas.openxmlformats.org/officeDocument/2006/relationships/customXml" Target="../ink/ink205.xml"/><Relationship Id="rId9" Type="http://schemas.openxmlformats.org/officeDocument/2006/relationships/image" Target="../media/image211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image" Target="../media/image22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4.xml"/><Relationship Id="rId299" Type="http://schemas.openxmlformats.org/officeDocument/2006/relationships/customXml" Target="../ink/ink365.xml"/><Relationship Id="rId21" Type="http://schemas.openxmlformats.org/officeDocument/2006/relationships/customXml" Target="../ink/ink226.xml"/><Relationship Id="rId63" Type="http://schemas.openxmlformats.org/officeDocument/2006/relationships/customXml" Target="../ink/ink247.xml"/><Relationship Id="rId159" Type="http://schemas.openxmlformats.org/officeDocument/2006/relationships/customXml" Target="../ink/ink295.xml"/><Relationship Id="rId324" Type="http://schemas.openxmlformats.org/officeDocument/2006/relationships/image" Target="../media/image383.png"/><Relationship Id="rId366" Type="http://schemas.openxmlformats.org/officeDocument/2006/relationships/image" Target="../media/image404.png"/><Relationship Id="rId170" Type="http://schemas.openxmlformats.org/officeDocument/2006/relationships/image" Target="../media/image306.png"/><Relationship Id="rId226" Type="http://schemas.openxmlformats.org/officeDocument/2006/relationships/image" Target="../media/image334.png"/><Relationship Id="rId268" Type="http://schemas.openxmlformats.org/officeDocument/2006/relationships/image" Target="../media/image355.png"/><Relationship Id="rId32" Type="http://schemas.openxmlformats.org/officeDocument/2006/relationships/image" Target="../media/image237.png"/><Relationship Id="rId74" Type="http://schemas.openxmlformats.org/officeDocument/2006/relationships/image" Target="../media/image258.png"/><Relationship Id="rId128" Type="http://schemas.openxmlformats.org/officeDocument/2006/relationships/image" Target="../media/image285.png"/><Relationship Id="rId335" Type="http://schemas.openxmlformats.org/officeDocument/2006/relationships/customXml" Target="../ink/ink383.xml"/><Relationship Id="rId377" Type="http://schemas.openxmlformats.org/officeDocument/2006/relationships/customXml" Target="../ink/ink404.xml"/><Relationship Id="rId5" Type="http://schemas.openxmlformats.org/officeDocument/2006/relationships/customXml" Target="../ink/ink218.xml"/><Relationship Id="rId181" Type="http://schemas.openxmlformats.org/officeDocument/2006/relationships/customXml" Target="../ink/ink306.xml"/><Relationship Id="rId237" Type="http://schemas.openxmlformats.org/officeDocument/2006/relationships/customXml" Target="../ink/ink334.xml"/><Relationship Id="rId279" Type="http://schemas.openxmlformats.org/officeDocument/2006/relationships/customXml" Target="../ink/ink355.xml"/><Relationship Id="rId43" Type="http://schemas.openxmlformats.org/officeDocument/2006/relationships/customXml" Target="../ink/ink237.xml"/><Relationship Id="rId139" Type="http://schemas.openxmlformats.org/officeDocument/2006/relationships/customXml" Target="../ink/ink285.xml"/><Relationship Id="rId290" Type="http://schemas.openxmlformats.org/officeDocument/2006/relationships/image" Target="../media/image366.png"/><Relationship Id="rId304" Type="http://schemas.openxmlformats.org/officeDocument/2006/relationships/image" Target="../media/image373.png"/><Relationship Id="rId346" Type="http://schemas.openxmlformats.org/officeDocument/2006/relationships/image" Target="../media/image394.png"/><Relationship Id="rId388" Type="http://schemas.openxmlformats.org/officeDocument/2006/relationships/image" Target="../media/image415.png"/><Relationship Id="rId85" Type="http://schemas.openxmlformats.org/officeDocument/2006/relationships/customXml" Target="../ink/ink258.xml"/><Relationship Id="rId150" Type="http://schemas.openxmlformats.org/officeDocument/2006/relationships/image" Target="../media/image296.png"/><Relationship Id="rId192" Type="http://schemas.openxmlformats.org/officeDocument/2006/relationships/image" Target="../media/image317.png"/><Relationship Id="rId206" Type="http://schemas.openxmlformats.org/officeDocument/2006/relationships/image" Target="../media/image324.png"/><Relationship Id="rId248" Type="http://schemas.openxmlformats.org/officeDocument/2006/relationships/image" Target="../media/image345.png"/><Relationship Id="rId12" Type="http://schemas.openxmlformats.org/officeDocument/2006/relationships/image" Target="../media/image227.png"/><Relationship Id="rId108" Type="http://schemas.openxmlformats.org/officeDocument/2006/relationships/image" Target="../media/image275.png"/><Relationship Id="rId315" Type="http://schemas.openxmlformats.org/officeDocument/2006/relationships/customXml" Target="../ink/ink373.xml"/><Relationship Id="rId357" Type="http://schemas.openxmlformats.org/officeDocument/2006/relationships/customXml" Target="../ink/ink394.xml"/><Relationship Id="rId54" Type="http://schemas.openxmlformats.org/officeDocument/2006/relationships/image" Target="../media/image248.png"/><Relationship Id="rId96" Type="http://schemas.openxmlformats.org/officeDocument/2006/relationships/image" Target="../media/image269.png"/><Relationship Id="rId161" Type="http://schemas.openxmlformats.org/officeDocument/2006/relationships/customXml" Target="../ink/ink296.xml"/><Relationship Id="rId217" Type="http://schemas.openxmlformats.org/officeDocument/2006/relationships/customXml" Target="../ink/ink324.xml"/><Relationship Id="rId259" Type="http://schemas.openxmlformats.org/officeDocument/2006/relationships/customXml" Target="../ink/ink345.xml"/><Relationship Id="rId23" Type="http://schemas.openxmlformats.org/officeDocument/2006/relationships/customXml" Target="../ink/ink227.xml"/><Relationship Id="rId119" Type="http://schemas.openxmlformats.org/officeDocument/2006/relationships/customXml" Target="../ink/ink275.xml"/><Relationship Id="rId270" Type="http://schemas.openxmlformats.org/officeDocument/2006/relationships/image" Target="../media/image356.png"/><Relationship Id="rId326" Type="http://schemas.openxmlformats.org/officeDocument/2006/relationships/image" Target="../media/image384.png"/><Relationship Id="rId65" Type="http://schemas.openxmlformats.org/officeDocument/2006/relationships/customXml" Target="../ink/ink248.xml"/><Relationship Id="rId130" Type="http://schemas.openxmlformats.org/officeDocument/2006/relationships/image" Target="../media/image286.png"/><Relationship Id="rId368" Type="http://schemas.openxmlformats.org/officeDocument/2006/relationships/image" Target="../media/image405.png"/><Relationship Id="rId172" Type="http://schemas.openxmlformats.org/officeDocument/2006/relationships/image" Target="../media/image307.png"/><Relationship Id="rId228" Type="http://schemas.openxmlformats.org/officeDocument/2006/relationships/image" Target="../media/image335.png"/><Relationship Id="rId281" Type="http://schemas.openxmlformats.org/officeDocument/2006/relationships/customXml" Target="../ink/ink356.xml"/><Relationship Id="rId337" Type="http://schemas.openxmlformats.org/officeDocument/2006/relationships/customXml" Target="../ink/ink384.xml"/><Relationship Id="rId34" Type="http://schemas.openxmlformats.org/officeDocument/2006/relationships/image" Target="../media/image238.png"/><Relationship Id="rId76" Type="http://schemas.openxmlformats.org/officeDocument/2006/relationships/image" Target="../media/image259.png"/><Relationship Id="rId141" Type="http://schemas.openxmlformats.org/officeDocument/2006/relationships/customXml" Target="../ink/ink286.xml"/><Relationship Id="rId379" Type="http://schemas.openxmlformats.org/officeDocument/2006/relationships/customXml" Target="../ink/ink405.xml"/><Relationship Id="rId7" Type="http://schemas.openxmlformats.org/officeDocument/2006/relationships/customXml" Target="../ink/ink219.xml"/><Relationship Id="rId183" Type="http://schemas.openxmlformats.org/officeDocument/2006/relationships/customXml" Target="../ink/ink307.xml"/><Relationship Id="rId239" Type="http://schemas.openxmlformats.org/officeDocument/2006/relationships/customXml" Target="../ink/ink335.xml"/><Relationship Id="rId390" Type="http://schemas.openxmlformats.org/officeDocument/2006/relationships/image" Target="../media/image416.png"/><Relationship Id="rId250" Type="http://schemas.openxmlformats.org/officeDocument/2006/relationships/image" Target="../media/image346.png"/><Relationship Id="rId292" Type="http://schemas.openxmlformats.org/officeDocument/2006/relationships/image" Target="../media/image367.png"/><Relationship Id="rId306" Type="http://schemas.openxmlformats.org/officeDocument/2006/relationships/image" Target="../media/image374.png"/><Relationship Id="rId45" Type="http://schemas.openxmlformats.org/officeDocument/2006/relationships/customXml" Target="../ink/ink238.xml"/><Relationship Id="rId87" Type="http://schemas.openxmlformats.org/officeDocument/2006/relationships/customXml" Target="../ink/ink259.xml"/><Relationship Id="rId110" Type="http://schemas.openxmlformats.org/officeDocument/2006/relationships/image" Target="../media/image276.png"/><Relationship Id="rId348" Type="http://schemas.openxmlformats.org/officeDocument/2006/relationships/image" Target="../media/image395.png"/><Relationship Id="rId152" Type="http://schemas.openxmlformats.org/officeDocument/2006/relationships/image" Target="../media/image297.png"/><Relationship Id="rId194" Type="http://schemas.openxmlformats.org/officeDocument/2006/relationships/image" Target="../media/image318.png"/><Relationship Id="rId208" Type="http://schemas.openxmlformats.org/officeDocument/2006/relationships/image" Target="../media/image325.png"/><Relationship Id="rId261" Type="http://schemas.openxmlformats.org/officeDocument/2006/relationships/customXml" Target="../ink/ink346.xml"/><Relationship Id="rId14" Type="http://schemas.openxmlformats.org/officeDocument/2006/relationships/image" Target="../media/image228.png"/><Relationship Id="rId56" Type="http://schemas.openxmlformats.org/officeDocument/2006/relationships/image" Target="../media/image249.png"/><Relationship Id="rId317" Type="http://schemas.openxmlformats.org/officeDocument/2006/relationships/customXml" Target="../ink/ink374.xml"/><Relationship Id="rId359" Type="http://schemas.openxmlformats.org/officeDocument/2006/relationships/customXml" Target="../ink/ink395.xml"/><Relationship Id="rId98" Type="http://schemas.openxmlformats.org/officeDocument/2006/relationships/image" Target="../media/image270.png"/><Relationship Id="rId121" Type="http://schemas.openxmlformats.org/officeDocument/2006/relationships/customXml" Target="../ink/ink276.xml"/><Relationship Id="rId163" Type="http://schemas.openxmlformats.org/officeDocument/2006/relationships/customXml" Target="../ink/ink297.xml"/><Relationship Id="rId219" Type="http://schemas.openxmlformats.org/officeDocument/2006/relationships/customXml" Target="../ink/ink325.xml"/><Relationship Id="rId370" Type="http://schemas.openxmlformats.org/officeDocument/2006/relationships/image" Target="../media/image406.png"/><Relationship Id="rId230" Type="http://schemas.openxmlformats.org/officeDocument/2006/relationships/image" Target="../media/image336.png"/><Relationship Id="rId25" Type="http://schemas.openxmlformats.org/officeDocument/2006/relationships/customXml" Target="../ink/ink228.xml"/><Relationship Id="rId67" Type="http://schemas.openxmlformats.org/officeDocument/2006/relationships/customXml" Target="../ink/ink249.xml"/><Relationship Id="rId272" Type="http://schemas.openxmlformats.org/officeDocument/2006/relationships/image" Target="../media/image357.png"/><Relationship Id="rId328" Type="http://schemas.openxmlformats.org/officeDocument/2006/relationships/image" Target="../media/image385.png"/><Relationship Id="rId132" Type="http://schemas.openxmlformats.org/officeDocument/2006/relationships/image" Target="../media/image287.png"/><Relationship Id="rId174" Type="http://schemas.openxmlformats.org/officeDocument/2006/relationships/image" Target="../media/image308.png"/><Relationship Id="rId381" Type="http://schemas.openxmlformats.org/officeDocument/2006/relationships/customXml" Target="../ink/ink406.xml"/><Relationship Id="rId241" Type="http://schemas.openxmlformats.org/officeDocument/2006/relationships/customXml" Target="../ink/ink336.xml"/><Relationship Id="rId36" Type="http://schemas.openxmlformats.org/officeDocument/2006/relationships/image" Target="../media/image239.png"/><Relationship Id="rId283" Type="http://schemas.openxmlformats.org/officeDocument/2006/relationships/customXml" Target="../ink/ink357.xml"/><Relationship Id="rId339" Type="http://schemas.openxmlformats.org/officeDocument/2006/relationships/customXml" Target="../ink/ink385.xml"/><Relationship Id="rId78" Type="http://schemas.openxmlformats.org/officeDocument/2006/relationships/image" Target="../media/image260.png"/><Relationship Id="rId101" Type="http://schemas.openxmlformats.org/officeDocument/2006/relationships/customXml" Target="../ink/ink266.xml"/><Relationship Id="rId143" Type="http://schemas.openxmlformats.org/officeDocument/2006/relationships/customXml" Target="../ink/ink287.xml"/><Relationship Id="rId185" Type="http://schemas.openxmlformats.org/officeDocument/2006/relationships/customXml" Target="../ink/ink308.xml"/><Relationship Id="rId350" Type="http://schemas.openxmlformats.org/officeDocument/2006/relationships/image" Target="../media/image396.png"/><Relationship Id="rId9" Type="http://schemas.openxmlformats.org/officeDocument/2006/relationships/customXml" Target="../ink/ink220.xml"/><Relationship Id="rId210" Type="http://schemas.openxmlformats.org/officeDocument/2006/relationships/image" Target="../media/image326.png"/><Relationship Id="rId392" Type="http://schemas.openxmlformats.org/officeDocument/2006/relationships/image" Target="../media/image417.png"/><Relationship Id="rId252" Type="http://schemas.openxmlformats.org/officeDocument/2006/relationships/image" Target="../media/image347.png"/><Relationship Id="rId294" Type="http://schemas.openxmlformats.org/officeDocument/2006/relationships/image" Target="../media/image368.png"/><Relationship Id="rId308" Type="http://schemas.openxmlformats.org/officeDocument/2006/relationships/image" Target="../media/image375.png"/><Relationship Id="rId47" Type="http://schemas.openxmlformats.org/officeDocument/2006/relationships/customXml" Target="../ink/ink239.xml"/><Relationship Id="rId89" Type="http://schemas.openxmlformats.org/officeDocument/2006/relationships/customXml" Target="../ink/ink260.xml"/><Relationship Id="rId112" Type="http://schemas.openxmlformats.org/officeDocument/2006/relationships/image" Target="../media/image277.png"/><Relationship Id="rId154" Type="http://schemas.openxmlformats.org/officeDocument/2006/relationships/image" Target="../media/image298.png"/><Relationship Id="rId361" Type="http://schemas.openxmlformats.org/officeDocument/2006/relationships/customXml" Target="../ink/ink396.xml"/><Relationship Id="rId196" Type="http://schemas.openxmlformats.org/officeDocument/2006/relationships/image" Target="../media/image319.png"/><Relationship Id="rId16" Type="http://schemas.openxmlformats.org/officeDocument/2006/relationships/image" Target="../media/image229.png"/><Relationship Id="rId221" Type="http://schemas.openxmlformats.org/officeDocument/2006/relationships/customXml" Target="../ink/ink326.xml"/><Relationship Id="rId242" Type="http://schemas.openxmlformats.org/officeDocument/2006/relationships/image" Target="../media/image342.png"/><Relationship Id="rId263" Type="http://schemas.openxmlformats.org/officeDocument/2006/relationships/customXml" Target="../ink/ink347.xml"/><Relationship Id="rId284" Type="http://schemas.openxmlformats.org/officeDocument/2006/relationships/image" Target="../media/image363.png"/><Relationship Id="rId319" Type="http://schemas.openxmlformats.org/officeDocument/2006/relationships/customXml" Target="../ink/ink375.xml"/><Relationship Id="rId37" Type="http://schemas.openxmlformats.org/officeDocument/2006/relationships/customXml" Target="../ink/ink234.xml"/><Relationship Id="rId58" Type="http://schemas.openxmlformats.org/officeDocument/2006/relationships/image" Target="../media/image250.png"/><Relationship Id="rId79" Type="http://schemas.openxmlformats.org/officeDocument/2006/relationships/customXml" Target="../ink/ink255.xml"/><Relationship Id="rId102" Type="http://schemas.openxmlformats.org/officeDocument/2006/relationships/image" Target="../media/image272.png"/><Relationship Id="rId123" Type="http://schemas.openxmlformats.org/officeDocument/2006/relationships/customXml" Target="../ink/ink277.xml"/><Relationship Id="rId144" Type="http://schemas.openxmlformats.org/officeDocument/2006/relationships/image" Target="../media/image293.png"/><Relationship Id="rId330" Type="http://schemas.openxmlformats.org/officeDocument/2006/relationships/image" Target="../media/image386.png"/><Relationship Id="rId90" Type="http://schemas.openxmlformats.org/officeDocument/2006/relationships/image" Target="../media/image266.png"/><Relationship Id="rId165" Type="http://schemas.openxmlformats.org/officeDocument/2006/relationships/customXml" Target="../ink/ink298.xml"/><Relationship Id="rId186" Type="http://schemas.openxmlformats.org/officeDocument/2006/relationships/image" Target="../media/image314.png"/><Relationship Id="rId351" Type="http://schemas.openxmlformats.org/officeDocument/2006/relationships/customXml" Target="../ink/ink391.xml"/><Relationship Id="rId372" Type="http://schemas.openxmlformats.org/officeDocument/2006/relationships/image" Target="../media/image407.png"/><Relationship Id="rId393" Type="http://schemas.openxmlformats.org/officeDocument/2006/relationships/customXml" Target="../ink/ink412.xml"/><Relationship Id="rId211" Type="http://schemas.openxmlformats.org/officeDocument/2006/relationships/customXml" Target="../ink/ink321.xml"/><Relationship Id="rId232" Type="http://schemas.openxmlformats.org/officeDocument/2006/relationships/image" Target="../media/image337.png"/><Relationship Id="rId253" Type="http://schemas.openxmlformats.org/officeDocument/2006/relationships/customXml" Target="../ink/ink342.xml"/><Relationship Id="rId274" Type="http://schemas.openxmlformats.org/officeDocument/2006/relationships/image" Target="../media/image358.png"/><Relationship Id="rId295" Type="http://schemas.openxmlformats.org/officeDocument/2006/relationships/customXml" Target="../ink/ink363.xml"/><Relationship Id="rId309" Type="http://schemas.openxmlformats.org/officeDocument/2006/relationships/customXml" Target="../ink/ink370.xml"/><Relationship Id="rId27" Type="http://schemas.openxmlformats.org/officeDocument/2006/relationships/customXml" Target="../ink/ink229.xml"/><Relationship Id="rId48" Type="http://schemas.openxmlformats.org/officeDocument/2006/relationships/image" Target="../media/image245.png"/><Relationship Id="rId69" Type="http://schemas.openxmlformats.org/officeDocument/2006/relationships/customXml" Target="../ink/ink250.xml"/><Relationship Id="rId113" Type="http://schemas.openxmlformats.org/officeDocument/2006/relationships/customXml" Target="../ink/ink272.xml"/><Relationship Id="rId134" Type="http://schemas.openxmlformats.org/officeDocument/2006/relationships/image" Target="../media/image288.png"/><Relationship Id="rId320" Type="http://schemas.openxmlformats.org/officeDocument/2006/relationships/image" Target="../media/image381.png"/><Relationship Id="rId80" Type="http://schemas.openxmlformats.org/officeDocument/2006/relationships/image" Target="../media/image261.png"/><Relationship Id="rId155" Type="http://schemas.openxmlformats.org/officeDocument/2006/relationships/customXml" Target="../ink/ink293.xml"/><Relationship Id="rId176" Type="http://schemas.openxmlformats.org/officeDocument/2006/relationships/image" Target="../media/image309.png"/><Relationship Id="rId197" Type="http://schemas.openxmlformats.org/officeDocument/2006/relationships/customXml" Target="../ink/ink314.xml"/><Relationship Id="rId341" Type="http://schemas.openxmlformats.org/officeDocument/2006/relationships/customXml" Target="../ink/ink386.xml"/><Relationship Id="rId362" Type="http://schemas.openxmlformats.org/officeDocument/2006/relationships/image" Target="../media/image402.png"/><Relationship Id="rId383" Type="http://schemas.openxmlformats.org/officeDocument/2006/relationships/customXml" Target="../ink/ink407.xml"/><Relationship Id="rId201" Type="http://schemas.openxmlformats.org/officeDocument/2006/relationships/customXml" Target="../ink/ink316.xml"/><Relationship Id="rId222" Type="http://schemas.openxmlformats.org/officeDocument/2006/relationships/image" Target="../media/image332.png"/><Relationship Id="rId243" Type="http://schemas.openxmlformats.org/officeDocument/2006/relationships/customXml" Target="../ink/ink337.xml"/><Relationship Id="rId264" Type="http://schemas.openxmlformats.org/officeDocument/2006/relationships/image" Target="../media/image353.png"/><Relationship Id="rId285" Type="http://schemas.openxmlformats.org/officeDocument/2006/relationships/customXml" Target="../ink/ink358.xml"/><Relationship Id="rId17" Type="http://schemas.openxmlformats.org/officeDocument/2006/relationships/customXml" Target="../ink/ink224.xml"/><Relationship Id="rId38" Type="http://schemas.openxmlformats.org/officeDocument/2006/relationships/image" Target="../media/image240.png"/><Relationship Id="rId59" Type="http://schemas.openxmlformats.org/officeDocument/2006/relationships/customXml" Target="../ink/ink245.xml"/><Relationship Id="rId103" Type="http://schemas.openxmlformats.org/officeDocument/2006/relationships/customXml" Target="../ink/ink267.xml"/><Relationship Id="rId124" Type="http://schemas.openxmlformats.org/officeDocument/2006/relationships/image" Target="../media/image283.png"/><Relationship Id="rId310" Type="http://schemas.openxmlformats.org/officeDocument/2006/relationships/image" Target="../media/image376.png"/><Relationship Id="rId70" Type="http://schemas.openxmlformats.org/officeDocument/2006/relationships/image" Target="../media/image256.png"/><Relationship Id="rId91" Type="http://schemas.openxmlformats.org/officeDocument/2006/relationships/customXml" Target="../ink/ink261.xml"/><Relationship Id="rId145" Type="http://schemas.openxmlformats.org/officeDocument/2006/relationships/customXml" Target="../ink/ink288.xml"/><Relationship Id="rId166" Type="http://schemas.openxmlformats.org/officeDocument/2006/relationships/image" Target="../media/image304.png"/><Relationship Id="rId187" Type="http://schemas.openxmlformats.org/officeDocument/2006/relationships/customXml" Target="../ink/ink309.xml"/><Relationship Id="rId331" Type="http://schemas.openxmlformats.org/officeDocument/2006/relationships/customXml" Target="../ink/ink381.xml"/><Relationship Id="rId352" Type="http://schemas.openxmlformats.org/officeDocument/2006/relationships/image" Target="../media/image397.png"/><Relationship Id="rId373" Type="http://schemas.openxmlformats.org/officeDocument/2006/relationships/customXml" Target="../ink/ink402.xml"/><Relationship Id="rId394" Type="http://schemas.openxmlformats.org/officeDocument/2006/relationships/image" Target="../media/image41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7.png"/><Relationship Id="rId233" Type="http://schemas.openxmlformats.org/officeDocument/2006/relationships/customXml" Target="../ink/ink332.xml"/><Relationship Id="rId254" Type="http://schemas.openxmlformats.org/officeDocument/2006/relationships/image" Target="../media/image348.png"/><Relationship Id="rId28" Type="http://schemas.openxmlformats.org/officeDocument/2006/relationships/image" Target="../media/image235.png"/><Relationship Id="rId49" Type="http://schemas.openxmlformats.org/officeDocument/2006/relationships/customXml" Target="../ink/ink240.xml"/><Relationship Id="rId114" Type="http://schemas.openxmlformats.org/officeDocument/2006/relationships/image" Target="../media/image278.png"/><Relationship Id="rId275" Type="http://schemas.openxmlformats.org/officeDocument/2006/relationships/customXml" Target="../ink/ink353.xml"/><Relationship Id="rId296" Type="http://schemas.openxmlformats.org/officeDocument/2006/relationships/image" Target="../media/image369.png"/><Relationship Id="rId300" Type="http://schemas.openxmlformats.org/officeDocument/2006/relationships/image" Target="../media/image371.png"/><Relationship Id="rId60" Type="http://schemas.openxmlformats.org/officeDocument/2006/relationships/image" Target="../media/image251.png"/><Relationship Id="rId81" Type="http://schemas.openxmlformats.org/officeDocument/2006/relationships/customXml" Target="../ink/ink256.xml"/><Relationship Id="rId135" Type="http://schemas.openxmlformats.org/officeDocument/2006/relationships/customXml" Target="../ink/ink283.xml"/><Relationship Id="rId156" Type="http://schemas.openxmlformats.org/officeDocument/2006/relationships/image" Target="../media/image299.png"/><Relationship Id="rId177" Type="http://schemas.openxmlformats.org/officeDocument/2006/relationships/customXml" Target="../ink/ink304.xml"/><Relationship Id="rId198" Type="http://schemas.openxmlformats.org/officeDocument/2006/relationships/image" Target="../media/image320.png"/><Relationship Id="rId321" Type="http://schemas.openxmlformats.org/officeDocument/2006/relationships/customXml" Target="../ink/ink376.xml"/><Relationship Id="rId342" Type="http://schemas.openxmlformats.org/officeDocument/2006/relationships/image" Target="../media/image392.png"/><Relationship Id="rId363" Type="http://schemas.openxmlformats.org/officeDocument/2006/relationships/customXml" Target="../ink/ink397.xml"/><Relationship Id="rId384" Type="http://schemas.openxmlformats.org/officeDocument/2006/relationships/image" Target="../media/image413.png"/><Relationship Id="rId202" Type="http://schemas.openxmlformats.org/officeDocument/2006/relationships/image" Target="../media/image322.png"/><Relationship Id="rId223" Type="http://schemas.openxmlformats.org/officeDocument/2006/relationships/customXml" Target="../ink/ink327.xml"/><Relationship Id="rId244" Type="http://schemas.openxmlformats.org/officeDocument/2006/relationships/image" Target="../media/image343.png"/><Relationship Id="rId18" Type="http://schemas.openxmlformats.org/officeDocument/2006/relationships/image" Target="../media/image230.png"/><Relationship Id="rId39" Type="http://schemas.openxmlformats.org/officeDocument/2006/relationships/customXml" Target="../ink/ink235.xml"/><Relationship Id="rId265" Type="http://schemas.openxmlformats.org/officeDocument/2006/relationships/customXml" Target="../ink/ink348.xml"/><Relationship Id="rId286" Type="http://schemas.openxmlformats.org/officeDocument/2006/relationships/image" Target="../media/image364.png"/><Relationship Id="rId50" Type="http://schemas.openxmlformats.org/officeDocument/2006/relationships/image" Target="../media/image246.png"/><Relationship Id="rId104" Type="http://schemas.openxmlformats.org/officeDocument/2006/relationships/image" Target="../media/image273.png"/><Relationship Id="rId125" Type="http://schemas.openxmlformats.org/officeDocument/2006/relationships/customXml" Target="../ink/ink278.xml"/><Relationship Id="rId146" Type="http://schemas.openxmlformats.org/officeDocument/2006/relationships/image" Target="../media/image294.png"/><Relationship Id="rId167" Type="http://schemas.openxmlformats.org/officeDocument/2006/relationships/customXml" Target="../ink/ink299.xml"/><Relationship Id="rId188" Type="http://schemas.openxmlformats.org/officeDocument/2006/relationships/image" Target="../media/image315.png"/><Relationship Id="rId311" Type="http://schemas.openxmlformats.org/officeDocument/2006/relationships/customXml" Target="../ink/ink371.xml"/><Relationship Id="rId332" Type="http://schemas.openxmlformats.org/officeDocument/2006/relationships/image" Target="../media/image387.png"/><Relationship Id="rId353" Type="http://schemas.openxmlformats.org/officeDocument/2006/relationships/customXml" Target="../ink/ink392.xml"/><Relationship Id="rId374" Type="http://schemas.openxmlformats.org/officeDocument/2006/relationships/image" Target="../media/image408.png"/><Relationship Id="rId395" Type="http://schemas.openxmlformats.org/officeDocument/2006/relationships/customXml" Target="../ink/ink413.xml"/><Relationship Id="rId71" Type="http://schemas.openxmlformats.org/officeDocument/2006/relationships/customXml" Target="../ink/ink251.xml"/><Relationship Id="rId92" Type="http://schemas.openxmlformats.org/officeDocument/2006/relationships/image" Target="../media/image267.png"/><Relationship Id="rId213" Type="http://schemas.openxmlformats.org/officeDocument/2006/relationships/customXml" Target="../ink/ink322.xml"/><Relationship Id="rId234" Type="http://schemas.openxmlformats.org/officeDocument/2006/relationships/image" Target="../media/image338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230.xml"/><Relationship Id="rId255" Type="http://schemas.openxmlformats.org/officeDocument/2006/relationships/customXml" Target="../ink/ink343.xml"/><Relationship Id="rId276" Type="http://schemas.openxmlformats.org/officeDocument/2006/relationships/image" Target="../media/image359.png"/><Relationship Id="rId297" Type="http://schemas.openxmlformats.org/officeDocument/2006/relationships/customXml" Target="../ink/ink364.xml"/><Relationship Id="rId40" Type="http://schemas.openxmlformats.org/officeDocument/2006/relationships/image" Target="../media/image241.png"/><Relationship Id="rId115" Type="http://schemas.openxmlformats.org/officeDocument/2006/relationships/customXml" Target="../ink/ink273.xml"/><Relationship Id="rId136" Type="http://schemas.openxmlformats.org/officeDocument/2006/relationships/image" Target="../media/image289.png"/><Relationship Id="rId157" Type="http://schemas.openxmlformats.org/officeDocument/2006/relationships/customXml" Target="../ink/ink294.xml"/><Relationship Id="rId178" Type="http://schemas.openxmlformats.org/officeDocument/2006/relationships/image" Target="../media/image310.png"/><Relationship Id="rId301" Type="http://schemas.openxmlformats.org/officeDocument/2006/relationships/customXml" Target="../ink/ink366.xml"/><Relationship Id="rId322" Type="http://schemas.openxmlformats.org/officeDocument/2006/relationships/image" Target="../media/image382.png"/><Relationship Id="rId343" Type="http://schemas.openxmlformats.org/officeDocument/2006/relationships/customXml" Target="../ink/ink387.xml"/><Relationship Id="rId364" Type="http://schemas.openxmlformats.org/officeDocument/2006/relationships/image" Target="../media/image403.png"/><Relationship Id="rId61" Type="http://schemas.openxmlformats.org/officeDocument/2006/relationships/customXml" Target="../ink/ink246.xml"/><Relationship Id="rId82" Type="http://schemas.openxmlformats.org/officeDocument/2006/relationships/image" Target="../media/image262.png"/><Relationship Id="rId199" Type="http://schemas.openxmlformats.org/officeDocument/2006/relationships/customXml" Target="../ink/ink315.xml"/><Relationship Id="rId203" Type="http://schemas.openxmlformats.org/officeDocument/2006/relationships/customXml" Target="../ink/ink317.xml"/><Relationship Id="rId385" Type="http://schemas.openxmlformats.org/officeDocument/2006/relationships/customXml" Target="../ink/ink408.xml"/><Relationship Id="rId19" Type="http://schemas.openxmlformats.org/officeDocument/2006/relationships/customXml" Target="../ink/ink225.xml"/><Relationship Id="rId224" Type="http://schemas.openxmlformats.org/officeDocument/2006/relationships/image" Target="../media/image333.png"/><Relationship Id="rId245" Type="http://schemas.openxmlformats.org/officeDocument/2006/relationships/customXml" Target="../ink/ink338.xml"/><Relationship Id="rId266" Type="http://schemas.openxmlformats.org/officeDocument/2006/relationships/image" Target="../media/image354.png"/><Relationship Id="rId287" Type="http://schemas.openxmlformats.org/officeDocument/2006/relationships/customXml" Target="../ink/ink359.xml"/><Relationship Id="rId30" Type="http://schemas.openxmlformats.org/officeDocument/2006/relationships/image" Target="../media/image236.png"/><Relationship Id="rId105" Type="http://schemas.openxmlformats.org/officeDocument/2006/relationships/customXml" Target="../ink/ink268.xml"/><Relationship Id="rId126" Type="http://schemas.openxmlformats.org/officeDocument/2006/relationships/image" Target="../media/image284.png"/><Relationship Id="rId147" Type="http://schemas.openxmlformats.org/officeDocument/2006/relationships/customXml" Target="../ink/ink289.xml"/><Relationship Id="rId168" Type="http://schemas.openxmlformats.org/officeDocument/2006/relationships/image" Target="../media/image305.png"/><Relationship Id="rId312" Type="http://schemas.openxmlformats.org/officeDocument/2006/relationships/image" Target="../media/image377.png"/><Relationship Id="rId333" Type="http://schemas.openxmlformats.org/officeDocument/2006/relationships/customXml" Target="../ink/ink382.xml"/><Relationship Id="rId354" Type="http://schemas.openxmlformats.org/officeDocument/2006/relationships/image" Target="../media/image398.png"/><Relationship Id="rId51" Type="http://schemas.openxmlformats.org/officeDocument/2006/relationships/customXml" Target="../ink/ink241.xml"/><Relationship Id="rId72" Type="http://schemas.openxmlformats.org/officeDocument/2006/relationships/image" Target="../media/image257.png"/><Relationship Id="rId93" Type="http://schemas.openxmlformats.org/officeDocument/2006/relationships/customXml" Target="../ink/ink262.xml"/><Relationship Id="rId189" Type="http://schemas.openxmlformats.org/officeDocument/2006/relationships/customXml" Target="../ink/ink310.xml"/><Relationship Id="rId375" Type="http://schemas.openxmlformats.org/officeDocument/2006/relationships/customXml" Target="../ink/ink403.xml"/><Relationship Id="rId396" Type="http://schemas.openxmlformats.org/officeDocument/2006/relationships/image" Target="../media/image419.png"/><Relationship Id="rId3" Type="http://schemas.openxmlformats.org/officeDocument/2006/relationships/image" Target="../media/image222.svg"/><Relationship Id="rId214" Type="http://schemas.openxmlformats.org/officeDocument/2006/relationships/image" Target="../media/image328.png"/><Relationship Id="rId235" Type="http://schemas.openxmlformats.org/officeDocument/2006/relationships/customXml" Target="../ink/ink333.xml"/><Relationship Id="rId256" Type="http://schemas.openxmlformats.org/officeDocument/2006/relationships/image" Target="../media/image349.png"/><Relationship Id="rId277" Type="http://schemas.openxmlformats.org/officeDocument/2006/relationships/customXml" Target="../ink/ink354.xml"/><Relationship Id="rId298" Type="http://schemas.openxmlformats.org/officeDocument/2006/relationships/image" Target="../media/image370.png"/><Relationship Id="rId116" Type="http://schemas.openxmlformats.org/officeDocument/2006/relationships/image" Target="../media/image279.png"/><Relationship Id="rId137" Type="http://schemas.openxmlformats.org/officeDocument/2006/relationships/customXml" Target="../ink/ink284.xml"/><Relationship Id="rId158" Type="http://schemas.openxmlformats.org/officeDocument/2006/relationships/image" Target="../media/image300.png"/><Relationship Id="rId302" Type="http://schemas.openxmlformats.org/officeDocument/2006/relationships/image" Target="../media/image372.png"/><Relationship Id="rId323" Type="http://schemas.openxmlformats.org/officeDocument/2006/relationships/customXml" Target="../ink/ink377.xml"/><Relationship Id="rId344" Type="http://schemas.openxmlformats.org/officeDocument/2006/relationships/image" Target="../media/image393.png"/><Relationship Id="rId20" Type="http://schemas.openxmlformats.org/officeDocument/2006/relationships/image" Target="../media/image231.png"/><Relationship Id="rId41" Type="http://schemas.openxmlformats.org/officeDocument/2006/relationships/customXml" Target="../ink/ink236.xml"/><Relationship Id="rId62" Type="http://schemas.openxmlformats.org/officeDocument/2006/relationships/image" Target="../media/image252.png"/><Relationship Id="rId83" Type="http://schemas.openxmlformats.org/officeDocument/2006/relationships/customXml" Target="../ink/ink257.xml"/><Relationship Id="rId179" Type="http://schemas.openxmlformats.org/officeDocument/2006/relationships/customXml" Target="../ink/ink305.xml"/><Relationship Id="rId365" Type="http://schemas.openxmlformats.org/officeDocument/2006/relationships/customXml" Target="../ink/ink398.xml"/><Relationship Id="rId386" Type="http://schemas.openxmlformats.org/officeDocument/2006/relationships/image" Target="../media/image414.png"/><Relationship Id="rId190" Type="http://schemas.openxmlformats.org/officeDocument/2006/relationships/image" Target="../media/image316.png"/><Relationship Id="rId204" Type="http://schemas.openxmlformats.org/officeDocument/2006/relationships/image" Target="../media/image323.png"/><Relationship Id="rId225" Type="http://schemas.openxmlformats.org/officeDocument/2006/relationships/customXml" Target="../ink/ink328.xml"/><Relationship Id="rId246" Type="http://schemas.openxmlformats.org/officeDocument/2006/relationships/image" Target="../media/image344.png"/><Relationship Id="rId267" Type="http://schemas.openxmlformats.org/officeDocument/2006/relationships/customXml" Target="../ink/ink349.xml"/><Relationship Id="rId288" Type="http://schemas.openxmlformats.org/officeDocument/2006/relationships/image" Target="../media/image365.png"/><Relationship Id="rId106" Type="http://schemas.openxmlformats.org/officeDocument/2006/relationships/image" Target="../media/image274.png"/><Relationship Id="rId127" Type="http://schemas.openxmlformats.org/officeDocument/2006/relationships/customXml" Target="../ink/ink279.xml"/><Relationship Id="rId313" Type="http://schemas.openxmlformats.org/officeDocument/2006/relationships/customXml" Target="../ink/ink372.xml"/><Relationship Id="rId10" Type="http://schemas.openxmlformats.org/officeDocument/2006/relationships/image" Target="../media/image226.png"/><Relationship Id="rId31" Type="http://schemas.openxmlformats.org/officeDocument/2006/relationships/customXml" Target="../ink/ink231.xml"/><Relationship Id="rId52" Type="http://schemas.openxmlformats.org/officeDocument/2006/relationships/image" Target="../media/image247.png"/><Relationship Id="rId73" Type="http://schemas.openxmlformats.org/officeDocument/2006/relationships/customXml" Target="../ink/ink252.xml"/><Relationship Id="rId94" Type="http://schemas.openxmlformats.org/officeDocument/2006/relationships/image" Target="../media/image268.png"/><Relationship Id="rId148" Type="http://schemas.openxmlformats.org/officeDocument/2006/relationships/image" Target="../media/image295.png"/><Relationship Id="rId169" Type="http://schemas.openxmlformats.org/officeDocument/2006/relationships/customXml" Target="../ink/ink300.xml"/><Relationship Id="rId334" Type="http://schemas.openxmlformats.org/officeDocument/2006/relationships/image" Target="../media/image388.png"/><Relationship Id="rId355" Type="http://schemas.openxmlformats.org/officeDocument/2006/relationships/customXml" Target="../ink/ink393.xml"/><Relationship Id="rId376" Type="http://schemas.openxmlformats.org/officeDocument/2006/relationships/image" Target="../media/image409.png"/><Relationship Id="rId4" Type="http://schemas.openxmlformats.org/officeDocument/2006/relationships/image" Target="../media/image223.svg"/><Relationship Id="rId180" Type="http://schemas.openxmlformats.org/officeDocument/2006/relationships/image" Target="../media/image311.png"/><Relationship Id="rId215" Type="http://schemas.openxmlformats.org/officeDocument/2006/relationships/customXml" Target="../ink/ink323.xml"/><Relationship Id="rId236" Type="http://schemas.openxmlformats.org/officeDocument/2006/relationships/image" Target="../media/image339.png"/><Relationship Id="rId257" Type="http://schemas.openxmlformats.org/officeDocument/2006/relationships/customXml" Target="../ink/ink344.xml"/><Relationship Id="rId278" Type="http://schemas.openxmlformats.org/officeDocument/2006/relationships/image" Target="../media/image360.png"/><Relationship Id="rId303" Type="http://schemas.openxmlformats.org/officeDocument/2006/relationships/customXml" Target="../ink/ink367.xml"/><Relationship Id="rId42" Type="http://schemas.openxmlformats.org/officeDocument/2006/relationships/image" Target="../media/image242.png"/><Relationship Id="rId84" Type="http://schemas.openxmlformats.org/officeDocument/2006/relationships/image" Target="../media/image263.png"/><Relationship Id="rId138" Type="http://schemas.openxmlformats.org/officeDocument/2006/relationships/image" Target="../media/image290.png"/><Relationship Id="rId345" Type="http://schemas.openxmlformats.org/officeDocument/2006/relationships/customXml" Target="../ink/ink388.xml"/><Relationship Id="rId387" Type="http://schemas.openxmlformats.org/officeDocument/2006/relationships/customXml" Target="../ink/ink409.xml"/><Relationship Id="rId191" Type="http://schemas.openxmlformats.org/officeDocument/2006/relationships/customXml" Target="../ink/ink311.xml"/><Relationship Id="rId205" Type="http://schemas.openxmlformats.org/officeDocument/2006/relationships/customXml" Target="../ink/ink318.xml"/><Relationship Id="rId247" Type="http://schemas.openxmlformats.org/officeDocument/2006/relationships/customXml" Target="../ink/ink339.xml"/><Relationship Id="rId107" Type="http://schemas.openxmlformats.org/officeDocument/2006/relationships/customXml" Target="../ink/ink269.xml"/><Relationship Id="rId289" Type="http://schemas.openxmlformats.org/officeDocument/2006/relationships/customXml" Target="../ink/ink360.xml"/><Relationship Id="rId11" Type="http://schemas.openxmlformats.org/officeDocument/2006/relationships/customXml" Target="../ink/ink221.xml"/><Relationship Id="rId53" Type="http://schemas.openxmlformats.org/officeDocument/2006/relationships/customXml" Target="../ink/ink242.xml"/><Relationship Id="rId149" Type="http://schemas.openxmlformats.org/officeDocument/2006/relationships/customXml" Target="../ink/ink290.xml"/><Relationship Id="rId314" Type="http://schemas.openxmlformats.org/officeDocument/2006/relationships/image" Target="../media/image378.png"/><Relationship Id="rId356" Type="http://schemas.openxmlformats.org/officeDocument/2006/relationships/image" Target="../media/image399.png"/><Relationship Id="rId95" Type="http://schemas.openxmlformats.org/officeDocument/2006/relationships/customXml" Target="../ink/ink263.xml"/><Relationship Id="rId160" Type="http://schemas.openxmlformats.org/officeDocument/2006/relationships/image" Target="../media/image301.png"/><Relationship Id="rId216" Type="http://schemas.openxmlformats.org/officeDocument/2006/relationships/image" Target="../media/image329.png"/><Relationship Id="rId258" Type="http://schemas.openxmlformats.org/officeDocument/2006/relationships/image" Target="../media/image350.png"/><Relationship Id="rId22" Type="http://schemas.openxmlformats.org/officeDocument/2006/relationships/image" Target="../media/image232.png"/><Relationship Id="rId64" Type="http://schemas.openxmlformats.org/officeDocument/2006/relationships/image" Target="../media/image253.png"/><Relationship Id="rId118" Type="http://schemas.openxmlformats.org/officeDocument/2006/relationships/image" Target="../media/image280.png"/><Relationship Id="rId325" Type="http://schemas.openxmlformats.org/officeDocument/2006/relationships/customXml" Target="../ink/ink378.xml"/><Relationship Id="rId367" Type="http://schemas.openxmlformats.org/officeDocument/2006/relationships/customXml" Target="../ink/ink399.xml"/><Relationship Id="rId171" Type="http://schemas.openxmlformats.org/officeDocument/2006/relationships/customXml" Target="../ink/ink301.xml"/><Relationship Id="rId227" Type="http://schemas.openxmlformats.org/officeDocument/2006/relationships/customXml" Target="../ink/ink329.xml"/><Relationship Id="rId269" Type="http://schemas.openxmlformats.org/officeDocument/2006/relationships/customXml" Target="../ink/ink350.xml"/><Relationship Id="rId33" Type="http://schemas.openxmlformats.org/officeDocument/2006/relationships/customXml" Target="../ink/ink232.xml"/><Relationship Id="rId129" Type="http://schemas.openxmlformats.org/officeDocument/2006/relationships/customXml" Target="../ink/ink280.xml"/><Relationship Id="rId280" Type="http://schemas.openxmlformats.org/officeDocument/2006/relationships/image" Target="../media/image361.png"/><Relationship Id="rId336" Type="http://schemas.openxmlformats.org/officeDocument/2006/relationships/image" Target="../media/image389.png"/><Relationship Id="rId75" Type="http://schemas.openxmlformats.org/officeDocument/2006/relationships/customXml" Target="../ink/ink253.xml"/><Relationship Id="rId140" Type="http://schemas.openxmlformats.org/officeDocument/2006/relationships/image" Target="../media/image291.png"/><Relationship Id="rId182" Type="http://schemas.openxmlformats.org/officeDocument/2006/relationships/image" Target="../media/image312.png"/><Relationship Id="rId378" Type="http://schemas.openxmlformats.org/officeDocument/2006/relationships/image" Target="../media/image410.png"/><Relationship Id="rId6" Type="http://schemas.openxmlformats.org/officeDocument/2006/relationships/image" Target="../media/image224.png"/><Relationship Id="rId238" Type="http://schemas.openxmlformats.org/officeDocument/2006/relationships/image" Target="../media/image340.png"/><Relationship Id="rId291" Type="http://schemas.openxmlformats.org/officeDocument/2006/relationships/customXml" Target="../ink/ink361.xml"/><Relationship Id="rId305" Type="http://schemas.openxmlformats.org/officeDocument/2006/relationships/customXml" Target="../ink/ink368.xml"/><Relationship Id="rId347" Type="http://schemas.openxmlformats.org/officeDocument/2006/relationships/customXml" Target="../ink/ink389.xml"/><Relationship Id="rId44" Type="http://schemas.openxmlformats.org/officeDocument/2006/relationships/image" Target="../media/image243.png"/><Relationship Id="rId86" Type="http://schemas.openxmlformats.org/officeDocument/2006/relationships/image" Target="../media/image264.png"/><Relationship Id="rId151" Type="http://schemas.openxmlformats.org/officeDocument/2006/relationships/customXml" Target="../ink/ink291.xml"/><Relationship Id="rId389" Type="http://schemas.openxmlformats.org/officeDocument/2006/relationships/customXml" Target="../ink/ink410.xml"/><Relationship Id="rId193" Type="http://schemas.openxmlformats.org/officeDocument/2006/relationships/customXml" Target="../ink/ink312.xml"/><Relationship Id="rId207" Type="http://schemas.openxmlformats.org/officeDocument/2006/relationships/customXml" Target="../ink/ink319.xml"/><Relationship Id="rId249" Type="http://schemas.openxmlformats.org/officeDocument/2006/relationships/customXml" Target="../ink/ink340.xml"/><Relationship Id="rId13" Type="http://schemas.openxmlformats.org/officeDocument/2006/relationships/customXml" Target="../ink/ink222.xml"/><Relationship Id="rId109" Type="http://schemas.openxmlformats.org/officeDocument/2006/relationships/customXml" Target="../ink/ink270.xml"/><Relationship Id="rId260" Type="http://schemas.openxmlformats.org/officeDocument/2006/relationships/image" Target="../media/image351.png"/><Relationship Id="rId316" Type="http://schemas.openxmlformats.org/officeDocument/2006/relationships/image" Target="../media/image379.png"/><Relationship Id="rId55" Type="http://schemas.openxmlformats.org/officeDocument/2006/relationships/customXml" Target="../ink/ink243.xml"/><Relationship Id="rId97" Type="http://schemas.openxmlformats.org/officeDocument/2006/relationships/customXml" Target="../ink/ink264.xml"/><Relationship Id="rId120" Type="http://schemas.openxmlformats.org/officeDocument/2006/relationships/image" Target="../media/image281.png"/><Relationship Id="rId358" Type="http://schemas.openxmlformats.org/officeDocument/2006/relationships/image" Target="../media/image400.png"/><Relationship Id="rId162" Type="http://schemas.openxmlformats.org/officeDocument/2006/relationships/image" Target="../media/image302.png"/><Relationship Id="rId218" Type="http://schemas.openxmlformats.org/officeDocument/2006/relationships/image" Target="../media/image330.png"/><Relationship Id="rId271" Type="http://schemas.openxmlformats.org/officeDocument/2006/relationships/customXml" Target="../ink/ink351.xml"/><Relationship Id="rId24" Type="http://schemas.openxmlformats.org/officeDocument/2006/relationships/image" Target="../media/image233.png"/><Relationship Id="rId66" Type="http://schemas.openxmlformats.org/officeDocument/2006/relationships/image" Target="../media/image254.png"/><Relationship Id="rId131" Type="http://schemas.openxmlformats.org/officeDocument/2006/relationships/customXml" Target="../ink/ink281.xml"/><Relationship Id="rId327" Type="http://schemas.openxmlformats.org/officeDocument/2006/relationships/customXml" Target="../ink/ink379.xml"/><Relationship Id="rId369" Type="http://schemas.openxmlformats.org/officeDocument/2006/relationships/customXml" Target="../ink/ink400.xml"/><Relationship Id="rId173" Type="http://schemas.openxmlformats.org/officeDocument/2006/relationships/customXml" Target="../ink/ink302.xml"/><Relationship Id="rId229" Type="http://schemas.openxmlformats.org/officeDocument/2006/relationships/customXml" Target="../ink/ink330.xml"/><Relationship Id="rId380" Type="http://schemas.openxmlformats.org/officeDocument/2006/relationships/image" Target="../media/image411.png"/><Relationship Id="rId240" Type="http://schemas.openxmlformats.org/officeDocument/2006/relationships/image" Target="../media/image341.png"/><Relationship Id="rId35" Type="http://schemas.openxmlformats.org/officeDocument/2006/relationships/customXml" Target="../ink/ink233.xml"/><Relationship Id="rId77" Type="http://schemas.openxmlformats.org/officeDocument/2006/relationships/customXml" Target="../ink/ink254.xml"/><Relationship Id="rId100" Type="http://schemas.openxmlformats.org/officeDocument/2006/relationships/image" Target="../media/image271.png"/><Relationship Id="rId282" Type="http://schemas.openxmlformats.org/officeDocument/2006/relationships/image" Target="../media/image362.png"/><Relationship Id="rId338" Type="http://schemas.openxmlformats.org/officeDocument/2006/relationships/image" Target="../media/image390.png"/><Relationship Id="rId8" Type="http://schemas.openxmlformats.org/officeDocument/2006/relationships/image" Target="../media/image225.png"/><Relationship Id="rId142" Type="http://schemas.openxmlformats.org/officeDocument/2006/relationships/image" Target="../media/image292.png"/><Relationship Id="rId184" Type="http://schemas.openxmlformats.org/officeDocument/2006/relationships/image" Target="../media/image313.png"/><Relationship Id="rId391" Type="http://schemas.openxmlformats.org/officeDocument/2006/relationships/customXml" Target="../ink/ink411.xml"/><Relationship Id="rId251" Type="http://schemas.openxmlformats.org/officeDocument/2006/relationships/customXml" Target="../ink/ink341.xml"/><Relationship Id="rId46" Type="http://schemas.openxmlformats.org/officeDocument/2006/relationships/image" Target="../media/image244.png"/><Relationship Id="rId293" Type="http://schemas.openxmlformats.org/officeDocument/2006/relationships/customXml" Target="../ink/ink362.xml"/><Relationship Id="rId307" Type="http://schemas.openxmlformats.org/officeDocument/2006/relationships/customXml" Target="../ink/ink369.xml"/><Relationship Id="rId349" Type="http://schemas.openxmlformats.org/officeDocument/2006/relationships/customXml" Target="../ink/ink390.xml"/><Relationship Id="rId88" Type="http://schemas.openxmlformats.org/officeDocument/2006/relationships/image" Target="../media/image265.png"/><Relationship Id="rId111" Type="http://schemas.openxmlformats.org/officeDocument/2006/relationships/customXml" Target="../ink/ink271.xml"/><Relationship Id="rId153" Type="http://schemas.openxmlformats.org/officeDocument/2006/relationships/customXml" Target="../ink/ink292.xml"/><Relationship Id="rId195" Type="http://schemas.openxmlformats.org/officeDocument/2006/relationships/customXml" Target="../ink/ink313.xml"/><Relationship Id="rId209" Type="http://schemas.openxmlformats.org/officeDocument/2006/relationships/customXml" Target="../ink/ink320.xml"/><Relationship Id="rId360" Type="http://schemas.openxmlformats.org/officeDocument/2006/relationships/image" Target="../media/image401.png"/><Relationship Id="rId220" Type="http://schemas.openxmlformats.org/officeDocument/2006/relationships/image" Target="../media/image331.png"/><Relationship Id="rId15" Type="http://schemas.openxmlformats.org/officeDocument/2006/relationships/customXml" Target="../ink/ink223.xml"/><Relationship Id="rId57" Type="http://schemas.openxmlformats.org/officeDocument/2006/relationships/customXml" Target="../ink/ink244.xml"/><Relationship Id="rId262" Type="http://schemas.openxmlformats.org/officeDocument/2006/relationships/image" Target="../media/image352.png"/><Relationship Id="rId318" Type="http://schemas.openxmlformats.org/officeDocument/2006/relationships/image" Target="../media/image380.png"/><Relationship Id="rId99" Type="http://schemas.openxmlformats.org/officeDocument/2006/relationships/customXml" Target="../ink/ink265.xml"/><Relationship Id="rId122" Type="http://schemas.openxmlformats.org/officeDocument/2006/relationships/image" Target="../media/image282.png"/><Relationship Id="rId164" Type="http://schemas.openxmlformats.org/officeDocument/2006/relationships/image" Target="../media/image303.png"/><Relationship Id="rId371" Type="http://schemas.openxmlformats.org/officeDocument/2006/relationships/customXml" Target="../ink/ink401.xml"/><Relationship Id="rId26" Type="http://schemas.openxmlformats.org/officeDocument/2006/relationships/image" Target="../media/image234.png"/><Relationship Id="rId231" Type="http://schemas.openxmlformats.org/officeDocument/2006/relationships/customXml" Target="../ink/ink331.xml"/><Relationship Id="rId273" Type="http://schemas.openxmlformats.org/officeDocument/2006/relationships/customXml" Target="../ink/ink352.xml"/><Relationship Id="rId329" Type="http://schemas.openxmlformats.org/officeDocument/2006/relationships/customXml" Target="../ink/ink380.xml"/><Relationship Id="rId68" Type="http://schemas.openxmlformats.org/officeDocument/2006/relationships/image" Target="../media/image255.png"/><Relationship Id="rId133" Type="http://schemas.openxmlformats.org/officeDocument/2006/relationships/customXml" Target="../ink/ink282.xml"/><Relationship Id="rId175" Type="http://schemas.openxmlformats.org/officeDocument/2006/relationships/customXml" Target="../ink/ink303.xml"/><Relationship Id="rId340" Type="http://schemas.openxmlformats.org/officeDocument/2006/relationships/image" Target="../media/image391.png"/><Relationship Id="rId200" Type="http://schemas.openxmlformats.org/officeDocument/2006/relationships/image" Target="../media/image321.png"/><Relationship Id="rId382" Type="http://schemas.openxmlformats.org/officeDocument/2006/relationships/image" Target="../media/image41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0.xml"/><Relationship Id="rId299" Type="http://schemas.openxmlformats.org/officeDocument/2006/relationships/image" Target="../media/image568.png"/><Relationship Id="rId21" Type="http://schemas.openxmlformats.org/officeDocument/2006/relationships/customXml" Target="../ink/ink422.xml"/><Relationship Id="rId63" Type="http://schemas.openxmlformats.org/officeDocument/2006/relationships/customXml" Target="../ink/ink443.xml"/><Relationship Id="rId159" Type="http://schemas.openxmlformats.org/officeDocument/2006/relationships/customXml" Target="../ink/ink491.xml"/><Relationship Id="rId324" Type="http://schemas.openxmlformats.org/officeDocument/2006/relationships/customXml" Target="../ink/ink574.xml"/><Relationship Id="rId170" Type="http://schemas.openxmlformats.org/officeDocument/2006/relationships/image" Target="../media/image504.png"/><Relationship Id="rId226" Type="http://schemas.openxmlformats.org/officeDocument/2006/relationships/image" Target="../media/image532.png"/><Relationship Id="rId268" Type="http://schemas.openxmlformats.org/officeDocument/2006/relationships/customXml" Target="../ink/ink546.xml"/><Relationship Id="rId32" Type="http://schemas.openxmlformats.org/officeDocument/2006/relationships/image" Target="../media/image435.png"/><Relationship Id="rId74" Type="http://schemas.openxmlformats.org/officeDocument/2006/relationships/image" Target="../media/image456.png"/><Relationship Id="rId128" Type="http://schemas.openxmlformats.org/officeDocument/2006/relationships/image" Target="../media/image483.png"/><Relationship Id="rId335" Type="http://schemas.openxmlformats.org/officeDocument/2006/relationships/image" Target="../media/image586.png"/><Relationship Id="rId5" Type="http://schemas.openxmlformats.org/officeDocument/2006/relationships/customXml" Target="../ink/ink414.xml"/><Relationship Id="rId181" Type="http://schemas.openxmlformats.org/officeDocument/2006/relationships/customXml" Target="../ink/ink502.xml"/><Relationship Id="rId237" Type="http://schemas.openxmlformats.org/officeDocument/2006/relationships/customXml" Target="../ink/ink530.xml"/><Relationship Id="rId279" Type="http://schemas.openxmlformats.org/officeDocument/2006/relationships/image" Target="../media/image558.png"/><Relationship Id="rId43" Type="http://schemas.openxmlformats.org/officeDocument/2006/relationships/customXml" Target="../ink/ink433.xml"/><Relationship Id="rId139" Type="http://schemas.openxmlformats.org/officeDocument/2006/relationships/customXml" Target="../ink/ink481.xml"/><Relationship Id="rId290" Type="http://schemas.openxmlformats.org/officeDocument/2006/relationships/customXml" Target="../ink/ink557.xml"/><Relationship Id="rId304" Type="http://schemas.openxmlformats.org/officeDocument/2006/relationships/customXml" Target="../ink/ink564.xml"/><Relationship Id="rId346" Type="http://schemas.openxmlformats.org/officeDocument/2006/relationships/customXml" Target="../ink/ink585.xml"/><Relationship Id="rId85" Type="http://schemas.openxmlformats.org/officeDocument/2006/relationships/customXml" Target="../ink/ink454.xml"/><Relationship Id="rId150" Type="http://schemas.openxmlformats.org/officeDocument/2006/relationships/image" Target="../media/image494.png"/><Relationship Id="rId192" Type="http://schemas.openxmlformats.org/officeDocument/2006/relationships/image" Target="../media/image515.png"/><Relationship Id="rId206" Type="http://schemas.openxmlformats.org/officeDocument/2006/relationships/image" Target="../media/image522.png"/><Relationship Id="rId248" Type="http://schemas.openxmlformats.org/officeDocument/2006/relationships/customXml" Target="../ink/ink536.xml"/><Relationship Id="rId12" Type="http://schemas.openxmlformats.org/officeDocument/2006/relationships/image" Target="../media/image425.png"/><Relationship Id="rId108" Type="http://schemas.openxmlformats.org/officeDocument/2006/relationships/image" Target="../media/image473.png"/><Relationship Id="rId315" Type="http://schemas.openxmlformats.org/officeDocument/2006/relationships/image" Target="../media/image576.png"/><Relationship Id="rId54" Type="http://schemas.openxmlformats.org/officeDocument/2006/relationships/image" Target="../media/image446.png"/><Relationship Id="rId96" Type="http://schemas.openxmlformats.org/officeDocument/2006/relationships/image" Target="../media/image467.png"/><Relationship Id="rId161" Type="http://schemas.openxmlformats.org/officeDocument/2006/relationships/customXml" Target="../ink/ink492.xml"/><Relationship Id="rId217" Type="http://schemas.openxmlformats.org/officeDocument/2006/relationships/customXml" Target="../ink/ink520.xml"/><Relationship Id="rId259" Type="http://schemas.openxmlformats.org/officeDocument/2006/relationships/image" Target="../media/image548.png"/><Relationship Id="rId23" Type="http://schemas.openxmlformats.org/officeDocument/2006/relationships/customXml" Target="../ink/ink423.xml"/><Relationship Id="rId119" Type="http://schemas.openxmlformats.org/officeDocument/2006/relationships/customXml" Target="../ink/ink471.xml"/><Relationship Id="rId270" Type="http://schemas.openxmlformats.org/officeDocument/2006/relationships/customXml" Target="../ink/ink547.xml"/><Relationship Id="rId326" Type="http://schemas.openxmlformats.org/officeDocument/2006/relationships/customXml" Target="../ink/ink575.xml"/><Relationship Id="rId65" Type="http://schemas.openxmlformats.org/officeDocument/2006/relationships/customXml" Target="../ink/ink444.xml"/><Relationship Id="rId130" Type="http://schemas.openxmlformats.org/officeDocument/2006/relationships/image" Target="../media/image484.png"/><Relationship Id="rId172" Type="http://schemas.openxmlformats.org/officeDocument/2006/relationships/image" Target="../media/image505.png"/><Relationship Id="rId228" Type="http://schemas.openxmlformats.org/officeDocument/2006/relationships/image" Target="../media/image533.png"/><Relationship Id="rId281" Type="http://schemas.openxmlformats.org/officeDocument/2006/relationships/image" Target="../media/image559.png"/><Relationship Id="rId337" Type="http://schemas.openxmlformats.org/officeDocument/2006/relationships/image" Target="../media/image587.png"/><Relationship Id="rId34" Type="http://schemas.openxmlformats.org/officeDocument/2006/relationships/image" Target="../media/image436.png"/><Relationship Id="rId76" Type="http://schemas.openxmlformats.org/officeDocument/2006/relationships/image" Target="../media/image457.png"/><Relationship Id="rId141" Type="http://schemas.openxmlformats.org/officeDocument/2006/relationships/customXml" Target="../ink/ink482.xml"/><Relationship Id="rId7" Type="http://schemas.openxmlformats.org/officeDocument/2006/relationships/customXml" Target="../ink/ink415.xml"/><Relationship Id="rId183" Type="http://schemas.openxmlformats.org/officeDocument/2006/relationships/customXml" Target="../ink/ink503.xml"/><Relationship Id="rId239" Type="http://schemas.openxmlformats.org/officeDocument/2006/relationships/customXml" Target="../ink/ink531.xml"/><Relationship Id="rId250" Type="http://schemas.openxmlformats.org/officeDocument/2006/relationships/customXml" Target="../ink/ink537.xml"/><Relationship Id="rId292" Type="http://schemas.openxmlformats.org/officeDocument/2006/relationships/customXml" Target="../ink/ink558.xml"/><Relationship Id="rId306" Type="http://schemas.openxmlformats.org/officeDocument/2006/relationships/customXml" Target="../ink/ink565.xml"/><Relationship Id="rId45" Type="http://schemas.openxmlformats.org/officeDocument/2006/relationships/customXml" Target="../ink/ink434.xml"/><Relationship Id="rId87" Type="http://schemas.openxmlformats.org/officeDocument/2006/relationships/customXml" Target="../ink/ink455.xml"/><Relationship Id="rId110" Type="http://schemas.openxmlformats.org/officeDocument/2006/relationships/image" Target="../media/image474.png"/><Relationship Id="rId152" Type="http://schemas.openxmlformats.org/officeDocument/2006/relationships/image" Target="../media/image495.png"/><Relationship Id="rId194" Type="http://schemas.openxmlformats.org/officeDocument/2006/relationships/image" Target="../media/image516.png"/><Relationship Id="rId208" Type="http://schemas.openxmlformats.org/officeDocument/2006/relationships/image" Target="../media/image523.png"/><Relationship Id="rId261" Type="http://schemas.openxmlformats.org/officeDocument/2006/relationships/image" Target="../media/image549.png"/><Relationship Id="rId14" Type="http://schemas.openxmlformats.org/officeDocument/2006/relationships/image" Target="../media/image426.png"/><Relationship Id="rId35" Type="http://schemas.openxmlformats.org/officeDocument/2006/relationships/customXml" Target="../ink/ink429.xml"/><Relationship Id="rId56" Type="http://schemas.openxmlformats.org/officeDocument/2006/relationships/image" Target="../media/image447.png"/><Relationship Id="rId77" Type="http://schemas.openxmlformats.org/officeDocument/2006/relationships/customXml" Target="../ink/ink450.xml"/><Relationship Id="rId100" Type="http://schemas.openxmlformats.org/officeDocument/2006/relationships/image" Target="../media/image469.png"/><Relationship Id="rId282" Type="http://schemas.openxmlformats.org/officeDocument/2006/relationships/customXml" Target="../ink/ink553.xml"/><Relationship Id="rId317" Type="http://schemas.openxmlformats.org/officeDocument/2006/relationships/image" Target="../media/image577.png"/><Relationship Id="rId338" Type="http://schemas.openxmlformats.org/officeDocument/2006/relationships/customXml" Target="../ink/ink581.xml"/><Relationship Id="rId8" Type="http://schemas.openxmlformats.org/officeDocument/2006/relationships/image" Target="../media/image423.png"/><Relationship Id="rId98" Type="http://schemas.openxmlformats.org/officeDocument/2006/relationships/image" Target="../media/image468.png"/><Relationship Id="rId121" Type="http://schemas.openxmlformats.org/officeDocument/2006/relationships/customXml" Target="../ink/ink472.xml"/><Relationship Id="rId142" Type="http://schemas.openxmlformats.org/officeDocument/2006/relationships/image" Target="../media/image490.png"/><Relationship Id="rId163" Type="http://schemas.openxmlformats.org/officeDocument/2006/relationships/customXml" Target="../ink/ink493.xml"/><Relationship Id="rId184" Type="http://schemas.openxmlformats.org/officeDocument/2006/relationships/image" Target="../media/image511.png"/><Relationship Id="rId219" Type="http://schemas.openxmlformats.org/officeDocument/2006/relationships/customXml" Target="../ink/ink521.xml"/><Relationship Id="rId230" Type="http://schemas.openxmlformats.org/officeDocument/2006/relationships/image" Target="../media/image534.png"/><Relationship Id="rId251" Type="http://schemas.openxmlformats.org/officeDocument/2006/relationships/image" Target="../media/image544.png"/><Relationship Id="rId25" Type="http://schemas.openxmlformats.org/officeDocument/2006/relationships/customXml" Target="../ink/ink424.xml"/><Relationship Id="rId46" Type="http://schemas.openxmlformats.org/officeDocument/2006/relationships/image" Target="../media/image442.png"/><Relationship Id="rId67" Type="http://schemas.openxmlformats.org/officeDocument/2006/relationships/customXml" Target="../ink/ink445.xml"/><Relationship Id="rId272" Type="http://schemas.openxmlformats.org/officeDocument/2006/relationships/customXml" Target="../ink/ink548.xml"/><Relationship Id="rId293" Type="http://schemas.openxmlformats.org/officeDocument/2006/relationships/image" Target="../media/image565.png"/><Relationship Id="rId307" Type="http://schemas.openxmlformats.org/officeDocument/2006/relationships/image" Target="../media/image572.png"/><Relationship Id="rId328" Type="http://schemas.openxmlformats.org/officeDocument/2006/relationships/customXml" Target="../ink/ink576.xml"/><Relationship Id="rId88" Type="http://schemas.openxmlformats.org/officeDocument/2006/relationships/image" Target="../media/image463.png"/><Relationship Id="rId111" Type="http://schemas.openxmlformats.org/officeDocument/2006/relationships/customXml" Target="../ink/ink467.xml"/><Relationship Id="rId132" Type="http://schemas.openxmlformats.org/officeDocument/2006/relationships/image" Target="../media/image485.png"/><Relationship Id="rId153" Type="http://schemas.openxmlformats.org/officeDocument/2006/relationships/customXml" Target="../ink/ink488.xml"/><Relationship Id="rId174" Type="http://schemas.openxmlformats.org/officeDocument/2006/relationships/image" Target="../media/image506.png"/><Relationship Id="rId195" Type="http://schemas.openxmlformats.org/officeDocument/2006/relationships/customXml" Target="../ink/ink509.xml"/><Relationship Id="rId209" Type="http://schemas.openxmlformats.org/officeDocument/2006/relationships/customXml" Target="../ink/ink516.xml"/><Relationship Id="rId220" Type="http://schemas.openxmlformats.org/officeDocument/2006/relationships/image" Target="../media/image529.png"/><Relationship Id="rId241" Type="http://schemas.openxmlformats.org/officeDocument/2006/relationships/customXml" Target="../ink/ink532.xml"/><Relationship Id="rId15" Type="http://schemas.openxmlformats.org/officeDocument/2006/relationships/customXml" Target="../ink/ink419.xml"/><Relationship Id="rId36" Type="http://schemas.openxmlformats.org/officeDocument/2006/relationships/image" Target="../media/image437.png"/><Relationship Id="rId57" Type="http://schemas.openxmlformats.org/officeDocument/2006/relationships/customXml" Target="../ink/ink440.xml"/><Relationship Id="rId262" Type="http://schemas.openxmlformats.org/officeDocument/2006/relationships/customXml" Target="../ink/ink543.xml"/><Relationship Id="rId283" Type="http://schemas.openxmlformats.org/officeDocument/2006/relationships/image" Target="../media/image560.png"/><Relationship Id="rId318" Type="http://schemas.openxmlformats.org/officeDocument/2006/relationships/customXml" Target="../ink/ink571.xml"/><Relationship Id="rId339" Type="http://schemas.openxmlformats.org/officeDocument/2006/relationships/image" Target="../media/image588.png"/><Relationship Id="rId78" Type="http://schemas.openxmlformats.org/officeDocument/2006/relationships/image" Target="../media/image458.png"/><Relationship Id="rId99" Type="http://schemas.openxmlformats.org/officeDocument/2006/relationships/customXml" Target="../ink/ink461.xml"/><Relationship Id="rId101" Type="http://schemas.openxmlformats.org/officeDocument/2006/relationships/customXml" Target="../ink/ink462.xml"/><Relationship Id="rId122" Type="http://schemas.openxmlformats.org/officeDocument/2006/relationships/image" Target="../media/image480.png"/><Relationship Id="rId143" Type="http://schemas.openxmlformats.org/officeDocument/2006/relationships/customXml" Target="../ink/ink483.xml"/><Relationship Id="rId164" Type="http://schemas.openxmlformats.org/officeDocument/2006/relationships/image" Target="../media/image501.png"/><Relationship Id="rId185" Type="http://schemas.openxmlformats.org/officeDocument/2006/relationships/customXml" Target="../ink/ink504.xml"/><Relationship Id="rId9" Type="http://schemas.openxmlformats.org/officeDocument/2006/relationships/customXml" Target="../ink/ink416.xml"/><Relationship Id="rId210" Type="http://schemas.openxmlformats.org/officeDocument/2006/relationships/image" Target="../media/image524.png"/><Relationship Id="rId26" Type="http://schemas.openxmlformats.org/officeDocument/2006/relationships/image" Target="../media/image432.png"/><Relationship Id="rId231" Type="http://schemas.openxmlformats.org/officeDocument/2006/relationships/customXml" Target="../ink/ink527.xml"/><Relationship Id="rId252" Type="http://schemas.openxmlformats.org/officeDocument/2006/relationships/customXml" Target="../ink/ink538.xml"/><Relationship Id="rId273" Type="http://schemas.openxmlformats.org/officeDocument/2006/relationships/image" Target="../media/image555.png"/><Relationship Id="rId294" Type="http://schemas.openxmlformats.org/officeDocument/2006/relationships/customXml" Target="../ink/ink559.xml"/><Relationship Id="rId308" Type="http://schemas.openxmlformats.org/officeDocument/2006/relationships/customXml" Target="../ink/ink566.xml"/><Relationship Id="rId329" Type="http://schemas.openxmlformats.org/officeDocument/2006/relationships/image" Target="../media/image583.png"/><Relationship Id="rId47" Type="http://schemas.openxmlformats.org/officeDocument/2006/relationships/customXml" Target="../ink/ink435.xml"/><Relationship Id="rId68" Type="http://schemas.openxmlformats.org/officeDocument/2006/relationships/image" Target="../media/image453.png"/><Relationship Id="rId89" Type="http://schemas.openxmlformats.org/officeDocument/2006/relationships/customXml" Target="../ink/ink456.xml"/><Relationship Id="rId112" Type="http://schemas.openxmlformats.org/officeDocument/2006/relationships/image" Target="../media/image475.png"/><Relationship Id="rId133" Type="http://schemas.openxmlformats.org/officeDocument/2006/relationships/customXml" Target="../ink/ink478.xml"/><Relationship Id="rId154" Type="http://schemas.openxmlformats.org/officeDocument/2006/relationships/image" Target="../media/image496.png"/><Relationship Id="rId175" Type="http://schemas.openxmlformats.org/officeDocument/2006/relationships/customXml" Target="../ink/ink499.xml"/><Relationship Id="rId340" Type="http://schemas.openxmlformats.org/officeDocument/2006/relationships/customXml" Target="../ink/ink582.xml"/><Relationship Id="rId196" Type="http://schemas.openxmlformats.org/officeDocument/2006/relationships/image" Target="../media/image517.png"/><Relationship Id="rId200" Type="http://schemas.openxmlformats.org/officeDocument/2006/relationships/image" Target="../media/image519.png"/><Relationship Id="rId16" Type="http://schemas.openxmlformats.org/officeDocument/2006/relationships/image" Target="../media/image427.png"/><Relationship Id="rId221" Type="http://schemas.openxmlformats.org/officeDocument/2006/relationships/customXml" Target="../ink/ink522.xml"/><Relationship Id="rId242" Type="http://schemas.openxmlformats.org/officeDocument/2006/relationships/image" Target="../media/image540.png"/><Relationship Id="rId263" Type="http://schemas.openxmlformats.org/officeDocument/2006/relationships/image" Target="../media/image550.png"/><Relationship Id="rId284" Type="http://schemas.openxmlformats.org/officeDocument/2006/relationships/customXml" Target="../ink/ink554.xml"/><Relationship Id="rId319" Type="http://schemas.openxmlformats.org/officeDocument/2006/relationships/image" Target="../media/image578.png"/><Relationship Id="rId37" Type="http://schemas.openxmlformats.org/officeDocument/2006/relationships/customXml" Target="../ink/ink430.xml"/><Relationship Id="rId58" Type="http://schemas.openxmlformats.org/officeDocument/2006/relationships/image" Target="../media/image448.png"/><Relationship Id="rId79" Type="http://schemas.openxmlformats.org/officeDocument/2006/relationships/customXml" Target="../ink/ink451.xml"/><Relationship Id="rId102" Type="http://schemas.openxmlformats.org/officeDocument/2006/relationships/image" Target="../media/image470.png"/><Relationship Id="rId123" Type="http://schemas.openxmlformats.org/officeDocument/2006/relationships/customXml" Target="../ink/ink473.xml"/><Relationship Id="rId144" Type="http://schemas.openxmlformats.org/officeDocument/2006/relationships/image" Target="../media/image491.png"/><Relationship Id="rId330" Type="http://schemas.openxmlformats.org/officeDocument/2006/relationships/customXml" Target="../ink/ink577.xml"/><Relationship Id="rId90" Type="http://schemas.openxmlformats.org/officeDocument/2006/relationships/image" Target="../media/image464.png"/><Relationship Id="rId165" Type="http://schemas.openxmlformats.org/officeDocument/2006/relationships/customXml" Target="../ink/ink494.xml"/><Relationship Id="rId186" Type="http://schemas.openxmlformats.org/officeDocument/2006/relationships/image" Target="../media/image512.png"/><Relationship Id="rId211" Type="http://schemas.openxmlformats.org/officeDocument/2006/relationships/customXml" Target="../ink/ink517.xml"/><Relationship Id="rId232" Type="http://schemas.openxmlformats.org/officeDocument/2006/relationships/image" Target="../media/image535.png"/><Relationship Id="rId253" Type="http://schemas.openxmlformats.org/officeDocument/2006/relationships/image" Target="../media/image545.png"/><Relationship Id="rId274" Type="http://schemas.openxmlformats.org/officeDocument/2006/relationships/customXml" Target="../ink/ink549.xml"/><Relationship Id="rId295" Type="http://schemas.openxmlformats.org/officeDocument/2006/relationships/image" Target="../media/image566.png"/><Relationship Id="rId309" Type="http://schemas.openxmlformats.org/officeDocument/2006/relationships/image" Target="../media/image573.png"/><Relationship Id="rId27" Type="http://schemas.openxmlformats.org/officeDocument/2006/relationships/customXml" Target="../ink/ink425.xml"/><Relationship Id="rId48" Type="http://schemas.openxmlformats.org/officeDocument/2006/relationships/image" Target="../media/image443.png"/><Relationship Id="rId69" Type="http://schemas.openxmlformats.org/officeDocument/2006/relationships/customXml" Target="../ink/ink446.xml"/><Relationship Id="rId113" Type="http://schemas.openxmlformats.org/officeDocument/2006/relationships/customXml" Target="../ink/ink468.xml"/><Relationship Id="rId134" Type="http://schemas.openxmlformats.org/officeDocument/2006/relationships/image" Target="../media/image486.png"/><Relationship Id="rId320" Type="http://schemas.openxmlformats.org/officeDocument/2006/relationships/customXml" Target="../ink/ink572.xml"/><Relationship Id="rId80" Type="http://schemas.openxmlformats.org/officeDocument/2006/relationships/image" Target="../media/image459.png"/><Relationship Id="rId155" Type="http://schemas.openxmlformats.org/officeDocument/2006/relationships/customXml" Target="../ink/ink489.xml"/><Relationship Id="rId176" Type="http://schemas.openxmlformats.org/officeDocument/2006/relationships/image" Target="../media/image507.png"/><Relationship Id="rId197" Type="http://schemas.openxmlformats.org/officeDocument/2006/relationships/customXml" Target="../ink/ink510.xml"/><Relationship Id="rId341" Type="http://schemas.openxmlformats.org/officeDocument/2006/relationships/image" Target="../media/image589.png"/><Relationship Id="rId201" Type="http://schemas.openxmlformats.org/officeDocument/2006/relationships/customXml" Target="../ink/ink512.xml"/><Relationship Id="rId222" Type="http://schemas.openxmlformats.org/officeDocument/2006/relationships/image" Target="../media/image530.png"/><Relationship Id="rId243" Type="http://schemas.openxmlformats.org/officeDocument/2006/relationships/customXml" Target="../ink/ink533.xml"/><Relationship Id="rId264" Type="http://schemas.openxmlformats.org/officeDocument/2006/relationships/customXml" Target="../ink/ink544.xml"/><Relationship Id="rId285" Type="http://schemas.openxmlformats.org/officeDocument/2006/relationships/image" Target="../media/image561.png"/><Relationship Id="rId17" Type="http://schemas.openxmlformats.org/officeDocument/2006/relationships/customXml" Target="../ink/ink420.xml"/><Relationship Id="rId38" Type="http://schemas.openxmlformats.org/officeDocument/2006/relationships/image" Target="../media/image438.png"/><Relationship Id="rId59" Type="http://schemas.openxmlformats.org/officeDocument/2006/relationships/customXml" Target="../ink/ink441.xml"/><Relationship Id="rId103" Type="http://schemas.openxmlformats.org/officeDocument/2006/relationships/customXml" Target="../ink/ink463.xml"/><Relationship Id="rId124" Type="http://schemas.openxmlformats.org/officeDocument/2006/relationships/image" Target="../media/image481.png"/><Relationship Id="rId310" Type="http://schemas.openxmlformats.org/officeDocument/2006/relationships/customXml" Target="../ink/ink567.xml"/><Relationship Id="rId70" Type="http://schemas.openxmlformats.org/officeDocument/2006/relationships/image" Target="../media/image454.png"/><Relationship Id="rId91" Type="http://schemas.openxmlformats.org/officeDocument/2006/relationships/customXml" Target="../ink/ink457.xml"/><Relationship Id="rId145" Type="http://schemas.openxmlformats.org/officeDocument/2006/relationships/customXml" Target="../ink/ink484.xml"/><Relationship Id="rId166" Type="http://schemas.openxmlformats.org/officeDocument/2006/relationships/image" Target="../media/image502.png"/><Relationship Id="rId187" Type="http://schemas.openxmlformats.org/officeDocument/2006/relationships/customXml" Target="../ink/ink505.xml"/><Relationship Id="rId331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25.png"/><Relationship Id="rId233" Type="http://schemas.openxmlformats.org/officeDocument/2006/relationships/customXml" Target="../ink/ink528.xml"/><Relationship Id="rId254" Type="http://schemas.openxmlformats.org/officeDocument/2006/relationships/customXml" Target="../ink/ink539.xml"/><Relationship Id="rId28" Type="http://schemas.openxmlformats.org/officeDocument/2006/relationships/image" Target="../media/image433.png"/><Relationship Id="rId49" Type="http://schemas.openxmlformats.org/officeDocument/2006/relationships/customXml" Target="../ink/ink436.xml"/><Relationship Id="rId114" Type="http://schemas.openxmlformats.org/officeDocument/2006/relationships/image" Target="../media/image476.png"/><Relationship Id="rId275" Type="http://schemas.openxmlformats.org/officeDocument/2006/relationships/image" Target="../media/image556.png"/><Relationship Id="rId296" Type="http://schemas.openxmlformats.org/officeDocument/2006/relationships/customXml" Target="../ink/ink560.xml"/><Relationship Id="rId300" Type="http://schemas.openxmlformats.org/officeDocument/2006/relationships/customXml" Target="../ink/ink562.xml"/><Relationship Id="rId60" Type="http://schemas.openxmlformats.org/officeDocument/2006/relationships/image" Target="../media/image449.png"/><Relationship Id="rId81" Type="http://schemas.openxmlformats.org/officeDocument/2006/relationships/customXml" Target="../ink/ink452.xml"/><Relationship Id="rId135" Type="http://schemas.openxmlformats.org/officeDocument/2006/relationships/customXml" Target="../ink/ink479.xml"/><Relationship Id="rId156" Type="http://schemas.openxmlformats.org/officeDocument/2006/relationships/image" Target="../media/image497.png"/><Relationship Id="rId177" Type="http://schemas.openxmlformats.org/officeDocument/2006/relationships/customXml" Target="../ink/ink500.xml"/><Relationship Id="rId198" Type="http://schemas.openxmlformats.org/officeDocument/2006/relationships/image" Target="../media/image518.png"/><Relationship Id="rId321" Type="http://schemas.openxmlformats.org/officeDocument/2006/relationships/image" Target="../media/image579.png"/><Relationship Id="rId342" Type="http://schemas.openxmlformats.org/officeDocument/2006/relationships/customXml" Target="../ink/ink583.xml"/><Relationship Id="rId202" Type="http://schemas.openxmlformats.org/officeDocument/2006/relationships/image" Target="../media/image520.png"/><Relationship Id="rId223" Type="http://schemas.openxmlformats.org/officeDocument/2006/relationships/customXml" Target="../ink/ink523.xml"/><Relationship Id="rId244" Type="http://schemas.openxmlformats.org/officeDocument/2006/relationships/image" Target="../media/image541.png"/><Relationship Id="rId18" Type="http://schemas.openxmlformats.org/officeDocument/2006/relationships/image" Target="../media/image428.png"/><Relationship Id="rId39" Type="http://schemas.openxmlformats.org/officeDocument/2006/relationships/customXml" Target="../ink/ink431.xml"/><Relationship Id="rId265" Type="http://schemas.openxmlformats.org/officeDocument/2006/relationships/image" Target="../media/image551.png"/><Relationship Id="rId286" Type="http://schemas.openxmlformats.org/officeDocument/2006/relationships/customXml" Target="../ink/ink555.xml"/><Relationship Id="rId50" Type="http://schemas.openxmlformats.org/officeDocument/2006/relationships/image" Target="../media/image444.png"/><Relationship Id="rId104" Type="http://schemas.openxmlformats.org/officeDocument/2006/relationships/image" Target="../media/image471.png"/><Relationship Id="rId125" Type="http://schemas.openxmlformats.org/officeDocument/2006/relationships/customXml" Target="../ink/ink474.xml"/><Relationship Id="rId146" Type="http://schemas.openxmlformats.org/officeDocument/2006/relationships/image" Target="../media/image492.png"/><Relationship Id="rId167" Type="http://schemas.openxmlformats.org/officeDocument/2006/relationships/customXml" Target="../ink/ink495.xml"/><Relationship Id="rId188" Type="http://schemas.openxmlformats.org/officeDocument/2006/relationships/image" Target="../media/image513.png"/><Relationship Id="rId311" Type="http://schemas.openxmlformats.org/officeDocument/2006/relationships/image" Target="../media/image574.png"/><Relationship Id="rId332" Type="http://schemas.openxmlformats.org/officeDocument/2006/relationships/customXml" Target="../ink/ink578.xml"/><Relationship Id="rId71" Type="http://schemas.openxmlformats.org/officeDocument/2006/relationships/customXml" Target="../ink/ink447.xml"/><Relationship Id="rId92" Type="http://schemas.openxmlformats.org/officeDocument/2006/relationships/image" Target="../media/image465.png"/><Relationship Id="rId213" Type="http://schemas.openxmlformats.org/officeDocument/2006/relationships/customXml" Target="../ink/ink518.xml"/><Relationship Id="rId234" Type="http://schemas.openxmlformats.org/officeDocument/2006/relationships/image" Target="../media/image536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426.xml"/><Relationship Id="rId255" Type="http://schemas.openxmlformats.org/officeDocument/2006/relationships/image" Target="../media/image546.png"/><Relationship Id="rId276" Type="http://schemas.openxmlformats.org/officeDocument/2006/relationships/customXml" Target="../ink/ink550.xml"/><Relationship Id="rId297" Type="http://schemas.openxmlformats.org/officeDocument/2006/relationships/image" Target="../media/image567.png"/><Relationship Id="rId40" Type="http://schemas.openxmlformats.org/officeDocument/2006/relationships/image" Target="../media/image439.png"/><Relationship Id="rId115" Type="http://schemas.openxmlformats.org/officeDocument/2006/relationships/customXml" Target="../ink/ink469.xml"/><Relationship Id="rId136" Type="http://schemas.openxmlformats.org/officeDocument/2006/relationships/image" Target="../media/image487.png"/><Relationship Id="rId157" Type="http://schemas.openxmlformats.org/officeDocument/2006/relationships/customXml" Target="../ink/ink490.xml"/><Relationship Id="rId178" Type="http://schemas.openxmlformats.org/officeDocument/2006/relationships/image" Target="../media/image508.png"/><Relationship Id="rId301" Type="http://schemas.openxmlformats.org/officeDocument/2006/relationships/image" Target="../media/image569.png"/><Relationship Id="rId322" Type="http://schemas.openxmlformats.org/officeDocument/2006/relationships/customXml" Target="../ink/ink573.xml"/><Relationship Id="rId343" Type="http://schemas.openxmlformats.org/officeDocument/2006/relationships/image" Target="../media/image590.png"/><Relationship Id="rId61" Type="http://schemas.openxmlformats.org/officeDocument/2006/relationships/customXml" Target="../ink/ink442.xml"/><Relationship Id="rId82" Type="http://schemas.openxmlformats.org/officeDocument/2006/relationships/image" Target="../media/image460.png"/><Relationship Id="rId199" Type="http://schemas.openxmlformats.org/officeDocument/2006/relationships/customXml" Target="../ink/ink511.xml"/><Relationship Id="rId203" Type="http://schemas.openxmlformats.org/officeDocument/2006/relationships/customXml" Target="../ink/ink513.xml"/><Relationship Id="rId19" Type="http://schemas.openxmlformats.org/officeDocument/2006/relationships/customXml" Target="../ink/ink421.xml"/><Relationship Id="rId224" Type="http://schemas.openxmlformats.org/officeDocument/2006/relationships/image" Target="../media/image531.png"/><Relationship Id="rId245" Type="http://schemas.openxmlformats.org/officeDocument/2006/relationships/customXml" Target="../ink/ink534.xml"/><Relationship Id="rId266" Type="http://schemas.openxmlformats.org/officeDocument/2006/relationships/customXml" Target="../ink/ink545.xml"/><Relationship Id="rId287" Type="http://schemas.openxmlformats.org/officeDocument/2006/relationships/image" Target="../media/image562.png"/><Relationship Id="rId30" Type="http://schemas.openxmlformats.org/officeDocument/2006/relationships/image" Target="../media/image434.png"/><Relationship Id="rId105" Type="http://schemas.openxmlformats.org/officeDocument/2006/relationships/customXml" Target="../ink/ink464.xml"/><Relationship Id="rId126" Type="http://schemas.openxmlformats.org/officeDocument/2006/relationships/image" Target="../media/image482.png"/><Relationship Id="rId147" Type="http://schemas.openxmlformats.org/officeDocument/2006/relationships/customXml" Target="../ink/ink485.xml"/><Relationship Id="rId168" Type="http://schemas.openxmlformats.org/officeDocument/2006/relationships/image" Target="../media/image503.png"/><Relationship Id="rId312" Type="http://schemas.openxmlformats.org/officeDocument/2006/relationships/customXml" Target="../ink/ink568.xml"/><Relationship Id="rId333" Type="http://schemas.openxmlformats.org/officeDocument/2006/relationships/image" Target="../media/image585.png"/><Relationship Id="rId51" Type="http://schemas.openxmlformats.org/officeDocument/2006/relationships/customXml" Target="../ink/ink437.xml"/><Relationship Id="rId72" Type="http://schemas.openxmlformats.org/officeDocument/2006/relationships/image" Target="../media/image455.png"/><Relationship Id="rId93" Type="http://schemas.openxmlformats.org/officeDocument/2006/relationships/customXml" Target="../ink/ink458.xml"/><Relationship Id="rId189" Type="http://schemas.openxmlformats.org/officeDocument/2006/relationships/customXml" Target="../ink/ink506.xml"/><Relationship Id="rId3" Type="http://schemas.openxmlformats.org/officeDocument/2006/relationships/image" Target="../media/image420.svg"/><Relationship Id="rId214" Type="http://schemas.openxmlformats.org/officeDocument/2006/relationships/image" Target="../media/image526.png"/><Relationship Id="rId235" Type="http://schemas.openxmlformats.org/officeDocument/2006/relationships/customXml" Target="../ink/ink529.xml"/><Relationship Id="rId256" Type="http://schemas.openxmlformats.org/officeDocument/2006/relationships/customXml" Target="../ink/ink540.xml"/><Relationship Id="rId277" Type="http://schemas.openxmlformats.org/officeDocument/2006/relationships/image" Target="../media/image557.png"/><Relationship Id="rId298" Type="http://schemas.openxmlformats.org/officeDocument/2006/relationships/customXml" Target="../ink/ink561.xml"/><Relationship Id="rId116" Type="http://schemas.openxmlformats.org/officeDocument/2006/relationships/image" Target="../media/image477.png"/><Relationship Id="rId137" Type="http://schemas.openxmlformats.org/officeDocument/2006/relationships/customXml" Target="../ink/ink480.xml"/><Relationship Id="rId158" Type="http://schemas.openxmlformats.org/officeDocument/2006/relationships/image" Target="../media/image498.png"/><Relationship Id="rId302" Type="http://schemas.openxmlformats.org/officeDocument/2006/relationships/customXml" Target="../ink/ink563.xml"/><Relationship Id="rId323" Type="http://schemas.openxmlformats.org/officeDocument/2006/relationships/image" Target="../media/image580.png"/><Relationship Id="rId344" Type="http://schemas.openxmlformats.org/officeDocument/2006/relationships/customXml" Target="../ink/ink584.xml"/><Relationship Id="rId20" Type="http://schemas.openxmlformats.org/officeDocument/2006/relationships/image" Target="../media/image429.png"/><Relationship Id="rId41" Type="http://schemas.openxmlformats.org/officeDocument/2006/relationships/customXml" Target="../ink/ink432.xml"/><Relationship Id="rId62" Type="http://schemas.openxmlformats.org/officeDocument/2006/relationships/image" Target="../media/image450.png"/><Relationship Id="rId83" Type="http://schemas.openxmlformats.org/officeDocument/2006/relationships/customXml" Target="../ink/ink453.xml"/><Relationship Id="rId179" Type="http://schemas.openxmlformats.org/officeDocument/2006/relationships/customXml" Target="../ink/ink501.xml"/><Relationship Id="rId190" Type="http://schemas.openxmlformats.org/officeDocument/2006/relationships/image" Target="../media/image514.png"/><Relationship Id="rId204" Type="http://schemas.openxmlformats.org/officeDocument/2006/relationships/image" Target="../media/image521.png"/><Relationship Id="rId225" Type="http://schemas.openxmlformats.org/officeDocument/2006/relationships/customXml" Target="../ink/ink524.xml"/><Relationship Id="rId246" Type="http://schemas.openxmlformats.org/officeDocument/2006/relationships/customXml" Target="../ink/ink535.xml"/><Relationship Id="rId267" Type="http://schemas.openxmlformats.org/officeDocument/2006/relationships/image" Target="../media/image552.png"/><Relationship Id="rId288" Type="http://schemas.openxmlformats.org/officeDocument/2006/relationships/customXml" Target="../ink/ink556.xml"/><Relationship Id="rId106" Type="http://schemas.openxmlformats.org/officeDocument/2006/relationships/image" Target="../media/image472.png"/><Relationship Id="rId127" Type="http://schemas.openxmlformats.org/officeDocument/2006/relationships/customXml" Target="../ink/ink475.xml"/><Relationship Id="rId313" Type="http://schemas.openxmlformats.org/officeDocument/2006/relationships/image" Target="../media/image575.png"/><Relationship Id="rId10" Type="http://schemas.openxmlformats.org/officeDocument/2006/relationships/image" Target="../media/image424.png"/><Relationship Id="rId31" Type="http://schemas.openxmlformats.org/officeDocument/2006/relationships/customXml" Target="../ink/ink427.xml"/><Relationship Id="rId52" Type="http://schemas.openxmlformats.org/officeDocument/2006/relationships/image" Target="../media/image445.png"/><Relationship Id="rId73" Type="http://schemas.openxmlformats.org/officeDocument/2006/relationships/customXml" Target="../ink/ink448.xml"/><Relationship Id="rId94" Type="http://schemas.openxmlformats.org/officeDocument/2006/relationships/image" Target="../media/image466.png"/><Relationship Id="rId148" Type="http://schemas.openxmlformats.org/officeDocument/2006/relationships/image" Target="../media/image493.png"/><Relationship Id="rId169" Type="http://schemas.openxmlformats.org/officeDocument/2006/relationships/customXml" Target="../ink/ink496.xml"/><Relationship Id="rId334" Type="http://schemas.openxmlformats.org/officeDocument/2006/relationships/customXml" Target="../ink/ink579.xml"/><Relationship Id="rId4" Type="http://schemas.openxmlformats.org/officeDocument/2006/relationships/image" Target="../media/image421.svg"/><Relationship Id="rId180" Type="http://schemas.openxmlformats.org/officeDocument/2006/relationships/image" Target="../media/image509.png"/><Relationship Id="rId215" Type="http://schemas.openxmlformats.org/officeDocument/2006/relationships/customXml" Target="../ink/ink519.xml"/><Relationship Id="rId236" Type="http://schemas.openxmlformats.org/officeDocument/2006/relationships/image" Target="../media/image537.png"/><Relationship Id="rId257" Type="http://schemas.openxmlformats.org/officeDocument/2006/relationships/image" Target="../media/image547.png"/><Relationship Id="rId278" Type="http://schemas.openxmlformats.org/officeDocument/2006/relationships/customXml" Target="../ink/ink551.xml"/><Relationship Id="rId303" Type="http://schemas.openxmlformats.org/officeDocument/2006/relationships/image" Target="../media/image570.png"/><Relationship Id="rId42" Type="http://schemas.openxmlformats.org/officeDocument/2006/relationships/image" Target="../media/image440.png"/><Relationship Id="rId84" Type="http://schemas.openxmlformats.org/officeDocument/2006/relationships/image" Target="../media/image461.png"/><Relationship Id="rId138" Type="http://schemas.openxmlformats.org/officeDocument/2006/relationships/image" Target="../media/image488.png"/><Relationship Id="rId345" Type="http://schemas.openxmlformats.org/officeDocument/2006/relationships/image" Target="../media/image591.png"/><Relationship Id="rId191" Type="http://schemas.openxmlformats.org/officeDocument/2006/relationships/customXml" Target="../ink/ink507.xml"/><Relationship Id="rId205" Type="http://schemas.openxmlformats.org/officeDocument/2006/relationships/customXml" Target="../ink/ink514.xml"/><Relationship Id="rId247" Type="http://schemas.openxmlformats.org/officeDocument/2006/relationships/image" Target="../media/image542.png"/><Relationship Id="rId107" Type="http://schemas.openxmlformats.org/officeDocument/2006/relationships/customXml" Target="../ink/ink465.xml"/><Relationship Id="rId289" Type="http://schemas.openxmlformats.org/officeDocument/2006/relationships/image" Target="../media/image563.png"/><Relationship Id="rId11" Type="http://schemas.openxmlformats.org/officeDocument/2006/relationships/customXml" Target="../ink/ink417.xml"/><Relationship Id="rId53" Type="http://schemas.openxmlformats.org/officeDocument/2006/relationships/customXml" Target="../ink/ink438.xml"/><Relationship Id="rId149" Type="http://schemas.openxmlformats.org/officeDocument/2006/relationships/customXml" Target="../ink/ink486.xml"/><Relationship Id="rId314" Type="http://schemas.openxmlformats.org/officeDocument/2006/relationships/customXml" Target="../ink/ink569.xml"/><Relationship Id="rId95" Type="http://schemas.openxmlformats.org/officeDocument/2006/relationships/customXml" Target="../ink/ink459.xml"/><Relationship Id="rId160" Type="http://schemas.openxmlformats.org/officeDocument/2006/relationships/image" Target="../media/image499.png"/><Relationship Id="rId216" Type="http://schemas.openxmlformats.org/officeDocument/2006/relationships/image" Target="../media/image527.png"/><Relationship Id="rId258" Type="http://schemas.openxmlformats.org/officeDocument/2006/relationships/customXml" Target="../ink/ink541.xml"/><Relationship Id="rId22" Type="http://schemas.openxmlformats.org/officeDocument/2006/relationships/image" Target="../media/image430.png"/><Relationship Id="rId64" Type="http://schemas.openxmlformats.org/officeDocument/2006/relationships/image" Target="../media/image451.png"/><Relationship Id="rId118" Type="http://schemas.openxmlformats.org/officeDocument/2006/relationships/image" Target="../media/image478.png"/><Relationship Id="rId325" Type="http://schemas.openxmlformats.org/officeDocument/2006/relationships/image" Target="../media/image581.png"/><Relationship Id="rId171" Type="http://schemas.openxmlformats.org/officeDocument/2006/relationships/customXml" Target="../ink/ink497.xml"/><Relationship Id="rId227" Type="http://schemas.openxmlformats.org/officeDocument/2006/relationships/customXml" Target="../ink/ink525.xml"/><Relationship Id="rId269" Type="http://schemas.openxmlformats.org/officeDocument/2006/relationships/image" Target="../media/image553.png"/><Relationship Id="rId33" Type="http://schemas.openxmlformats.org/officeDocument/2006/relationships/customXml" Target="../ink/ink428.xml"/><Relationship Id="rId129" Type="http://schemas.openxmlformats.org/officeDocument/2006/relationships/customXml" Target="../ink/ink476.xml"/><Relationship Id="rId280" Type="http://schemas.openxmlformats.org/officeDocument/2006/relationships/customXml" Target="../ink/ink552.xml"/><Relationship Id="rId336" Type="http://schemas.openxmlformats.org/officeDocument/2006/relationships/customXml" Target="../ink/ink580.xml"/><Relationship Id="rId75" Type="http://schemas.openxmlformats.org/officeDocument/2006/relationships/customXml" Target="../ink/ink449.xml"/><Relationship Id="rId140" Type="http://schemas.openxmlformats.org/officeDocument/2006/relationships/image" Target="../media/image489.png"/><Relationship Id="rId182" Type="http://schemas.openxmlformats.org/officeDocument/2006/relationships/image" Target="../media/image510.png"/><Relationship Id="rId6" Type="http://schemas.openxmlformats.org/officeDocument/2006/relationships/image" Target="../media/image422.png"/><Relationship Id="rId238" Type="http://schemas.openxmlformats.org/officeDocument/2006/relationships/image" Target="../media/image538.png"/><Relationship Id="rId291" Type="http://schemas.openxmlformats.org/officeDocument/2006/relationships/image" Target="../media/image564.png"/><Relationship Id="rId305" Type="http://schemas.openxmlformats.org/officeDocument/2006/relationships/image" Target="../media/image571.png"/><Relationship Id="rId347" Type="http://schemas.openxmlformats.org/officeDocument/2006/relationships/image" Target="../media/image592.png"/><Relationship Id="rId44" Type="http://schemas.openxmlformats.org/officeDocument/2006/relationships/image" Target="../media/image441.png"/><Relationship Id="rId86" Type="http://schemas.openxmlformats.org/officeDocument/2006/relationships/image" Target="../media/image462.png"/><Relationship Id="rId151" Type="http://schemas.openxmlformats.org/officeDocument/2006/relationships/customXml" Target="../ink/ink487.xml"/><Relationship Id="rId193" Type="http://schemas.openxmlformats.org/officeDocument/2006/relationships/customXml" Target="../ink/ink508.xml"/><Relationship Id="rId207" Type="http://schemas.openxmlformats.org/officeDocument/2006/relationships/customXml" Target="../ink/ink515.xml"/><Relationship Id="rId249" Type="http://schemas.openxmlformats.org/officeDocument/2006/relationships/image" Target="../media/image543.png"/><Relationship Id="rId13" Type="http://schemas.openxmlformats.org/officeDocument/2006/relationships/customXml" Target="../ink/ink418.xml"/><Relationship Id="rId109" Type="http://schemas.openxmlformats.org/officeDocument/2006/relationships/customXml" Target="../ink/ink466.xml"/><Relationship Id="rId260" Type="http://schemas.openxmlformats.org/officeDocument/2006/relationships/customXml" Target="../ink/ink542.xml"/><Relationship Id="rId316" Type="http://schemas.openxmlformats.org/officeDocument/2006/relationships/customXml" Target="../ink/ink570.xml"/><Relationship Id="rId55" Type="http://schemas.openxmlformats.org/officeDocument/2006/relationships/customXml" Target="../ink/ink439.xml"/><Relationship Id="rId97" Type="http://schemas.openxmlformats.org/officeDocument/2006/relationships/customXml" Target="../ink/ink460.xml"/><Relationship Id="rId120" Type="http://schemas.openxmlformats.org/officeDocument/2006/relationships/image" Target="../media/image479.png"/><Relationship Id="rId162" Type="http://schemas.openxmlformats.org/officeDocument/2006/relationships/image" Target="../media/image500.png"/><Relationship Id="rId218" Type="http://schemas.openxmlformats.org/officeDocument/2006/relationships/image" Target="../media/image528.png"/><Relationship Id="rId271" Type="http://schemas.openxmlformats.org/officeDocument/2006/relationships/image" Target="../media/image554.png"/><Relationship Id="rId24" Type="http://schemas.openxmlformats.org/officeDocument/2006/relationships/image" Target="../media/image431.png"/><Relationship Id="rId66" Type="http://schemas.openxmlformats.org/officeDocument/2006/relationships/image" Target="../media/image452.png"/><Relationship Id="rId131" Type="http://schemas.openxmlformats.org/officeDocument/2006/relationships/customXml" Target="../ink/ink477.xml"/><Relationship Id="rId327" Type="http://schemas.openxmlformats.org/officeDocument/2006/relationships/image" Target="../media/image582.png"/><Relationship Id="rId173" Type="http://schemas.openxmlformats.org/officeDocument/2006/relationships/customXml" Target="../ink/ink498.xml"/><Relationship Id="rId229" Type="http://schemas.openxmlformats.org/officeDocument/2006/relationships/customXml" Target="../ink/ink526.xml"/><Relationship Id="rId240" Type="http://schemas.openxmlformats.org/officeDocument/2006/relationships/image" Target="../media/image53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2.xml"/><Relationship Id="rId299" Type="http://schemas.openxmlformats.org/officeDocument/2006/relationships/image" Target="../media/image740.png"/><Relationship Id="rId21" Type="http://schemas.openxmlformats.org/officeDocument/2006/relationships/customXml" Target="../ink/ink594.xml"/><Relationship Id="rId63" Type="http://schemas.openxmlformats.org/officeDocument/2006/relationships/customXml" Target="../ink/ink615.xml"/><Relationship Id="rId159" Type="http://schemas.openxmlformats.org/officeDocument/2006/relationships/image" Target="../media/image670.png"/><Relationship Id="rId324" Type="http://schemas.openxmlformats.org/officeDocument/2006/relationships/customXml" Target="../ink/ink746.xml"/><Relationship Id="rId170" Type="http://schemas.openxmlformats.org/officeDocument/2006/relationships/customXml" Target="../ink/ink669.xml"/><Relationship Id="rId226" Type="http://schemas.openxmlformats.org/officeDocument/2006/relationships/customXml" Target="../ink/ink697.xml"/><Relationship Id="rId268" Type="http://schemas.openxmlformats.org/officeDocument/2006/relationships/customXml" Target="../ink/ink718.xml"/><Relationship Id="rId32" Type="http://schemas.openxmlformats.org/officeDocument/2006/relationships/image" Target="../media/image608.png"/><Relationship Id="rId74" Type="http://schemas.openxmlformats.org/officeDocument/2006/relationships/image" Target="../media/image629.png"/><Relationship Id="rId128" Type="http://schemas.openxmlformats.org/officeDocument/2006/relationships/image" Target="../media/image655.png"/><Relationship Id="rId5" Type="http://schemas.openxmlformats.org/officeDocument/2006/relationships/customXml" Target="../ink/ink586.xml"/><Relationship Id="rId181" Type="http://schemas.openxmlformats.org/officeDocument/2006/relationships/image" Target="../media/image681.png"/><Relationship Id="rId237" Type="http://schemas.openxmlformats.org/officeDocument/2006/relationships/image" Target="../media/image709.png"/><Relationship Id="rId279" Type="http://schemas.openxmlformats.org/officeDocument/2006/relationships/image" Target="../media/image730.png"/><Relationship Id="rId43" Type="http://schemas.openxmlformats.org/officeDocument/2006/relationships/customXml" Target="../ink/ink605.xml"/><Relationship Id="rId139" Type="http://schemas.openxmlformats.org/officeDocument/2006/relationships/customXml" Target="../ink/ink653.xml"/><Relationship Id="rId290" Type="http://schemas.openxmlformats.org/officeDocument/2006/relationships/customXml" Target="../ink/ink729.xml"/><Relationship Id="rId304" Type="http://schemas.openxmlformats.org/officeDocument/2006/relationships/customXml" Target="../ink/ink736.xml"/><Relationship Id="rId85" Type="http://schemas.openxmlformats.org/officeDocument/2006/relationships/customXml" Target="../ink/ink626.xml"/><Relationship Id="rId150" Type="http://schemas.openxmlformats.org/officeDocument/2006/relationships/customXml" Target="../ink/ink659.xml"/><Relationship Id="rId192" Type="http://schemas.openxmlformats.org/officeDocument/2006/relationships/customXml" Target="../ink/ink680.xml"/><Relationship Id="rId206" Type="http://schemas.openxmlformats.org/officeDocument/2006/relationships/customXml" Target="../ink/ink687.xml"/><Relationship Id="rId248" Type="http://schemas.openxmlformats.org/officeDocument/2006/relationships/customXml" Target="../ink/ink708.xml"/><Relationship Id="rId12" Type="http://schemas.openxmlformats.org/officeDocument/2006/relationships/image" Target="../media/image598.png"/><Relationship Id="rId108" Type="http://schemas.openxmlformats.org/officeDocument/2006/relationships/image" Target="../media/image645.png"/><Relationship Id="rId315" Type="http://schemas.openxmlformats.org/officeDocument/2006/relationships/image" Target="../media/image748.png"/><Relationship Id="rId54" Type="http://schemas.openxmlformats.org/officeDocument/2006/relationships/image" Target="../media/image619.png"/><Relationship Id="rId96" Type="http://schemas.openxmlformats.org/officeDocument/2006/relationships/image" Target="../media/image640.png"/><Relationship Id="rId161" Type="http://schemas.openxmlformats.org/officeDocument/2006/relationships/image" Target="../media/image671.png"/><Relationship Id="rId217" Type="http://schemas.openxmlformats.org/officeDocument/2006/relationships/image" Target="../media/image699.png"/><Relationship Id="rId259" Type="http://schemas.openxmlformats.org/officeDocument/2006/relationships/image" Target="../media/image720.png"/><Relationship Id="rId23" Type="http://schemas.openxmlformats.org/officeDocument/2006/relationships/customXml" Target="../ink/ink595.xml"/><Relationship Id="rId119" Type="http://schemas.openxmlformats.org/officeDocument/2006/relationships/customXml" Target="../ink/ink643.xml"/><Relationship Id="rId270" Type="http://schemas.openxmlformats.org/officeDocument/2006/relationships/customXml" Target="../ink/ink719.xml"/><Relationship Id="rId326" Type="http://schemas.openxmlformats.org/officeDocument/2006/relationships/customXml" Target="../ink/ink747.xml"/><Relationship Id="rId65" Type="http://schemas.openxmlformats.org/officeDocument/2006/relationships/customXml" Target="../ink/ink616.xml"/><Relationship Id="rId130" Type="http://schemas.openxmlformats.org/officeDocument/2006/relationships/image" Target="../media/image656.png"/><Relationship Id="rId172" Type="http://schemas.openxmlformats.org/officeDocument/2006/relationships/customXml" Target="../ink/ink670.xml"/><Relationship Id="rId228" Type="http://schemas.openxmlformats.org/officeDocument/2006/relationships/customXml" Target="../ink/ink698.xml"/><Relationship Id="rId281" Type="http://schemas.openxmlformats.org/officeDocument/2006/relationships/image" Target="../media/image731.png"/><Relationship Id="rId34" Type="http://schemas.openxmlformats.org/officeDocument/2006/relationships/image" Target="../media/image609.png"/><Relationship Id="rId76" Type="http://schemas.openxmlformats.org/officeDocument/2006/relationships/image" Target="../media/image630.png"/><Relationship Id="rId141" Type="http://schemas.openxmlformats.org/officeDocument/2006/relationships/customXml" Target="../ink/ink654.xml"/><Relationship Id="rId7" Type="http://schemas.openxmlformats.org/officeDocument/2006/relationships/customXml" Target="../ink/ink587.xml"/><Relationship Id="rId162" Type="http://schemas.openxmlformats.org/officeDocument/2006/relationships/customXml" Target="../ink/ink665.xml"/><Relationship Id="rId183" Type="http://schemas.openxmlformats.org/officeDocument/2006/relationships/image" Target="../media/image682.png"/><Relationship Id="rId218" Type="http://schemas.openxmlformats.org/officeDocument/2006/relationships/customXml" Target="../ink/ink693.xml"/><Relationship Id="rId239" Type="http://schemas.openxmlformats.org/officeDocument/2006/relationships/image" Target="../media/image710.png"/><Relationship Id="rId250" Type="http://schemas.openxmlformats.org/officeDocument/2006/relationships/customXml" Target="../ink/ink709.xml"/><Relationship Id="rId271" Type="http://schemas.openxmlformats.org/officeDocument/2006/relationships/image" Target="../media/image726.png"/><Relationship Id="rId292" Type="http://schemas.openxmlformats.org/officeDocument/2006/relationships/customXml" Target="../ink/ink730.xml"/><Relationship Id="rId306" Type="http://schemas.openxmlformats.org/officeDocument/2006/relationships/customXml" Target="../ink/ink737.xml"/><Relationship Id="rId24" Type="http://schemas.openxmlformats.org/officeDocument/2006/relationships/image" Target="../media/image604.png"/><Relationship Id="rId45" Type="http://schemas.openxmlformats.org/officeDocument/2006/relationships/customXml" Target="../ink/ink606.xml"/><Relationship Id="rId66" Type="http://schemas.openxmlformats.org/officeDocument/2006/relationships/image" Target="../media/image625.png"/><Relationship Id="rId87" Type="http://schemas.openxmlformats.org/officeDocument/2006/relationships/customXml" Target="../ink/ink627.xml"/><Relationship Id="rId110" Type="http://schemas.openxmlformats.org/officeDocument/2006/relationships/image" Target="../media/image646.png"/><Relationship Id="rId131" Type="http://schemas.openxmlformats.org/officeDocument/2006/relationships/customXml" Target="../ink/ink649.xml"/><Relationship Id="rId327" Type="http://schemas.openxmlformats.org/officeDocument/2006/relationships/image" Target="../media/image754.png"/><Relationship Id="rId152" Type="http://schemas.openxmlformats.org/officeDocument/2006/relationships/customXml" Target="../ink/ink660.xml"/><Relationship Id="rId173" Type="http://schemas.openxmlformats.org/officeDocument/2006/relationships/image" Target="../media/image677.png"/><Relationship Id="rId194" Type="http://schemas.openxmlformats.org/officeDocument/2006/relationships/customXml" Target="../ink/ink681.xml"/><Relationship Id="rId208" Type="http://schemas.openxmlformats.org/officeDocument/2006/relationships/customXml" Target="../ink/ink688.xml"/><Relationship Id="rId229" Type="http://schemas.openxmlformats.org/officeDocument/2006/relationships/image" Target="../media/image705.png"/><Relationship Id="rId240" Type="http://schemas.openxmlformats.org/officeDocument/2006/relationships/customXml" Target="../ink/ink704.xml"/><Relationship Id="rId261" Type="http://schemas.openxmlformats.org/officeDocument/2006/relationships/image" Target="../media/image721.png"/><Relationship Id="rId14" Type="http://schemas.openxmlformats.org/officeDocument/2006/relationships/image" Target="../media/image599.png"/><Relationship Id="rId35" Type="http://schemas.openxmlformats.org/officeDocument/2006/relationships/customXml" Target="../ink/ink601.xml"/><Relationship Id="rId56" Type="http://schemas.openxmlformats.org/officeDocument/2006/relationships/image" Target="../media/image620.png"/><Relationship Id="rId77" Type="http://schemas.openxmlformats.org/officeDocument/2006/relationships/customXml" Target="../ink/ink622.xml"/><Relationship Id="rId100" Type="http://schemas.openxmlformats.org/officeDocument/2006/relationships/image" Target="../media/image642.png"/><Relationship Id="rId282" Type="http://schemas.openxmlformats.org/officeDocument/2006/relationships/customXml" Target="../ink/ink725.xml"/><Relationship Id="rId317" Type="http://schemas.openxmlformats.org/officeDocument/2006/relationships/image" Target="../media/image749.png"/><Relationship Id="rId8" Type="http://schemas.openxmlformats.org/officeDocument/2006/relationships/image" Target="../media/image596.png"/><Relationship Id="rId98" Type="http://schemas.openxmlformats.org/officeDocument/2006/relationships/image" Target="../media/image641.png"/><Relationship Id="rId121" Type="http://schemas.openxmlformats.org/officeDocument/2006/relationships/customXml" Target="../ink/ink644.xml"/><Relationship Id="rId142" Type="http://schemas.openxmlformats.org/officeDocument/2006/relationships/image" Target="../media/image662.png"/><Relationship Id="rId163" Type="http://schemas.openxmlformats.org/officeDocument/2006/relationships/image" Target="../media/image672.png"/><Relationship Id="rId184" Type="http://schemas.openxmlformats.org/officeDocument/2006/relationships/customXml" Target="../ink/ink676.xml"/><Relationship Id="rId219" Type="http://schemas.openxmlformats.org/officeDocument/2006/relationships/image" Target="../media/image700.png"/><Relationship Id="rId230" Type="http://schemas.openxmlformats.org/officeDocument/2006/relationships/customXml" Target="../ink/ink699.xml"/><Relationship Id="rId251" Type="http://schemas.openxmlformats.org/officeDocument/2006/relationships/image" Target="../media/image716.png"/><Relationship Id="rId25" Type="http://schemas.openxmlformats.org/officeDocument/2006/relationships/customXml" Target="../ink/ink596.xml"/><Relationship Id="rId46" Type="http://schemas.openxmlformats.org/officeDocument/2006/relationships/image" Target="../media/image615.png"/><Relationship Id="rId67" Type="http://schemas.openxmlformats.org/officeDocument/2006/relationships/customXml" Target="../ink/ink617.xml"/><Relationship Id="rId272" Type="http://schemas.openxmlformats.org/officeDocument/2006/relationships/customXml" Target="../ink/ink720.xml"/><Relationship Id="rId293" Type="http://schemas.openxmlformats.org/officeDocument/2006/relationships/image" Target="../media/image737.png"/><Relationship Id="rId307" Type="http://schemas.openxmlformats.org/officeDocument/2006/relationships/image" Target="../media/image744.png"/><Relationship Id="rId88" Type="http://schemas.openxmlformats.org/officeDocument/2006/relationships/image" Target="../media/image636.png"/><Relationship Id="rId111" Type="http://schemas.openxmlformats.org/officeDocument/2006/relationships/customXml" Target="../ink/ink639.xml"/><Relationship Id="rId132" Type="http://schemas.openxmlformats.org/officeDocument/2006/relationships/image" Target="../media/image657.png"/><Relationship Id="rId153" Type="http://schemas.openxmlformats.org/officeDocument/2006/relationships/image" Target="../media/image667.png"/><Relationship Id="rId174" Type="http://schemas.openxmlformats.org/officeDocument/2006/relationships/customXml" Target="../ink/ink671.xml"/><Relationship Id="rId195" Type="http://schemas.openxmlformats.org/officeDocument/2006/relationships/image" Target="../media/image688.png"/><Relationship Id="rId209" Type="http://schemas.openxmlformats.org/officeDocument/2006/relationships/image" Target="../media/image695.png"/><Relationship Id="rId220" Type="http://schemas.openxmlformats.org/officeDocument/2006/relationships/customXml" Target="../ink/ink694.xml"/><Relationship Id="rId241" Type="http://schemas.openxmlformats.org/officeDocument/2006/relationships/image" Target="../media/image711.png"/><Relationship Id="rId15" Type="http://schemas.openxmlformats.org/officeDocument/2006/relationships/customXml" Target="../ink/ink591.xml"/><Relationship Id="rId36" Type="http://schemas.openxmlformats.org/officeDocument/2006/relationships/image" Target="../media/image610.png"/><Relationship Id="rId57" Type="http://schemas.openxmlformats.org/officeDocument/2006/relationships/customXml" Target="../ink/ink612.xml"/><Relationship Id="rId262" Type="http://schemas.openxmlformats.org/officeDocument/2006/relationships/customXml" Target="../ink/ink715.xml"/><Relationship Id="rId283" Type="http://schemas.openxmlformats.org/officeDocument/2006/relationships/image" Target="../media/image732.png"/><Relationship Id="rId318" Type="http://schemas.openxmlformats.org/officeDocument/2006/relationships/customXml" Target="../ink/ink743.xml"/><Relationship Id="rId78" Type="http://schemas.openxmlformats.org/officeDocument/2006/relationships/image" Target="../media/image631.png"/><Relationship Id="rId99" Type="http://schemas.openxmlformats.org/officeDocument/2006/relationships/customXml" Target="../ink/ink633.xml"/><Relationship Id="rId101" Type="http://schemas.openxmlformats.org/officeDocument/2006/relationships/customXml" Target="../ink/ink634.xml"/><Relationship Id="rId122" Type="http://schemas.openxmlformats.org/officeDocument/2006/relationships/image" Target="../media/image652.png"/><Relationship Id="rId143" Type="http://schemas.openxmlformats.org/officeDocument/2006/relationships/customXml" Target="../ink/ink655.xml"/><Relationship Id="rId164" Type="http://schemas.openxmlformats.org/officeDocument/2006/relationships/customXml" Target="../ink/ink666.xml"/><Relationship Id="rId185" Type="http://schemas.openxmlformats.org/officeDocument/2006/relationships/image" Target="../media/image683.png"/><Relationship Id="rId9" Type="http://schemas.openxmlformats.org/officeDocument/2006/relationships/customXml" Target="../ink/ink588.xml"/><Relationship Id="rId210" Type="http://schemas.openxmlformats.org/officeDocument/2006/relationships/customXml" Target="../ink/ink689.xml"/><Relationship Id="rId26" Type="http://schemas.openxmlformats.org/officeDocument/2006/relationships/image" Target="../media/image605.png"/><Relationship Id="rId231" Type="http://schemas.openxmlformats.org/officeDocument/2006/relationships/image" Target="../media/image706.png"/><Relationship Id="rId252" Type="http://schemas.openxmlformats.org/officeDocument/2006/relationships/customXml" Target="../ink/ink710.xml"/><Relationship Id="rId273" Type="http://schemas.openxmlformats.org/officeDocument/2006/relationships/image" Target="../media/image727.png"/><Relationship Id="rId294" Type="http://schemas.openxmlformats.org/officeDocument/2006/relationships/customXml" Target="../ink/ink731.xml"/><Relationship Id="rId308" Type="http://schemas.openxmlformats.org/officeDocument/2006/relationships/customXml" Target="../ink/ink738.xml"/><Relationship Id="rId47" Type="http://schemas.openxmlformats.org/officeDocument/2006/relationships/customXml" Target="../ink/ink607.xml"/><Relationship Id="rId68" Type="http://schemas.openxmlformats.org/officeDocument/2006/relationships/image" Target="../media/image626.png"/><Relationship Id="rId89" Type="http://schemas.openxmlformats.org/officeDocument/2006/relationships/customXml" Target="../ink/ink628.xml"/><Relationship Id="rId112" Type="http://schemas.openxmlformats.org/officeDocument/2006/relationships/image" Target="../media/image647.png"/><Relationship Id="rId133" Type="http://schemas.openxmlformats.org/officeDocument/2006/relationships/customXml" Target="../ink/ink650.xml"/><Relationship Id="rId154" Type="http://schemas.openxmlformats.org/officeDocument/2006/relationships/customXml" Target="../ink/ink661.xml"/><Relationship Id="rId175" Type="http://schemas.openxmlformats.org/officeDocument/2006/relationships/image" Target="../media/image678.png"/><Relationship Id="rId196" Type="http://schemas.openxmlformats.org/officeDocument/2006/relationships/customXml" Target="../ink/ink682.xml"/><Relationship Id="rId200" Type="http://schemas.openxmlformats.org/officeDocument/2006/relationships/customXml" Target="../ink/ink684.xml"/><Relationship Id="rId16" Type="http://schemas.openxmlformats.org/officeDocument/2006/relationships/image" Target="../media/image600.png"/><Relationship Id="rId221" Type="http://schemas.openxmlformats.org/officeDocument/2006/relationships/image" Target="../media/image701.png"/><Relationship Id="rId242" Type="http://schemas.openxmlformats.org/officeDocument/2006/relationships/customXml" Target="../ink/ink705.xml"/><Relationship Id="rId263" Type="http://schemas.openxmlformats.org/officeDocument/2006/relationships/image" Target="../media/image722.png"/><Relationship Id="rId284" Type="http://schemas.openxmlformats.org/officeDocument/2006/relationships/customXml" Target="../ink/ink726.xml"/><Relationship Id="rId319" Type="http://schemas.openxmlformats.org/officeDocument/2006/relationships/image" Target="../media/image750.png"/><Relationship Id="rId37" Type="http://schemas.openxmlformats.org/officeDocument/2006/relationships/customXml" Target="../ink/ink602.xml"/><Relationship Id="rId58" Type="http://schemas.openxmlformats.org/officeDocument/2006/relationships/image" Target="../media/image621.png"/><Relationship Id="rId79" Type="http://schemas.openxmlformats.org/officeDocument/2006/relationships/customXml" Target="../ink/ink623.xml"/><Relationship Id="rId102" Type="http://schemas.openxmlformats.org/officeDocument/2006/relationships/image" Target="../media/image643.png"/><Relationship Id="rId123" Type="http://schemas.openxmlformats.org/officeDocument/2006/relationships/customXml" Target="../ink/ink645.xml"/><Relationship Id="rId144" Type="http://schemas.openxmlformats.org/officeDocument/2006/relationships/image" Target="../media/image663.png"/><Relationship Id="rId90" Type="http://schemas.openxmlformats.org/officeDocument/2006/relationships/image" Target="../media/image637.png"/><Relationship Id="rId165" Type="http://schemas.openxmlformats.org/officeDocument/2006/relationships/image" Target="../media/image673.png"/><Relationship Id="rId186" Type="http://schemas.openxmlformats.org/officeDocument/2006/relationships/customXml" Target="../ink/ink677.xml"/><Relationship Id="rId211" Type="http://schemas.openxmlformats.org/officeDocument/2006/relationships/image" Target="../media/image696.png"/><Relationship Id="rId232" Type="http://schemas.openxmlformats.org/officeDocument/2006/relationships/customXml" Target="../ink/ink700.xml"/><Relationship Id="rId253" Type="http://schemas.openxmlformats.org/officeDocument/2006/relationships/image" Target="../media/image717.png"/><Relationship Id="rId274" Type="http://schemas.openxmlformats.org/officeDocument/2006/relationships/customXml" Target="../ink/ink721.xml"/><Relationship Id="rId295" Type="http://schemas.openxmlformats.org/officeDocument/2006/relationships/image" Target="../media/image738.png"/><Relationship Id="rId309" Type="http://schemas.openxmlformats.org/officeDocument/2006/relationships/image" Target="../media/image745.png"/><Relationship Id="rId27" Type="http://schemas.openxmlformats.org/officeDocument/2006/relationships/customXml" Target="../ink/ink597.xml"/><Relationship Id="rId48" Type="http://schemas.openxmlformats.org/officeDocument/2006/relationships/image" Target="../media/image616.png"/><Relationship Id="rId69" Type="http://schemas.openxmlformats.org/officeDocument/2006/relationships/customXml" Target="../ink/ink618.xml"/><Relationship Id="rId113" Type="http://schemas.openxmlformats.org/officeDocument/2006/relationships/customXml" Target="../ink/ink640.xml"/><Relationship Id="rId134" Type="http://schemas.openxmlformats.org/officeDocument/2006/relationships/image" Target="../media/image658.png"/><Relationship Id="rId320" Type="http://schemas.openxmlformats.org/officeDocument/2006/relationships/customXml" Target="../ink/ink744.xml"/><Relationship Id="rId80" Type="http://schemas.openxmlformats.org/officeDocument/2006/relationships/image" Target="../media/image632.png"/><Relationship Id="rId155" Type="http://schemas.openxmlformats.org/officeDocument/2006/relationships/image" Target="../media/image668.png"/><Relationship Id="rId176" Type="http://schemas.openxmlformats.org/officeDocument/2006/relationships/customXml" Target="../ink/ink672.xml"/><Relationship Id="rId197" Type="http://schemas.openxmlformats.org/officeDocument/2006/relationships/image" Target="../media/image689.png"/><Relationship Id="rId201" Type="http://schemas.openxmlformats.org/officeDocument/2006/relationships/image" Target="../media/image691.png"/><Relationship Id="rId222" Type="http://schemas.openxmlformats.org/officeDocument/2006/relationships/customXml" Target="../ink/ink695.xml"/><Relationship Id="rId243" Type="http://schemas.openxmlformats.org/officeDocument/2006/relationships/image" Target="../media/image712.png"/><Relationship Id="rId264" Type="http://schemas.openxmlformats.org/officeDocument/2006/relationships/customXml" Target="../ink/ink716.xml"/><Relationship Id="rId285" Type="http://schemas.openxmlformats.org/officeDocument/2006/relationships/image" Target="../media/image733.png"/><Relationship Id="rId17" Type="http://schemas.openxmlformats.org/officeDocument/2006/relationships/customXml" Target="../ink/ink592.xml"/><Relationship Id="rId38" Type="http://schemas.openxmlformats.org/officeDocument/2006/relationships/image" Target="../media/image611.png"/><Relationship Id="rId59" Type="http://schemas.openxmlformats.org/officeDocument/2006/relationships/customXml" Target="../ink/ink613.xml"/><Relationship Id="rId103" Type="http://schemas.openxmlformats.org/officeDocument/2006/relationships/customXml" Target="../ink/ink635.xml"/><Relationship Id="rId124" Type="http://schemas.openxmlformats.org/officeDocument/2006/relationships/image" Target="../media/image653.png"/><Relationship Id="rId310" Type="http://schemas.openxmlformats.org/officeDocument/2006/relationships/customXml" Target="../ink/ink739.xml"/><Relationship Id="rId70" Type="http://schemas.openxmlformats.org/officeDocument/2006/relationships/image" Target="../media/image627.png"/><Relationship Id="rId91" Type="http://schemas.openxmlformats.org/officeDocument/2006/relationships/customXml" Target="../ink/ink629.xml"/><Relationship Id="rId145" Type="http://schemas.openxmlformats.org/officeDocument/2006/relationships/customXml" Target="../ink/ink656.xml"/><Relationship Id="rId166" Type="http://schemas.openxmlformats.org/officeDocument/2006/relationships/customXml" Target="../ink/ink667.xml"/><Relationship Id="rId187" Type="http://schemas.openxmlformats.org/officeDocument/2006/relationships/image" Target="../media/image68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90.xml"/><Relationship Id="rId233" Type="http://schemas.openxmlformats.org/officeDocument/2006/relationships/image" Target="../media/image707.png"/><Relationship Id="rId254" Type="http://schemas.openxmlformats.org/officeDocument/2006/relationships/customXml" Target="../ink/ink711.xml"/><Relationship Id="rId28" Type="http://schemas.openxmlformats.org/officeDocument/2006/relationships/image" Target="../media/image606.png"/><Relationship Id="rId49" Type="http://schemas.openxmlformats.org/officeDocument/2006/relationships/customXml" Target="../ink/ink608.xml"/><Relationship Id="rId114" Type="http://schemas.openxmlformats.org/officeDocument/2006/relationships/image" Target="../media/image648.png"/><Relationship Id="rId275" Type="http://schemas.openxmlformats.org/officeDocument/2006/relationships/image" Target="../media/image728.png"/><Relationship Id="rId296" Type="http://schemas.openxmlformats.org/officeDocument/2006/relationships/customXml" Target="../ink/ink732.xml"/><Relationship Id="rId300" Type="http://schemas.openxmlformats.org/officeDocument/2006/relationships/customXml" Target="../ink/ink734.xml"/><Relationship Id="rId60" Type="http://schemas.openxmlformats.org/officeDocument/2006/relationships/image" Target="../media/image622.png"/><Relationship Id="rId81" Type="http://schemas.openxmlformats.org/officeDocument/2006/relationships/customXml" Target="../ink/ink624.xml"/><Relationship Id="rId135" Type="http://schemas.openxmlformats.org/officeDocument/2006/relationships/customXml" Target="../ink/ink651.xml"/><Relationship Id="rId156" Type="http://schemas.openxmlformats.org/officeDocument/2006/relationships/customXml" Target="../ink/ink662.xml"/><Relationship Id="rId177" Type="http://schemas.openxmlformats.org/officeDocument/2006/relationships/image" Target="../media/image679.png"/><Relationship Id="rId198" Type="http://schemas.openxmlformats.org/officeDocument/2006/relationships/customXml" Target="../ink/ink683.xml"/><Relationship Id="rId321" Type="http://schemas.openxmlformats.org/officeDocument/2006/relationships/image" Target="../media/image751.png"/><Relationship Id="rId202" Type="http://schemas.openxmlformats.org/officeDocument/2006/relationships/customXml" Target="../ink/ink685.xml"/><Relationship Id="rId223" Type="http://schemas.openxmlformats.org/officeDocument/2006/relationships/image" Target="../media/image702.png"/><Relationship Id="rId244" Type="http://schemas.openxmlformats.org/officeDocument/2006/relationships/customXml" Target="../ink/ink706.xml"/><Relationship Id="rId18" Type="http://schemas.openxmlformats.org/officeDocument/2006/relationships/image" Target="../media/image601.png"/><Relationship Id="rId39" Type="http://schemas.openxmlformats.org/officeDocument/2006/relationships/customXml" Target="../ink/ink603.xml"/><Relationship Id="rId265" Type="http://schemas.openxmlformats.org/officeDocument/2006/relationships/image" Target="../media/image723.png"/><Relationship Id="rId286" Type="http://schemas.openxmlformats.org/officeDocument/2006/relationships/customXml" Target="../ink/ink727.xml"/><Relationship Id="rId50" Type="http://schemas.openxmlformats.org/officeDocument/2006/relationships/image" Target="../media/image617.png"/><Relationship Id="rId104" Type="http://schemas.openxmlformats.org/officeDocument/2006/relationships/image" Target="../media/image279.png"/><Relationship Id="rId125" Type="http://schemas.openxmlformats.org/officeDocument/2006/relationships/customXml" Target="../ink/ink646.xml"/><Relationship Id="rId146" Type="http://schemas.openxmlformats.org/officeDocument/2006/relationships/customXml" Target="../ink/ink657.xml"/><Relationship Id="rId167" Type="http://schemas.openxmlformats.org/officeDocument/2006/relationships/image" Target="../media/image674.png"/><Relationship Id="rId188" Type="http://schemas.openxmlformats.org/officeDocument/2006/relationships/customXml" Target="../ink/ink678.xml"/><Relationship Id="rId311" Type="http://schemas.openxmlformats.org/officeDocument/2006/relationships/image" Target="../media/image746.png"/><Relationship Id="rId71" Type="http://schemas.openxmlformats.org/officeDocument/2006/relationships/customXml" Target="../ink/ink619.xml"/><Relationship Id="rId92" Type="http://schemas.openxmlformats.org/officeDocument/2006/relationships/image" Target="../media/image638.png"/><Relationship Id="rId213" Type="http://schemas.openxmlformats.org/officeDocument/2006/relationships/image" Target="../media/image697.png"/><Relationship Id="rId234" Type="http://schemas.openxmlformats.org/officeDocument/2006/relationships/customXml" Target="../ink/ink701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598.xml"/><Relationship Id="rId255" Type="http://schemas.openxmlformats.org/officeDocument/2006/relationships/image" Target="../media/image718.png"/><Relationship Id="rId276" Type="http://schemas.openxmlformats.org/officeDocument/2006/relationships/customXml" Target="../ink/ink722.xml"/><Relationship Id="rId297" Type="http://schemas.openxmlformats.org/officeDocument/2006/relationships/image" Target="../media/image739.png"/><Relationship Id="rId40" Type="http://schemas.openxmlformats.org/officeDocument/2006/relationships/image" Target="../media/image612.png"/><Relationship Id="rId115" Type="http://schemas.openxmlformats.org/officeDocument/2006/relationships/customXml" Target="../ink/ink641.xml"/><Relationship Id="rId136" Type="http://schemas.openxmlformats.org/officeDocument/2006/relationships/image" Target="../media/image659.png"/><Relationship Id="rId157" Type="http://schemas.openxmlformats.org/officeDocument/2006/relationships/image" Target="../media/image669.png"/><Relationship Id="rId178" Type="http://schemas.openxmlformats.org/officeDocument/2006/relationships/customXml" Target="../ink/ink673.xml"/><Relationship Id="rId301" Type="http://schemas.openxmlformats.org/officeDocument/2006/relationships/image" Target="../media/image741.png"/><Relationship Id="rId322" Type="http://schemas.openxmlformats.org/officeDocument/2006/relationships/customXml" Target="../ink/ink745.xml"/><Relationship Id="rId61" Type="http://schemas.openxmlformats.org/officeDocument/2006/relationships/customXml" Target="../ink/ink614.xml"/><Relationship Id="rId82" Type="http://schemas.openxmlformats.org/officeDocument/2006/relationships/image" Target="../media/image633.png"/><Relationship Id="rId199" Type="http://schemas.openxmlformats.org/officeDocument/2006/relationships/image" Target="../media/image690.png"/><Relationship Id="rId203" Type="http://schemas.openxmlformats.org/officeDocument/2006/relationships/image" Target="../media/image692.png"/><Relationship Id="rId19" Type="http://schemas.openxmlformats.org/officeDocument/2006/relationships/customXml" Target="../ink/ink593.xml"/><Relationship Id="rId224" Type="http://schemas.openxmlformats.org/officeDocument/2006/relationships/customXml" Target="../ink/ink696.xml"/><Relationship Id="rId245" Type="http://schemas.openxmlformats.org/officeDocument/2006/relationships/image" Target="../media/image713.png"/><Relationship Id="rId266" Type="http://schemas.openxmlformats.org/officeDocument/2006/relationships/customXml" Target="../ink/ink717.xml"/><Relationship Id="rId287" Type="http://schemas.openxmlformats.org/officeDocument/2006/relationships/image" Target="../media/image734.png"/><Relationship Id="rId30" Type="http://schemas.openxmlformats.org/officeDocument/2006/relationships/image" Target="../media/image607.png"/><Relationship Id="rId105" Type="http://schemas.openxmlformats.org/officeDocument/2006/relationships/customXml" Target="../ink/ink636.xml"/><Relationship Id="rId126" Type="http://schemas.openxmlformats.org/officeDocument/2006/relationships/image" Target="../media/image654.png"/><Relationship Id="rId147" Type="http://schemas.openxmlformats.org/officeDocument/2006/relationships/image" Target="../media/image664.png"/><Relationship Id="rId168" Type="http://schemas.openxmlformats.org/officeDocument/2006/relationships/customXml" Target="../ink/ink668.xml"/><Relationship Id="rId312" Type="http://schemas.openxmlformats.org/officeDocument/2006/relationships/customXml" Target="../ink/ink740.xml"/><Relationship Id="rId51" Type="http://schemas.openxmlformats.org/officeDocument/2006/relationships/customXml" Target="../ink/ink609.xml"/><Relationship Id="rId72" Type="http://schemas.openxmlformats.org/officeDocument/2006/relationships/image" Target="../media/image628.png"/><Relationship Id="rId93" Type="http://schemas.openxmlformats.org/officeDocument/2006/relationships/customXml" Target="../ink/ink630.xml"/><Relationship Id="rId189" Type="http://schemas.openxmlformats.org/officeDocument/2006/relationships/image" Target="../media/image685.png"/><Relationship Id="rId3" Type="http://schemas.openxmlformats.org/officeDocument/2006/relationships/image" Target="../media/image593.svg"/><Relationship Id="rId214" Type="http://schemas.openxmlformats.org/officeDocument/2006/relationships/customXml" Target="../ink/ink691.xml"/><Relationship Id="rId235" Type="http://schemas.openxmlformats.org/officeDocument/2006/relationships/image" Target="../media/image708.png"/><Relationship Id="rId256" Type="http://schemas.openxmlformats.org/officeDocument/2006/relationships/customXml" Target="../ink/ink712.xml"/><Relationship Id="rId277" Type="http://schemas.openxmlformats.org/officeDocument/2006/relationships/image" Target="../media/image729.png"/><Relationship Id="rId298" Type="http://schemas.openxmlformats.org/officeDocument/2006/relationships/customXml" Target="../ink/ink733.xml"/><Relationship Id="rId116" Type="http://schemas.openxmlformats.org/officeDocument/2006/relationships/image" Target="../media/image649.png"/><Relationship Id="rId137" Type="http://schemas.openxmlformats.org/officeDocument/2006/relationships/customXml" Target="../ink/ink652.xml"/><Relationship Id="rId158" Type="http://schemas.openxmlformats.org/officeDocument/2006/relationships/customXml" Target="../ink/ink663.xml"/><Relationship Id="rId302" Type="http://schemas.openxmlformats.org/officeDocument/2006/relationships/customXml" Target="../ink/ink735.xml"/><Relationship Id="rId323" Type="http://schemas.openxmlformats.org/officeDocument/2006/relationships/image" Target="../media/image752.png"/><Relationship Id="rId20" Type="http://schemas.openxmlformats.org/officeDocument/2006/relationships/image" Target="../media/image602.png"/><Relationship Id="rId41" Type="http://schemas.openxmlformats.org/officeDocument/2006/relationships/customXml" Target="../ink/ink604.xml"/><Relationship Id="rId62" Type="http://schemas.openxmlformats.org/officeDocument/2006/relationships/image" Target="../media/image623.png"/><Relationship Id="rId83" Type="http://schemas.openxmlformats.org/officeDocument/2006/relationships/customXml" Target="../ink/ink625.xml"/><Relationship Id="rId179" Type="http://schemas.openxmlformats.org/officeDocument/2006/relationships/image" Target="../media/image680.png"/><Relationship Id="rId190" Type="http://schemas.openxmlformats.org/officeDocument/2006/relationships/customXml" Target="../ink/ink679.xml"/><Relationship Id="rId204" Type="http://schemas.openxmlformats.org/officeDocument/2006/relationships/customXml" Target="../ink/ink686.xml"/><Relationship Id="rId225" Type="http://schemas.openxmlformats.org/officeDocument/2006/relationships/image" Target="../media/image703.png"/><Relationship Id="rId246" Type="http://schemas.openxmlformats.org/officeDocument/2006/relationships/customXml" Target="../ink/ink707.xml"/><Relationship Id="rId267" Type="http://schemas.openxmlformats.org/officeDocument/2006/relationships/image" Target="../media/image724.png"/><Relationship Id="rId288" Type="http://schemas.openxmlformats.org/officeDocument/2006/relationships/customXml" Target="../ink/ink728.xml"/><Relationship Id="rId106" Type="http://schemas.openxmlformats.org/officeDocument/2006/relationships/image" Target="../media/image644.png"/><Relationship Id="rId127" Type="http://schemas.openxmlformats.org/officeDocument/2006/relationships/customXml" Target="../ink/ink647.xml"/><Relationship Id="rId313" Type="http://schemas.openxmlformats.org/officeDocument/2006/relationships/image" Target="../media/image747.png"/><Relationship Id="rId10" Type="http://schemas.openxmlformats.org/officeDocument/2006/relationships/image" Target="../media/image597.png"/><Relationship Id="rId31" Type="http://schemas.openxmlformats.org/officeDocument/2006/relationships/customXml" Target="../ink/ink599.xml"/><Relationship Id="rId52" Type="http://schemas.openxmlformats.org/officeDocument/2006/relationships/image" Target="../media/image618.png"/><Relationship Id="rId73" Type="http://schemas.openxmlformats.org/officeDocument/2006/relationships/customXml" Target="../ink/ink620.xml"/><Relationship Id="rId94" Type="http://schemas.openxmlformats.org/officeDocument/2006/relationships/image" Target="../media/image639.png"/><Relationship Id="rId148" Type="http://schemas.openxmlformats.org/officeDocument/2006/relationships/customXml" Target="../ink/ink658.xml"/><Relationship Id="rId169" Type="http://schemas.openxmlformats.org/officeDocument/2006/relationships/image" Target="../media/image675.png"/><Relationship Id="rId4" Type="http://schemas.openxmlformats.org/officeDocument/2006/relationships/image" Target="../media/image594.svg"/><Relationship Id="rId180" Type="http://schemas.openxmlformats.org/officeDocument/2006/relationships/customXml" Target="../ink/ink674.xml"/><Relationship Id="rId215" Type="http://schemas.openxmlformats.org/officeDocument/2006/relationships/image" Target="../media/image698.png"/><Relationship Id="rId236" Type="http://schemas.openxmlformats.org/officeDocument/2006/relationships/customXml" Target="../ink/ink702.xml"/><Relationship Id="rId257" Type="http://schemas.openxmlformats.org/officeDocument/2006/relationships/image" Target="../media/image719.png"/><Relationship Id="rId278" Type="http://schemas.openxmlformats.org/officeDocument/2006/relationships/customXml" Target="../ink/ink723.xml"/><Relationship Id="rId303" Type="http://schemas.openxmlformats.org/officeDocument/2006/relationships/image" Target="../media/image742.png"/><Relationship Id="rId42" Type="http://schemas.openxmlformats.org/officeDocument/2006/relationships/image" Target="../media/image613.png"/><Relationship Id="rId84" Type="http://schemas.openxmlformats.org/officeDocument/2006/relationships/image" Target="../media/image634.png"/><Relationship Id="rId138" Type="http://schemas.openxmlformats.org/officeDocument/2006/relationships/image" Target="../media/image660.png"/><Relationship Id="rId191" Type="http://schemas.openxmlformats.org/officeDocument/2006/relationships/image" Target="../media/image686.png"/><Relationship Id="rId205" Type="http://schemas.openxmlformats.org/officeDocument/2006/relationships/image" Target="../media/image693.png"/><Relationship Id="rId247" Type="http://schemas.openxmlformats.org/officeDocument/2006/relationships/image" Target="../media/image714.png"/><Relationship Id="rId107" Type="http://schemas.openxmlformats.org/officeDocument/2006/relationships/customXml" Target="../ink/ink637.xml"/><Relationship Id="rId289" Type="http://schemas.openxmlformats.org/officeDocument/2006/relationships/image" Target="../media/image735.png"/><Relationship Id="rId11" Type="http://schemas.openxmlformats.org/officeDocument/2006/relationships/customXml" Target="../ink/ink589.xml"/><Relationship Id="rId53" Type="http://schemas.openxmlformats.org/officeDocument/2006/relationships/customXml" Target="../ink/ink610.xml"/><Relationship Id="rId149" Type="http://schemas.openxmlformats.org/officeDocument/2006/relationships/image" Target="../media/image665.png"/><Relationship Id="rId314" Type="http://schemas.openxmlformats.org/officeDocument/2006/relationships/customXml" Target="../ink/ink741.xml"/><Relationship Id="rId95" Type="http://schemas.openxmlformats.org/officeDocument/2006/relationships/customXml" Target="../ink/ink631.xml"/><Relationship Id="rId160" Type="http://schemas.openxmlformats.org/officeDocument/2006/relationships/customXml" Target="../ink/ink664.xml"/><Relationship Id="rId216" Type="http://schemas.openxmlformats.org/officeDocument/2006/relationships/customXml" Target="../ink/ink692.xml"/><Relationship Id="rId258" Type="http://schemas.openxmlformats.org/officeDocument/2006/relationships/customXml" Target="../ink/ink713.xml"/><Relationship Id="rId22" Type="http://schemas.openxmlformats.org/officeDocument/2006/relationships/image" Target="../media/image603.png"/><Relationship Id="rId64" Type="http://schemas.openxmlformats.org/officeDocument/2006/relationships/image" Target="../media/image624.png"/><Relationship Id="rId118" Type="http://schemas.openxmlformats.org/officeDocument/2006/relationships/image" Target="../media/image650.png"/><Relationship Id="rId325" Type="http://schemas.openxmlformats.org/officeDocument/2006/relationships/image" Target="../media/image753.png"/><Relationship Id="rId171" Type="http://schemas.openxmlformats.org/officeDocument/2006/relationships/image" Target="../media/image676.png"/><Relationship Id="rId227" Type="http://schemas.openxmlformats.org/officeDocument/2006/relationships/image" Target="../media/image704.png"/><Relationship Id="rId269" Type="http://schemas.openxmlformats.org/officeDocument/2006/relationships/image" Target="../media/image725.png"/><Relationship Id="rId33" Type="http://schemas.openxmlformats.org/officeDocument/2006/relationships/customXml" Target="../ink/ink600.xml"/><Relationship Id="rId129" Type="http://schemas.openxmlformats.org/officeDocument/2006/relationships/customXml" Target="../ink/ink648.xml"/><Relationship Id="rId280" Type="http://schemas.openxmlformats.org/officeDocument/2006/relationships/customXml" Target="../ink/ink724.xml"/><Relationship Id="rId75" Type="http://schemas.openxmlformats.org/officeDocument/2006/relationships/customXml" Target="../ink/ink621.xml"/><Relationship Id="rId140" Type="http://schemas.openxmlformats.org/officeDocument/2006/relationships/image" Target="../media/image661.png"/><Relationship Id="rId182" Type="http://schemas.openxmlformats.org/officeDocument/2006/relationships/customXml" Target="../ink/ink675.xml"/><Relationship Id="rId6" Type="http://schemas.openxmlformats.org/officeDocument/2006/relationships/image" Target="../media/image595.png"/><Relationship Id="rId238" Type="http://schemas.openxmlformats.org/officeDocument/2006/relationships/customXml" Target="../ink/ink703.xml"/><Relationship Id="rId291" Type="http://schemas.openxmlformats.org/officeDocument/2006/relationships/image" Target="../media/image736.png"/><Relationship Id="rId305" Type="http://schemas.openxmlformats.org/officeDocument/2006/relationships/image" Target="../media/image743.png"/><Relationship Id="rId44" Type="http://schemas.openxmlformats.org/officeDocument/2006/relationships/image" Target="../media/image614.png"/><Relationship Id="rId86" Type="http://schemas.openxmlformats.org/officeDocument/2006/relationships/image" Target="../media/image635.png"/><Relationship Id="rId151" Type="http://schemas.openxmlformats.org/officeDocument/2006/relationships/image" Target="../media/image666.png"/><Relationship Id="rId193" Type="http://schemas.openxmlformats.org/officeDocument/2006/relationships/image" Target="../media/image687.png"/><Relationship Id="rId207" Type="http://schemas.openxmlformats.org/officeDocument/2006/relationships/image" Target="../media/image694.png"/><Relationship Id="rId249" Type="http://schemas.openxmlformats.org/officeDocument/2006/relationships/image" Target="../media/image715.png"/><Relationship Id="rId13" Type="http://schemas.openxmlformats.org/officeDocument/2006/relationships/customXml" Target="../ink/ink590.xml"/><Relationship Id="rId109" Type="http://schemas.openxmlformats.org/officeDocument/2006/relationships/customXml" Target="../ink/ink638.xml"/><Relationship Id="rId260" Type="http://schemas.openxmlformats.org/officeDocument/2006/relationships/customXml" Target="../ink/ink714.xml"/><Relationship Id="rId316" Type="http://schemas.openxmlformats.org/officeDocument/2006/relationships/customXml" Target="../ink/ink742.xml"/><Relationship Id="rId55" Type="http://schemas.openxmlformats.org/officeDocument/2006/relationships/customXml" Target="../ink/ink611.xml"/><Relationship Id="rId97" Type="http://schemas.openxmlformats.org/officeDocument/2006/relationships/customXml" Target="../ink/ink632.xml"/><Relationship Id="rId120" Type="http://schemas.openxmlformats.org/officeDocument/2006/relationships/image" Target="../media/image65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2.png"/><Relationship Id="rId21" Type="http://schemas.openxmlformats.org/officeDocument/2006/relationships/image" Target="../media/image765.png"/><Relationship Id="rId42" Type="http://schemas.openxmlformats.org/officeDocument/2006/relationships/customXml" Target="../ink/ink766.xml"/><Relationship Id="rId63" Type="http://schemas.openxmlformats.org/officeDocument/2006/relationships/image" Target="../media/image785.png"/><Relationship Id="rId84" Type="http://schemas.openxmlformats.org/officeDocument/2006/relationships/customXml" Target="../ink/ink787.xml"/><Relationship Id="rId138" Type="http://schemas.openxmlformats.org/officeDocument/2006/relationships/customXml" Target="../ink/ink814.xml"/><Relationship Id="rId159" Type="http://schemas.openxmlformats.org/officeDocument/2006/relationships/image" Target="../media/image833.png"/><Relationship Id="rId170" Type="http://schemas.openxmlformats.org/officeDocument/2006/relationships/customXml" Target="../ink/ink830.xml"/><Relationship Id="rId191" Type="http://schemas.openxmlformats.org/officeDocument/2006/relationships/customXml" Target="../ink/ink841.xml"/><Relationship Id="rId107" Type="http://schemas.openxmlformats.org/officeDocument/2006/relationships/image" Target="../media/image807.png"/><Relationship Id="rId11" Type="http://schemas.openxmlformats.org/officeDocument/2006/relationships/image" Target="../media/image760.png"/><Relationship Id="rId32" Type="http://schemas.openxmlformats.org/officeDocument/2006/relationships/customXml" Target="../ink/ink761.xml"/><Relationship Id="rId53" Type="http://schemas.openxmlformats.org/officeDocument/2006/relationships/image" Target="../media/image780.png"/><Relationship Id="rId74" Type="http://schemas.openxmlformats.org/officeDocument/2006/relationships/customXml" Target="../ink/ink782.xml"/><Relationship Id="rId128" Type="http://schemas.openxmlformats.org/officeDocument/2006/relationships/customXml" Target="../ink/ink809.xml"/><Relationship Id="rId149" Type="http://schemas.openxmlformats.org/officeDocument/2006/relationships/image" Target="../media/image828.png"/><Relationship Id="rId5" Type="http://schemas.openxmlformats.org/officeDocument/2006/relationships/image" Target="../media/image757.svg"/><Relationship Id="rId95" Type="http://schemas.openxmlformats.org/officeDocument/2006/relationships/image" Target="../media/image801.png"/><Relationship Id="rId160" Type="http://schemas.openxmlformats.org/officeDocument/2006/relationships/customXml" Target="../ink/ink825.xml"/><Relationship Id="rId181" Type="http://schemas.openxmlformats.org/officeDocument/2006/relationships/image" Target="../media/image844.png"/><Relationship Id="rId22" Type="http://schemas.openxmlformats.org/officeDocument/2006/relationships/customXml" Target="../ink/ink756.xml"/><Relationship Id="rId43" Type="http://schemas.openxmlformats.org/officeDocument/2006/relationships/image" Target="../media/image776.png"/><Relationship Id="rId64" Type="http://schemas.openxmlformats.org/officeDocument/2006/relationships/customXml" Target="../ink/ink777.xml"/><Relationship Id="rId118" Type="http://schemas.openxmlformats.org/officeDocument/2006/relationships/customXml" Target="../ink/ink804.xml"/><Relationship Id="rId139" Type="http://schemas.openxmlformats.org/officeDocument/2006/relationships/image" Target="../media/image823.png"/><Relationship Id="rId85" Type="http://schemas.openxmlformats.org/officeDocument/2006/relationships/image" Target="../media/image796.png"/><Relationship Id="rId150" Type="http://schemas.openxmlformats.org/officeDocument/2006/relationships/customXml" Target="../ink/ink820.xml"/><Relationship Id="rId171" Type="http://schemas.openxmlformats.org/officeDocument/2006/relationships/image" Target="../media/image839.png"/><Relationship Id="rId192" Type="http://schemas.openxmlformats.org/officeDocument/2006/relationships/image" Target="../media/image849.png"/><Relationship Id="rId12" Type="http://schemas.openxmlformats.org/officeDocument/2006/relationships/customXml" Target="../ink/ink751.xml"/><Relationship Id="rId33" Type="http://schemas.openxmlformats.org/officeDocument/2006/relationships/image" Target="../media/image771.png"/><Relationship Id="rId108" Type="http://schemas.openxmlformats.org/officeDocument/2006/relationships/customXml" Target="../ink/ink799.xml"/><Relationship Id="rId129" Type="http://schemas.openxmlformats.org/officeDocument/2006/relationships/image" Target="../media/image818.png"/><Relationship Id="rId54" Type="http://schemas.openxmlformats.org/officeDocument/2006/relationships/customXml" Target="../ink/ink772.xml"/><Relationship Id="rId75" Type="http://schemas.openxmlformats.org/officeDocument/2006/relationships/image" Target="../media/image791.png"/><Relationship Id="rId96" Type="http://schemas.openxmlformats.org/officeDocument/2006/relationships/customXml" Target="../ink/ink793.xml"/><Relationship Id="rId140" Type="http://schemas.openxmlformats.org/officeDocument/2006/relationships/customXml" Target="../ink/ink815.xml"/><Relationship Id="rId161" Type="http://schemas.openxmlformats.org/officeDocument/2006/relationships/image" Target="../media/image834.png"/><Relationship Id="rId182" Type="http://schemas.openxmlformats.org/officeDocument/2006/relationships/customXml" Target="../ink/ink836.xml"/><Relationship Id="rId6" Type="http://schemas.openxmlformats.org/officeDocument/2006/relationships/customXml" Target="../ink/ink748.xml"/><Relationship Id="rId23" Type="http://schemas.openxmlformats.org/officeDocument/2006/relationships/image" Target="../media/image766.png"/><Relationship Id="rId119" Type="http://schemas.openxmlformats.org/officeDocument/2006/relationships/image" Target="../media/image813.png"/><Relationship Id="rId44" Type="http://schemas.openxmlformats.org/officeDocument/2006/relationships/customXml" Target="../ink/ink767.xml"/><Relationship Id="rId65" Type="http://schemas.openxmlformats.org/officeDocument/2006/relationships/image" Target="../media/image786.png"/><Relationship Id="rId86" Type="http://schemas.openxmlformats.org/officeDocument/2006/relationships/customXml" Target="../ink/ink788.xml"/><Relationship Id="rId130" Type="http://schemas.openxmlformats.org/officeDocument/2006/relationships/customXml" Target="../ink/ink810.xml"/><Relationship Id="rId151" Type="http://schemas.openxmlformats.org/officeDocument/2006/relationships/image" Target="../media/image829.png"/><Relationship Id="rId172" Type="http://schemas.openxmlformats.org/officeDocument/2006/relationships/customXml" Target="../ink/ink831.xml"/><Relationship Id="rId193" Type="http://schemas.openxmlformats.org/officeDocument/2006/relationships/customXml" Target="../ink/ink842.xml"/><Relationship Id="rId13" Type="http://schemas.openxmlformats.org/officeDocument/2006/relationships/image" Target="../media/image761.png"/><Relationship Id="rId109" Type="http://schemas.openxmlformats.org/officeDocument/2006/relationships/image" Target="../media/image808.png"/><Relationship Id="rId34" Type="http://schemas.openxmlformats.org/officeDocument/2006/relationships/customXml" Target="../ink/ink762.xml"/><Relationship Id="rId55" Type="http://schemas.openxmlformats.org/officeDocument/2006/relationships/image" Target="../media/image781.png"/><Relationship Id="rId76" Type="http://schemas.openxmlformats.org/officeDocument/2006/relationships/customXml" Target="../ink/ink783.xml"/><Relationship Id="rId97" Type="http://schemas.openxmlformats.org/officeDocument/2006/relationships/image" Target="../media/image802.png"/><Relationship Id="rId120" Type="http://schemas.openxmlformats.org/officeDocument/2006/relationships/customXml" Target="../ink/ink805.xml"/><Relationship Id="rId141" Type="http://schemas.openxmlformats.org/officeDocument/2006/relationships/image" Target="../media/image824.png"/><Relationship Id="rId7" Type="http://schemas.openxmlformats.org/officeDocument/2006/relationships/image" Target="../media/image758.png"/><Relationship Id="rId71" Type="http://schemas.openxmlformats.org/officeDocument/2006/relationships/image" Target="../media/image789.png"/><Relationship Id="rId92" Type="http://schemas.openxmlformats.org/officeDocument/2006/relationships/customXml" Target="../ink/ink791.xml"/><Relationship Id="rId162" Type="http://schemas.openxmlformats.org/officeDocument/2006/relationships/customXml" Target="../ink/ink826.xml"/><Relationship Id="rId183" Type="http://schemas.openxmlformats.org/officeDocument/2006/relationships/image" Target="../media/image845.pn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769.png"/><Relationship Id="rId24" Type="http://schemas.openxmlformats.org/officeDocument/2006/relationships/customXml" Target="../ink/ink757.xml"/><Relationship Id="rId40" Type="http://schemas.openxmlformats.org/officeDocument/2006/relationships/customXml" Target="../ink/ink765.xml"/><Relationship Id="rId45" Type="http://schemas.openxmlformats.org/officeDocument/2006/relationships/image" Target="../media/image349.png"/><Relationship Id="rId66" Type="http://schemas.openxmlformats.org/officeDocument/2006/relationships/customXml" Target="../ink/ink778.xml"/><Relationship Id="rId87" Type="http://schemas.openxmlformats.org/officeDocument/2006/relationships/image" Target="../media/image797.png"/><Relationship Id="rId110" Type="http://schemas.openxmlformats.org/officeDocument/2006/relationships/customXml" Target="../ink/ink800.xml"/><Relationship Id="rId115" Type="http://schemas.openxmlformats.org/officeDocument/2006/relationships/image" Target="../media/image811.png"/><Relationship Id="rId131" Type="http://schemas.openxmlformats.org/officeDocument/2006/relationships/image" Target="../media/image819.png"/><Relationship Id="rId136" Type="http://schemas.openxmlformats.org/officeDocument/2006/relationships/customXml" Target="../ink/ink813.xml"/><Relationship Id="rId157" Type="http://schemas.openxmlformats.org/officeDocument/2006/relationships/image" Target="../media/image832.png"/><Relationship Id="rId178" Type="http://schemas.openxmlformats.org/officeDocument/2006/relationships/customXml" Target="../ink/ink834.xml"/><Relationship Id="rId61" Type="http://schemas.openxmlformats.org/officeDocument/2006/relationships/image" Target="../media/image784.png"/><Relationship Id="rId82" Type="http://schemas.openxmlformats.org/officeDocument/2006/relationships/customXml" Target="../ink/ink786.xml"/><Relationship Id="rId152" Type="http://schemas.openxmlformats.org/officeDocument/2006/relationships/customXml" Target="../ink/ink821.xml"/><Relationship Id="rId173" Type="http://schemas.openxmlformats.org/officeDocument/2006/relationships/image" Target="../media/image840.png"/><Relationship Id="rId194" Type="http://schemas.openxmlformats.org/officeDocument/2006/relationships/image" Target="../media/image850.png"/><Relationship Id="rId19" Type="http://schemas.openxmlformats.org/officeDocument/2006/relationships/image" Target="../media/image764.png"/><Relationship Id="rId14" Type="http://schemas.openxmlformats.org/officeDocument/2006/relationships/customXml" Target="../ink/ink752.xml"/><Relationship Id="rId30" Type="http://schemas.openxmlformats.org/officeDocument/2006/relationships/customXml" Target="../ink/ink760.xml"/><Relationship Id="rId35" Type="http://schemas.openxmlformats.org/officeDocument/2006/relationships/image" Target="../media/image772.png"/><Relationship Id="rId56" Type="http://schemas.openxmlformats.org/officeDocument/2006/relationships/customXml" Target="../ink/ink773.xml"/><Relationship Id="rId77" Type="http://schemas.openxmlformats.org/officeDocument/2006/relationships/image" Target="../media/image792.png"/><Relationship Id="rId100" Type="http://schemas.openxmlformats.org/officeDocument/2006/relationships/customXml" Target="../ink/ink795.xml"/><Relationship Id="rId105" Type="http://schemas.openxmlformats.org/officeDocument/2006/relationships/image" Target="../media/image806.png"/><Relationship Id="rId126" Type="http://schemas.openxmlformats.org/officeDocument/2006/relationships/customXml" Target="../ink/ink808.xml"/><Relationship Id="rId147" Type="http://schemas.openxmlformats.org/officeDocument/2006/relationships/image" Target="../media/image827.png"/><Relationship Id="rId168" Type="http://schemas.openxmlformats.org/officeDocument/2006/relationships/customXml" Target="../ink/ink829.xml"/><Relationship Id="rId8" Type="http://schemas.openxmlformats.org/officeDocument/2006/relationships/customXml" Target="../ink/ink749.xml"/><Relationship Id="rId51" Type="http://schemas.openxmlformats.org/officeDocument/2006/relationships/image" Target="../media/image779.png"/><Relationship Id="rId72" Type="http://schemas.openxmlformats.org/officeDocument/2006/relationships/customXml" Target="../ink/ink781.xml"/><Relationship Id="rId93" Type="http://schemas.openxmlformats.org/officeDocument/2006/relationships/image" Target="../media/image800.png"/><Relationship Id="rId98" Type="http://schemas.openxmlformats.org/officeDocument/2006/relationships/customXml" Target="../ink/ink794.xml"/><Relationship Id="rId121" Type="http://schemas.openxmlformats.org/officeDocument/2006/relationships/image" Target="../media/image814.png"/><Relationship Id="rId142" Type="http://schemas.openxmlformats.org/officeDocument/2006/relationships/customXml" Target="../ink/ink816.xml"/><Relationship Id="rId163" Type="http://schemas.openxmlformats.org/officeDocument/2006/relationships/image" Target="../media/image835.png"/><Relationship Id="rId184" Type="http://schemas.openxmlformats.org/officeDocument/2006/relationships/customXml" Target="../ink/ink837.xml"/><Relationship Id="rId189" Type="http://schemas.openxmlformats.org/officeDocument/2006/relationships/customXml" Target="../ink/ink840.xml"/><Relationship Id="rId3" Type="http://schemas.openxmlformats.org/officeDocument/2006/relationships/image" Target="../media/image755.svg"/><Relationship Id="rId25" Type="http://schemas.openxmlformats.org/officeDocument/2006/relationships/image" Target="../media/image767.png"/><Relationship Id="rId46" Type="http://schemas.openxmlformats.org/officeDocument/2006/relationships/customXml" Target="../ink/ink768.xml"/><Relationship Id="rId67" Type="http://schemas.openxmlformats.org/officeDocument/2006/relationships/image" Target="../media/image787.png"/><Relationship Id="rId116" Type="http://schemas.openxmlformats.org/officeDocument/2006/relationships/customXml" Target="../ink/ink803.xml"/><Relationship Id="rId137" Type="http://schemas.openxmlformats.org/officeDocument/2006/relationships/image" Target="../media/image822.png"/><Relationship Id="rId158" Type="http://schemas.openxmlformats.org/officeDocument/2006/relationships/customXml" Target="../ink/ink824.xml"/><Relationship Id="rId20" Type="http://schemas.openxmlformats.org/officeDocument/2006/relationships/customXml" Target="../ink/ink755.xml"/><Relationship Id="rId41" Type="http://schemas.openxmlformats.org/officeDocument/2006/relationships/image" Target="../media/image775.png"/><Relationship Id="rId62" Type="http://schemas.openxmlformats.org/officeDocument/2006/relationships/customXml" Target="../ink/ink776.xml"/><Relationship Id="rId83" Type="http://schemas.openxmlformats.org/officeDocument/2006/relationships/image" Target="../media/image795.png"/><Relationship Id="rId88" Type="http://schemas.openxmlformats.org/officeDocument/2006/relationships/customXml" Target="../ink/ink789.xml"/><Relationship Id="rId111" Type="http://schemas.openxmlformats.org/officeDocument/2006/relationships/image" Target="../media/image809.png"/><Relationship Id="rId132" Type="http://schemas.openxmlformats.org/officeDocument/2006/relationships/customXml" Target="../ink/ink811.xml"/><Relationship Id="rId153" Type="http://schemas.openxmlformats.org/officeDocument/2006/relationships/image" Target="../media/image830.png"/><Relationship Id="rId174" Type="http://schemas.openxmlformats.org/officeDocument/2006/relationships/customXml" Target="../ink/ink832.xml"/><Relationship Id="rId179" Type="http://schemas.openxmlformats.org/officeDocument/2006/relationships/image" Target="../media/image843.png"/><Relationship Id="rId195" Type="http://schemas.openxmlformats.org/officeDocument/2006/relationships/customXml" Target="../ink/ink843.xml"/><Relationship Id="rId190" Type="http://schemas.openxmlformats.org/officeDocument/2006/relationships/image" Target="../media/image848.png"/><Relationship Id="rId15" Type="http://schemas.openxmlformats.org/officeDocument/2006/relationships/image" Target="../media/image762.png"/><Relationship Id="rId36" Type="http://schemas.openxmlformats.org/officeDocument/2006/relationships/customXml" Target="../ink/ink763.xml"/><Relationship Id="rId57" Type="http://schemas.openxmlformats.org/officeDocument/2006/relationships/image" Target="../media/image782.png"/><Relationship Id="rId106" Type="http://schemas.openxmlformats.org/officeDocument/2006/relationships/customXml" Target="../ink/ink798.xml"/><Relationship Id="rId127" Type="http://schemas.openxmlformats.org/officeDocument/2006/relationships/image" Target="../media/image817.png"/><Relationship Id="rId10" Type="http://schemas.openxmlformats.org/officeDocument/2006/relationships/customXml" Target="../ink/ink750.xml"/><Relationship Id="rId31" Type="http://schemas.openxmlformats.org/officeDocument/2006/relationships/image" Target="../media/image770.png"/><Relationship Id="rId52" Type="http://schemas.openxmlformats.org/officeDocument/2006/relationships/customXml" Target="../ink/ink771.xml"/><Relationship Id="rId73" Type="http://schemas.openxmlformats.org/officeDocument/2006/relationships/image" Target="../media/image790.png"/><Relationship Id="rId78" Type="http://schemas.openxmlformats.org/officeDocument/2006/relationships/customXml" Target="../ink/ink784.xml"/><Relationship Id="rId94" Type="http://schemas.openxmlformats.org/officeDocument/2006/relationships/customXml" Target="../ink/ink792.xml"/><Relationship Id="rId99" Type="http://schemas.openxmlformats.org/officeDocument/2006/relationships/image" Target="../media/image803.png"/><Relationship Id="rId101" Type="http://schemas.openxmlformats.org/officeDocument/2006/relationships/image" Target="../media/image804.png"/><Relationship Id="rId122" Type="http://schemas.openxmlformats.org/officeDocument/2006/relationships/customXml" Target="../ink/ink806.xml"/><Relationship Id="rId143" Type="http://schemas.openxmlformats.org/officeDocument/2006/relationships/image" Target="../media/image825.png"/><Relationship Id="rId148" Type="http://schemas.openxmlformats.org/officeDocument/2006/relationships/customXml" Target="../ink/ink819.xml"/><Relationship Id="rId164" Type="http://schemas.openxmlformats.org/officeDocument/2006/relationships/customXml" Target="../ink/ink827.xml"/><Relationship Id="rId169" Type="http://schemas.openxmlformats.org/officeDocument/2006/relationships/image" Target="../media/image838.png"/><Relationship Id="rId185" Type="http://schemas.openxmlformats.org/officeDocument/2006/relationships/customXml" Target="../ink/ink838.xml"/><Relationship Id="rId4" Type="http://schemas.openxmlformats.org/officeDocument/2006/relationships/image" Target="../media/image756.svg"/><Relationship Id="rId9" Type="http://schemas.openxmlformats.org/officeDocument/2006/relationships/image" Target="../media/image759.png"/><Relationship Id="rId180" Type="http://schemas.openxmlformats.org/officeDocument/2006/relationships/customXml" Target="../ink/ink835.xml"/><Relationship Id="rId26" Type="http://schemas.openxmlformats.org/officeDocument/2006/relationships/customXml" Target="../ink/ink758.xml"/><Relationship Id="rId47" Type="http://schemas.openxmlformats.org/officeDocument/2006/relationships/image" Target="../media/image777.png"/><Relationship Id="rId68" Type="http://schemas.openxmlformats.org/officeDocument/2006/relationships/customXml" Target="../ink/ink779.xml"/><Relationship Id="rId89" Type="http://schemas.openxmlformats.org/officeDocument/2006/relationships/image" Target="../media/image798.png"/><Relationship Id="rId112" Type="http://schemas.openxmlformats.org/officeDocument/2006/relationships/customXml" Target="../ink/ink801.xml"/><Relationship Id="rId133" Type="http://schemas.openxmlformats.org/officeDocument/2006/relationships/image" Target="../media/image820.png"/><Relationship Id="rId154" Type="http://schemas.openxmlformats.org/officeDocument/2006/relationships/customXml" Target="../ink/ink822.xml"/><Relationship Id="rId175" Type="http://schemas.openxmlformats.org/officeDocument/2006/relationships/image" Target="../media/image841.png"/><Relationship Id="rId196" Type="http://schemas.openxmlformats.org/officeDocument/2006/relationships/image" Target="../media/image851.png"/><Relationship Id="rId16" Type="http://schemas.openxmlformats.org/officeDocument/2006/relationships/customXml" Target="../ink/ink753.xml"/><Relationship Id="rId37" Type="http://schemas.openxmlformats.org/officeDocument/2006/relationships/image" Target="../media/image773.png"/><Relationship Id="rId58" Type="http://schemas.openxmlformats.org/officeDocument/2006/relationships/customXml" Target="../ink/ink774.xml"/><Relationship Id="rId79" Type="http://schemas.openxmlformats.org/officeDocument/2006/relationships/image" Target="../media/image793.png"/><Relationship Id="rId102" Type="http://schemas.openxmlformats.org/officeDocument/2006/relationships/customXml" Target="../ink/ink796.xml"/><Relationship Id="rId123" Type="http://schemas.openxmlformats.org/officeDocument/2006/relationships/image" Target="../media/image815.png"/><Relationship Id="rId144" Type="http://schemas.openxmlformats.org/officeDocument/2006/relationships/customXml" Target="../ink/ink817.xml"/><Relationship Id="rId90" Type="http://schemas.openxmlformats.org/officeDocument/2006/relationships/customXml" Target="../ink/ink790.xml"/><Relationship Id="rId165" Type="http://schemas.openxmlformats.org/officeDocument/2006/relationships/image" Target="../media/image836.png"/><Relationship Id="rId186" Type="http://schemas.openxmlformats.org/officeDocument/2006/relationships/image" Target="../media/image846.png"/><Relationship Id="rId27" Type="http://schemas.openxmlformats.org/officeDocument/2006/relationships/image" Target="../media/image768.png"/><Relationship Id="rId48" Type="http://schemas.openxmlformats.org/officeDocument/2006/relationships/customXml" Target="../ink/ink769.xml"/><Relationship Id="rId69" Type="http://schemas.openxmlformats.org/officeDocument/2006/relationships/image" Target="../media/image788.png"/><Relationship Id="rId113" Type="http://schemas.openxmlformats.org/officeDocument/2006/relationships/image" Target="../media/image810.png"/><Relationship Id="rId134" Type="http://schemas.openxmlformats.org/officeDocument/2006/relationships/customXml" Target="../ink/ink812.xml"/><Relationship Id="rId80" Type="http://schemas.openxmlformats.org/officeDocument/2006/relationships/customXml" Target="../ink/ink785.xml"/><Relationship Id="rId155" Type="http://schemas.openxmlformats.org/officeDocument/2006/relationships/image" Target="../media/image831.png"/><Relationship Id="rId176" Type="http://schemas.openxmlformats.org/officeDocument/2006/relationships/customXml" Target="../ink/ink833.xml"/><Relationship Id="rId197" Type="http://schemas.openxmlformats.org/officeDocument/2006/relationships/customXml" Target="../ink/ink844.xml"/><Relationship Id="rId17" Type="http://schemas.openxmlformats.org/officeDocument/2006/relationships/image" Target="../media/image763.png"/><Relationship Id="rId38" Type="http://schemas.openxmlformats.org/officeDocument/2006/relationships/customXml" Target="../ink/ink764.xml"/><Relationship Id="rId59" Type="http://schemas.openxmlformats.org/officeDocument/2006/relationships/image" Target="../media/image783.png"/><Relationship Id="rId103" Type="http://schemas.openxmlformats.org/officeDocument/2006/relationships/image" Target="../media/image805.png"/><Relationship Id="rId124" Type="http://schemas.openxmlformats.org/officeDocument/2006/relationships/customXml" Target="../ink/ink807.xml"/><Relationship Id="rId70" Type="http://schemas.openxmlformats.org/officeDocument/2006/relationships/customXml" Target="../ink/ink780.xml"/><Relationship Id="rId91" Type="http://schemas.openxmlformats.org/officeDocument/2006/relationships/image" Target="../media/image799.png"/><Relationship Id="rId145" Type="http://schemas.openxmlformats.org/officeDocument/2006/relationships/image" Target="../media/image826.png"/><Relationship Id="rId166" Type="http://schemas.openxmlformats.org/officeDocument/2006/relationships/customXml" Target="../ink/ink828.xml"/><Relationship Id="rId187" Type="http://schemas.openxmlformats.org/officeDocument/2006/relationships/customXml" Target="../ink/ink839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759.xml"/><Relationship Id="rId49" Type="http://schemas.openxmlformats.org/officeDocument/2006/relationships/image" Target="../media/image778.png"/><Relationship Id="rId114" Type="http://schemas.openxmlformats.org/officeDocument/2006/relationships/customXml" Target="../ink/ink802.xml"/><Relationship Id="rId60" Type="http://schemas.openxmlformats.org/officeDocument/2006/relationships/customXml" Target="../ink/ink775.xml"/><Relationship Id="rId81" Type="http://schemas.openxmlformats.org/officeDocument/2006/relationships/image" Target="../media/image794.png"/><Relationship Id="rId135" Type="http://schemas.openxmlformats.org/officeDocument/2006/relationships/image" Target="../media/image821.png"/><Relationship Id="rId156" Type="http://schemas.openxmlformats.org/officeDocument/2006/relationships/customXml" Target="../ink/ink823.xml"/><Relationship Id="rId177" Type="http://schemas.openxmlformats.org/officeDocument/2006/relationships/image" Target="../media/image842.png"/><Relationship Id="rId198" Type="http://schemas.openxmlformats.org/officeDocument/2006/relationships/image" Target="../media/image852.png"/><Relationship Id="rId18" Type="http://schemas.openxmlformats.org/officeDocument/2006/relationships/customXml" Target="../ink/ink754.xml"/><Relationship Id="rId39" Type="http://schemas.openxmlformats.org/officeDocument/2006/relationships/image" Target="../media/image774.png"/><Relationship Id="rId50" Type="http://schemas.openxmlformats.org/officeDocument/2006/relationships/customXml" Target="../ink/ink770.xml"/><Relationship Id="rId104" Type="http://schemas.openxmlformats.org/officeDocument/2006/relationships/customXml" Target="../ink/ink797.xml"/><Relationship Id="rId125" Type="http://schemas.openxmlformats.org/officeDocument/2006/relationships/image" Target="../media/image816.png"/><Relationship Id="rId146" Type="http://schemas.openxmlformats.org/officeDocument/2006/relationships/customXml" Target="../ink/ink818.xml"/><Relationship Id="rId167" Type="http://schemas.openxmlformats.org/officeDocument/2006/relationships/image" Target="../media/image837.png"/><Relationship Id="rId188" Type="http://schemas.openxmlformats.org/officeDocument/2006/relationships/image" Target="../media/image84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0.png"/><Relationship Id="rId21" Type="http://schemas.openxmlformats.org/officeDocument/2006/relationships/image" Target="../media/image862.png"/><Relationship Id="rId42" Type="http://schemas.openxmlformats.org/officeDocument/2006/relationships/customXml" Target="../ink/ink865.xml"/><Relationship Id="rId63" Type="http://schemas.openxmlformats.org/officeDocument/2006/relationships/image" Target="../media/image883.png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159" Type="http://schemas.openxmlformats.org/officeDocument/2006/relationships/image" Target="../media/image930.png"/><Relationship Id="rId170" Type="http://schemas.openxmlformats.org/officeDocument/2006/relationships/customXml" Target="../ink/ink929.xml"/><Relationship Id="rId191" Type="http://schemas.openxmlformats.org/officeDocument/2006/relationships/image" Target="../media/image946.png"/><Relationship Id="rId205" Type="http://schemas.openxmlformats.org/officeDocument/2006/relationships/image" Target="../media/image953.png"/><Relationship Id="rId226" Type="http://schemas.openxmlformats.org/officeDocument/2006/relationships/customXml" Target="../ink/ink957.xml"/><Relationship Id="rId107" Type="http://schemas.openxmlformats.org/officeDocument/2006/relationships/image" Target="../media/image905.png"/><Relationship Id="rId11" Type="http://schemas.openxmlformats.org/officeDocument/2006/relationships/image" Target="../media/image857.png"/><Relationship Id="rId32" Type="http://schemas.openxmlformats.org/officeDocument/2006/relationships/customXml" Target="../ink/ink860.xml"/><Relationship Id="rId53" Type="http://schemas.openxmlformats.org/officeDocument/2006/relationships/image" Target="../media/image878.png"/><Relationship Id="rId74" Type="http://schemas.openxmlformats.org/officeDocument/2006/relationships/customXml" Target="../ink/ink881.xml"/><Relationship Id="rId128" Type="http://schemas.openxmlformats.org/officeDocument/2006/relationships/customXml" Target="../ink/ink908.xml"/><Relationship Id="rId149" Type="http://schemas.openxmlformats.org/officeDocument/2006/relationships/image" Target="../media/image926.png"/><Relationship Id="rId5" Type="http://schemas.openxmlformats.org/officeDocument/2006/relationships/image" Target="../media/image854.png"/><Relationship Id="rId95" Type="http://schemas.openxmlformats.org/officeDocument/2006/relationships/image" Target="../media/image899.png"/><Relationship Id="rId160" Type="http://schemas.openxmlformats.org/officeDocument/2006/relationships/customXml" Target="../ink/ink924.xml"/><Relationship Id="rId181" Type="http://schemas.openxmlformats.org/officeDocument/2006/relationships/image" Target="../media/image941.png"/><Relationship Id="rId216" Type="http://schemas.openxmlformats.org/officeDocument/2006/relationships/customXml" Target="../ink/ink952.xml"/><Relationship Id="rId237" Type="http://schemas.openxmlformats.org/officeDocument/2006/relationships/image" Target="../media/image969.png"/><Relationship Id="rId22" Type="http://schemas.openxmlformats.org/officeDocument/2006/relationships/customXml" Target="../ink/ink855.xml"/><Relationship Id="rId43" Type="http://schemas.openxmlformats.org/officeDocument/2006/relationships/image" Target="../media/image873.png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139" Type="http://schemas.openxmlformats.org/officeDocument/2006/relationships/image" Target="../media/image921.png"/><Relationship Id="rId85" Type="http://schemas.openxmlformats.org/officeDocument/2006/relationships/image" Target="../media/image894.png"/><Relationship Id="rId150" Type="http://schemas.openxmlformats.org/officeDocument/2006/relationships/customXml" Target="../ink/ink919.xml"/><Relationship Id="rId171" Type="http://schemas.openxmlformats.org/officeDocument/2006/relationships/image" Target="../media/image936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227" Type="http://schemas.openxmlformats.org/officeDocument/2006/relationships/image" Target="../media/image964.png"/><Relationship Id="rId12" Type="http://schemas.openxmlformats.org/officeDocument/2006/relationships/customXml" Target="../ink/ink850.xml"/><Relationship Id="rId33" Type="http://schemas.openxmlformats.org/officeDocument/2006/relationships/image" Target="../media/image868.png"/><Relationship Id="rId108" Type="http://schemas.openxmlformats.org/officeDocument/2006/relationships/customXml" Target="../ink/ink898.xml"/><Relationship Id="rId129" Type="http://schemas.openxmlformats.org/officeDocument/2006/relationships/image" Target="../media/image916.png"/><Relationship Id="rId54" Type="http://schemas.openxmlformats.org/officeDocument/2006/relationships/customXml" Target="../ink/ink871.xml"/><Relationship Id="rId75" Type="http://schemas.openxmlformats.org/officeDocument/2006/relationships/image" Target="../media/image889.png"/><Relationship Id="rId96" Type="http://schemas.openxmlformats.org/officeDocument/2006/relationships/customXml" Target="../ink/ink892.xml"/><Relationship Id="rId140" Type="http://schemas.openxmlformats.org/officeDocument/2006/relationships/customXml" Target="../ink/ink914.xml"/><Relationship Id="rId161" Type="http://schemas.openxmlformats.org/officeDocument/2006/relationships/image" Target="../media/image931.png"/><Relationship Id="rId182" Type="http://schemas.openxmlformats.org/officeDocument/2006/relationships/customXml" Target="../ink/ink935.xml"/><Relationship Id="rId217" Type="http://schemas.openxmlformats.org/officeDocument/2006/relationships/image" Target="../media/image959.png"/><Relationship Id="rId6" Type="http://schemas.openxmlformats.org/officeDocument/2006/relationships/customXml" Target="../ink/ink847.xml"/><Relationship Id="rId238" Type="http://schemas.openxmlformats.org/officeDocument/2006/relationships/customXml" Target="../ink/ink963.xml"/><Relationship Id="rId23" Type="http://schemas.openxmlformats.org/officeDocument/2006/relationships/image" Target="../media/image863.png"/><Relationship Id="rId119" Type="http://schemas.openxmlformats.org/officeDocument/2006/relationships/image" Target="../media/image911.png"/><Relationship Id="rId44" Type="http://schemas.openxmlformats.org/officeDocument/2006/relationships/customXml" Target="../ink/ink866.xml"/><Relationship Id="rId65" Type="http://schemas.openxmlformats.org/officeDocument/2006/relationships/image" Target="../media/image884.png"/><Relationship Id="rId86" Type="http://schemas.openxmlformats.org/officeDocument/2006/relationships/customXml" Target="../ink/ink887.xml"/><Relationship Id="rId130" Type="http://schemas.openxmlformats.org/officeDocument/2006/relationships/customXml" Target="../ink/ink909.xml"/><Relationship Id="rId151" Type="http://schemas.openxmlformats.org/officeDocument/2006/relationships/image" Target="../media/image927.png"/><Relationship Id="rId172" Type="http://schemas.openxmlformats.org/officeDocument/2006/relationships/customXml" Target="../ink/ink930.xml"/><Relationship Id="rId193" Type="http://schemas.openxmlformats.org/officeDocument/2006/relationships/image" Target="../media/image947.png"/><Relationship Id="rId207" Type="http://schemas.openxmlformats.org/officeDocument/2006/relationships/image" Target="../media/image954.png"/><Relationship Id="rId228" Type="http://schemas.openxmlformats.org/officeDocument/2006/relationships/customXml" Target="../ink/ink958.xml"/><Relationship Id="rId13" Type="http://schemas.openxmlformats.org/officeDocument/2006/relationships/image" Target="../media/image858.png"/><Relationship Id="rId109" Type="http://schemas.openxmlformats.org/officeDocument/2006/relationships/image" Target="../media/image906.png"/><Relationship Id="rId34" Type="http://schemas.openxmlformats.org/officeDocument/2006/relationships/customXml" Target="../ink/ink861.xml"/><Relationship Id="rId55" Type="http://schemas.openxmlformats.org/officeDocument/2006/relationships/image" Target="../media/image879.png"/><Relationship Id="rId76" Type="http://schemas.openxmlformats.org/officeDocument/2006/relationships/customXml" Target="../ink/ink882.xml"/><Relationship Id="rId97" Type="http://schemas.openxmlformats.org/officeDocument/2006/relationships/image" Target="../media/image900.png"/><Relationship Id="rId120" Type="http://schemas.openxmlformats.org/officeDocument/2006/relationships/customXml" Target="../ink/ink904.xml"/><Relationship Id="rId141" Type="http://schemas.openxmlformats.org/officeDocument/2006/relationships/image" Target="../media/image922.png"/><Relationship Id="rId7" Type="http://schemas.openxmlformats.org/officeDocument/2006/relationships/image" Target="../media/image855.png"/><Relationship Id="rId162" Type="http://schemas.openxmlformats.org/officeDocument/2006/relationships/customXml" Target="../ink/ink925.xml"/><Relationship Id="rId183" Type="http://schemas.openxmlformats.org/officeDocument/2006/relationships/image" Target="../media/image942.png"/><Relationship Id="rId218" Type="http://schemas.openxmlformats.org/officeDocument/2006/relationships/customXml" Target="../ink/ink953.xml"/><Relationship Id="rId239" Type="http://schemas.openxmlformats.org/officeDocument/2006/relationships/image" Target="../media/image970.png"/><Relationship Id="rId24" Type="http://schemas.openxmlformats.org/officeDocument/2006/relationships/customXml" Target="../ink/ink856.xml"/><Relationship Id="rId45" Type="http://schemas.openxmlformats.org/officeDocument/2006/relationships/image" Target="../media/image874.png"/><Relationship Id="rId66" Type="http://schemas.openxmlformats.org/officeDocument/2006/relationships/customXml" Target="../ink/ink877.xml"/><Relationship Id="rId87" Type="http://schemas.openxmlformats.org/officeDocument/2006/relationships/image" Target="../media/image895.png"/><Relationship Id="rId110" Type="http://schemas.openxmlformats.org/officeDocument/2006/relationships/customXml" Target="../ink/ink899.xml"/><Relationship Id="rId131" Type="http://schemas.openxmlformats.org/officeDocument/2006/relationships/image" Target="../media/image917.png"/><Relationship Id="rId152" Type="http://schemas.openxmlformats.org/officeDocument/2006/relationships/customXml" Target="../ink/ink920.xml"/><Relationship Id="rId173" Type="http://schemas.openxmlformats.org/officeDocument/2006/relationships/image" Target="../media/image937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229" Type="http://schemas.openxmlformats.org/officeDocument/2006/relationships/image" Target="../media/image965.png"/><Relationship Id="rId240" Type="http://schemas.openxmlformats.org/officeDocument/2006/relationships/customXml" Target="../ink/ink964.xml"/><Relationship Id="rId14" Type="http://schemas.openxmlformats.org/officeDocument/2006/relationships/customXml" Target="../ink/ink851.xml"/><Relationship Id="rId35" Type="http://schemas.openxmlformats.org/officeDocument/2006/relationships/image" Target="../media/image869.png"/><Relationship Id="rId56" Type="http://schemas.openxmlformats.org/officeDocument/2006/relationships/customXml" Target="../ink/ink872.xml"/><Relationship Id="rId77" Type="http://schemas.openxmlformats.org/officeDocument/2006/relationships/image" Target="../media/image890.png"/><Relationship Id="rId100" Type="http://schemas.openxmlformats.org/officeDocument/2006/relationships/customXml" Target="../ink/ink894.xml"/><Relationship Id="rId8" Type="http://schemas.openxmlformats.org/officeDocument/2006/relationships/customXml" Target="../ink/ink848.xml"/><Relationship Id="rId98" Type="http://schemas.openxmlformats.org/officeDocument/2006/relationships/customXml" Target="../ink/ink893.xml"/><Relationship Id="rId121" Type="http://schemas.openxmlformats.org/officeDocument/2006/relationships/image" Target="../media/image912.png"/><Relationship Id="rId142" Type="http://schemas.openxmlformats.org/officeDocument/2006/relationships/customXml" Target="../ink/ink915.xml"/><Relationship Id="rId163" Type="http://schemas.openxmlformats.org/officeDocument/2006/relationships/image" Target="../media/image932.png"/><Relationship Id="rId184" Type="http://schemas.openxmlformats.org/officeDocument/2006/relationships/customXml" Target="../ink/ink936.xml"/><Relationship Id="rId219" Type="http://schemas.openxmlformats.org/officeDocument/2006/relationships/image" Target="../media/image960.png"/><Relationship Id="rId230" Type="http://schemas.openxmlformats.org/officeDocument/2006/relationships/customXml" Target="../ink/ink959.xml"/><Relationship Id="rId25" Type="http://schemas.openxmlformats.org/officeDocument/2006/relationships/image" Target="../media/image864.png"/><Relationship Id="rId46" Type="http://schemas.openxmlformats.org/officeDocument/2006/relationships/customXml" Target="../ink/ink867.xml"/><Relationship Id="rId67" Type="http://schemas.openxmlformats.org/officeDocument/2006/relationships/image" Target="../media/image885.png"/><Relationship Id="rId88" Type="http://schemas.openxmlformats.org/officeDocument/2006/relationships/customXml" Target="../ink/ink888.xml"/><Relationship Id="rId111" Type="http://schemas.openxmlformats.org/officeDocument/2006/relationships/image" Target="../media/image907.png"/><Relationship Id="rId132" Type="http://schemas.openxmlformats.org/officeDocument/2006/relationships/customXml" Target="../ink/ink910.xml"/><Relationship Id="rId153" Type="http://schemas.openxmlformats.org/officeDocument/2006/relationships/image" Target="../media/image928.png"/><Relationship Id="rId174" Type="http://schemas.openxmlformats.org/officeDocument/2006/relationships/customXml" Target="../ink/ink931.xml"/><Relationship Id="rId195" Type="http://schemas.openxmlformats.org/officeDocument/2006/relationships/image" Target="../media/image948.png"/><Relationship Id="rId209" Type="http://schemas.openxmlformats.org/officeDocument/2006/relationships/image" Target="../media/image955.png"/><Relationship Id="rId220" Type="http://schemas.openxmlformats.org/officeDocument/2006/relationships/customXml" Target="../ink/ink954.xml"/><Relationship Id="rId241" Type="http://schemas.openxmlformats.org/officeDocument/2006/relationships/image" Target="../media/image971.png"/><Relationship Id="rId15" Type="http://schemas.openxmlformats.org/officeDocument/2006/relationships/image" Target="../media/image859.png"/><Relationship Id="rId36" Type="http://schemas.openxmlformats.org/officeDocument/2006/relationships/customXml" Target="../ink/ink862.xml"/><Relationship Id="rId57" Type="http://schemas.openxmlformats.org/officeDocument/2006/relationships/image" Target="../media/image880.png"/><Relationship Id="rId106" Type="http://schemas.openxmlformats.org/officeDocument/2006/relationships/customXml" Target="../ink/ink897.xml"/><Relationship Id="rId127" Type="http://schemas.openxmlformats.org/officeDocument/2006/relationships/image" Target="../media/image915.png"/><Relationship Id="rId10" Type="http://schemas.openxmlformats.org/officeDocument/2006/relationships/customXml" Target="../ink/ink849.xml"/><Relationship Id="rId31" Type="http://schemas.openxmlformats.org/officeDocument/2006/relationships/image" Target="../media/image867.png"/><Relationship Id="rId52" Type="http://schemas.openxmlformats.org/officeDocument/2006/relationships/customXml" Target="../ink/ink870.xml"/><Relationship Id="rId73" Type="http://schemas.openxmlformats.org/officeDocument/2006/relationships/image" Target="../media/image888.png"/><Relationship Id="rId78" Type="http://schemas.openxmlformats.org/officeDocument/2006/relationships/customXml" Target="../ink/ink883.xml"/><Relationship Id="rId94" Type="http://schemas.openxmlformats.org/officeDocument/2006/relationships/customXml" Target="../ink/ink891.xml"/><Relationship Id="rId99" Type="http://schemas.openxmlformats.org/officeDocument/2006/relationships/image" Target="../media/image901.png"/><Relationship Id="rId101" Type="http://schemas.openxmlformats.org/officeDocument/2006/relationships/image" Target="../media/image902.png"/><Relationship Id="rId122" Type="http://schemas.openxmlformats.org/officeDocument/2006/relationships/customXml" Target="../ink/ink905.xml"/><Relationship Id="rId143" Type="http://schemas.openxmlformats.org/officeDocument/2006/relationships/image" Target="../media/image923.png"/><Relationship Id="rId148" Type="http://schemas.openxmlformats.org/officeDocument/2006/relationships/customXml" Target="../ink/ink918.xml"/><Relationship Id="rId164" Type="http://schemas.openxmlformats.org/officeDocument/2006/relationships/customXml" Target="../ink/ink926.xml"/><Relationship Id="rId169" Type="http://schemas.openxmlformats.org/officeDocument/2006/relationships/image" Target="../media/image935.png"/><Relationship Id="rId185" Type="http://schemas.openxmlformats.org/officeDocument/2006/relationships/image" Target="../media/image943.png"/><Relationship Id="rId4" Type="http://schemas.openxmlformats.org/officeDocument/2006/relationships/customXml" Target="../ink/ink846.xml"/><Relationship Id="rId9" Type="http://schemas.openxmlformats.org/officeDocument/2006/relationships/image" Target="../media/image856.png"/><Relationship Id="rId180" Type="http://schemas.openxmlformats.org/officeDocument/2006/relationships/customXml" Target="../ink/ink934.xml"/><Relationship Id="rId210" Type="http://schemas.openxmlformats.org/officeDocument/2006/relationships/customXml" Target="../ink/ink949.xml"/><Relationship Id="rId215" Type="http://schemas.openxmlformats.org/officeDocument/2006/relationships/image" Target="../media/image958.png"/><Relationship Id="rId236" Type="http://schemas.openxmlformats.org/officeDocument/2006/relationships/customXml" Target="../ink/ink962.xml"/><Relationship Id="rId26" Type="http://schemas.openxmlformats.org/officeDocument/2006/relationships/customXml" Target="../ink/ink857.xml"/><Relationship Id="rId231" Type="http://schemas.openxmlformats.org/officeDocument/2006/relationships/image" Target="../media/image966.png"/><Relationship Id="rId47" Type="http://schemas.openxmlformats.org/officeDocument/2006/relationships/image" Target="../media/image875.png"/><Relationship Id="rId68" Type="http://schemas.openxmlformats.org/officeDocument/2006/relationships/customXml" Target="../ink/ink878.xml"/><Relationship Id="rId89" Type="http://schemas.openxmlformats.org/officeDocument/2006/relationships/image" Target="../media/image896.png"/><Relationship Id="rId112" Type="http://schemas.openxmlformats.org/officeDocument/2006/relationships/customXml" Target="../ink/ink900.xml"/><Relationship Id="rId133" Type="http://schemas.openxmlformats.org/officeDocument/2006/relationships/image" Target="../media/image918.png"/><Relationship Id="rId154" Type="http://schemas.openxmlformats.org/officeDocument/2006/relationships/customXml" Target="../ink/ink921.xml"/><Relationship Id="rId175" Type="http://schemas.openxmlformats.org/officeDocument/2006/relationships/image" Target="../media/image938.png"/><Relationship Id="rId196" Type="http://schemas.openxmlformats.org/officeDocument/2006/relationships/customXml" Target="../ink/ink942.xml"/><Relationship Id="rId200" Type="http://schemas.openxmlformats.org/officeDocument/2006/relationships/customXml" Target="../ink/ink944.xml"/><Relationship Id="rId16" Type="http://schemas.openxmlformats.org/officeDocument/2006/relationships/customXml" Target="../ink/ink852.xml"/><Relationship Id="rId221" Type="http://schemas.openxmlformats.org/officeDocument/2006/relationships/image" Target="../media/image961.png"/><Relationship Id="rId37" Type="http://schemas.openxmlformats.org/officeDocument/2006/relationships/image" Target="../media/image870.png"/><Relationship Id="rId58" Type="http://schemas.openxmlformats.org/officeDocument/2006/relationships/customXml" Target="../ink/ink873.xml"/><Relationship Id="rId79" Type="http://schemas.openxmlformats.org/officeDocument/2006/relationships/image" Target="../media/image891.png"/><Relationship Id="rId102" Type="http://schemas.openxmlformats.org/officeDocument/2006/relationships/customXml" Target="../ink/ink895.xml"/><Relationship Id="rId123" Type="http://schemas.openxmlformats.org/officeDocument/2006/relationships/image" Target="../media/image913.png"/><Relationship Id="rId144" Type="http://schemas.openxmlformats.org/officeDocument/2006/relationships/customXml" Target="../ink/ink916.xml"/><Relationship Id="rId90" Type="http://schemas.openxmlformats.org/officeDocument/2006/relationships/customXml" Target="../ink/ink889.xml"/><Relationship Id="rId165" Type="http://schemas.openxmlformats.org/officeDocument/2006/relationships/image" Target="../media/image933.png"/><Relationship Id="rId186" Type="http://schemas.openxmlformats.org/officeDocument/2006/relationships/customXml" Target="../ink/ink937.xml"/><Relationship Id="rId211" Type="http://schemas.openxmlformats.org/officeDocument/2006/relationships/image" Target="../media/image956.png"/><Relationship Id="rId232" Type="http://schemas.openxmlformats.org/officeDocument/2006/relationships/customXml" Target="../ink/ink960.xml"/><Relationship Id="rId27" Type="http://schemas.openxmlformats.org/officeDocument/2006/relationships/image" Target="../media/image865.png"/><Relationship Id="rId48" Type="http://schemas.openxmlformats.org/officeDocument/2006/relationships/customXml" Target="../ink/ink868.xml"/><Relationship Id="rId69" Type="http://schemas.openxmlformats.org/officeDocument/2006/relationships/image" Target="../media/image886.png"/><Relationship Id="rId113" Type="http://schemas.openxmlformats.org/officeDocument/2006/relationships/image" Target="../media/image908.png"/><Relationship Id="rId134" Type="http://schemas.openxmlformats.org/officeDocument/2006/relationships/customXml" Target="../ink/ink911.xml"/><Relationship Id="rId80" Type="http://schemas.openxmlformats.org/officeDocument/2006/relationships/customXml" Target="../ink/ink884.xml"/><Relationship Id="rId155" Type="http://schemas.openxmlformats.org/officeDocument/2006/relationships/image" Target="../media/image525.png"/><Relationship Id="rId176" Type="http://schemas.openxmlformats.org/officeDocument/2006/relationships/customXml" Target="../ink/ink932.xml"/><Relationship Id="rId197" Type="http://schemas.openxmlformats.org/officeDocument/2006/relationships/image" Target="../media/image949.png"/><Relationship Id="rId201" Type="http://schemas.openxmlformats.org/officeDocument/2006/relationships/image" Target="../media/image951.png"/><Relationship Id="rId222" Type="http://schemas.openxmlformats.org/officeDocument/2006/relationships/customXml" Target="../ink/ink955.xml"/><Relationship Id="rId17" Type="http://schemas.openxmlformats.org/officeDocument/2006/relationships/image" Target="../media/image860.png"/><Relationship Id="rId38" Type="http://schemas.openxmlformats.org/officeDocument/2006/relationships/customXml" Target="../ink/ink863.xml"/><Relationship Id="rId59" Type="http://schemas.openxmlformats.org/officeDocument/2006/relationships/image" Target="../media/image881.png"/><Relationship Id="rId103" Type="http://schemas.openxmlformats.org/officeDocument/2006/relationships/image" Target="../media/image903.png"/><Relationship Id="rId124" Type="http://schemas.openxmlformats.org/officeDocument/2006/relationships/customXml" Target="../ink/ink906.xml"/><Relationship Id="rId70" Type="http://schemas.openxmlformats.org/officeDocument/2006/relationships/customXml" Target="../ink/ink879.xml"/><Relationship Id="rId91" Type="http://schemas.openxmlformats.org/officeDocument/2006/relationships/image" Target="../media/image897.png"/><Relationship Id="rId145" Type="http://schemas.openxmlformats.org/officeDocument/2006/relationships/image" Target="../media/image924.png"/><Relationship Id="rId166" Type="http://schemas.openxmlformats.org/officeDocument/2006/relationships/customXml" Target="../ink/ink927.xml"/><Relationship Id="rId187" Type="http://schemas.openxmlformats.org/officeDocument/2006/relationships/image" Target="../media/image94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50.xml"/><Relationship Id="rId233" Type="http://schemas.openxmlformats.org/officeDocument/2006/relationships/image" Target="../media/image967.png"/><Relationship Id="rId28" Type="http://schemas.openxmlformats.org/officeDocument/2006/relationships/customXml" Target="../ink/ink858.xml"/><Relationship Id="rId49" Type="http://schemas.openxmlformats.org/officeDocument/2006/relationships/image" Target="../media/image876.png"/><Relationship Id="rId114" Type="http://schemas.openxmlformats.org/officeDocument/2006/relationships/customXml" Target="../ink/ink901.xml"/><Relationship Id="rId60" Type="http://schemas.openxmlformats.org/officeDocument/2006/relationships/customXml" Target="../ink/ink874.xml"/><Relationship Id="rId81" Type="http://schemas.openxmlformats.org/officeDocument/2006/relationships/image" Target="../media/image892.png"/><Relationship Id="rId135" Type="http://schemas.openxmlformats.org/officeDocument/2006/relationships/image" Target="../media/image919.png"/><Relationship Id="rId156" Type="http://schemas.openxmlformats.org/officeDocument/2006/relationships/customXml" Target="../ink/ink922.xml"/><Relationship Id="rId177" Type="http://schemas.openxmlformats.org/officeDocument/2006/relationships/image" Target="../media/image939.png"/><Relationship Id="rId198" Type="http://schemas.openxmlformats.org/officeDocument/2006/relationships/customXml" Target="../ink/ink943.xml"/><Relationship Id="rId202" Type="http://schemas.openxmlformats.org/officeDocument/2006/relationships/customXml" Target="../ink/ink945.xml"/><Relationship Id="rId223" Type="http://schemas.openxmlformats.org/officeDocument/2006/relationships/image" Target="../media/image962.png"/><Relationship Id="rId18" Type="http://schemas.openxmlformats.org/officeDocument/2006/relationships/customXml" Target="../ink/ink853.xml"/><Relationship Id="rId39" Type="http://schemas.openxmlformats.org/officeDocument/2006/relationships/image" Target="../media/image871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25" Type="http://schemas.openxmlformats.org/officeDocument/2006/relationships/image" Target="../media/image914.png"/><Relationship Id="rId146" Type="http://schemas.openxmlformats.org/officeDocument/2006/relationships/customXml" Target="../ink/ink917.xml"/><Relationship Id="rId167" Type="http://schemas.openxmlformats.org/officeDocument/2006/relationships/image" Target="../media/image934.png"/><Relationship Id="rId188" Type="http://schemas.openxmlformats.org/officeDocument/2006/relationships/customXml" Target="../ink/ink938.xml"/><Relationship Id="rId71" Type="http://schemas.openxmlformats.org/officeDocument/2006/relationships/image" Target="../media/image887.png"/><Relationship Id="rId92" Type="http://schemas.openxmlformats.org/officeDocument/2006/relationships/customXml" Target="../ink/ink890.xml"/><Relationship Id="rId213" Type="http://schemas.openxmlformats.org/officeDocument/2006/relationships/image" Target="../media/image957.png"/><Relationship Id="rId234" Type="http://schemas.openxmlformats.org/officeDocument/2006/relationships/customXml" Target="../ink/ink961.xml"/><Relationship Id="rId2" Type="http://schemas.openxmlformats.org/officeDocument/2006/relationships/customXml" Target="../ink/ink845.xml"/><Relationship Id="rId29" Type="http://schemas.openxmlformats.org/officeDocument/2006/relationships/image" Target="../media/image866.png"/><Relationship Id="rId40" Type="http://schemas.openxmlformats.org/officeDocument/2006/relationships/customXml" Target="../ink/ink864.xml"/><Relationship Id="rId115" Type="http://schemas.openxmlformats.org/officeDocument/2006/relationships/image" Target="../media/image909.png"/><Relationship Id="rId136" Type="http://schemas.openxmlformats.org/officeDocument/2006/relationships/customXml" Target="../ink/ink912.xml"/><Relationship Id="rId157" Type="http://schemas.openxmlformats.org/officeDocument/2006/relationships/image" Target="../media/image929.png"/><Relationship Id="rId178" Type="http://schemas.openxmlformats.org/officeDocument/2006/relationships/customXml" Target="../ink/ink933.xml"/><Relationship Id="rId61" Type="http://schemas.openxmlformats.org/officeDocument/2006/relationships/image" Target="../media/image882.png"/><Relationship Id="rId82" Type="http://schemas.openxmlformats.org/officeDocument/2006/relationships/customXml" Target="../ink/ink885.xml"/><Relationship Id="rId199" Type="http://schemas.openxmlformats.org/officeDocument/2006/relationships/image" Target="../media/image950.png"/><Relationship Id="rId203" Type="http://schemas.openxmlformats.org/officeDocument/2006/relationships/image" Target="../media/image952.png"/><Relationship Id="rId19" Type="http://schemas.openxmlformats.org/officeDocument/2006/relationships/image" Target="../media/image861.png"/><Relationship Id="rId224" Type="http://schemas.openxmlformats.org/officeDocument/2006/relationships/customXml" Target="../ink/ink956.xml"/><Relationship Id="rId30" Type="http://schemas.openxmlformats.org/officeDocument/2006/relationships/customXml" Target="../ink/ink859.xml"/><Relationship Id="rId105" Type="http://schemas.openxmlformats.org/officeDocument/2006/relationships/image" Target="../media/image904.png"/><Relationship Id="rId126" Type="http://schemas.openxmlformats.org/officeDocument/2006/relationships/customXml" Target="../ink/ink907.xml"/><Relationship Id="rId147" Type="http://schemas.openxmlformats.org/officeDocument/2006/relationships/image" Target="../media/image925.png"/><Relationship Id="rId168" Type="http://schemas.openxmlformats.org/officeDocument/2006/relationships/customXml" Target="../ink/ink928.xml"/><Relationship Id="rId51" Type="http://schemas.openxmlformats.org/officeDocument/2006/relationships/image" Target="../media/image877.png"/><Relationship Id="rId72" Type="http://schemas.openxmlformats.org/officeDocument/2006/relationships/customXml" Target="../ink/ink880.xml"/><Relationship Id="rId93" Type="http://schemas.openxmlformats.org/officeDocument/2006/relationships/image" Target="../media/image898.png"/><Relationship Id="rId189" Type="http://schemas.openxmlformats.org/officeDocument/2006/relationships/image" Target="../media/image945.png"/><Relationship Id="rId3" Type="http://schemas.openxmlformats.org/officeDocument/2006/relationships/image" Target="../media/image853.png"/><Relationship Id="rId214" Type="http://schemas.openxmlformats.org/officeDocument/2006/relationships/customXml" Target="../ink/ink951.xml"/><Relationship Id="rId235" Type="http://schemas.openxmlformats.org/officeDocument/2006/relationships/image" Target="../media/image968.png"/><Relationship Id="rId116" Type="http://schemas.openxmlformats.org/officeDocument/2006/relationships/customXml" Target="../ink/ink902.xml"/><Relationship Id="rId137" Type="http://schemas.openxmlformats.org/officeDocument/2006/relationships/image" Target="../media/image920.png"/><Relationship Id="rId158" Type="http://schemas.openxmlformats.org/officeDocument/2006/relationships/customXml" Target="../ink/ink923.xml"/><Relationship Id="rId20" Type="http://schemas.openxmlformats.org/officeDocument/2006/relationships/customXml" Target="../ink/ink854.xml"/><Relationship Id="rId41" Type="http://schemas.openxmlformats.org/officeDocument/2006/relationships/image" Target="../media/image872.png"/><Relationship Id="rId62" Type="http://schemas.openxmlformats.org/officeDocument/2006/relationships/customXml" Target="../ink/ink875.xml"/><Relationship Id="rId83" Type="http://schemas.openxmlformats.org/officeDocument/2006/relationships/image" Target="../media/image893.png"/><Relationship Id="rId179" Type="http://schemas.openxmlformats.org/officeDocument/2006/relationships/image" Target="../media/image940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225" Type="http://schemas.openxmlformats.org/officeDocument/2006/relationships/image" Target="../media/image96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7.png"/><Relationship Id="rId18" Type="http://schemas.openxmlformats.org/officeDocument/2006/relationships/customXml" Target="../ink/ink972.xml"/><Relationship Id="rId26" Type="http://schemas.openxmlformats.org/officeDocument/2006/relationships/customXml" Target="../ink/ink976.xml"/><Relationship Id="rId39" Type="http://schemas.openxmlformats.org/officeDocument/2006/relationships/image" Target="../media/image990.png"/><Relationship Id="rId21" Type="http://schemas.openxmlformats.org/officeDocument/2006/relationships/image" Target="../media/image981.png"/><Relationship Id="rId34" Type="http://schemas.openxmlformats.org/officeDocument/2006/relationships/customXml" Target="../ink/ink980.xml"/><Relationship Id="rId42" Type="http://schemas.openxmlformats.org/officeDocument/2006/relationships/customXml" Target="../ink/ink984.xml"/><Relationship Id="rId47" Type="http://schemas.openxmlformats.org/officeDocument/2006/relationships/image" Target="../media/image994.png"/><Relationship Id="rId7" Type="http://schemas.openxmlformats.org/officeDocument/2006/relationships/image" Target="../media/image974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971.xml"/><Relationship Id="rId29" Type="http://schemas.openxmlformats.org/officeDocument/2006/relationships/image" Target="../media/image9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6.xml"/><Relationship Id="rId11" Type="http://schemas.openxmlformats.org/officeDocument/2006/relationships/image" Target="../media/image976.png"/><Relationship Id="rId24" Type="http://schemas.openxmlformats.org/officeDocument/2006/relationships/customXml" Target="../ink/ink975.xml"/><Relationship Id="rId32" Type="http://schemas.openxmlformats.org/officeDocument/2006/relationships/customXml" Target="../ink/ink979.xml"/><Relationship Id="rId37" Type="http://schemas.openxmlformats.org/officeDocument/2006/relationships/image" Target="../media/image989.png"/><Relationship Id="rId40" Type="http://schemas.openxmlformats.org/officeDocument/2006/relationships/customXml" Target="../ink/ink983.xml"/><Relationship Id="rId45" Type="http://schemas.openxmlformats.org/officeDocument/2006/relationships/image" Target="../media/image993.png"/><Relationship Id="rId5" Type="http://schemas.openxmlformats.org/officeDocument/2006/relationships/image" Target="../media/image973.png"/><Relationship Id="rId15" Type="http://schemas.openxmlformats.org/officeDocument/2006/relationships/image" Target="../media/image978.png"/><Relationship Id="rId23" Type="http://schemas.openxmlformats.org/officeDocument/2006/relationships/image" Target="../media/image982.png"/><Relationship Id="rId28" Type="http://schemas.openxmlformats.org/officeDocument/2006/relationships/customXml" Target="../ink/ink977.xml"/><Relationship Id="rId36" Type="http://schemas.openxmlformats.org/officeDocument/2006/relationships/customXml" Target="../ink/ink981.xml"/><Relationship Id="rId10" Type="http://schemas.openxmlformats.org/officeDocument/2006/relationships/customXml" Target="../ink/ink968.xml"/><Relationship Id="rId19" Type="http://schemas.openxmlformats.org/officeDocument/2006/relationships/image" Target="../media/image980.png"/><Relationship Id="rId31" Type="http://schemas.openxmlformats.org/officeDocument/2006/relationships/image" Target="../media/image986.png"/><Relationship Id="rId44" Type="http://schemas.openxmlformats.org/officeDocument/2006/relationships/customXml" Target="../ink/ink985.xml"/><Relationship Id="rId4" Type="http://schemas.openxmlformats.org/officeDocument/2006/relationships/customXml" Target="../ink/ink965.xml"/><Relationship Id="rId9" Type="http://schemas.openxmlformats.org/officeDocument/2006/relationships/image" Target="../media/image975.png"/><Relationship Id="rId14" Type="http://schemas.openxmlformats.org/officeDocument/2006/relationships/customXml" Target="../ink/ink970.xml"/><Relationship Id="rId22" Type="http://schemas.openxmlformats.org/officeDocument/2006/relationships/customXml" Target="../ink/ink974.xml"/><Relationship Id="rId27" Type="http://schemas.openxmlformats.org/officeDocument/2006/relationships/image" Target="../media/image984.png"/><Relationship Id="rId30" Type="http://schemas.openxmlformats.org/officeDocument/2006/relationships/customXml" Target="../ink/ink978.xml"/><Relationship Id="rId35" Type="http://schemas.openxmlformats.org/officeDocument/2006/relationships/image" Target="../media/image988.png"/><Relationship Id="rId43" Type="http://schemas.openxmlformats.org/officeDocument/2006/relationships/image" Target="../media/image992.png"/><Relationship Id="rId8" Type="http://schemas.openxmlformats.org/officeDocument/2006/relationships/customXml" Target="../ink/ink967.xml"/><Relationship Id="rId3" Type="http://schemas.openxmlformats.org/officeDocument/2006/relationships/image" Target="../media/image972.svg"/><Relationship Id="rId12" Type="http://schemas.openxmlformats.org/officeDocument/2006/relationships/customXml" Target="../ink/ink969.xml"/><Relationship Id="rId17" Type="http://schemas.openxmlformats.org/officeDocument/2006/relationships/image" Target="../media/image979.png"/><Relationship Id="rId25" Type="http://schemas.openxmlformats.org/officeDocument/2006/relationships/image" Target="../media/image983.png"/><Relationship Id="rId33" Type="http://schemas.openxmlformats.org/officeDocument/2006/relationships/image" Target="../media/image987.png"/><Relationship Id="rId38" Type="http://schemas.openxmlformats.org/officeDocument/2006/relationships/customXml" Target="../ink/ink982.xml"/><Relationship Id="rId46" Type="http://schemas.openxmlformats.org/officeDocument/2006/relationships/customXml" Target="../ink/ink986.xml"/><Relationship Id="rId20" Type="http://schemas.openxmlformats.org/officeDocument/2006/relationships/customXml" Target="../ink/ink973.xml"/><Relationship Id="rId41" Type="http://schemas.openxmlformats.org/officeDocument/2006/relationships/image" Target="../media/image99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43.xml"/><Relationship Id="rId299" Type="http://schemas.openxmlformats.org/officeDocument/2006/relationships/customXml" Target="../ink/ink1134.xml"/><Relationship Id="rId21" Type="http://schemas.openxmlformats.org/officeDocument/2006/relationships/customXml" Target="../ink/ink995.xml"/><Relationship Id="rId63" Type="http://schemas.openxmlformats.org/officeDocument/2006/relationships/customXml" Target="../ink/ink1016.xml"/><Relationship Id="rId159" Type="http://schemas.openxmlformats.org/officeDocument/2006/relationships/customXml" Target="../ink/ink1064.xml"/><Relationship Id="rId324" Type="http://schemas.openxmlformats.org/officeDocument/2006/relationships/image" Target="../media/image1155.png"/><Relationship Id="rId170" Type="http://schemas.openxmlformats.org/officeDocument/2006/relationships/image" Target="../media/image1078.png"/><Relationship Id="rId226" Type="http://schemas.openxmlformats.org/officeDocument/2006/relationships/image" Target="../media/image1106.png"/><Relationship Id="rId268" Type="http://schemas.openxmlformats.org/officeDocument/2006/relationships/image" Target="../media/image1127.png"/><Relationship Id="rId32" Type="http://schemas.openxmlformats.org/officeDocument/2006/relationships/image" Target="../media/image1009.png"/><Relationship Id="rId74" Type="http://schemas.openxmlformats.org/officeDocument/2006/relationships/image" Target="../media/image1030.png"/><Relationship Id="rId128" Type="http://schemas.openxmlformats.org/officeDocument/2006/relationships/image" Target="../media/image1057.png"/><Relationship Id="rId335" Type="http://schemas.openxmlformats.org/officeDocument/2006/relationships/customXml" Target="../ink/ink1152.xml"/><Relationship Id="rId5" Type="http://schemas.openxmlformats.org/officeDocument/2006/relationships/customXml" Target="../ink/ink987.xml"/><Relationship Id="rId181" Type="http://schemas.openxmlformats.org/officeDocument/2006/relationships/customXml" Target="../ink/ink1075.xml"/><Relationship Id="rId237" Type="http://schemas.openxmlformats.org/officeDocument/2006/relationships/customXml" Target="../ink/ink1103.xml"/><Relationship Id="rId279" Type="http://schemas.openxmlformats.org/officeDocument/2006/relationships/customXml" Target="../ink/ink1124.xml"/><Relationship Id="rId43" Type="http://schemas.openxmlformats.org/officeDocument/2006/relationships/customXml" Target="../ink/ink1006.xml"/><Relationship Id="rId139" Type="http://schemas.openxmlformats.org/officeDocument/2006/relationships/customXml" Target="../ink/ink1054.xml"/><Relationship Id="rId290" Type="http://schemas.openxmlformats.org/officeDocument/2006/relationships/image" Target="../media/image1138.png"/><Relationship Id="rId304" Type="http://schemas.openxmlformats.org/officeDocument/2006/relationships/image" Target="../media/image1145.png"/><Relationship Id="rId346" Type="http://schemas.openxmlformats.org/officeDocument/2006/relationships/image" Target="../media/image1166.png"/><Relationship Id="rId85" Type="http://schemas.openxmlformats.org/officeDocument/2006/relationships/customXml" Target="../ink/ink1027.xml"/><Relationship Id="rId150" Type="http://schemas.openxmlformats.org/officeDocument/2006/relationships/image" Target="../media/image1068.png"/><Relationship Id="rId192" Type="http://schemas.openxmlformats.org/officeDocument/2006/relationships/image" Target="../media/image1089.png"/><Relationship Id="rId206" Type="http://schemas.openxmlformats.org/officeDocument/2006/relationships/image" Target="../media/image1096.png"/><Relationship Id="rId248" Type="http://schemas.openxmlformats.org/officeDocument/2006/relationships/image" Target="../media/image1117.png"/><Relationship Id="rId12" Type="http://schemas.openxmlformats.org/officeDocument/2006/relationships/image" Target="../media/image1000.png"/><Relationship Id="rId108" Type="http://schemas.openxmlformats.org/officeDocument/2006/relationships/image" Target="../media/image1047.png"/><Relationship Id="rId315" Type="http://schemas.openxmlformats.org/officeDocument/2006/relationships/customXml" Target="../ink/ink1142.xml"/><Relationship Id="rId54" Type="http://schemas.openxmlformats.org/officeDocument/2006/relationships/image" Target="../media/image1020.png"/><Relationship Id="rId96" Type="http://schemas.openxmlformats.org/officeDocument/2006/relationships/image" Target="../media/image1041.png"/><Relationship Id="rId161" Type="http://schemas.openxmlformats.org/officeDocument/2006/relationships/customXml" Target="../ink/ink1065.xml"/><Relationship Id="rId217" Type="http://schemas.openxmlformats.org/officeDocument/2006/relationships/customXml" Target="../ink/ink1093.xml"/><Relationship Id="rId259" Type="http://schemas.openxmlformats.org/officeDocument/2006/relationships/customXml" Target="../ink/ink1114.xml"/><Relationship Id="rId23" Type="http://schemas.openxmlformats.org/officeDocument/2006/relationships/customXml" Target="../ink/ink996.xml"/><Relationship Id="rId119" Type="http://schemas.openxmlformats.org/officeDocument/2006/relationships/customXml" Target="../ink/ink1044.xml"/><Relationship Id="rId270" Type="http://schemas.openxmlformats.org/officeDocument/2006/relationships/image" Target="../media/image1128.png"/><Relationship Id="rId326" Type="http://schemas.openxmlformats.org/officeDocument/2006/relationships/image" Target="../media/image1156.png"/><Relationship Id="rId65" Type="http://schemas.openxmlformats.org/officeDocument/2006/relationships/customXml" Target="../ink/ink1017.xml"/><Relationship Id="rId130" Type="http://schemas.openxmlformats.org/officeDocument/2006/relationships/image" Target="../media/image1058.png"/><Relationship Id="rId172" Type="http://schemas.openxmlformats.org/officeDocument/2006/relationships/image" Target="../media/image1079.png"/><Relationship Id="rId228" Type="http://schemas.openxmlformats.org/officeDocument/2006/relationships/image" Target="../media/image1107.png"/><Relationship Id="rId281" Type="http://schemas.openxmlformats.org/officeDocument/2006/relationships/customXml" Target="../ink/ink1125.xml"/><Relationship Id="rId337" Type="http://schemas.openxmlformats.org/officeDocument/2006/relationships/customXml" Target="../ink/ink1153.xml"/><Relationship Id="rId34" Type="http://schemas.openxmlformats.org/officeDocument/2006/relationships/image" Target="../media/image1010.png"/><Relationship Id="rId76" Type="http://schemas.openxmlformats.org/officeDocument/2006/relationships/image" Target="../media/image1031.png"/><Relationship Id="rId141" Type="http://schemas.openxmlformats.org/officeDocument/2006/relationships/customXml" Target="../ink/ink1055.xml"/><Relationship Id="rId7" Type="http://schemas.openxmlformats.org/officeDocument/2006/relationships/customXml" Target="../ink/ink988.xml"/><Relationship Id="rId183" Type="http://schemas.openxmlformats.org/officeDocument/2006/relationships/customXml" Target="../ink/ink1076.xml"/><Relationship Id="rId239" Type="http://schemas.openxmlformats.org/officeDocument/2006/relationships/customXml" Target="../ink/ink1104.xml"/><Relationship Id="rId250" Type="http://schemas.openxmlformats.org/officeDocument/2006/relationships/image" Target="../media/image1118.png"/><Relationship Id="rId292" Type="http://schemas.openxmlformats.org/officeDocument/2006/relationships/image" Target="../media/image1139.png"/><Relationship Id="rId306" Type="http://schemas.openxmlformats.org/officeDocument/2006/relationships/image" Target="../media/image1146.png"/><Relationship Id="rId45" Type="http://schemas.openxmlformats.org/officeDocument/2006/relationships/customXml" Target="../ink/ink1007.xml"/><Relationship Id="rId87" Type="http://schemas.openxmlformats.org/officeDocument/2006/relationships/customXml" Target="../ink/ink1028.xml"/><Relationship Id="rId110" Type="http://schemas.openxmlformats.org/officeDocument/2006/relationships/image" Target="../media/image1048.png"/><Relationship Id="rId348" Type="http://schemas.openxmlformats.org/officeDocument/2006/relationships/image" Target="../media/image1167.png"/><Relationship Id="rId152" Type="http://schemas.openxmlformats.org/officeDocument/2006/relationships/image" Target="../media/image1069.png"/><Relationship Id="rId194" Type="http://schemas.openxmlformats.org/officeDocument/2006/relationships/image" Target="../media/image1090.png"/><Relationship Id="rId208" Type="http://schemas.openxmlformats.org/officeDocument/2006/relationships/image" Target="../media/image1097.png"/><Relationship Id="rId261" Type="http://schemas.openxmlformats.org/officeDocument/2006/relationships/customXml" Target="../ink/ink1115.xml"/><Relationship Id="rId14" Type="http://schemas.openxmlformats.org/officeDocument/2006/relationships/image" Target="../media/image1001.png"/><Relationship Id="rId35" Type="http://schemas.openxmlformats.org/officeDocument/2006/relationships/customXml" Target="../ink/ink1002.xml"/><Relationship Id="rId56" Type="http://schemas.openxmlformats.org/officeDocument/2006/relationships/image" Target="../media/image1021.png"/><Relationship Id="rId77" Type="http://schemas.openxmlformats.org/officeDocument/2006/relationships/customXml" Target="../ink/ink1023.xml"/><Relationship Id="rId100" Type="http://schemas.openxmlformats.org/officeDocument/2006/relationships/image" Target="../media/image1043.png"/><Relationship Id="rId282" Type="http://schemas.openxmlformats.org/officeDocument/2006/relationships/image" Target="../media/image1134.png"/><Relationship Id="rId317" Type="http://schemas.openxmlformats.org/officeDocument/2006/relationships/customXml" Target="../ink/ink1143.xml"/><Relationship Id="rId338" Type="http://schemas.openxmlformats.org/officeDocument/2006/relationships/image" Target="../media/image1162.png"/><Relationship Id="rId8" Type="http://schemas.openxmlformats.org/officeDocument/2006/relationships/image" Target="../media/image998.png"/><Relationship Id="rId98" Type="http://schemas.openxmlformats.org/officeDocument/2006/relationships/image" Target="../media/image1042.png"/><Relationship Id="rId121" Type="http://schemas.openxmlformats.org/officeDocument/2006/relationships/customXml" Target="../ink/ink1045.xml"/><Relationship Id="rId142" Type="http://schemas.openxmlformats.org/officeDocument/2006/relationships/image" Target="../media/image1064.png"/><Relationship Id="rId163" Type="http://schemas.openxmlformats.org/officeDocument/2006/relationships/customXml" Target="../ink/ink1066.xml"/><Relationship Id="rId184" Type="http://schemas.openxmlformats.org/officeDocument/2006/relationships/image" Target="../media/image1085.png"/><Relationship Id="rId219" Type="http://schemas.openxmlformats.org/officeDocument/2006/relationships/customXml" Target="../ink/ink1094.xml"/><Relationship Id="rId230" Type="http://schemas.openxmlformats.org/officeDocument/2006/relationships/image" Target="../media/image1108.png"/><Relationship Id="rId251" Type="http://schemas.openxmlformats.org/officeDocument/2006/relationships/customXml" Target="../ink/ink1110.xml"/><Relationship Id="rId25" Type="http://schemas.openxmlformats.org/officeDocument/2006/relationships/customXml" Target="../ink/ink997.xml"/><Relationship Id="rId46" Type="http://schemas.openxmlformats.org/officeDocument/2006/relationships/image" Target="../media/image1016.png"/><Relationship Id="rId67" Type="http://schemas.openxmlformats.org/officeDocument/2006/relationships/customXml" Target="../ink/ink1018.xml"/><Relationship Id="rId272" Type="http://schemas.openxmlformats.org/officeDocument/2006/relationships/image" Target="../media/image1129.png"/><Relationship Id="rId293" Type="http://schemas.openxmlformats.org/officeDocument/2006/relationships/customXml" Target="../ink/ink1131.xml"/><Relationship Id="rId307" Type="http://schemas.openxmlformats.org/officeDocument/2006/relationships/customXml" Target="../ink/ink1138.xml"/><Relationship Id="rId328" Type="http://schemas.openxmlformats.org/officeDocument/2006/relationships/image" Target="../media/image1157.png"/><Relationship Id="rId88" Type="http://schemas.openxmlformats.org/officeDocument/2006/relationships/image" Target="../media/image1037.png"/><Relationship Id="rId111" Type="http://schemas.openxmlformats.org/officeDocument/2006/relationships/customXml" Target="../ink/ink1040.xml"/><Relationship Id="rId132" Type="http://schemas.openxmlformats.org/officeDocument/2006/relationships/image" Target="../media/image1059.png"/><Relationship Id="rId153" Type="http://schemas.openxmlformats.org/officeDocument/2006/relationships/customXml" Target="../ink/ink1061.xml"/><Relationship Id="rId174" Type="http://schemas.openxmlformats.org/officeDocument/2006/relationships/image" Target="../media/image1080.png"/><Relationship Id="rId195" Type="http://schemas.openxmlformats.org/officeDocument/2006/relationships/customXml" Target="../ink/ink1082.xml"/><Relationship Id="rId209" Type="http://schemas.openxmlformats.org/officeDocument/2006/relationships/customXml" Target="../ink/ink1089.xml"/><Relationship Id="rId220" Type="http://schemas.openxmlformats.org/officeDocument/2006/relationships/image" Target="../media/image1103.png"/><Relationship Id="rId241" Type="http://schemas.openxmlformats.org/officeDocument/2006/relationships/customXml" Target="../ink/ink1105.xml"/><Relationship Id="rId15" Type="http://schemas.openxmlformats.org/officeDocument/2006/relationships/customXml" Target="../ink/ink992.xml"/><Relationship Id="rId36" Type="http://schemas.openxmlformats.org/officeDocument/2006/relationships/image" Target="../media/image1011.png"/><Relationship Id="rId57" Type="http://schemas.openxmlformats.org/officeDocument/2006/relationships/customXml" Target="../ink/ink1013.xml"/><Relationship Id="rId262" Type="http://schemas.openxmlformats.org/officeDocument/2006/relationships/image" Target="../media/image1124.png"/><Relationship Id="rId283" Type="http://schemas.openxmlformats.org/officeDocument/2006/relationships/customXml" Target="../ink/ink1126.xml"/><Relationship Id="rId318" Type="http://schemas.openxmlformats.org/officeDocument/2006/relationships/image" Target="../media/image1152.png"/><Relationship Id="rId339" Type="http://schemas.openxmlformats.org/officeDocument/2006/relationships/customXml" Target="../ink/ink1154.xml"/><Relationship Id="rId78" Type="http://schemas.openxmlformats.org/officeDocument/2006/relationships/image" Target="../media/image1032.png"/><Relationship Id="rId99" Type="http://schemas.openxmlformats.org/officeDocument/2006/relationships/customXml" Target="../ink/ink1034.xml"/><Relationship Id="rId101" Type="http://schemas.openxmlformats.org/officeDocument/2006/relationships/customXml" Target="../ink/ink1035.xml"/><Relationship Id="rId122" Type="http://schemas.openxmlformats.org/officeDocument/2006/relationships/image" Target="../media/image1054.png"/><Relationship Id="rId143" Type="http://schemas.openxmlformats.org/officeDocument/2006/relationships/customXml" Target="../ink/ink1056.xml"/><Relationship Id="rId164" Type="http://schemas.openxmlformats.org/officeDocument/2006/relationships/image" Target="../media/image1075.png"/><Relationship Id="rId185" Type="http://schemas.openxmlformats.org/officeDocument/2006/relationships/customXml" Target="../ink/ink1077.xml"/><Relationship Id="rId9" Type="http://schemas.openxmlformats.org/officeDocument/2006/relationships/customXml" Target="../ink/ink989.xml"/><Relationship Id="rId210" Type="http://schemas.openxmlformats.org/officeDocument/2006/relationships/image" Target="../media/image1098.png"/><Relationship Id="rId26" Type="http://schemas.openxmlformats.org/officeDocument/2006/relationships/image" Target="../media/image1006.png"/><Relationship Id="rId231" Type="http://schemas.openxmlformats.org/officeDocument/2006/relationships/customXml" Target="../ink/ink1100.xml"/><Relationship Id="rId252" Type="http://schemas.openxmlformats.org/officeDocument/2006/relationships/image" Target="../media/image1119.png"/><Relationship Id="rId273" Type="http://schemas.openxmlformats.org/officeDocument/2006/relationships/customXml" Target="../ink/ink1121.xml"/><Relationship Id="rId294" Type="http://schemas.openxmlformats.org/officeDocument/2006/relationships/image" Target="../media/image1140.png"/><Relationship Id="rId308" Type="http://schemas.openxmlformats.org/officeDocument/2006/relationships/image" Target="../media/image1147.png"/><Relationship Id="rId329" Type="http://schemas.openxmlformats.org/officeDocument/2006/relationships/customXml" Target="../ink/ink1149.xml"/><Relationship Id="rId47" Type="http://schemas.openxmlformats.org/officeDocument/2006/relationships/customXml" Target="../ink/ink1008.xml"/><Relationship Id="rId68" Type="http://schemas.openxmlformats.org/officeDocument/2006/relationships/image" Target="../media/image1027.png"/><Relationship Id="rId89" Type="http://schemas.openxmlformats.org/officeDocument/2006/relationships/customXml" Target="../ink/ink1029.xml"/><Relationship Id="rId112" Type="http://schemas.openxmlformats.org/officeDocument/2006/relationships/image" Target="../media/image1049.png"/><Relationship Id="rId133" Type="http://schemas.openxmlformats.org/officeDocument/2006/relationships/customXml" Target="../ink/ink1051.xml"/><Relationship Id="rId154" Type="http://schemas.openxmlformats.org/officeDocument/2006/relationships/image" Target="../media/image1070.png"/><Relationship Id="rId175" Type="http://schemas.openxmlformats.org/officeDocument/2006/relationships/customXml" Target="../ink/ink1072.xml"/><Relationship Id="rId340" Type="http://schemas.openxmlformats.org/officeDocument/2006/relationships/image" Target="../media/image1163.png"/><Relationship Id="rId196" Type="http://schemas.openxmlformats.org/officeDocument/2006/relationships/image" Target="../media/image1091.png"/><Relationship Id="rId200" Type="http://schemas.openxmlformats.org/officeDocument/2006/relationships/image" Target="../media/image1093.png"/><Relationship Id="rId16" Type="http://schemas.openxmlformats.org/officeDocument/2006/relationships/image" Target="../media/image1002.png"/><Relationship Id="rId221" Type="http://schemas.openxmlformats.org/officeDocument/2006/relationships/customXml" Target="../ink/ink1095.xml"/><Relationship Id="rId242" Type="http://schemas.openxmlformats.org/officeDocument/2006/relationships/image" Target="../media/image1114.png"/><Relationship Id="rId263" Type="http://schemas.openxmlformats.org/officeDocument/2006/relationships/customXml" Target="../ink/ink1116.xml"/><Relationship Id="rId284" Type="http://schemas.openxmlformats.org/officeDocument/2006/relationships/image" Target="../media/image1135.png"/><Relationship Id="rId319" Type="http://schemas.openxmlformats.org/officeDocument/2006/relationships/customXml" Target="../ink/ink1144.xml"/><Relationship Id="rId37" Type="http://schemas.openxmlformats.org/officeDocument/2006/relationships/customXml" Target="../ink/ink1003.xml"/><Relationship Id="rId58" Type="http://schemas.openxmlformats.org/officeDocument/2006/relationships/image" Target="../media/image1022.png"/><Relationship Id="rId79" Type="http://schemas.openxmlformats.org/officeDocument/2006/relationships/customXml" Target="../ink/ink1024.xml"/><Relationship Id="rId102" Type="http://schemas.openxmlformats.org/officeDocument/2006/relationships/image" Target="../media/image1044.png"/><Relationship Id="rId123" Type="http://schemas.openxmlformats.org/officeDocument/2006/relationships/customXml" Target="../ink/ink1046.xml"/><Relationship Id="rId144" Type="http://schemas.openxmlformats.org/officeDocument/2006/relationships/image" Target="../media/image1065.png"/><Relationship Id="rId330" Type="http://schemas.openxmlformats.org/officeDocument/2006/relationships/image" Target="../media/image1158.png"/><Relationship Id="rId90" Type="http://schemas.openxmlformats.org/officeDocument/2006/relationships/image" Target="../media/image1038.png"/><Relationship Id="rId165" Type="http://schemas.openxmlformats.org/officeDocument/2006/relationships/customXml" Target="../ink/ink1067.xml"/><Relationship Id="rId186" Type="http://schemas.openxmlformats.org/officeDocument/2006/relationships/image" Target="../media/image1086.png"/><Relationship Id="rId211" Type="http://schemas.openxmlformats.org/officeDocument/2006/relationships/customXml" Target="../ink/ink1090.xml"/><Relationship Id="rId232" Type="http://schemas.openxmlformats.org/officeDocument/2006/relationships/image" Target="../media/image1109.png"/><Relationship Id="rId253" Type="http://schemas.openxmlformats.org/officeDocument/2006/relationships/customXml" Target="../ink/ink1111.xml"/><Relationship Id="rId274" Type="http://schemas.openxmlformats.org/officeDocument/2006/relationships/image" Target="../media/image1130.png"/><Relationship Id="rId295" Type="http://schemas.openxmlformats.org/officeDocument/2006/relationships/customXml" Target="../ink/ink1132.xml"/><Relationship Id="rId309" Type="http://schemas.openxmlformats.org/officeDocument/2006/relationships/customXml" Target="../ink/ink1139.xml"/><Relationship Id="rId27" Type="http://schemas.openxmlformats.org/officeDocument/2006/relationships/customXml" Target="../ink/ink998.xml"/><Relationship Id="rId48" Type="http://schemas.openxmlformats.org/officeDocument/2006/relationships/image" Target="../media/image1017.png"/><Relationship Id="rId69" Type="http://schemas.openxmlformats.org/officeDocument/2006/relationships/customXml" Target="../ink/ink1019.xml"/><Relationship Id="rId113" Type="http://schemas.openxmlformats.org/officeDocument/2006/relationships/customXml" Target="../ink/ink1041.xml"/><Relationship Id="rId134" Type="http://schemas.openxmlformats.org/officeDocument/2006/relationships/image" Target="../media/image1060.png"/><Relationship Id="rId320" Type="http://schemas.openxmlformats.org/officeDocument/2006/relationships/image" Target="../media/image1153.png"/><Relationship Id="rId80" Type="http://schemas.openxmlformats.org/officeDocument/2006/relationships/image" Target="../media/image1033.png"/><Relationship Id="rId155" Type="http://schemas.openxmlformats.org/officeDocument/2006/relationships/customXml" Target="../ink/ink1062.xml"/><Relationship Id="rId176" Type="http://schemas.openxmlformats.org/officeDocument/2006/relationships/image" Target="../media/image1081.png"/><Relationship Id="rId197" Type="http://schemas.openxmlformats.org/officeDocument/2006/relationships/customXml" Target="../ink/ink1083.xml"/><Relationship Id="rId341" Type="http://schemas.openxmlformats.org/officeDocument/2006/relationships/customXml" Target="../ink/ink1155.xml"/><Relationship Id="rId201" Type="http://schemas.openxmlformats.org/officeDocument/2006/relationships/customXml" Target="../ink/ink1085.xml"/><Relationship Id="rId222" Type="http://schemas.openxmlformats.org/officeDocument/2006/relationships/image" Target="../media/image1104.png"/><Relationship Id="rId243" Type="http://schemas.openxmlformats.org/officeDocument/2006/relationships/customXml" Target="../ink/ink1106.xml"/><Relationship Id="rId264" Type="http://schemas.openxmlformats.org/officeDocument/2006/relationships/image" Target="../media/image1125.png"/><Relationship Id="rId285" Type="http://schemas.openxmlformats.org/officeDocument/2006/relationships/customXml" Target="../ink/ink1127.xml"/><Relationship Id="rId17" Type="http://schemas.openxmlformats.org/officeDocument/2006/relationships/customXml" Target="../ink/ink993.xml"/><Relationship Id="rId38" Type="http://schemas.openxmlformats.org/officeDocument/2006/relationships/image" Target="../media/image1012.png"/><Relationship Id="rId59" Type="http://schemas.openxmlformats.org/officeDocument/2006/relationships/customXml" Target="../ink/ink1014.xml"/><Relationship Id="rId103" Type="http://schemas.openxmlformats.org/officeDocument/2006/relationships/customXml" Target="../ink/ink1036.xml"/><Relationship Id="rId124" Type="http://schemas.openxmlformats.org/officeDocument/2006/relationships/image" Target="../media/image1055.png"/><Relationship Id="rId310" Type="http://schemas.openxmlformats.org/officeDocument/2006/relationships/image" Target="../media/image1148.png"/><Relationship Id="rId70" Type="http://schemas.openxmlformats.org/officeDocument/2006/relationships/image" Target="../media/image1028.png"/><Relationship Id="rId91" Type="http://schemas.openxmlformats.org/officeDocument/2006/relationships/customXml" Target="../ink/ink1030.xml"/><Relationship Id="rId145" Type="http://schemas.openxmlformats.org/officeDocument/2006/relationships/customXml" Target="../ink/ink1057.xml"/><Relationship Id="rId166" Type="http://schemas.openxmlformats.org/officeDocument/2006/relationships/image" Target="../media/image1076.png"/><Relationship Id="rId187" Type="http://schemas.openxmlformats.org/officeDocument/2006/relationships/customXml" Target="../ink/ink1078.xml"/><Relationship Id="rId331" Type="http://schemas.openxmlformats.org/officeDocument/2006/relationships/customXml" Target="../ink/ink115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99.png"/><Relationship Id="rId233" Type="http://schemas.openxmlformats.org/officeDocument/2006/relationships/customXml" Target="../ink/ink1101.xml"/><Relationship Id="rId254" Type="http://schemas.openxmlformats.org/officeDocument/2006/relationships/image" Target="../media/image1120.png"/><Relationship Id="rId28" Type="http://schemas.openxmlformats.org/officeDocument/2006/relationships/image" Target="../media/image1007.png"/><Relationship Id="rId49" Type="http://schemas.openxmlformats.org/officeDocument/2006/relationships/customXml" Target="../ink/ink1009.xml"/><Relationship Id="rId114" Type="http://schemas.openxmlformats.org/officeDocument/2006/relationships/image" Target="../media/image1050.png"/><Relationship Id="rId275" Type="http://schemas.openxmlformats.org/officeDocument/2006/relationships/customXml" Target="../ink/ink1122.xml"/><Relationship Id="rId296" Type="http://schemas.openxmlformats.org/officeDocument/2006/relationships/image" Target="../media/image1141.png"/><Relationship Id="rId300" Type="http://schemas.openxmlformats.org/officeDocument/2006/relationships/image" Target="../media/image1143.png"/><Relationship Id="rId60" Type="http://schemas.openxmlformats.org/officeDocument/2006/relationships/image" Target="../media/image1023.png"/><Relationship Id="rId81" Type="http://schemas.openxmlformats.org/officeDocument/2006/relationships/customXml" Target="../ink/ink1025.xml"/><Relationship Id="rId135" Type="http://schemas.openxmlformats.org/officeDocument/2006/relationships/customXml" Target="../ink/ink1052.xml"/><Relationship Id="rId156" Type="http://schemas.openxmlformats.org/officeDocument/2006/relationships/image" Target="../media/image1071.png"/><Relationship Id="rId177" Type="http://schemas.openxmlformats.org/officeDocument/2006/relationships/customXml" Target="../ink/ink1073.xml"/><Relationship Id="rId198" Type="http://schemas.openxmlformats.org/officeDocument/2006/relationships/image" Target="../media/image1092.png"/><Relationship Id="rId321" Type="http://schemas.openxmlformats.org/officeDocument/2006/relationships/customXml" Target="../ink/ink1145.xml"/><Relationship Id="rId342" Type="http://schemas.openxmlformats.org/officeDocument/2006/relationships/image" Target="../media/image1164.png"/><Relationship Id="rId202" Type="http://schemas.openxmlformats.org/officeDocument/2006/relationships/image" Target="../media/image1094.png"/><Relationship Id="rId223" Type="http://schemas.openxmlformats.org/officeDocument/2006/relationships/customXml" Target="../ink/ink1096.xml"/><Relationship Id="rId244" Type="http://schemas.openxmlformats.org/officeDocument/2006/relationships/image" Target="../media/image1115.png"/><Relationship Id="rId18" Type="http://schemas.openxmlformats.org/officeDocument/2006/relationships/image" Target="../media/image1003.png"/><Relationship Id="rId39" Type="http://schemas.openxmlformats.org/officeDocument/2006/relationships/customXml" Target="../ink/ink1004.xml"/><Relationship Id="rId265" Type="http://schemas.openxmlformats.org/officeDocument/2006/relationships/customXml" Target="../ink/ink1117.xml"/><Relationship Id="rId286" Type="http://schemas.openxmlformats.org/officeDocument/2006/relationships/image" Target="../media/image1136.png"/><Relationship Id="rId50" Type="http://schemas.openxmlformats.org/officeDocument/2006/relationships/image" Target="../media/image1018.png"/><Relationship Id="rId104" Type="http://schemas.openxmlformats.org/officeDocument/2006/relationships/image" Target="../media/image1045.png"/><Relationship Id="rId125" Type="http://schemas.openxmlformats.org/officeDocument/2006/relationships/customXml" Target="../ink/ink1047.xml"/><Relationship Id="rId146" Type="http://schemas.openxmlformats.org/officeDocument/2006/relationships/image" Target="../media/image1066.png"/><Relationship Id="rId167" Type="http://schemas.openxmlformats.org/officeDocument/2006/relationships/customXml" Target="../ink/ink1068.xml"/><Relationship Id="rId188" Type="http://schemas.openxmlformats.org/officeDocument/2006/relationships/image" Target="../media/image1087.png"/><Relationship Id="rId311" Type="http://schemas.openxmlformats.org/officeDocument/2006/relationships/customXml" Target="../ink/ink1140.xml"/><Relationship Id="rId332" Type="http://schemas.openxmlformats.org/officeDocument/2006/relationships/image" Target="../media/image1159.png"/><Relationship Id="rId71" Type="http://schemas.openxmlformats.org/officeDocument/2006/relationships/customXml" Target="../ink/ink1020.xml"/><Relationship Id="rId92" Type="http://schemas.openxmlformats.org/officeDocument/2006/relationships/image" Target="../media/image1039.png"/><Relationship Id="rId213" Type="http://schemas.openxmlformats.org/officeDocument/2006/relationships/customXml" Target="../ink/ink1091.xml"/><Relationship Id="rId234" Type="http://schemas.openxmlformats.org/officeDocument/2006/relationships/image" Target="../media/image1110.png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999.xml"/><Relationship Id="rId255" Type="http://schemas.openxmlformats.org/officeDocument/2006/relationships/customXml" Target="../ink/ink1112.xml"/><Relationship Id="rId276" Type="http://schemas.openxmlformats.org/officeDocument/2006/relationships/image" Target="../media/image1131.png"/><Relationship Id="rId297" Type="http://schemas.openxmlformats.org/officeDocument/2006/relationships/customXml" Target="../ink/ink1133.xml"/><Relationship Id="rId40" Type="http://schemas.openxmlformats.org/officeDocument/2006/relationships/image" Target="../media/image1013.png"/><Relationship Id="rId115" Type="http://schemas.openxmlformats.org/officeDocument/2006/relationships/customXml" Target="../ink/ink1042.xml"/><Relationship Id="rId136" Type="http://schemas.openxmlformats.org/officeDocument/2006/relationships/image" Target="../media/image1061.png"/><Relationship Id="rId157" Type="http://schemas.openxmlformats.org/officeDocument/2006/relationships/customXml" Target="../ink/ink1063.xml"/><Relationship Id="rId178" Type="http://schemas.openxmlformats.org/officeDocument/2006/relationships/image" Target="../media/image1082.png"/><Relationship Id="rId301" Type="http://schemas.openxmlformats.org/officeDocument/2006/relationships/customXml" Target="../ink/ink1135.xml"/><Relationship Id="rId322" Type="http://schemas.openxmlformats.org/officeDocument/2006/relationships/image" Target="../media/image1154.png"/><Relationship Id="rId343" Type="http://schemas.openxmlformats.org/officeDocument/2006/relationships/customXml" Target="../ink/ink1156.xml"/><Relationship Id="rId61" Type="http://schemas.openxmlformats.org/officeDocument/2006/relationships/customXml" Target="../ink/ink1015.xml"/><Relationship Id="rId82" Type="http://schemas.openxmlformats.org/officeDocument/2006/relationships/image" Target="../media/image1034.png"/><Relationship Id="rId199" Type="http://schemas.openxmlformats.org/officeDocument/2006/relationships/customXml" Target="../ink/ink1084.xml"/><Relationship Id="rId203" Type="http://schemas.openxmlformats.org/officeDocument/2006/relationships/customXml" Target="../ink/ink1086.xml"/><Relationship Id="rId19" Type="http://schemas.openxmlformats.org/officeDocument/2006/relationships/customXml" Target="../ink/ink994.xml"/><Relationship Id="rId224" Type="http://schemas.openxmlformats.org/officeDocument/2006/relationships/image" Target="../media/image1105.png"/><Relationship Id="rId245" Type="http://schemas.openxmlformats.org/officeDocument/2006/relationships/customXml" Target="../ink/ink1107.xml"/><Relationship Id="rId266" Type="http://schemas.openxmlformats.org/officeDocument/2006/relationships/image" Target="../media/image1126.png"/><Relationship Id="rId287" Type="http://schemas.openxmlformats.org/officeDocument/2006/relationships/customXml" Target="../ink/ink1128.xml"/><Relationship Id="rId30" Type="http://schemas.openxmlformats.org/officeDocument/2006/relationships/image" Target="../media/image1008.png"/><Relationship Id="rId105" Type="http://schemas.openxmlformats.org/officeDocument/2006/relationships/customXml" Target="../ink/ink1037.xml"/><Relationship Id="rId126" Type="http://schemas.openxmlformats.org/officeDocument/2006/relationships/image" Target="../media/image1056.png"/><Relationship Id="rId147" Type="http://schemas.openxmlformats.org/officeDocument/2006/relationships/customXml" Target="../ink/ink1058.xml"/><Relationship Id="rId168" Type="http://schemas.openxmlformats.org/officeDocument/2006/relationships/image" Target="../media/image1077.png"/><Relationship Id="rId312" Type="http://schemas.openxmlformats.org/officeDocument/2006/relationships/image" Target="../media/image1149.png"/><Relationship Id="rId333" Type="http://schemas.openxmlformats.org/officeDocument/2006/relationships/customXml" Target="../ink/ink1151.xml"/><Relationship Id="rId51" Type="http://schemas.openxmlformats.org/officeDocument/2006/relationships/customXml" Target="../ink/ink1010.xml"/><Relationship Id="rId72" Type="http://schemas.openxmlformats.org/officeDocument/2006/relationships/image" Target="../media/image1029.png"/><Relationship Id="rId93" Type="http://schemas.openxmlformats.org/officeDocument/2006/relationships/customXml" Target="../ink/ink1031.xml"/><Relationship Id="rId189" Type="http://schemas.openxmlformats.org/officeDocument/2006/relationships/customXml" Target="../ink/ink1079.xml"/><Relationship Id="rId3" Type="http://schemas.openxmlformats.org/officeDocument/2006/relationships/image" Target="../media/image995.svg"/><Relationship Id="rId214" Type="http://schemas.openxmlformats.org/officeDocument/2006/relationships/image" Target="../media/image1100.png"/><Relationship Id="rId235" Type="http://schemas.openxmlformats.org/officeDocument/2006/relationships/customXml" Target="../ink/ink1102.xml"/><Relationship Id="rId256" Type="http://schemas.openxmlformats.org/officeDocument/2006/relationships/image" Target="../media/image1121.png"/><Relationship Id="rId277" Type="http://schemas.openxmlformats.org/officeDocument/2006/relationships/customXml" Target="../ink/ink1123.xml"/><Relationship Id="rId298" Type="http://schemas.openxmlformats.org/officeDocument/2006/relationships/image" Target="../media/image1142.png"/><Relationship Id="rId116" Type="http://schemas.openxmlformats.org/officeDocument/2006/relationships/image" Target="../media/image1051.png"/><Relationship Id="rId137" Type="http://schemas.openxmlformats.org/officeDocument/2006/relationships/customXml" Target="../ink/ink1053.xml"/><Relationship Id="rId158" Type="http://schemas.openxmlformats.org/officeDocument/2006/relationships/image" Target="../media/image1072.png"/><Relationship Id="rId302" Type="http://schemas.openxmlformats.org/officeDocument/2006/relationships/image" Target="../media/image1144.png"/><Relationship Id="rId323" Type="http://schemas.openxmlformats.org/officeDocument/2006/relationships/customXml" Target="../ink/ink1146.xml"/><Relationship Id="rId344" Type="http://schemas.openxmlformats.org/officeDocument/2006/relationships/image" Target="../media/image1165.png"/><Relationship Id="rId20" Type="http://schemas.openxmlformats.org/officeDocument/2006/relationships/image" Target="../media/image349.png"/><Relationship Id="rId41" Type="http://schemas.openxmlformats.org/officeDocument/2006/relationships/customXml" Target="../ink/ink1005.xml"/><Relationship Id="rId62" Type="http://schemas.openxmlformats.org/officeDocument/2006/relationships/image" Target="../media/image1024.png"/><Relationship Id="rId83" Type="http://schemas.openxmlformats.org/officeDocument/2006/relationships/customXml" Target="../ink/ink1026.xml"/><Relationship Id="rId179" Type="http://schemas.openxmlformats.org/officeDocument/2006/relationships/customXml" Target="../ink/ink1074.xml"/><Relationship Id="rId190" Type="http://schemas.openxmlformats.org/officeDocument/2006/relationships/image" Target="../media/image1088.png"/><Relationship Id="rId204" Type="http://schemas.openxmlformats.org/officeDocument/2006/relationships/image" Target="../media/image1095.png"/><Relationship Id="rId225" Type="http://schemas.openxmlformats.org/officeDocument/2006/relationships/customXml" Target="../ink/ink1097.xml"/><Relationship Id="rId246" Type="http://schemas.openxmlformats.org/officeDocument/2006/relationships/image" Target="../media/image1116.png"/><Relationship Id="rId267" Type="http://schemas.openxmlformats.org/officeDocument/2006/relationships/customXml" Target="../ink/ink1118.xml"/><Relationship Id="rId288" Type="http://schemas.openxmlformats.org/officeDocument/2006/relationships/image" Target="../media/image1137.png"/><Relationship Id="rId106" Type="http://schemas.openxmlformats.org/officeDocument/2006/relationships/image" Target="../media/image1046.png"/><Relationship Id="rId127" Type="http://schemas.openxmlformats.org/officeDocument/2006/relationships/customXml" Target="../ink/ink1048.xml"/><Relationship Id="rId313" Type="http://schemas.openxmlformats.org/officeDocument/2006/relationships/customXml" Target="../ink/ink1141.xml"/><Relationship Id="rId10" Type="http://schemas.openxmlformats.org/officeDocument/2006/relationships/image" Target="../media/image999.png"/><Relationship Id="rId31" Type="http://schemas.openxmlformats.org/officeDocument/2006/relationships/customXml" Target="../ink/ink1000.xml"/><Relationship Id="rId52" Type="http://schemas.openxmlformats.org/officeDocument/2006/relationships/image" Target="../media/image1019.png"/><Relationship Id="rId73" Type="http://schemas.openxmlformats.org/officeDocument/2006/relationships/customXml" Target="../ink/ink1021.xml"/><Relationship Id="rId94" Type="http://schemas.openxmlformats.org/officeDocument/2006/relationships/image" Target="../media/image1040.png"/><Relationship Id="rId148" Type="http://schemas.openxmlformats.org/officeDocument/2006/relationships/image" Target="../media/image1067.png"/><Relationship Id="rId169" Type="http://schemas.openxmlformats.org/officeDocument/2006/relationships/customXml" Target="../ink/ink1069.xml"/><Relationship Id="rId334" Type="http://schemas.openxmlformats.org/officeDocument/2006/relationships/image" Target="../media/image1160.png"/><Relationship Id="rId4" Type="http://schemas.openxmlformats.org/officeDocument/2006/relationships/image" Target="../media/image996.svg"/><Relationship Id="rId180" Type="http://schemas.openxmlformats.org/officeDocument/2006/relationships/image" Target="../media/image1083.png"/><Relationship Id="rId215" Type="http://schemas.openxmlformats.org/officeDocument/2006/relationships/customXml" Target="../ink/ink1092.xml"/><Relationship Id="rId236" Type="http://schemas.openxmlformats.org/officeDocument/2006/relationships/image" Target="../media/image1111.png"/><Relationship Id="rId257" Type="http://schemas.openxmlformats.org/officeDocument/2006/relationships/customXml" Target="../ink/ink1113.xml"/><Relationship Id="rId278" Type="http://schemas.openxmlformats.org/officeDocument/2006/relationships/image" Target="../media/image1132.png"/><Relationship Id="rId303" Type="http://schemas.openxmlformats.org/officeDocument/2006/relationships/customXml" Target="../ink/ink1136.xml"/><Relationship Id="rId42" Type="http://schemas.openxmlformats.org/officeDocument/2006/relationships/image" Target="../media/image1014.png"/><Relationship Id="rId84" Type="http://schemas.openxmlformats.org/officeDocument/2006/relationships/image" Target="../media/image1035.png"/><Relationship Id="rId138" Type="http://schemas.openxmlformats.org/officeDocument/2006/relationships/image" Target="../media/image1062.png"/><Relationship Id="rId345" Type="http://schemas.openxmlformats.org/officeDocument/2006/relationships/customXml" Target="../ink/ink1157.xml"/><Relationship Id="rId191" Type="http://schemas.openxmlformats.org/officeDocument/2006/relationships/customXml" Target="../ink/ink1080.xml"/><Relationship Id="rId205" Type="http://schemas.openxmlformats.org/officeDocument/2006/relationships/customXml" Target="../ink/ink1087.xml"/><Relationship Id="rId247" Type="http://schemas.openxmlformats.org/officeDocument/2006/relationships/customXml" Target="../ink/ink1108.xml"/><Relationship Id="rId107" Type="http://schemas.openxmlformats.org/officeDocument/2006/relationships/customXml" Target="../ink/ink1038.xml"/><Relationship Id="rId289" Type="http://schemas.openxmlformats.org/officeDocument/2006/relationships/customXml" Target="../ink/ink1129.xml"/><Relationship Id="rId11" Type="http://schemas.openxmlformats.org/officeDocument/2006/relationships/customXml" Target="../ink/ink990.xml"/><Relationship Id="rId53" Type="http://schemas.openxmlformats.org/officeDocument/2006/relationships/customXml" Target="../ink/ink1011.xml"/><Relationship Id="rId149" Type="http://schemas.openxmlformats.org/officeDocument/2006/relationships/customXml" Target="../ink/ink1059.xml"/><Relationship Id="rId314" Type="http://schemas.openxmlformats.org/officeDocument/2006/relationships/image" Target="../media/image1150.png"/><Relationship Id="rId95" Type="http://schemas.openxmlformats.org/officeDocument/2006/relationships/customXml" Target="../ink/ink1032.xml"/><Relationship Id="rId160" Type="http://schemas.openxmlformats.org/officeDocument/2006/relationships/image" Target="../media/image1073.png"/><Relationship Id="rId216" Type="http://schemas.openxmlformats.org/officeDocument/2006/relationships/image" Target="../media/image1101.png"/><Relationship Id="rId258" Type="http://schemas.openxmlformats.org/officeDocument/2006/relationships/image" Target="../media/image1122.png"/><Relationship Id="rId22" Type="http://schemas.openxmlformats.org/officeDocument/2006/relationships/image" Target="../media/image1004.png"/><Relationship Id="rId64" Type="http://schemas.openxmlformats.org/officeDocument/2006/relationships/image" Target="../media/image1025.png"/><Relationship Id="rId118" Type="http://schemas.openxmlformats.org/officeDocument/2006/relationships/image" Target="../media/image1052.png"/><Relationship Id="rId325" Type="http://schemas.openxmlformats.org/officeDocument/2006/relationships/customXml" Target="../ink/ink1147.xml"/><Relationship Id="rId171" Type="http://schemas.openxmlformats.org/officeDocument/2006/relationships/customXml" Target="../ink/ink1070.xml"/><Relationship Id="rId227" Type="http://schemas.openxmlformats.org/officeDocument/2006/relationships/customXml" Target="../ink/ink1098.xml"/><Relationship Id="rId269" Type="http://schemas.openxmlformats.org/officeDocument/2006/relationships/customXml" Target="../ink/ink1119.xml"/><Relationship Id="rId33" Type="http://schemas.openxmlformats.org/officeDocument/2006/relationships/customXml" Target="../ink/ink1001.xml"/><Relationship Id="rId129" Type="http://schemas.openxmlformats.org/officeDocument/2006/relationships/customXml" Target="../ink/ink1049.xml"/><Relationship Id="rId280" Type="http://schemas.openxmlformats.org/officeDocument/2006/relationships/image" Target="../media/image1133.png"/><Relationship Id="rId336" Type="http://schemas.openxmlformats.org/officeDocument/2006/relationships/image" Target="../media/image1161.png"/><Relationship Id="rId75" Type="http://schemas.openxmlformats.org/officeDocument/2006/relationships/customXml" Target="../ink/ink1022.xml"/><Relationship Id="rId140" Type="http://schemas.openxmlformats.org/officeDocument/2006/relationships/image" Target="../media/image1063.png"/><Relationship Id="rId182" Type="http://schemas.openxmlformats.org/officeDocument/2006/relationships/image" Target="../media/image1084.png"/><Relationship Id="rId6" Type="http://schemas.openxmlformats.org/officeDocument/2006/relationships/image" Target="../media/image997.png"/><Relationship Id="rId238" Type="http://schemas.openxmlformats.org/officeDocument/2006/relationships/image" Target="../media/image1112.png"/><Relationship Id="rId291" Type="http://schemas.openxmlformats.org/officeDocument/2006/relationships/customXml" Target="../ink/ink1130.xml"/><Relationship Id="rId305" Type="http://schemas.openxmlformats.org/officeDocument/2006/relationships/customXml" Target="../ink/ink1137.xml"/><Relationship Id="rId347" Type="http://schemas.openxmlformats.org/officeDocument/2006/relationships/customXml" Target="../ink/ink1158.xml"/><Relationship Id="rId44" Type="http://schemas.openxmlformats.org/officeDocument/2006/relationships/image" Target="../media/image1015.png"/><Relationship Id="rId86" Type="http://schemas.openxmlformats.org/officeDocument/2006/relationships/image" Target="../media/image1036.png"/><Relationship Id="rId151" Type="http://schemas.openxmlformats.org/officeDocument/2006/relationships/customXml" Target="../ink/ink1060.xml"/><Relationship Id="rId193" Type="http://schemas.openxmlformats.org/officeDocument/2006/relationships/customXml" Target="../ink/ink1081.xml"/><Relationship Id="rId207" Type="http://schemas.openxmlformats.org/officeDocument/2006/relationships/customXml" Target="../ink/ink1088.xml"/><Relationship Id="rId249" Type="http://schemas.openxmlformats.org/officeDocument/2006/relationships/customXml" Target="../ink/ink1109.xml"/><Relationship Id="rId13" Type="http://schemas.openxmlformats.org/officeDocument/2006/relationships/customXml" Target="../ink/ink991.xml"/><Relationship Id="rId109" Type="http://schemas.openxmlformats.org/officeDocument/2006/relationships/customXml" Target="../ink/ink1039.xml"/><Relationship Id="rId260" Type="http://schemas.openxmlformats.org/officeDocument/2006/relationships/image" Target="../media/image1123.png"/><Relationship Id="rId316" Type="http://schemas.openxmlformats.org/officeDocument/2006/relationships/image" Target="../media/image1151.png"/><Relationship Id="rId55" Type="http://schemas.openxmlformats.org/officeDocument/2006/relationships/customXml" Target="../ink/ink1012.xml"/><Relationship Id="rId97" Type="http://schemas.openxmlformats.org/officeDocument/2006/relationships/customXml" Target="../ink/ink1033.xml"/><Relationship Id="rId120" Type="http://schemas.openxmlformats.org/officeDocument/2006/relationships/image" Target="../media/image1053.png"/><Relationship Id="rId162" Type="http://schemas.openxmlformats.org/officeDocument/2006/relationships/image" Target="../media/image1074.png"/><Relationship Id="rId218" Type="http://schemas.openxmlformats.org/officeDocument/2006/relationships/image" Target="../media/image1102.png"/><Relationship Id="rId271" Type="http://schemas.openxmlformats.org/officeDocument/2006/relationships/customXml" Target="../ink/ink1120.xml"/><Relationship Id="rId24" Type="http://schemas.openxmlformats.org/officeDocument/2006/relationships/image" Target="../media/image1005.png"/><Relationship Id="rId66" Type="http://schemas.openxmlformats.org/officeDocument/2006/relationships/image" Target="../media/image1026.png"/><Relationship Id="rId131" Type="http://schemas.openxmlformats.org/officeDocument/2006/relationships/customXml" Target="../ink/ink1050.xml"/><Relationship Id="rId327" Type="http://schemas.openxmlformats.org/officeDocument/2006/relationships/customXml" Target="../ink/ink1148.xml"/><Relationship Id="rId173" Type="http://schemas.openxmlformats.org/officeDocument/2006/relationships/customXml" Target="../ink/ink1071.xml"/><Relationship Id="rId229" Type="http://schemas.openxmlformats.org/officeDocument/2006/relationships/customXml" Target="../ink/ink1099.xml"/><Relationship Id="rId240" Type="http://schemas.openxmlformats.org/officeDocument/2006/relationships/image" Target="../media/image111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0.xml"/><Relationship Id="rId21" Type="http://schemas.openxmlformats.org/officeDocument/2006/relationships/image" Target="../media/image1177.png"/><Relationship Id="rId42" Type="http://schemas.openxmlformats.org/officeDocument/2006/relationships/customXml" Target="../ink/ink1178.xml"/><Relationship Id="rId47" Type="http://schemas.openxmlformats.org/officeDocument/2006/relationships/image" Target="../media/image1190.png"/><Relationship Id="rId63" Type="http://schemas.openxmlformats.org/officeDocument/2006/relationships/image" Target="../media/image1198.png"/><Relationship Id="rId68" Type="http://schemas.openxmlformats.org/officeDocument/2006/relationships/customXml" Target="../ink/ink1191.xml"/><Relationship Id="rId84" Type="http://schemas.openxmlformats.org/officeDocument/2006/relationships/customXml" Target="../ink/ink1199.xml"/><Relationship Id="rId89" Type="http://schemas.openxmlformats.org/officeDocument/2006/relationships/image" Target="../media/image1211.png"/><Relationship Id="rId16" Type="http://schemas.openxmlformats.org/officeDocument/2006/relationships/customXml" Target="../ink/ink1165.xml"/><Relationship Id="rId107" Type="http://schemas.openxmlformats.org/officeDocument/2006/relationships/image" Target="../media/image1220.png"/><Relationship Id="rId11" Type="http://schemas.openxmlformats.org/officeDocument/2006/relationships/image" Target="../media/image1172.png"/><Relationship Id="rId32" Type="http://schemas.openxmlformats.org/officeDocument/2006/relationships/customXml" Target="../ink/ink1173.xml"/><Relationship Id="rId37" Type="http://schemas.openxmlformats.org/officeDocument/2006/relationships/image" Target="../media/image1185.png"/><Relationship Id="rId53" Type="http://schemas.openxmlformats.org/officeDocument/2006/relationships/image" Target="../media/image1193.png"/><Relationship Id="rId58" Type="http://schemas.openxmlformats.org/officeDocument/2006/relationships/customXml" Target="../ink/ink1186.xml"/><Relationship Id="rId74" Type="http://schemas.openxmlformats.org/officeDocument/2006/relationships/customXml" Target="../ink/ink1194.xml"/><Relationship Id="rId79" Type="http://schemas.openxmlformats.org/officeDocument/2006/relationships/image" Target="../media/image1206.png"/><Relationship Id="rId102" Type="http://schemas.openxmlformats.org/officeDocument/2006/relationships/customXml" Target="../ink/ink1208.xml"/><Relationship Id="rId5" Type="http://schemas.openxmlformats.org/officeDocument/2006/relationships/image" Target="../media/image1169.png"/><Relationship Id="rId90" Type="http://schemas.openxmlformats.org/officeDocument/2006/relationships/customXml" Target="../ink/ink1202.xml"/><Relationship Id="rId95" Type="http://schemas.openxmlformats.org/officeDocument/2006/relationships/image" Target="../media/image1214.png"/><Relationship Id="rId22" Type="http://schemas.openxmlformats.org/officeDocument/2006/relationships/customXml" Target="../ink/ink1168.xml"/><Relationship Id="rId27" Type="http://schemas.openxmlformats.org/officeDocument/2006/relationships/image" Target="../media/image1180.png"/><Relationship Id="rId43" Type="http://schemas.openxmlformats.org/officeDocument/2006/relationships/image" Target="../media/image1188.png"/><Relationship Id="rId48" Type="http://schemas.openxmlformats.org/officeDocument/2006/relationships/customXml" Target="../ink/ink1181.xml"/><Relationship Id="rId64" Type="http://schemas.openxmlformats.org/officeDocument/2006/relationships/customXml" Target="../ink/ink1189.xml"/><Relationship Id="rId69" Type="http://schemas.openxmlformats.org/officeDocument/2006/relationships/image" Target="../media/image1201.png"/><Relationship Id="rId80" Type="http://schemas.openxmlformats.org/officeDocument/2006/relationships/customXml" Target="../ink/ink1197.xml"/><Relationship Id="rId85" Type="http://schemas.openxmlformats.org/officeDocument/2006/relationships/image" Target="../media/image1209.png"/><Relationship Id="rId12" Type="http://schemas.openxmlformats.org/officeDocument/2006/relationships/customXml" Target="../ink/ink1163.xml"/><Relationship Id="rId17" Type="http://schemas.openxmlformats.org/officeDocument/2006/relationships/image" Target="../media/image1175.png"/><Relationship Id="rId33" Type="http://schemas.openxmlformats.org/officeDocument/2006/relationships/image" Target="../media/image1183.png"/><Relationship Id="rId38" Type="http://schemas.openxmlformats.org/officeDocument/2006/relationships/customXml" Target="../ink/ink1176.xml"/><Relationship Id="rId59" Type="http://schemas.openxmlformats.org/officeDocument/2006/relationships/image" Target="../media/image1196.png"/><Relationship Id="rId103" Type="http://schemas.openxmlformats.org/officeDocument/2006/relationships/image" Target="../media/image1218.png"/><Relationship Id="rId108" Type="http://schemas.openxmlformats.org/officeDocument/2006/relationships/customXml" Target="../ink/ink1211.xml"/><Relationship Id="rId54" Type="http://schemas.openxmlformats.org/officeDocument/2006/relationships/customXml" Target="../ink/ink1184.xml"/><Relationship Id="rId70" Type="http://schemas.openxmlformats.org/officeDocument/2006/relationships/customXml" Target="../ink/ink1192.xml"/><Relationship Id="rId75" Type="http://schemas.openxmlformats.org/officeDocument/2006/relationships/image" Target="../media/image1204.png"/><Relationship Id="rId91" Type="http://schemas.openxmlformats.org/officeDocument/2006/relationships/image" Target="../media/image1212.png"/><Relationship Id="rId96" Type="http://schemas.openxmlformats.org/officeDocument/2006/relationships/customXml" Target="../ink/ink120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60.xml"/><Relationship Id="rId15" Type="http://schemas.openxmlformats.org/officeDocument/2006/relationships/image" Target="../media/image1174.png"/><Relationship Id="rId23" Type="http://schemas.openxmlformats.org/officeDocument/2006/relationships/image" Target="../media/image1178.png"/><Relationship Id="rId28" Type="http://schemas.openxmlformats.org/officeDocument/2006/relationships/customXml" Target="../ink/ink1171.xml"/><Relationship Id="rId36" Type="http://schemas.openxmlformats.org/officeDocument/2006/relationships/customXml" Target="../ink/ink1175.xml"/><Relationship Id="rId49" Type="http://schemas.openxmlformats.org/officeDocument/2006/relationships/image" Target="../media/image1191.png"/><Relationship Id="rId57" Type="http://schemas.openxmlformats.org/officeDocument/2006/relationships/image" Target="../media/image1195.png"/><Relationship Id="rId106" Type="http://schemas.openxmlformats.org/officeDocument/2006/relationships/customXml" Target="../ink/ink1210.xml"/><Relationship Id="rId10" Type="http://schemas.openxmlformats.org/officeDocument/2006/relationships/customXml" Target="../ink/ink1162.xml"/><Relationship Id="rId31" Type="http://schemas.openxmlformats.org/officeDocument/2006/relationships/image" Target="../media/image1182.png"/><Relationship Id="rId44" Type="http://schemas.openxmlformats.org/officeDocument/2006/relationships/customXml" Target="../ink/ink1179.xml"/><Relationship Id="rId52" Type="http://schemas.openxmlformats.org/officeDocument/2006/relationships/customXml" Target="../ink/ink1183.xml"/><Relationship Id="rId60" Type="http://schemas.openxmlformats.org/officeDocument/2006/relationships/customXml" Target="../ink/ink1187.xml"/><Relationship Id="rId65" Type="http://schemas.openxmlformats.org/officeDocument/2006/relationships/image" Target="../media/image1199.png"/><Relationship Id="rId73" Type="http://schemas.openxmlformats.org/officeDocument/2006/relationships/image" Target="../media/image1203.png"/><Relationship Id="rId78" Type="http://schemas.openxmlformats.org/officeDocument/2006/relationships/customXml" Target="../ink/ink1196.xml"/><Relationship Id="rId81" Type="http://schemas.openxmlformats.org/officeDocument/2006/relationships/image" Target="../media/image1207.png"/><Relationship Id="rId86" Type="http://schemas.openxmlformats.org/officeDocument/2006/relationships/customXml" Target="../ink/ink1200.xml"/><Relationship Id="rId94" Type="http://schemas.openxmlformats.org/officeDocument/2006/relationships/customXml" Target="../ink/ink1204.xml"/><Relationship Id="rId99" Type="http://schemas.openxmlformats.org/officeDocument/2006/relationships/image" Target="../media/image1216.png"/><Relationship Id="rId101" Type="http://schemas.openxmlformats.org/officeDocument/2006/relationships/image" Target="../media/image1217.png"/><Relationship Id="rId4" Type="http://schemas.openxmlformats.org/officeDocument/2006/relationships/customXml" Target="../ink/ink1159.xml"/><Relationship Id="rId9" Type="http://schemas.openxmlformats.org/officeDocument/2006/relationships/image" Target="../media/image1171.png"/><Relationship Id="rId13" Type="http://schemas.openxmlformats.org/officeDocument/2006/relationships/image" Target="../media/image1173.png"/><Relationship Id="rId18" Type="http://schemas.openxmlformats.org/officeDocument/2006/relationships/customXml" Target="../ink/ink1166.xml"/><Relationship Id="rId39" Type="http://schemas.openxmlformats.org/officeDocument/2006/relationships/image" Target="../media/image1186.png"/><Relationship Id="rId109" Type="http://schemas.openxmlformats.org/officeDocument/2006/relationships/image" Target="../media/image1221.png"/><Relationship Id="rId34" Type="http://schemas.openxmlformats.org/officeDocument/2006/relationships/customXml" Target="../ink/ink1174.xml"/><Relationship Id="rId50" Type="http://schemas.openxmlformats.org/officeDocument/2006/relationships/customXml" Target="../ink/ink1182.xml"/><Relationship Id="rId55" Type="http://schemas.openxmlformats.org/officeDocument/2006/relationships/image" Target="../media/image1194.png"/><Relationship Id="rId76" Type="http://schemas.openxmlformats.org/officeDocument/2006/relationships/customXml" Target="../ink/ink1195.xml"/><Relationship Id="rId97" Type="http://schemas.openxmlformats.org/officeDocument/2006/relationships/image" Target="../media/image1215.png"/><Relationship Id="rId104" Type="http://schemas.openxmlformats.org/officeDocument/2006/relationships/customXml" Target="../ink/ink1209.xml"/><Relationship Id="rId7" Type="http://schemas.openxmlformats.org/officeDocument/2006/relationships/image" Target="../media/image1170.png"/><Relationship Id="rId71" Type="http://schemas.openxmlformats.org/officeDocument/2006/relationships/image" Target="../media/image1202.png"/><Relationship Id="rId92" Type="http://schemas.openxmlformats.org/officeDocument/2006/relationships/customXml" Target="../ink/ink1203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181.png"/><Relationship Id="rId24" Type="http://schemas.openxmlformats.org/officeDocument/2006/relationships/customXml" Target="../ink/ink1169.xml"/><Relationship Id="rId40" Type="http://schemas.openxmlformats.org/officeDocument/2006/relationships/customXml" Target="../ink/ink1177.xml"/><Relationship Id="rId45" Type="http://schemas.openxmlformats.org/officeDocument/2006/relationships/image" Target="../media/image1189.png"/><Relationship Id="rId66" Type="http://schemas.openxmlformats.org/officeDocument/2006/relationships/customXml" Target="../ink/ink1190.xml"/><Relationship Id="rId87" Type="http://schemas.openxmlformats.org/officeDocument/2006/relationships/image" Target="../media/image1210.png"/><Relationship Id="rId61" Type="http://schemas.openxmlformats.org/officeDocument/2006/relationships/image" Target="../media/image1197.png"/><Relationship Id="rId82" Type="http://schemas.openxmlformats.org/officeDocument/2006/relationships/customXml" Target="../ink/ink1198.xml"/><Relationship Id="rId19" Type="http://schemas.openxmlformats.org/officeDocument/2006/relationships/image" Target="../media/image1176.png"/><Relationship Id="rId14" Type="http://schemas.openxmlformats.org/officeDocument/2006/relationships/customXml" Target="../ink/ink1164.xml"/><Relationship Id="rId30" Type="http://schemas.openxmlformats.org/officeDocument/2006/relationships/customXml" Target="../ink/ink1172.xml"/><Relationship Id="rId35" Type="http://schemas.openxmlformats.org/officeDocument/2006/relationships/image" Target="../media/image1184.png"/><Relationship Id="rId56" Type="http://schemas.openxmlformats.org/officeDocument/2006/relationships/customXml" Target="../ink/ink1185.xml"/><Relationship Id="rId77" Type="http://schemas.openxmlformats.org/officeDocument/2006/relationships/image" Target="../media/image1205.png"/><Relationship Id="rId100" Type="http://schemas.openxmlformats.org/officeDocument/2006/relationships/customXml" Target="../ink/ink1207.xml"/><Relationship Id="rId105" Type="http://schemas.openxmlformats.org/officeDocument/2006/relationships/image" Target="../media/image1219.png"/><Relationship Id="rId8" Type="http://schemas.openxmlformats.org/officeDocument/2006/relationships/customXml" Target="../ink/ink1161.xml"/><Relationship Id="rId51" Type="http://schemas.openxmlformats.org/officeDocument/2006/relationships/image" Target="../media/image1192.png"/><Relationship Id="rId72" Type="http://schemas.openxmlformats.org/officeDocument/2006/relationships/customXml" Target="../ink/ink1193.xml"/><Relationship Id="rId93" Type="http://schemas.openxmlformats.org/officeDocument/2006/relationships/image" Target="../media/image1213.png"/><Relationship Id="rId98" Type="http://schemas.openxmlformats.org/officeDocument/2006/relationships/customXml" Target="../ink/ink1206.xml"/><Relationship Id="rId3" Type="http://schemas.openxmlformats.org/officeDocument/2006/relationships/image" Target="../media/image1168.svg"/><Relationship Id="rId25" Type="http://schemas.openxmlformats.org/officeDocument/2006/relationships/image" Target="../media/image1179.png"/><Relationship Id="rId46" Type="http://schemas.openxmlformats.org/officeDocument/2006/relationships/customXml" Target="../ink/ink1180.xml"/><Relationship Id="rId67" Type="http://schemas.openxmlformats.org/officeDocument/2006/relationships/image" Target="../media/image1200.png"/><Relationship Id="rId20" Type="http://schemas.openxmlformats.org/officeDocument/2006/relationships/customXml" Target="../ink/ink1167.xml"/><Relationship Id="rId41" Type="http://schemas.openxmlformats.org/officeDocument/2006/relationships/image" Target="../media/image1187.png"/><Relationship Id="rId62" Type="http://schemas.openxmlformats.org/officeDocument/2006/relationships/customXml" Target="../ink/ink1188.xml"/><Relationship Id="rId83" Type="http://schemas.openxmlformats.org/officeDocument/2006/relationships/image" Target="../media/image1208.png"/><Relationship Id="rId88" Type="http://schemas.openxmlformats.org/officeDocument/2006/relationships/customXml" Target="../ink/ink1201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8.xml"/><Relationship Id="rId299" Type="http://schemas.openxmlformats.org/officeDocument/2006/relationships/customXml" Target="../ink/ink1359.xml"/><Relationship Id="rId21" Type="http://schemas.openxmlformats.org/officeDocument/2006/relationships/customXml" Target="../ink/ink1220.xml"/><Relationship Id="rId63" Type="http://schemas.openxmlformats.org/officeDocument/2006/relationships/customXml" Target="../ink/ink1241.xml"/><Relationship Id="rId159" Type="http://schemas.openxmlformats.org/officeDocument/2006/relationships/customXml" Target="../ink/ink1289.xml"/><Relationship Id="rId324" Type="http://schemas.openxmlformats.org/officeDocument/2006/relationships/image" Target="../media/image1383.png"/><Relationship Id="rId366" Type="http://schemas.openxmlformats.org/officeDocument/2006/relationships/image" Target="../media/image1404.png"/><Relationship Id="rId170" Type="http://schemas.openxmlformats.org/officeDocument/2006/relationships/image" Target="../media/image1306.png"/><Relationship Id="rId226" Type="http://schemas.openxmlformats.org/officeDocument/2006/relationships/image" Target="../media/image1334.png"/><Relationship Id="rId268" Type="http://schemas.openxmlformats.org/officeDocument/2006/relationships/image" Target="../media/image1355.png"/><Relationship Id="rId32" Type="http://schemas.openxmlformats.org/officeDocument/2006/relationships/image" Target="../media/image1237.png"/><Relationship Id="rId74" Type="http://schemas.openxmlformats.org/officeDocument/2006/relationships/image" Target="../media/image1258.png"/><Relationship Id="rId128" Type="http://schemas.openxmlformats.org/officeDocument/2006/relationships/image" Target="../media/image1285.png"/><Relationship Id="rId335" Type="http://schemas.openxmlformats.org/officeDocument/2006/relationships/customXml" Target="../ink/ink1377.xml"/><Relationship Id="rId377" Type="http://schemas.openxmlformats.org/officeDocument/2006/relationships/customXml" Target="../ink/ink1398.xml"/><Relationship Id="rId5" Type="http://schemas.openxmlformats.org/officeDocument/2006/relationships/customXml" Target="../ink/ink1212.xml"/><Relationship Id="rId181" Type="http://schemas.openxmlformats.org/officeDocument/2006/relationships/customXml" Target="../ink/ink1300.xml"/><Relationship Id="rId237" Type="http://schemas.openxmlformats.org/officeDocument/2006/relationships/customXml" Target="../ink/ink1328.xml"/><Relationship Id="rId402" Type="http://schemas.openxmlformats.org/officeDocument/2006/relationships/image" Target="../media/image1422.png"/><Relationship Id="rId279" Type="http://schemas.openxmlformats.org/officeDocument/2006/relationships/customXml" Target="../ink/ink1349.xml"/><Relationship Id="rId43" Type="http://schemas.openxmlformats.org/officeDocument/2006/relationships/customXml" Target="../ink/ink1231.xml"/><Relationship Id="rId139" Type="http://schemas.openxmlformats.org/officeDocument/2006/relationships/customXml" Target="../ink/ink1279.xml"/><Relationship Id="rId290" Type="http://schemas.openxmlformats.org/officeDocument/2006/relationships/image" Target="../media/image1366.png"/><Relationship Id="rId304" Type="http://schemas.openxmlformats.org/officeDocument/2006/relationships/image" Target="../media/image1373.png"/><Relationship Id="rId346" Type="http://schemas.openxmlformats.org/officeDocument/2006/relationships/image" Target="../media/image1394.png"/><Relationship Id="rId388" Type="http://schemas.openxmlformats.org/officeDocument/2006/relationships/image" Target="../media/image1415.png"/><Relationship Id="rId85" Type="http://schemas.openxmlformats.org/officeDocument/2006/relationships/customXml" Target="../ink/ink1252.xml"/><Relationship Id="rId150" Type="http://schemas.openxmlformats.org/officeDocument/2006/relationships/image" Target="../media/image1296.png"/><Relationship Id="rId192" Type="http://schemas.openxmlformats.org/officeDocument/2006/relationships/image" Target="../media/image1317.png"/><Relationship Id="rId206" Type="http://schemas.openxmlformats.org/officeDocument/2006/relationships/image" Target="../media/image1324.png"/><Relationship Id="rId413" Type="http://schemas.openxmlformats.org/officeDocument/2006/relationships/customXml" Target="../ink/ink1416.xml"/><Relationship Id="rId248" Type="http://schemas.openxmlformats.org/officeDocument/2006/relationships/image" Target="../media/image1345.png"/><Relationship Id="rId12" Type="http://schemas.openxmlformats.org/officeDocument/2006/relationships/image" Target="../media/image1227.png"/><Relationship Id="rId108" Type="http://schemas.openxmlformats.org/officeDocument/2006/relationships/image" Target="../media/image1275.png"/><Relationship Id="rId315" Type="http://schemas.openxmlformats.org/officeDocument/2006/relationships/customXml" Target="../ink/ink1367.xml"/><Relationship Id="rId357" Type="http://schemas.openxmlformats.org/officeDocument/2006/relationships/customXml" Target="../ink/ink1388.xml"/><Relationship Id="rId54" Type="http://schemas.openxmlformats.org/officeDocument/2006/relationships/image" Target="../media/image1248.png"/><Relationship Id="rId96" Type="http://schemas.openxmlformats.org/officeDocument/2006/relationships/image" Target="../media/image1269.png"/><Relationship Id="rId161" Type="http://schemas.openxmlformats.org/officeDocument/2006/relationships/customXml" Target="../ink/ink1290.xml"/><Relationship Id="rId217" Type="http://schemas.openxmlformats.org/officeDocument/2006/relationships/customXml" Target="../ink/ink1318.xml"/><Relationship Id="rId399" Type="http://schemas.openxmlformats.org/officeDocument/2006/relationships/customXml" Target="../ink/ink1409.xml"/><Relationship Id="rId259" Type="http://schemas.openxmlformats.org/officeDocument/2006/relationships/customXml" Target="../ink/ink1339.xml"/><Relationship Id="rId424" Type="http://schemas.openxmlformats.org/officeDocument/2006/relationships/image" Target="../media/image1433.png"/><Relationship Id="rId23" Type="http://schemas.openxmlformats.org/officeDocument/2006/relationships/customXml" Target="../ink/ink1221.xml"/><Relationship Id="rId119" Type="http://schemas.openxmlformats.org/officeDocument/2006/relationships/customXml" Target="../ink/ink1269.xml"/><Relationship Id="rId270" Type="http://schemas.openxmlformats.org/officeDocument/2006/relationships/image" Target="../media/image1356.png"/><Relationship Id="rId326" Type="http://schemas.openxmlformats.org/officeDocument/2006/relationships/image" Target="../media/image1384.png"/><Relationship Id="rId65" Type="http://schemas.openxmlformats.org/officeDocument/2006/relationships/customXml" Target="../ink/ink1242.xml"/><Relationship Id="rId130" Type="http://schemas.openxmlformats.org/officeDocument/2006/relationships/image" Target="../media/image1286.png"/><Relationship Id="rId368" Type="http://schemas.openxmlformats.org/officeDocument/2006/relationships/image" Target="../media/image1405.png"/><Relationship Id="rId172" Type="http://schemas.openxmlformats.org/officeDocument/2006/relationships/image" Target="../media/image1307.png"/><Relationship Id="rId228" Type="http://schemas.openxmlformats.org/officeDocument/2006/relationships/image" Target="../media/image1335.png"/><Relationship Id="rId281" Type="http://schemas.openxmlformats.org/officeDocument/2006/relationships/customXml" Target="../ink/ink1350.xml"/><Relationship Id="rId337" Type="http://schemas.openxmlformats.org/officeDocument/2006/relationships/customXml" Target="../ink/ink1378.xml"/><Relationship Id="rId34" Type="http://schemas.openxmlformats.org/officeDocument/2006/relationships/image" Target="../media/image1238.png"/><Relationship Id="rId76" Type="http://schemas.openxmlformats.org/officeDocument/2006/relationships/image" Target="../media/image1259.png"/><Relationship Id="rId141" Type="http://schemas.openxmlformats.org/officeDocument/2006/relationships/customXml" Target="../ink/ink1280.xml"/><Relationship Id="rId379" Type="http://schemas.openxmlformats.org/officeDocument/2006/relationships/customXml" Target="../ink/ink1399.xml"/><Relationship Id="rId7" Type="http://schemas.openxmlformats.org/officeDocument/2006/relationships/customXml" Target="../ink/ink1213.xml"/><Relationship Id="rId183" Type="http://schemas.openxmlformats.org/officeDocument/2006/relationships/customXml" Target="../ink/ink1301.xml"/><Relationship Id="rId239" Type="http://schemas.openxmlformats.org/officeDocument/2006/relationships/customXml" Target="../ink/ink1329.xml"/><Relationship Id="rId390" Type="http://schemas.openxmlformats.org/officeDocument/2006/relationships/image" Target="../media/image1416.png"/><Relationship Id="rId404" Type="http://schemas.openxmlformats.org/officeDocument/2006/relationships/image" Target="../media/image1423.png"/><Relationship Id="rId250" Type="http://schemas.openxmlformats.org/officeDocument/2006/relationships/image" Target="../media/image1346.png"/><Relationship Id="rId292" Type="http://schemas.openxmlformats.org/officeDocument/2006/relationships/image" Target="../media/image1367.png"/><Relationship Id="rId306" Type="http://schemas.openxmlformats.org/officeDocument/2006/relationships/image" Target="../media/image1374.png"/><Relationship Id="rId45" Type="http://schemas.openxmlformats.org/officeDocument/2006/relationships/customXml" Target="../ink/ink1232.xml"/><Relationship Id="rId87" Type="http://schemas.openxmlformats.org/officeDocument/2006/relationships/customXml" Target="../ink/ink1253.xml"/><Relationship Id="rId110" Type="http://schemas.openxmlformats.org/officeDocument/2006/relationships/image" Target="../media/image1276.png"/><Relationship Id="rId348" Type="http://schemas.openxmlformats.org/officeDocument/2006/relationships/image" Target="../media/image1395.png"/><Relationship Id="rId152" Type="http://schemas.openxmlformats.org/officeDocument/2006/relationships/image" Target="../media/image1297.png"/><Relationship Id="rId194" Type="http://schemas.openxmlformats.org/officeDocument/2006/relationships/image" Target="../media/image1318.png"/><Relationship Id="rId208" Type="http://schemas.openxmlformats.org/officeDocument/2006/relationships/image" Target="../media/image1325.png"/><Relationship Id="rId415" Type="http://schemas.openxmlformats.org/officeDocument/2006/relationships/customXml" Target="../ink/ink1417.xml"/><Relationship Id="rId261" Type="http://schemas.openxmlformats.org/officeDocument/2006/relationships/customXml" Target="../ink/ink1340.xml"/><Relationship Id="rId14" Type="http://schemas.openxmlformats.org/officeDocument/2006/relationships/image" Target="../media/image1228.png"/><Relationship Id="rId56" Type="http://schemas.openxmlformats.org/officeDocument/2006/relationships/image" Target="../media/image1249.png"/><Relationship Id="rId317" Type="http://schemas.openxmlformats.org/officeDocument/2006/relationships/customXml" Target="../ink/ink1368.xml"/><Relationship Id="rId359" Type="http://schemas.openxmlformats.org/officeDocument/2006/relationships/customXml" Target="../ink/ink1389.xml"/><Relationship Id="rId98" Type="http://schemas.openxmlformats.org/officeDocument/2006/relationships/image" Target="../media/image1270.png"/><Relationship Id="rId121" Type="http://schemas.openxmlformats.org/officeDocument/2006/relationships/customXml" Target="../ink/ink1270.xml"/><Relationship Id="rId163" Type="http://schemas.openxmlformats.org/officeDocument/2006/relationships/customXml" Target="../ink/ink1291.xml"/><Relationship Id="rId219" Type="http://schemas.openxmlformats.org/officeDocument/2006/relationships/customXml" Target="../ink/ink1319.xml"/><Relationship Id="rId370" Type="http://schemas.openxmlformats.org/officeDocument/2006/relationships/image" Target="../media/image1406.png"/><Relationship Id="rId426" Type="http://schemas.openxmlformats.org/officeDocument/2006/relationships/image" Target="../media/image1434.png"/><Relationship Id="rId230" Type="http://schemas.openxmlformats.org/officeDocument/2006/relationships/image" Target="../media/image1336.png"/><Relationship Id="rId25" Type="http://schemas.openxmlformats.org/officeDocument/2006/relationships/customXml" Target="../ink/ink1222.xml"/><Relationship Id="rId67" Type="http://schemas.openxmlformats.org/officeDocument/2006/relationships/customXml" Target="../ink/ink1243.xml"/><Relationship Id="rId272" Type="http://schemas.openxmlformats.org/officeDocument/2006/relationships/image" Target="../media/image1357.png"/><Relationship Id="rId328" Type="http://schemas.openxmlformats.org/officeDocument/2006/relationships/image" Target="../media/image1385.png"/><Relationship Id="rId132" Type="http://schemas.openxmlformats.org/officeDocument/2006/relationships/image" Target="../media/image1287.png"/><Relationship Id="rId174" Type="http://schemas.openxmlformats.org/officeDocument/2006/relationships/image" Target="../media/image1308.png"/><Relationship Id="rId381" Type="http://schemas.openxmlformats.org/officeDocument/2006/relationships/customXml" Target="../ink/ink1400.xml"/><Relationship Id="rId241" Type="http://schemas.openxmlformats.org/officeDocument/2006/relationships/customXml" Target="../ink/ink1330.xml"/><Relationship Id="rId36" Type="http://schemas.openxmlformats.org/officeDocument/2006/relationships/image" Target="../media/image1239.png"/><Relationship Id="rId283" Type="http://schemas.openxmlformats.org/officeDocument/2006/relationships/customXml" Target="../ink/ink1351.xml"/><Relationship Id="rId339" Type="http://schemas.openxmlformats.org/officeDocument/2006/relationships/customXml" Target="../ink/ink1379.xml"/><Relationship Id="rId78" Type="http://schemas.openxmlformats.org/officeDocument/2006/relationships/image" Target="../media/image1260.png"/><Relationship Id="rId101" Type="http://schemas.openxmlformats.org/officeDocument/2006/relationships/customXml" Target="../ink/ink1260.xml"/><Relationship Id="rId143" Type="http://schemas.openxmlformats.org/officeDocument/2006/relationships/customXml" Target="../ink/ink1281.xml"/><Relationship Id="rId185" Type="http://schemas.openxmlformats.org/officeDocument/2006/relationships/customXml" Target="../ink/ink1302.xml"/><Relationship Id="rId350" Type="http://schemas.openxmlformats.org/officeDocument/2006/relationships/image" Target="../media/image1396.png"/><Relationship Id="rId406" Type="http://schemas.openxmlformats.org/officeDocument/2006/relationships/image" Target="../media/image1424.png"/><Relationship Id="rId9" Type="http://schemas.openxmlformats.org/officeDocument/2006/relationships/customXml" Target="../ink/ink1214.xml"/><Relationship Id="rId210" Type="http://schemas.openxmlformats.org/officeDocument/2006/relationships/image" Target="../media/image1326.png"/><Relationship Id="rId392" Type="http://schemas.openxmlformats.org/officeDocument/2006/relationships/image" Target="../media/image1417.png"/><Relationship Id="rId252" Type="http://schemas.openxmlformats.org/officeDocument/2006/relationships/image" Target="../media/image1347.png"/><Relationship Id="rId294" Type="http://schemas.openxmlformats.org/officeDocument/2006/relationships/image" Target="../media/image1368.png"/><Relationship Id="rId308" Type="http://schemas.openxmlformats.org/officeDocument/2006/relationships/image" Target="../media/image1375.png"/><Relationship Id="rId47" Type="http://schemas.openxmlformats.org/officeDocument/2006/relationships/customXml" Target="../ink/ink1233.xml"/><Relationship Id="rId89" Type="http://schemas.openxmlformats.org/officeDocument/2006/relationships/customXml" Target="../ink/ink1254.xml"/><Relationship Id="rId112" Type="http://schemas.openxmlformats.org/officeDocument/2006/relationships/image" Target="../media/image1277.png"/><Relationship Id="rId154" Type="http://schemas.openxmlformats.org/officeDocument/2006/relationships/image" Target="../media/image1298.png"/><Relationship Id="rId361" Type="http://schemas.openxmlformats.org/officeDocument/2006/relationships/customXml" Target="../ink/ink1390.xml"/><Relationship Id="rId196" Type="http://schemas.openxmlformats.org/officeDocument/2006/relationships/image" Target="../media/image1319.png"/><Relationship Id="rId417" Type="http://schemas.openxmlformats.org/officeDocument/2006/relationships/customXml" Target="../ink/ink1418.xml"/><Relationship Id="rId16" Type="http://schemas.openxmlformats.org/officeDocument/2006/relationships/image" Target="../media/image1229.png"/><Relationship Id="rId221" Type="http://schemas.openxmlformats.org/officeDocument/2006/relationships/customXml" Target="../ink/ink1320.xml"/><Relationship Id="rId263" Type="http://schemas.openxmlformats.org/officeDocument/2006/relationships/customXml" Target="../ink/ink1341.xml"/><Relationship Id="rId319" Type="http://schemas.openxmlformats.org/officeDocument/2006/relationships/customXml" Target="../ink/ink1369.xml"/><Relationship Id="rId58" Type="http://schemas.openxmlformats.org/officeDocument/2006/relationships/image" Target="../media/image1250.png"/><Relationship Id="rId123" Type="http://schemas.openxmlformats.org/officeDocument/2006/relationships/customXml" Target="../ink/ink1271.xml"/><Relationship Id="rId330" Type="http://schemas.openxmlformats.org/officeDocument/2006/relationships/image" Target="../media/image1386.png"/><Relationship Id="rId165" Type="http://schemas.openxmlformats.org/officeDocument/2006/relationships/customXml" Target="../ink/ink1292.xml"/><Relationship Id="rId372" Type="http://schemas.openxmlformats.org/officeDocument/2006/relationships/image" Target="../media/image1407.png"/><Relationship Id="rId428" Type="http://schemas.openxmlformats.org/officeDocument/2006/relationships/image" Target="../media/image1435.png"/><Relationship Id="rId232" Type="http://schemas.openxmlformats.org/officeDocument/2006/relationships/image" Target="../media/image1337.png"/><Relationship Id="rId274" Type="http://schemas.openxmlformats.org/officeDocument/2006/relationships/image" Target="../media/image1358.png"/><Relationship Id="rId27" Type="http://schemas.openxmlformats.org/officeDocument/2006/relationships/customXml" Target="../ink/ink1223.xml"/><Relationship Id="rId69" Type="http://schemas.openxmlformats.org/officeDocument/2006/relationships/customXml" Target="../ink/ink1244.xml"/><Relationship Id="rId134" Type="http://schemas.openxmlformats.org/officeDocument/2006/relationships/image" Target="../media/image1288.png"/><Relationship Id="rId80" Type="http://schemas.openxmlformats.org/officeDocument/2006/relationships/image" Target="../media/image1261.png"/><Relationship Id="rId176" Type="http://schemas.openxmlformats.org/officeDocument/2006/relationships/image" Target="../media/image1309.png"/><Relationship Id="rId341" Type="http://schemas.openxmlformats.org/officeDocument/2006/relationships/customXml" Target="../ink/ink1380.xml"/><Relationship Id="rId383" Type="http://schemas.openxmlformats.org/officeDocument/2006/relationships/customXml" Target="../ink/ink1401.xml"/><Relationship Id="rId201" Type="http://schemas.openxmlformats.org/officeDocument/2006/relationships/customXml" Target="../ink/ink1310.xml"/><Relationship Id="rId243" Type="http://schemas.openxmlformats.org/officeDocument/2006/relationships/customXml" Target="../ink/ink1331.xml"/><Relationship Id="rId285" Type="http://schemas.openxmlformats.org/officeDocument/2006/relationships/customXml" Target="../ink/ink1352.xml"/><Relationship Id="rId38" Type="http://schemas.openxmlformats.org/officeDocument/2006/relationships/image" Target="../media/image1240.png"/><Relationship Id="rId103" Type="http://schemas.openxmlformats.org/officeDocument/2006/relationships/customXml" Target="../ink/ink1261.xml"/><Relationship Id="rId310" Type="http://schemas.openxmlformats.org/officeDocument/2006/relationships/image" Target="../media/image1376.png"/><Relationship Id="rId91" Type="http://schemas.openxmlformats.org/officeDocument/2006/relationships/customXml" Target="../ink/ink1255.xml"/><Relationship Id="rId145" Type="http://schemas.openxmlformats.org/officeDocument/2006/relationships/customXml" Target="../ink/ink1282.xml"/><Relationship Id="rId187" Type="http://schemas.openxmlformats.org/officeDocument/2006/relationships/customXml" Target="../ink/ink1303.xml"/><Relationship Id="rId352" Type="http://schemas.openxmlformats.org/officeDocument/2006/relationships/image" Target="../media/image1397.png"/><Relationship Id="rId394" Type="http://schemas.openxmlformats.org/officeDocument/2006/relationships/image" Target="../media/image1418.png"/><Relationship Id="rId408" Type="http://schemas.openxmlformats.org/officeDocument/2006/relationships/image" Target="../media/image142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27.png"/><Relationship Id="rId233" Type="http://schemas.openxmlformats.org/officeDocument/2006/relationships/customXml" Target="../ink/ink1326.xml"/><Relationship Id="rId254" Type="http://schemas.openxmlformats.org/officeDocument/2006/relationships/image" Target="../media/image1348.png"/><Relationship Id="rId28" Type="http://schemas.openxmlformats.org/officeDocument/2006/relationships/image" Target="../media/image1235.png"/><Relationship Id="rId49" Type="http://schemas.openxmlformats.org/officeDocument/2006/relationships/customXml" Target="../ink/ink1234.xml"/><Relationship Id="rId114" Type="http://schemas.openxmlformats.org/officeDocument/2006/relationships/image" Target="../media/image1278.png"/><Relationship Id="rId275" Type="http://schemas.openxmlformats.org/officeDocument/2006/relationships/customXml" Target="../ink/ink1347.xml"/><Relationship Id="rId296" Type="http://schemas.openxmlformats.org/officeDocument/2006/relationships/image" Target="../media/image1369.png"/><Relationship Id="rId300" Type="http://schemas.openxmlformats.org/officeDocument/2006/relationships/image" Target="../media/image1371.png"/><Relationship Id="rId60" Type="http://schemas.openxmlformats.org/officeDocument/2006/relationships/image" Target="../media/image1251.png"/><Relationship Id="rId81" Type="http://schemas.openxmlformats.org/officeDocument/2006/relationships/customXml" Target="../ink/ink1250.xml"/><Relationship Id="rId135" Type="http://schemas.openxmlformats.org/officeDocument/2006/relationships/customXml" Target="../ink/ink1277.xml"/><Relationship Id="rId156" Type="http://schemas.openxmlformats.org/officeDocument/2006/relationships/image" Target="../media/image1299.png"/><Relationship Id="rId177" Type="http://schemas.openxmlformats.org/officeDocument/2006/relationships/customXml" Target="../ink/ink1298.xml"/><Relationship Id="rId198" Type="http://schemas.openxmlformats.org/officeDocument/2006/relationships/image" Target="../media/image1320.png"/><Relationship Id="rId321" Type="http://schemas.openxmlformats.org/officeDocument/2006/relationships/customXml" Target="../ink/ink1370.xml"/><Relationship Id="rId342" Type="http://schemas.openxmlformats.org/officeDocument/2006/relationships/image" Target="../media/image1392.png"/><Relationship Id="rId363" Type="http://schemas.openxmlformats.org/officeDocument/2006/relationships/customXml" Target="../ink/ink1391.xml"/><Relationship Id="rId384" Type="http://schemas.openxmlformats.org/officeDocument/2006/relationships/image" Target="../media/image1413.png"/><Relationship Id="rId419" Type="http://schemas.openxmlformats.org/officeDocument/2006/relationships/customXml" Target="../ink/ink1419.xml"/><Relationship Id="rId202" Type="http://schemas.openxmlformats.org/officeDocument/2006/relationships/image" Target="../media/image1322.png"/><Relationship Id="rId223" Type="http://schemas.openxmlformats.org/officeDocument/2006/relationships/customXml" Target="../ink/ink1321.xml"/><Relationship Id="rId244" Type="http://schemas.openxmlformats.org/officeDocument/2006/relationships/image" Target="../media/image1343.png"/><Relationship Id="rId430" Type="http://schemas.openxmlformats.org/officeDocument/2006/relationships/image" Target="../media/image1436.png"/><Relationship Id="rId18" Type="http://schemas.openxmlformats.org/officeDocument/2006/relationships/image" Target="../media/image1230.png"/><Relationship Id="rId39" Type="http://schemas.openxmlformats.org/officeDocument/2006/relationships/customXml" Target="../ink/ink1229.xml"/><Relationship Id="rId265" Type="http://schemas.openxmlformats.org/officeDocument/2006/relationships/customXml" Target="../ink/ink1342.xml"/><Relationship Id="rId286" Type="http://schemas.openxmlformats.org/officeDocument/2006/relationships/image" Target="../media/image1364.png"/><Relationship Id="rId50" Type="http://schemas.openxmlformats.org/officeDocument/2006/relationships/image" Target="../media/image1246.png"/><Relationship Id="rId104" Type="http://schemas.openxmlformats.org/officeDocument/2006/relationships/image" Target="../media/image1273.png"/><Relationship Id="rId125" Type="http://schemas.openxmlformats.org/officeDocument/2006/relationships/customXml" Target="../ink/ink1272.xml"/><Relationship Id="rId146" Type="http://schemas.openxmlformats.org/officeDocument/2006/relationships/image" Target="../media/image1294.png"/><Relationship Id="rId167" Type="http://schemas.openxmlformats.org/officeDocument/2006/relationships/customXml" Target="../ink/ink1293.xml"/><Relationship Id="rId188" Type="http://schemas.openxmlformats.org/officeDocument/2006/relationships/image" Target="../media/image1315.png"/><Relationship Id="rId311" Type="http://schemas.openxmlformats.org/officeDocument/2006/relationships/customXml" Target="../ink/ink1365.xml"/><Relationship Id="rId332" Type="http://schemas.openxmlformats.org/officeDocument/2006/relationships/image" Target="../media/image1387.png"/><Relationship Id="rId353" Type="http://schemas.openxmlformats.org/officeDocument/2006/relationships/customXml" Target="../ink/ink1386.xml"/><Relationship Id="rId374" Type="http://schemas.openxmlformats.org/officeDocument/2006/relationships/image" Target="../media/image1408.png"/><Relationship Id="rId395" Type="http://schemas.openxmlformats.org/officeDocument/2006/relationships/customXml" Target="../ink/ink1407.xml"/><Relationship Id="rId409" Type="http://schemas.openxmlformats.org/officeDocument/2006/relationships/customXml" Target="../ink/ink1414.xml"/><Relationship Id="rId71" Type="http://schemas.openxmlformats.org/officeDocument/2006/relationships/customXml" Target="../ink/ink1245.xml"/><Relationship Id="rId92" Type="http://schemas.openxmlformats.org/officeDocument/2006/relationships/image" Target="../media/image1267.png"/><Relationship Id="rId213" Type="http://schemas.openxmlformats.org/officeDocument/2006/relationships/customXml" Target="../ink/ink1316.xml"/><Relationship Id="rId234" Type="http://schemas.openxmlformats.org/officeDocument/2006/relationships/image" Target="../media/image1338.png"/><Relationship Id="rId420" Type="http://schemas.openxmlformats.org/officeDocument/2006/relationships/image" Target="../media/image1431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224.xml"/><Relationship Id="rId255" Type="http://schemas.openxmlformats.org/officeDocument/2006/relationships/customXml" Target="../ink/ink1337.xml"/><Relationship Id="rId276" Type="http://schemas.openxmlformats.org/officeDocument/2006/relationships/image" Target="../media/image1359.png"/><Relationship Id="rId297" Type="http://schemas.openxmlformats.org/officeDocument/2006/relationships/customXml" Target="../ink/ink1358.xml"/><Relationship Id="rId40" Type="http://schemas.openxmlformats.org/officeDocument/2006/relationships/image" Target="../media/image1241.png"/><Relationship Id="rId115" Type="http://schemas.openxmlformats.org/officeDocument/2006/relationships/customXml" Target="../ink/ink1267.xml"/><Relationship Id="rId136" Type="http://schemas.openxmlformats.org/officeDocument/2006/relationships/image" Target="../media/image1289.png"/><Relationship Id="rId157" Type="http://schemas.openxmlformats.org/officeDocument/2006/relationships/customXml" Target="../ink/ink1288.xml"/><Relationship Id="rId178" Type="http://schemas.openxmlformats.org/officeDocument/2006/relationships/image" Target="../media/image1310.png"/><Relationship Id="rId301" Type="http://schemas.openxmlformats.org/officeDocument/2006/relationships/customXml" Target="../ink/ink1360.xml"/><Relationship Id="rId322" Type="http://schemas.openxmlformats.org/officeDocument/2006/relationships/image" Target="../media/image1382.png"/><Relationship Id="rId343" Type="http://schemas.openxmlformats.org/officeDocument/2006/relationships/customXml" Target="../ink/ink1381.xml"/><Relationship Id="rId364" Type="http://schemas.openxmlformats.org/officeDocument/2006/relationships/image" Target="../media/image1403.png"/><Relationship Id="rId61" Type="http://schemas.openxmlformats.org/officeDocument/2006/relationships/customXml" Target="../ink/ink1240.xml"/><Relationship Id="rId82" Type="http://schemas.openxmlformats.org/officeDocument/2006/relationships/image" Target="../media/image1262.png"/><Relationship Id="rId199" Type="http://schemas.openxmlformats.org/officeDocument/2006/relationships/customXml" Target="../ink/ink1309.xml"/><Relationship Id="rId203" Type="http://schemas.openxmlformats.org/officeDocument/2006/relationships/customXml" Target="../ink/ink1311.xml"/><Relationship Id="rId385" Type="http://schemas.openxmlformats.org/officeDocument/2006/relationships/customXml" Target="../ink/ink1402.xml"/><Relationship Id="rId19" Type="http://schemas.openxmlformats.org/officeDocument/2006/relationships/customXml" Target="../ink/ink1219.xml"/><Relationship Id="rId224" Type="http://schemas.openxmlformats.org/officeDocument/2006/relationships/image" Target="../media/image1333.png"/><Relationship Id="rId245" Type="http://schemas.openxmlformats.org/officeDocument/2006/relationships/customXml" Target="../ink/ink1332.xml"/><Relationship Id="rId266" Type="http://schemas.openxmlformats.org/officeDocument/2006/relationships/image" Target="../media/image1354.png"/><Relationship Id="rId287" Type="http://schemas.openxmlformats.org/officeDocument/2006/relationships/customXml" Target="../ink/ink1353.xml"/><Relationship Id="rId410" Type="http://schemas.openxmlformats.org/officeDocument/2006/relationships/image" Target="../media/image1426.png"/><Relationship Id="rId431" Type="http://schemas.openxmlformats.org/officeDocument/2006/relationships/customXml" Target="../ink/ink1425.xml"/><Relationship Id="rId30" Type="http://schemas.openxmlformats.org/officeDocument/2006/relationships/image" Target="../media/image1236.png"/><Relationship Id="rId105" Type="http://schemas.openxmlformats.org/officeDocument/2006/relationships/customXml" Target="../ink/ink1262.xml"/><Relationship Id="rId126" Type="http://schemas.openxmlformats.org/officeDocument/2006/relationships/image" Target="../media/image1284.png"/><Relationship Id="rId147" Type="http://schemas.openxmlformats.org/officeDocument/2006/relationships/customXml" Target="../ink/ink1283.xml"/><Relationship Id="rId168" Type="http://schemas.openxmlformats.org/officeDocument/2006/relationships/image" Target="../media/image1305.png"/><Relationship Id="rId312" Type="http://schemas.openxmlformats.org/officeDocument/2006/relationships/image" Target="../media/image1377.png"/><Relationship Id="rId333" Type="http://schemas.openxmlformats.org/officeDocument/2006/relationships/customXml" Target="../ink/ink1376.xml"/><Relationship Id="rId354" Type="http://schemas.openxmlformats.org/officeDocument/2006/relationships/image" Target="../media/image1398.png"/><Relationship Id="rId51" Type="http://schemas.openxmlformats.org/officeDocument/2006/relationships/customXml" Target="../ink/ink1235.xml"/><Relationship Id="rId72" Type="http://schemas.openxmlformats.org/officeDocument/2006/relationships/image" Target="../media/image1257.png"/><Relationship Id="rId93" Type="http://schemas.openxmlformats.org/officeDocument/2006/relationships/customXml" Target="../ink/ink1256.xml"/><Relationship Id="rId189" Type="http://schemas.openxmlformats.org/officeDocument/2006/relationships/customXml" Target="../ink/ink1304.xml"/><Relationship Id="rId375" Type="http://schemas.openxmlformats.org/officeDocument/2006/relationships/customXml" Target="../ink/ink1397.xml"/><Relationship Id="rId396" Type="http://schemas.openxmlformats.org/officeDocument/2006/relationships/image" Target="../media/image1419.png"/><Relationship Id="rId3" Type="http://schemas.openxmlformats.org/officeDocument/2006/relationships/image" Target="../media/image1222.svg"/><Relationship Id="rId214" Type="http://schemas.openxmlformats.org/officeDocument/2006/relationships/image" Target="../media/image1328.png"/><Relationship Id="rId235" Type="http://schemas.openxmlformats.org/officeDocument/2006/relationships/customXml" Target="../ink/ink1327.xml"/><Relationship Id="rId256" Type="http://schemas.openxmlformats.org/officeDocument/2006/relationships/image" Target="../media/image1349.png"/><Relationship Id="rId277" Type="http://schemas.openxmlformats.org/officeDocument/2006/relationships/customXml" Target="../ink/ink1348.xml"/><Relationship Id="rId298" Type="http://schemas.openxmlformats.org/officeDocument/2006/relationships/image" Target="../media/image1370.png"/><Relationship Id="rId400" Type="http://schemas.openxmlformats.org/officeDocument/2006/relationships/image" Target="../media/image1421.png"/><Relationship Id="rId421" Type="http://schemas.openxmlformats.org/officeDocument/2006/relationships/customXml" Target="../ink/ink1420.xml"/><Relationship Id="rId116" Type="http://schemas.openxmlformats.org/officeDocument/2006/relationships/image" Target="../media/image1279.png"/><Relationship Id="rId137" Type="http://schemas.openxmlformats.org/officeDocument/2006/relationships/customXml" Target="../ink/ink1278.xml"/><Relationship Id="rId158" Type="http://schemas.openxmlformats.org/officeDocument/2006/relationships/image" Target="../media/image1300.png"/><Relationship Id="rId302" Type="http://schemas.openxmlformats.org/officeDocument/2006/relationships/image" Target="../media/image1372.png"/><Relationship Id="rId323" Type="http://schemas.openxmlformats.org/officeDocument/2006/relationships/customXml" Target="../ink/ink1371.xml"/><Relationship Id="rId344" Type="http://schemas.openxmlformats.org/officeDocument/2006/relationships/image" Target="../media/image1393.png"/><Relationship Id="rId20" Type="http://schemas.openxmlformats.org/officeDocument/2006/relationships/image" Target="../media/image1231.png"/><Relationship Id="rId41" Type="http://schemas.openxmlformats.org/officeDocument/2006/relationships/customXml" Target="../ink/ink1230.xml"/><Relationship Id="rId62" Type="http://schemas.openxmlformats.org/officeDocument/2006/relationships/image" Target="../media/image1252.png"/><Relationship Id="rId83" Type="http://schemas.openxmlformats.org/officeDocument/2006/relationships/customXml" Target="../ink/ink1251.xml"/><Relationship Id="rId179" Type="http://schemas.openxmlformats.org/officeDocument/2006/relationships/customXml" Target="../ink/ink1299.xml"/><Relationship Id="rId365" Type="http://schemas.openxmlformats.org/officeDocument/2006/relationships/customXml" Target="../ink/ink1392.xml"/><Relationship Id="rId386" Type="http://schemas.openxmlformats.org/officeDocument/2006/relationships/image" Target="../media/image1414.png"/><Relationship Id="rId190" Type="http://schemas.openxmlformats.org/officeDocument/2006/relationships/image" Target="../media/image1316.png"/><Relationship Id="rId204" Type="http://schemas.openxmlformats.org/officeDocument/2006/relationships/image" Target="../media/image1323.png"/><Relationship Id="rId225" Type="http://schemas.openxmlformats.org/officeDocument/2006/relationships/customXml" Target="../ink/ink1322.xml"/><Relationship Id="rId246" Type="http://schemas.openxmlformats.org/officeDocument/2006/relationships/image" Target="../media/image1344.png"/><Relationship Id="rId267" Type="http://schemas.openxmlformats.org/officeDocument/2006/relationships/customXml" Target="../ink/ink1343.xml"/><Relationship Id="rId288" Type="http://schemas.openxmlformats.org/officeDocument/2006/relationships/image" Target="../media/image1365.png"/><Relationship Id="rId411" Type="http://schemas.openxmlformats.org/officeDocument/2006/relationships/customXml" Target="../ink/ink1415.xml"/><Relationship Id="rId432" Type="http://schemas.openxmlformats.org/officeDocument/2006/relationships/image" Target="../media/image1437.png"/><Relationship Id="rId106" Type="http://schemas.openxmlformats.org/officeDocument/2006/relationships/image" Target="../media/image1274.png"/><Relationship Id="rId127" Type="http://schemas.openxmlformats.org/officeDocument/2006/relationships/customXml" Target="../ink/ink1273.xml"/><Relationship Id="rId313" Type="http://schemas.openxmlformats.org/officeDocument/2006/relationships/customXml" Target="../ink/ink1366.xml"/><Relationship Id="rId10" Type="http://schemas.openxmlformats.org/officeDocument/2006/relationships/image" Target="../media/image1226.png"/><Relationship Id="rId31" Type="http://schemas.openxmlformats.org/officeDocument/2006/relationships/customXml" Target="../ink/ink1225.xml"/><Relationship Id="rId52" Type="http://schemas.openxmlformats.org/officeDocument/2006/relationships/image" Target="../media/image1247.png"/><Relationship Id="rId73" Type="http://schemas.openxmlformats.org/officeDocument/2006/relationships/customXml" Target="../ink/ink1246.xml"/><Relationship Id="rId94" Type="http://schemas.openxmlformats.org/officeDocument/2006/relationships/image" Target="../media/image1268.png"/><Relationship Id="rId148" Type="http://schemas.openxmlformats.org/officeDocument/2006/relationships/image" Target="../media/image1295.png"/><Relationship Id="rId169" Type="http://schemas.openxmlformats.org/officeDocument/2006/relationships/customXml" Target="../ink/ink1294.xml"/><Relationship Id="rId334" Type="http://schemas.openxmlformats.org/officeDocument/2006/relationships/image" Target="../media/image1388.png"/><Relationship Id="rId355" Type="http://schemas.openxmlformats.org/officeDocument/2006/relationships/customXml" Target="../ink/ink1387.xml"/><Relationship Id="rId376" Type="http://schemas.openxmlformats.org/officeDocument/2006/relationships/image" Target="../media/image1409.png"/><Relationship Id="rId397" Type="http://schemas.openxmlformats.org/officeDocument/2006/relationships/customXml" Target="../ink/ink1408.xml"/><Relationship Id="rId4" Type="http://schemas.openxmlformats.org/officeDocument/2006/relationships/image" Target="../media/image1223.svg"/><Relationship Id="rId180" Type="http://schemas.openxmlformats.org/officeDocument/2006/relationships/image" Target="../media/image1311.png"/><Relationship Id="rId215" Type="http://schemas.openxmlformats.org/officeDocument/2006/relationships/customXml" Target="../ink/ink1317.xml"/><Relationship Id="rId236" Type="http://schemas.openxmlformats.org/officeDocument/2006/relationships/image" Target="../media/image1339.png"/><Relationship Id="rId257" Type="http://schemas.openxmlformats.org/officeDocument/2006/relationships/customXml" Target="../ink/ink1338.xml"/><Relationship Id="rId278" Type="http://schemas.openxmlformats.org/officeDocument/2006/relationships/image" Target="../media/image1360.png"/><Relationship Id="rId401" Type="http://schemas.openxmlformats.org/officeDocument/2006/relationships/customXml" Target="../ink/ink1410.xml"/><Relationship Id="rId422" Type="http://schemas.openxmlformats.org/officeDocument/2006/relationships/image" Target="../media/image1432.png"/><Relationship Id="rId303" Type="http://schemas.openxmlformats.org/officeDocument/2006/relationships/customXml" Target="../ink/ink1361.xml"/><Relationship Id="rId42" Type="http://schemas.openxmlformats.org/officeDocument/2006/relationships/image" Target="../media/image1242.png"/><Relationship Id="rId84" Type="http://schemas.openxmlformats.org/officeDocument/2006/relationships/image" Target="../media/image1263.png"/><Relationship Id="rId138" Type="http://schemas.openxmlformats.org/officeDocument/2006/relationships/image" Target="../media/image1290.png"/><Relationship Id="rId345" Type="http://schemas.openxmlformats.org/officeDocument/2006/relationships/customXml" Target="../ink/ink1382.xml"/><Relationship Id="rId387" Type="http://schemas.openxmlformats.org/officeDocument/2006/relationships/customXml" Target="../ink/ink1403.xml"/><Relationship Id="rId191" Type="http://schemas.openxmlformats.org/officeDocument/2006/relationships/customXml" Target="../ink/ink1305.xml"/><Relationship Id="rId205" Type="http://schemas.openxmlformats.org/officeDocument/2006/relationships/customXml" Target="../ink/ink1312.xml"/><Relationship Id="rId247" Type="http://schemas.openxmlformats.org/officeDocument/2006/relationships/customXml" Target="../ink/ink1333.xml"/><Relationship Id="rId412" Type="http://schemas.openxmlformats.org/officeDocument/2006/relationships/image" Target="../media/image1427.png"/><Relationship Id="rId107" Type="http://schemas.openxmlformats.org/officeDocument/2006/relationships/customXml" Target="../ink/ink1263.xml"/><Relationship Id="rId289" Type="http://schemas.openxmlformats.org/officeDocument/2006/relationships/customXml" Target="../ink/ink1354.xml"/><Relationship Id="rId11" Type="http://schemas.openxmlformats.org/officeDocument/2006/relationships/customXml" Target="../ink/ink1215.xml"/><Relationship Id="rId53" Type="http://schemas.openxmlformats.org/officeDocument/2006/relationships/customXml" Target="../ink/ink1236.xml"/><Relationship Id="rId149" Type="http://schemas.openxmlformats.org/officeDocument/2006/relationships/customXml" Target="../ink/ink1284.xml"/><Relationship Id="rId314" Type="http://schemas.openxmlformats.org/officeDocument/2006/relationships/image" Target="../media/image1378.png"/><Relationship Id="rId356" Type="http://schemas.openxmlformats.org/officeDocument/2006/relationships/image" Target="../media/image1399.png"/><Relationship Id="rId398" Type="http://schemas.openxmlformats.org/officeDocument/2006/relationships/image" Target="../media/image1420.png"/><Relationship Id="rId95" Type="http://schemas.openxmlformats.org/officeDocument/2006/relationships/customXml" Target="../ink/ink1257.xml"/><Relationship Id="rId160" Type="http://schemas.openxmlformats.org/officeDocument/2006/relationships/image" Target="../media/image1301.png"/><Relationship Id="rId216" Type="http://schemas.openxmlformats.org/officeDocument/2006/relationships/image" Target="../media/image1329.png"/><Relationship Id="rId423" Type="http://schemas.openxmlformats.org/officeDocument/2006/relationships/customXml" Target="../ink/ink1421.xml"/><Relationship Id="rId258" Type="http://schemas.openxmlformats.org/officeDocument/2006/relationships/image" Target="../media/image1350.png"/><Relationship Id="rId22" Type="http://schemas.openxmlformats.org/officeDocument/2006/relationships/image" Target="../media/image1232.png"/><Relationship Id="rId64" Type="http://schemas.openxmlformats.org/officeDocument/2006/relationships/image" Target="../media/image1253.png"/><Relationship Id="rId118" Type="http://schemas.openxmlformats.org/officeDocument/2006/relationships/image" Target="../media/image1280.png"/><Relationship Id="rId325" Type="http://schemas.openxmlformats.org/officeDocument/2006/relationships/customXml" Target="../ink/ink1372.xml"/><Relationship Id="rId367" Type="http://schemas.openxmlformats.org/officeDocument/2006/relationships/customXml" Target="../ink/ink1393.xml"/><Relationship Id="rId171" Type="http://schemas.openxmlformats.org/officeDocument/2006/relationships/customXml" Target="../ink/ink1295.xml"/><Relationship Id="rId227" Type="http://schemas.openxmlformats.org/officeDocument/2006/relationships/customXml" Target="../ink/ink1323.xml"/><Relationship Id="rId269" Type="http://schemas.openxmlformats.org/officeDocument/2006/relationships/customXml" Target="../ink/ink1344.xml"/><Relationship Id="rId33" Type="http://schemas.openxmlformats.org/officeDocument/2006/relationships/customXml" Target="../ink/ink1226.xml"/><Relationship Id="rId129" Type="http://schemas.openxmlformats.org/officeDocument/2006/relationships/customXml" Target="../ink/ink1274.xml"/><Relationship Id="rId280" Type="http://schemas.openxmlformats.org/officeDocument/2006/relationships/image" Target="../media/image1361.png"/><Relationship Id="rId336" Type="http://schemas.openxmlformats.org/officeDocument/2006/relationships/image" Target="../media/image1389.png"/><Relationship Id="rId75" Type="http://schemas.openxmlformats.org/officeDocument/2006/relationships/customXml" Target="../ink/ink1247.xml"/><Relationship Id="rId140" Type="http://schemas.openxmlformats.org/officeDocument/2006/relationships/image" Target="../media/image1291.png"/><Relationship Id="rId182" Type="http://schemas.openxmlformats.org/officeDocument/2006/relationships/image" Target="../media/image1312.png"/><Relationship Id="rId378" Type="http://schemas.openxmlformats.org/officeDocument/2006/relationships/image" Target="../media/image1410.png"/><Relationship Id="rId403" Type="http://schemas.openxmlformats.org/officeDocument/2006/relationships/customXml" Target="../ink/ink1411.xml"/><Relationship Id="rId6" Type="http://schemas.openxmlformats.org/officeDocument/2006/relationships/image" Target="../media/image1224.png"/><Relationship Id="rId238" Type="http://schemas.openxmlformats.org/officeDocument/2006/relationships/image" Target="../media/image1340.png"/><Relationship Id="rId291" Type="http://schemas.openxmlformats.org/officeDocument/2006/relationships/customXml" Target="../ink/ink1355.xml"/><Relationship Id="rId305" Type="http://schemas.openxmlformats.org/officeDocument/2006/relationships/customXml" Target="../ink/ink1362.xml"/><Relationship Id="rId347" Type="http://schemas.openxmlformats.org/officeDocument/2006/relationships/customXml" Target="../ink/ink1383.xml"/><Relationship Id="rId44" Type="http://schemas.openxmlformats.org/officeDocument/2006/relationships/image" Target="../media/image1243.png"/><Relationship Id="rId86" Type="http://schemas.openxmlformats.org/officeDocument/2006/relationships/image" Target="../media/image1264.png"/><Relationship Id="rId151" Type="http://schemas.openxmlformats.org/officeDocument/2006/relationships/customXml" Target="../ink/ink1285.xml"/><Relationship Id="rId389" Type="http://schemas.openxmlformats.org/officeDocument/2006/relationships/customXml" Target="../ink/ink1404.xml"/><Relationship Id="rId193" Type="http://schemas.openxmlformats.org/officeDocument/2006/relationships/customXml" Target="../ink/ink1306.xml"/><Relationship Id="rId207" Type="http://schemas.openxmlformats.org/officeDocument/2006/relationships/customXml" Target="../ink/ink1313.xml"/><Relationship Id="rId249" Type="http://schemas.openxmlformats.org/officeDocument/2006/relationships/customXml" Target="../ink/ink1334.xml"/><Relationship Id="rId414" Type="http://schemas.openxmlformats.org/officeDocument/2006/relationships/image" Target="../media/image1428.png"/><Relationship Id="rId13" Type="http://schemas.openxmlformats.org/officeDocument/2006/relationships/customXml" Target="../ink/ink1216.xml"/><Relationship Id="rId109" Type="http://schemas.openxmlformats.org/officeDocument/2006/relationships/customXml" Target="../ink/ink1264.xml"/><Relationship Id="rId260" Type="http://schemas.openxmlformats.org/officeDocument/2006/relationships/image" Target="../media/image1351.png"/><Relationship Id="rId316" Type="http://schemas.openxmlformats.org/officeDocument/2006/relationships/image" Target="../media/image1379.png"/><Relationship Id="rId55" Type="http://schemas.openxmlformats.org/officeDocument/2006/relationships/customXml" Target="../ink/ink1237.xml"/><Relationship Id="rId97" Type="http://schemas.openxmlformats.org/officeDocument/2006/relationships/customXml" Target="../ink/ink1258.xml"/><Relationship Id="rId120" Type="http://schemas.openxmlformats.org/officeDocument/2006/relationships/image" Target="../media/image1281.png"/><Relationship Id="rId358" Type="http://schemas.openxmlformats.org/officeDocument/2006/relationships/image" Target="../media/image1400.png"/><Relationship Id="rId162" Type="http://schemas.openxmlformats.org/officeDocument/2006/relationships/image" Target="../media/image1302.png"/><Relationship Id="rId218" Type="http://schemas.openxmlformats.org/officeDocument/2006/relationships/image" Target="../media/image1330.png"/><Relationship Id="rId425" Type="http://schemas.openxmlformats.org/officeDocument/2006/relationships/customXml" Target="../ink/ink1422.xml"/><Relationship Id="rId271" Type="http://schemas.openxmlformats.org/officeDocument/2006/relationships/customXml" Target="../ink/ink1345.xml"/><Relationship Id="rId24" Type="http://schemas.openxmlformats.org/officeDocument/2006/relationships/image" Target="../media/image1233.png"/><Relationship Id="rId66" Type="http://schemas.openxmlformats.org/officeDocument/2006/relationships/image" Target="../media/image1254.png"/><Relationship Id="rId131" Type="http://schemas.openxmlformats.org/officeDocument/2006/relationships/customXml" Target="../ink/ink1275.xml"/><Relationship Id="rId327" Type="http://schemas.openxmlformats.org/officeDocument/2006/relationships/customXml" Target="../ink/ink1373.xml"/><Relationship Id="rId369" Type="http://schemas.openxmlformats.org/officeDocument/2006/relationships/customXml" Target="../ink/ink1394.xml"/><Relationship Id="rId173" Type="http://schemas.openxmlformats.org/officeDocument/2006/relationships/customXml" Target="../ink/ink1296.xml"/><Relationship Id="rId229" Type="http://schemas.openxmlformats.org/officeDocument/2006/relationships/customXml" Target="../ink/ink1324.xml"/><Relationship Id="rId380" Type="http://schemas.openxmlformats.org/officeDocument/2006/relationships/image" Target="../media/image1411.png"/><Relationship Id="rId240" Type="http://schemas.openxmlformats.org/officeDocument/2006/relationships/image" Target="../media/image1341.png"/><Relationship Id="rId35" Type="http://schemas.openxmlformats.org/officeDocument/2006/relationships/customXml" Target="../ink/ink1227.xml"/><Relationship Id="rId77" Type="http://schemas.openxmlformats.org/officeDocument/2006/relationships/customXml" Target="../ink/ink1248.xml"/><Relationship Id="rId100" Type="http://schemas.openxmlformats.org/officeDocument/2006/relationships/image" Target="../media/image1271.png"/><Relationship Id="rId282" Type="http://schemas.openxmlformats.org/officeDocument/2006/relationships/image" Target="../media/image1362.png"/><Relationship Id="rId338" Type="http://schemas.openxmlformats.org/officeDocument/2006/relationships/image" Target="../media/image1390.png"/><Relationship Id="rId8" Type="http://schemas.openxmlformats.org/officeDocument/2006/relationships/image" Target="../media/image1225.png"/><Relationship Id="rId142" Type="http://schemas.openxmlformats.org/officeDocument/2006/relationships/image" Target="../media/image1292.png"/><Relationship Id="rId184" Type="http://schemas.openxmlformats.org/officeDocument/2006/relationships/image" Target="../media/image1313.png"/><Relationship Id="rId391" Type="http://schemas.openxmlformats.org/officeDocument/2006/relationships/customXml" Target="../ink/ink1405.xml"/><Relationship Id="rId405" Type="http://schemas.openxmlformats.org/officeDocument/2006/relationships/customXml" Target="../ink/ink1412.xml"/><Relationship Id="rId251" Type="http://schemas.openxmlformats.org/officeDocument/2006/relationships/customXml" Target="../ink/ink1335.xml"/><Relationship Id="rId46" Type="http://schemas.openxmlformats.org/officeDocument/2006/relationships/image" Target="../media/image1244.png"/><Relationship Id="rId293" Type="http://schemas.openxmlformats.org/officeDocument/2006/relationships/customXml" Target="../ink/ink1356.xml"/><Relationship Id="rId307" Type="http://schemas.openxmlformats.org/officeDocument/2006/relationships/customXml" Target="../ink/ink1363.xml"/><Relationship Id="rId349" Type="http://schemas.openxmlformats.org/officeDocument/2006/relationships/customXml" Target="../ink/ink1384.xml"/><Relationship Id="rId88" Type="http://schemas.openxmlformats.org/officeDocument/2006/relationships/image" Target="../media/image1265.png"/><Relationship Id="rId111" Type="http://schemas.openxmlformats.org/officeDocument/2006/relationships/customXml" Target="../ink/ink1265.xml"/><Relationship Id="rId153" Type="http://schemas.openxmlformats.org/officeDocument/2006/relationships/customXml" Target="../ink/ink1286.xml"/><Relationship Id="rId195" Type="http://schemas.openxmlformats.org/officeDocument/2006/relationships/customXml" Target="../ink/ink1307.xml"/><Relationship Id="rId209" Type="http://schemas.openxmlformats.org/officeDocument/2006/relationships/customXml" Target="../ink/ink1314.xml"/><Relationship Id="rId360" Type="http://schemas.openxmlformats.org/officeDocument/2006/relationships/image" Target="../media/image1401.png"/><Relationship Id="rId416" Type="http://schemas.openxmlformats.org/officeDocument/2006/relationships/image" Target="../media/image1429.png"/><Relationship Id="rId220" Type="http://schemas.openxmlformats.org/officeDocument/2006/relationships/image" Target="../media/image1331.png"/><Relationship Id="rId15" Type="http://schemas.openxmlformats.org/officeDocument/2006/relationships/customXml" Target="../ink/ink1217.xml"/><Relationship Id="rId57" Type="http://schemas.openxmlformats.org/officeDocument/2006/relationships/customXml" Target="../ink/ink1238.xml"/><Relationship Id="rId262" Type="http://schemas.openxmlformats.org/officeDocument/2006/relationships/image" Target="../media/image1352.png"/><Relationship Id="rId318" Type="http://schemas.openxmlformats.org/officeDocument/2006/relationships/image" Target="../media/image1380.png"/><Relationship Id="rId99" Type="http://schemas.openxmlformats.org/officeDocument/2006/relationships/customXml" Target="../ink/ink1259.xml"/><Relationship Id="rId122" Type="http://schemas.openxmlformats.org/officeDocument/2006/relationships/image" Target="../media/image1282.png"/><Relationship Id="rId164" Type="http://schemas.openxmlformats.org/officeDocument/2006/relationships/image" Target="../media/image1303.png"/><Relationship Id="rId371" Type="http://schemas.openxmlformats.org/officeDocument/2006/relationships/customXml" Target="../ink/ink1395.xml"/><Relationship Id="rId427" Type="http://schemas.openxmlformats.org/officeDocument/2006/relationships/customXml" Target="../ink/ink1423.xml"/><Relationship Id="rId26" Type="http://schemas.openxmlformats.org/officeDocument/2006/relationships/image" Target="../media/image1234.png"/><Relationship Id="rId231" Type="http://schemas.openxmlformats.org/officeDocument/2006/relationships/customXml" Target="../ink/ink1325.xml"/><Relationship Id="rId273" Type="http://schemas.openxmlformats.org/officeDocument/2006/relationships/customXml" Target="../ink/ink1346.xml"/><Relationship Id="rId329" Type="http://schemas.openxmlformats.org/officeDocument/2006/relationships/customXml" Target="../ink/ink1374.xml"/><Relationship Id="rId68" Type="http://schemas.openxmlformats.org/officeDocument/2006/relationships/image" Target="../media/image1255.png"/><Relationship Id="rId133" Type="http://schemas.openxmlformats.org/officeDocument/2006/relationships/customXml" Target="../ink/ink1276.xml"/><Relationship Id="rId175" Type="http://schemas.openxmlformats.org/officeDocument/2006/relationships/customXml" Target="../ink/ink1297.xml"/><Relationship Id="rId340" Type="http://schemas.openxmlformats.org/officeDocument/2006/relationships/image" Target="../media/image1391.png"/><Relationship Id="rId200" Type="http://schemas.openxmlformats.org/officeDocument/2006/relationships/image" Target="../media/image1321.png"/><Relationship Id="rId382" Type="http://schemas.openxmlformats.org/officeDocument/2006/relationships/image" Target="../media/image1412.png"/><Relationship Id="rId242" Type="http://schemas.openxmlformats.org/officeDocument/2006/relationships/image" Target="../media/image1342.png"/><Relationship Id="rId284" Type="http://schemas.openxmlformats.org/officeDocument/2006/relationships/image" Target="../media/image1363.png"/><Relationship Id="rId37" Type="http://schemas.openxmlformats.org/officeDocument/2006/relationships/customXml" Target="../ink/ink1228.xml"/><Relationship Id="rId79" Type="http://schemas.openxmlformats.org/officeDocument/2006/relationships/customXml" Target="../ink/ink1249.xml"/><Relationship Id="rId102" Type="http://schemas.openxmlformats.org/officeDocument/2006/relationships/image" Target="../media/image1272.png"/><Relationship Id="rId144" Type="http://schemas.openxmlformats.org/officeDocument/2006/relationships/image" Target="../media/image1293.png"/><Relationship Id="rId90" Type="http://schemas.openxmlformats.org/officeDocument/2006/relationships/image" Target="../media/image1266.png"/><Relationship Id="rId186" Type="http://schemas.openxmlformats.org/officeDocument/2006/relationships/image" Target="../media/image1314.png"/><Relationship Id="rId351" Type="http://schemas.openxmlformats.org/officeDocument/2006/relationships/customXml" Target="../ink/ink1385.xml"/><Relationship Id="rId393" Type="http://schemas.openxmlformats.org/officeDocument/2006/relationships/customXml" Target="../ink/ink1406.xml"/><Relationship Id="rId407" Type="http://schemas.openxmlformats.org/officeDocument/2006/relationships/customXml" Target="../ink/ink1413.xml"/><Relationship Id="rId211" Type="http://schemas.openxmlformats.org/officeDocument/2006/relationships/customXml" Target="../ink/ink1315.xml"/><Relationship Id="rId253" Type="http://schemas.openxmlformats.org/officeDocument/2006/relationships/customXml" Target="../ink/ink1336.xml"/><Relationship Id="rId295" Type="http://schemas.openxmlformats.org/officeDocument/2006/relationships/customXml" Target="../ink/ink1357.xml"/><Relationship Id="rId309" Type="http://schemas.openxmlformats.org/officeDocument/2006/relationships/customXml" Target="../ink/ink1364.xml"/><Relationship Id="rId48" Type="http://schemas.openxmlformats.org/officeDocument/2006/relationships/image" Target="../media/image1245.png"/><Relationship Id="rId113" Type="http://schemas.openxmlformats.org/officeDocument/2006/relationships/customXml" Target="../ink/ink1266.xml"/><Relationship Id="rId320" Type="http://schemas.openxmlformats.org/officeDocument/2006/relationships/image" Target="../media/image1381.png"/><Relationship Id="rId155" Type="http://schemas.openxmlformats.org/officeDocument/2006/relationships/customXml" Target="../ink/ink1287.xml"/><Relationship Id="rId197" Type="http://schemas.openxmlformats.org/officeDocument/2006/relationships/customXml" Target="../ink/ink1308.xml"/><Relationship Id="rId362" Type="http://schemas.openxmlformats.org/officeDocument/2006/relationships/image" Target="../media/image1402.png"/><Relationship Id="rId418" Type="http://schemas.openxmlformats.org/officeDocument/2006/relationships/image" Target="../media/image1430.png"/><Relationship Id="rId222" Type="http://schemas.openxmlformats.org/officeDocument/2006/relationships/image" Target="../media/image1332.png"/><Relationship Id="rId264" Type="http://schemas.openxmlformats.org/officeDocument/2006/relationships/image" Target="../media/image1353.png"/><Relationship Id="rId17" Type="http://schemas.openxmlformats.org/officeDocument/2006/relationships/customXml" Target="../ink/ink1218.xml"/><Relationship Id="rId59" Type="http://schemas.openxmlformats.org/officeDocument/2006/relationships/customXml" Target="../ink/ink1239.xml"/><Relationship Id="rId124" Type="http://schemas.openxmlformats.org/officeDocument/2006/relationships/image" Target="../media/image1283.png"/><Relationship Id="rId70" Type="http://schemas.openxmlformats.org/officeDocument/2006/relationships/image" Target="../media/image1256.png"/><Relationship Id="rId166" Type="http://schemas.openxmlformats.org/officeDocument/2006/relationships/image" Target="../media/image1304.png"/><Relationship Id="rId331" Type="http://schemas.openxmlformats.org/officeDocument/2006/relationships/customXml" Target="../ink/ink1375.xml"/><Relationship Id="rId373" Type="http://schemas.openxmlformats.org/officeDocument/2006/relationships/customXml" Target="../ink/ink1396.xml"/><Relationship Id="rId429" Type="http://schemas.openxmlformats.org/officeDocument/2006/relationships/customXml" Target="../ink/ink1424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6.png"/><Relationship Id="rId21" Type="http://schemas.openxmlformats.org/officeDocument/2006/relationships/image" Target="../media/image1448.png"/><Relationship Id="rId63" Type="http://schemas.openxmlformats.org/officeDocument/2006/relationships/image" Target="../media/image1469.png"/><Relationship Id="rId159" Type="http://schemas.openxmlformats.org/officeDocument/2006/relationships/image" Target="../media/image1517.png"/><Relationship Id="rId170" Type="http://schemas.openxmlformats.org/officeDocument/2006/relationships/customXml" Target="../ink/ink1508.xml"/><Relationship Id="rId226" Type="http://schemas.openxmlformats.org/officeDocument/2006/relationships/customXml" Target="../ink/ink1536.xml"/><Relationship Id="rId268" Type="http://schemas.openxmlformats.org/officeDocument/2006/relationships/customXml" Target="../ink/ink1557.xml"/><Relationship Id="rId32" Type="http://schemas.openxmlformats.org/officeDocument/2006/relationships/customXml" Target="../ink/ink1439.xml"/><Relationship Id="rId74" Type="http://schemas.openxmlformats.org/officeDocument/2006/relationships/customXml" Target="../ink/ink1460.xml"/><Relationship Id="rId128" Type="http://schemas.openxmlformats.org/officeDocument/2006/relationships/customXml" Target="../ink/ink1487.xml"/><Relationship Id="rId5" Type="http://schemas.openxmlformats.org/officeDocument/2006/relationships/image" Target="../media/image1440.svg"/><Relationship Id="rId181" Type="http://schemas.openxmlformats.org/officeDocument/2006/relationships/image" Target="../media/image1528.png"/><Relationship Id="rId237" Type="http://schemas.openxmlformats.org/officeDocument/2006/relationships/image" Target="../media/image1556.png"/><Relationship Id="rId279" Type="http://schemas.openxmlformats.org/officeDocument/2006/relationships/image" Target="../media/image1577.png"/><Relationship Id="rId43" Type="http://schemas.openxmlformats.org/officeDocument/2006/relationships/image" Target="../media/image1459.png"/><Relationship Id="rId139" Type="http://schemas.openxmlformats.org/officeDocument/2006/relationships/image" Target="../media/image1507.png"/><Relationship Id="rId85" Type="http://schemas.openxmlformats.org/officeDocument/2006/relationships/image" Target="../media/image1480.png"/><Relationship Id="rId150" Type="http://schemas.openxmlformats.org/officeDocument/2006/relationships/customXml" Target="../ink/ink1498.xml"/><Relationship Id="rId171" Type="http://schemas.openxmlformats.org/officeDocument/2006/relationships/image" Target="../media/image1523.png"/><Relationship Id="rId192" Type="http://schemas.openxmlformats.org/officeDocument/2006/relationships/customXml" Target="../ink/ink1519.xml"/><Relationship Id="rId206" Type="http://schemas.openxmlformats.org/officeDocument/2006/relationships/customXml" Target="../ink/ink1526.xml"/><Relationship Id="rId227" Type="http://schemas.openxmlformats.org/officeDocument/2006/relationships/image" Target="../media/image1551.png"/><Relationship Id="rId248" Type="http://schemas.openxmlformats.org/officeDocument/2006/relationships/customXml" Target="../ink/ink1547.xml"/><Relationship Id="rId269" Type="http://schemas.openxmlformats.org/officeDocument/2006/relationships/image" Target="../media/image1572.png"/><Relationship Id="rId12" Type="http://schemas.openxmlformats.org/officeDocument/2006/relationships/customXml" Target="../ink/ink1429.xml"/><Relationship Id="rId33" Type="http://schemas.openxmlformats.org/officeDocument/2006/relationships/image" Target="../media/image1454.png"/><Relationship Id="rId108" Type="http://schemas.openxmlformats.org/officeDocument/2006/relationships/customXml" Target="../ink/ink1477.xml"/><Relationship Id="rId129" Type="http://schemas.openxmlformats.org/officeDocument/2006/relationships/image" Target="../media/image1502.png"/><Relationship Id="rId280" Type="http://schemas.openxmlformats.org/officeDocument/2006/relationships/customXml" Target="../ink/ink1563.xml"/><Relationship Id="rId54" Type="http://schemas.openxmlformats.org/officeDocument/2006/relationships/customXml" Target="../ink/ink1450.xml"/><Relationship Id="rId75" Type="http://schemas.openxmlformats.org/officeDocument/2006/relationships/image" Target="../media/image1475.png"/><Relationship Id="rId96" Type="http://schemas.openxmlformats.org/officeDocument/2006/relationships/customXml" Target="../ink/ink1471.xml"/><Relationship Id="rId140" Type="http://schemas.openxmlformats.org/officeDocument/2006/relationships/customXml" Target="../ink/ink1493.xml"/><Relationship Id="rId161" Type="http://schemas.openxmlformats.org/officeDocument/2006/relationships/image" Target="../media/image1518.png"/><Relationship Id="rId182" Type="http://schemas.openxmlformats.org/officeDocument/2006/relationships/customXml" Target="../ink/ink1514.xml"/><Relationship Id="rId217" Type="http://schemas.openxmlformats.org/officeDocument/2006/relationships/image" Target="../media/image1546.png"/><Relationship Id="rId6" Type="http://schemas.openxmlformats.org/officeDocument/2006/relationships/customXml" Target="../ink/ink1426.xml"/><Relationship Id="rId238" Type="http://schemas.openxmlformats.org/officeDocument/2006/relationships/customXml" Target="../ink/ink1542.xml"/><Relationship Id="rId259" Type="http://schemas.openxmlformats.org/officeDocument/2006/relationships/image" Target="../media/image1567.png"/><Relationship Id="rId23" Type="http://schemas.openxmlformats.org/officeDocument/2006/relationships/image" Target="../media/image1449.png"/><Relationship Id="rId119" Type="http://schemas.openxmlformats.org/officeDocument/2006/relationships/image" Target="../media/image1497.png"/><Relationship Id="rId270" Type="http://schemas.openxmlformats.org/officeDocument/2006/relationships/customXml" Target="../ink/ink1558.xml"/><Relationship Id="rId44" Type="http://schemas.openxmlformats.org/officeDocument/2006/relationships/customXml" Target="../ink/ink1445.xml"/><Relationship Id="rId65" Type="http://schemas.openxmlformats.org/officeDocument/2006/relationships/image" Target="../media/image1470.png"/><Relationship Id="rId86" Type="http://schemas.openxmlformats.org/officeDocument/2006/relationships/customXml" Target="../ink/ink1466.xml"/><Relationship Id="rId130" Type="http://schemas.openxmlformats.org/officeDocument/2006/relationships/customXml" Target="../ink/ink1488.xml"/><Relationship Id="rId151" Type="http://schemas.openxmlformats.org/officeDocument/2006/relationships/image" Target="../media/image1513.png"/><Relationship Id="rId172" Type="http://schemas.openxmlformats.org/officeDocument/2006/relationships/customXml" Target="../ink/ink1509.xml"/><Relationship Id="rId193" Type="http://schemas.openxmlformats.org/officeDocument/2006/relationships/image" Target="../media/image1534.png"/><Relationship Id="rId207" Type="http://schemas.openxmlformats.org/officeDocument/2006/relationships/image" Target="../media/image1541.png"/><Relationship Id="rId228" Type="http://schemas.openxmlformats.org/officeDocument/2006/relationships/customXml" Target="../ink/ink1537.xml"/><Relationship Id="rId249" Type="http://schemas.openxmlformats.org/officeDocument/2006/relationships/image" Target="../media/image1562.png"/><Relationship Id="rId13" Type="http://schemas.openxmlformats.org/officeDocument/2006/relationships/image" Target="../media/image1444.png"/><Relationship Id="rId109" Type="http://schemas.openxmlformats.org/officeDocument/2006/relationships/image" Target="../media/image1492.png"/><Relationship Id="rId260" Type="http://schemas.openxmlformats.org/officeDocument/2006/relationships/customXml" Target="../ink/ink1553.xml"/><Relationship Id="rId281" Type="http://schemas.openxmlformats.org/officeDocument/2006/relationships/image" Target="../media/image1578.png"/><Relationship Id="rId34" Type="http://schemas.openxmlformats.org/officeDocument/2006/relationships/customXml" Target="../ink/ink1440.xml"/><Relationship Id="rId55" Type="http://schemas.openxmlformats.org/officeDocument/2006/relationships/image" Target="../media/image1465.png"/><Relationship Id="rId76" Type="http://schemas.openxmlformats.org/officeDocument/2006/relationships/customXml" Target="../ink/ink1461.xml"/><Relationship Id="rId97" Type="http://schemas.openxmlformats.org/officeDocument/2006/relationships/image" Target="../media/image1486.png"/><Relationship Id="rId120" Type="http://schemas.openxmlformats.org/officeDocument/2006/relationships/customXml" Target="../ink/ink1483.xml"/><Relationship Id="rId141" Type="http://schemas.openxmlformats.org/officeDocument/2006/relationships/image" Target="../media/image1508.png"/><Relationship Id="rId7" Type="http://schemas.openxmlformats.org/officeDocument/2006/relationships/image" Target="../media/image1441.png"/><Relationship Id="rId162" Type="http://schemas.openxmlformats.org/officeDocument/2006/relationships/customXml" Target="../ink/ink1504.xml"/><Relationship Id="rId183" Type="http://schemas.openxmlformats.org/officeDocument/2006/relationships/image" Target="../media/image1529.png"/><Relationship Id="rId218" Type="http://schemas.openxmlformats.org/officeDocument/2006/relationships/customXml" Target="../ink/ink1532.xml"/><Relationship Id="rId239" Type="http://schemas.openxmlformats.org/officeDocument/2006/relationships/image" Target="../media/image1557.png"/><Relationship Id="rId250" Type="http://schemas.openxmlformats.org/officeDocument/2006/relationships/customXml" Target="../ink/ink1548.xml"/><Relationship Id="rId271" Type="http://schemas.openxmlformats.org/officeDocument/2006/relationships/image" Target="../media/image1573.png"/><Relationship Id="rId24" Type="http://schemas.openxmlformats.org/officeDocument/2006/relationships/customXml" Target="../ink/ink1435.xml"/><Relationship Id="rId45" Type="http://schemas.openxmlformats.org/officeDocument/2006/relationships/image" Target="../media/image1460.png"/><Relationship Id="rId66" Type="http://schemas.openxmlformats.org/officeDocument/2006/relationships/customXml" Target="../ink/ink1456.xml"/><Relationship Id="rId87" Type="http://schemas.openxmlformats.org/officeDocument/2006/relationships/image" Target="../media/image1481.png"/><Relationship Id="rId110" Type="http://schemas.openxmlformats.org/officeDocument/2006/relationships/customXml" Target="../ink/ink1478.xml"/><Relationship Id="rId131" Type="http://schemas.openxmlformats.org/officeDocument/2006/relationships/image" Target="../media/image1503.png"/><Relationship Id="rId152" Type="http://schemas.openxmlformats.org/officeDocument/2006/relationships/customXml" Target="../ink/ink1499.xml"/><Relationship Id="rId173" Type="http://schemas.openxmlformats.org/officeDocument/2006/relationships/image" Target="../media/image1524.png"/><Relationship Id="rId194" Type="http://schemas.openxmlformats.org/officeDocument/2006/relationships/customXml" Target="../ink/ink1520.xml"/><Relationship Id="rId208" Type="http://schemas.openxmlformats.org/officeDocument/2006/relationships/customXml" Target="../ink/ink1527.xml"/><Relationship Id="rId229" Type="http://schemas.openxmlformats.org/officeDocument/2006/relationships/image" Target="../media/image1552.png"/><Relationship Id="rId240" Type="http://schemas.openxmlformats.org/officeDocument/2006/relationships/customXml" Target="../ink/ink1543.xml"/><Relationship Id="rId261" Type="http://schemas.openxmlformats.org/officeDocument/2006/relationships/image" Target="../media/image1568.png"/><Relationship Id="rId14" Type="http://schemas.openxmlformats.org/officeDocument/2006/relationships/customXml" Target="../ink/ink1430.xml"/><Relationship Id="rId35" Type="http://schemas.openxmlformats.org/officeDocument/2006/relationships/image" Target="../media/image1455.png"/><Relationship Id="rId56" Type="http://schemas.openxmlformats.org/officeDocument/2006/relationships/customXml" Target="../ink/ink1451.xml"/><Relationship Id="rId77" Type="http://schemas.openxmlformats.org/officeDocument/2006/relationships/image" Target="../media/image1476.png"/><Relationship Id="rId100" Type="http://schemas.openxmlformats.org/officeDocument/2006/relationships/customXml" Target="../ink/ink1473.xml"/><Relationship Id="rId282" Type="http://schemas.openxmlformats.org/officeDocument/2006/relationships/customXml" Target="../ink/ink1564.xml"/><Relationship Id="rId8" Type="http://schemas.openxmlformats.org/officeDocument/2006/relationships/customXml" Target="../ink/ink1427.xml"/><Relationship Id="rId98" Type="http://schemas.openxmlformats.org/officeDocument/2006/relationships/customXml" Target="../ink/ink1472.xml"/><Relationship Id="rId121" Type="http://schemas.openxmlformats.org/officeDocument/2006/relationships/image" Target="../media/image1498.png"/><Relationship Id="rId142" Type="http://schemas.openxmlformats.org/officeDocument/2006/relationships/customXml" Target="../ink/ink1494.xml"/><Relationship Id="rId163" Type="http://schemas.openxmlformats.org/officeDocument/2006/relationships/image" Target="../media/image1519.png"/><Relationship Id="rId184" Type="http://schemas.openxmlformats.org/officeDocument/2006/relationships/customXml" Target="../ink/ink1515.xml"/><Relationship Id="rId219" Type="http://schemas.openxmlformats.org/officeDocument/2006/relationships/image" Target="../media/image1547.png"/><Relationship Id="rId230" Type="http://schemas.openxmlformats.org/officeDocument/2006/relationships/customXml" Target="../ink/ink1538.xml"/><Relationship Id="rId251" Type="http://schemas.openxmlformats.org/officeDocument/2006/relationships/image" Target="../media/image1563.png"/><Relationship Id="rId25" Type="http://schemas.openxmlformats.org/officeDocument/2006/relationships/image" Target="../media/image1450.png"/><Relationship Id="rId46" Type="http://schemas.openxmlformats.org/officeDocument/2006/relationships/customXml" Target="../ink/ink1446.xml"/><Relationship Id="rId67" Type="http://schemas.openxmlformats.org/officeDocument/2006/relationships/image" Target="../media/image1471.png"/><Relationship Id="rId272" Type="http://schemas.openxmlformats.org/officeDocument/2006/relationships/customXml" Target="../ink/ink1559.xml"/><Relationship Id="rId88" Type="http://schemas.openxmlformats.org/officeDocument/2006/relationships/customXml" Target="../ink/ink1467.xml"/><Relationship Id="rId111" Type="http://schemas.openxmlformats.org/officeDocument/2006/relationships/image" Target="../media/image1493.png"/><Relationship Id="rId132" Type="http://schemas.openxmlformats.org/officeDocument/2006/relationships/customXml" Target="../ink/ink1489.xml"/><Relationship Id="rId153" Type="http://schemas.openxmlformats.org/officeDocument/2006/relationships/image" Target="../media/image1514.png"/><Relationship Id="rId174" Type="http://schemas.openxmlformats.org/officeDocument/2006/relationships/customXml" Target="../ink/ink1510.xml"/><Relationship Id="rId195" Type="http://schemas.openxmlformats.org/officeDocument/2006/relationships/image" Target="../media/image1535.png"/><Relationship Id="rId209" Type="http://schemas.openxmlformats.org/officeDocument/2006/relationships/image" Target="../media/image1542.png"/><Relationship Id="rId220" Type="http://schemas.openxmlformats.org/officeDocument/2006/relationships/customXml" Target="../ink/ink1533.xml"/><Relationship Id="rId241" Type="http://schemas.openxmlformats.org/officeDocument/2006/relationships/image" Target="../media/image1558.png"/><Relationship Id="rId15" Type="http://schemas.openxmlformats.org/officeDocument/2006/relationships/image" Target="../media/image1445.png"/><Relationship Id="rId36" Type="http://schemas.openxmlformats.org/officeDocument/2006/relationships/customXml" Target="../ink/ink1441.xml"/><Relationship Id="rId57" Type="http://schemas.openxmlformats.org/officeDocument/2006/relationships/image" Target="../media/image1466.png"/><Relationship Id="rId262" Type="http://schemas.openxmlformats.org/officeDocument/2006/relationships/customXml" Target="../ink/ink1554.xml"/><Relationship Id="rId283" Type="http://schemas.openxmlformats.org/officeDocument/2006/relationships/image" Target="../media/image1579.png"/><Relationship Id="rId78" Type="http://schemas.openxmlformats.org/officeDocument/2006/relationships/customXml" Target="../ink/ink1462.xml"/><Relationship Id="rId99" Type="http://schemas.openxmlformats.org/officeDocument/2006/relationships/image" Target="../media/image1487.png"/><Relationship Id="rId101" Type="http://schemas.openxmlformats.org/officeDocument/2006/relationships/image" Target="../media/image1488.png"/><Relationship Id="rId122" Type="http://schemas.openxmlformats.org/officeDocument/2006/relationships/customXml" Target="../ink/ink1484.xml"/><Relationship Id="rId143" Type="http://schemas.openxmlformats.org/officeDocument/2006/relationships/image" Target="../media/image1509.png"/><Relationship Id="rId164" Type="http://schemas.openxmlformats.org/officeDocument/2006/relationships/customXml" Target="../ink/ink1505.xml"/><Relationship Id="rId185" Type="http://schemas.openxmlformats.org/officeDocument/2006/relationships/image" Target="../media/image1530.png"/><Relationship Id="rId9" Type="http://schemas.openxmlformats.org/officeDocument/2006/relationships/image" Target="../media/image1442.png"/><Relationship Id="rId210" Type="http://schemas.openxmlformats.org/officeDocument/2006/relationships/customXml" Target="../ink/ink1528.xml"/><Relationship Id="rId26" Type="http://schemas.openxmlformats.org/officeDocument/2006/relationships/customXml" Target="../ink/ink1436.xml"/><Relationship Id="rId231" Type="http://schemas.openxmlformats.org/officeDocument/2006/relationships/image" Target="../media/image1553.png"/><Relationship Id="rId252" Type="http://schemas.openxmlformats.org/officeDocument/2006/relationships/customXml" Target="../ink/ink1549.xml"/><Relationship Id="rId273" Type="http://schemas.openxmlformats.org/officeDocument/2006/relationships/image" Target="../media/image1574.png"/><Relationship Id="rId47" Type="http://schemas.openxmlformats.org/officeDocument/2006/relationships/image" Target="../media/image1461.png"/><Relationship Id="rId68" Type="http://schemas.openxmlformats.org/officeDocument/2006/relationships/customXml" Target="../ink/ink1457.xml"/><Relationship Id="rId89" Type="http://schemas.openxmlformats.org/officeDocument/2006/relationships/image" Target="../media/image1482.png"/><Relationship Id="rId112" Type="http://schemas.openxmlformats.org/officeDocument/2006/relationships/customXml" Target="../ink/ink1479.xml"/><Relationship Id="rId133" Type="http://schemas.openxmlformats.org/officeDocument/2006/relationships/image" Target="../media/image1504.png"/><Relationship Id="rId154" Type="http://schemas.openxmlformats.org/officeDocument/2006/relationships/customXml" Target="../ink/ink1500.xml"/><Relationship Id="rId175" Type="http://schemas.openxmlformats.org/officeDocument/2006/relationships/image" Target="../media/image1525.png"/><Relationship Id="rId196" Type="http://schemas.openxmlformats.org/officeDocument/2006/relationships/customXml" Target="../ink/ink1521.xml"/><Relationship Id="rId200" Type="http://schemas.openxmlformats.org/officeDocument/2006/relationships/customXml" Target="../ink/ink1523.xml"/><Relationship Id="rId16" Type="http://schemas.openxmlformats.org/officeDocument/2006/relationships/customXml" Target="../ink/ink1431.xml"/><Relationship Id="rId221" Type="http://schemas.openxmlformats.org/officeDocument/2006/relationships/image" Target="../media/image1548.png"/><Relationship Id="rId242" Type="http://schemas.openxmlformats.org/officeDocument/2006/relationships/customXml" Target="../ink/ink1544.xml"/><Relationship Id="rId263" Type="http://schemas.openxmlformats.org/officeDocument/2006/relationships/image" Target="../media/image1569.png"/><Relationship Id="rId284" Type="http://schemas.openxmlformats.org/officeDocument/2006/relationships/customXml" Target="../ink/ink1565.xml"/><Relationship Id="rId37" Type="http://schemas.openxmlformats.org/officeDocument/2006/relationships/image" Target="../media/image1456.png"/><Relationship Id="rId58" Type="http://schemas.openxmlformats.org/officeDocument/2006/relationships/customXml" Target="../ink/ink1452.xml"/><Relationship Id="rId79" Type="http://schemas.openxmlformats.org/officeDocument/2006/relationships/image" Target="../media/image1477.png"/><Relationship Id="rId102" Type="http://schemas.openxmlformats.org/officeDocument/2006/relationships/customXml" Target="../ink/ink1474.xml"/><Relationship Id="rId123" Type="http://schemas.openxmlformats.org/officeDocument/2006/relationships/image" Target="../media/image1499.png"/><Relationship Id="rId144" Type="http://schemas.openxmlformats.org/officeDocument/2006/relationships/customXml" Target="../ink/ink1495.xml"/><Relationship Id="rId90" Type="http://schemas.openxmlformats.org/officeDocument/2006/relationships/customXml" Target="../ink/ink1468.xml"/><Relationship Id="rId165" Type="http://schemas.openxmlformats.org/officeDocument/2006/relationships/image" Target="../media/image1520.png"/><Relationship Id="rId186" Type="http://schemas.openxmlformats.org/officeDocument/2006/relationships/customXml" Target="../ink/ink1516.xml"/><Relationship Id="rId211" Type="http://schemas.openxmlformats.org/officeDocument/2006/relationships/image" Target="../media/image1543.png"/><Relationship Id="rId232" Type="http://schemas.openxmlformats.org/officeDocument/2006/relationships/customXml" Target="../ink/ink1539.xml"/><Relationship Id="rId253" Type="http://schemas.openxmlformats.org/officeDocument/2006/relationships/image" Target="../media/image1564.png"/><Relationship Id="rId274" Type="http://schemas.openxmlformats.org/officeDocument/2006/relationships/customXml" Target="../ink/ink1560.xml"/><Relationship Id="rId27" Type="http://schemas.openxmlformats.org/officeDocument/2006/relationships/image" Target="../media/image1451.png"/><Relationship Id="rId48" Type="http://schemas.openxmlformats.org/officeDocument/2006/relationships/customXml" Target="../ink/ink1447.xml"/><Relationship Id="rId69" Type="http://schemas.openxmlformats.org/officeDocument/2006/relationships/image" Target="../media/image1472.png"/><Relationship Id="rId113" Type="http://schemas.openxmlformats.org/officeDocument/2006/relationships/image" Target="../media/image1494.png"/><Relationship Id="rId134" Type="http://schemas.openxmlformats.org/officeDocument/2006/relationships/customXml" Target="../ink/ink1490.xml"/><Relationship Id="rId80" Type="http://schemas.openxmlformats.org/officeDocument/2006/relationships/customXml" Target="../ink/ink1463.xml"/><Relationship Id="rId155" Type="http://schemas.openxmlformats.org/officeDocument/2006/relationships/image" Target="../media/image1515.png"/><Relationship Id="rId176" Type="http://schemas.openxmlformats.org/officeDocument/2006/relationships/customXml" Target="../ink/ink1511.xml"/><Relationship Id="rId197" Type="http://schemas.openxmlformats.org/officeDocument/2006/relationships/image" Target="../media/image1536.png"/><Relationship Id="rId201" Type="http://schemas.openxmlformats.org/officeDocument/2006/relationships/image" Target="../media/image1538.png"/><Relationship Id="rId222" Type="http://schemas.openxmlformats.org/officeDocument/2006/relationships/customXml" Target="../ink/ink1534.xml"/><Relationship Id="rId243" Type="http://schemas.openxmlformats.org/officeDocument/2006/relationships/image" Target="../media/image1559.png"/><Relationship Id="rId264" Type="http://schemas.openxmlformats.org/officeDocument/2006/relationships/customXml" Target="../ink/ink1555.xml"/><Relationship Id="rId285" Type="http://schemas.openxmlformats.org/officeDocument/2006/relationships/image" Target="../media/image1580.png"/><Relationship Id="rId17" Type="http://schemas.openxmlformats.org/officeDocument/2006/relationships/image" Target="../media/image1446.png"/><Relationship Id="rId38" Type="http://schemas.openxmlformats.org/officeDocument/2006/relationships/customXml" Target="../ink/ink1442.xml"/><Relationship Id="rId59" Type="http://schemas.openxmlformats.org/officeDocument/2006/relationships/image" Target="../media/image1467.png"/><Relationship Id="rId103" Type="http://schemas.openxmlformats.org/officeDocument/2006/relationships/image" Target="../media/image1489.png"/><Relationship Id="rId124" Type="http://schemas.openxmlformats.org/officeDocument/2006/relationships/customXml" Target="../ink/ink1485.xml"/><Relationship Id="rId70" Type="http://schemas.openxmlformats.org/officeDocument/2006/relationships/customXml" Target="../ink/ink1458.xml"/><Relationship Id="rId91" Type="http://schemas.openxmlformats.org/officeDocument/2006/relationships/image" Target="../media/image1483.png"/><Relationship Id="rId145" Type="http://schemas.openxmlformats.org/officeDocument/2006/relationships/image" Target="../media/image1510.png"/><Relationship Id="rId166" Type="http://schemas.openxmlformats.org/officeDocument/2006/relationships/customXml" Target="../ink/ink1506.xml"/><Relationship Id="rId187" Type="http://schemas.openxmlformats.org/officeDocument/2006/relationships/image" Target="../media/image153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529.xml"/><Relationship Id="rId233" Type="http://schemas.openxmlformats.org/officeDocument/2006/relationships/image" Target="../media/image1554.png"/><Relationship Id="rId254" Type="http://schemas.openxmlformats.org/officeDocument/2006/relationships/customXml" Target="../ink/ink1550.xml"/><Relationship Id="rId28" Type="http://schemas.openxmlformats.org/officeDocument/2006/relationships/customXml" Target="../ink/ink1437.xml"/><Relationship Id="rId49" Type="http://schemas.openxmlformats.org/officeDocument/2006/relationships/image" Target="../media/image1462.png"/><Relationship Id="rId114" Type="http://schemas.openxmlformats.org/officeDocument/2006/relationships/customXml" Target="../ink/ink1480.xml"/><Relationship Id="rId275" Type="http://schemas.openxmlformats.org/officeDocument/2006/relationships/image" Target="../media/image1575.png"/><Relationship Id="rId60" Type="http://schemas.openxmlformats.org/officeDocument/2006/relationships/customXml" Target="../ink/ink1453.xml"/><Relationship Id="rId81" Type="http://schemas.openxmlformats.org/officeDocument/2006/relationships/image" Target="../media/image1478.png"/><Relationship Id="rId135" Type="http://schemas.openxmlformats.org/officeDocument/2006/relationships/image" Target="../media/image1505.png"/><Relationship Id="rId156" Type="http://schemas.openxmlformats.org/officeDocument/2006/relationships/customXml" Target="../ink/ink1501.xml"/><Relationship Id="rId177" Type="http://schemas.openxmlformats.org/officeDocument/2006/relationships/image" Target="../media/image1526.png"/><Relationship Id="rId198" Type="http://schemas.openxmlformats.org/officeDocument/2006/relationships/customXml" Target="../ink/ink1522.xml"/><Relationship Id="rId202" Type="http://schemas.openxmlformats.org/officeDocument/2006/relationships/customXml" Target="../ink/ink1524.xml"/><Relationship Id="rId223" Type="http://schemas.openxmlformats.org/officeDocument/2006/relationships/image" Target="../media/image1549.png"/><Relationship Id="rId244" Type="http://schemas.openxmlformats.org/officeDocument/2006/relationships/customXml" Target="../ink/ink1545.xml"/><Relationship Id="rId18" Type="http://schemas.openxmlformats.org/officeDocument/2006/relationships/customXml" Target="../ink/ink1432.xml"/><Relationship Id="rId39" Type="http://schemas.openxmlformats.org/officeDocument/2006/relationships/image" Target="../media/image1457.png"/><Relationship Id="rId265" Type="http://schemas.openxmlformats.org/officeDocument/2006/relationships/image" Target="../media/image1570.png"/><Relationship Id="rId50" Type="http://schemas.openxmlformats.org/officeDocument/2006/relationships/customXml" Target="../ink/ink1448.xml"/><Relationship Id="rId104" Type="http://schemas.openxmlformats.org/officeDocument/2006/relationships/customXml" Target="../ink/ink1475.xml"/><Relationship Id="rId125" Type="http://schemas.openxmlformats.org/officeDocument/2006/relationships/image" Target="../media/image1500.png"/><Relationship Id="rId146" Type="http://schemas.openxmlformats.org/officeDocument/2006/relationships/customXml" Target="../ink/ink1496.xml"/><Relationship Id="rId167" Type="http://schemas.openxmlformats.org/officeDocument/2006/relationships/image" Target="../media/image1521.png"/><Relationship Id="rId188" Type="http://schemas.openxmlformats.org/officeDocument/2006/relationships/customXml" Target="../ink/ink1517.xml"/><Relationship Id="rId71" Type="http://schemas.openxmlformats.org/officeDocument/2006/relationships/image" Target="../media/image1473.png"/><Relationship Id="rId92" Type="http://schemas.openxmlformats.org/officeDocument/2006/relationships/customXml" Target="../ink/ink1469.xml"/><Relationship Id="rId213" Type="http://schemas.openxmlformats.org/officeDocument/2006/relationships/image" Target="../media/image1544.png"/><Relationship Id="rId234" Type="http://schemas.openxmlformats.org/officeDocument/2006/relationships/customXml" Target="../ink/ink1540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452.png"/><Relationship Id="rId255" Type="http://schemas.openxmlformats.org/officeDocument/2006/relationships/image" Target="../media/image1565.png"/><Relationship Id="rId276" Type="http://schemas.openxmlformats.org/officeDocument/2006/relationships/customXml" Target="../ink/ink1561.xml"/><Relationship Id="rId40" Type="http://schemas.openxmlformats.org/officeDocument/2006/relationships/customXml" Target="../ink/ink1443.xml"/><Relationship Id="rId115" Type="http://schemas.openxmlformats.org/officeDocument/2006/relationships/image" Target="../media/image1495.png"/><Relationship Id="rId136" Type="http://schemas.openxmlformats.org/officeDocument/2006/relationships/customXml" Target="../ink/ink1491.xml"/><Relationship Id="rId157" Type="http://schemas.openxmlformats.org/officeDocument/2006/relationships/image" Target="../media/image1516.png"/><Relationship Id="rId178" Type="http://schemas.openxmlformats.org/officeDocument/2006/relationships/customXml" Target="../ink/ink1512.xml"/><Relationship Id="rId61" Type="http://schemas.openxmlformats.org/officeDocument/2006/relationships/image" Target="../media/image1468.png"/><Relationship Id="rId82" Type="http://schemas.openxmlformats.org/officeDocument/2006/relationships/customXml" Target="../ink/ink1464.xml"/><Relationship Id="rId199" Type="http://schemas.openxmlformats.org/officeDocument/2006/relationships/image" Target="../media/image1537.png"/><Relationship Id="rId203" Type="http://schemas.openxmlformats.org/officeDocument/2006/relationships/image" Target="../media/image1539.png"/><Relationship Id="rId19" Type="http://schemas.openxmlformats.org/officeDocument/2006/relationships/image" Target="../media/image1447.png"/><Relationship Id="rId224" Type="http://schemas.openxmlformats.org/officeDocument/2006/relationships/customXml" Target="../ink/ink1535.xml"/><Relationship Id="rId245" Type="http://schemas.openxmlformats.org/officeDocument/2006/relationships/image" Target="../media/image1560.png"/><Relationship Id="rId266" Type="http://schemas.openxmlformats.org/officeDocument/2006/relationships/customXml" Target="../ink/ink1556.xml"/><Relationship Id="rId30" Type="http://schemas.openxmlformats.org/officeDocument/2006/relationships/customXml" Target="../ink/ink1438.xml"/><Relationship Id="rId105" Type="http://schemas.openxmlformats.org/officeDocument/2006/relationships/image" Target="../media/image1490.png"/><Relationship Id="rId126" Type="http://schemas.openxmlformats.org/officeDocument/2006/relationships/customXml" Target="../ink/ink1486.xml"/><Relationship Id="rId147" Type="http://schemas.openxmlformats.org/officeDocument/2006/relationships/image" Target="../media/image1511.png"/><Relationship Id="rId168" Type="http://schemas.openxmlformats.org/officeDocument/2006/relationships/customXml" Target="../ink/ink1507.xml"/><Relationship Id="rId51" Type="http://schemas.openxmlformats.org/officeDocument/2006/relationships/image" Target="../media/image1463.png"/><Relationship Id="rId72" Type="http://schemas.openxmlformats.org/officeDocument/2006/relationships/customXml" Target="../ink/ink1459.xml"/><Relationship Id="rId93" Type="http://schemas.openxmlformats.org/officeDocument/2006/relationships/image" Target="../media/image1484.png"/><Relationship Id="rId189" Type="http://schemas.openxmlformats.org/officeDocument/2006/relationships/image" Target="../media/image1532.png"/><Relationship Id="rId3" Type="http://schemas.openxmlformats.org/officeDocument/2006/relationships/image" Target="../media/image1438.svg"/><Relationship Id="rId214" Type="http://schemas.openxmlformats.org/officeDocument/2006/relationships/customXml" Target="../ink/ink1530.xml"/><Relationship Id="rId235" Type="http://schemas.openxmlformats.org/officeDocument/2006/relationships/image" Target="../media/image1555.png"/><Relationship Id="rId256" Type="http://schemas.openxmlformats.org/officeDocument/2006/relationships/customXml" Target="../ink/ink1551.xml"/><Relationship Id="rId277" Type="http://schemas.openxmlformats.org/officeDocument/2006/relationships/image" Target="../media/image1576.png"/><Relationship Id="rId116" Type="http://schemas.openxmlformats.org/officeDocument/2006/relationships/customXml" Target="../ink/ink1481.xml"/><Relationship Id="rId137" Type="http://schemas.openxmlformats.org/officeDocument/2006/relationships/image" Target="../media/image1506.png"/><Relationship Id="rId158" Type="http://schemas.openxmlformats.org/officeDocument/2006/relationships/customXml" Target="../ink/ink1502.xml"/><Relationship Id="rId20" Type="http://schemas.openxmlformats.org/officeDocument/2006/relationships/customXml" Target="../ink/ink1433.xml"/><Relationship Id="rId41" Type="http://schemas.openxmlformats.org/officeDocument/2006/relationships/image" Target="../media/image1458.png"/><Relationship Id="rId62" Type="http://schemas.openxmlformats.org/officeDocument/2006/relationships/customXml" Target="../ink/ink1454.xml"/><Relationship Id="rId83" Type="http://schemas.openxmlformats.org/officeDocument/2006/relationships/image" Target="../media/image1479.png"/><Relationship Id="rId179" Type="http://schemas.openxmlformats.org/officeDocument/2006/relationships/image" Target="../media/image1527.png"/><Relationship Id="rId190" Type="http://schemas.openxmlformats.org/officeDocument/2006/relationships/customXml" Target="../ink/ink1518.xml"/><Relationship Id="rId204" Type="http://schemas.openxmlformats.org/officeDocument/2006/relationships/customXml" Target="../ink/ink1525.xml"/><Relationship Id="rId225" Type="http://schemas.openxmlformats.org/officeDocument/2006/relationships/image" Target="../media/image1550.png"/><Relationship Id="rId246" Type="http://schemas.openxmlformats.org/officeDocument/2006/relationships/customXml" Target="../ink/ink1546.xml"/><Relationship Id="rId267" Type="http://schemas.openxmlformats.org/officeDocument/2006/relationships/image" Target="../media/image1571.png"/><Relationship Id="rId106" Type="http://schemas.openxmlformats.org/officeDocument/2006/relationships/customXml" Target="../ink/ink1476.xml"/><Relationship Id="rId127" Type="http://schemas.openxmlformats.org/officeDocument/2006/relationships/image" Target="../media/image1501.png"/><Relationship Id="rId10" Type="http://schemas.openxmlformats.org/officeDocument/2006/relationships/customXml" Target="../ink/ink1428.xml"/><Relationship Id="rId31" Type="http://schemas.openxmlformats.org/officeDocument/2006/relationships/image" Target="../media/image1453.png"/><Relationship Id="rId52" Type="http://schemas.openxmlformats.org/officeDocument/2006/relationships/customXml" Target="../ink/ink1449.xml"/><Relationship Id="rId73" Type="http://schemas.openxmlformats.org/officeDocument/2006/relationships/image" Target="../media/image1474.png"/><Relationship Id="rId94" Type="http://schemas.openxmlformats.org/officeDocument/2006/relationships/customXml" Target="../ink/ink1470.xml"/><Relationship Id="rId148" Type="http://schemas.openxmlformats.org/officeDocument/2006/relationships/customXml" Target="../ink/ink1497.xml"/><Relationship Id="rId169" Type="http://schemas.openxmlformats.org/officeDocument/2006/relationships/image" Target="../media/image1522.png"/><Relationship Id="rId4" Type="http://schemas.openxmlformats.org/officeDocument/2006/relationships/image" Target="../media/image1439.svg"/><Relationship Id="rId180" Type="http://schemas.openxmlformats.org/officeDocument/2006/relationships/customXml" Target="../ink/ink1513.xml"/><Relationship Id="rId215" Type="http://schemas.openxmlformats.org/officeDocument/2006/relationships/image" Target="../media/image1545.png"/><Relationship Id="rId236" Type="http://schemas.openxmlformats.org/officeDocument/2006/relationships/customXml" Target="../ink/ink1541.xml"/><Relationship Id="rId257" Type="http://schemas.openxmlformats.org/officeDocument/2006/relationships/image" Target="../media/image1566.png"/><Relationship Id="rId278" Type="http://schemas.openxmlformats.org/officeDocument/2006/relationships/customXml" Target="../ink/ink1562.xml"/><Relationship Id="rId42" Type="http://schemas.openxmlformats.org/officeDocument/2006/relationships/customXml" Target="../ink/ink1444.xml"/><Relationship Id="rId84" Type="http://schemas.openxmlformats.org/officeDocument/2006/relationships/customXml" Target="../ink/ink1465.xml"/><Relationship Id="rId138" Type="http://schemas.openxmlformats.org/officeDocument/2006/relationships/customXml" Target="../ink/ink1492.xml"/><Relationship Id="rId191" Type="http://schemas.openxmlformats.org/officeDocument/2006/relationships/image" Target="../media/image1533.png"/><Relationship Id="rId205" Type="http://schemas.openxmlformats.org/officeDocument/2006/relationships/image" Target="../media/image1540.png"/><Relationship Id="rId247" Type="http://schemas.openxmlformats.org/officeDocument/2006/relationships/image" Target="../media/image1561.png"/><Relationship Id="rId107" Type="http://schemas.openxmlformats.org/officeDocument/2006/relationships/image" Target="../media/image1491.png"/><Relationship Id="rId11" Type="http://schemas.openxmlformats.org/officeDocument/2006/relationships/image" Target="../media/image1443.png"/><Relationship Id="rId53" Type="http://schemas.openxmlformats.org/officeDocument/2006/relationships/image" Target="../media/image1464.png"/><Relationship Id="rId149" Type="http://schemas.openxmlformats.org/officeDocument/2006/relationships/image" Target="../media/image1512.png"/><Relationship Id="rId95" Type="http://schemas.openxmlformats.org/officeDocument/2006/relationships/image" Target="../media/image1485.png"/><Relationship Id="rId160" Type="http://schemas.openxmlformats.org/officeDocument/2006/relationships/customXml" Target="../ink/ink1503.xml"/><Relationship Id="rId216" Type="http://schemas.openxmlformats.org/officeDocument/2006/relationships/customXml" Target="../ink/ink1531.xml"/><Relationship Id="rId258" Type="http://schemas.openxmlformats.org/officeDocument/2006/relationships/customXml" Target="../ink/ink1552.xml"/><Relationship Id="rId22" Type="http://schemas.openxmlformats.org/officeDocument/2006/relationships/customXml" Target="../ink/ink1434.xml"/><Relationship Id="rId64" Type="http://schemas.openxmlformats.org/officeDocument/2006/relationships/customXml" Target="../ink/ink1455.xml"/><Relationship Id="rId118" Type="http://schemas.openxmlformats.org/officeDocument/2006/relationships/customXml" Target="../ink/ink148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22.xml"/><Relationship Id="rId21" Type="http://schemas.openxmlformats.org/officeDocument/2006/relationships/customXml" Target="../ink/ink1574.xml"/><Relationship Id="rId42" Type="http://schemas.openxmlformats.org/officeDocument/2006/relationships/image" Target="../media/image1600.png"/><Relationship Id="rId63" Type="http://schemas.openxmlformats.org/officeDocument/2006/relationships/customXml" Target="../ink/ink1595.xml"/><Relationship Id="rId84" Type="http://schemas.openxmlformats.org/officeDocument/2006/relationships/image" Target="../media/image1621.png"/><Relationship Id="rId16" Type="http://schemas.openxmlformats.org/officeDocument/2006/relationships/image" Target="../media/image1587.png"/><Relationship Id="rId107" Type="http://schemas.openxmlformats.org/officeDocument/2006/relationships/customXml" Target="../ink/ink1617.xml"/><Relationship Id="rId11" Type="http://schemas.openxmlformats.org/officeDocument/2006/relationships/customXml" Target="../ink/ink1569.xml"/><Relationship Id="rId32" Type="http://schemas.openxmlformats.org/officeDocument/2006/relationships/image" Target="../media/image1595.png"/><Relationship Id="rId37" Type="http://schemas.openxmlformats.org/officeDocument/2006/relationships/customXml" Target="../ink/ink1582.xml"/><Relationship Id="rId53" Type="http://schemas.openxmlformats.org/officeDocument/2006/relationships/customXml" Target="../ink/ink1590.xml"/><Relationship Id="rId58" Type="http://schemas.openxmlformats.org/officeDocument/2006/relationships/image" Target="../media/image1608.png"/><Relationship Id="rId74" Type="http://schemas.openxmlformats.org/officeDocument/2006/relationships/image" Target="../media/image1616.png"/><Relationship Id="rId79" Type="http://schemas.openxmlformats.org/officeDocument/2006/relationships/customXml" Target="../ink/ink1603.xml"/><Relationship Id="rId102" Type="http://schemas.openxmlformats.org/officeDocument/2006/relationships/image" Target="../media/image1630.png"/><Relationship Id="rId123" Type="http://schemas.openxmlformats.org/officeDocument/2006/relationships/customXml" Target="../ink/ink1625.xml"/><Relationship Id="rId128" Type="http://schemas.openxmlformats.org/officeDocument/2006/relationships/image" Target="../media/image1643.png"/><Relationship Id="rId5" Type="http://schemas.openxmlformats.org/officeDocument/2006/relationships/customXml" Target="../ink/ink1566.xml"/><Relationship Id="rId90" Type="http://schemas.openxmlformats.org/officeDocument/2006/relationships/image" Target="../media/image1624.png"/><Relationship Id="rId95" Type="http://schemas.openxmlformats.org/officeDocument/2006/relationships/customXml" Target="../ink/ink1611.xml"/><Relationship Id="rId22" Type="http://schemas.openxmlformats.org/officeDocument/2006/relationships/image" Target="../media/image1590.png"/><Relationship Id="rId27" Type="http://schemas.openxmlformats.org/officeDocument/2006/relationships/customXml" Target="../ink/ink1577.xml"/><Relationship Id="rId43" Type="http://schemas.openxmlformats.org/officeDocument/2006/relationships/customXml" Target="../ink/ink1585.xml"/><Relationship Id="rId48" Type="http://schemas.openxmlformats.org/officeDocument/2006/relationships/image" Target="../media/image1603.png"/><Relationship Id="rId64" Type="http://schemas.openxmlformats.org/officeDocument/2006/relationships/image" Target="../media/image1611.png"/><Relationship Id="rId69" Type="http://schemas.openxmlformats.org/officeDocument/2006/relationships/customXml" Target="../ink/ink1598.xml"/><Relationship Id="rId113" Type="http://schemas.openxmlformats.org/officeDocument/2006/relationships/customXml" Target="../ink/ink1620.xml"/><Relationship Id="rId118" Type="http://schemas.openxmlformats.org/officeDocument/2006/relationships/image" Target="../media/image1638.png"/><Relationship Id="rId134" Type="http://schemas.openxmlformats.org/officeDocument/2006/relationships/image" Target="../media/image1646.png"/><Relationship Id="rId80" Type="http://schemas.openxmlformats.org/officeDocument/2006/relationships/image" Target="../media/image1619.png"/><Relationship Id="rId85" Type="http://schemas.openxmlformats.org/officeDocument/2006/relationships/customXml" Target="../ink/ink1606.xml"/><Relationship Id="rId12" Type="http://schemas.openxmlformats.org/officeDocument/2006/relationships/image" Target="../media/image1585.png"/><Relationship Id="rId17" Type="http://schemas.openxmlformats.org/officeDocument/2006/relationships/customXml" Target="../ink/ink1572.xml"/><Relationship Id="rId33" Type="http://schemas.openxmlformats.org/officeDocument/2006/relationships/customXml" Target="../ink/ink1580.xml"/><Relationship Id="rId38" Type="http://schemas.openxmlformats.org/officeDocument/2006/relationships/image" Target="../media/image1598.png"/><Relationship Id="rId59" Type="http://schemas.openxmlformats.org/officeDocument/2006/relationships/customXml" Target="../ink/ink1593.xml"/><Relationship Id="rId103" Type="http://schemas.openxmlformats.org/officeDocument/2006/relationships/customXml" Target="../ink/ink1615.xml"/><Relationship Id="rId108" Type="http://schemas.openxmlformats.org/officeDocument/2006/relationships/image" Target="../media/image1633.png"/><Relationship Id="rId124" Type="http://schemas.openxmlformats.org/officeDocument/2006/relationships/image" Target="../media/image1641.png"/><Relationship Id="rId129" Type="http://schemas.openxmlformats.org/officeDocument/2006/relationships/customXml" Target="../ink/ink1628.xml"/><Relationship Id="rId54" Type="http://schemas.openxmlformats.org/officeDocument/2006/relationships/image" Target="../media/image1606.png"/><Relationship Id="rId70" Type="http://schemas.openxmlformats.org/officeDocument/2006/relationships/image" Target="../media/image1614.png"/><Relationship Id="rId75" Type="http://schemas.openxmlformats.org/officeDocument/2006/relationships/customXml" Target="../ink/ink1601.xml"/><Relationship Id="rId91" Type="http://schemas.openxmlformats.org/officeDocument/2006/relationships/customXml" Target="../ink/ink1609.xml"/><Relationship Id="rId96" Type="http://schemas.openxmlformats.org/officeDocument/2006/relationships/image" Target="../media/image16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2.png"/><Relationship Id="rId23" Type="http://schemas.openxmlformats.org/officeDocument/2006/relationships/customXml" Target="../ink/ink1575.xml"/><Relationship Id="rId28" Type="http://schemas.openxmlformats.org/officeDocument/2006/relationships/image" Target="../media/image1593.png"/><Relationship Id="rId49" Type="http://schemas.openxmlformats.org/officeDocument/2006/relationships/customXml" Target="../ink/ink1588.xml"/><Relationship Id="rId114" Type="http://schemas.openxmlformats.org/officeDocument/2006/relationships/image" Target="../media/image1636.png"/><Relationship Id="rId119" Type="http://schemas.openxmlformats.org/officeDocument/2006/relationships/customXml" Target="../ink/ink1623.xml"/><Relationship Id="rId44" Type="http://schemas.openxmlformats.org/officeDocument/2006/relationships/image" Target="../media/image1601.png"/><Relationship Id="rId60" Type="http://schemas.openxmlformats.org/officeDocument/2006/relationships/image" Target="../media/image1609.png"/><Relationship Id="rId65" Type="http://schemas.openxmlformats.org/officeDocument/2006/relationships/customXml" Target="../ink/ink1596.xml"/><Relationship Id="rId81" Type="http://schemas.openxmlformats.org/officeDocument/2006/relationships/customXml" Target="../ink/ink1604.xml"/><Relationship Id="rId86" Type="http://schemas.openxmlformats.org/officeDocument/2006/relationships/image" Target="../media/image1622.png"/><Relationship Id="rId130" Type="http://schemas.openxmlformats.org/officeDocument/2006/relationships/image" Target="../media/image1644.png"/><Relationship Id="rId13" Type="http://schemas.openxmlformats.org/officeDocument/2006/relationships/customXml" Target="../ink/ink1570.xml"/><Relationship Id="rId18" Type="http://schemas.openxmlformats.org/officeDocument/2006/relationships/image" Target="../media/image1588.png"/><Relationship Id="rId39" Type="http://schemas.openxmlformats.org/officeDocument/2006/relationships/customXml" Target="../ink/ink1583.xml"/><Relationship Id="rId109" Type="http://schemas.openxmlformats.org/officeDocument/2006/relationships/customXml" Target="../ink/ink1618.xml"/><Relationship Id="rId34" Type="http://schemas.openxmlformats.org/officeDocument/2006/relationships/image" Target="../media/image1596.png"/><Relationship Id="rId50" Type="http://schemas.openxmlformats.org/officeDocument/2006/relationships/image" Target="../media/image1604.png"/><Relationship Id="rId55" Type="http://schemas.openxmlformats.org/officeDocument/2006/relationships/customXml" Target="../ink/ink1591.xml"/><Relationship Id="rId76" Type="http://schemas.openxmlformats.org/officeDocument/2006/relationships/image" Target="../media/image1617.png"/><Relationship Id="rId97" Type="http://schemas.openxmlformats.org/officeDocument/2006/relationships/customXml" Target="../ink/ink1612.xml"/><Relationship Id="rId104" Type="http://schemas.openxmlformats.org/officeDocument/2006/relationships/image" Target="../media/image1631.png"/><Relationship Id="rId120" Type="http://schemas.openxmlformats.org/officeDocument/2006/relationships/image" Target="../media/image1639.png"/><Relationship Id="rId125" Type="http://schemas.openxmlformats.org/officeDocument/2006/relationships/customXml" Target="../ink/ink1626.xml"/><Relationship Id="rId7" Type="http://schemas.openxmlformats.org/officeDocument/2006/relationships/customXml" Target="../ink/ink1567.xml"/><Relationship Id="rId71" Type="http://schemas.openxmlformats.org/officeDocument/2006/relationships/customXml" Target="../ink/ink1599.xml"/><Relationship Id="rId92" Type="http://schemas.openxmlformats.org/officeDocument/2006/relationships/image" Target="../media/image1625.png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1578.xml"/><Relationship Id="rId24" Type="http://schemas.openxmlformats.org/officeDocument/2006/relationships/image" Target="../media/image1591.png"/><Relationship Id="rId40" Type="http://schemas.openxmlformats.org/officeDocument/2006/relationships/image" Target="../media/image1599.png"/><Relationship Id="rId45" Type="http://schemas.openxmlformats.org/officeDocument/2006/relationships/customXml" Target="../ink/ink1586.xml"/><Relationship Id="rId66" Type="http://schemas.openxmlformats.org/officeDocument/2006/relationships/image" Target="../media/image1612.png"/><Relationship Id="rId87" Type="http://schemas.openxmlformats.org/officeDocument/2006/relationships/customXml" Target="../ink/ink1607.xml"/><Relationship Id="rId110" Type="http://schemas.openxmlformats.org/officeDocument/2006/relationships/image" Target="../media/image1634.png"/><Relationship Id="rId115" Type="http://schemas.openxmlformats.org/officeDocument/2006/relationships/customXml" Target="../ink/ink1621.xml"/><Relationship Id="rId131" Type="http://schemas.openxmlformats.org/officeDocument/2006/relationships/customXml" Target="../ink/ink1629.xml"/><Relationship Id="rId61" Type="http://schemas.openxmlformats.org/officeDocument/2006/relationships/customXml" Target="../ink/ink1594.xml"/><Relationship Id="rId82" Type="http://schemas.openxmlformats.org/officeDocument/2006/relationships/image" Target="../media/image1620.png"/><Relationship Id="rId19" Type="http://schemas.openxmlformats.org/officeDocument/2006/relationships/customXml" Target="../ink/ink1573.xml"/><Relationship Id="rId14" Type="http://schemas.openxmlformats.org/officeDocument/2006/relationships/image" Target="../media/image1586.png"/><Relationship Id="rId30" Type="http://schemas.openxmlformats.org/officeDocument/2006/relationships/image" Target="../media/image1594.png"/><Relationship Id="rId35" Type="http://schemas.openxmlformats.org/officeDocument/2006/relationships/customXml" Target="../ink/ink1581.xml"/><Relationship Id="rId56" Type="http://schemas.openxmlformats.org/officeDocument/2006/relationships/image" Target="../media/image1607.png"/><Relationship Id="rId77" Type="http://schemas.openxmlformats.org/officeDocument/2006/relationships/customXml" Target="../ink/ink1602.xml"/><Relationship Id="rId100" Type="http://schemas.openxmlformats.org/officeDocument/2006/relationships/image" Target="../media/image1629.png"/><Relationship Id="rId105" Type="http://schemas.openxmlformats.org/officeDocument/2006/relationships/customXml" Target="../ink/ink1616.xml"/><Relationship Id="rId126" Type="http://schemas.openxmlformats.org/officeDocument/2006/relationships/image" Target="../media/image1642.png"/><Relationship Id="rId8" Type="http://schemas.openxmlformats.org/officeDocument/2006/relationships/image" Target="../media/image1583.png"/><Relationship Id="rId51" Type="http://schemas.openxmlformats.org/officeDocument/2006/relationships/customXml" Target="../ink/ink1589.xml"/><Relationship Id="rId72" Type="http://schemas.openxmlformats.org/officeDocument/2006/relationships/image" Target="../media/image1615.png"/><Relationship Id="rId93" Type="http://schemas.openxmlformats.org/officeDocument/2006/relationships/customXml" Target="../ink/ink1610.xml"/><Relationship Id="rId98" Type="http://schemas.openxmlformats.org/officeDocument/2006/relationships/image" Target="../media/image1628.png"/><Relationship Id="rId121" Type="http://schemas.openxmlformats.org/officeDocument/2006/relationships/customXml" Target="../ink/ink1624.xml"/><Relationship Id="rId3" Type="http://schemas.openxmlformats.org/officeDocument/2006/relationships/image" Target="../media/image1581.svg"/><Relationship Id="rId25" Type="http://schemas.openxmlformats.org/officeDocument/2006/relationships/customXml" Target="../ink/ink1576.xml"/><Relationship Id="rId46" Type="http://schemas.openxmlformats.org/officeDocument/2006/relationships/image" Target="../media/image1602.png"/><Relationship Id="rId67" Type="http://schemas.openxmlformats.org/officeDocument/2006/relationships/customXml" Target="../ink/ink1597.xml"/><Relationship Id="rId116" Type="http://schemas.openxmlformats.org/officeDocument/2006/relationships/image" Target="../media/image1637.png"/><Relationship Id="rId20" Type="http://schemas.openxmlformats.org/officeDocument/2006/relationships/image" Target="../media/image1589.png"/><Relationship Id="rId41" Type="http://schemas.openxmlformats.org/officeDocument/2006/relationships/customXml" Target="../ink/ink1584.xml"/><Relationship Id="rId62" Type="http://schemas.openxmlformats.org/officeDocument/2006/relationships/image" Target="../media/image1610.png"/><Relationship Id="rId83" Type="http://schemas.openxmlformats.org/officeDocument/2006/relationships/customXml" Target="../ink/ink1605.xml"/><Relationship Id="rId88" Type="http://schemas.openxmlformats.org/officeDocument/2006/relationships/image" Target="../media/image1623.png"/><Relationship Id="rId111" Type="http://schemas.openxmlformats.org/officeDocument/2006/relationships/customXml" Target="../ink/ink1619.xml"/><Relationship Id="rId132" Type="http://schemas.openxmlformats.org/officeDocument/2006/relationships/image" Target="../media/image1645.png"/><Relationship Id="rId15" Type="http://schemas.openxmlformats.org/officeDocument/2006/relationships/customXml" Target="../ink/ink1571.xml"/><Relationship Id="rId36" Type="http://schemas.openxmlformats.org/officeDocument/2006/relationships/image" Target="../media/image1597.png"/><Relationship Id="rId57" Type="http://schemas.openxmlformats.org/officeDocument/2006/relationships/customXml" Target="../ink/ink1592.xml"/><Relationship Id="rId106" Type="http://schemas.openxmlformats.org/officeDocument/2006/relationships/image" Target="../media/image1632.png"/><Relationship Id="rId127" Type="http://schemas.openxmlformats.org/officeDocument/2006/relationships/customXml" Target="../ink/ink1627.xml"/><Relationship Id="rId10" Type="http://schemas.openxmlformats.org/officeDocument/2006/relationships/image" Target="../media/image1584.png"/><Relationship Id="rId31" Type="http://schemas.openxmlformats.org/officeDocument/2006/relationships/customXml" Target="../ink/ink1579.xml"/><Relationship Id="rId52" Type="http://schemas.openxmlformats.org/officeDocument/2006/relationships/image" Target="../media/image1605.png"/><Relationship Id="rId73" Type="http://schemas.openxmlformats.org/officeDocument/2006/relationships/customXml" Target="../ink/ink1600.xml"/><Relationship Id="rId78" Type="http://schemas.openxmlformats.org/officeDocument/2006/relationships/image" Target="../media/image1618.png"/><Relationship Id="rId94" Type="http://schemas.openxmlformats.org/officeDocument/2006/relationships/image" Target="../media/image1626.png"/><Relationship Id="rId99" Type="http://schemas.openxmlformats.org/officeDocument/2006/relationships/customXml" Target="../ink/ink1613.xml"/><Relationship Id="rId101" Type="http://schemas.openxmlformats.org/officeDocument/2006/relationships/customXml" Target="../ink/ink1614.xml"/><Relationship Id="rId122" Type="http://schemas.openxmlformats.org/officeDocument/2006/relationships/image" Target="../media/image1640.png"/><Relationship Id="rId4" Type="http://schemas.openxmlformats.org/officeDocument/2006/relationships/chart" Target="../charts/chart1.xml"/><Relationship Id="rId9" Type="http://schemas.openxmlformats.org/officeDocument/2006/relationships/customXml" Target="../ink/ink1568.xml"/><Relationship Id="rId26" Type="http://schemas.openxmlformats.org/officeDocument/2006/relationships/image" Target="../media/image1592.png"/><Relationship Id="rId47" Type="http://schemas.openxmlformats.org/officeDocument/2006/relationships/customXml" Target="../ink/ink1587.xml"/><Relationship Id="rId68" Type="http://schemas.openxmlformats.org/officeDocument/2006/relationships/image" Target="../media/image1613.png"/><Relationship Id="rId89" Type="http://schemas.openxmlformats.org/officeDocument/2006/relationships/customXml" Target="../ink/ink1608.xml"/><Relationship Id="rId112" Type="http://schemas.openxmlformats.org/officeDocument/2006/relationships/image" Target="../media/image1635.png"/><Relationship Id="rId133" Type="http://schemas.openxmlformats.org/officeDocument/2006/relationships/customXml" Target="../ink/ink16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88.xml"/><Relationship Id="rId21" Type="http://schemas.openxmlformats.org/officeDocument/2006/relationships/customXml" Target="../ink/ink1640.xml"/><Relationship Id="rId42" Type="http://schemas.openxmlformats.org/officeDocument/2006/relationships/image" Target="../media/image1666.png"/><Relationship Id="rId63" Type="http://schemas.openxmlformats.org/officeDocument/2006/relationships/customXml" Target="../ink/ink1661.xml"/><Relationship Id="rId84" Type="http://schemas.openxmlformats.org/officeDocument/2006/relationships/image" Target="../media/image1687.png"/><Relationship Id="rId138" Type="http://schemas.openxmlformats.org/officeDocument/2006/relationships/image" Target="../media/image1714.png"/><Relationship Id="rId107" Type="http://schemas.openxmlformats.org/officeDocument/2006/relationships/customXml" Target="../ink/ink1683.xml"/><Relationship Id="rId11" Type="http://schemas.openxmlformats.org/officeDocument/2006/relationships/customXml" Target="../ink/ink1635.xml"/><Relationship Id="rId32" Type="http://schemas.openxmlformats.org/officeDocument/2006/relationships/image" Target="../media/image1661.png"/><Relationship Id="rId53" Type="http://schemas.openxmlformats.org/officeDocument/2006/relationships/customXml" Target="../ink/ink1656.xml"/><Relationship Id="rId74" Type="http://schemas.openxmlformats.org/officeDocument/2006/relationships/image" Target="../media/image1682.png"/><Relationship Id="rId128" Type="http://schemas.openxmlformats.org/officeDocument/2006/relationships/image" Target="../media/image1709.png"/><Relationship Id="rId5" Type="http://schemas.openxmlformats.org/officeDocument/2006/relationships/customXml" Target="../ink/ink1632.xml"/><Relationship Id="rId90" Type="http://schemas.openxmlformats.org/officeDocument/2006/relationships/image" Target="../media/image1690.png"/><Relationship Id="rId95" Type="http://schemas.openxmlformats.org/officeDocument/2006/relationships/customXml" Target="../ink/ink1677.xml"/><Relationship Id="rId22" Type="http://schemas.openxmlformats.org/officeDocument/2006/relationships/image" Target="../media/image1656.png"/><Relationship Id="rId27" Type="http://schemas.openxmlformats.org/officeDocument/2006/relationships/customXml" Target="../ink/ink1643.xml"/><Relationship Id="rId43" Type="http://schemas.openxmlformats.org/officeDocument/2006/relationships/customXml" Target="../ink/ink1651.xml"/><Relationship Id="rId48" Type="http://schemas.openxmlformats.org/officeDocument/2006/relationships/image" Target="../media/image1669.png"/><Relationship Id="rId64" Type="http://schemas.openxmlformats.org/officeDocument/2006/relationships/image" Target="../media/image1677.png"/><Relationship Id="rId69" Type="http://schemas.openxmlformats.org/officeDocument/2006/relationships/customXml" Target="../ink/ink1664.xml"/><Relationship Id="rId113" Type="http://schemas.openxmlformats.org/officeDocument/2006/relationships/customXml" Target="../ink/ink1686.xml"/><Relationship Id="rId118" Type="http://schemas.openxmlformats.org/officeDocument/2006/relationships/image" Target="../media/image1704.png"/><Relationship Id="rId134" Type="http://schemas.openxmlformats.org/officeDocument/2006/relationships/image" Target="../media/image1712.png"/><Relationship Id="rId139" Type="http://schemas.openxmlformats.org/officeDocument/2006/relationships/customXml" Target="../ink/ink1699.xml"/><Relationship Id="rId80" Type="http://schemas.openxmlformats.org/officeDocument/2006/relationships/image" Target="../media/image1685.png"/><Relationship Id="rId85" Type="http://schemas.openxmlformats.org/officeDocument/2006/relationships/customXml" Target="../ink/ink1672.xml"/><Relationship Id="rId12" Type="http://schemas.openxmlformats.org/officeDocument/2006/relationships/image" Target="../media/image1651.png"/><Relationship Id="rId17" Type="http://schemas.openxmlformats.org/officeDocument/2006/relationships/customXml" Target="../ink/ink1638.xml"/><Relationship Id="rId33" Type="http://schemas.openxmlformats.org/officeDocument/2006/relationships/customXml" Target="../ink/ink1646.xml"/><Relationship Id="rId38" Type="http://schemas.openxmlformats.org/officeDocument/2006/relationships/image" Target="../media/image1664.png"/><Relationship Id="rId59" Type="http://schemas.openxmlformats.org/officeDocument/2006/relationships/customXml" Target="../ink/ink1659.xml"/><Relationship Id="rId103" Type="http://schemas.openxmlformats.org/officeDocument/2006/relationships/customXml" Target="../ink/ink1681.xml"/><Relationship Id="rId108" Type="http://schemas.openxmlformats.org/officeDocument/2006/relationships/image" Target="../media/image1699.png"/><Relationship Id="rId124" Type="http://schemas.openxmlformats.org/officeDocument/2006/relationships/image" Target="../media/image1707.png"/><Relationship Id="rId129" Type="http://schemas.openxmlformats.org/officeDocument/2006/relationships/customXml" Target="../ink/ink1694.xml"/><Relationship Id="rId54" Type="http://schemas.openxmlformats.org/officeDocument/2006/relationships/image" Target="../media/image1672.png"/><Relationship Id="rId70" Type="http://schemas.openxmlformats.org/officeDocument/2006/relationships/image" Target="../media/image1680.png"/><Relationship Id="rId75" Type="http://schemas.openxmlformats.org/officeDocument/2006/relationships/customXml" Target="../ink/ink1667.xml"/><Relationship Id="rId91" Type="http://schemas.openxmlformats.org/officeDocument/2006/relationships/customXml" Target="../ink/ink1675.xml"/><Relationship Id="rId96" Type="http://schemas.openxmlformats.org/officeDocument/2006/relationships/image" Target="../media/image1693.png"/><Relationship Id="rId140" Type="http://schemas.openxmlformats.org/officeDocument/2006/relationships/image" Target="../media/image1715.png"/><Relationship Id="rId145" Type="http://schemas.openxmlformats.org/officeDocument/2006/relationships/customXml" Target="../ink/ink17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8.png"/><Relationship Id="rId23" Type="http://schemas.openxmlformats.org/officeDocument/2006/relationships/customXml" Target="../ink/ink1641.xml"/><Relationship Id="rId28" Type="http://schemas.openxmlformats.org/officeDocument/2006/relationships/image" Target="../media/image1659.png"/><Relationship Id="rId49" Type="http://schemas.openxmlformats.org/officeDocument/2006/relationships/customXml" Target="../ink/ink1654.xml"/><Relationship Id="rId114" Type="http://schemas.openxmlformats.org/officeDocument/2006/relationships/image" Target="../media/image1702.png"/><Relationship Id="rId119" Type="http://schemas.openxmlformats.org/officeDocument/2006/relationships/customXml" Target="../ink/ink1689.xml"/><Relationship Id="rId44" Type="http://schemas.openxmlformats.org/officeDocument/2006/relationships/image" Target="../media/image1667.png"/><Relationship Id="rId60" Type="http://schemas.openxmlformats.org/officeDocument/2006/relationships/image" Target="../media/image1675.png"/><Relationship Id="rId65" Type="http://schemas.openxmlformats.org/officeDocument/2006/relationships/customXml" Target="../ink/ink1662.xml"/><Relationship Id="rId81" Type="http://schemas.openxmlformats.org/officeDocument/2006/relationships/customXml" Target="../ink/ink1670.xml"/><Relationship Id="rId86" Type="http://schemas.openxmlformats.org/officeDocument/2006/relationships/image" Target="../media/image1688.png"/><Relationship Id="rId130" Type="http://schemas.openxmlformats.org/officeDocument/2006/relationships/image" Target="../media/image1710.png"/><Relationship Id="rId135" Type="http://schemas.openxmlformats.org/officeDocument/2006/relationships/customXml" Target="../ink/ink1697.xml"/><Relationship Id="rId13" Type="http://schemas.openxmlformats.org/officeDocument/2006/relationships/customXml" Target="../ink/ink1636.xml"/><Relationship Id="rId18" Type="http://schemas.openxmlformats.org/officeDocument/2006/relationships/image" Target="../media/image1654.png"/><Relationship Id="rId39" Type="http://schemas.openxmlformats.org/officeDocument/2006/relationships/customXml" Target="../ink/ink1649.xml"/><Relationship Id="rId109" Type="http://schemas.openxmlformats.org/officeDocument/2006/relationships/customXml" Target="../ink/ink1684.xml"/><Relationship Id="rId34" Type="http://schemas.openxmlformats.org/officeDocument/2006/relationships/image" Target="../media/image1662.png"/><Relationship Id="rId50" Type="http://schemas.openxmlformats.org/officeDocument/2006/relationships/image" Target="../media/image1670.png"/><Relationship Id="rId55" Type="http://schemas.openxmlformats.org/officeDocument/2006/relationships/customXml" Target="../ink/ink1657.xml"/><Relationship Id="rId76" Type="http://schemas.openxmlformats.org/officeDocument/2006/relationships/image" Target="../media/image1683.png"/><Relationship Id="rId97" Type="http://schemas.openxmlformats.org/officeDocument/2006/relationships/customXml" Target="../ink/ink1678.xml"/><Relationship Id="rId104" Type="http://schemas.openxmlformats.org/officeDocument/2006/relationships/image" Target="../media/image1697.png"/><Relationship Id="rId120" Type="http://schemas.openxmlformats.org/officeDocument/2006/relationships/image" Target="../media/image1705.png"/><Relationship Id="rId125" Type="http://schemas.openxmlformats.org/officeDocument/2006/relationships/customXml" Target="../ink/ink1692.xml"/><Relationship Id="rId141" Type="http://schemas.openxmlformats.org/officeDocument/2006/relationships/customXml" Target="../ink/ink1700.xml"/><Relationship Id="rId146" Type="http://schemas.openxmlformats.org/officeDocument/2006/relationships/image" Target="../media/image1718.png"/><Relationship Id="rId7" Type="http://schemas.openxmlformats.org/officeDocument/2006/relationships/customXml" Target="../ink/ink1633.xml"/><Relationship Id="rId71" Type="http://schemas.openxmlformats.org/officeDocument/2006/relationships/customXml" Target="../ink/ink1665.xml"/><Relationship Id="rId92" Type="http://schemas.openxmlformats.org/officeDocument/2006/relationships/image" Target="../media/image1691.png"/><Relationship Id="rId2" Type="http://schemas.openxmlformats.org/officeDocument/2006/relationships/notesSlide" Target="../notesSlides/notesSlide18.xml"/><Relationship Id="rId29" Type="http://schemas.openxmlformats.org/officeDocument/2006/relationships/customXml" Target="../ink/ink1644.xml"/><Relationship Id="rId24" Type="http://schemas.openxmlformats.org/officeDocument/2006/relationships/image" Target="../media/image1657.png"/><Relationship Id="rId40" Type="http://schemas.openxmlformats.org/officeDocument/2006/relationships/image" Target="../media/image1665.png"/><Relationship Id="rId45" Type="http://schemas.openxmlformats.org/officeDocument/2006/relationships/customXml" Target="../ink/ink1652.xml"/><Relationship Id="rId66" Type="http://schemas.openxmlformats.org/officeDocument/2006/relationships/image" Target="../media/image1678.png"/><Relationship Id="rId87" Type="http://schemas.openxmlformats.org/officeDocument/2006/relationships/customXml" Target="../ink/ink1673.xml"/><Relationship Id="rId110" Type="http://schemas.openxmlformats.org/officeDocument/2006/relationships/image" Target="../media/image1700.png"/><Relationship Id="rId115" Type="http://schemas.openxmlformats.org/officeDocument/2006/relationships/customXml" Target="../ink/ink1687.xml"/><Relationship Id="rId131" Type="http://schemas.openxmlformats.org/officeDocument/2006/relationships/customXml" Target="../ink/ink1695.xml"/><Relationship Id="rId136" Type="http://schemas.openxmlformats.org/officeDocument/2006/relationships/image" Target="../media/image1713.png"/><Relationship Id="rId61" Type="http://schemas.openxmlformats.org/officeDocument/2006/relationships/customXml" Target="../ink/ink1660.xml"/><Relationship Id="rId82" Type="http://schemas.openxmlformats.org/officeDocument/2006/relationships/image" Target="../media/image1686.png"/><Relationship Id="rId19" Type="http://schemas.openxmlformats.org/officeDocument/2006/relationships/customXml" Target="../ink/ink1639.xml"/><Relationship Id="rId14" Type="http://schemas.openxmlformats.org/officeDocument/2006/relationships/image" Target="../media/image1652.png"/><Relationship Id="rId30" Type="http://schemas.openxmlformats.org/officeDocument/2006/relationships/image" Target="../media/image1660.png"/><Relationship Id="rId35" Type="http://schemas.openxmlformats.org/officeDocument/2006/relationships/customXml" Target="../ink/ink1647.xml"/><Relationship Id="rId56" Type="http://schemas.openxmlformats.org/officeDocument/2006/relationships/image" Target="../media/image1673.png"/><Relationship Id="rId77" Type="http://schemas.openxmlformats.org/officeDocument/2006/relationships/customXml" Target="../ink/ink1668.xml"/><Relationship Id="rId100" Type="http://schemas.openxmlformats.org/officeDocument/2006/relationships/image" Target="../media/image1695.png"/><Relationship Id="rId105" Type="http://schemas.openxmlformats.org/officeDocument/2006/relationships/customXml" Target="../ink/ink1682.xml"/><Relationship Id="rId126" Type="http://schemas.openxmlformats.org/officeDocument/2006/relationships/image" Target="../media/image1708.png"/><Relationship Id="rId8" Type="http://schemas.openxmlformats.org/officeDocument/2006/relationships/image" Target="../media/image1649.png"/><Relationship Id="rId51" Type="http://schemas.openxmlformats.org/officeDocument/2006/relationships/customXml" Target="../ink/ink1655.xml"/><Relationship Id="rId72" Type="http://schemas.openxmlformats.org/officeDocument/2006/relationships/image" Target="../media/image1681.png"/><Relationship Id="rId93" Type="http://schemas.openxmlformats.org/officeDocument/2006/relationships/customXml" Target="../ink/ink1676.xml"/><Relationship Id="rId98" Type="http://schemas.openxmlformats.org/officeDocument/2006/relationships/image" Target="../media/image1694.png"/><Relationship Id="rId121" Type="http://schemas.openxmlformats.org/officeDocument/2006/relationships/customXml" Target="../ink/ink1690.xml"/><Relationship Id="rId142" Type="http://schemas.openxmlformats.org/officeDocument/2006/relationships/image" Target="../media/image1716.png"/><Relationship Id="rId3" Type="http://schemas.openxmlformats.org/officeDocument/2006/relationships/customXml" Target="../ink/ink1631.xml"/><Relationship Id="rId25" Type="http://schemas.openxmlformats.org/officeDocument/2006/relationships/customXml" Target="../ink/ink1642.xml"/><Relationship Id="rId46" Type="http://schemas.openxmlformats.org/officeDocument/2006/relationships/image" Target="../media/image1668.png"/><Relationship Id="rId67" Type="http://schemas.openxmlformats.org/officeDocument/2006/relationships/customXml" Target="../ink/ink1663.xml"/><Relationship Id="rId116" Type="http://schemas.openxmlformats.org/officeDocument/2006/relationships/image" Target="../media/image1703.png"/><Relationship Id="rId137" Type="http://schemas.openxmlformats.org/officeDocument/2006/relationships/customXml" Target="../ink/ink1698.xml"/><Relationship Id="rId20" Type="http://schemas.openxmlformats.org/officeDocument/2006/relationships/image" Target="../media/image1655.png"/><Relationship Id="rId41" Type="http://schemas.openxmlformats.org/officeDocument/2006/relationships/customXml" Target="../ink/ink1650.xml"/><Relationship Id="rId62" Type="http://schemas.openxmlformats.org/officeDocument/2006/relationships/image" Target="../media/image1676.png"/><Relationship Id="rId83" Type="http://schemas.openxmlformats.org/officeDocument/2006/relationships/customXml" Target="../ink/ink1671.xml"/><Relationship Id="rId88" Type="http://schemas.openxmlformats.org/officeDocument/2006/relationships/image" Target="../media/image1689.png"/><Relationship Id="rId111" Type="http://schemas.openxmlformats.org/officeDocument/2006/relationships/customXml" Target="../ink/ink1685.xml"/><Relationship Id="rId132" Type="http://schemas.openxmlformats.org/officeDocument/2006/relationships/image" Target="../media/image1711.png"/><Relationship Id="rId15" Type="http://schemas.openxmlformats.org/officeDocument/2006/relationships/customXml" Target="../ink/ink1637.xml"/><Relationship Id="rId36" Type="http://schemas.openxmlformats.org/officeDocument/2006/relationships/image" Target="../media/image1663.png"/><Relationship Id="rId57" Type="http://schemas.openxmlformats.org/officeDocument/2006/relationships/customXml" Target="../ink/ink1658.xml"/><Relationship Id="rId106" Type="http://schemas.openxmlformats.org/officeDocument/2006/relationships/image" Target="../media/image1698.png"/><Relationship Id="rId127" Type="http://schemas.openxmlformats.org/officeDocument/2006/relationships/customXml" Target="../ink/ink1693.xml"/><Relationship Id="rId10" Type="http://schemas.openxmlformats.org/officeDocument/2006/relationships/image" Target="../media/image1650.png"/><Relationship Id="rId31" Type="http://schemas.openxmlformats.org/officeDocument/2006/relationships/customXml" Target="../ink/ink1645.xml"/><Relationship Id="rId52" Type="http://schemas.openxmlformats.org/officeDocument/2006/relationships/image" Target="../media/image1671.png"/><Relationship Id="rId73" Type="http://schemas.openxmlformats.org/officeDocument/2006/relationships/customXml" Target="../ink/ink1666.xml"/><Relationship Id="rId78" Type="http://schemas.openxmlformats.org/officeDocument/2006/relationships/image" Target="../media/image1684.png"/><Relationship Id="rId94" Type="http://schemas.openxmlformats.org/officeDocument/2006/relationships/image" Target="../media/image1692.png"/><Relationship Id="rId99" Type="http://schemas.openxmlformats.org/officeDocument/2006/relationships/customXml" Target="../ink/ink1679.xml"/><Relationship Id="rId101" Type="http://schemas.openxmlformats.org/officeDocument/2006/relationships/customXml" Target="../ink/ink1680.xml"/><Relationship Id="rId122" Type="http://schemas.openxmlformats.org/officeDocument/2006/relationships/image" Target="../media/image1706.png"/><Relationship Id="rId143" Type="http://schemas.openxmlformats.org/officeDocument/2006/relationships/customXml" Target="../ink/ink1701.xml"/><Relationship Id="rId4" Type="http://schemas.openxmlformats.org/officeDocument/2006/relationships/image" Target="../media/image1647.png"/><Relationship Id="rId9" Type="http://schemas.openxmlformats.org/officeDocument/2006/relationships/customXml" Target="../ink/ink1634.xml"/><Relationship Id="rId26" Type="http://schemas.openxmlformats.org/officeDocument/2006/relationships/image" Target="../media/image1658.png"/><Relationship Id="rId47" Type="http://schemas.openxmlformats.org/officeDocument/2006/relationships/customXml" Target="../ink/ink1653.xml"/><Relationship Id="rId68" Type="http://schemas.openxmlformats.org/officeDocument/2006/relationships/image" Target="../media/image1679.png"/><Relationship Id="rId89" Type="http://schemas.openxmlformats.org/officeDocument/2006/relationships/customXml" Target="../ink/ink1674.xml"/><Relationship Id="rId112" Type="http://schemas.openxmlformats.org/officeDocument/2006/relationships/image" Target="../media/image1701.png"/><Relationship Id="rId133" Type="http://schemas.openxmlformats.org/officeDocument/2006/relationships/customXml" Target="../ink/ink1696.xml"/><Relationship Id="rId16" Type="http://schemas.openxmlformats.org/officeDocument/2006/relationships/image" Target="../media/image1653.png"/><Relationship Id="rId37" Type="http://schemas.openxmlformats.org/officeDocument/2006/relationships/customXml" Target="../ink/ink1648.xml"/><Relationship Id="rId58" Type="http://schemas.openxmlformats.org/officeDocument/2006/relationships/image" Target="../media/image1674.png"/><Relationship Id="rId79" Type="http://schemas.openxmlformats.org/officeDocument/2006/relationships/customXml" Target="../ink/ink1669.xml"/><Relationship Id="rId102" Type="http://schemas.openxmlformats.org/officeDocument/2006/relationships/image" Target="../media/image1696.png"/><Relationship Id="rId123" Type="http://schemas.openxmlformats.org/officeDocument/2006/relationships/customXml" Target="../ink/ink1691.xml"/><Relationship Id="rId144" Type="http://schemas.openxmlformats.org/officeDocument/2006/relationships/image" Target="../media/image17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</a:t>
            </a:r>
            <a:r>
              <a:rPr lang="en-US" sz="3200" b="1">
                <a:solidFill>
                  <a:schemeClr val="bg1"/>
                </a:solidFill>
              </a:rPr>
              <a:t>, 8-25-26, 8-27-26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14:cNvPr>
              <p14:cNvContentPartPr/>
              <p14:nvPr/>
            </p14:nvContentPartPr>
            <p14:xfrm>
              <a:off x="1439100" y="5257088"/>
              <a:ext cx="518040" cy="21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0100" y="5248448"/>
                <a:ext cx="535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14:cNvPr>
              <p14:cNvContentPartPr/>
              <p14:nvPr/>
            </p14:nvContentPartPr>
            <p14:xfrm>
              <a:off x="5795460" y="5239808"/>
              <a:ext cx="619560" cy="23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6460" y="5231168"/>
                <a:ext cx="63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14:cNvPr>
              <p14:cNvContentPartPr/>
              <p14:nvPr/>
            </p14:nvContentPartPr>
            <p14:xfrm>
              <a:off x="8073900" y="5241968"/>
              <a:ext cx="502200" cy="21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5260" y="5233328"/>
                <a:ext cx="519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14:cNvPr>
              <p14:cNvContentPartPr/>
              <p14:nvPr/>
            </p14:nvContentPartPr>
            <p14:xfrm>
              <a:off x="10117260" y="5241968"/>
              <a:ext cx="725040" cy="21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08260" y="5233328"/>
                <a:ext cx="742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89B870-86BD-A3A1-10C1-6B16795E320F}"/>
              </a:ext>
            </a:extLst>
          </p:cNvPr>
          <p:cNvGrpSpPr/>
          <p:nvPr/>
        </p:nvGrpSpPr>
        <p:grpSpPr>
          <a:xfrm>
            <a:off x="9818460" y="5568848"/>
            <a:ext cx="759600" cy="167760"/>
            <a:chOff x="9818460" y="5568848"/>
            <a:chExt cx="75960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14:cNvPr>
                <p14:cNvContentPartPr/>
                <p14:nvPr/>
              </p14:nvContentPartPr>
              <p14:xfrm>
                <a:off x="9818460" y="5589368"/>
                <a:ext cx="192240" cy="147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09820" y="5580368"/>
                  <a:ext cx="209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14:cNvPr>
                <p14:cNvContentPartPr/>
                <p14:nvPr/>
              </p14:nvContentPartPr>
              <p14:xfrm>
                <a:off x="10115460" y="5631848"/>
                <a:ext cx="3924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460" y="5622848"/>
                  <a:ext cx="56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14:cNvPr>
                <p14:cNvContentPartPr/>
                <p14:nvPr/>
              </p14:nvContentPartPr>
              <p14:xfrm>
                <a:off x="10012860" y="5583968"/>
                <a:ext cx="18108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03860" y="5574968"/>
                  <a:ext cx="198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14:cNvPr>
                <p14:cNvContentPartPr/>
                <p14:nvPr/>
              </p14:nvContentPartPr>
              <p14:xfrm>
                <a:off x="10291860" y="5631848"/>
                <a:ext cx="49320" cy="104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83220" y="5622848"/>
                  <a:ext cx="66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14:cNvPr>
                <p14:cNvContentPartPr/>
                <p14:nvPr/>
              </p14:nvContentPartPr>
              <p14:xfrm>
                <a:off x="10276380" y="5568848"/>
                <a:ext cx="93960" cy="42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67740" y="5559848"/>
                  <a:ext cx="111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14:cNvPr>
                <p14:cNvContentPartPr/>
                <p14:nvPr/>
              </p14:nvContentPartPr>
              <p14:xfrm>
                <a:off x="10286820" y="5655248"/>
                <a:ext cx="86040" cy="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77820" y="5646608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14:cNvPr>
                <p14:cNvContentPartPr/>
                <p14:nvPr/>
              </p14:nvContentPartPr>
              <p14:xfrm>
                <a:off x="10510380" y="5610968"/>
                <a:ext cx="50760" cy="11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01380" y="5601968"/>
                  <a:ext cx="68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14:cNvPr>
                <p14:cNvContentPartPr/>
                <p14:nvPr/>
              </p14:nvContentPartPr>
              <p14:xfrm>
                <a:off x="10439460" y="5577488"/>
                <a:ext cx="138600" cy="7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30820" y="5568488"/>
                  <a:ext cx="15624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14:cNvPr>
              <p14:cNvContentPartPr/>
              <p14:nvPr/>
            </p14:nvContentPartPr>
            <p14:xfrm>
              <a:off x="7252740" y="5236928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43740" y="522792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1FD4B9-B6CE-A178-2E9A-3E016593301F}"/>
              </a:ext>
            </a:extLst>
          </p:cNvPr>
          <p:cNvGrpSpPr/>
          <p:nvPr/>
        </p:nvGrpSpPr>
        <p:grpSpPr>
          <a:xfrm>
            <a:off x="1007820" y="4883048"/>
            <a:ext cx="883440" cy="280800"/>
            <a:chOff x="1007820" y="4883048"/>
            <a:chExt cx="8834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F601B5-F9AA-3CD8-D320-6555DE51D429}"/>
                    </a:ext>
                  </a:extLst>
                </p14:cNvPr>
                <p14:cNvContentPartPr/>
                <p14:nvPr/>
              </p14:nvContentPartPr>
              <p14:xfrm>
                <a:off x="1007820" y="4977008"/>
                <a:ext cx="136080" cy="15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F601B5-F9AA-3CD8-D320-6555DE51D4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8820" y="4968368"/>
                  <a:ext cx="153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E01CC7-92F6-F9CC-0A36-47892561DB28}"/>
                    </a:ext>
                  </a:extLst>
                </p14:cNvPr>
                <p14:cNvContentPartPr/>
                <p14:nvPr/>
              </p14:nvContentPartPr>
              <p14:xfrm>
                <a:off x="1022220" y="5007968"/>
                <a:ext cx="88560" cy="116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E01CC7-92F6-F9CC-0A36-47892561DB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3220" y="4999328"/>
                  <a:ext cx="106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F8A0B4-88A6-6FF3-0051-A164C9DDC0A1}"/>
                    </a:ext>
                  </a:extLst>
                </p14:cNvPr>
                <p14:cNvContentPartPr/>
                <p14:nvPr/>
              </p14:nvContentPartPr>
              <p14:xfrm>
                <a:off x="1205820" y="4883048"/>
                <a:ext cx="119880" cy="27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F8A0B4-88A6-6FF3-0051-A164C9DDC0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6820" y="4874408"/>
                  <a:ext cx="137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6C21D3-B9A5-B063-49B8-7EB231A72BD1}"/>
                    </a:ext>
                  </a:extLst>
                </p14:cNvPr>
                <p14:cNvContentPartPr/>
                <p14:nvPr/>
              </p14:nvContentPartPr>
              <p14:xfrm>
                <a:off x="1330020" y="5008328"/>
                <a:ext cx="179280" cy="105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6C21D3-B9A5-B063-49B8-7EB231A72B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21020" y="4999328"/>
                  <a:ext cx="196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A35345-2C2A-2DA2-3758-0F0662893A3D}"/>
                    </a:ext>
                  </a:extLst>
                </p14:cNvPr>
                <p14:cNvContentPartPr/>
                <p14:nvPr/>
              </p14:nvContentPartPr>
              <p14:xfrm>
                <a:off x="1470060" y="4885928"/>
                <a:ext cx="133560" cy="27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A35345-2C2A-2DA2-3758-0F0662893A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61420" y="4877288"/>
                  <a:ext cx="1512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E09B11-66BA-B2DA-A298-1E0AF6AFFDA1}"/>
                    </a:ext>
                  </a:extLst>
                </p14:cNvPr>
                <p14:cNvContentPartPr/>
                <p14:nvPr/>
              </p14:nvContentPartPr>
              <p14:xfrm>
                <a:off x="1787220" y="5065208"/>
                <a:ext cx="104040" cy="10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E09B11-66BA-B2DA-A298-1E0AF6AFFD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78220" y="5056568"/>
                  <a:ext cx="121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31839F6-4C17-B96C-8E79-6B0893336D83}"/>
                    </a:ext>
                  </a:extLst>
                </p14:cNvPr>
                <p14:cNvContentPartPr/>
                <p14:nvPr/>
              </p14:nvContentPartPr>
              <p14:xfrm>
                <a:off x="1762020" y="4998968"/>
                <a:ext cx="9828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31839F6-4C17-B96C-8E79-6B0893336D8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53020" y="4989968"/>
                  <a:ext cx="1159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0DAA53-CA4F-FAF8-BD0B-411EA8E5BCA8}"/>
              </a:ext>
            </a:extLst>
          </p:cNvPr>
          <p:cNvGrpSpPr/>
          <p:nvPr/>
        </p:nvGrpSpPr>
        <p:grpSpPr>
          <a:xfrm>
            <a:off x="2071980" y="4674608"/>
            <a:ext cx="759240" cy="480960"/>
            <a:chOff x="2071980" y="4674608"/>
            <a:chExt cx="75924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54A00A-F0E8-5F42-164A-92E25B600A9C}"/>
                    </a:ext>
                  </a:extLst>
                </p14:cNvPr>
                <p14:cNvContentPartPr/>
                <p14:nvPr/>
              </p14:nvContentPartPr>
              <p14:xfrm>
                <a:off x="2071980" y="5001848"/>
                <a:ext cx="151560" cy="15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54A00A-F0E8-5F42-164A-92E25B600A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2980" y="4993208"/>
                  <a:ext cx="169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806233-7AEE-D32C-CDC8-0EF73261D8F4}"/>
                    </a:ext>
                  </a:extLst>
                </p14:cNvPr>
                <p14:cNvContentPartPr/>
                <p14:nvPr/>
              </p14:nvContentPartPr>
              <p14:xfrm>
                <a:off x="2222820" y="4821128"/>
                <a:ext cx="113400" cy="24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806233-7AEE-D32C-CDC8-0EF73261D8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13820" y="4812488"/>
                  <a:ext cx="131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915583-ECBE-7773-DB16-7B603B8C7898}"/>
                    </a:ext>
                  </a:extLst>
                </p14:cNvPr>
                <p14:cNvContentPartPr/>
                <p14:nvPr/>
              </p14:nvContentPartPr>
              <p14:xfrm>
                <a:off x="2205900" y="4674608"/>
                <a:ext cx="252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915583-ECBE-7773-DB16-7B603B8C78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96900" y="466560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CE96DA-6365-2D5C-FC49-682320B25D7B}"/>
                    </a:ext>
                  </a:extLst>
                </p14:cNvPr>
                <p14:cNvContentPartPr/>
                <p14:nvPr/>
              </p14:nvContentPartPr>
              <p14:xfrm>
                <a:off x="2334420" y="4729328"/>
                <a:ext cx="170640" cy="10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CE96DA-6365-2D5C-FC49-682320B25D7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25420" y="4720328"/>
                  <a:ext cx="188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4434EE-B5E0-304A-1C08-621D52489B3E}"/>
                    </a:ext>
                  </a:extLst>
                </p14:cNvPr>
                <p14:cNvContentPartPr/>
                <p14:nvPr/>
              </p14:nvContentPartPr>
              <p14:xfrm>
                <a:off x="2597580" y="4747328"/>
                <a:ext cx="233640" cy="9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4434EE-B5E0-304A-1C08-621D52489B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88580" y="4738328"/>
                  <a:ext cx="25128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40AF1C-8CE1-B9B0-AAF1-EFEBF23589BC}"/>
              </a:ext>
            </a:extLst>
          </p:cNvPr>
          <p:cNvGrpSpPr/>
          <p:nvPr/>
        </p:nvGrpSpPr>
        <p:grpSpPr>
          <a:xfrm>
            <a:off x="3065580" y="4996088"/>
            <a:ext cx="104400" cy="79920"/>
            <a:chOff x="3065580" y="4996088"/>
            <a:chExt cx="10440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37DA39-54DC-90C0-3C15-2082E84D16B8}"/>
                    </a:ext>
                  </a:extLst>
                </p14:cNvPr>
                <p14:cNvContentPartPr/>
                <p14:nvPr/>
              </p14:nvContentPartPr>
              <p14:xfrm>
                <a:off x="3081420" y="5054768"/>
                <a:ext cx="88560" cy="2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37DA39-54DC-90C0-3C15-2082E84D16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72420" y="5045768"/>
                  <a:ext cx="106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6C29D6-4C4F-C435-EB04-83BAF49A04E5}"/>
                    </a:ext>
                  </a:extLst>
                </p14:cNvPr>
                <p14:cNvContentPartPr/>
                <p14:nvPr/>
              </p14:nvContentPartPr>
              <p14:xfrm>
                <a:off x="3065580" y="4996088"/>
                <a:ext cx="82800" cy="1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6C29D6-4C4F-C435-EB04-83BAF49A04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56940" y="4987448"/>
                  <a:ext cx="1004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0B1AC2-811A-E24B-B921-4B709E80BB75}"/>
              </a:ext>
            </a:extLst>
          </p:cNvPr>
          <p:cNvGrpSpPr/>
          <p:nvPr/>
        </p:nvGrpSpPr>
        <p:grpSpPr>
          <a:xfrm>
            <a:off x="3397860" y="4951088"/>
            <a:ext cx="397440" cy="131040"/>
            <a:chOff x="3397860" y="4951088"/>
            <a:chExt cx="39744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BF00DC-F8A8-6BA3-5D63-B85EB9E08415}"/>
                    </a:ext>
                  </a:extLst>
                </p14:cNvPr>
                <p14:cNvContentPartPr/>
                <p14:nvPr/>
              </p14:nvContentPartPr>
              <p14:xfrm>
                <a:off x="3397860" y="4971968"/>
                <a:ext cx="124560" cy="10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BF00DC-F8A8-6BA3-5D63-B85EB9E084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88860" y="4962968"/>
                  <a:ext cx="14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3464CF-8378-21D5-6240-2C14564894EC}"/>
                    </a:ext>
                  </a:extLst>
                </p14:cNvPr>
                <p14:cNvContentPartPr/>
                <p14:nvPr/>
              </p14:nvContentPartPr>
              <p14:xfrm>
                <a:off x="3571020" y="4968008"/>
                <a:ext cx="91800" cy="83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3464CF-8378-21D5-6240-2C14564894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62380" y="4959008"/>
                  <a:ext cx="109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DEEBC3-EED0-978F-AFD6-665AB8F89846}"/>
                    </a:ext>
                  </a:extLst>
                </p14:cNvPr>
                <p14:cNvContentPartPr/>
                <p14:nvPr/>
              </p14:nvContentPartPr>
              <p14:xfrm>
                <a:off x="3682980" y="4951088"/>
                <a:ext cx="112320" cy="131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DEEBC3-EED0-978F-AFD6-665AB8F898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73980" y="4942088"/>
                  <a:ext cx="129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B30EAF-E6B6-78BE-2836-955A39A6ADFA}"/>
              </a:ext>
            </a:extLst>
          </p:cNvPr>
          <p:cNvGrpSpPr/>
          <p:nvPr/>
        </p:nvGrpSpPr>
        <p:grpSpPr>
          <a:xfrm>
            <a:off x="3974220" y="4946408"/>
            <a:ext cx="361440" cy="92880"/>
            <a:chOff x="3974220" y="4946408"/>
            <a:chExt cx="36144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7BED9B-3B6C-4C13-174D-A3081B1B2ED8}"/>
                    </a:ext>
                  </a:extLst>
                </p14:cNvPr>
                <p14:cNvContentPartPr/>
                <p14:nvPr/>
              </p14:nvContentPartPr>
              <p14:xfrm>
                <a:off x="3974220" y="4946408"/>
                <a:ext cx="162000" cy="92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7BED9B-3B6C-4C13-174D-A3081B1B2E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65580" y="4937408"/>
                  <a:ext cx="179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888831-5B96-5211-011A-CB81E4E64711}"/>
                    </a:ext>
                  </a:extLst>
                </p14:cNvPr>
                <p14:cNvContentPartPr/>
                <p14:nvPr/>
              </p14:nvContentPartPr>
              <p14:xfrm>
                <a:off x="4187340" y="4961528"/>
                <a:ext cx="148320" cy="7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888831-5B96-5211-011A-CB81E4E647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78700" y="4952528"/>
                  <a:ext cx="16596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88ED657-F5E4-6D4D-BB65-E113A3D82A37}"/>
                  </a:ext>
                </a:extLst>
              </p14:cNvPr>
              <p14:cNvContentPartPr/>
              <p14:nvPr/>
            </p14:nvContentPartPr>
            <p14:xfrm>
              <a:off x="4699620" y="4805648"/>
              <a:ext cx="2520" cy="1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88ED657-F5E4-6D4D-BB65-E113A3D82A3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90980" y="4796648"/>
                <a:ext cx="20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E52CAE8-ED00-9BD9-E664-6ABB0D1B4A1E}"/>
                  </a:ext>
                </a:extLst>
              </p14:cNvPr>
              <p14:cNvContentPartPr/>
              <p14:nvPr/>
            </p14:nvContentPartPr>
            <p14:xfrm>
              <a:off x="4999140" y="4826528"/>
              <a:ext cx="4320" cy="6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E52CAE8-ED00-9BD9-E664-6ABB0D1B4A1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990140" y="4817528"/>
                <a:ext cx="219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F41AE57-F921-D38D-6556-8C9F619FE911}"/>
              </a:ext>
            </a:extLst>
          </p:cNvPr>
          <p:cNvGrpSpPr/>
          <p:nvPr/>
        </p:nvGrpSpPr>
        <p:grpSpPr>
          <a:xfrm>
            <a:off x="4544460" y="4899248"/>
            <a:ext cx="1194120" cy="337680"/>
            <a:chOff x="4544460" y="4899248"/>
            <a:chExt cx="119412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4A2161-B71E-EA29-AE8C-9495D7F68901}"/>
                    </a:ext>
                  </a:extLst>
                </p14:cNvPr>
                <p14:cNvContentPartPr/>
                <p14:nvPr/>
              </p14:nvContentPartPr>
              <p14:xfrm>
                <a:off x="4566780" y="4904288"/>
                <a:ext cx="51840" cy="145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4A2161-B71E-EA29-AE8C-9495D7F689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57780" y="4895648"/>
                  <a:ext cx="69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B97CCB7-1E8A-8747-50BF-7D697292BD94}"/>
                    </a:ext>
                  </a:extLst>
                </p14:cNvPr>
                <p14:cNvContentPartPr/>
                <p14:nvPr/>
              </p14:nvContentPartPr>
              <p14:xfrm>
                <a:off x="4544460" y="4977008"/>
                <a:ext cx="95400" cy="8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B97CCB7-1E8A-8747-50BF-7D697292BD9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35820" y="4968368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7E5BB2-953A-955D-A445-52DB38871A8B}"/>
                    </a:ext>
                  </a:extLst>
                </p14:cNvPr>
                <p14:cNvContentPartPr/>
                <p14:nvPr/>
              </p14:nvContentPartPr>
              <p14:xfrm>
                <a:off x="4738140" y="4951088"/>
                <a:ext cx="141840" cy="28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7E5BB2-953A-955D-A445-52DB38871A8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29140" y="4942088"/>
                  <a:ext cx="159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B0EC92-648B-2D6F-4F04-14F6B67537C2}"/>
                    </a:ext>
                  </a:extLst>
                </p14:cNvPr>
                <p14:cNvContentPartPr/>
                <p14:nvPr/>
              </p14:nvContentPartPr>
              <p14:xfrm>
                <a:off x="4884300" y="4935608"/>
                <a:ext cx="108720" cy="115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B0EC92-648B-2D6F-4F04-14F6B67537C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75300" y="4926608"/>
                  <a:ext cx="126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61C3ED-C202-4335-32C9-6DE3D9267B85}"/>
                    </a:ext>
                  </a:extLst>
                </p14:cNvPr>
                <p14:cNvContentPartPr/>
                <p14:nvPr/>
              </p14:nvContentPartPr>
              <p14:xfrm>
                <a:off x="5023980" y="4971968"/>
                <a:ext cx="24120" cy="53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61C3ED-C202-4335-32C9-6DE3D9267B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14980" y="4962968"/>
                  <a:ext cx="4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DC5360-CB0F-4ABE-E104-814F4BA50C52}"/>
                    </a:ext>
                  </a:extLst>
                </p14:cNvPr>
                <p14:cNvContentPartPr/>
                <p14:nvPr/>
              </p14:nvContentPartPr>
              <p14:xfrm>
                <a:off x="5080860" y="4940648"/>
                <a:ext cx="126720" cy="7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DC5360-CB0F-4ABE-E104-814F4BA50C5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72220" y="4932008"/>
                  <a:ext cx="144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D11C07-ABFD-1551-6046-5D71208CCF82}"/>
                    </a:ext>
                  </a:extLst>
                </p14:cNvPr>
                <p14:cNvContentPartPr/>
                <p14:nvPr/>
              </p14:nvContentPartPr>
              <p14:xfrm>
                <a:off x="5314860" y="4925528"/>
                <a:ext cx="162000" cy="63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D11C07-ABFD-1551-6046-5D71208CCF8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05860" y="4916888"/>
                  <a:ext cx="179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DE115B-6702-3026-26CC-BEC2715C87D7}"/>
                    </a:ext>
                  </a:extLst>
                </p14:cNvPr>
                <p14:cNvContentPartPr/>
                <p14:nvPr/>
              </p14:nvContentPartPr>
              <p14:xfrm>
                <a:off x="5538060" y="4899248"/>
                <a:ext cx="200520" cy="87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DE115B-6702-3026-26CC-BEC2715C87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29420" y="4890248"/>
                  <a:ext cx="218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4C20F99-973B-2383-C867-D7A6E37F6B54}"/>
                    </a:ext>
                  </a:extLst>
                </p14:cNvPr>
                <p14:cNvContentPartPr/>
                <p14:nvPr/>
              </p14:nvContentPartPr>
              <p14:xfrm>
                <a:off x="5377140" y="4930208"/>
                <a:ext cx="18720" cy="30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4C20F99-973B-2383-C867-D7A6E37F6B5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68140" y="4921568"/>
                  <a:ext cx="3636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28B4A77-14EF-66ED-6053-44B0838115D9}"/>
                  </a:ext>
                </a:extLst>
              </p14:cNvPr>
              <p14:cNvContentPartPr/>
              <p14:nvPr/>
            </p14:nvContentPartPr>
            <p14:xfrm>
              <a:off x="1076940" y="1968848"/>
              <a:ext cx="3766320" cy="52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28B4A77-14EF-66ED-6053-44B0838115D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67940" y="1959848"/>
                <a:ext cx="378396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202298D0-92B5-7537-5852-612D3493A3F2}"/>
              </a:ext>
            </a:extLst>
          </p:cNvPr>
          <p:cNvGrpSpPr/>
          <p:nvPr/>
        </p:nvGrpSpPr>
        <p:grpSpPr>
          <a:xfrm>
            <a:off x="1220940" y="5636168"/>
            <a:ext cx="650880" cy="385560"/>
            <a:chOff x="1220940" y="5636168"/>
            <a:chExt cx="65088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2F2A92-31AB-09BF-A4F0-A315C96221A9}"/>
                    </a:ext>
                  </a:extLst>
                </p14:cNvPr>
                <p14:cNvContentPartPr/>
                <p14:nvPr/>
              </p14:nvContentPartPr>
              <p14:xfrm>
                <a:off x="1220940" y="5733728"/>
                <a:ext cx="216360" cy="28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2F2A92-31AB-09BF-A4F0-A315C96221A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12300" y="5724728"/>
                  <a:ext cx="234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B9CFFA-657C-6056-7F90-E0B654FC487D}"/>
                    </a:ext>
                  </a:extLst>
                </p14:cNvPr>
                <p14:cNvContentPartPr/>
                <p14:nvPr/>
              </p14:nvContentPartPr>
              <p14:xfrm>
                <a:off x="1421820" y="5647328"/>
                <a:ext cx="165600" cy="26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B9CFFA-657C-6056-7F90-E0B654FC48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12820" y="5638328"/>
                  <a:ext cx="183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07BA860-0F9F-D087-A118-87798348B7BD}"/>
                    </a:ext>
                  </a:extLst>
                </p14:cNvPr>
                <p14:cNvContentPartPr/>
                <p14:nvPr/>
              </p14:nvContentPartPr>
              <p14:xfrm>
                <a:off x="1592100" y="5806448"/>
                <a:ext cx="131760" cy="53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07BA860-0F9F-D087-A118-87798348B7B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83100" y="5797808"/>
                  <a:ext cx="149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46B3CEA-EEB4-242E-6245-1D4233DF16F0}"/>
                    </a:ext>
                  </a:extLst>
                </p14:cNvPr>
                <p14:cNvContentPartPr/>
                <p14:nvPr/>
              </p14:nvContentPartPr>
              <p14:xfrm>
                <a:off x="1662300" y="5636168"/>
                <a:ext cx="209520" cy="287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46B3CEA-EEB4-242E-6245-1D4233DF16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53660" y="5627168"/>
                  <a:ext cx="2271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2121FF5-891E-D254-E381-47F727EB07A7}"/>
              </a:ext>
            </a:extLst>
          </p:cNvPr>
          <p:cNvGrpSpPr/>
          <p:nvPr/>
        </p:nvGrpSpPr>
        <p:grpSpPr>
          <a:xfrm>
            <a:off x="2104380" y="5792408"/>
            <a:ext cx="114120" cy="75600"/>
            <a:chOff x="2104380" y="5792408"/>
            <a:chExt cx="11412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6D2BD7-9D58-CFAE-994D-481A8A873289}"/>
                    </a:ext>
                  </a:extLst>
                </p14:cNvPr>
                <p14:cNvContentPartPr/>
                <p14:nvPr/>
              </p14:nvContentPartPr>
              <p14:xfrm>
                <a:off x="2119860" y="5865488"/>
                <a:ext cx="98640" cy="2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6D2BD7-9D58-CFAE-994D-481A8A87328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11220" y="5856488"/>
                  <a:ext cx="11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1721A8-4A5D-715D-8749-CFE0EC5DEFE0}"/>
                    </a:ext>
                  </a:extLst>
                </p14:cNvPr>
                <p14:cNvContentPartPr/>
                <p14:nvPr/>
              </p14:nvContentPartPr>
              <p14:xfrm>
                <a:off x="2104380" y="5792408"/>
                <a:ext cx="88200" cy="2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1721A8-4A5D-715D-8749-CFE0EC5DEF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95380" y="5783408"/>
                  <a:ext cx="1058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63062E7-220D-3E32-33B4-DA991AC44FC4}"/>
                  </a:ext>
                </a:extLst>
              </p14:cNvPr>
              <p14:cNvContentPartPr/>
              <p14:nvPr/>
            </p14:nvContentPartPr>
            <p14:xfrm>
              <a:off x="2418660" y="5647328"/>
              <a:ext cx="364320" cy="235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63062E7-220D-3E32-33B4-DA991AC44FC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410020" y="5638328"/>
                <a:ext cx="3819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E6AD04D-0264-84E2-3977-68329DC6160B}"/>
              </a:ext>
            </a:extLst>
          </p:cNvPr>
          <p:cNvGrpSpPr/>
          <p:nvPr/>
        </p:nvGrpSpPr>
        <p:grpSpPr>
          <a:xfrm>
            <a:off x="2498940" y="5979968"/>
            <a:ext cx="173520" cy="165600"/>
            <a:chOff x="2498940" y="5979968"/>
            <a:chExt cx="17352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5B2DB1-DFF7-1527-059B-86FF603099DA}"/>
                    </a:ext>
                  </a:extLst>
                </p14:cNvPr>
                <p14:cNvContentPartPr/>
                <p14:nvPr/>
              </p14:nvContentPartPr>
              <p14:xfrm>
                <a:off x="2498940" y="5979968"/>
                <a:ext cx="32040" cy="165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5B2DB1-DFF7-1527-059B-86FF603099D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89940" y="5970968"/>
                  <a:ext cx="49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0340053-E1C9-7A6D-0220-EC63BF3715A9}"/>
                    </a:ext>
                  </a:extLst>
                </p14:cNvPr>
                <p14:cNvContentPartPr/>
                <p14:nvPr/>
              </p14:nvContentPartPr>
              <p14:xfrm>
                <a:off x="2519460" y="6068168"/>
                <a:ext cx="153000" cy="68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0340053-E1C9-7A6D-0220-EC63BF3715A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10820" y="6059168"/>
                  <a:ext cx="1706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A724B13-7588-1366-B767-A948E4073317}"/>
              </a:ext>
            </a:extLst>
          </p:cNvPr>
          <p:cNvGrpSpPr/>
          <p:nvPr/>
        </p:nvGrpSpPr>
        <p:grpSpPr>
          <a:xfrm>
            <a:off x="3004380" y="5613128"/>
            <a:ext cx="647640" cy="325800"/>
            <a:chOff x="3004380" y="5613128"/>
            <a:chExt cx="64764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C52B07-5E44-4E35-CC7E-1AFE8C9D3F50}"/>
                    </a:ext>
                  </a:extLst>
                </p14:cNvPr>
                <p14:cNvContentPartPr/>
                <p14:nvPr/>
              </p14:nvContentPartPr>
              <p14:xfrm>
                <a:off x="3004380" y="5698448"/>
                <a:ext cx="154080" cy="18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C52B07-5E44-4E35-CC7E-1AFE8C9D3F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995380" y="5689448"/>
                  <a:ext cx="171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668498-3885-5DB8-1AB1-760352245C8B}"/>
                    </a:ext>
                  </a:extLst>
                </p14:cNvPr>
                <p14:cNvContentPartPr/>
                <p14:nvPr/>
              </p14:nvContentPartPr>
              <p14:xfrm>
                <a:off x="3183660" y="5613128"/>
                <a:ext cx="164160" cy="295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668498-3885-5DB8-1AB1-760352245C8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174660" y="5604128"/>
                  <a:ext cx="1818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3B76C5F-DDF2-BFC8-D3E7-4008D3FE4927}"/>
                    </a:ext>
                  </a:extLst>
                </p14:cNvPr>
                <p14:cNvContentPartPr/>
                <p14:nvPr/>
              </p14:nvContentPartPr>
              <p14:xfrm>
                <a:off x="3359700" y="5725088"/>
                <a:ext cx="50400" cy="145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3B76C5F-DDF2-BFC8-D3E7-4008D3FE492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50700" y="5716448"/>
                  <a:ext cx="68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928E02-9270-71D7-5284-231C90ECD6F6}"/>
                    </a:ext>
                  </a:extLst>
                </p14:cNvPr>
                <p14:cNvContentPartPr/>
                <p14:nvPr/>
              </p14:nvContentPartPr>
              <p14:xfrm>
                <a:off x="3433140" y="5824088"/>
                <a:ext cx="92160" cy="37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928E02-9270-71D7-5284-231C90ECD6F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24140" y="5815088"/>
                  <a:ext cx="109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5B1755-68E7-6318-D109-14047B7FE923}"/>
                    </a:ext>
                  </a:extLst>
                </p14:cNvPr>
                <p14:cNvContentPartPr/>
                <p14:nvPr/>
              </p14:nvContentPartPr>
              <p14:xfrm>
                <a:off x="3475620" y="5646248"/>
                <a:ext cx="176400" cy="292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5B1755-68E7-6318-D109-14047B7FE92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66620" y="5637608"/>
                  <a:ext cx="19404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2016DF-64B5-DBC4-388D-A7FC8FD51D0D}"/>
              </a:ext>
            </a:extLst>
          </p:cNvPr>
          <p:cNvGrpSpPr/>
          <p:nvPr/>
        </p:nvGrpSpPr>
        <p:grpSpPr>
          <a:xfrm>
            <a:off x="3781260" y="5351048"/>
            <a:ext cx="1407600" cy="520560"/>
            <a:chOff x="3781260" y="5351048"/>
            <a:chExt cx="140760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9ABF1F-554F-F39E-DAF3-0597DD1B579B}"/>
                    </a:ext>
                  </a:extLst>
                </p14:cNvPr>
                <p14:cNvContentPartPr/>
                <p14:nvPr/>
              </p14:nvContentPartPr>
              <p14:xfrm>
                <a:off x="3781260" y="5751008"/>
                <a:ext cx="155520" cy="12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9ABF1F-554F-F39E-DAF3-0597DD1B579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772620" y="5742008"/>
                  <a:ext cx="173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D1B11FC-C86C-437F-7D02-31261986D7B0}"/>
                    </a:ext>
                  </a:extLst>
                </p14:cNvPr>
                <p14:cNvContentPartPr/>
                <p14:nvPr/>
              </p14:nvContentPartPr>
              <p14:xfrm>
                <a:off x="3962700" y="5574968"/>
                <a:ext cx="100440" cy="197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D1B11FC-C86C-437F-7D02-31261986D7B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53700" y="5566328"/>
                  <a:ext cx="118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04ABFA-3D43-8EF3-4A78-679001499B54}"/>
                    </a:ext>
                  </a:extLst>
                </p14:cNvPr>
                <p14:cNvContentPartPr/>
                <p14:nvPr/>
              </p14:nvContentPartPr>
              <p14:xfrm>
                <a:off x="3911940" y="5459048"/>
                <a:ext cx="28440" cy="3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04ABFA-3D43-8EF3-4A78-679001499B5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903300" y="5450408"/>
                  <a:ext cx="46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20B699A-6808-1E80-BFBF-37C7FDB5F628}"/>
                    </a:ext>
                  </a:extLst>
                </p14:cNvPr>
                <p14:cNvContentPartPr/>
                <p14:nvPr/>
              </p14:nvContentPartPr>
              <p14:xfrm>
                <a:off x="4067820" y="5458688"/>
                <a:ext cx="204480" cy="132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20B699A-6808-1E80-BFBF-37C7FDB5F62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59180" y="5449688"/>
                  <a:ext cx="222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E7AA01D-CA4C-C39A-7602-9E4C628DEE43}"/>
                    </a:ext>
                  </a:extLst>
                </p14:cNvPr>
                <p14:cNvContentPartPr/>
                <p14:nvPr/>
              </p14:nvContentPartPr>
              <p14:xfrm>
                <a:off x="4332420" y="5351048"/>
                <a:ext cx="114840" cy="214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E7AA01D-CA4C-C39A-7602-9E4C628DEE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23420" y="5342408"/>
                  <a:ext cx="13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C63AB1-7177-C874-9602-9DABCEC63784}"/>
                    </a:ext>
                  </a:extLst>
                </p14:cNvPr>
                <p14:cNvContentPartPr/>
                <p14:nvPr/>
              </p14:nvContentPartPr>
              <p14:xfrm>
                <a:off x="4436820" y="5455088"/>
                <a:ext cx="166320" cy="73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C63AB1-7177-C874-9602-9DABCEC637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27820" y="5446088"/>
                  <a:ext cx="183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BBB39B-A9FF-131A-9A1E-E9F399BBD4CF}"/>
                    </a:ext>
                  </a:extLst>
                </p14:cNvPr>
                <p14:cNvContentPartPr/>
                <p14:nvPr/>
              </p14:nvContentPartPr>
              <p14:xfrm>
                <a:off x="4718340" y="5486048"/>
                <a:ext cx="77040" cy="1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BBB39B-A9FF-131A-9A1E-E9F399BBD4C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09700" y="5477408"/>
                  <a:ext cx="94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EF787F-8438-0BE9-F063-337B008DB898}"/>
                    </a:ext>
                  </a:extLst>
                </p14:cNvPr>
                <p14:cNvContentPartPr/>
                <p14:nvPr/>
              </p14:nvContentPartPr>
              <p14:xfrm>
                <a:off x="4883580" y="5387408"/>
                <a:ext cx="70560" cy="168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EF787F-8438-0BE9-F063-337B008DB8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74580" y="5378768"/>
                  <a:ext cx="88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59D8C76-D67F-7487-66C1-4A813F4FE413}"/>
                    </a:ext>
                  </a:extLst>
                </p14:cNvPr>
                <p14:cNvContentPartPr/>
                <p14:nvPr/>
              </p14:nvContentPartPr>
              <p14:xfrm>
                <a:off x="4947660" y="5481008"/>
                <a:ext cx="111600" cy="6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59D8C76-D67F-7487-66C1-4A813F4FE41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39020" y="5472368"/>
                  <a:ext cx="129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0C71FC4-10D3-F7A9-6BB1-C48CDAD6295F}"/>
                    </a:ext>
                  </a:extLst>
                </p14:cNvPr>
                <p14:cNvContentPartPr/>
                <p14:nvPr/>
              </p14:nvContentPartPr>
              <p14:xfrm>
                <a:off x="5054940" y="5361488"/>
                <a:ext cx="133920" cy="20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0C71FC4-10D3-F7A9-6BB1-C48CDAD6295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46300" y="5352848"/>
                  <a:ext cx="1515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87D1ECA-C87B-4BAA-6993-49358566DE12}"/>
              </a:ext>
            </a:extLst>
          </p:cNvPr>
          <p:cNvGrpSpPr/>
          <p:nvPr/>
        </p:nvGrpSpPr>
        <p:grpSpPr>
          <a:xfrm>
            <a:off x="5370660" y="5727608"/>
            <a:ext cx="122400" cy="55080"/>
            <a:chOff x="5370660" y="5727608"/>
            <a:chExt cx="122400" cy="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E06535-397E-DA5E-2E24-2C15DDB20F73}"/>
                    </a:ext>
                  </a:extLst>
                </p14:cNvPr>
                <p14:cNvContentPartPr/>
                <p14:nvPr/>
              </p14:nvContentPartPr>
              <p14:xfrm>
                <a:off x="5371380" y="5776928"/>
                <a:ext cx="121680" cy="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E06535-397E-DA5E-2E24-2C15DDB20F7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62380" y="5768288"/>
                  <a:ext cx="139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04B06F-9AF3-391E-B8C5-5E7505361DF0}"/>
                    </a:ext>
                  </a:extLst>
                </p14:cNvPr>
                <p14:cNvContentPartPr/>
                <p14:nvPr/>
              </p14:nvContentPartPr>
              <p14:xfrm>
                <a:off x="5370660" y="5727608"/>
                <a:ext cx="100440" cy="1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04B06F-9AF3-391E-B8C5-5E7505361DF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361660" y="5718608"/>
                  <a:ext cx="1180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F0EFC4A-62BC-4963-C557-492E301AC670}"/>
              </a:ext>
            </a:extLst>
          </p:cNvPr>
          <p:cNvGrpSpPr/>
          <p:nvPr/>
        </p:nvGrpSpPr>
        <p:grpSpPr>
          <a:xfrm>
            <a:off x="5709060" y="5398208"/>
            <a:ext cx="1167480" cy="675360"/>
            <a:chOff x="5709060" y="5398208"/>
            <a:chExt cx="1167480" cy="6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33E1803-9B5E-E181-CC4E-8400BAE9D852}"/>
                    </a:ext>
                  </a:extLst>
                </p14:cNvPr>
                <p14:cNvContentPartPr/>
                <p14:nvPr/>
              </p14:nvContentPartPr>
              <p14:xfrm>
                <a:off x="5709060" y="5696648"/>
                <a:ext cx="140760" cy="12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33E1803-9B5E-E181-CC4E-8400BAE9D85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00060" y="5687648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23B9045-1E49-E858-541B-7A0A3D66E447}"/>
                    </a:ext>
                  </a:extLst>
                </p14:cNvPr>
                <p14:cNvContentPartPr/>
                <p14:nvPr/>
              </p14:nvContentPartPr>
              <p14:xfrm>
                <a:off x="5828580" y="5527808"/>
                <a:ext cx="108360" cy="223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23B9045-1E49-E858-541B-7A0A3D66E44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19580" y="5518808"/>
                  <a:ext cx="126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102FA7B-9B66-3D99-66AD-EC5B574C9C99}"/>
                    </a:ext>
                  </a:extLst>
                </p14:cNvPr>
                <p14:cNvContentPartPr/>
                <p14:nvPr/>
              </p14:nvContentPartPr>
              <p14:xfrm>
                <a:off x="5772780" y="5398208"/>
                <a:ext cx="9720" cy="10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102FA7B-9B66-3D99-66AD-EC5B574C9C9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64140" y="5389208"/>
                  <a:ext cx="2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049599-1EA3-E90F-427E-D444E4913659}"/>
                    </a:ext>
                  </a:extLst>
                </p14:cNvPr>
                <p14:cNvContentPartPr/>
                <p14:nvPr/>
              </p14:nvContentPartPr>
              <p14:xfrm>
                <a:off x="5907060" y="5421608"/>
                <a:ext cx="202320" cy="153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049599-1EA3-E90F-427E-D444E491365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98060" y="5412608"/>
                  <a:ext cx="219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F087EB-1D05-0090-C9FD-EAF7A3092B4F}"/>
                    </a:ext>
                  </a:extLst>
                </p14:cNvPr>
                <p14:cNvContentPartPr/>
                <p14:nvPr/>
              </p14:nvContentPartPr>
              <p14:xfrm>
                <a:off x="6182460" y="5449688"/>
                <a:ext cx="155160" cy="6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F087EB-1D05-0090-C9FD-EAF7A3092B4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73460" y="5440688"/>
                  <a:ext cx="172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5B4233-A6A6-2191-323F-D7FCA329D3B4}"/>
                    </a:ext>
                  </a:extLst>
                </p14:cNvPr>
                <p14:cNvContentPartPr/>
                <p14:nvPr/>
              </p14:nvContentPartPr>
              <p14:xfrm>
                <a:off x="6469380" y="5527448"/>
                <a:ext cx="407160" cy="230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5B4233-A6A6-2191-323F-D7FCA329D3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60380" y="5518448"/>
                  <a:ext cx="424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606F80-D24C-2CE1-0F59-90F890669AF1}"/>
                    </a:ext>
                  </a:extLst>
                </p14:cNvPr>
                <p14:cNvContentPartPr/>
                <p14:nvPr/>
              </p14:nvContentPartPr>
              <p14:xfrm>
                <a:off x="6582420" y="5886368"/>
                <a:ext cx="40680" cy="187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606F80-D24C-2CE1-0F59-90F890669AF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73780" y="5877368"/>
                  <a:ext cx="58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5D327A-7698-4F53-5F20-B1A271D6F7EF}"/>
                    </a:ext>
                  </a:extLst>
                </p14:cNvPr>
                <p14:cNvContentPartPr/>
                <p14:nvPr/>
              </p14:nvContentPartPr>
              <p14:xfrm>
                <a:off x="6633180" y="5979968"/>
                <a:ext cx="150840" cy="73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5D327A-7698-4F53-5F20-B1A271D6F7E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624540" y="5970968"/>
                  <a:ext cx="16848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20B096C-5FAF-65C7-4882-705C78E3B9ED}"/>
              </a:ext>
            </a:extLst>
          </p:cNvPr>
          <p:cNvGrpSpPr/>
          <p:nvPr/>
        </p:nvGrpSpPr>
        <p:grpSpPr>
          <a:xfrm>
            <a:off x="7040340" y="5273648"/>
            <a:ext cx="1605240" cy="519840"/>
            <a:chOff x="7040340" y="5273648"/>
            <a:chExt cx="1605240" cy="51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8EB030-D9D7-84E3-19E5-338AEC2C5017}"/>
                    </a:ext>
                  </a:extLst>
                </p14:cNvPr>
                <p14:cNvContentPartPr/>
                <p14:nvPr/>
              </p14:nvContentPartPr>
              <p14:xfrm>
                <a:off x="7040340" y="5551208"/>
                <a:ext cx="192240" cy="24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58EB030-D9D7-84E3-19E5-338AEC2C501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031700" y="5542208"/>
                  <a:ext cx="209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E65DAA4-2171-6F2D-4D99-9934F801E7EB}"/>
                    </a:ext>
                  </a:extLst>
                </p14:cNvPr>
                <p14:cNvContentPartPr/>
                <p14:nvPr/>
              </p14:nvContentPartPr>
              <p14:xfrm>
                <a:off x="7205940" y="5514848"/>
                <a:ext cx="148680" cy="248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E65DAA4-2171-6F2D-4D99-9934F801E7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96940" y="5505848"/>
                  <a:ext cx="166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0279D4C-1514-177D-7601-609DCDDFC0AA}"/>
                    </a:ext>
                  </a:extLst>
                </p14:cNvPr>
                <p14:cNvContentPartPr/>
                <p14:nvPr/>
              </p14:nvContentPartPr>
              <p14:xfrm>
                <a:off x="7335900" y="5517368"/>
                <a:ext cx="92520" cy="222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0279D4C-1514-177D-7601-609DCDDFC0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26900" y="5508368"/>
                  <a:ext cx="110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29D2C31-633A-A347-98D2-CAD3AB86C565}"/>
                    </a:ext>
                  </a:extLst>
                </p14:cNvPr>
                <p14:cNvContentPartPr/>
                <p14:nvPr/>
              </p14:nvContentPartPr>
              <p14:xfrm>
                <a:off x="7425180" y="5647328"/>
                <a:ext cx="146160" cy="77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29D2C31-633A-A347-98D2-CAD3AB86C5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16180" y="5638328"/>
                  <a:ext cx="163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F40667-4B67-79A9-8C85-ADF5C1180D56}"/>
                    </a:ext>
                  </a:extLst>
                </p14:cNvPr>
                <p14:cNvContentPartPr/>
                <p14:nvPr/>
              </p14:nvContentPartPr>
              <p14:xfrm>
                <a:off x="7512300" y="5464088"/>
                <a:ext cx="165600" cy="309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F40667-4B67-79A9-8C85-ADF5C1180D5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503660" y="5455448"/>
                  <a:ext cx="183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85EFA18-89F3-B735-3FE6-FDFFBC3EE090}"/>
                    </a:ext>
                  </a:extLst>
                </p14:cNvPr>
                <p14:cNvContentPartPr/>
                <p14:nvPr/>
              </p14:nvContentPartPr>
              <p14:xfrm>
                <a:off x="7787700" y="5589368"/>
                <a:ext cx="223560" cy="136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85EFA18-89F3-B735-3FE6-FDFFBC3EE09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779060" y="5580368"/>
                  <a:ext cx="241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ECE73A-2EFE-7BC9-6CDD-A8F45C816D24}"/>
                    </a:ext>
                  </a:extLst>
                </p14:cNvPr>
                <p14:cNvContentPartPr/>
                <p14:nvPr/>
              </p14:nvContentPartPr>
              <p14:xfrm>
                <a:off x="7921980" y="5444288"/>
                <a:ext cx="89640" cy="11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ECE73A-2EFE-7BC9-6CDD-A8F45C816D2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13340" y="5435288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8AFDA1-7773-AB5A-AC8C-91C77C0E65F4}"/>
                    </a:ext>
                  </a:extLst>
                </p14:cNvPr>
                <p14:cNvContentPartPr/>
                <p14:nvPr/>
              </p14:nvContentPartPr>
              <p14:xfrm>
                <a:off x="8078940" y="5392808"/>
                <a:ext cx="97200" cy="166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8AFDA1-7773-AB5A-AC8C-91C77C0E65F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69940" y="5383808"/>
                  <a:ext cx="114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2C786B-D745-0E10-F9AA-0AAC1834652F}"/>
                    </a:ext>
                  </a:extLst>
                </p14:cNvPr>
                <p14:cNvContentPartPr/>
                <p14:nvPr/>
              </p14:nvContentPartPr>
              <p14:xfrm>
                <a:off x="8058060" y="5297768"/>
                <a:ext cx="2520" cy="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2C786B-D745-0E10-F9AA-0AAC1834652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49060" y="5289128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CE426ED-6306-6EDC-A731-0A562337FFA6}"/>
                    </a:ext>
                  </a:extLst>
                </p14:cNvPr>
                <p14:cNvContentPartPr/>
                <p14:nvPr/>
              </p14:nvContentPartPr>
              <p14:xfrm>
                <a:off x="8202060" y="5429528"/>
                <a:ext cx="199800" cy="81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CE426ED-6306-6EDC-A731-0A562337FF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93420" y="5420528"/>
                  <a:ext cx="217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3CD17B-EEEC-A09C-562B-9089E16A02B3}"/>
                    </a:ext>
                  </a:extLst>
                </p14:cNvPr>
                <p14:cNvContentPartPr/>
                <p14:nvPr/>
              </p14:nvContentPartPr>
              <p14:xfrm>
                <a:off x="8452260" y="5273648"/>
                <a:ext cx="58680" cy="217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3CD17B-EEEC-A09C-562B-9089E16A02B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43260" y="5265008"/>
                  <a:ext cx="76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18F90EF-4C21-6CF6-B751-9050DB679772}"/>
                    </a:ext>
                  </a:extLst>
                </p14:cNvPr>
                <p14:cNvContentPartPr/>
                <p14:nvPr/>
              </p14:nvContentPartPr>
              <p14:xfrm>
                <a:off x="8483220" y="5382368"/>
                <a:ext cx="162360" cy="108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18F90EF-4C21-6CF6-B751-9050DB67977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474220" y="5373368"/>
                  <a:ext cx="18000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6731D4C-3D4A-C275-78D5-904D756BF1D6}"/>
                  </a:ext>
                </a:extLst>
              </p14:cNvPr>
              <p14:cNvContentPartPr/>
              <p14:nvPr/>
            </p14:nvContentPartPr>
            <p14:xfrm>
              <a:off x="5621940" y="5978888"/>
              <a:ext cx="617760" cy="38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6731D4C-3D4A-C275-78D5-904D756BF1D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613300" y="5969888"/>
                <a:ext cx="6354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AD8A15D-9B50-390A-6D0B-9AB4CDF14419}"/>
                  </a:ext>
                </a:extLst>
              </p14:cNvPr>
              <p14:cNvContentPartPr/>
              <p14:nvPr/>
            </p14:nvContentPartPr>
            <p14:xfrm>
              <a:off x="2018340" y="5169248"/>
              <a:ext cx="764640" cy="720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AD8A15D-9B50-390A-6D0B-9AB4CDF1441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009340" y="5160608"/>
                <a:ext cx="78228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F53A53E-E87F-74B8-DD75-6EF37C16F5BD}"/>
              </a:ext>
            </a:extLst>
          </p:cNvPr>
          <p:cNvGrpSpPr/>
          <p:nvPr/>
        </p:nvGrpSpPr>
        <p:grpSpPr>
          <a:xfrm>
            <a:off x="5351220" y="6298928"/>
            <a:ext cx="1984680" cy="430560"/>
            <a:chOff x="5351220" y="6298928"/>
            <a:chExt cx="19846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3E11475-8CE5-EA9F-D30F-81867CCDA9E2}"/>
                    </a:ext>
                  </a:extLst>
                </p14:cNvPr>
                <p14:cNvContentPartPr/>
                <p14:nvPr/>
              </p14:nvContentPartPr>
              <p14:xfrm>
                <a:off x="5351220" y="6468488"/>
                <a:ext cx="263880" cy="115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3E11475-8CE5-EA9F-D30F-81867CCDA9E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42220" y="6459848"/>
                  <a:ext cx="281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E0B6D4-2958-A233-E3F4-5F767F7192B6}"/>
                    </a:ext>
                  </a:extLst>
                </p14:cNvPr>
                <p14:cNvContentPartPr/>
                <p14:nvPr/>
              </p14:nvContentPartPr>
              <p14:xfrm>
                <a:off x="5563980" y="6421328"/>
                <a:ext cx="11880" cy="14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E0B6D4-2958-A233-E3F4-5F767F7192B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55340" y="6412688"/>
                  <a:ext cx="29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E8936C-76A9-F6D4-FECF-D93952DD2916}"/>
                    </a:ext>
                  </a:extLst>
                </p14:cNvPr>
                <p14:cNvContentPartPr/>
                <p14:nvPr/>
              </p14:nvContentPartPr>
              <p14:xfrm>
                <a:off x="5713740" y="6498728"/>
                <a:ext cx="172440" cy="230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E8936C-76A9-F6D4-FECF-D93952DD29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05100" y="6489728"/>
                  <a:ext cx="190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31CB71-6379-F249-5809-B0D84859BD3B}"/>
                    </a:ext>
                  </a:extLst>
                </p14:cNvPr>
                <p14:cNvContentPartPr/>
                <p14:nvPr/>
              </p14:nvContentPartPr>
              <p14:xfrm>
                <a:off x="5875020" y="6481448"/>
                <a:ext cx="218880" cy="92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31CB71-6379-F249-5809-B0D84859BD3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66380" y="6472448"/>
                  <a:ext cx="236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CAEDD25-30F7-68DC-2170-1B0475C60D0B}"/>
                    </a:ext>
                  </a:extLst>
                </p14:cNvPr>
                <p14:cNvContentPartPr/>
                <p14:nvPr/>
              </p14:nvContentPartPr>
              <p14:xfrm>
                <a:off x="6122340" y="6298928"/>
                <a:ext cx="150840" cy="371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CAEDD25-30F7-68DC-2170-1B0475C60D0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13340" y="6290288"/>
                  <a:ext cx="1684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DAE42F-C1F6-C228-E162-A15CA6951117}"/>
                    </a:ext>
                  </a:extLst>
                </p14:cNvPr>
                <p14:cNvContentPartPr/>
                <p14:nvPr/>
              </p14:nvContentPartPr>
              <p14:xfrm>
                <a:off x="6098220" y="6529328"/>
                <a:ext cx="151920" cy="32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DAE42F-C1F6-C228-E162-A15CA695111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89580" y="6520688"/>
                  <a:ext cx="169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806282-7A0C-CBF1-285B-DDA060F94637}"/>
                    </a:ext>
                  </a:extLst>
                </p14:cNvPr>
                <p14:cNvContentPartPr/>
                <p14:nvPr/>
              </p14:nvContentPartPr>
              <p14:xfrm>
                <a:off x="6273180" y="6507728"/>
                <a:ext cx="142920" cy="57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806282-7A0C-CBF1-285B-DDA060F9463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264180" y="6498728"/>
                  <a:ext cx="160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FA9C11-87C0-1970-D10E-DD0D76C3BC9B}"/>
                    </a:ext>
                  </a:extLst>
                </p14:cNvPr>
                <p14:cNvContentPartPr/>
                <p14:nvPr/>
              </p14:nvContentPartPr>
              <p14:xfrm>
                <a:off x="6431940" y="6509888"/>
                <a:ext cx="161280" cy="61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FA9C11-87C0-1970-D10E-DD0D76C3BC9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2940" y="6500888"/>
                  <a:ext cx="178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4E2093E-C407-5584-1CE8-EDEBA4B5AC8D}"/>
                    </a:ext>
                  </a:extLst>
                </p14:cNvPr>
                <p14:cNvContentPartPr/>
                <p14:nvPr/>
              </p14:nvContentPartPr>
              <p14:xfrm>
                <a:off x="6607260" y="6496928"/>
                <a:ext cx="145800" cy="117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4E2093E-C407-5584-1CE8-EDEBA4B5AC8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98620" y="6487928"/>
                  <a:ext cx="163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5B5B08-98F7-76A6-87B7-6A1C36BDE00D}"/>
                    </a:ext>
                  </a:extLst>
                </p14:cNvPr>
                <p14:cNvContentPartPr/>
                <p14:nvPr/>
              </p14:nvContentPartPr>
              <p14:xfrm>
                <a:off x="6712380" y="6322688"/>
                <a:ext cx="183240" cy="231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5B5B08-98F7-76A6-87B7-6A1C36BDE00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703380" y="6313688"/>
                  <a:ext cx="200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9683963-1B2A-A85C-E90C-874305EB20B5}"/>
                    </a:ext>
                  </a:extLst>
                </p14:cNvPr>
                <p14:cNvContentPartPr/>
                <p14:nvPr/>
              </p14:nvContentPartPr>
              <p14:xfrm>
                <a:off x="6836940" y="6347168"/>
                <a:ext cx="360" cy="6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9683963-1B2A-A85C-E90C-874305EB20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828300" y="633852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2EF7684-92AE-4EB0-4F46-EFCAB7439924}"/>
                    </a:ext>
                  </a:extLst>
                </p14:cNvPr>
                <p14:cNvContentPartPr/>
                <p14:nvPr/>
              </p14:nvContentPartPr>
              <p14:xfrm>
                <a:off x="7012980" y="6430328"/>
                <a:ext cx="97560" cy="117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2EF7684-92AE-4EB0-4F46-EFCAB743992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03980" y="6421328"/>
                  <a:ext cx="115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A895CA-00C5-5442-4BB3-F4F01191B0F0}"/>
                    </a:ext>
                  </a:extLst>
                </p14:cNvPr>
                <p14:cNvContentPartPr/>
                <p14:nvPr/>
              </p14:nvContentPartPr>
              <p14:xfrm>
                <a:off x="7164180" y="6456608"/>
                <a:ext cx="171720" cy="79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A895CA-00C5-5442-4BB3-F4F01191B0F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55540" y="6447608"/>
                  <a:ext cx="189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DEAD53F-9E04-EC7A-7286-1627BE36D937}"/>
              </a:ext>
            </a:extLst>
          </p:cNvPr>
          <p:cNvGrpSpPr/>
          <p:nvPr/>
        </p:nvGrpSpPr>
        <p:grpSpPr>
          <a:xfrm>
            <a:off x="8790660" y="4291208"/>
            <a:ext cx="876960" cy="238320"/>
            <a:chOff x="8790660" y="4291208"/>
            <a:chExt cx="87696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B462AA8-5582-B6F0-9EB4-2B50154CD8B5}"/>
                    </a:ext>
                  </a:extLst>
                </p14:cNvPr>
                <p14:cNvContentPartPr/>
                <p14:nvPr/>
              </p14:nvContentPartPr>
              <p14:xfrm>
                <a:off x="8790660" y="4291208"/>
                <a:ext cx="73080" cy="238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B462AA8-5582-B6F0-9EB4-2B50154CD8B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781660" y="4282568"/>
                  <a:ext cx="90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FF9B0D-37B4-EFE2-61E5-813851DE6219}"/>
                    </a:ext>
                  </a:extLst>
                </p14:cNvPr>
                <p14:cNvContentPartPr/>
                <p14:nvPr/>
              </p14:nvContentPartPr>
              <p14:xfrm>
                <a:off x="8920260" y="4426208"/>
                <a:ext cx="30240" cy="60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FF9B0D-37B4-EFE2-61E5-813851DE621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911620" y="4417568"/>
                  <a:ext cx="47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8417E00-50BB-6D95-7A02-E77B118D9964}"/>
                    </a:ext>
                  </a:extLst>
                </p14:cNvPr>
                <p14:cNvContentPartPr/>
                <p14:nvPr/>
              </p14:nvContentPartPr>
              <p14:xfrm>
                <a:off x="8953740" y="4347368"/>
                <a:ext cx="3600" cy="1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8417E00-50BB-6D95-7A02-E77B118D996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944740" y="4338368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FC6ECBE-9DEC-E13C-586D-B2D8F43EAD28}"/>
                    </a:ext>
                  </a:extLst>
                </p14:cNvPr>
                <p14:cNvContentPartPr/>
                <p14:nvPr/>
              </p14:nvContentPartPr>
              <p14:xfrm>
                <a:off x="9034740" y="4384088"/>
                <a:ext cx="339840" cy="125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FC6ECBE-9DEC-E13C-586D-B2D8F43EAD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25740" y="4375448"/>
                  <a:ext cx="357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E24D4F3-D5AF-D877-EA34-0F6E922C3EAA}"/>
                    </a:ext>
                  </a:extLst>
                </p14:cNvPr>
                <p14:cNvContentPartPr/>
                <p14:nvPr/>
              </p14:nvContentPartPr>
              <p14:xfrm>
                <a:off x="9395820" y="4397408"/>
                <a:ext cx="271800" cy="114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E24D4F3-D5AF-D877-EA34-0F6E922C3EA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386820" y="4388408"/>
                  <a:ext cx="2894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47A5FD1-A47D-5F52-3DD6-D3FAB8B6AA15}"/>
              </a:ext>
            </a:extLst>
          </p:cNvPr>
          <p:cNvGrpSpPr/>
          <p:nvPr/>
        </p:nvGrpSpPr>
        <p:grpSpPr>
          <a:xfrm>
            <a:off x="9844740" y="4262408"/>
            <a:ext cx="1109160" cy="356040"/>
            <a:chOff x="9844740" y="4262408"/>
            <a:chExt cx="110916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3FAE50B-6657-D39C-2E06-44995B2814B6}"/>
                    </a:ext>
                  </a:extLst>
                </p14:cNvPr>
                <p14:cNvContentPartPr/>
                <p14:nvPr/>
              </p14:nvContentPartPr>
              <p14:xfrm>
                <a:off x="9844740" y="4407128"/>
                <a:ext cx="153000" cy="96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3FAE50B-6657-D39C-2E06-44995B2814B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35740" y="4398488"/>
                  <a:ext cx="170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3CC23A-593F-0647-C6D3-74353F3DAA1C}"/>
                    </a:ext>
                  </a:extLst>
                </p14:cNvPr>
                <p14:cNvContentPartPr/>
                <p14:nvPr/>
              </p14:nvContentPartPr>
              <p14:xfrm>
                <a:off x="10026180" y="4262408"/>
                <a:ext cx="127440" cy="246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3CC23A-593F-0647-C6D3-74353F3DAA1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017540" y="4253768"/>
                  <a:ext cx="145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833E5E-7EBE-5055-495E-E874105897A5}"/>
                    </a:ext>
                  </a:extLst>
                </p14:cNvPr>
                <p14:cNvContentPartPr/>
                <p14:nvPr/>
              </p14:nvContentPartPr>
              <p14:xfrm>
                <a:off x="10191780" y="4399568"/>
                <a:ext cx="275760" cy="218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833E5E-7EBE-5055-495E-E874105897A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183140" y="4390928"/>
                  <a:ext cx="293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2173A34-3707-701B-D2A7-3F55A01D09E3}"/>
                    </a:ext>
                  </a:extLst>
                </p14:cNvPr>
                <p14:cNvContentPartPr/>
                <p14:nvPr/>
              </p14:nvContentPartPr>
              <p14:xfrm>
                <a:off x="10499940" y="4286168"/>
                <a:ext cx="98280" cy="219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2173A34-3707-701B-D2A7-3F55A01D09E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490940" y="4277168"/>
                  <a:ext cx="115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D74B28-C2DB-BB1A-22B4-E35C26CE682F}"/>
                    </a:ext>
                  </a:extLst>
                </p14:cNvPr>
                <p14:cNvContentPartPr/>
                <p14:nvPr/>
              </p14:nvContentPartPr>
              <p14:xfrm>
                <a:off x="10638540" y="4367528"/>
                <a:ext cx="64080" cy="110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D74B28-C2DB-BB1A-22B4-E35C26CE682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29900" y="4358888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CE51457-A091-E5DC-5617-1C67DAA11A0E}"/>
                    </a:ext>
                  </a:extLst>
                </p14:cNvPr>
                <p14:cNvContentPartPr/>
                <p14:nvPr/>
              </p14:nvContentPartPr>
              <p14:xfrm>
                <a:off x="10825020" y="4433048"/>
                <a:ext cx="128880" cy="7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CE51457-A091-E5DC-5617-1C67DAA11A0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16020" y="4424408"/>
                  <a:ext cx="1465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68E0218-E357-AAC2-34E6-98C2D4763B09}"/>
              </a:ext>
            </a:extLst>
          </p:cNvPr>
          <p:cNvGrpSpPr/>
          <p:nvPr/>
        </p:nvGrpSpPr>
        <p:grpSpPr>
          <a:xfrm>
            <a:off x="6530580" y="4804208"/>
            <a:ext cx="5615640" cy="1828440"/>
            <a:chOff x="6530580" y="4804208"/>
            <a:chExt cx="5615640" cy="18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7C9887C-1880-E3CB-2D3D-D9F4DE6574C5}"/>
                    </a:ext>
                  </a:extLst>
                </p14:cNvPr>
                <p14:cNvContentPartPr/>
                <p14:nvPr/>
              </p14:nvContentPartPr>
              <p14:xfrm>
                <a:off x="9045540" y="4804568"/>
                <a:ext cx="210960" cy="31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7C9887C-1880-E3CB-2D3D-D9F4DE6574C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036540" y="4795928"/>
                  <a:ext cx="228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C4D1439-D85D-946F-9845-628A076F3860}"/>
                    </a:ext>
                  </a:extLst>
                </p14:cNvPr>
                <p14:cNvContentPartPr/>
                <p14:nvPr/>
              </p14:nvContentPartPr>
              <p14:xfrm>
                <a:off x="9108900" y="5013008"/>
                <a:ext cx="92520" cy="16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C4D1439-D85D-946F-9845-628A076F386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099900" y="5004008"/>
                  <a:ext cx="110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2386D8C-F2B7-7046-C3D6-FC39319DE512}"/>
                    </a:ext>
                  </a:extLst>
                </p14:cNvPr>
                <p14:cNvContentPartPr/>
                <p14:nvPr/>
              </p14:nvContentPartPr>
              <p14:xfrm>
                <a:off x="9346140" y="4935608"/>
                <a:ext cx="148320" cy="167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2386D8C-F2B7-7046-C3D6-FC39319DE51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337500" y="4926608"/>
                  <a:ext cx="165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5B7913-E7A0-6411-EE6A-F198314422F0}"/>
                    </a:ext>
                  </a:extLst>
                </p14:cNvPr>
                <p14:cNvContentPartPr/>
                <p14:nvPr/>
              </p14:nvContentPartPr>
              <p14:xfrm>
                <a:off x="9416700" y="5174648"/>
                <a:ext cx="148680" cy="32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5B7913-E7A0-6411-EE6A-F198314422F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407700" y="5165648"/>
                  <a:ext cx="1663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3D214F-C76D-1040-2F31-6F68B5D655BE}"/>
                    </a:ext>
                  </a:extLst>
                </p14:cNvPr>
                <p14:cNvContentPartPr/>
                <p14:nvPr/>
              </p14:nvContentPartPr>
              <p14:xfrm>
                <a:off x="9416700" y="5195168"/>
                <a:ext cx="137160" cy="5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3D214F-C76D-1040-2F31-6F68B5D655B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407700" y="5186528"/>
                  <a:ext cx="154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4BB62BE-3AB8-B323-AE78-B3D9F398A49E}"/>
                    </a:ext>
                  </a:extLst>
                </p14:cNvPr>
                <p14:cNvContentPartPr/>
                <p14:nvPr/>
              </p14:nvContentPartPr>
              <p14:xfrm>
                <a:off x="9814500" y="5044688"/>
                <a:ext cx="108720" cy="5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4BB62BE-3AB8-B323-AE78-B3D9F398A49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05860" y="5035688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C5BF50-D764-DF0B-5C1E-2D5AEEF37CCD}"/>
                    </a:ext>
                  </a:extLst>
                </p14:cNvPr>
                <p14:cNvContentPartPr/>
                <p14:nvPr/>
              </p14:nvContentPartPr>
              <p14:xfrm>
                <a:off x="9797940" y="4979168"/>
                <a:ext cx="99360" cy="13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C5BF50-D764-DF0B-5C1E-2D5AEEF37CC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789300" y="4970528"/>
                  <a:ext cx="117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D4C1C0-3B18-F717-3FE2-3C9FA4F40373}"/>
                    </a:ext>
                  </a:extLst>
                </p14:cNvPr>
                <p14:cNvContentPartPr/>
                <p14:nvPr/>
              </p14:nvContentPartPr>
              <p14:xfrm>
                <a:off x="10000980" y="4804208"/>
                <a:ext cx="239400" cy="296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D4C1C0-3B18-F717-3FE2-3C9FA4F4037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992340" y="4795568"/>
                  <a:ext cx="257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140381F-E498-3946-4B4B-2FBF9ACDAD65}"/>
                    </a:ext>
                  </a:extLst>
                </p14:cNvPr>
                <p14:cNvContentPartPr/>
                <p14:nvPr/>
              </p14:nvContentPartPr>
              <p14:xfrm>
                <a:off x="10080900" y="4971968"/>
                <a:ext cx="70920" cy="108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140381F-E498-3946-4B4B-2FBF9ACDAD6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072260" y="4962968"/>
                  <a:ext cx="88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F518365-F244-88C3-1666-DC9B030D7E51}"/>
                    </a:ext>
                  </a:extLst>
                </p14:cNvPr>
                <p14:cNvContentPartPr/>
                <p14:nvPr/>
              </p14:nvContentPartPr>
              <p14:xfrm>
                <a:off x="10323180" y="4956128"/>
                <a:ext cx="144000" cy="132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F518365-F244-88C3-1666-DC9B030D7E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314540" y="4947488"/>
                  <a:ext cx="161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21A4EE-55C3-092D-849E-EE9972FDFD35}"/>
                    </a:ext>
                  </a:extLst>
                </p14:cNvPr>
                <p14:cNvContentPartPr/>
                <p14:nvPr/>
              </p14:nvContentPartPr>
              <p14:xfrm>
                <a:off x="10385100" y="5169248"/>
                <a:ext cx="135000" cy="30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21A4EE-55C3-092D-849E-EE9972FDFD3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376100" y="5160248"/>
                  <a:ext cx="152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BA1A9F2-C82E-AFD0-4857-7CB80043434B}"/>
                    </a:ext>
                  </a:extLst>
                </p14:cNvPr>
                <p14:cNvContentPartPr/>
                <p14:nvPr/>
              </p14:nvContentPartPr>
              <p14:xfrm>
                <a:off x="10525860" y="5371208"/>
                <a:ext cx="89280" cy="114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BA1A9F2-C82E-AFD0-4857-7CB80043434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516860" y="5362568"/>
                  <a:ext cx="106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AEB218B-1DE4-4897-3694-B80E7D3ED97F}"/>
                    </a:ext>
                  </a:extLst>
                </p14:cNvPr>
                <p14:cNvContentPartPr/>
                <p14:nvPr/>
              </p14:nvContentPartPr>
              <p14:xfrm>
                <a:off x="10504620" y="5331248"/>
                <a:ext cx="103680" cy="40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AEB218B-1DE4-4897-3694-B80E7D3ED97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5980" y="5322248"/>
                  <a:ext cx="121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A763742-A09D-8B66-40E3-48838511FCDD}"/>
                    </a:ext>
                  </a:extLst>
                </p14:cNvPr>
                <p14:cNvContentPartPr/>
                <p14:nvPr/>
              </p14:nvContentPartPr>
              <p14:xfrm>
                <a:off x="10639980" y="5587208"/>
                <a:ext cx="252360" cy="129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A763742-A09D-8B66-40E3-48838511FCD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31340" y="5578208"/>
                  <a:ext cx="270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A3EDBC1-E1A3-883F-2705-60CF445BD7D3}"/>
                    </a:ext>
                  </a:extLst>
                </p14:cNvPr>
                <p14:cNvContentPartPr/>
                <p14:nvPr/>
              </p14:nvContentPartPr>
              <p14:xfrm>
                <a:off x="10821780" y="5522768"/>
                <a:ext cx="40320" cy="34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A3EDBC1-E1A3-883F-2705-60CF445BD7D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813140" y="5513768"/>
                  <a:ext cx="57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1FE45DE-AFC5-1A9D-3E14-4EB3289B9A08}"/>
                    </a:ext>
                  </a:extLst>
                </p14:cNvPr>
                <p14:cNvContentPartPr/>
                <p14:nvPr/>
              </p14:nvContentPartPr>
              <p14:xfrm>
                <a:off x="11003580" y="5602328"/>
                <a:ext cx="382680" cy="200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1FE45DE-AFC5-1A9D-3E14-4EB3289B9A0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994940" y="5593688"/>
                  <a:ext cx="400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EADE725-C7A8-DDD8-F1EC-70E583082C36}"/>
                    </a:ext>
                  </a:extLst>
                </p14:cNvPr>
                <p14:cNvContentPartPr/>
                <p14:nvPr/>
              </p14:nvContentPartPr>
              <p14:xfrm>
                <a:off x="11377980" y="5595488"/>
                <a:ext cx="132120" cy="111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EADE725-C7A8-DDD8-F1EC-70E583082C3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368980" y="5586488"/>
                  <a:ext cx="14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218B6B-22BD-F142-F8F2-9BA76736DB35}"/>
                    </a:ext>
                  </a:extLst>
                </p14:cNvPr>
                <p14:cNvContentPartPr/>
                <p14:nvPr/>
              </p14:nvContentPartPr>
              <p14:xfrm>
                <a:off x="11579220" y="5605208"/>
                <a:ext cx="148320" cy="132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218B6B-22BD-F142-F8F2-9BA76736DB3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570580" y="5596208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A9B078-0A58-585A-A6E4-368CFB310D0F}"/>
                    </a:ext>
                  </a:extLst>
                </p14:cNvPr>
                <p14:cNvContentPartPr/>
                <p14:nvPr/>
              </p14:nvContentPartPr>
              <p14:xfrm>
                <a:off x="11746620" y="5634368"/>
                <a:ext cx="82080" cy="89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A9B078-0A58-585A-A6E4-368CFB310D0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737620" y="5625368"/>
                  <a:ext cx="9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54CAE00-464C-A70A-9AE3-2445B56B1D13}"/>
                    </a:ext>
                  </a:extLst>
                </p14:cNvPr>
                <p14:cNvContentPartPr/>
                <p14:nvPr/>
              </p14:nvContentPartPr>
              <p14:xfrm>
                <a:off x="11803860" y="5489288"/>
                <a:ext cx="92520" cy="220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54CAE00-464C-A70A-9AE3-2445B56B1D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795220" y="5480648"/>
                  <a:ext cx="110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A7FA0DC-FBCA-FC59-C4DC-F18875C656FB}"/>
                    </a:ext>
                  </a:extLst>
                </p14:cNvPr>
                <p14:cNvContentPartPr/>
                <p14:nvPr/>
              </p14:nvContentPartPr>
              <p14:xfrm>
                <a:off x="11813940" y="5608088"/>
                <a:ext cx="94320" cy="39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A7FA0DC-FBCA-FC59-C4DC-F18875C656F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805300" y="5599448"/>
                  <a:ext cx="111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A70520F-04EB-7AC0-81FA-F88956962CCC}"/>
                    </a:ext>
                  </a:extLst>
                </p14:cNvPr>
                <p14:cNvContentPartPr/>
                <p14:nvPr/>
              </p14:nvContentPartPr>
              <p14:xfrm>
                <a:off x="11933460" y="5623208"/>
                <a:ext cx="83520" cy="86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A70520F-04EB-7AC0-81FA-F88956962CC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924460" y="5614208"/>
                  <a:ext cx="101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3051FF4-219B-0FCD-8724-F1ABB82A467F}"/>
                    </a:ext>
                  </a:extLst>
                </p14:cNvPr>
                <p14:cNvContentPartPr/>
                <p14:nvPr/>
              </p14:nvContentPartPr>
              <p14:xfrm>
                <a:off x="12058380" y="5593328"/>
                <a:ext cx="82440" cy="119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3051FF4-219B-0FCD-8724-F1ABB82A467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049740" y="5584328"/>
                  <a:ext cx="100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E004D7A-838E-2EB6-7EBF-51ECB343E723}"/>
                    </a:ext>
                  </a:extLst>
                </p14:cNvPr>
                <p14:cNvContentPartPr/>
                <p14:nvPr/>
              </p14:nvContentPartPr>
              <p14:xfrm>
                <a:off x="12079260" y="5622128"/>
                <a:ext cx="66960" cy="93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E004D7A-838E-2EB6-7EBF-51ECB343E72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070260" y="5613488"/>
                  <a:ext cx="84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22B8E2C-65AE-A33E-6C5F-0466779FCCCB}"/>
                    </a:ext>
                  </a:extLst>
                </p14:cNvPr>
                <p14:cNvContentPartPr/>
                <p14:nvPr/>
              </p14:nvContentPartPr>
              <p14:xfrm>
                <a:off x="6530580" y="5930648"/>
                <a:ext cx="2006640" cy="232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22B8E2C-65AE-A33E-6C5F-0466779FCCC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521580" y="5922008"/>
                  <a:ext cx="2024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9BA996A-571C-1F56-3D8F-E38B7BC71ADF}"/>
                    </a:ext>
                  </a:extLst>
                </p14:cNvPr>
                <p14:cNvContentPartPr/>
                <p14:nvPr/>
              </p14:nvContentPartPr>
              <p14:xfrm>
                <a:off x="8068860" y="6156008"/>
                <a:ext cx="130320" cy="78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9BA996A-571C-1F56-3D8F-E38B7BC71AD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060220" y="6147008"/>
                  <a:ext cx="147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69DE71F-57F9-781D-FE87-E0D565BDA7F7}"/>
                    </a:ext>
                  </a:extLst>
                </p14:cNvPr>
                <p14:cNvContentPartPr/>
                <p14:nvPr/>
              </p14:nvContentPartPr>
              <p14:xfrm>
                <a:off x="8202420" y="6167168"/>
                <a:ext cx="88560" cy="68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69DE71F-57F9-781D-FE87-E0D565BDA7F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193780" y="6158168"/>
                  <a:ext cx="10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0E20DB4-5C65-6B69-6C1C-73E3D09D23DB}"/>
                    </a:ext>
                  </a:extLst>
                </p14:cNvPr>
                <p14:cNvContentPartPr/>
                <p14:nvPr/>
              </p14:nvContentPartPr>
              <p14:xfrm>
                <a:off x="8353980" y="6190928"/>
                <a:ext cx="160560" cy="39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0E20DB4-5C65-6B69-6C1C-73E3D09D23D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45340" y="6181928"/>
                  <a:ext cx="178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4149D44-892C-90C4-2F60-1E156AC0BA7A}"/>
                    </a:ext>
                  </a:extLst>
                </p14:cNvPr>
                <p14:cNvContentPartPr/>
                <p14:nvPr/>
              </p14:nvContentPartPr>
              <p14:xfrm>
                <a:off x="8544420" y="6132248"/>
                <a:ext cx="102600" cy="100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4149D44-892C-90C4-2F60-1E156AC0BA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535780" y="6123608"/>
                  <a:ext cx="120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6D1E95D-C56D-747C-9845-BD154CF300B1}"/>
                    </a:ext>
                  </a:extLst>
                </p14:cNvPr>
                <p14:cNvContentPartPr/>
                <p14:nvPr/>
              </p14:nvContentPartPr>
              <p14:xfrm>
                <a:off x="8680140" y="6031808"/>
                <a:ext cx="47880" cy="161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6D1E95D-C56D-747C-9845-BD154CF300B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671500" y="6022808"/>
                  <a:ext cx="65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06FD8F-1CCA-2E02-CB49-CBD356D1BA67}"/>
                    </a:ext>
                  </a:extLst>
                </p14:cNvPr>
                <p14:cNvContentPartPr/>
                <p14:nvPr/>
              </p14:nvContentPartPr>
              <p14:xfrm>
                <a:off x="8644860" y="6124688"/>
                <a:ext cx="109800" cy="16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06FD8F-1CCA-2E02-CB49-CBD356D1BA6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635860" y="6115688"/>
                  <a:ext cx="127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4641D5A-BBCE-7D0C-EAE7-1ECADD9F98E4}"/>
                    </a:ext>
                  </a:extLst>
                </p14:cNvPr>
                <p14:cNvContentPartPr/>
                <p14:nvPr/>
              </p14:nvContentPartPr>
              <p14:xfrm>
                <a:off x="8783460" y="6117848"/>
                <a:ext cx="286200" cy="75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4641D5A-BBCE-7D0C-EAE7-1ECADD9F98E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774460" y="6108848"/>
                  <a:ext cx="303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D1F465-3199-1067-5E95-0432F7AE2C28}"/>
                    </a:ext>
                  </a:extLst>
                </p14:cNvPr>
                <p14:cNvContentPartPr/>
                <p14:nvPr/>
              </p14:nvContentPartPr>
              <p14:xfrm>
                <a:off x="9128340" y="6000488"/>
                <a:ext cx="72000" cy="198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D1F465-3199-1067-5E95-0432F7AE2C2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119340" y="5991848"/>
                  <a:ext cx="8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8A812B-30F6-B1C1-8DC8-3D971E72DC81}"/>
                    </a:ext>
                  </a:extLst>
                </p14:cNvPr>
                <p14:cNvContentPartPr/>
                <p14:nvPr/>
              </p14:nvContentPartPr>
              <p14:xfrm>
                <a:off x="9137340" y="6113168"/>
                <a:ext cx="64080" cy="17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8A812B-30F6-B1C1-8DC8-3D971E72DC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128340" y="6104168"/>
                  <a:ext cx="81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91A0988-F1B1-5BEE-C9C7-2E478A7D50C4}"/>
                    </a:ext>
                  </a:extLst>
                </p14:cNvPr>
                <p14:cNvContentPartPr/>
                <p14:nvPr/>
              </p14:nvContentPartPr>
              <p14:xfrm>
                <a:off x="9408780" y="6095528"/>
                <a:ext cx="235800" cy="88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91A0988-F1B1-5BEE-C9C7-2E478A7D50C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400140" y="6086528"/>
                  <a:ext cx="253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B373708-0D69-D31E-131F-1603109EF2DE}"/>
                    </a:ext>
                  </a:extLst>
                </p14:cNvPr>
                <p14:cNvContentPartPr/>
                <p14:nvPr/>
              </p14:nvContentPartPr>
              <p14:xfrm>
                <a:off x="9689220" y="6079328"/>
                <a:ext cx="54000" cy="93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B373708-0D69-D31E-131F-1603109EF2D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680220" y="6070328"/>
                  <a:ext cx="7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A86740A-9986-80E4-8172-8B607174FCBF}"/>
                    </a:ext>
                  </a:extLst>
                </p14:cNvPr>
                <p14:cNvContentPartPr/>
                <p14:nvPr/>
              </p14:nvContentPartPr>
              <p14:xfrm>
                <a:off x="9746460" y="5926328"/>
                <a:ext cx="101520" cy="208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A86740A-9986-80E4-8172-8B607174FCB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737820" y="5917328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D97F95F-4F8B-476C-1772-155CDCD1D13F}"/>
                    </a:ext>
                  </a:extLst>
                </p14:cNvPr>
                <p14:cNvContentPartPr/>
                <p14:nvPr/>
              </p14:nvContentPartPr>
              <p14:xfrm>
                <a:off x="9731700" y="6037208"/>
                <a:ext cx="103680" cy="20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D97F95F-4F8B-476C-1772-155CDCD1D13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722700" y="6028568"/>
                  <a:ext cx="121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079F2CA-1075-8A64-D635-FC8CB533339A}"/>
                    </a:ext>
                  </a:extLst>
                </p14:cNvPr>
                <p14:cNvContentPartPr/>
                <p14:nvPr/>
              </p14:nvContentPartPr>
              <p14:xfrm>
                <a:off x="9989460" y="6046208"/>
                <a:ext cx="182160" cy="78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079F2CA-1075-8A64-D635-FC8CB533339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980820" y="6037568"/>
                  <a:ext cx="199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8D57FCF-69E4-2826-109E-D58BCF689BB1}"/>
                    </a:ext>
                  </a:extLst>
                </p14:cNvPr>
                <p14:cNvContentPartPr/>
                <p14:nvPr/>
              </p14:nvContentPartPr>
              <p14:xfrm>
                <a:off x="8375220" y="6577208"/>
                <a:ext cx="192960" cy="5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8D57FCF-69E4-2826-109E-D58BCF689BB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366580" y="6568208"/>
                  <a:ext cx="21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41ED1BD-458B-D525-0B66-10A380FA2DD9}"/>
                    </a:ext>
                  </a:extLst>
                </p14:cNvPr>
                <p14:cNvContentPartPr/>
                <p14:nvPr/>
              </p14:nvContentPartPr>
              <p14:xfrm>
                <a:off x="8395740" y="6500168"/>
                <a:ext cx="150840" cy="21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41ED1BD-458B-D525-0B66-10A380FA2DD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387100" y="6491528"/>
                  <a:ext cx="168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B723C39-D46E-82F9-4DF8-86E070600B6E}"/>
                    </a:ext>
                  </a:extLst>
                </p14:cNvPr>
                <p14:cNvContentPartPr/>
                <p14:nvPr/>
              </p14:nvContentPartPr>
              <p14:xfrm>
                <a:off x="8392860" y="6327728"/>
                <a:ext cx="148680" cy="115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B723C39-D46E-82F9-4DF8-86E070600B6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83860" y="6319088"/>
                  <a:ext cx="166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23DA018-CF78-59E6-5653-E7417EE81598}"/>
                    </a:ext>
                  </a:extLst>
                </p14:cNvPr>
                <p14:cNvContentPartPr/>
                <p14:nvPr/>
              </p14:nvContentPartPr>
              <p14:xfrm>
                <a:off x="8759340" y="6392888"/>
                <a:ext cx="102960" cy="230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23DA018-CF78-59E6-5653-E7417EE8159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50700" y="6384248"/>
                  <a:ext cx="120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B10D1A-ADA9-A4A2-AC30-9C9A2A7F973F}"/>
                    </a:ext>
                  </a:extLst>
                </p14:cNvPr>
                <p14:cNvContentPartPr/>
                <p14:nvPr/>
              </p14:nvContentPartPr>
              <p14:xfrm>
                <a:off x="8795700" y="6516368"/>
                <a:ext cx="131400" cy="1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B10D1A-ADA9-A4A2-AC30-9C9A2A7F973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787060" y="6507368"/>
                  <a:ext cx="149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A185BA-4578-8B67-FE10-3FC88BC23374}"/>
                    </a:ext>
                  </a:extLst>
                </p14:cNvPr>
                <p14:cNvContentPartPr/>
                <p14:nvPr/>
              </p14:nvContentPartPr>
              <p14:xfrm>
                <a:off x="8864100" y="6415208"/>
                <a:ext cx="82080" cy="18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A185BA-4578-8B67-FE10-3FC88BC2337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55460" y="6406568"/>
                  <a:ext cx="99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96BA818-D331-29D1-409C-D83583732580}"/>
                    </a:ext>
                  </a:extLst>
                </p14:cNvPr>
                <p14:cNvContentPartPr/>
                <p14:nvPr/>
              </p14:nvContentPartPr>
              <p14:xfrm>
                <a:off x="8982900" y="6336368"/>
                <a:ext cx="127440" cy="296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96BA818-D331-29D1-409C-D8358373258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974260" y="6327728"/>
                  <a:ext cx="145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5B86FC-59FE-8CCF-E3EE-63F8FEE0F1D2}"/>
                    </a:ext>
                  </a:extLst>
                </p14:cNvPr>
                <p14:cNvContentPartPr/>
                <p14:nvPr/>
              </p14:nvContentPartPr>
              <p14:xfrm>
                <a:off x="9133380" y="6473168"/>
                <a:ext cx="168480" cy="149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5B86FC-59FE-8CCF-E3EE-63F8FEE0F1D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24740" y="6464168"/>
                  <a:ext cx="186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CBBEB7A-1AC5-A522-941B-9D962E2C6DD4}"/>
                    </a:ext>
                  </a:extLst>
                </p14:cNvPr>
                <p14:cNvContentPartPr/>
                <p14:nvPr/>
              </p14:nvContentPartPr>
              <p14:xfrm>
                <a:off x="9315180" y="6369488"/>
                <a:ext cx="69120" cy="163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CBBEB7A-1AC5-A522-941B-9D962E2C6DD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06540" y="6360488"/>
                  <a:ext cx="8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8A16CF-7274-594A-5584-DB85D009AE4D}"/>
                    </a:ext>
                  </a:extLst>
                </p14:cNvPr>
                <p14:cNvContentPartPr/>
                <p14:nvPr/>
              </p14:nvContentPartPr>
              <p14:xfrm>
                <a:off x="9274860" y="6268688"/>
                <a:ext cx="4320" cy="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8A16CF-7274-594A-5584-DB85D009AE4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265860" y="6259688"/>
                  <a:ext cx="2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F66D82B-16AB-3404-D33F-C6CBEB1BA305}"/>
                    </a:ext>
                  </a:extLst>
                </p14:cNvPr>
                <p14:cNvContentPartPr/>
                <p14:nvPr/>
              </p14:nvContentPartPr>
              <p14:xfrm>
                <a:off x="9398340" y="6310448"/>
                <a:ext cx="162000" cy="109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F66D82B-16AB-3404-D33F-C6CBEB1BA30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389700" y="6301448"/>
                  <a:ext cx="179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4A5B67C-5735-CA27-71F4-7F082048ADF9}"/>
                    </a:ext>
                  </a:extLst>
                </p14:cNvPr>
                <p14:cNvContentPartPr/>
                <p14:nvPr/>
              </p14:nvContentPartPr>
              <p14:xfrm>
                <a:off x="9646740" y="6292448"/>
                <a:ext cx="106560" cy="282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4A5B67C-5735-CA27-71F4-7F082048ADF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638100" y="6283808"/>
                  <a:ext cx="124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ADEBD76-D0DE-1645-FB9D-F5E076E29BF3}"/>
                    </a:ext>
                  </a:extLst>
                </p14:cNvPr>
                <p14:cNvContentPartPr/>
                <p14:nvPr/>
              </p14:nvContentPartPr>
              <p14:xfrm>
                <a:off x="10017180" y="6400448"/>
                <a:ext cx="217800" cy="77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ADEBD76-D0DE-1645-FB9D-F5E076E29BF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008540" y="6391808"/>
                  <a:ext cx="235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088EE27-AB69-8236-5EBF-C08896DD71BE}"/>
                    </a:ext>
                  </a:extLst>
                </p14:cNvPr>
                <p14:cNvContentPartPr/>
                <p14:nvPr/>
              </p14:nvContentPartPr>
              <p14:xfrm>
                <a:off x="9950940" y="6408368"/>
                <a:ext cx="147240" cy="106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088EE27-AB69-8236-5EBF-C08896DD71B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941940" y="6399728"/>
                  <a:ext cx="164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F320538-920A-4C90-29EF-0C22AA5CDAE3}"/>
                    </a:ext>
                  </a:extLst>
                </p14:cNvPr>
                <p14:cNvContentPartPr/>
                <p14:nvPr/>
              </p14:nvContentPartPr>
              <p14:xfrm>
                <a:off x="10348380" y="6374168"/>
                <a:ext cx="177120" cy="95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F320538-920A-4C90-29EF-0C22AA5CDAE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339740" y="6365168"/>
                  <a:ext cx="194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C1851D3-3E8A-97F8-FE2B-543902DFBAD0}"/>
                    </a:ext>
                  </a:extLst>
                </p14:cNvPr>
                <p14:cNvContentPartPr/>
                <p14:nvPr/>
              </p14:nvContentPartPr>
              <p14:xfrm>
                <a:off x="10453140" y="6304688"/>
                <a:ext cx="15480" cy="5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C1851D3-3E8A-97F8-FE2B-543902DFBAD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444140" y="6296048"/>
                  <a:ext cx="33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0985B6-5A5C-BE87-C865-8F1D41EACE27}"/>
                    </a:ext>
                  </a:extLst>
                </p14:cNvPr>
                <p14:cNvContentPartPr/>
                <p14:nvPr/>
              </p14:nvContentPartPr>
              <p14:xfrm>
                <a:off x="10632780" y="6343208"/>
                <a:ext cx="399960" cy="218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0985B6-5A5C-BE87-C865-8F1D41EACE2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624140" y="6334568"/>
                  <a:ext cx="417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EBE0A48-931F-4E9E-3DDD-C777BE32DBA7}"/>
                    </a:ext>
                  </a:extLst>
                </p14:cNvPr>
                <p14:cNvContentPartPr/>
                <p14:nvPr/>
              </p14:nvContentPartPr>
              <p14:xfrm>
                <a:off x="11092140" y="6307568"/>
                <a:ext cx="95040" cy="82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EBE0A48-931F-4E9E-3DDD-C777BE32DBA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083140" y="6298568"/>
                  <a:ext cx="112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05B8B4-3ED1-1302-FE9F-87FF7641BCBD}"/>
                    </a:ext>
                  </a:extLst>
                </p14:cNvPr>
                <p14:cNvContentPartPr/>
                <p14:nvPr/>
              </p14:nvContentPartPr>
              <p14:xfrm>
                <a:off x="11277900" y="6140528"/>
                <a:ext cx="303840" cy="228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05B8B4-3ED1-1302-FE9F-87FF7641BCB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269260" y="6131528"/>
                  <a:ext cx="321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1393F76-A901-7B9C-6508-EF893D010383}"/>
                    </a:ext>
                  </a:extLst>
                </p14:cNvPr>
                <p14:cNvContentPartPr/>
                <p14:nvPr/>
              </p14:nvContentPartPr>
              <p14:xfrm>
                <a:off x="11611620" y="6196328"/>
                <a:ext cx="140400" cy="116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1393F76-A901-7B9C-6508-EF893D01038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602980" y="6187328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072D424-452E-37B9-FDFC-9810AB2EFA37}"/>
                    </a:ext>
                  </a:extLst>
                </p14:cNvPr>
                <p14:cNvContentPartPr/>
                <p14:nvPr/>
              </p14:nvContentPartPr>
              <p14:xfrm>
                <a:off x="10198260" y="5294168"/>
                <a:ext cx="294480" cy="848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072D424-452E-37B9-FDFC-9810AB2EFA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89620" y="5285168"/>
                  <a:ext cx="3121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ED549D7-9E5E-D42E-BCDD-E6E945305DB2}"/>
                    </a:ext>
                  </a:extLst>
                </p14:cNvPr>
                <p14:cNvContentPartPr/>
                <p14:nvPr/>
              </p14:nvContentPartPr>
              <p14:xfrm>
                <a:off x="10167660" y="5223608"/>
                <a:ext cx="81000" cy="81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ED549D7-9E5E-D42E-BCDD-E6E945305DB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158660" y="5214968"/>
                  <a:ext cx="9864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6E0BE5B-AB9F-7152-36AC-8E42333EFBAF}"/>
                  </a:ext>
                </a:extLst>
              </p14:cNvPr>
              <p14:cNvContentPartPr/>
              <p14:nvPr/>
            </p14:nvContentPartPr>
            <p14:xfrm>
              <a:off x="1584180" y="4171688"/>
              <a:ext cx="4198680" cy="1098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6E0BE5B-AB9F-7152-36AC-8E42333EFBA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575180" y="4162688"/>
                <a:ext cx="421632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0850745-2582-0ACA-FC0E-D87F936A223A}"/>
              </a:ext>
            </a:extLst>
          </p:cNvPr>
          <p:cNvGrpSpPr/>
          <p:nvPr/>
        </p:nvGrpSpPr>
        <p:grpSpPr>
          <a:xfrm>
            <a:off x="6710220" y="4380848"/>
            <a:ext cx="1696320" cy="897120"/>
            <a:chOff x="6710220" y="4380848"/>
            <a:chExt cx="1696320" cy="89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576026E-E1E9-A749-8BC7-539209CA2579}"/>
                    </a:ext>
                  </a:extLst>
                </p14:cNvPr>
                <p14:cNvContentPartPr/>
                <p14:nvPr/>
              </p14:nvContentPartPr>
              <p14:xfrm>
                <a:off x="7086420" y="4966568"/>
                <a:ext cx="208440" cy="311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576026E-E1E9-A749-8BC7-539209CA257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077420" y="4957928"/>
                  <a:ext cx="2260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C916036-7B95-BA67-BBFB-BA6464F35192}"/>
                    </a:ext>
                  </a:extLst>
                </p14:cNvPr>
                <p14:cNvContentPartPr/>
                <p14:nvPr/>
              </p14:nvContentPartPr>
              <p14:xfrm>
                <a:off x="6710220" y="4475888"/>
                <a:ext cx="114480" cy="315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C916036-7B95-BA67-BBFB-BA6464F3519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701220" y="4467248"/>
                  <a:ext cx="132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9743A7-E5F7-2B9C-779A-D43A95A51ED2}"/>
                    </a:ext>
                  </a:extLst>
                </p14:cNvPr>
                <p14:cNvContentPartPr/>
                <p14:nvPr/>
              </p14:nvContentPartPr>
              <p14:xfrm>
                <a:off x="6759180" y="4670648"/>
                <a:ext cx="83520" cy="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9743A7-E5F7-2B9C-779A-D43A95A51ED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750180" y="4661648"/>
                  <a:ext cx="101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DE5670A-89ED-1BB4-A80E-061777160AA1}"/>
                    </a:ext>
                  </a:extLst>
                </p14:cNvPr>
                <p14:cNvContentPartPr/>
                <p14:nvPr/>
              </p14:nvContentPartPr>
              <p14:xfrm>
                <a:off x="6862860" y="4634288"/>
                <a:ext cx="46440" cy="58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DE5670A-89ED-1BB4-A80E-061777160AA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854220" y="4625288"/>
                  <a:ext cx="64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2819F67-8647-8FA5-FD92-DEB764F8818F}"/>
                    </a:ext>
                  </a:extLst>
                </p14:cNvPr>
                <p14:cNvContentPartPr/>
                <p14:nvPr/>
              </p14:nvContentPartPr>
              <p14:xfrm>
                <a:off x="6842340" y="4530248"/>
                <a:ext cx="10800" cy="8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2819F67-8647-8FA5-FD92-DEB764F8818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33340" y="4521608"/>
                  <a:ext cx="2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4133F32-ECF8-3AAA-1A33-9225045BDA0B}"/>
                    </a:ext>
                  </a:extLst>
                </p14:cNvPr>
                <p14:cNvContentPartPr/>
                <p14:nvPr/>
              </p14:nvContentPartPr>
              <p14:xfrm>
                <a:off x="6961860" y="4618448"/>
                <a:ext cx="147960" cy="62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4133F32-ECF8-3AAA-1A33-9225045BDA0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952860" y="4609808"/>
                  <a:ext cx="165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2B09516-1BFF-D885-518E-C40D917C8F1F}"/>
                    </a:ext>
                  </a:extLst>
                </p14:cNvPr>
                <p14:cNvContentPartPr/>
                <p14:nvPr/>
              </p14:nvContentPartPr>
              <p14:xfrm>
                <a:off x="7023420" y="4602968"/>
                <a:ext cx="42480" cy="95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2B09516-1BFF-D885-518E-C40D917C8F1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014780" y="4594328"/>
                  <a:ext cx="60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60B77D-E945-106D-9CD0-5536C769C30A}"/>
                    </a:ext>
                  </a:extLst>
                </p14:cNvPr>
                <p14:cNvContentPartPr/>
                <p14:nvPr/>
              </p14:nvContentPartPr>
              <p14:xfrm>
                <a:off x="7123860" y="4570928"/>
                <a:ext cx="135000" cy="109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60B77D-E945-106D-9CD0-5536C769C30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115220" y="4562288"/>
                  <a:ext cx="152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A320E4-2569-9B37-F551-045555B7F089}"/>
                    </a:ext>
                  </a:extLst>
                </p14:cNvPr>
                <p14:cNvContentPartPr/>
                <p14:nvPr/>
              </p14:nvContentPartPr>
              <p14:xfrm>
                <a:off x="7324740" y="4458248"/>
                <a:ext cx="153720" cy="214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A320E4-2569-9B37-F551-045555B7F08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316100" y="4449248"/>
                  <a:ext cx="171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865C1E3-DC98-F575-0C44-26A4561AEDE6}"/>
                    </a:ext>
                  </a:extLst>
                </p14:cNvPr>
                <p14:cNvContentPartPr/>
                <p14:nvPr/>
              </p14:nvContentPartPr>
              <p14:xfrm>
                <a:off x="7620660" y="4380848"/>
                <a:ext cx="180360" cy="349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865C1E3-DC98-F575-0C44-26A4561AEDE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612020" y="4372208"/>
                  <a:ext cx="1980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A7312CA-21DD-7B88-4411-180C940100B4}"/>
                    </a:ext>
                  </a:extLst>
                </p14:cNvPr>
                <p14:cNvContentPartPr/>
                <p14:nvPr/>
              </p14:nvContentPartPr>
              <p14:xfrm>
                <a:off x="7693740" y="4567688"/>
                <a:ext cx="63360" cy="25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A7312CA-21DD-7B88-4411-180C940100B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684740" y="4559048"/>
                  <a:ext cx="81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A6024FB-919D-BED3-9F22-E0ABEBE7F928}"/>
                    </a:ext>
                  </a:extLst>
                </p14:cNvPr>
                <p14:cNvContentPartPr/>
                <p14:nvPr/>
              </p14:nvContentPartPr>
              <p14:xfrm>
                <a:off x="7754940" y="4441688"/>
                <a:ext cx="272160" cy="182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A6024FB-919D-BED3-9F22-E0ABEBE7F92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746300" y="4432688"/>
                  <a:ext cx="289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F4147E5-DFFF-2A80-EC4E-384C983981BD}"/>
                    </a:ext>
                  </a:extLst>
                </p14:cNvPr>
                <p14:cNvContentPartPr/>
                <p14:nvPr/>
              </p14:nvContentPartPr>
              <p14:xfrm>
                <a:off x="6913620" y="4893848"/>
                <a:ext cx="150840" cy="131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F4147E5-DFFF-2A80-EC4E-384C983981B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904980" y="4884848"/>
                  <a:ext cx="168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22E07C-86D0-B78A-D41D-DC42C108EA07}"/>
                    </a:ext>
                  </a:extLst>
                </p14:cNvPr>
                <p14:cNvContentPartPr/>
                <p14:nvPr/>
              </p14:nvContentPartPr>
              <p14:xfrm>
                <a:off x="7128180" y="4866848"/>
                <a:ext cx="123120" cy="165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22E07C-86D0-B78A-D41D-DC42C108EA0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119540" y="4858208"/>
                  <a:ext cx="140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110E72-3F1B-2B16-91B6-D7A8A8ECF758}"/>
                    </a:ext>
                  </a:extLst>
                </p14:cNvPr>
                <p14:cNvContentPartPr/>
                <p14:nvPr/>
              </p14:nvContentPartPr>
              <p14:xfrm>
                <a:off x="7257780" y="4815368"/>
                <a:ext cx="150840" cy="131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110E72-3F1B-2B16-91B6-D7A8A8ECF75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249140" y="4806368"/>
                  <a:ext cx="168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0873CEC-29A4-B5A6-5841-D61BD01D3274}"/>
                    </a:ext>
                  </a:extLst>
                </p14:cNvPr>
                <p14:cNvContentPartPr/>
                <p14:nvPr/>
              </p14:nvContentPartPr>
              <p14:xfrm>
                <a:off x="7448580" y="4875488"/>
                <a:ext cx="150480" cy="76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0873CEC-29A4-B5A6-5841-D61BD01D327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39580" y="4866848"/>
                  <a:ext cx="168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805E75-06A5-5666-2542-3ABAD50B7686}"/>
                    </a:ext>
                  </a:extLst>
                </p14:cNvPr>
                <p14:cNvContentPartPr/>
                <p14:nvPr/>
              </p14:nvContentPartPr>
              <p14:xfrm>
                <a:off x="7491780" y="4743368"/>
                <a:ext cx="26640" cy="56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805E75-06A5-5666-2542-3ABAD50B768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482780" y="4734368"/>
                  <a:ext cx="44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5764863-550F-DD86-E55C-F6BA93521BAC}"/>
                    </a:ext>
                  </a:extLst>
                </p14:cNvPr>
                <p14:cNvContentPartPr/>
                <p14:nvPr/>
              </p14:nvContentPartPr>
              <p14:xfrm>
                <a:off x="7645140" y="4769288"/>
                <a:ext cx="208440" cy="2728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5764863-550F-DD86-E55C-F6BA93521BA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636500" y="4760288"/>
                  <a:ext cx="226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D9DD4F7-475F-19B4-1EFF-6122F9C29D76}"/>
                    </a:ext>
                  </a:extLst>
                </p14:cNvPr>
                <p14:cNvContentPartPr/>
                <p14:nvPr/>
              </p14:nvContentPartPr>
              <p14:xfrm>
                <a:off x="7802460" y="4769288"/>
                <a:ext cx="6480" cy="18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D9DD4F7-475F-19B4-1EFF-6122F9C29D7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793460" y="4760288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79019B6-B62C-55D6-55D1-1BE9BEF11EAB}"/>
                    </a:ext>
                  </a:extLst>
                </p14:cNvPr>
                <p14:cNvContentPartPr/>
                <p14:nvPr/>
              </p14:nvContentPartPr>
              <p14:xfrm>
                <a:off x="7880220" y="4811408"/>
                <a:ext cx="129960" cy="98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79019B6-B62C-55D6-55D1-1BE9BEF11EA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871580" y="4802408"/>
                  <a:ext cx="147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738F7AF-4519-CD98-5166-35B0579CB917}"/>
                    </a:ext>
                  </a:extLst>
                </p14:cNvPr>
                <p14:cNvContentPartPr/>
                <p14:nvPr/>
              </p14:nvContentPartPr>
              <p14:xfrm>
                <a:off x="8130780" y="4726448"/>
                <a:ext cx="275760" cy="163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738F7AF-4519-CD98-5166-35B0579CB91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21780" y="4717448"/>
                  <a:ext cx="293400" cy="180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4C30E63-DE8A-521A-3FAF-C0AD4D4944B5}"/>
                  </a:ext>
                </a:extLst>
              </p14:cNvPr>
              <p14:cNvContentPartPr/>
              <p14:nvPr/>
            </p14:nvContentPartPr>
            <p14:xfrm>
              <a:off x="2451780" y="3976135"/>
              <a:ext cx="321480" cy="85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4C30E63-DE8A-521A-3FAF-C0AD4D4944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3140" y="3967495"/>
                <a:ext cx="3391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DDDC927-84AF-5899-FFCA-32D236EB7A0A}"/>
                  </a:ext>
                </a:extLst>
              </p14:cNvPr>
              <p14:cNvContentPartPr/>
              <p14:nvPr/>
            </p14:nvContentPartPr>
            <p14:xfrm>
              <a:off x="2831220" y="4229935"/>
              <a:ext cx="307440" cy="97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DDDC927-84AF-5899-FFCA-32D236EB7A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22580" y="4220935"/>
                <a:ext cx="3250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297CFEA-A809-B8AF-7F12-550C3350E0EB}"/>
                  </a:ext>
                </a:extLst>
              </p14:cNvPr>
              <p14:cNvContentPartPr/>
              <p14:nvPr/>
            </p14:nvContentPartPr>
            <p14:xfrm>
              <a:off x="3376620" y="4530535"/>
              <a:ext cx="293400" cy="89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297CFEA-A809-B8AF-7F12-550C3350E0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67620" y="4521895"/>
                <a:ext cx="3110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162C52-E5AE-406E-232F-F6F3B1E72420}"/>
                  </a:ext>
                </a:extLst>
              </p14:cNvPr>
              <p14:cNvContentPartPr/>
              <p14:nvPr/>
            </p14:nvContentPartPr>
            <p14:xfrm>
              <a:off x="8734860" y="3889375"/>
              <a:ext cx="352440" cy="86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162C52-E5AE-406E-232F-F6F3B1E724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26220" y="3880735"/>
                <a:ext cx="3700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411B434-0479-5C9E-903B-D5B49BD6E36D}"/>
                  </a:ext>
                </a:extLst>
              </p14:cNvPr>
              <p14:cNvContentPartPr/>
              <p14:nvPr/>
            </p14:nvContentPartPr>
            <p14:xfrm>
              <a:off x="8560620" y="4267735"/>
              <a:ext cx="333000" cy="75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411B434-0479-5C9E-903B-D5B49BD6E3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51620" y="4258735"/>
                <a:ext cx="350640" cy="9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EBC92F3-69FF-52D1-BD7D-F885317A2D4E}"/>
                  </a:ext>
                </a:extLst>
              </p14:cNvPr>
              <p14:cNvContentPartPr/>
              <p14:nvPr/>
            </p14:nvContentPartPr>
            <p14:xfrm>
              <a:off x="1637460" y="3428648"/>
              <a:ext cx="222840" cy="213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EBC92F3-69FF-52D1-BD7D-F885317A2D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8460" y="3420008"/>
                <a:ext cx="240480" cy="23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F593430-0694-CD8B-876E-64D63F99D997}"/>
              </a:ext>
            </a:extLst>
          </p:cNvPr>
          <p:cNvGrpSpPr/>
          <p:nvPr/>
        </p:nvGrpSpPr>
        <p:grpSpPr>
          <a:xfrm>
            <a:off x="1132740" y="3745808"/>
            <a:ext cx="1129320" cy="351360"/>
            <a:chOff x="1132740" y="3745808"/>
            <a:chExt cx="11293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AE0993-47B0-CF7F-828F-7B94901EB086}"/>
                    </a:ext>
                  </a:extLst>
                </p14:cNvPr>
                <p14:cNvContentPartPr/>
                <p14:nvPr/>
              </p14:nvContentPartPr>
              <p14:xfrm>
                <a:off x="1132740" y="3917168"/>
                <a:ext cx="108000" cy="12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AE0993-47B0-CF7F-828F-7B94901EB0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3740" y="3908168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D76B6F1-802D-2652-259F-2950266B023E}"/>
                    </a:ext>
                  </a:extLst>
                </p14:cNvPr>
                <p14:cNvContentPartPr/>
                <p14:nvPr/>
              </p14:nvContentPartPr>
              <p14:xfrm>
                <a:off x="1261620" y="3909968"/>
                <a:ext cx="277200" cy="187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D76B6F1-802D-2652-259F-2950266B02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2980" y="3901328"/>
                  <a:ext cx="29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27A425-211A-0B5C-E782-56B2D13009CE}"/>
                    </a:ext>
                  </a:extLst>
                </p14:cNvPr>
                <p14:cNvContentPartPr/>
                <p14:nvPr/>
              </p14:nvContentPartPr>
              <p14:xfrm>
                <a:off x="1630980" y="3917168"/>
                <a:ext cx="151920" cy="5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27A425-211A-0B5C-E782-56B2D13009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2340" y="3908528"/>
                  <a:ext cx="169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F2EC7AF-3F27-0F6E-2324-57E9362A773D}"/>
                    </a:ext>
                  </a:extLst>
                </p14:cNvPr>
                <p14:cNvContentPartPr/>
                <p14:nvPr/>
              </p14:nvContentPartPr>
              <p14:xfrm>
                <a:off x="1697580" y="3814208"/>
                <a:ext cx="2880" cy="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F2EC7AF-3F27-0F6E-2324-57E9362A77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8580" y="3805568"/>
                  <a:ext cx="20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42FAD6-9AA9-A054-E783-DCC2DC1C9D2F}"/>
                    </a:ext>
                  </a:extLst>
                </p14:cNvPr>
                <p14:cNvContentPartPr/>
                <p14:nvPr/>
              </p14:nvContentPartPr>
              <p14:xfrm>
                <a:off x="1849140" y="3745808"/>
                <a:ext cx="202320" cy="28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42FAD6-9AA9-A054-E783-DCC2DC1C9D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0140" y="3736808"/>
                  <a:ext cx="219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40C080-9A25-84E1-025D-6A15F6197DD0}"/>
                    </a:ext>
                  </a:extLst>
                </p14:cNvPr>
                <p14:cNvContentPartPr/>
                <p14:nvPr/>
              </p14:nvContentPartPr>
              <p14:xfrm>
                <a:off x="1984500" y="3782168"/>
                <a:ext cx="6480" cy="1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40C080-9A25-84E1-025D-6A15F6197D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5500" y="3773168"/>
                  <a:ext cx="24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8E51A1-77D5-2EFB-65A0-2A429B2D03F8}"/>
                    </a:ext>
                  </a:extLst>
                </p14:cNvPr>
                <p14:cNvContentPartPr/>
                <p14:nvPr/>
              </p14:nvContentPartPr>
              <p14:xfrm>
                <a:off x="2109060" y="3844448"/>
                <a:ext cx="153000" cy="11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8E51A1-77D5-2EFB-65A0-2A429B2D0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0060" y="3835808"/>
                  <a:ext cx="1706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A56CB4-1914-C510-4935-9F9F64F11FF6}"/>
              </a:ext>
            </a:extLst>
          </p:cNvPr>
          <p:cNvGrpSpPr/>
          <p:nvPr/>
        </p:nvGrpSpPr>
        <p:grpSpPr>
          <a:xfrm>
            <a:off x="2464020" y="3875408"/>
            <a:ext cx="433080" cy="172800"/>
            <a:chOff x="2464020" y="3875408"/>
            <a:chExt cx="43308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FFDDBB-E853-5C87-A2D4-E6F009597F72}"/>
                    </a:ext>
                  </a:extLst>
                </p14:cNvPr>
                <p14:cNvContentPartPr/>
                <p14:nvPr/>
              </p14:nvContentPartPr>
              <p14:xfrm>
                <a:off x="2464020" y="3875408"/>
                <a:ext cx="243720" cy="10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FFDDBB-E853-5C87-A2D4-E6F009597F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5380" y="3866768"/>
                  <a:ext cx="261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D001D2-C4EB-F5F3-F0EC-6E0F24138B99}"/>
                    </a:ext>
                  </a:extLst>
                </p14:cNvPr>
                <p14:cNvContentPartPr/>
                <p14:nvPr/>
              </p14:nvContentPartPr>
              <p14:xfrm>
                <a:off x="2785500" y="3948488"/>
                <a:ext cx="111600" cy="99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D001D2-C4EB-F5F3-F0EC-6E0F24138B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76860" y="3939488"/>
                  <a:ext cx="12924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3213786-49FB-EA50-ABEE-89152638E6B5}"/>
                  </a:ext>
                </a:extLst>
              </p14:cNvPr>
              <p14:cNvContentPartPr/>
              <p14:nvPr/>
            </p14:nvContentPartPr>
            <p14:xfrm>
              <a:off x="4352220" y="3314888"/>
              <a:ext cx="708480" cy="15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3213786-49FB-EA50-ABEE-89152638E6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43220" y="3306248"/>
                <a:ext cx="7261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EFE3A03-32A0-EE5E-A711-DA87BAFAA040}"/>
                  </a:ext>
                </a:extLst>
              </p14:cNvPr>
              <p14:cNvContentPartPr/>
              <p14:nvPr/>
            </p14:nvContentPartPr>
            <p14:xfrm>
              <a:off x="7173180" y="3318848"/>
              <a:ext cx="712440" cy="22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EFE3A03-32A0-EE5E-A711-DA87BAFAA04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64540" y="3309848"/>
                <a:ext cx="730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A2675A5-348A-C77F-3919-62141DFA943C}"/>
                  </a:ext>
                </a:extLst>
              </p14:cNvPr>
              <p14:cNvContentPartPr/>
              <p14:nvPr/>
            </p14:nvContentPartPr>
            <p14:xfrm>
              <a:off x="9887940" y="3324608"/>
              <a:ext cx="581040" cy="21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A2675A5-348A-C77F-3919-62141DFA94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78940" y="3315968"/>
                <a:ext cx="598680" cy="3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1ADE00-04F4-1610-A2E3-9D173733175D}"/>
              </a:ext>
            </a:extLst>
          </p:cNvPr>
          <p:cNvGrpSpPr/>
          <p:nvPr/>
        </p:nvGrpSpPr>
        <p:grpSpPr>
          <a:xfrm>
            <a:off x="1183860" y="4593895"/>
            <a:ext cx="1061640" cy="494640"/>
            <a:chOff x="1183860" y="4593895"/>
            <a:chExt cx="106164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65C5C7-5419-BF3B-C518-4909F0890025}"/>
                    </a:ext>
                  </a:extLst>
                </p14:cNvPr>
                <p14:cNvContentPartPr/>
                <p14:nvPr/>
              </p14:nvContentPartPr>
              <p14:xfrm>
                <a:off x="1183860" y="4807375"/>
                <a:ext cx="175320" cy="242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65C5C7-5419-BF3B-C518-4909F08900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5220" y="4798375"/>
                  <a:ext cx="192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C1428D-D0ED-559C-7801-DC8EDDABB78F}"/>
                    </a:ext>
                  </a:extLst>
                </p14:cNvPr>
                <p14:cNvContentPartPr/>
                <p14:nvPr/>
              </p14:nvContentPartPr>
              <p14:xfrm>
                <a:off x="1213380" y="4756975"/>
                <a:ext cx="117000" cy="28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C1428D-D0ED-559C-7801-DC8EDDABB7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4380" y="4747975"/>
                  <a:ext cx="134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7C8CA9-735B-A888-E67F-6B84E04BE291}"/>
                    </a:ext>
                  </a:extLst>
                </p14:cNvPr>
                <p14:cNvContentPartPr/>
                <p14:nvPr/>
              </p14:nvContentPartPr>
              <p14:xfrm>
                <a:off x="1434060" y="4751935"/>
                <a:ext cx="111960" cy="28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7C8CA9-735B-A888-E67F-6B84E04BE2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25060" y="4743295"/>
                  <a:ext cx="129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823B6A-436C-9FC7-6AA9-36BC337BD175}"/>
                    </a:ext>
                  </a:extLst>
                </p14:cNvPr>
                <p14:cNvContentPartPr/>
                <p14:nvPr/>
              </p14:nvContentPartPr>
              <p14:xfrm>
                <a:off x="1548180" y="4905295"/>
                <a:ext cx="160200" cy="12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823B6A-436C-9FC7-6AA9-36BC337BD17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9180" y="4896655"/>
                  <a:ext cx="177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57CC28-B99E-F510-63B5-E9349BCDCB93}"/>
                    </a:ext>
                  </a:extLst>
                </p14:cNvPr>
                <p14:cNvContentPartPr/>
                <p14:nvPr/>
              </p14:nvContentPartPr>
              <p14:xfrm>
                <a:off x="1729980" y="4743295"/>
                <a:ext cx="80280" cy="187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57CC28-B99E-F510-63B5-E9349BCDCB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20980" y="4734295"/>
                  <a:ext cx="97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33E279-1913-BD7E-A037-FE5CE787C1F8}"/>
                    </a:ext>
                  </a:extLst>
                </p14:cNvPr>
                <p14:cNvContentPartPr/>
                <p14:nvPr/>
              </p14:nvContentPartPr>
              <p14:xfrm>
                <a:off x="1693620" y="4593895"/>
                <a:ext cx="360" cy="1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33E279-1913-BD7E-A037-FE5CE787C1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84620" y="4585255"/>
                  <a:ext cx="18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D52EB7-BACC-82EC-F8F9-1028CE9ECD51}"/>
                    </a:ext>
                  </a:extLst>
                </p14:cNvPr>
                <p14:cNvContentPartPr/>
                <p14:nvPr/>
              </p14:nvContentPartPr>
              <p14:xfrm>
                <a:off x="1828620" y="4638535"/>
                <a:ext cx="194040" cy="142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D52EB7-BACC-82EC-F8F9-1028CE9ECD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9620" y="4629895"/>
                  <a:ext cx="211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D5441A-EF74-5CD9-CE70-66A0E19DEF2A}"/>
                    </a:ext>
                  </a:extLst>
                </p14:cNvPr>
                <p14:cNvContentPartPr/>
                <p14:nvPr/>
              </p14:nvContentPartPr>
              <p14:xfrm>
                <a:off x="2145420" y="4700815"/>
                <a:ext cx="100080" cy="38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D5441A-EF74-5CD9-CE70-66A0E19DEF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36780" y="4692175"/>
                  <a:ext cx="11772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414814-4740-ABE0-C81B-CE736917E0E1}"/>
              </a:ext>
            </a:extLst>
          </p:cNvPr>
          <p:cNvGrpSpPr/>
          <p:nvPr/>
        </p:nvGrpSpPr>
        <p:grpSpPr>
          <a:xfrm>
            <a:off x="2509740" y="4835815"/>
            <a:ext cx="155880" cy="84240"/>
            <a:chOff x="2509740" y="4835815"/>
            <a:chExt cx="1558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8B82A3-159C-61BF-F6E4-AF2C8C5CDE1C}"/>
                    </a:ext>
                  </a:extLst>
                </p14:cNvPr>
                <p14:cNvContentPartPr/>
                <p14:nvPr/>
              </p14:nvContentPartPr>
              <p14:xfrm>
                <a:off x="2530620" y="4900615"/>
                <a:ext cx="135000" cy="19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8B82A3-159C-61BF-F6E4-AF2C8C5CDE1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21980" y="4891975"/>
                  <a:ext cx="152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902888-E88A-9DEB-3CA3-D49A66456CFD}"/>
                    </a:ext>
                  </a:extLst>
                </p14:cNvPr>
                <p14:cNvContentPartPr/>
                <p14:nvPr/>
              </p14:nvContentPartPr>
              <p14:xfrm>
                <a:off x="2509740" y="4835815"/>
                <a:ext cx="135000" cy="2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902888-E88A-9DEB-3CA3-D49A66456C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00740" y="4827175"/>
                  <a:ext cx="1526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EA03AA9-ACC0-672D-4235-F26C2C0707A5}"/>
                  </a:ext>
                </a:extLst>
              </p14:cNvPr>
              <p14:cNvContentPartPr/>
              <p14:nvPr/>
            </p14:nvContentPartPr>
            <p14:xfrm>
              <a:off x="2889180" y="4732495"/>
              <a:ext cx="405720" cy="276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EA03AA9-ACC0-672D-4235-F26C2C0707A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880540" y="4723495"/>
                <a:ext cx="4233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1302FF-C6CE-B662-ED1D-D8D415392DC2}"/>
                  </a:ext>
                </a:extLst>
              </p14:cNvPr>
              <p14:cNvContentPartPr/>
              <p14:nvPr/>
            </p14:nvContentPartPr>
            <p14:xfrm>
              <a:off x="2961180" y="5133535"/>
              <a:ext cx="104400" cy="86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1302FF-C6CE-B662-ED1D-D8D415392D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52540" y="5124895"/>
                <a:ext cx="12204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1185CFC-001C-58E0-8491-DB419C05E5F0}"/>
              </a:ext>
            </a:extLst>
          </p:cNvPr>
          <p:cNvGrpSpPr/>
          <p:nvPr/>
        </p:nvGrpSpPr>
        <p:grpSpPr>
          <a:xfrm>
            <a:off x="3486060" y="4531255"/>
            <a:ext cx="1634400" cy="472680"/>
            <a:chOff x="3486060" y="4531255"/>
            <a:chExt cx="16344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7B56B9-333F-22AD-23F3-AA023618890D}"/>
                    </a:ext>
                  </a:extLst>
                </p14:cNvPr>
                <p14:cNvContentPartPr/>
                <p14:nvPr/>
              </p14:nvContentPartPr>
              <p14:xfrm>
                <a:off x="3486060" y="4847335"/>
                <a:ext cx="117360" cy="11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7B56B9-333F-22AD-23F3-AA02361889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7060" y="4838335"/>
                  <a:ext cx="135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4A5E3F-8152-3F2C-04C8-543D1A1A0D91}"/>
                    </a:ext>
                  </a:extLst>
                </p14:cNvPr>
                <p14:cNvContentPartPr/>
                <p14:nvPr/>
              </p14:nvContentPartPr>
              <p14:xfrm>
                <a:off x="3532500" y="4873255"/>
                <a:ext cx="52560" cy="114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4A5E3F-8152-3F2C-04C8-543D1A1A0D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23500" y="4864255"/>
                  <a:ext cx="70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40F528-B2E1-F106-78E6-C176E204DAE8}"/>
                    </a:ext>
                  </a:extLst>
                </p14:cNvPr>
                <p14:cNvContentPartPr/>
                <p14:nvPr/>
              </p14:nvContentPartPr>
              <p14:xfrm>
                <a:off x="3656700" y="4753735"/>
                <a:ext cx="161280" cy="247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40F528-B2E1-F106-78E6-C176E204DAE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48060" y="4744735"/>
                  <a:ext cx="178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3497A3-D65A-5908-6755-9D6D58AD7B32}"/>
                    </a:ext>
                  </a:extLst>
                </p14:cNvPr>
                <p14:cNvContentPartPr/>
                <p14:nvPr/>
              </p14:nvContentPartPr>
              <p14:xfrm>
                <a:off x="3792420" y="4883695"/>
                <a:ext cx="135720" cy="7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3497A3-D65A-5908-6755-9D6D58AD7B3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83780" y="4874695"/>
                  <a:ext cx="153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D5CDF50-127A-9A55-41F5-3FF296364962}"/>
                    </a:ext>
                  </a:extLst>
                </p14:cNvPr>
                <p14:cNvContentPartPr/>
                <p14:nvPr/>
              </p14:nvContentPartPr>
              <p14:xfrm>
                <a:off x="3937860" y="4755175"/>
                <a:ext cx="150480" cy="248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D5CDF50-127A-9A55-41F5-3FF2963649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29220" y="4746535"/>
                  <a:ext cx="168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68ED89-837C-80CA-C1A5-640D4A474064}"/>
                    </a:ext>
                  </a:extLst>
                </p14:cNvPr>
                <p14:cNvContentPartPr/>
                <p14:nvPr/>
              </p14:nvContentPartPr>
              <p14:xfrm>
                <a:off x="4239180" y="4835815"/>
                <a:ext cx="200880" cy="135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68ED89-837C-80CA-C1A5-640D4A4740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30540" y="4826815"/>
                  <a:ext cx="21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1BF2C9-343F-FB3E-38BF-CA18116F804F}"/>
                    </a:ext>
                  </a:extLst>
                </p14:cNvPr>
                <p14:cNvContentPartPr/>
                <p14:nvPr/>
              </p14:nvContentPartPr>
              <p14:xfrm>
                <a:off x="4395060" y="4717375"/>
                <a:ext cx="109440" cy="3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1BF2C9-343F-FB3E-38BF-CA18116F80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86420" y="4708375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42EA3A-56A9-0C86-F6A1-73C31F176112}"/>
                    </a:ext>
                  </a:extLst>
                </p14:cNvPr>
                <p14:cNvContentPartPr/>
                <p14:nvPr/>
              </p14:nvContentPartPr>
              <p14:xfrm>
                <a:off x="4552020" y="4673455"/>
                <a:ext cx="106200" cy="210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42EA3A-56A9-0C86-F6A1-73C31F1761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43020" y="4664455"/>
                  <a:ext cx="123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D7963E-4FFC-ADCC-4D98-A114CCB04D3E}"/>
                    </a:ext>
                  </a:extLst>
                </p14:cNvPr>
                <p14:cNvContentPartPr/>
                <p14:nvPr/>
              </p14:nvContentPartPr>
              <p14:xfrm>
                <a:off x="4530420" y="4531255"/>
                <a:ext cx="10800" cy="29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D7963E-4FFC-ADCC-4D98-A114CCB04D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21420" y="4522255"/>
                  <a:ext cx="28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82BC63-101E-4C62-1B49-8CCC5130EC98}"/>
                    </a:ext>
                  </a:extLst>
                </p14:cNvPr>
                <p14:cNvContentPartPr/>
                <p14:nvPr/>
              </p14:nvContentPartPr>
              <p14:xfrm>
                <a:off x="4672980" y="4576975"/>
                <a:ext cx="194040" cy="95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82BC63-101E-4C62-1B49-8CCC5130EC9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64340" y="4567975"/>
                  <a:ext cx="211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497F0F-F80A-7FA6-DC05-1924D1D0DC7F}"/>
                    </a:ext>
                  </a:extLst>
                </p14:cNvPr>
                <p14:cNvContentPartPr/>
                <p14:nvPr/>
              </p14:nvContentPartPr>
              <p14:xfrm>
                <a:off x="4954140" y="4587415"/>
                <a:ext cx="166320" cy="75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497F0F-F80A-7FA6-DC05-1924D1D0DC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45500" y="4578775"/>
                  <a:ext cx="183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A17711-0B4F-924A-4691-70AE12D284D7}"/>
              </a:ext>
            </a:extLst>
          </p:cNvPr>
          <p:cNvGrpSpPr/>
          <p:nvPr/>
        </p:nvGrpSpPr>
        <p:grpSpPr>
          <a:xfrm>
            <a:off x="5958900" y="4734295"/>
            <a:ext cx="888840" cy="285840"/>
            <a:chOff x="5958900" y="4734295"/>
            <a:chExt cx="8888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4BD2C5-10F9-7C93-9BB5-26804FC47967}"/>
                    </a:ext>
                  </a:extLst>
                </p14:cNvPr>
                <p14:cNvContentPartPr/>
                <p14:nvPr/>
              </p14:nvContentPartPr>
              <p14:xfrm>
                <a:off x="6042780" y="4809895"/>
                <a:ext cx="47160" cy="190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4BD2C5-10F9-7C93-9BB5-26804FC4796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34140" y="4800895"/>
                  <a:ext cx="64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05CB9B4-D511-AA3D-80CB-8B2D122A9ECF}"/>
                    </a:ext>
                  </a:extLst>
                </p14:cNvPr>
                <p14:cNvContentPartPr/>
                <p14:nvPr/>
              </p14:nvContentPartPr>
              <p14:xfrm>
                <a:off x="5958900" y="4770655"/>
                <a:ext cx="235080" cy="249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05CB9B4-D511-AA3D-80CB-8B2D122A9EC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50260" y="4761655"/>
                  <a:ext cx="252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8E536B-2F4F-39E2-F688-A2C47A0676CE}"/>
                    </a:ext>
                  </a:extLst>
                </p14:cNvPr>
                <p14:cNvContentPartPr/>
                <p14:nvPr/>
              </p14:nvContentPartPr>
              <p14:xfrm>
                <a:off x="6296580" y="4847335"/>
                <a:ext cx="53640" cy="132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8E536B-2F4F-39E2-F688-A2C47A0676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87940" y="4838335"/>
                  <a:ext cx="71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7B6DEA-5C35-8DA7-C241-6ED123AB7716}"/>
                    </a:ext>
                  </a:extLst>
                </p14:cNvPr>
                <p14:cNvContentPartPr/>
                <p14:nvPr/>
              </p14:nvContentPartPr>
              <p14:xfrm>
                <a:off x="6161940" y="4758775"/>
                <a:ext cx="244440" cy="36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7B6DEA-5C35-8DA7-C241-6ED123AB771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52940" y="4750135"/>
                  <a:ext cx="262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0A2FE3-C766-56E0-55BC-C2FA8A1294DF}"/>
                    </a:ext>
                  </a:extLst>
                </p14:cNvPr>
                <p14:cNvContentPartPr/>
                <p14:nvPr/>
              </p14:nvContentPartPr>
              <p14:xfrm>
                <a:off x="6468300" y="4816015"/>
                <a:ext cx="47520" cy="119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0A2FE3-C766-56E0-55BC-C2FA8A1294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59300" y="4807015"/>
                  <a:ext cx="65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A3B853-172E-F0BD-1A52-E241A8426EDD}"/>
                    </a:ext>
                  </a:extLst>
                </p14:cNvPr>
                <p14:cNvContentPartPr/>
                <p14:nvPr/>
              </p14:nvContentPartPr>
              <p14:xfrm>
                <a:off x="6457860" y="4734295"/>
                <a:ext cx="134640" cy="56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A3B853-172E-F0BD-1A52-E241A8426ED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8860" y="4725655"/>
                  <a:ext cx="152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E8D703-E745-3953-B1DF-F32D9AF1B437}"/>
                    </a:ext>
                  </a:extLst>
                </p14:cNvPr>
                <p14:cNvContentPartPr/>
                <p14:nvPr/>
              </p14:nvContentPartPr>
              <p14:xfrm>
                <a:off x="6421500" y="4836895"/>
                <a:ext cx="161280" cy="10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E8D703-E745-3953-B1DF-F32D9AF1B43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12500" y="4827895"/>
                  <a:ext cx="178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F1C6B2-8C79-0A85-7A09-9CD8469E7279}"/>
                    </a:ext>
                  </a:extLst>
                </p14:cNvPr>
                <p14:cNvContentPartPr/>
                <p14:nvPr/>
              </p14:nvContentPartPr>
              <p14:xfrm>
                <a:off x="6712380" y="4805575"/>
                <a:ext cx="84240" cy="161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F1C6B2-8C79-0A85-7A09-9CD8469E727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03380" y="4796935"/>
                  <a:ext cx="101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63FA3C-5A04-2B4F-E59A-59C03E552E00}"/>
                    </a:ext>
                  </a:extLst>
                </p14:cNvPr>
                <p14:cNvContentPartPr/>
                <p14:nvPr/>
              </p14:nvContentPartPr>
              <p14:xfrm>
                <a:off x="6621660" y="4768495"/>
                <a:ext cx="226080" cy="2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63FA3C-5A04-2B4F-E59A-59C03E552E0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13020" y="4759495"/>
                  <a:ext cx="2437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3B7B388-41E5-95E4-89ED-772CDF8613FB}"/>
                  </a:ext>
                </a:extLst>
              </p14:cNvPr>
              <p14:cNvContentPartPr/>
              <p14:nvPr/>
            </p14:nvContentPartPr>
            <p14:xfrm>
              <a:off x="7826940" y="4540975"/>
              <a:ext cx="2520" cy="10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3B7B388-41E5-95E4-89ED-772CDF8613F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818300" y="4531975"/>
                <a:ext cx="2016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575FA4EB-7A15-05DD-5BFC-D90DB1A9020E}"/>
              </a:ext>
            </a:extLst>
          </p:cNvPr>
          <p:cNvGrpSpPr/>
          <p:nvPr/>
        </p:nvGrpSpPr>
        <p:grpSpPr>
          <a:xfrm>
            <a:off x="7485660" y="4630255"/>
            <a:ext cx="899640" cy="362880"/>
            <a:chOff x="7485660" y="4630255"/>
            <a:chExt cx="89964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68FAE9-1130-10EF-4965-D35417D3E742}"/>
                    </a:ext>
                  </a:extLst>
                </p14:cNvPr>
                <p14:cNvContentPartPr/>
                <p14:nvPr/>
              </p14:nvContentPartPr>
              <p14:xfrm>
                <a:off x="7485660" y="4821055"/>
                <a:ext cx="188280" cy="17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68FAE9-1130-10EF-4965-D35417D3E74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77020" y="4812415"/>
                  <a:ext cx="205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82D15B-B1CD-526E-AE08-3F361D4AC4B1}"/>
                    </a:ext>
                  </a:extLst>
                </p14:cNvPr>
                <p14:cNvContentPartPr/>
                <p14:nvPr/>
              </p14:nvContentPartPr>
              <p14:xfrm>
                <a:off x="7642980" y="4721335"/>
                <a:ext cx="165960" cy="2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82D15B-B1CD-526E-AE08-3F361D4AC4B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33980" y="4712695"/>
                  <a:ext cx="183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560D8E-BB43-2658-B101-6CAC1BD3BFB0}"/>
                    </a:ext>
                  </a:extLst>
                </p14:cNvPr>
                <p14:cNvContentPartPr/>
                <p14:nvPr/>
              </p14:nvContentPartPr>
              <p14:xfrm>
                <a:off x="7813260" y="4681015"/>
                <a:ext cx="87480" cy="192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560D8E-BB43-2658-B101-6CAC1BD3BFB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04260" y="4672015"/>
                  <a:ext cx="105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F37F85-A460-E0B5-9EE5-7CF123C8C3EB}"/>
                    </a:ext>
                  </a:extLst>
                </p14:cNvPr>
                <p14:cNvContentPartPr/>
                <p14:nvPr/>
              </p14:nvContentPartPr>
              <p14:xfrm>
                <a:off x="7932060" y="4630255"/>
                <a:ext cx="246240" cy="12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F37F85-A460-E0B5-9EE5-7CF123C8C3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3420" y="4621255"/>
                  <a:ext cx="263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047998-CAB1-D33E-9124-74F2913359D1}"/>
                    </a:ext>
                  </a:extLst>
                </p14:cNvPr>
                <p14:cNvContentPartPr/>
                <p14:nvPr/>
              </p14:nvContentPartPr>
              <p14:xfrm>
                <a:off x="8224740" y="4646455"/>
                <a:ext cx="160560" cy="6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047998-CAB1-D33E-9124-74F2913359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15740" y="4637455"/>
                  <a:ext cx="1782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38A5528-07E9-5A20-3D7E-77D7F622118F}"/>
              </a:ext>
            </a:extLst>
          </p:cNvPr>
          <p:cNvGrpSpPr/>
          <p:nvPr/>
        </p:nvGrpSpPr>
        <p:grpSpPr>
          <a:xfrm>
            <a:off x="8613180" y="4697215"/>
            <a:ext cx="1823760" cy="246240"/>
            <a:chOff x="8613180" y="4697215"/>
            <a:chExt cx="182376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398D57-3BFA-D506-4B93-168F6A179DAF}"/>
                    </a:ext>
                  </a:extLst>
                </p14:cNvPr>
                <p14:cNvContentPartPr/>
                <p14:nvPr/>
              </p14:nvContentPartPr>
              <p14:xfrm>
                <a:off x="8613180" y="4820695"/>
                <a:ext cx="171720" cy="103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398D57-3BFA-D506-4B93-168F6A179D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04180" y="4812055"/>
                  <a:ext cx="189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240DCC-C3A1-1138-E254-922815B79E60}"/>
                    </a:ext>
                  </a:extLst>
                </p14:cNvPr>
                <p14:cNvContentPartPr/>
                <p14:nvPr/>
              </p14:nvContentPartPr>
              <p14:xfrm>
                <a:off x="8848260" y="4816375"/>
                <a:ext cx="283320" cy="12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240DCC-C3A1-1138-E254-922815B79E6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39620" y="4807375"/>
                  <a:ext cx="300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B5E5EE4-3C1F-3005-68F3-10049CA32A32}"/>
                    </a:ext>
                  </a:extLst>
                </p14:cNvPr>
                <p14:cNvContentPartPr/>
                <p14:nvPr/>
              </p14:nvContentPartPr>
              <p14:xfrm>
                <a:off x="9268380" y="4743295"/>
                <a:ext cx="64080" cy="195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B5E5EE4-3C1F-3005-68F3-10049CA32A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59740" y="4734295"/>
                  <a:ext cx="81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418F0A-448B-A6F6-4758-07B37D1D6209}"/>
                    </a:ext>
                  </a:extLst>
                </p14:cNvPr>
                <p14:cNvContentPartPr/>
                <p14:nvPr/>
              </p14:nvContentPartPr>
              <p14:xfrm>
                <a:off x="9221580" y="4852375"/>
                <a:ext cx="120240" cy="5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418F0A-448B-A6F6-4758-07B37D1D620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12580" y="4843375"/>
                  <a:ext cx="137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135E75-E3D8-66BD-8A5D-D23228B16F03}"/>
                    </a:ext>
                  </a:extLst>
                </p14:cNvPr>
                <p14:cNvContentPartPr/>
                <p14:nvPr/>
              </p14:nvContentPartPr>
              <p14:xfrm>
                <a:off x="9320580" y="4727815"/>
                <a:ext cx="363600" cy="198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135E75-E3D8-66BD-8A5D-D23228B16F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11580" y="4718815"/>
                  <a:ext cx="381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C1F308-22C4-69A3-EBC3-F7F13B2A5B08}"/>
                    </a:ext>
                  </a:extLst>
                </p14:cNvPr>
                <p14:cNvContentPartPr/>
                <p14:nvPr/>
              </p14:nvContentPartPr>
              <p14:xfrm>
                <a:off x="9798300" y="4697215"/>
                <a:ext cx="146880" cy="213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C1F308-22C4-69A3-EBC3-F7F13B2A5B0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89660" y="4688215"/>
                  <a:ext cx="16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04D113-A9D5-D5FB-1D99-2BF5BCC4329B}"/>
                    </a:ext>
                  </a:extLst>
                </p14:cNvPr>
                <p14:cNvContentPartPr/>
                <p14:nvPr/>
              </p14:nvContentPartPr>
              <p14:xfrm>
                <a:off x="9974700" y="4834375"/>
                <a:ext cx="168480" cy="65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04D113-A9D5-D5FB-1D99-2BF5BCC4329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66060" y="4825375"/>
                  <a:ext cx="186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7FD1E17-2068-6A4A-5FCA-FAE8CC0F9769}"/>
                    </a:ext>
                  </a:extLst>
                </p14:cNvPr>
                <p14:cNvContentPartPr/>
                <p14:nvPr/>
              </p14:nvContentPartPr>
              <p14:xfrm>
                <a:off x="10150380" y="4781095"/>
                <a:ext cx="45360" cy="13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7FD1E17-2068-6A4A-5FCA-FAE8CC0F97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141380" y="4772095"/>
                  <a:ext cx="63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37E737-B775-6495-F7A6-B1BED5B003FD}"/>
                    </a:ext>
                  </a:extLst>
                </p14:cNvPr>
                <p14:cNvContentPartPr/>
                <p14:nvPr/>
              </p14:nvContentPartPr>
              <p14:xfrm>
                <a:off x="10307700" y="4831495"/>
                <a:ext cx="2520" cy="77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37E737-B775-6495-F7A6-B1BED5B003F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298700" y="4822855"/>
                  <a:ext cx="20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37A891-808E-9AF2-8F33-548FFE35E8D5}"/>
                    </a:ext>
                  </a:extLst>
                </p14:cNvPr>
                <p14:cNvContentPartPr/>
                <p14:nvPr/>
              </p14:nvContentPartPr>
              <p14:xfrm>
                <a:off x="10260900" y="4732135"/>
                <a:ext cx="5400" cy="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C37A891-808E-9AF2-8F33-548FFE35E8D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252260" y="4723495"/>
                  <a:ext cx="23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5D75CD-F855-84DD-8102-065F7B605161}"/>
                    </a:ext>
                  </a:extLst>
                </p14:cNvPr>
                <p14:cNvContentPartPr/>
                <p14:nvPr/>
              </p14:nvContentPartPr>
              <p14:xfrm>
                <a:off x="10306980" y="4784335"/>
                <a:ext cx="129960" cy="110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5D75CD-F855-84DD-8102-065F7B6051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97980" y="4775335"/>
                  <a:ext cx="1476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3F27A68-9851-9281-B306-0F38CEB68ECF}"/>
              </a:ext>
            </a:extLst>
          </p:cNvPr>
          <p:cNvGrpSpPr/>
          <p:nvPr/>
        </p:nvGrpSpPr>
        <p:grpSpPr>
          <a:xfrm>
            <a:off x="10637460" y="4665175"/>
            <a:ext cx="1198080" cy="335160"/>
            <a:chOff x="10637460" y="4665175"/>
            <a:chExt cx="119808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49AA6D-6A6C-F4E8-19C3-5E58361F9E25}"/>
                    </a:ext>
                  </a:extLst>
                </p14:cNvPr>
                <p14:cNvContentPartPr/>
                <p14:nvPr/>
              </p14:nvContentPartPr>
              <p14:xfrm>
                <a:off x="10669860" y="4672015"/>
                <a:ext cx="78840" cy="328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49AA6D-6A6C-F4E8-19C3-5E58361F9E2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60860" y="4663375"/>
                  <a:ext cx="964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7E0077-3B59-87EF-3FAA-9F12DF4B578F}"/>
                    </a:ext>
                  </a:extLst>
                </p14:cNvPr>
                <p14:cNvContentPartPr/>
                <p14:nvPr/>
              </p14:nvContentPartPr>
              <p14:xfrm>
                <a:off x="10637460" y="4845535"/>
                <a:ext cx="117360" cy="4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37E0077-3B59-87EF-3FAA-9F12DF4B578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628460" y="4836895"/>
                  <a:ext cx="135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3C0D74-8150-1350-478D-1E099F839806}"/>
                    </a:ext>
                  </a:extLst>
                </p14:cNvPr>
                <p14:cNvContentPartPr/>
                <p14:nvPr/>
              </p14:nvContentPartPr>
              <p14:xfrm>
                <a:off x="10759500" y="4862815"/>
                <a:ext cx="149400" cy="41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3C0D74-8150-1350-478D-1E099F83980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50860" y="4853815"/>
                  <a:ext cx="167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3ABD4C-8FD8-BD61-AA61-24DE24FD3197}"/>
                    </a:ext>
                  </a:extLst>
                </p14:cNvPr>
                <p14:cNvContentPartPr/>
                <p14:nvPr/>
              </p14:nvContentPartPr>
              <p14:xfrm>
                <a:off x="10925820" y="4826455"/>
                <a:ext cx="169200" cy="92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3ABD4C-8FD8-BD61-AA61-24DE24FD319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917180" y="4817455"/>
                  <a:ext cx="186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13D06FB-CB2E-0C28-0CFB-8500A0F9D342}"/>
                    </a:ext>
                  </a:extLst>
                </p14:cNvPr>
                <p14:cNvContentPartPr/>
                <p14:nvPr/>
              </p14:nvContentPartPr>
              <p14:xfrm>
                <a:off x="11145780" y="4836895"/>
                <a:ext cx="103680" cy="63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13D06FB-CB2E-0C28-0CFB-8500A0F9D3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36780" y="4827895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DACC57-817D-48AA-C77E-39B0A54A2412}"/>
                    </a:ext>
                  </a:extLst>
                </p14:cNvPr>
                <p14:cNvContentPartPr/>
                <p14:nvPr/>
              </p14:nvContentPartPr>
              <p14:xfrm>
                <a:off x="11234340" y="4665175"/>
                <a:ext cx="131760" cy="197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DACC57-817D-48AA-C77E-39B0A54A24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25340" y="4656535"/>
                  <a:ext cx="149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B3EAA5-3691-99DB-8016-A614D964FD9D}"/>
                    </a:ext>
                  </a:extLst>
                </p14:cNvPr>
                <p14:cNvContentPartPr/>
                <p14:nvPr/>
              </p14:nvContentPartPr>
              <p14:xfrm>
                <a:off x="11325780" y="4693255"/>
                <a:ext cx="360" cy="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B3EAA5-3691-99DB-8016-A614D964FD9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17140" y="4684255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2D8265-5B3F-1940-0D09-FDACE67D8A5E}"/>
                    </a:ext>
                  </a:extLst>
                </p14:cNvPr>
                <p14:cNvContentPartPr/>
                <p14:nvPr/>
              </p14:nvContentPartPr>
              <p14:xfrm>
                <a:off x="11450340" y="4806655"/>
                <a:ext cx="57600" cy="69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2D8265-5B3F-1940-0D09-FDACE67D8A5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441700" y="4797655"/>
                  <a:ext cx="75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037BF2F-54D1-1AB6-D20B-DAC8C8EB52C1}"/>
                    </a:ext>
                  </a:extLst>
                </p14:cNvPr>
                <p14:cNvContentPartPr/>
                <p14:nvPr/>
              </p14:nvContentPartPr>
              <p14:xfrm>
                <a:off x="11585700" y="4810975"/>
                <a:ext cx="129600" cy="60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037BF2F-54D1-1AB6-D20B-DAC8C8EB52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576700" y="4801975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CA0816-8F5E-0B28-F667-42655C4FFFC1}"/>
                    </a:ext>
                  </a:extLst>
                </p14:cNvPr>
                <p14:cNvContentPartPr/>
                <p14:nvPr/>
              </p14:nvContentPartPr>
              <p14:xfrm>
                <a:off x="11799540" y="4783255"/>
                <a:ext cx="36000" cy="115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CA0816-8F5E-0B28-F667-42655C4FFF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790540" y="4774255"/>
                  <a:ext cx="536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D4F4454-C7F7-B9D8-8F86-1111592FB399}"/>
              </a:ext>
            </a:extLst>
          </p:cNvPr>
          <p:cNvGrpSpPr/>
          <p:nvPr/>
        </p:nvGrpSpPr>
        <p:grpSpPr>
          <a:xfrm>
            <a:off x="1288620" y="5511535"/>
            <a:ext cx="388800" cy="229680"/>
            <a:chOff x="1288620" y="5511535"/>
            <a:chExt cx="38880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0AE822-452D-8589-5FCF-74B3C4A39309}"/>
                    </a:ext>
                  </a:extLst>
                </p14:cNvPr>
                <p14:cNvContentPartPr/>
                <p14:nvPr/>
              </p14:nvContentPartPr>
              <p14:xfrm>
                <a:off x="1495980" y="5511535"/>
                <a:ext cx="30240" cy="126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0AE822-452D-8589-5FCF-74B3C4A3930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87340" y="5502895"/>
                  <a:ext cx="47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776252-52D1-2BA2-6CFE-2DA9A5D5E57A}"/>
                    </a:ext>
                  </a:extLst>
                </p14:cNvPr>
                <p14:cNvContentPartPr/>
                <p14:nvPr/>
              </p14:nvContentPartPr>
              <p14:xfrm>
                <a:off x="1288620" y="5719975"/>
                <a:ext cx="388800" cy="21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776252-52D1-2BA2-6CFE-2DA9A5D5E57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79980" y="5711335"/>
                  <a:ext cx="4064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8498CC2-1F36-6D72-9BE4-3A615D38C446}"/>
              </a:ext>
            </a:extLst>
          </p:cNvPr>
          <p:cNvGrpSpPr/>
          <p:nvPr/>
        </p:nvGrpSpPr>
        <p:grpSpPr>
          <a:xfrm>
            <a:off x="1294740" y="5865415"/>
            <a:ext cx="313560" cy="156960"/>
            <a:chOff x="1294740" y="5865415"/>
            <a:chExt cx="31356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F801FBF-6331-0CB2-8585-CDBCD5F3C63E}"/>
                    </a:ext>
                  </a:extLst>
                </p14:cNvPr>
                <p14:cNvContentPartPr/>
                <p14:nvPr/>
              </p14:nvContentPartPr>
              <p14:xfrm>
                <a:off x="1294740" y="5890975"/>
                <a:ext cx="175680" cy="131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F801FBF-6331-0CB2-8585-CDBCD5F3C6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85740" y="5882335"/>
                  <a:ext cx="193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B2A455-0092-57B8-6A7F-8D59E5134301}"/>
                    </a:ext>
                  </a:extLst>
                </p14:cNvPr>
                <p14:cNvContentPartPr/>
                <p14:nvPr/>
              </p14:nvContentPartPr>
              <p14:xfrm>
                <a:off x="1511820" y="5917615"/>
                <a:ext cx="32760" cy="65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B2A455-0092-57B8-6A7F-8D59E513430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02820" y="5908615"/>
                  <a:ext cx="50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01354E-E89E-C063-AE99-469306DD1464}"/>
                    </a:ext>
                  </a:extLst>
                </p14:cNvPr>
                <p14:cNvContentPartPr/>
                <p14:nvPr/>
              </p14:nvContentPartPr>
              <p14:xfrm>
                <a:off x="1558620" y="5917615"/>
                <a:ext cx="49680" cy="78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01354E-E89E-C063-AE99-469306DD146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49620" y="5908615"/>
                  <a:ext cx="67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C8B9B99-688B-AA99-5F99-C35BE0E52271}"/>
                    </a:ext>
                  </a:extLst>
                </p14:cNvPr>
                <p14:cNvContentPartPr/>
                <p14:nvPr/>
              </p14:nvContentPartPr>
              <p14:xfrm>
                <a:off x="1431180" y="5865415"/>
                <a:ext cx="169200" cy="26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C8B9B99-688B-AA99-5F99-C35BE0E5227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22540" y="5856415"/>
                  <a:ext cx="18684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22510BE-25F5-2978-C383-A3C87CF8FB5B}"/>
              </a:ext>
            </a:extLst>
          </p:cNvPr>
          <p:cNvGrpSpPr/>
          <p:nvPr/>
        </p:nvGrpSpPr>
        <p:grpSpPr>
          <a:xfrm>
            <a:off x="2395980" y="6155215"/>
            <a:ext cx="244800" cy="198360"/>
            <a:chOff x="2395980" y="6155215"/>
            <a:chExt cx="24480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A9A4C3C-BF1D-AD8C-0B58-09DED14F1004}"/>
                    </a:ext>
                  </a:extLst>
                </p14:cNvPr>
                <p14:cNvContentPartPr/>
                <p14:nvPr/>
              </p14:nvContentPartPr>
              <p14:xfrm>
                <a:off x="2441700" y="6163135"/>
                <a:ext cx="199080" cy="190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A9A4C3C-BF1D-AD8C-0B58-09DED14F100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32700" y="6154495"/>
                  <a:ext cx="216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425ABD-361C-987A-BC83-F63E96E101C7}"/>
                    </a:ext>
                  </a:extLst>
                </p14:cNvPr>
                <p14:cNvContentPartPr/>
                <p14:nvPr/>
              </p14:nvContentPartPr>
              <p14:xfrm>
                <a:off x="2395980" y="6155215"/>
                <a:ext cx="120960" cy="74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425ABD-361C-987A-BC83-F63E96E101C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386980" y="6146215"/>
                  <a:ext cx="13860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40AB793-2B0C-CF8F-94A6-691FAB35DD9F}"/>
              </a:ext>
            </a:extLst>
          </p:cNvPr>
          <p:cNvGrpSpPr/>
          <p:nvPr/>
        </p:nvGrpSpPr>
        <p:grpSpPr>
          <a:xfrm>
            <a:off x="2847420" y="6291655"/>
            <a:ext cx="1341000" cy="313560"/>
            <a:chOff x="2847420" y="6291655"/>
            <a:chExt cx="134100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B041DE-40E3-BCEB-D006-4830C541317A}"/>
                    </a:ext>
                  </a:extLst>
                </p14:cNvPr>
                <p14:cNvContentPartPr/>
                <p14:nvPr/>
              </p14:nvContentPartPr>
              <p14:xfrm>
                <a:off x="2847420" y="6374455"/>
                <a:ext cx="82800" cy="99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B041DE-40E3-BCEB-D006-4830C541317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38780" y="6365455"/>
                  <a:ext cx="100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9C7EE9-1B67-5F7E-F4F3-9269543AB089}"/>
                    </a:ext>
                  </a:extLst>
                </p14:cNvPr>
                <p14:cNvContentPartPr/>
                <p14:nvPr/>
              </p14:nvContentPartPr>
              <p14:xfrm>
                <a:off x="2975220" y="6376255"/>
                <a:ext cx="105120" cy="82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9C7EE9-1B67-5F7E-F4F3-9269543AB08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66580" y="6367255"/>
                  <a:ext cx="122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39C22B-3FBC-7D4B-68A2-E99611F0402D}"/>
                    </a:ext>
                  </a:extLst>
                </p14:cNvPr>
                <p14:cNvContentPartPr/>
                <p14:nvPr/>
              </p14:nvContentPartPr>
              <p14:xfrm>
                <a:off x="3127500" y="6415495"/>
                <a:ext cx="147240" cy="3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39C22B-3FBC-7D4B-68A2-E99611F0402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118500" y="6406855"/>
                  <a:ext cx="16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C8ED57C-2ABE-4D7A-4112-F83BD5E5E3BD}"/>
                    </a:ext>
                  </a:extLst>
                </p14:cNvPr>
                <p14:cNvContentPartPr/>
                <p14:nvPr/>
              </p14:nvContentPartPr>
              <p14:xfrm>
                <a:off x="3218220" y="6291655"/>
                <a:ext cx="117000" cy="160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C8ED57C-2ABE-4D7A-4112-F83BD5E5E3B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09580" y="6282655"/>
                  <a:ext cx="134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3D7E272-EDF2-B470-CD42-B55FB2615176}"/>
                    </a:ext>
                  </a:extLst>
                </p14:cNvPr>
                <p14:cNvContentPartPr/>
                <p14:nvPr/>
              </p14:nvContentPartPr>
              <p14:xfrm>
                <a:off x="3407940" y="6416215"/>
                <a:ext cx="38880" cy="35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3D7E272-EDF2-B470-CD42-B55FB261517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99300" y="6407215"/>
                  <a:ext cx="56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A9029A5-7723-A8DC-E784-E2E43A6A15AE}"/>
                    </a:ext>
                  </a:extLst>
                </p14:cNvPr>
                <p14:cNvContentPartPr/>
                <p14:nvPr/>
              </p14:nvContentPartPr>
              <p14:xfrm>
                <a:off x="3340620" y="6301735"/>
                <a:ext cx="45360" cy="11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A9029A5-7723-A8DC-E784-E2E43A6A15A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31620" y="6293095"/>
                  <a:ext cx="63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F75B07C-81BB-34D9-AD38-6E66BFB47ECA}"/>
                    </a:ext>
                  </a:extLst>
                </p14:cNvPr>
                <p14:cNvContentPartPr/>
                <p14:nvPr/>
              </p14:nvContentPartPr>
              <p14:xfrm>
                <a:off x="3547620" y="6388135"/>
                <a:ext cx="95040" cy="217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F75B07C-81BB-34D9-AD38-6E66BFB47EC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38620" y="6379495"/>
                  <a:ext cx="112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4C7D5A-FFEE-24C8-7447-BE1B0F525B24}"/>
                    </a:ext>
                  </a:extLst>
                </p14:cNvPr>
                <p14:cNvContentPartPr/>
                <p14:nvPr/>
              </p14:nvContentPartPr>
              <p14:xfrm>
                <a:off x="3652380" y="6420175"/>
                <a:ext cx="119520" cy="43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4C7D5A-FFEE-24C8-7447-BE1B0F525B2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643380" y="6411175"/>
                  <a:ext cx="137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36A690-03ED-7963-6DAE-733EBA22961F}"/>
                    </a:ext>
                  </a:extLst>
                </p14:cNvPr>
                <p14:cNvContentPartPr/>
                <p14:nvPr/>
              </p14:nvContentPartPr>
              <p14:xfrm>
                <a:off x="3824100" y="6375175"/>
                <a:ext cx="67320" cy="82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36A690-03ED-7963-6DAE-733EBA22961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815100" y="6366535"/>
                  <a:ext cx="84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5BFCC1C-F121-5D6B-A9AD-E5F02B59A983}"/>
                    </a:ext>
                  </a:extLst>
                </p14:cNvPr>
                <p14:cNvContentPartPr/>
                <p14:nvPr/>
              </p14:nvContentPartPr>
              <p14:xfrm>
                <a:off x="3927420" y="6383455"/>
                <a:ext cx="96120" cy="48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5BFCC1C-F121-5D6B-A9AD-E5F02B59A9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18780" y="6374455"/>
                  <a:ext cx="113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5D0CAB-07B6-F0D7-AC01-2CFA74E1AFC2}"/>
                    </a:ext>
                  </a:extLst>
                </p14:cNvPr>
                <p14:cNvContentPartPr/>
                <p14:nvPr/>
              </p14:nvContentPartPr>
              <p14:xfrm>
                <a:off x="4058820" y="6363295"/>
                <a:ext cx="129600" cy="89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5D0CAB-07B6-F0D7-AC01-2CFA74E1AF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50180" y="6354655"/>
                  <a:ext cx="14724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82BBBA1-05C2-6BDB-0F74-712B37A50473}"/>
              </a:ext>
            </a:extLst>
          </p:cNvPr>
          <p:cNvGrpSpPr/>
          <p:nvPr/>
        </p:nvGrpSpPr>
        <p:grpSpPr>
          <a:xfrm>
            <a:off x="1949940" y="5475175"/>
            <a:ext cx="303840" cy="671760"/>
            <a:chOff x="1949940" y="5475175"/>
            <a:chExt cx="30384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362CA7-3383-0177-4F56-427E1B212735}"/>
                    </a:ext>
                  </a:extLst>
                </p14:cNvPr>
                <p14:cNvContentPartPr/>
                <p14:nvPr/>
              </p14:nvContentPartPr>
              <p14:xfrm>
                <a:off x="1973340" y="5475175"/>
                <a:ext cx="122760" cy="500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362CA7-3383-0177-4F56-427E1B21273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964700" y="5466535"/>
                  <a:ext cx="1404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E849B63-9271-FF88-4901-103E800BFE40}"/>
                    </a:ext>
                  </a:extLst>
                </p14:cNvPr>
                <p14:cNvContentPartPr/>
                <p14:nvPr/>
              </p14:nvContentPartPr>
              <p14:xfrm>
                <a:off x="2150820" y="6034615"/>
                <a:ext cx="40320" cy="10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E849B63-9271-FF88-4901-103E800BFE4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41820" y="6025615"/>
                  <a:ext cx="57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A86B296-4902-3B6B-8209-AC6EE82E0491}"/>
                    </a:ext>
                  </a:extLst>
                </p14:cNvPr>
                <p14:cNvContentPartPr/>
                <p14:nvPr/>
              </p14:nvContentPartPr>
              <p14:xfrm>
                <a:off x="2218140" y="6042175"/>
                <a:ext cx="24120" cy="89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A86B296-4902-3B6B-8209-AC6EE82E049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209500" y="6033175"/>
                  <a:ext cx="41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6DB224-E239-B619-0198-335235FF8AB4}"/>
                    </a:ext>
                  </a:extLst>
                </p14:cNvPr>
                <p14:cNvContentPartPr/>
                <p14:nvPr/>
              </p14:nvContentPartPr>
              <p14:xfrm>
                <a:off x="2064420" y="5989975"/>
                <a:ext cx="189360" cy="1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6DB224-E239-B619-0198-335235FF8A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55420" y="5980975"/>
                  <a:ext cx="207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356478-14DB-8B16-3384-17A93F3996BA}"/>
                    </a:ext>
                  </a:extLst>
                </p14:cNvPr>
                <p14:cNvContentPartPr/>
                <p14:nvPr/>
              </p14:nvContentPartPr>
              <p14:xfrm>
                <a:off x="1949940" y="6056575"/>
                <a:ext cx="141840" cy="90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356478-14DB-8B16-3384-17A93F3996B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41300" y="6047575"/>
                  <a:ext cx="1594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6C3856-AB5E-7B6B-3924-15A01E78DF1A}"/>
              </a:ext>
            </a:extLst>
          </p:cNvPr>
          <p:cNvGrpSpPr/>
          <p:nvPr/>
        </p:nvGrpSpPr>
        <p:grpSpPr>
          <a:xfrm>
            <a:off x="4410900" y="6137215"/>
            <a:ext cx="2865960" cy="414720"/>
            <a:chOff x="4410900" y="6137215"/>
            <a:chExt cx="286596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B35DCB-8CAA-AA17-EE19-CC07F773ECDD}"/>
                    </a:ext>
                  </a:extLst>
                </p14:cNvPr>
                <p14:cNvContentPartPr/>
                <p14:nvPr/>
              </p14:nvContentPartPr>
              <p14:xfrm>
                <a:off x="4436820" y="6400735"/>
                <a:ext cx="53280" cy="52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B35DCB-8CAA-AA17-EE19-CC07F773EC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427820" y="6391735"/>
                  <a:ext cx="70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2B8AFE-3DA5-7D2B-2843-8B30A92E7D76}"/>
                    </a:ext>
                  </a:extLst>
                </p14:cNvPr>
                <p14:cNvContentPartPr/>
                <p14:nvPr/>
              </p14:nvContentPartPr>
              <p14:xfrm>
                <a:off x="4410900" y="6286255"/>
                <a:ext cx="9000" cy="19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2B8AFE-3DA5-7D2B-2843-8B30A92E7D7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01900" y="6277615"/>
                  <a:ext cx="26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3D74787-7788-E9F7-A823-33EEBB59101E}"/>
                    </a:ext>
                  </a:extLst>
                </p14:cNvPr>
                <p14:cNvContentPartPr/>
                <p14:nvPr/>
              </p14:nvContentPartPr>
              <p14:xfrm>
                <a:off x="4535460" y="6390295"/>
                <a:ext cx="144360" cy="30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3D74787-7788-E9F7-A823-33EEBB59101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26460" y="6381655"/>
                  <a:ext cx="162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D22D30-8E7C-D128-C8F2-586F588DD615}"/>
                    </a:ext>
                  </a:extLst>
                </p14:cNvPr>
                <p14:cNvContentPartPr/>
                <p14:nvPr/>
              </p14:nvContentPartPr>
              <p14:xfrm>
                <a:off x="4722660" y="6244855"/>
                <a:ext cx="83880" cy="193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D22D30-8E7C-D128-C8F2-586F588DD61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13660" y="6235855"/>
                  <a:ext cx="101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7790B7-7698-7FFB-F848-6C3481FA6735}"/>
                    </a:ext>
                  </a:extLst>
                </p14:cNvPr>
                <p14:cNvContentPartPr/>
                <p14:nvPr/>
              </p14:nvContentPartPr>
              <p14:xfrm>
                <a:off x="4722660" y="6324775"/>
                <a:ext cx="302400" cy="10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7790B7-7698-7FFB-F848-6C3481FA673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13660" y="6315775"/>
                  <a:ext cx="3200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038C6B-BC28-1BAE-BF19-B8A77951FD63}"/>
                    </a:ext>
                  </a:extLst>
                </p14:cNvPr>
                <p14:cNvContentPartPr/>
                <p14:nvPr/>
              </p14:nvContentPartPr>
              <p14:xfrm>
                <a:off x="5091300" y="6331255"/>
                <a:ext cx="89280" cy="87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038C6B-BC28-1BAE-BF19-B8A77951FD6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82660" y="6322255"/>
                  <a:ext cx="106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ABA1FEE-27E3-C63D-F6EC-FE2558C1048F}"/>
                    </a:ext>
                  </a:extLst>
                </p14:cNvPr>
                <p14:cNvContentPartPr/>
                <p14:nvPr/>
              </p14:nvContentPartPr>
              <p14:xfrm>
                <a:off x="5216580" y="6183295"/>
                <a:ext cx="266760" cy="236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ABA1FEE-27E3-C63D-F6EC-FE2558C1048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07580" y="6174295"/>
                  <a:ext cx="284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848B0B-D9BC-32E8-18C8-FFE54E0F70D2}"/>
                    </a:ext>
                  </a:extLst>
                </p14:cNvPr>
                <p14:cNvContentPartPr/>
                <p14:nvPr/>
              </p14:nvContentPartPr>
              <p14:xfrm>
                <a:off x="5616540" y="6353575"/>
                <a:ext cx="109080" cy="8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848B0B-D9BC-32E8-18C8-FFE54E0F70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607900" y="634493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C76B5D0-34F7-A12D-B773-B910A89A001D}"/>
                    </a:ext>
                  </a:extLst>
                </p14:cNvPr>
                <p14:cNvContentPartPr/>
                <p14:nvPr/>
              </p14:nvContentPartPr>
              <p14:xfrm>
                <a:off x="5722020" y="6187255"/>
                <a:ext cx="137160" cy="364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C76B5D0-34F7-A12D-B773-B910A89A001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13020" y="6178255"/>
                  <a:ext cx="154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FCEAA0F-FC9C-1B07-5AFD-9AF8156C12F3}"/>
                    </a:ext>
                  </a:extLst>
                </p14:cNvPr>
                <p14:cNvContentPartPr/>
                <p14:nvPr/>
              </p14:nvContentPartPr>
              <p14:xfrm>
                <a:off x="5988780" y="6162415"/>
                <a:ext cx="442440" cy="243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FCEAA0F-FC9C-1B07-5AFD-9AF8156C12F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80140" y="6153775"/>
                  <a:ext cx="460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CB421C-586F-42D8-D19C-50878B1039DA}"/>
                    </a:ext>
                  </a:extLst>
                </p14:cNvPr>
                <p14:cNvContentPartPr/>
                <p14:nvPr/>
              </p14:nvContentPartPr>
              <p14:xfrm>
                <a:off x="6529500" y="6335935"/>
                <a:ext cx="103320" cy="173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CB421C-586F-42D8-D19C-50878B1039D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20860" y="6327295"/>
                  <a:ext cx="120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58F380-BFA0-C6E5-121D-D7190EA4E9F5}"/>
                    </a:ext>
                  </a:extLst>
                </p14:cNvPr>
                <p14:cNvContentPartPr/>
                <p14:nvPr/>
              </p14:nvContentPartPr>
              <p14:xfrm>
                <a:off x="6634260" y="6137215"/>
                <a:ext cx="285480" cy="242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58F380-BFA0-C6E5-121D-D7190EA4E9F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25620" y="6128575"/>
                  <a:ext cx="303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21877D-A715-CF84-BB17-C6E80816EA27}"/>
                    </a:ext>
                  </a:extLst>
                </p14:cNvPr>
                <p14:cNvContentPartPr/>
                <p14:nvPr/>
              </p14:nvContentPartPr>
              <p14:xfrm>
                <a:off x="7148700" y="6296695"/>
                <a:ext cx="71640" cy="135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21877D-A715-CF84-BB17-C6E80816EA2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140060" y="6288055"/>
                  <a:ext cx="89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526E78-044A-120F-46E7-FFF21EFE4921}"/>
                    </a:ext>
                  </a:extLst>
                </p14:cNvPr>
                <p14:cNvContentPartPr/>
                <p14:nvPr/>
              </p14:nvContentPartPr>
              <p14:xfrm>
                <a:off x="7210980" y="6322615"/>
                <a:ext cx="65880" cy="92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526E78-044A-120F-46E7-FFF21EFE492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02340" y="6313975"/>
                  <a:ext cx="83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841E15-D949-9F53-F092-484D5550D08A}"/>
                    </a:ext>
                  </a:extLst>
                </p14:cNvPr>
                <p14:cNvContentPartPr/>
                <p14:nvPr/>
              </p14:nvContentPartPr>
              <p14:xfrm>
                <a:off x="7115220" y="6283375"/>
                <a:ext cx="127440" cy="15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841E15-D949-9F53-F092-484D5550D08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06220" y="6274735"/>
                  <a:ext cx="145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48A9BD-AC6D-0235-FAC8-AAB4503134AB}"/>
                    </a:ext>
                  </a:extLst>
                </p14:cNvPr>
                <p14:cNvContentPartPr/>
                <p14:nvPr/>
              </p14:nvContentPartPr>
              <p14:xfrm>
                <a:off x="6987780" y="6317575"/>
                <a:ext cx="145080" cy="109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48A9BD-AC6D-0235-FAC8-AAB4503134A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78780" y="6308575"/>
                  <a:ext cx="1627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486231B-9385-BCBD-F51A-AD8271A927FD}"/>
              </a:ext>
            </a:extLst>
          </p:cNvPr>
          <p:cNvGrpSpPr/>
          <p:nvPr/>
        </p:nvGrpSpPr>
        <p:grpSpPr>
          <a:xfrm>
            <a:off x="2432700" y="5454655"/>
            <a:ext cx="1018440" cy="432720"/>
            <a:chOff x="2432700" y="5454655"/>
            <a:chExt cx="101844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4AA56D2-64F9-6B45-BD5E-8E1B580299A4}"/>
                    </a:ext>
                  </a:extLst>
                </p14:cNvPr>
                <p14:cNvContentPartPr/>
                <p14:nvPr/>
              </p14:nvContentPartPr>
              <p14:xfrm>
                <a:off x="2432700" y="5614135"/>
                <a:ext cx="197280" cy="238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4AA56D2-64F9-6B45-BD5E-8E1B580299A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23700" y="5605495"/>
                  <a:ext cx="2149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278A66-C5C0-B7BB-3B1A-F675C11AE203}"/>
                    </a:ext>
                  </a:extLst>
                </p14:cNvPr>
                <p14:cNvContentPartPr/>
                <p14:nvPr/>
              </p14:nvContentPartPr>
              <p14:xfrm>
                <a:off x="2480940" y="5603695"/>
                <a:ext cx="80280" cy="248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278A66-C5C0-B7BB-3B1A-F675C11AE20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472300" y="5595055"/>
                  <a:ext cx="97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38738B3-3F82-840E-2CE2-226355168729}"/>
                    </a:ext>
                  </a:extLst>
                </p14:cNvPr>
                <p14:cNvContentPartPr/>
                <p14:nvPr/>
              </p14:nvContentPartPr>
              <p14:xfrm>
                <a:off x="2680020" y="5559055"/>
                <a:ext cx="109800" cy="328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38738B3-3F82-840E-2CE2-22635516872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671380" y="5550055"/>
                  <a:ext cx="1274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1A820AA-F80B-1FBB-A2E8-ED5C551F96A7}"/>
                    </a:ext>
                  </a:extLst>
                </p14:cNvPr>
                <p14:cNvContentPartPr/>
                <p14:nvPr/>
              </p14:nvContentPartPr>
              <p14:xfrm>
                <a:off x="2820780" y="5727535"/>
                <a:ext cx="125640" cy="154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1A820AA-F80B-1FBB-A2E8-ED5C551F96A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812140" y="5718535"/>
                  <a:ext cx="143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7179132-3C30-0EA4-74D9-36B23025F249}"/>
                    </a:ext>
                  </a:extLst>
                </p14:cNvPr>
                <p14:cNvContentPartPr/>
                <p14:nvPr/>
              </p14:nvContentPartPr>
              <p14:xfrm>
                <a:off x="2997540" y="5599735"/>
                <a:ext cx="73800" cy="178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7179132-3C30-0EA4-74D9-36B23025F24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988540" y="5591095"/>
                  <a:ext cx="91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A02DF2-D2D3-35D7-D312-BE94E354242F}"/>
                    </a:ext>
                  </a:extLst>
                </p14:cNvPr>
                <p14:cNvContentPartPr/>
                <p14:nvPr/>
              </p14:nvContentPartPr>
              <p14:xfrm>
                <a:off x="2950740" y="5460415"/>
                <a:ext cx="11520" cy="29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A02DF2-D2D3-35D7-D312-BE94E354242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42100" y="5451415"/>
                  <a:ext cx="29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82EB05-0BFD-4BDD-1199-F265EE4B498F}"/>
                    </a:ext>
                  </a:extLst>
                </p14:cNvPr>
                <p14:cNvContentPartPr/>
                <p14:nvPr/>
              </p14:nvContentPartPr>
              <p14:xfrm>
                <a:off x="3059820" y="5488855"/>
                <a:ext cx="172440" cy="111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82EB05-0BFD-4BDD-1199-F265EE4B498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51180" y="5479855"/>
                  <a:ext cx="190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0DB76E-4428-7B4C-E926-09BE3D4216BD}"/>
                    </a:ext>
                  </a:extLst>
                </p14:cNvPr>
                <p14:cNvContentPartPr/>
                <p14:nvPr/>
              </p14:nvContentPartPr>
              <p14:xfrm>
                <a:off x="3298860" y="5454655"/>
                <a:ext cx="152280" cy="402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0DB76E-4428-7B4C-E926-09BE3D4216B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90220" y="5445655"/>
                  <a:ext cx="16992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4E1502E-CDF6-56E4-A68D-608526AA1588}"/>
              </a:ext>
            </a:extLst>
          </p:cNvPr>
          <p:cNvGrpSpPr/>
          <p:nvPr/>
        </p:nvGrpSpPr>
        <p:grpSpPr>
          <a:xfrm>
            <a:off x="3645540" y="5391655"/>
            <a:ext cx="763200" cy="432720"/>
            <a:chOff x="3645540" y="5391655"/>
            <a:chExt cx="7632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9A1193-2B22-ABF5-2BBF-50E4974CF5C5}"/>
                    </a:ext>
                  </a:extLst>
                </p14:cNvPr>
                <p14:cNvContentPartPr/>
                <p14:nvPr/>
              </p14:nvContentPartPr>
              <p14:xfrm>
                <a:off x="3645540" y="5703055"/>
                <a:ext cx="168120" cy="121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9A1193-2B22-ABF5-2BBF-50E4974CF5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636540" y="5694415"/>
                  <a:ext cx="185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94A636-FE8F-816B-4434-1780DCA16162}"/>
                    </a:ext>
                  </a:extLst>
                </p14:cNvPr>
                <p14:cNvContentPartPr/>
                <p14:nvPr/>
              </p14:nvContentPartPr>
              <p14:xfrm>
                <a:off x="3860820" y="5543215"/>
                <a:ext cx="104400" cy="183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94A636-FE8F-816B-4434-1780DCA1616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852180" y="5534575"/>
                  <a:ext cx="122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6AA3F36-8F6E-5C9B-42BD-0ED297AE037D}"/>
                    </a:ext>
                  </a:extLst>
                </p14:cNvPr>
                <p14:cNvContentPartPr/>
                <p14:nvPr/>
              </p14:nvContentPartPr>
              <p14:xfrm>
                <a:off x="3834180" y="5391655"/>
                <a:ext cx="10440" cy="1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6AA3F36-8F6E-5C9B-42BD-0ED297AE037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825180" y="5382655"/>
                  <a:ext cx="28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511DBE-3864-D4B2-D3F1-8B4A5BD3DFAB}"/>
                    </a:ext>
                  </a:extLst>
                </p14:cNvPr>
                <p14:cNvContentPartPr/>
                <p14:nvPr/>
              </p14:nvContentPartPr>
              <p14:xfrm>
                <a:off x="3948300" y="5446015"/>
                <a:ext cx="230040" cy="133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511DBE-3864-D4B2-D3F1-8B4A5BD3DFA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39660" y="5437375"/>
                  <a:ext cx="247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CBA3943-8C5C-3CD8-5579-ACD6C8A121A7}"/>
                    </a:ext>
                  </a:extLst>
                </p14:cNvPr>
                <p14:cNvContentPartPr/>
                <p14:nvPr/>
              </p14:nvContentPartPr>
              <p14:xfrm>
                <a:off x="4254660" y="5444935"/>
                <a:ext cx="154080" cy="80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CBA3943-8C5C-3CD8-5579-ACD6C8A121A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246020" y="5436295"/>
                  <a:ext cx="1717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1DD1C15-4292-1E48-C255-33953694D51A}"/>
              </a:ext>
            </a:extLst>
          </p:cNvPr>
          <p:cNvGrpSpPr/>
          <p:nvPr/>
        </p:nvGrpSpPr>
        <p:grpSpPr>
          <a:xfrm>
            <a:off x="5058916" y="5579690"/>
            <a:ext cx="847440" cy="307800"/>
            <a:chOff x="5058916" y="5579690"/>
            <a:chExt cx="84744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32AFB48-C79B-E9B1-76F8-FD583FAD94F0}"/>
                    </a:ext>
                  </a:extLst>
                </p14:cNvPr>
                <p14:cNvContentPartPr/>
                <p14:nvPr/>
              </p14:nvContentPartPr>
              <p14:xfrm>
                <a:off x="5081596" y="5811170"/>
                <a:ext cx="122760" cy="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32AFB48-C79B-E9B1-76F8-FD583FAD94F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72596" y="5802170"/>
                  <a:ext cx="140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AECF3F5-B25D-A0E3-F88F-01E1FC21416D}"/>
                    </a:ext>
                  </a:extLst>
                </p14:cNvPr>
                <p14:cNvContentPartPr/>
                <p14:nvPr/>
              </p14:nvContentPartPr>
              <p14:xfrm>
                <a:off x="5058916" y="5739530"/>
                <a:ext cx="12420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AECF3F5-B25D-A0E3-F88F-01E1FC21416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050276" y="5730530"/>
                  <a:ext cx="141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A19C670-191D-814D-368B-0C426800F6B5}"/>
                    </a:ext>
                  </a:extLst>
                </p14:cNvPr>
                <p14:cNvContentPartPr/>
                <p14:nvPr/>
              </p14:nvContentPartPr>
              <p14:xfrm>
                <a:off x="5338636" y="5728370"/>
                <a:ext cx="154080" cy="126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A19C670-191D-814D-368B-0C426800F6B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329636" y="5719370"/>
                  <a:ext cx="171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3296E25-0EB4-2AA9-67AB-07F927012A21}"/>
                    </a:ext>
                  </a:extLst>
                </p14:cNvPr>
                <p14:cNvContentPartPr/>
                <p14:nvPr/>
              </p14:nvContentPartPr>
              <p14:xfrm>
                <a:off x="5397316" y="5733050"/>
                <a:ext cx="66240" cy="137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3296E25-0EB4-2AA9-67AB-07F927012A2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88676" y="5724050"/>
                  <a:ext cx="83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0FB7FE2-0B49-84E5-2863-D2FEB0E2C652}"/>
                    </a:ext>
                  </a:extLst>
                </p14:cNvPr>
                <p14:cNvContentPartPr/>
                <p14:nvPr/>
              </p14:nvContentPartPr>
              <p14:xfrm>
                <a:off x="5535556" y="5622170"/>
                <a:ext cx="100800" cy="249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0FB7FE2-0B49-84E5-2863-D2FEB0E2C65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526916" y="5613530"/>
                  <a:ext cx="118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D93140-635F-8043-641D-B326548D0A61}"/>
                    </a:ext>
                  </a:extLst>
                </p14:cNvPr>
                <p14:cNvContentPartPr/>
                <p14:nvPr/>
              </p14:nvContentPartPr>
              <p14:xfrm>
                <a:off x="5660836" y="5776610"/>
                <a:ext cx="135720" cy="71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D93140-635F-8043-641D-B326548D0A6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651836" y="5767970"/>
                  <a:ext cx="153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6E243A-D6D6-A054-87A0-8CA7C8FA7B4A}"/>
                    </a:ext>
                  </a:extLst>
                </p14:cNvPr>
                <p14:cNvContentPartPr/>
                <p14:nvPr/>
              </p14:nvContentPartPr>
              <p14:xfrm>
                <a:off x="5749036" y="5579690"/>
                <a:ext cx="157320" cy="30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6E243A-D6D6-A054-87A0-8CA7C8FA7B4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740396" y="5570690"/>
                  <a:ext cx="17496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A0CE19A-5439-1000-F2DC-F4B270E6FD91}"/>
              </a:ext>
            </a:extLst>
          </p:cNvPr>
          <p:cNvGrpSpPr/>
          <p:nvPr/>
        </p:nvGrpSpPr>
        <p:grpSpPr>
          <a:xfrm>
            <a:off x="6466156" y="5635130"/>
            <a:ext cx="929520" cy="220680"/>
            <a:chOff x="6466156" y="5635130"/>
            <a:chExt cx="92952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5FAAE5-D6F8-0905-7C54-E2872410D6ED}"/>
                    </a:ext>
                  </a:extLst>
                </p14:cNvPr>
                <p14:cNvContentPartPr/>
                <p14:nvPr/>
              </p14:nvContentPartPr>
              <p14:xfrm>
                <a:off x="6523396" y="5775530"/>
                <a:ext cx="30600" cy="76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5FAAE5-D6F8-0905-7C54-E2872410D6E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14396" y="5766890"/>
                  <a:ext cx="48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7EBDB9F-6D08-290B-FD17-DBB7190AFFB8}"/>
                    </a:ext>
                  </a:extLst>
                </p14:cNvPr>
                <p14:cNvContentPartPr/>
                <p14:nvPr/>
              </p14:nvContentPartPr>
              <p14:xfrm>
                <a:off x="6466156" y="5635130"/>
                <a:ext cx="9720" cy="1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7EBDB9F-6D08-290B-FD17-DBB7190AFFB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457156" y="5626490"/>
                  <a:ext cx="2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841343C-7976-72DB-331C-FD9F2F42C782}"/>
                    </a:ext>
                  </a:extLst>
                </p14:cNvPr>
                <p14:cNvContentPartPr/>
                <p14:nvPr/>
              </p14:nvContentPartPr>
              <p14:xfrm>
                <a:off x="6580996" y="5756090"/>
                <a:ext cx="149760" cy="99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841343C-7976-72DB-331C-FD9F2F42C78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571996" y="5747090"/>
                  <a:ext cx="167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BDFA9AC-C880-2657-A248-53D84A00B740}"/>
                    </a:ext>
                  </a:extLst>
                </p14:cNvPr>
                <p14:cNvContentPartPr/>
                <p14:nvPr/>
              </p14:nvContentPartPr>
              <p14:xfrm>
                <a:off x="6720676" y="5672930"/>
                <a:ext cx="114120" cy="127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BDFA9AC-C880-2657-A248-53D84A00B74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11676" y="5663930"/>
                  <a:ext cx="131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F4E7C5-A534-CBF9-EFF6-FF4FA5FFA0FD}"/>
                    </a:ext>
                  </a:extLst>
                </p14:cNvPr>
                <p14:cNvContentPartPr/>
                <p14:nvPr/>
              </p14:nvContentPartPr>
              <p14:xfrm>
                <a:off x="6924076" y="5723690"/>
                <a:ext cx="167040" cy="95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F4E7C5-A534-CBF9-EFF6-FF4FA5FFA0F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915436" y="5714690"/>
                  <a:ext cx="184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16A4D98-A1C4-3FD0-5F10-A70F64A4E67F}"/>
                    </a:ext>
                  </a:extLst>
                </p14:cNvPr>
                <p14:cNvContentPartPr/>
                <p14:nvPr/>
              </p14:nvContentPartPr>
              <p14:xfrm>
                <a:off x="7170316" y="5719730"/>
                <a:ext cx="225360" cy="124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16A4D98-A1C4-3FD0-5F10-A70F64A4E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61676" y="5711090"/>
                  <a:ext cx="243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5195E3-EB70-EF12-A298-A97D23A25442}"/>
              </a:ext>
            </a:extLst>
          </p:cNvPr>
          <p:cNvGrpSpPr/>
          <p:nvPr/>
        </p:nvGrpSpPr>
        <p:grpSpPr>
          <a:xfrm>
            <a:off x="4431420" y="5586415"/>
            <a:ext cx="423000" cy="247680"/>
            <a:chOff x="4431420" y="5586415"/>
            <a:chExt cx="4230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75DE13-F3A7-A2DC-81E7-A6FD77381EA2}"/>
                    </a:ext>
                  </a:extLst>
                </p14:cNvPr>
                <p14:cNvContentPartPr/>
                <p14:nvPr/>
              </p14:nvContentPartPr>
              <p14:xfrm>
                <a:off x="4431420" y="5798095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75DE13-F3A7-A2DC-81E7-A6FD77381EA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22780" y="57890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7DD64DF-5B0D-B6B0-4059-AE290F821737}"/>
                    </a:ext>
                  </a:extLst>
                </p14:cNvPr>
                <p14:cNvContentPartPr/>
                <p14:nvPr/>
              </p14:nvContentPartPr>
              <p14:xfrm>
                <a:off x="4439700" y="5586415"/>
                <a:ext cx="100440" cy="247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7DD64DF-5B0D-B6B0-4059-AE290F8217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430700" y="5577775"/>
                  <a:ext cx="118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181490-B125-A805-B6F5-30B64A28E279}"/>
                    </a:ext>
                  </a:extLst>
                </p14:cNvPr>
                <p14:cNvContentPartPr/>
                <p14:nvPr/>
              </p14:nvContentPartPr>
              <p14:xfrm>
                <a:off x="4675860" y="5677495"/>
                <a:ext cx="178560" cy="147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181490-B125-A805-B6F5-30B64A28E27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666860" y="5668495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563825F-5F1A-BDA7-11DC-E614105C172C}"/>
              </a:ext>
            </a:extLst>
          </p:cNvPr>
          <p:cNvGrpSpPr/>
          <p:nvPr/>
        </p:nvGrpSpPr>
        <p:grpSpPr>
          <a:xfrm>
            <a:off x="7569540" y="5626735"/>
            <a:ext cx="961560" cy="229680"/>
            <a:chOff x="7569540" y="5626735"/>
            <a:chExt cx="96156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CBACD08-0606-C5EB-D75A-B960B1A3A537}"/>
                    </a:ext>
                  </a:extLst>
                </p14:cNvPr>
                <p14:cNvContentPartPr/>
                <p14:nvPr/>
              </p14:nvContentPartPr>
              <p14:xfrm>
                <a:off x="7631820" y="5679295"/>
                <a:ext cx="43200" cy="167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CBACD08-0606-C5EB-D75A-B960B1A3A53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623180" y="5670655"/>
                  <a:ext cx="60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3A2F284-B302-3C96-086A-BB37BB298D10}"/>
                    </a:ext>
                  </a:extLst>
                </p14:cNvPr>
                <p14:cNvContentPartPr/>
                <p14:nvPr/>
              </p14:nvContentPartPr>
              <p14:xfrm>
                <a:off x="7569540" y="5628175"/>
                <a:ext cx="209160" cy="228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3A2F284-B302-3C96-086A-BB37BB298D1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60900" y="5619175"/>
                  <a:ext cx="226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644B1D-8964-B164-A12C-950215EA6B52}"/>
                    </a:ext>
                  </a:extLst>
                </p14:cNvPr>
                <p14:cNvContentPartPr/>
                <p14:nvPr/>
              </p14:nvContentPartPr>
              <p14:xfrm>
                <a:off x="7891740" y="5704495"/>
                <a:ext cx="64080" cy="148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644B1D-8964-B164-A12C-950215EA6B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882740" y="5695495"/>
                  <a:ext cx="81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8001B5-8420-BB19-5EE1-6A067F64AD7D}"/>
                    </a:ext>
                  </a:extLst>
                </p14:cNvPr>
                <p14:cNvContentPartPr/>
                <p14:nvPr/>
              </p14:nvContentPartPr>
              <p14:xfrm>
                <a:off x="7759620" y="5626735"/>
                <a:ext cx="221040" cy="25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8001B5-8420-BB19-5EE1-6A067F64AD7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50620" y="5618095"/>
                  <a:ext cx="238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01E1336-35C6-7AE4-6EBA-9203D4C35378}"/>
                    </a:ext>
                  </a:extLst>
                </p14:cNvPr>
                <p14:cNvContentPartPr/>
                <p14:nvPr/>
              </p14:nvContentPartPr>
              <p14:xfrm>
                <a:off x="8089020" y="5678575"/>
                <a:ext cx="65520" cy="138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01E1336-35C6-7AE4-6EBA-9203D4C353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80380" y="5669575"/>
                  <a:ext cx="83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4EB922B-2374-B0A8-DC16-307FAC0C45A3}"/>
                    </a:ext>
                  </a:extLst>
                </p14:cNvPr>
                <p14:cNvContentPartPr/>
                <p14:nvPr/>
              </p14:nvContentPartPr>
              <p14:xfrm>
                <a:off x="8068500" y="5635375"/>
                <a:ext cx="104760" cy="5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4EB922B-2374-B0A8-DC16-307FAC0C45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059500" y="5626375"/>
                  <a:ext cx="122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F915E8-E199-F9BE-E9CE-A795DB15E31F}"/>
                    </a:ext>
                  </a:extLst>
                </p14:cNvPr>
                <p14:cNvContentPartPr/>
                <p14:nvPr/>
              </p14:nvContentPartPr>
              <p14:xfrm>
                <a:off x="8042220" y="5721775"/>
                <a:ext cx="135360" cy="19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F915E8-E199-F9BE-E9CE-A795DB15E31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033580" y="5712775"/>
                  <a:ext cx="153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30AD272-B0AE-A053-3D5A-7B4C845C9A02}"/>
                    </a:ext>
                  </a:extLst>
                </p14:cNvPr>
                <p14:cNvContentPartPr/>
                <p14:nvPr/>
              </p14:nvContentPartPr>
              <p14:xfrm>
                <a:off x="8338500" y="5699095"/>
                <a:ext cx="97560" cy="153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30AD272-B0AE-A053-3D5A-7B4C845C9A0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29860" y="5690455"/>
                  <a:ext cx="115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1EFC576-5C5D-3FE2-E439-64574AA1E4E5}"/>
                    </a:ext>
                  </a:extLst>
                </p14:cNvPr>
                <p14:cNvContentPartPr/>
                <p14:nvPr/>
              </p14:nvContentPartPr>
              <p14:xfrm>
                <a:off x="8305020" y="5678575"/>
                <a:ext cx="22608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1EFC576-5C5D-3FE2-E439-64574AA1E4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96380" y="5669575"/>
                  <a:ext cx="243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B0D4079-1164-E577-6F65-5EA413FC608B}"/>
                    </a:ext>
                  </a:extLst>
                </p14:cNvPr>
                <p14:cNvContentPartPr/>
                <p14:nvPr/>
              </p14:nvContentPartPr>
              <p14:xfrm>
                <a:off x="8151660" y="5642215"/>
                <a:ext cx="10800" cy="6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B0D4079-1164-E577-6F65-5EA413FC608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142660" y="5633215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78F8F7E-91E8-288B-5A20-B7259764439B}"/>
                    </a:ext>
                  </a:extLst>
                </p14:cNvPr>
                <p14:cNvContentPartPr/>
                <p14:nvPr/>
              </p14:nvContentPartPr>
              <p14:xfrm>
                <a:off x="8261820" y="5698015"/>
                <a:ext cx="92880" cy="21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78F8F7E-91E8-288B-5A20-B7259764439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252820" y="5689375"/>
                  <a:ext cx="110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8EE8FD1-5C2B-21A3-0F3E-2FC123AB22A9}"/>
              </a:ext>
            </a:extLst>
          </p:cNvPr>
          <p:cNvGrpSpPr/>
          <p:nvPr/>
        </p:nvGrpSpPr>
        <p:grpSpPr>
          <a:xfrm>
            <a:off x="2592180" y="2792815"/>
            <a:ext cx="1294200" cy="389520"/>
            <a:chOff x="2592180" y="2792815"/>
            <a:chExt cx="12942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DE45236-310B-D9FA-2336-474AA69F67C5}"/>
                    </a:ext>
                  </a:extLst>
                </p14:cNvPr>
                <p14:cNvContentPartPr/>
                <p14:nvPr/>
              </p14:nvContentPartPr>
              <p14:xfrm>
                <a:off x="2592180" y="2923855"/>
                <a:ext cx="26640" cy="177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DE45236-310B-D9FA-2336-474AA69F67C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583180" y="2915215"/>
                  <a:ext cx="44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55898D-1000-2598-DB8C-48A1841B4245}"/>
                    </a:ext>
                  </a:extLst>
                </p14:cNvPr>
                <p14:cNvContentPartPr/>
                <p14:nvPr/>
              </p14:nvContentPartPr>
              <p14:xfrm>
                <a:off x="2597580" y="2873095"/>
                <a:ext cx="199800" cy="183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55898D-1000-2598-DB8C-48A1841B42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588580" y="2864455"/>
                  <a:ext cx="217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9B59751-313F-3BE2-58AD-2CA7B63C5052}"/>
                    </a:ext>
                  </a:extLst>
                </p14:cNvPr>
                <p14:cNvContentPartPr/>
                <p14:nvPr/>
              </p14:nvContentPartPr>
              <p14:xfrm>
                <a:off x="2826180" y="2982175"/>
                <a:ext cx="184320" cy="82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9B59751-313F-3BE2-58AD-2CA7B63C505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17180" y="2973175"/>
                  <a:ext cx="201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21297F2-B1E1-E2B7-8F8B-DD16B0C148C0}"/>
                    </a:ext>
                  </a:extLst>
                </p14:cNvPr>
                <p14:cNvContentPartPr/>
                <p14:nvPr/>
              </p14:nvContentPartPr>
              <p14:xfrm>
                <a:off x="3080340" y="2792815"/>
                <a:ext cx="458640" cy="389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21297F2-B1E1-E2B7-8F8B-DD16B0C148C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071340" y="2784175"/>
                  <a:ext cx="4762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054BEFC-28DF-C059-F1F9-C69EB2870B52}"/>
                    </a:ext>
                  </a:extLst>
                </p14:cNvPr>
                <p14:cNvContentPartPr/>
                <p14:nvPr/>
              </p14:nvContentPartPr>
              <p14:xfrm>
                <a:off x="3496860" y="2942575"/>
                <a:ext cx="138240" cy="129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054BEFC-28DF-C059-F1F9-C69EB2870B5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487860" y="2933575"/>
                  <a:ext cx="155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B13DE8-995A-A62C-F749-23E563657434}"/>
                    </a:ext>
                  </a:extLst>
                </p14:cNvPr>
                <p14:cNvContentPartPr/>
                <p14:nvPr/>
              </p14:nvContentPartPr>
              <p14:xfrm>
                <a:off x="3667860" y="2966335"/>
                <a:ext cx="60480" cy="72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B13DE8-995A-A62C-F749-23E56365743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658860" y="2957695"/>
                  <a:ext cx="78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978EAD1-B4E5-3EB7-AFA8-23F0C8AB9DC8}"/>
                    </a:ext>
                  </a:extLst>
                </p14:cNvPr>
                <p14:cNvContentPartPr/>
                <p14:nvPr/>
              </p14:nvContentPartPr>
              <p14:xfrm>
                <a:off x="3631500" y="2834215"/>
                <a:ext cx="18360" cy="47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978EAD1-B4E5-3EB7-AFA8-23F0C8AB9DC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622500" y="2825215"/>
                  <a:ext cx="36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5934CDB-1C6A-4BC8-3371-126825F1439E}"/>
                    </a:ext>
                  </a:extLst>
                </p14:cNvPr>
                <p14:cNvContentPartPr/>
                <p14:nvPr/>
              </p14:nvContentPartPr>
              <p14:xfrm>
                <a:off x="3717540" y="2909095"/>
                <a:ext cx="144000" cy="11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5934CDB-1C6A-4BC8-3371-126825F1439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708900" y="2900095"/>
                  <a:ext cx="161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CD5AD52-B338-AA79-1A2E-45F6FD3951F2}"/>
                    </a:ext>
                  </a:extLst>
                </p14:cNvPr>
                <p14:cNvContentPartPr/>
                <p14:nvPr/>
              </p14:nvContentPartPr>
              <p14:xfrm>
                <a:off x="3779820" y="2857255"/>
                <a:ext cx="106560" cy="26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CD5AD52-B338-AA79-1A2E-45F6FD3951F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771180" y="2848615"/>
                  <a:ext cx="1242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7824AF8D-A9D7-F056-889A-5C8822214520}"/>
              </a:ext>
            </a:extLst>
          </p:cNvPr>
          <p:cNvGrpSpPr/>
          <p:nvPr/>
        </p:nvGrpSpPr>
        <p:grpSpPr>
          <a:xfrm>
            <a:off x="7789140" y="2758615"/>
            <a:ext cx="1253520" cy="405360"/>
            <a:chOff x="7789140" y="2758615"/>
            <a:chExt cx="12535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C48B9EA-D04D-13EB-DFD1-F48CE95EDC43}"/>
                    </a:ext>
                  </a:extLst>
                </p14:cNvPr>
                <p14:cNvContentPartPr/>
                <p14:nvPr/>
              </p14:nvContentPartPr>
              <p14:xfrm>
                <a:off x="7789140" y="2758615"/>
                <a:ext cx="159480" cy="230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C48B9EA-D04D-13EB-DFD1-F48CE95EDC4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80500" y="2749975"/>
                  <a:ext cx="177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F07329-4AD9-6616-FCC2-5A698EC40470}"/>
                    </a:ext>
                  </a:extLst>
                </p14:cNvPr>
                <p14:cNvContentPartPr/>
                <p14:nvPr/>
              </p14:nvContentPartPr>
              <p14:xfrm>
                <a:off x="7959420" y="2937175"/>
                <a:ext cx="146520" cy="226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F07329-4AD9-6616-FCC2-5A698EC4047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950420" y="2928535"/>
                  <a:ext cx="164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D2CAC2B-7D94-3A8B-79D5-483EDF7BE45F}"/>
                    </a:ext>
                  </a:extLst>
                </p14:cNvPr>
                <p14:cNvContentPartPr/>
                <p14:nvPr/>
              </p14:nvContentPartPr>
              <p14:xfrm>
                <a:off x="8135820" y="2935375"/>
                <a:ext cx="165240" cy="84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D2CAC2B-7D94-3A8B-79D5-483EDF7BE4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127180" y="2926375"/>
                  <a:ext cx="18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0C0DF2F-0B3B-0809-6A8C-4CC747505F75}"/>
                    </a:ext>
                  </a:extLst>
                </p14:cNvPr>
                <p14:cNvContentPartPr/>
                <p14:nvPr/>
              </p14:nvContentPartPr>
              <p14:xfrm>
                <a:off x="8281260" y="2810455"/>
                <a:ext cx="76680" cy="189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0C0DF2F-0B3B-0809-6A8C-4CC747505F7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272620" y="2801815"/>
                  <a:ext cx="94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8F8B2D-3F76-EA16-39AA-1E93E3D2F2FB}"/>
                    </a:ext>
                  </a:extLst>
                </p14:cNvPr>
                <p14:cNvContentPartPr/>
                <p14:nvPr/>
              </p14:nvContentPartPr>
              <p14:xfrm>
                <a:off x="8256060" y="2907655"/>
                <a:ext cx="140040" cy="59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8F8B2D-3F76-EA16-39AA-1E93E3D2F2F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47420" y="2899015"/>
                  <a:ext cx="157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1991EA5-27FF-0C65-1C90-AB4F7D3E4B5D}"/>
                    </a:ext>
                  </a:extLst>
                </p14:cNvPr>
                <p14:cNvContentPartPr/>
                <p14:nvPr/>
              </p14:nvContentPartPr>
              <p14:xfrm>
                <a:off x="8406180" y="2810455"/>
                <a:ext cx="293760" cy="185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1991EA5-27FF-0C65-1C90-AB4F7D3E4B5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97180" y="2801815"/>
                  <a:ext cx="31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DE47EB-2CFB-DB5A-D83F-8E00439FBA60}"/>
                    </a:ext>
                  </a:extLst>
                </p14:cNvPr>
                <p14:cNvContentPartPr/>
                <p14:nvPr/>
              </p14:nvContentPartPr>
              <p14:xfrm>
                <a:off x="8740980" y="2845375"/>
                <a:ext cx="76320" cy="127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DE47EB-2CFB-DB5A-D83F-8E00439FBA6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732340" y="2836375"/>
                  <a:ext cx="93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94370C0-1F95-78C7-E96F-F124860DADFD}"/>
                    </a:ext>
                  </a:extLst>
                </p14:cNvPr>
                <p14:cNvContentPartPr/>
                <p14:nvPr/>
              </p14:nvContentPartPr>
              <p14:xfrm>
                <a:off x="8857980" y="2935375"/>
                <a:ext cx="28800" cy="62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94370C0-1F95-78C7-E96F-F124860DADF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849340" y="2926375"/>
                  <a:ext cx="46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8D2D12B-7870-5347-80A3-BC9DD61FAD9B}"/>
                    </a:ext>
                  </a:extLst>
                </p14:cNvPr>
                <p14:cNvContentPartPr/>
                <p14:nvPr/>
              </p14:nvContentPartPr>
              <p14:xfrm>
                <a:off x="8838180" y="2796415"/>
                <a:ext cx="9720" cy="23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8D2D12B-7870-5347-80A3-BC9DD61FAD9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829180" y="2787415"/>
                  <a:ext cx="27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05EF95E-BF97-7EF8-2957-D581A8CBA9AC}"/>
                    </a:ext>
                  </a:extLst>
                </p14:cNvPr>
                <p14:cNvContentPartPr/>
                <p14:nvPr/>
              </p14:nvContentPartPr>
              <p14:xfrm>
                <a:off x="8967420" y="2841415"/>
                <a:ext cx="52200" cy="135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05EF95E-BF97-7EF8-2957-D581A8CBA9A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958780" y="2832775"/>
                  <a:ext cx="69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18E8230-042C-6FE7-E9AF-13D61E676334}"/>
                    </a:ext>
                  </a:extLst>
                </p14:cNvPr>
                <p14:cNvContentPartPr/>
                <p14:nvPr/>
              </p14:nvContentPartPr>
              <p14:xfrm>
                <a:off x="8977500" y="2795695"/>
                <a:ext cx="65160" cy="2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18E8230-042C-6FE7-E9AF-13D61E67633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68860" y="2787055"/>
                  <a:ext cx="8280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9B0369E-D417-9F2A-970D-B09A6950FC06}"/>
              </a:ext>
            </a:extLst>
          </p:cNvPr>
          <p:cNvGrpSpPr/>
          <p:nvPr/>
        </p:nvGrpSpPr>
        <p:grpSpPr>
          <a:xfrm>
            <a:off x="9528300" y="5350615"/>
            <a:ext cx="779760" cy="209160"/>
            <a:chOff x="9528300" y="5350615"/>
            <a:chExt cx="77976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833923E-9A0C-60AF-9E67-A134ED3BB23C}"/>
                    </a:ext>
                  </a:extLst>
                </p14:cNvPr>
                <p14:cNvContentPartPr/>
                <p14:nvPr/>
              </p14:nvContentPartPr>
              <p14:xfrm>
                <a:off x="9585540" y="5421895"/>
                <a:ext cx="36360" cy="131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833923E-9A0C-60AF-9E67-A134ED3BB23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576540" y="5413255"/>
                  <a:ext cx="54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1E4555-CBFD-41DC-371C-10626DD49C51}"/>
                    </a:ext>
                  </a:extLst>
                </p14:cNvPr>
                <p14:cNvContentPartPr/>
                <p14:nvPr/>
              </p14:nvContentPartPr>
              <p14:xfrm>
                <a:off x="9528300" y="5380495"/>
                <a:ext cx="188280" cy="179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1E4555-CBFD-41DC-371C-10626DD49C5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519300" y="5371855"/>
                  <a:ext cx="205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7C806B7-CD77-B802-BEA1-5BE645A92527}"/>
                    </a:ext>
                  </a:extLst>
                </p14:cNvPr>
                <p14:cNvContentPartPr/>
                <p14:nvPr/>
              </p14:nvContentPartPr>
              <p14:xfrm>
                <a:off x="9820620" y="5433415"/>
                <a:ext cx="41760" cy="112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7C806B7-CD77-B802-BEA1-5BE645A9252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11980" y="5424415"/>
                  <a:ext cx="59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1718FC9-3D02-DDC6-1F4B-D8C647256AAB}"/>
                    </a:ext>
                  </a:extLst>
                </p14:cNvPr>
                <p14:cNvContentPartPr/>
                <p14:nvPr/>
              </p14:nvContentPartPr>
              <p14:xfrm>
                <a:off x="9732420" y="5398135"/>
                <a:ext cx="175320" cy="26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1718FC9-3D02-DDC6-1F4B-D8C647256AA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723780" y="5389135"/>
                  <a:ext cx="192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11E69C4-9CD8-2371-E7B4-E60A0D8E2748}"/>
                    </a:ext>
                  </a:extLst>
                </p14:cNvPr>
                <p14:cNvContentPartPr/>
                <p14:nvPr/>
              </p14:nvContentPartPr>
              <p14:xfrm>
                <a:off x="9985500" y="5413615"/>
                <a:ext cx="52920" cy="123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11E69C4-9CD8-2371-E7B4-E60A0D8E274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976500" y="5404615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6C1BD94-9188-6890-BD5B-D051FF47DEF1}"/>
                    </a:ext>
                  </a:extLst>
                </p14:cNvPr>
                <p14:cNvContentPartPr/>
                <p14:nvPr/>
              </p14:nvContentPartPr>
              <p14:xfrm>
                <a:off x="9959580" y="5350615"/>
                <a:ext cx="94320" cy="47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6C1BD94-9188-6890-BD5B-D051FF47DEF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950580" y="5341615"/>
                  <a:ext cx="111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B83E9EA-2139-9AA6-7131-584B475F376F}"/>
                    </a:ext>
                  </a:extLst>
                </p14:cNvPr>
                <p14:cNvContentPartPr/>
                <p14:nvPr/>
              </p14:nvContentPartPr>
              <p14:xfrm>
                <a:off x="9980460" y="5439175"/>
                <a:ext cx="119160" cy="26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B83E9EA-2139-9AA6-7131-584B475F376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71460" y="5430175"/>
                  <a:ext cx="136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0347781-39EE-53B3-95B5-9A1F258F7ED1}"/>
                    </a:ext>
                  </a:extLst>
                </p14:cNvPr>
                <p14:cNvContentPartPr/>
                <p14:nvPr/>
              </p14:nvContentPartPr>
              <p14:xfrm>
                <a:off x="10224540" y="5408215"/>
                <a:ext cx="67320" cy="119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0347781-39EE-53B3-95B5-9A1F258F7ED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215540" y="5399575"/>
                  <a:ext cx="849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88614C-BCD4-A810-1308-721E01B363DD}"/>
                    </a:ext>
                  </a:extLst>
                </p14:cNvPr>
                <p14:cNvContentPartPr/>
                <p14:nvPr/>
              </p14:nvContentPartPr>
              <p14:xfrm>
                <a:off x="10093860" y="5363215"/>
                <a:ext cx="214200" cy="14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88614C-BCD4-A810-1308-721E01B363D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085220" y="5354575"/>
                  <a:ext cx="2318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9D08884-44D5-1CF1-30C3-CF58899DC86E}"/>
                  </a:ext>
                </a:extLst>
              </p14:cNvPr>
              <p14:cNvContentPartPr/>
              <p14:nvPr/>
            </p14:nvContentPartPr>
            <p14:xfrm>
              <a:off x="10572300" y="5329015"/>
              <a:ext cx="5760" cy="205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9D08884-44D5-1CF1-30C3-CF58899DC86E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563660" y="5320015"/>
                <a:ext cx="234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8ED4EA6-47D4-E832-E5A3-F964306B352C}"/>
              </a:ext>
            </a:extLst>
          </p:cNvPr>
          <p:cNvGrpSpPr/>
          <p:nvPr/>
        </p:nvGrpSpPr>
        <p:grpSpPr>
          <a:xfrm>
            <a:off x="10588140" y="5422255"/>
            <a:ext cx="163080" cy="110520"/>
            <a:chOff x="10588140" y="5422255"/>
            <a:chExt cx="16308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05531D6-C681-A42E-A59C-E65AE7D92052}"/>
                    </a:ext>
                  </a:extLst>
                </p14:cNvPr>
                <p14:cNvContentPartPr/>
                <p14:nvPr/>
              </p14:nvContentPartPr>
              <p14:xfrm>
                <a:off x="10588140" y="5455015"/>
                <a:ext cx="13680" cy="77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05531D6-C681-A42E-A59C-E65AE7D9205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79500" y="5446375"/>
                  <a:ext cx="31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0662300-E023-CA27-AF90-656D49449891}"/>
                    </a:ext>
                  </a:extLst>
                </p14:cNvPr>
                <p14:cNvContentPartPr/>
                <p14:nvPr/>
              </p14:nvContentPartPr>
              <p14:xfrm>
                <a:off x="10662300" y="5422255"/>
                <a:ext cx="88920" cy="106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0662300-E023-CA27-AF90-656D4944989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653660" y="5413255"/>
                  <a:ext cx="10656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B7C0FE5-E3FB-2DE6-4F77-87463C4A5FBA}"/>
              </a:ext>
            </a:extLst>
          </p:cNvPr>
          <p:cNvGrpSpPr/>
          <p:nvPr/>
        </p:nvGrpSpPr>
        <p:grpSpPr>
          <a:xfrm>
            <a:off x="10931220" y="5257735"/>
            <a:ext cx="555120" cy="249480"/>
            <a:chOff x="10931220" y="5257735"/>
            <a:chExt cx="5551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74CBC28-FEAB-7CEC-EB3A-E841E9354F90}"/>
                    </a:ext>
                  </a:extLst>
                </p14:cNvPr>
                <p14:cNvContentPartPr/>
                <p14:nvPr/>
              </p14:nvContentPartPr>
              <p14:xfrm>
                <a:off x="10931220" y="5257735"/>
                <a:ext cx="127080" cy="245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74CBC28-FEAB-7CEC-EB3A-E841E9354F9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922220" y="5248735"/>
                  <a:ext cx="144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9CBCB5-92D6-2393-D016-E845BF76A3EC}"/>
                    </a:ext>
                  </a:extLst>
                </p14:cNvPr>
                <p14:cNvContentPartPr/>
                <p14:nvPr/>
              </p14:nvContentPartPr>
              <p14:xfrm>
                <a:off x="10951380" y="5419735"/>
                <a:ext cx="115200" cy="19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9CBCB5-92D6-2393-D016-E845BF76A3E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942380" y="5411095"/>
                  <a:ext cx="13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FB72AA4-252B-8273-B950-F63C6BECA691}"/>
                    </a:ext>
                  </a:extLst>
                </p14:cNvPr>
                <p14:cNvContentPartPr/>
                <p14:nvPr/>
              </p14:nvContentPartPr>
              <p14:xfrm>
                <a:off x="11071260" y="5283655"/>
                <a:ext cx="415080" cy="223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FB72AA4-252B-8273-B950-F63C6BECA69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062620" y="5274655"/>
                  <a:ext cx="43272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EEE0F81-8B4A-2CE8-8B71-182EBB86D3A6}"/>
              </a:ext>
            </a:extLst>
          </p:cNvPr>
          <p:cNvGrpSpPr/>
          <p:nvPr/>
        </p:nvGrpSpPr>
        <p:grpSpPr>
          <a:xfrm>
            <a:off x="9693900" y="5687215"/>
            <a:ext cx="683640" cy="319680"/>
            <a:chOff x="9693900" y="5687215"/>
            <a:chExt cx="6836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449930D-D892-765B-629D-F6FAC6F79965}"/>
                    </a:ext>
                  </a:extLst>
                </p14:cNvPr>
                <p14:cNvContentPartPr/>
                <p14:nvPr/>
              </p14:nvContentPartPr>
              <p14:xfrm>
                <a:off x="9693900" y="5735455"/>
                <a:ext cx="162360" cy="2714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449930D-D892-765B-629D-F6FAC6F7996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685260" y="5726815"/>
                  <a:ext cx="180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AA91045-6330-8E8E-9A56-8804CD6A1E82}"/>
                    </a:ext>
                  </a:extLst>
                </p14:cNvPr>
                <p14:cNvContentPartPr/>
                <p14:nvPr/>
              </p14:nvContentPartPr>
              <p14:xfrm>
                <a:off x="9923220" y="5900695"/>
                <a:ext cx="207360" cy="75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AA91045-6330-8E8E-9A56-8804CD6A1E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914220" y="5891695"/>
                  <a:ext cx="22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72C559C-1226-B10E-1BAE-39D11CE38EF6}"/>
                    </a:ext>
                  </a:extLst>
                </p14:cNvPr>
                <p14:cNvContentPartPr/>
                <p14:nvPr/>
              </p14:nvContentPartPr>
              <p14:xfrm>
                <a:off x="10155780" y="5687215"/>
                <a:ext cx="221760" cy="267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72C559C-1226-B10E-1BAE-39D11CE38EF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146780" y="5678575"/>
                  <a:ext cx="23940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36951BD-F722-8B27-F698-7BEFF52A9AA7}"/>
              </a:ext>
            </a:extLst>
          </p:cNvPr>
          <p:cNvGrpSpPr/>
          <p:nvPr/>
        </p:nvGrpSpPr>
        <p:grpSpPr>
          <a:xfrm>
            <a:off x="10589580" y="5709175"/>
            <a:ext cx="268560" cy="322560"/>
            <a:chOff x="10589580" y="5709175"/>
            <a:chExt cx="26856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FF75774-30FB-D1CD-BFEB-1F10F796496F}"/>
                    </a:ext>
                  </a:extLst>
                </p14:cNvPr>
                <p14:cNvContentPartPr/>
                <p14:nvPr/>
              </p14:nvContentPartPr>
              <p14:xfrm>
                <a:off x="10589580" y="5847775"/>
                <a:ext cx="129600" cy="92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FF75774-30FB-D1CD-BFEB-1F10F796496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80580" y="5839135"/>
                  <a:ext cx="147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F5F6B86-C37B-9815-1EF3-91FA00AD5BD0}"/>
                    </a:ext>
                  </a:extLst>
                </p14:cNvPr>
                <p14:cNvContentPartPr/>
                <p14:nvPr/>
              </p14:nvContentPartPr>
              <p14:xfrm>
                <a:off x="10720620" y="5709175"/>
                <a:ext cx="137520" cy="322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F5F6B86-C37B-9815-1EF3-91FA00AD5BD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711980" y="5700535"/>
                  <a:ext cx="15516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C097A43-F020-880E-2E28-E3E44872A5EF}"/>
              </a:ext>
            </a:extLst>
          </p:cNvPr>
          <p:cNvGrpSpPr/>
          <p:nvPr/>
        </p:nvGrpSpPr>
        <p:grpSpPr>
          <a:xfrm>
            <a:off x="11045340" y="5709535"/>
            <a:ext cx="468720" cy="219600"/>
            <a:chOff x="11045340" y="5709535"/>
            <a:chExt cx="46872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5461637-616C-0F7D-BC05-B8F765DD714A}"/>
                    </a:ext>
                  </a:extLst>
                </p14:cNvPr>
                <p14:cNvContentPartPr/>
                <p14:nvPr/>
              </p14:nvContentPartPr>
              <p14:xfrm>
                <a:off x="11050380" y="5714935"/>
                <a:ext cx="99000" cy="214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5461637-616C-0F7D-BC05-B8F765DD714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041740" y="5705935"/>
                  <a:ext cx="116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174C95E-FC2A-5D19-1B7F-18E8F556C382}"/>
                    </a:ext>
                  </a:extLst>
                </p14:cNvPr>
                <p14:cNvContentPartPr/>
                <p14:nvPr/>
              </p14:nvContentPartPr>
              <p14:xfrm>
                <a:off x="11045340" y="5831935"/>
                <a:ext cx="143640" cy="13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174C95E-FC2A-5D19-1B7F-18E8F556C38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036700" y="5822935"/>
                  <a:ext cx="161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A07A323-AB21-9F3E-B575-5BB25326E27F}"/>
                    </a:ext>
                  </a:extLst>
                </p14:cNvPr>
                <p14:cNvContentPartPr/>
                <p14:nvPr/>
              </p14:nvContentPartPr>
              <p14:xfrm>
                <a:off x="11143980" y="5709535"/>
                <a:ext cx="370080" cy="201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A07A323-AB21-9F3E-B575-5BB25326E27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135340" y="5700895"/>
                  <a:ext cx="3877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A42B7F6-21C9-D0E4-6C1D-28B02E165F8F}"/>
              </a:ext>
            </a:extLst>
          </p:cNvPr>
          <p:cNvGrpSpPr/>
          <p:nvPr/>
        </p:nvGrpSpPr>
        <p:grpSpPr>
          <a:xfrm>
            <a:off x="9646020" y="6121375"/>
            <a:ext cx="1658880" cy="258480"/>
            <a:chOff x="9646020" y="6121375"/>
            <a:chExt cx="16588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AFD4A1F-2FD4-B283-5E63-A64DD0911C5C}"/>
                    </a:ext>
                  </a:extLst>
                </p14:cNvPr>
                <p14:cNvContentPartPr/>
                <p14:nvPr/>
              </p14:nvContentPartPr>
              <p14:xfrm>
                <a:off x="9658260" y="6248095"/>
                <a:ext cx="62640" cy="131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AFD4A1F-2FD4-B283-5E63-A64DD0911C5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649260" y="6239095"/>
                  <a:ext cx="80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F0E87C9-D6B2-FB6F-ACA2-E1107A47B8BD}"/>
                    </a:ext>
                  </a:extLst>
                </p14:cNvPr>
                <p14:cNvContentPartPr/>
                <p14:nvPr/>
              </p14:nvContentPartPr>
              <p14:xfrm>
                <a:off x="9646020" y="6176815"/>
                <a:ext cx="117720" cy="63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F0E87C9-D6B2-FB6F-ACA2-E1107A47B8B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637380" y="6168175"/>
                  <a:ext cx="135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CC677E2-B0DA-3183-10DC-ED1373C4206C}"/>
                    </a:ext>
                  </a:extLst>
                </p14:cNvPr>
                <p14:cNvContentPartPr/>
                <p14:nvPr/>
              </p14:nvContentPartPr>
              <p14:xfrm>
                <a:off x="9652860" y="6265375"/>
                <a:ext cx="87120" cy="5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CC677E2-B0DA-3183-10DC-ED1373C4206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644220" y="6256375"/>
                  <a:ext cx="10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2AF9B78-916E-0D07-EA71-B5B06781A84C}"/>
                    </a:ext>
                  </a:extLst>
                </p14:cNvPr>
                <p14:cNvContentPartPr/>
                <p14:nvPr/>
              </p14:nvContentPartPr>
              <p14:xfrm>
                <a:off x="9782820" y="6281215"/>
                <a:ext cx="88200" cy="84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2AF9B78-916E-0D07-EA71-B5B06781A84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773820" y="6272215"/>
                  <a:ext cx="105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C6A9FD2-CE43-2F53-7D6A-3A652F068BA9}"/>
                    </a:ext>
                  </a:extLst>
                </p14:cNvPr>
                <p14:cNvContentPartPr/>
                <p14:nvPr/>
              </p14:nvContentPartPr>
              <p14:xfrm>
                <a:off x="9923220" y="6311815"/>
                <a:ext cx="146520" cy="49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C6A9FD2-CE43-2F53-7D6A-3A652F068BA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914220" y="6303175"/>
                  <a:ext cx="164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BE663D2-6A8D-5555-7E4E-DD4482C7EF9C}"/>
                    </a:ext>
                  </a:extLst>
                </p14:cNvPr>
                <p14:cNvContentPartPr/>
                <p14:nvPr/>
              </p14:nvContentPartPr>
              <p14:xfrm>
                <a:off x="10116180" y="6256375"/>
                <a:ext cx="51120" cy="74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BE663D2-6A8D-5555-7E4E-DD4482C7EF9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07180" y="6247375"/>
                  <a:ext cx="68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CEB7CA-DA0C-E7C1-EC5B-F9A3BDE36731}"/>
                    </a:ext>
                  </a:extLst>
                </p14:cNvPr>
                <p14:cNvContentPartPr/>
                <p14:nvPr/>
              </p14:nvContentPartPr>
              <p14:xfrm>
                <a:off x="10203660" y="6275815"/>
                <a:ext cx="36720" cy="68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CEB7CA-DA0C-E7C1-EC5B-F9A3BDE3673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195020" y="6267175"/>
                  <a:ext cx="54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F13FFC-ADE4-4FA6-217B-755A0253113F}"/>
                    </a:ext>
                  </a:extLst>
                </p14:cNvPr>
                <p14:cNvContentPartPr/>
                <p14:nvPr/>
              </p14:nvContentPartPr>
              <p14:xfrm>
                <a:off x="10167300" y="6187615"/>
                <a:ext cx="20520" cy="11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F13FFC-ADE4-4FA6-217B-755A0253113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158660" y="6178615"/>
                  <a:ext cx="38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74D6029-6B18-8F92-E22C-CA063C48A3E1}"/>
                    </a:ext>
                  </a:extLst>
                </p14:cNvPr>
                <p14:cNvContentPartPr/>
                <p14:nvPr/>
              </p14:nvContentPartPr>
              <p14:xfrm>
                <a:off x="10310940" y="6181135"/>
                <a:ext cx="163800" cy="147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74D6029-6B18-8F92-E22C-CA063C48A3E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01940" y="6172495"/>
                  <a:ext cx="181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1FBB78-00BB-F348-D23F-2D6D5C2FC9E3}"/>
                    </a:ext>
                  </a:extLst>
                </p14:cNvPr>
                <p14:cNvContentPartPr/>
                <p14:nvPr/>
              </p14:nvContentPartPr>
              <p14:xfrm>
                <a:off x="10598220" y="6150895"/>
                <a:ext cx="452160" cy="181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1FBB78-00BB-F348-D23F-2D6D5C2FC9E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589220" y="6142255"/>
                  <a:ext cx="469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2223A48-C456-342A-1FD8-18280758364C}"/>
                    </a:ext>
                  </a:extLst>
                </p14:cNvPr>
                <p14:cNvContentPartPr/>
                <p14:nvPr/>
              </p14:nvContentPartPr>
              <p14:xfrm>
                <a:off x="10998540" y="6121375"/>
                <a:ext cx="11160" cy="14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2223A48-C456-342A-1FD8-18280758364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989900" y="6112375"/>
                  <a:ext cx="28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A62A217-7A2B-C08B-28C4-4F9183E989B0}"/>
                    </a:ext>
                  </a:extLst>
                </p14:cNvPr>
                <p14:cNvContentPartPr/>
                <p14:nvPr/>
              </p14:nvContentPartPr>
              <p14:xfrm>
                <a:off x="11071260" y="6140455"/>
                <a:ext cx="183960" cy="1576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A62A217-7A2B-C08B-28C4-4F9183E989B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062620" y="6131455"/>
                  <a:ext cx="201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E86E0F0-842A-471B-AB7B-8C402FF24234}"/>
                    </a:ext>
                  </a:extLst>
                </p14:cNvPr>
                <p14:cNvContentPartPr/>
                <p14:nvPr/>
              </p14:nvContentPartPr>
              <p14:xfrm>
                <a:off x="11207340" y="6139735"/>
                <a:ext cx="97560" cy="156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E86E0F0-842A-471B-AB7B-8C402FF2423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98700" y="6131095"/>
                  <a:ext cx="11520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1E0F102D-DAB5-BC47-E263-5BF8992A1188}"/>
                  </a:ext>
                </a:extLst>
              </p14:cNvPr>
              <p14:cNvContentPartPr/>
              <p14:nvPr/>
            </p14:nvContentPartPr>
            <p14:xfrm>
              <a:off x="9693900" y="6042895"/>
              <a:ext cx="623160" cy="5220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1E0F102D-DAB5-BC47-E263-5BF8992A1188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9685260" y="6034255"/>
                <a:ext cx="640800" cy="6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2EE7BE-E16B-7331-15FA-321BD8302EE9}"/>
              </a:ext>
            </a:extLst>
          </p:cNvPr>
          <p:cNvGrpSpPr/>
          <p:nvPr/>
        </p:nvGrpSpPr>
        <p:grpSpPr>
          <a:xfrm>
            <a:off x="1012860" y="5342768"/>
            <a:ext cx="2035080" cy="638280"/>
            <a:chOff x="1012860" y="5342768"/>
            <a:chExt cx="203508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E4F2DA0-8078-C70B-1ABF-46E1B58574AD}"/>
                    </a:ext>
                  </a:extLst>
                </p14:cNvPr>
                <p14:cNvContentPartPr/>
                <p14:nvPr/>
              </p14:nvContentPartPr>
              <p14:xfrm>
                <a:off x="1012860" y="5797808"/>
                <a:ext cx="212040" cy="18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E4F2DA0-8078-C70B-1ABF-46E1B58574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4220" y="5789168"/>
                  <a:ext cx="229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CE388B-D4B8-F83C-4989-E196515FBB2E}"/>
                    </a:ext>
                  </a:extLst>
                </p14:cNvPr>
                <p14:cNvContentPartPr/>
                <p14:nvPr/>
              </p14:nvContentPartPr>
              <p14:xfrm>
                <a:off x="1231740" y="5610968"/>
                <a:ext cx="13500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CE388B-D4B8-F83C-4989-E196515FBB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22740" y="5601968"/>
                  <a:ext cx="152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D2FE86-BA5B-FEFD-AE06-8FFB42E395A6}"/>
                    </a:ext>
                  </a:extLst>
                </p14:cNvPr>
                <p14:cNvContentPartPr/>
                <p14:nvPr/>
              </p14:nvContentPartPr>
              <p14:xfrm>
                <a:off x="1464660" y="5542928"/>
                <a:ext cx="93960" cy="245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D2FE86-BA5B-FEFD-AE06-8FFB42E395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55660" y="5534288"/>
                  <a:ext cx="111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3308FB-8A81-E943-82C1-D50907733B9E}"/>
                    </a:ext>
                  </a:extLst>
                </p14:cNvPr>
                <p14:cNvContentPartPr/>
                <p14:nvPr/>
              </p14:nvContentPartPr>
              <p14:xfrm>
                <a:off x="1376460" y="5392808"/>
                <a:ext cx="7200" cy="1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3308FB-8A81-E943-82C1-D50907733B9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67820" y="5384168"/>
                  <a:ext cx="24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281CF0-AF73-A6C1-3A4B-14794939BE2C}"/>
                    </a:ext>
                  </a:extLst>
                </p14:cNvPr>
                <p14:cNvContentPartPr/>
                <p14:nvPr/>
              </p14:nvContentPartPr>
              <p14:xfrm>
                <a:off x="1579860" y="5386688"/>
                <a:ext cx="97560" cy="313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281CF0-AF73-A6C1-3A4B-14794939BE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1220" y="5377688"/>
                  <a:ext cx="115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607C52-46E7-DF9D-A07C-B39FBA98331D}"/>
                    </a:ext>
                  </a:extLst>
                </p14:cNvPr>
                <p14:cNvContentPartPr/>
                <p14:nvPr/>
              </p14:nvContentPartPr>
              <p14:xfrm>
                <a:off x="1728900" y="5509448"/>
                <a:ext cx="252000" cy="12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607C52-46E7-DF9D-A07C-B39FBA9833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19900" y="5500448"/>
                  <a:ext cx="269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4E4952-B50C-624E-B150-1DC13A578ADE}"/>
                    </a:ext>
                  </a:extLst>
                </p14:cNvPr>
                <p14:cNvContentPartPr/>
                <p14:nvPr/>
              </p14:nvContentPartPr>
              <p14:xfrm>
                <a:off x="2135340" y="5469848"/>
                <a:ext cx="46080" cy="140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4E4952-B50C-624E-B150-1DC13A578A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26700" y="5460848"/>
                  <a:ext cx="63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43DD6B-1919-E742-A5CB-75129BE264A2}"/>
                    </a:ext>
                  </a:extLst>
                </p14:cNvPr>
                <p14:cNvContentPartPr/>
                <p14:nvPr/>
              </p14:nvContentPartPr>
              <p14:xfrm>
                <a:off x="2123820" y="5543288"/>
                <a:ext cx="84600" cy="1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43DD6B-1919-E742-A5CB-75129BE264A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4820" y="5534648"/>
                  <a:ext cx="10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FCAD62-F351-3142-BB31-ABBBA7252A45}"/>
                    </a:ext>
                  </a:extLst>
                </p14:cNvPr>
                <p14:cNvContentPartPr/>
                <p14:nvPr/>
              </p14:nvContentPartPr>
              <p14:xfrm>
                <a:off x="2315700" y="5439968"/>
                <a:ext cx="148680" cy="177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FCAD62-F351-3142-BB31-ABBBA7252A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07060" y="5430968"/>
                  <a:ext cx="166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E85CB7-E0D0-0BF2-05B3-29E56FFA8F40}"/>
                    </a:ext>
                  </a:extLst>
                </p14:cNvPr>
                <p14:cNvContentPartPr/>
                <p14:nvPr/>
              </p14:nvContentPartPr>
              <p14:xfrm>
                <a:off x="2503980" y="5527808"/>
                <a:ext cx="68400" cy="85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E85CB7-E0D0-0BF2-05B3-29E56FFA8F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95340" y="5518808"/>
                  <a:ext cx="86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6ADCEF-7C22-03F1-A08D-8A6FDD4F6102}"/>
                    </a:ext>
                  </a:extLst>
                </p14:cNvPr>
                <p14:cNvContentPartPr/>
                <p14:nvPr/>
              </p14:nvContentPartPr>
              <p14:xfrm>
                <a:off x="2576700" y="5527808"/>
                <a:ext cx="65520" cy="8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6ADCEF-7C22-03F1-A08D-8A6FDD4F61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68060" y="5518808"/>
                  <a:ext cx="83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A114CC-F563-3BC2-17CE-587078B109EF}"/>
                    </a:ext>
                  </a:extLst>
                </p14:cNvPr>
                <p14:cNvContentPartPr/>
                <p14:nvPr/>
              </p14:nvContentPartPr>
              <p14:xfrm>
                <a:off x="2451780" y="5460848"/>
                <a:ext cx="14616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A114CC-F563-3BC2-17CE-587078B109E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3140" y="5451848"/>
                  <a:ext cx="163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2BBBA3-D8AA-BBDA-B8CA-A88F61172B31}"/>
                    </a:ext>
                  </a:extLst>
                </p14:cNvPr>
                <p14:cNvContentPartPr/>
                <p14:nvPr/>
              </p14:nvContentPartPr>
              <p14:xfrm>
                <a:off x="2566260" y="5342768"/>
                <a:ext cx="208800" cy="331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2BBBA3-D8AA-BBDA-B8CA-A88F61172B3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57620" y="5334128"/>
                  <a:ext cx="2264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B1C31D-38F8-1DB0-8668-3F17833CEFA4}"/>
                    </a:ext>
                  </a:extLst>
                </p14:cNvPr>
                <p14:cNvContentPartPr/>
                <p14:nvPr/>
              </p14:nvContentPartPr>
              <p14:xfrm>
                <a:off x="2862540" y="5501168"/>
                <a:ext cx="185400" cy="79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B1C31D-38F8-1DB0-8668-3F17833CEFA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53540" y="5492528"/>
                  <a:ext cx="2030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FBFFB9-E188-8CEE-3336-01228822930E}"/>
              </a:ext>
            </a:extLst>
          </p:cNvPr>
          <p:cNvGrpSpPr/>
          <p:nvPr/>
        </p:nvGrpSpPr>
        <p:grpSpPr>
          <a:xfrm>
            <a:off x="3221460" y="5881688"/>
            <a:ext cx="155880" cy="68400"/>
            <a:chOff x="3221460" y="5881688"/>
            <a:chExt cx="15588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BAF096-3A61-A72D-7C30-288C4DBEBAC3}"/>
                    </a:ext>
                  </a:extLst>
                </p14:cNvPr>
                <p14:cNvContentPartPr/>
                <p14:nvPr/>
              </p14:nvContentPartPr>
              <p14:xfrm>
                <a:off x="3252780" y="5938208"/>
                <a:ext cx="124560" cy="1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BAF096-3A61-A72D-7C30-288C4DBEBA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43780" y="5929568"/>
                  <a:ext cx="142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5C3FEA-FF3F-34B4-542A-1CAA337F155C}"/>
                    </a:ext>
                  </a:extLst>
                </p14:cNvPr>
                <p14:cNvContentPartPr/>
                <p14:nvPr/>
              </p14:nvContentPartPr>
              <p14:xfrm>
                <a:off x="3221460" y="5881688"/>
                <a:ext cx="12456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5C3FEA-FF3F-34B4-542A-1CAA337F15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12820" y="5872688"/>
                  <a:ext cx="1422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E26BEA5-5630-25EE-1543-BC3843F5C79A}"/>
              </a:ext>
            </a:extLst>
          </p:cNvPr>
          <p:cNvGrpSpPr/>
          <p:nvPr/>
        </p:nvGrpSpPr>
        <p:grpSpPr>
          <a:xfrm>
            <a:off x="3635460" y="5495048"/>
            <a:ext cx="2183760" cy="505800"/>
            <a:chOff x="3635460" y="5495048"/>
            <a:chExt cx="218376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F788D9-99D0-F845-5EFD-B39BEE720EE8}"/>
                    </a:ext>
                  </a:extLst>
                </p14:cNvPr>
                <p14:cNvContentPartPr/>
                <p14:nvPr/>
              </p14:nvContentPartPr>
              <p14:xfrm>
                <a:off x="3635460" y="5860448"/>
                <a:ext cx="178920" cy="14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F788D9-99D0-F845-5EFD-B39BEE720EE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26820" y="5851808"/>
                  <a:ext cx="196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DF1AEA-A525-74A6-3A87-FD4B3B2212F1}"/>
                    </a:ext>
                  </a:extLst>
                </p14:cNvPr>
                <p14:cNvContentPartPr/>
                <p14:nvPr/>
              </p14:nvContentPartPr>
              <p14:xfrm>
                <a:off x="3803220" y="5720048"/>
                <a:ext cx="145440" cy="5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DF1AEA-A525-74A6-3A87-FD4B3B2212F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94220" y="5711048"/>
                  <a:ext cx="163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F76BED-7031-BA36-6508-B48B06AFFB16}"/>
                    </a:ext>
                  </a:extLst>
                </p14:cNvPr>
                <p14:cNvContentPartPr/>
                <p14:nvPr/>
              </p14:nvContentPartPr>
              <p14:xfrm>
                <a:off x="4021020" y="5636888"/>
                <a:ext cx="111600" cy="20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F76BED-7031-BA36-6508-B48B06AFFB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12380" y="5627888"/>
                  <a:ext cx="129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23431D-4F6E-61FF-9DE2-2371B221AF72}"/>
                    </a:ext>
                  </a:extLst>
                </p14:cNvPr>
                <p14:cNvContentPartPr/>
                <p14:nvPr/>
              </p14:nvContentPartPr>
              <p14:xfrm>
                <a:off x="3936780" y="5495048"/>
                <a:ext cx="1440" cy="22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23431D-4F6E-61FF-9DE2-2371B221AF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28140" y="5486048"/>
                  <a:ext cx="19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EDE8FD-C61D-DCBE-530D-F0243439FA69}"/>
                    </a:ext>
                  </a:extLst>
                </p14:cNvPr>
                <p14:cNvContentPartPr/>
                <p14:nvPr/>
              </p14:nvContentPartPr>
              <p14:xfrm>
                <a:off x="4109580" y="5556608"/>
                <a:ext cx="203040" cy="142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EDE8FD-C61D-DCBE-530D-F0243439FA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00580" y="5547968"/>
                  <a:ext cx="220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4C6613-2BF0-EEE7-12BB-760636436604}"/>
                    </a:ext>
                  </a:extLst>
                </p14:cNvPr>
                <p14:cNvContentPartPr/>
                <p14:nvPr/>
              </p14:nvContentPartPr>
              <p14:xfrm>
                <a:off x="4400460" y="5547608"/>
                <a:ext cx="198000" cy="9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4C6613-2BF0-EEE7-12BB-76063643660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91460" y="5538608"/>
                  <a:ext cx="215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933AC6-3DEC-A14D-3113-C0096EDF25C6}"/>
                    </a:ext>
                  </a:extLst>
                </p14:cNvPr>
                <p14:cNvContentPartPr/>
                <p14:nvPr/>
              </p14:nvContentPartPr>
              <p14:xfrm>
                <a:off x="4675860" y="5835248"/>
                <a:ext cx="166320" cy="134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933AC6-3DEC-A14D-3113-C0096EDF25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66860" y="5826248"/>
                  <a:ext cx="183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D210E8-5C50-F0E9-E9FC-721557D47E3D}"/>
                    </a:ext>
                  </a:extLst>
                </p14:cNvPr>
                <p14:cNvContentPartPr/>
                <p14:nvPr/>
              </p14:nvContentPartPr>
              <p14:xfrm>
                <a:off x="4882140" y="5663888"/>
                <a:ext cx="10584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D210E8-5C50-F0E9-E9FC-721557D47E3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73140" y="5655248"/>
                  <a:ext cx="123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01CCA0-C9A4-F139-7952-44363F3458D2}"/>
                    </a:ext>
                  </a:extLst>
                </p14:cNvPr>
                <p14:cNvContentPartPr/>
                <p14:nvPr/>
              </p14:nvContentPartPr>
              <p14:xfrm>
                <a:off x="5102820" y="5631848"/>
                <a:ext cx="97920" cy="18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01CCA0-C9A4-F139-7952-44363F3458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4180" y="5622848"/>
                  <a:ext cx="115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F89811-CA99-FB08-CADC-1870EF3A56F7}"/>
                    </a:ext>
                  </a:extLst>
                </p14:cNvPr>
                <p14:cNvContentPartPr/>
                <p14:nvPr/>
              </p14:nvContentPartPr>
              <p14:xfrm>
                <a:off x="5075820" y="5515928"/>
                <a:ext cx="360" cy="1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F89811-CA99-FB08-CADC-1870EF3A56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66820" y="5507288"/>
                  <a:ext cx="1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160E18-7D0F-40B4-3354-E7FFAEF7DB8C}"/>
                    </a:ext>
                  </a:extLst>
                </p14:cNvPr>
                <p14:cNvContentPartPr/>
                <p14:nvPr/>
              </p14:nvContentPartPr>
              <p14:xfrm>
                <a:off x="5247180" y="5526368"/>
                <a:ext cx="119160" cy="140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160E18-7D0F-40B4-3354-E7FFAEF7DB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38540" y="5517368"/>
                  <a:ext cx="136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B203AA-C631-4B78-C730-5C1ABC242BB8}"/>
                    </a:ext>
                  </a:extLst>
                </p14:cNvPr>
                <p14:cNvContentPartPr/>
                <p14:nvPr/>
              </p14:nvContentPartPr>
              <p14:xfrm>
                <a:off x="5408460" y="5590088"/>
                <a:ext cx="83880" cy="73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B203AA-C631-4B78-C730-5C1ABC242BB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99460" y="5581448"/>
                  <a:ext cx="101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C1CD94-492B-FF57-CC15-9B4E175F096C}"/>
                    </a:ext>
                  </a:extLst>
                </p14:cNvPr>
                <p14:cNvContentPartPr/>
                <p14:nvPr/>
              </p14:nvContentPartPr>
              <p14:xfrm>
                <a:off x="5486220" y="5585048"/>
                <a:ext cx="67320" cy="7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C1CD94-492B-FF57-CC15-9B4E175F096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477220" y="5576048"/>
                  <a:ext cx="84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7A01E7-BAC2-A04B-1EC5-8FBF3DDD866B}"/>
                    </a:ext>
                  </a:extLst>
                </p14:cNvPr>
                <p14:cNvContentPartPr/>
                <p14:nvPr/>
              </p14:nvContentPartPr>
              <p14:xfrm>
                <a:off x="5364180" y="5532488"/>
                <a:ext cx="137880" cy="16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7A01E7-BAC2-A04B-1EC5-8FBF3DDD866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55180" y="5523848"/>
                  <a:ext cx="155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B581A-E01D-DE60-C623-FFA4FB093185}"/>
                    </a:ext>
                  </a:extLst>
                </p14:cNvPr>
                <p14:cNvContentPartPr/>
                <p14:nvPr/>
              </p14:nvContentPartPr>
              <p14:xfrm>
                <a:off x="5621220" y="5575688"/>
                <a:ext cx="198000" cy="9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B581A-E01D-DE60-C623-FFA4FB0931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12580" y="5567048"/>
                  <a:ext cx="21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3E46C84-1561-32C8-05F0-638DCA20DDC3}"/>
              </a:ext>
            </a:extLst>
          </p:cNvPr>
          <p:cNvGrpSpPr/>
          <p:nvPr/>
        </p:nvGrpSpPr>
        <p:grpSpPr>
          <a:xfrm>
            <a:off x="4585860" y="5952968"/>
            <a:ext cx="1707480" cy="541440"/>
            <a:chOff x="4585860" y="5952968"/>
            <a:chExt cx="170748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82F8CB-F8CA-6214-1B55-84B79CEC93D0}"/>
                    </a:ext>
                  </a:extLst>
                </p14:cNvPr>
                <p14:cNvContentPartPr/>
                <p14:nvPr/>
              </p14:nvContentPartPr>
              <p14:xfrm>
                <a:off x="4585860" y="5952968"/>
                <a:ext cx="1172160" cy="151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82F8CB-F8CA-6214-1B55-84B79CEC93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77220" y="5943968"/>
                  <a:ext cx="1189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133D7AB-2651-306B-A802-263A68AC6C0D}"/>
                    </a:ext>
                  </a:extLst>
                </p14:cNvPr>
                <p14:cNvContentPartPr/>
                <p14:nvPr/>
              </p14:nvContentPartPr>
              <p14:xfrm>
                <a:off x="4666140" y="6343568"/>
                <a:ext cx="98280" cy="9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133D7AB-2651-306B-A802-263A68AC6C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657500" y="6334568"/>
                  <a:ext cx="115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DE6F68-6625-F35F-9A2B-7357B1A344BA}"/>
                    </a:ext>
                  </a:extLst>
                </p14:cNvPr>
                <p14:cNvContentPartPr/>
                <p14:nvPr/>
              </p14:nvContentPartPr>
              <p14:xfrm>
                <a:off x="4799700" y="6355088"/>
                <a:ext cx="103680" cy="8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DE6F68-6625-F35F-9A2B-7357B1A344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91060" y="6346448"/>
                  <a:ext cx="121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8B610B8-F623-7882-208E-9C005DF314CC}"/>
                    </a:ext>
                  </a:extLst>
                </p14:cNvPr>
                <p14:cNvContentPartPr/>
                <p14:nvPr/>
              </p14:nvContentPartPr>
              <p14:xfrm>
                <a:off x="4940820" y="6385328"/>
                <a:ext cx="174240" cy="27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8B610B8-F623-7882-208E-9C005DF314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31820" y="6376328"/>
                  <a:ext cx="191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B52A1C-0AEE-99A9-52FE-2A10B28A525C}"/>
                    </a:ext>
                  </a:extLst>
                </p14:cNvPr>
                <p14:cNvContentPartPr/>
                <p14:nvPr/>
              </p14:nvContentPartPr>
              <p14:xfrm>
                <a:off x="5186700" y="6342128"/>
                <a:ext cx="111240" cy="152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B52A1C-0AEE-99A9-52FE-2A10B28A52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77700" y="6333488"/>
                  <a:ext cx="12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5A46B96-8B60-3442-2E18-50395449AC3B}"/>
                    </a:ext>
                  </a:extLst>
                </p14:cNvPr>
                <p14:cNvContentPartPr/>
                <p14:nvPr/>
              </p14:nvContentPartPr>
              <p14:xfrm>
                <a:off x="5314140" y="6167168"/>
                <a:ext cx="225360" cy="254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5A46B96-8B60-3442-2E18-50395449AC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05140" y="6158528"/>
                  <a:ext cx="243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10D7E65-9FF9-EE82-09DB-69A70947B633}"/>
                    </a:ext>
                  </a:extLst>
                </p14:cNvPr>
                <p14:cNvContentPartPr/>
                <p14:nvPr/>
              </p14:nvContentPartPr>
              <p14:xfrm>
                <a:off x="5470740" y="6213608"/>
                <a:ext cx="16200" cy="18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10D7E65-9FF9-EE82-09DB-69A70947B63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61740" y="6204608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C40674-1F0C-EB0A-30D2-D5BA10E35E83}"/>
                    </a:ext>
                  </a:extLst>
                </p14:cNvPr>
                <p14:cNvContentPartPr/>
                <p14:nvPr/>
              </p14:nvContentPartPr>
              <p14:xfrm>
                <a:off x="5596380" y="6312248"/>
                <a:ext cx="97920" cy="88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C40674-1F0C-EB0A-30D2-D5BA10E35E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87740" y="6303608"/>
                  <a:ext cx="115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84653E-8CA9-E461-B57E-9CDF82E982D0}"/>
                    </a:ext>
                  </a:extLst>
                </p14:cNvPr>
                <p14:cNvContentPartPr/>
                <p14:nvPr/>
              </p14:nvContentPartPr>
              <p14:xfrm>
                <a:off x="5719860" y="6307208"/>
                <a:ext cx="82080" cy="9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84653E-8CA9-E461-B57E-9CDF82E982D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11220" y="6298208"/>
                  <a:ext cx="99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72089A-4123-0F63-419A-1F0AE55D7374}"/>
                    </a:ext>
                  </a:extLst>
                </p14:cNvPr>
                <p14:cNvContentPartPr/>
                <p14:nvPr/>
              </p14:nvContentPartPr>
              <p14:xfrm>
                <a:off x="5803020" y="6161768"/>
                <a:ext cx="318240" cy="244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72089A-4123-0F63-419A-1F0AE55D737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94380" y="6152768"/>
                  <a:ext cx="335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B06BC0-36A5-5436-DDE6-CEA5D7C59BA2}"/>
                    </a:ext>
                  </a:extLst>
                </p14:cNvPr>
                <p14:cNvContentPartPr/>
                <p14:nvPr/>
              </p14:nvContentPartPr>
              <p14:xfrm>
                <a:off x="6161580" y="6141608"/>
                <a:ext cx="131760" cy="25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B06BC0-36A5-5436-DDE6-CEA5D7C59BA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152940" y="6132608"/>
                  <a:ext cx="149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A9E4F4-7A13-35E6-445C-E30D09035185}"/>
                    </a:ext>
                  </a:extLst>
                </p14:cNvPr>
                <p14:cNvContentPartPr/>
                <p14:nvPr/>
              </p14:nvContentPartPr>
              <p14:xfrm>
                <a:off x="6037020" y="6291368"/>
                <a:ext cx="26640" cy="29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A9E4F4-7A13-35E6-445C-E30D090351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28020" y="6282728"/>
                  <a:ext cx="442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BBFAEBE-2CCE-F8C2-222D-07151477E269}"/>
              </a:ext>
            </a:extLst>
          </p:cNvPr>
          <p:cNvGrpSpPr/>
          <p:nvPr/>
        </p:nvGrpSpPr>
        <p:grpSpPr>
          <a:xfrm>
            <a:off x="6515100" y="6244208"/>
            <a:ext cx="520200" cy="262080"/>
            <a:chOff x="6515100" y="6244208"/>
            <a:chExt cx="5202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7AF1CE3-2FA5-EB36-9640-FA1C1151D168}"/>
                    </a:ext>
                  </a:extLst>
                </p14:cNvPr>
                <p14:cNvContentPartPr/>
                <p14:nvPr/>
              </p14:nvContentPartPr>
              <p14:xfrm>
                <a:off x="6515100" y="6244208"/>
                <a:ext cx="207360" cy="98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7AF1CE3-2FA5-EB36-9640-FA1C1151D1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06100" y="6235208"/>
                  <a:ext cx="225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EB2C14-9932-839B-AFB1-2014741F8311}"/>
                    </a:ext>
                  </a:extLst>
                </p14:cNvPr>
                <p14:cNvContentPartPr/>
                <p14:nvPr/>
              </p14:nvContentPartPr>
              <p14:xfrm>
                <a:off x="6807420" y="6268328"/>
                <a:ext cx="227880" cy="237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EB2C14-9932-839B-AFB1-2014741F83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98780" y="6259328"/>
                  <a:ext cx="2455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3112622-62A5-5854-EE7E-233F53B76B33}"/>
              </a:ext>
            </a:extLst>
          </p:cNvPr>
          <p:cNvGrpSpPr/>
          <p:nvPr/>
        </p:nvGrpSpPr>
        <p:grpSpPr>
          <a:xfrm>
            <a:off x="5206500" y="6525368"/>
            <a:ext cx="1189080" cy="306720"/>
            <a:chOff x="5206500" y="6525368"/>
            <a:chExt cx="118908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5C9776-8691-8012-D0CA-E889739B2C67}"/>
                    </a:ext>
                  </a:extLst>
                </p14:cNvPr>
                <p14:cNvContentPartPr/>
                <p14:nvPr/>
              </p14:nvContentPartPr>
              <p14:xfrm>
                <a:off x="5206500" y="6666848"/>
                <a:ext cx="150840" cy="88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5C9776-8691-8012-D0CA-E889739B2C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97860" y="6657848"/>
                  <a:ext cx="168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E68C6E-C6C0-68D2-206B-554117380480}"/>
                    </a:ext>
                  </a:extLst>
                </p14:cNvPr>
                <p14:cNvContentPartPr/>
                <p14:nvPr/>
              </p14:nvContentPartPr>
              <p14:xfrm>
                <a:off x="5360580" y="6525368"/>
                <a:ext cx="126000" cy="306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E68C6E-C6C0-68D2-206B-5541173804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51940" y="6516368"/>
                  <a:ext cx="143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0C7815-A5BB-562F-C4AE-CE644347A769}"/>
                    </a:ext>
                  </a:extLst>
                </p14:cNvPr>
                <p14:cNvContentPartPr/>
                <p14:nvPr/>
              </p14:nvContentPartPr>
              <p14:xfrm>
                <a:off x="5344740" y="6693848"/>
                <a:ext cx="84600" cy="1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0C7815-A5BB-562F-C4AE-CE644347A76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36100" y="6684848"/>
                  <a:ext cx="102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7207F56-3361-B7DA-A900-1BE91AE846D2}"/>
                    </a:ext>
                  </a:extLst>
                </p14:cNvPr>
                <p14:cNvContentPartPr/>
                <p14:nvPr/>
              </p14:nvContentPartPr>
              <p14:xfrm>
                <a:off x="5642100" y="6566768"/>
                <a:ext cx="109800" cy="115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7207F56-3361-B7DA-A900-1BE91AE846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33460" y="6558128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E4254A-132F-B4B4-0962-8F9B6F97FC6D}"/>
                    </a:ext>
                  </a:extLst>
                </p14:cNvPr>
                <p14:cNvContentPartPr/>
                <p14:nvPr/>
              </p14:nvContentPartPr>
              <p14:xfrm>
                <a:off x="5806980" y="6604928"/>
                <a:ext cx="105120" cy="64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E4254A-132F-B4B4-0962-8F9B6F97FC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798340" y="6595928"/>
                  <a:ext cx="122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1D93CD-55A3-0411-ABEC-47BCF5B02EDA}"/>
                    </a:ext>
                  </a:extLst>
                </p14:cNvPr>
                <p14:cNvContentPartPr/>
                <p14:nvPr/>
              </p14:nvContentPartPr>
              <p14:xfrm>
                <a:off x="5952060" y="6608528"/>
                <a:ext cx="100800" cy="189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1D93CD-55A3-0411-ABEC-47BCF5B02ED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43420" y="6599528"/>
                  <a:ext cx="118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3AF21CA-2CF8-3E24-7A5D-17CF7C7EBEDC}"/>
                    </a:ext>
                  </a:extLst>
                </p14:cNvPr>
                <p14:cNvContentPartPr/>
                <p14:nvPr/>
              </p14:nvContentPartPr>
              <p14:xfrm>
                <a:off x="6105060" y="6634448"/>
                <a:ext cx="15120" cy="52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3AF21CA-2CF8-3E24-7A5D-17CF7C7EBE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96420" y="6625448"/>
                  <a:ext cx="32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41E109-4D9E-FC0A-0747-A3502A8E1E8C}"/>
                    </a:ext>
                  </a:extLst>
                </p14:cNvPr>
                <p14:cNvContentPartPr/>
                <p14:nvPr/>
              </p14:nvContentPartPr>
              <p14:xfrm>
                <a:off x="6088860" y="6528968"/>
                <a:ext cx="6840" cy="6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41E109-4D9E-FC0A-0747-A3502A8E1E8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080220" y="6520328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3CB429C-1D61-DCA5-53C2-0C367E0CD0EF}"/>
                    </a:ext>
                  </a:extLst>
                </p14:cNvPr>
                <p14:cNvContentPartPr/>
                <p14:nvPr/>
              </p14:nvContentPartPr>
              <p14:xfrm>
                <a:off x="6172020" y="6613568"/>
                <a:ext cx="136080" cy="5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3CB429C-1D61-DCA5-53C2-0C367E0CD0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63380" y="6604928"/>
                  <a:ext cx="153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9E7269-E42D-014F-DA07-A5D2AE362A00}"/>
                    </a:ext>
                  </a:extLst>
                </p14:cNvPr>
                <p14:cNvContentPartPr/>
                <p14:nvPr/>
              </p14:nvContentPartPr>
              <p14:xfrm>
                <a:off x="6337620" y="6582968"/>
                <a:ext cx="57960" cy="222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9E7269-E42D-014F-DA07-A5D2AE362A0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28620" y="6573968"/>
                  <a:ext cx="7560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CAFD9EC-C812-EAD5-E2C5-FCDA889E503E}"/>
                  </a:ext>
                </a:extLst>
              </p14:cNvPr>
              <p14:cNvContentPartPr/>
              <p14:nvPr/>
            </p14:nvContentPartPr>
            <p14:xfrm>
              <a:off x="6606540" y="6530408"/>
              <a:ext cx="57240" cy="1656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CAFD9EC-C812-EAD5-E2C5-FCDA889E503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597900" y="6521768"/>
                <a:ext cx="7488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BA6A9DC-CF5B-858F-6079-086A534F4CC5}"/>
              </a:ext>
            </a:extLst>
          </p:cNvPr>
          <p:cNvGrpSpPr/>
          <p:nvPr/>
        </p:nvGrpSpPr>
        <p:grpSpPr>
          <a:xfrm>
            <a:off x="6080580" y="5745968"/>
            <a:ext cx="132120" cy="67680"/>
            <a:chOff x="6080580" y="5745968"/>
            <a:chExt cx="13212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E5DF81-9A4A-E40B-DEC3-68E4EA31BEDD}"/>
                    </a:ext>
                  </a:extLst>
                </p14:cNvPr>
                <p14:cNvContentPartPr/>
                <p14:nvPr/>
              </p14:nvContentPartPr>
              <p14:xfrm>
                <a:off x="6091740" y="5802848"/>
                <a:ext cx="120960" cy="10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E5DF81-9A4A-E40B-DEC3-68E4EA31BED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83100" y="5793848"/>
                  <a:ext cx="138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1BDA0F-E865-E117-1FF6-D7E479F511D3}"/>
                    </a:ext>
                  </a:extLst>
                </p14:cNvPr>
                <p14:cNvContentPartPr/>
                <p14:nvPr/>
              </p14:nvContentPartPr>
              <p14:xfrm>
                <a:off x="6080580" y="5745968"/>
                <a:ext cx="97200" cy="5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1BDA0F-E865-E117-1FF6-D7E479F511D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71580" y="5737328"/>
                  <a:ext cx="1148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B2A5207-B0BB-5660-8713-BCD5CCD82866}"/>
              </a:ext>
            </a:extLst>
          </p:cNvPr>
          <p:cNvGrpSpPr/>
          <p:nvPr/>
        </p:nvGrpSpPr>
        <p:grpSpPr>
          <a:xfrm>
            <a:off x="6431580" y="5496488"/>
            <a:ext cx="915120" cy="432360"/>
            <a:chOff x="6431580" y="5496488"/>
            <a:chExt cx="91512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B4562D-7FD3-A65D-6488-DE8EA3CFAFB7}"/>
                    </a:ext>
                  </a:extLst>
                </p14:cNvPr>
                <p14:cNvContentPartPr/>
                <p14:nvPr/>
              </p14:nvContentPartPr>
              <p14:xfrm>
                <a:off x="6431580" y="5791688"/>
                <a:ext cx="162360" cy="137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B4562D-7FD3-A65D-6488-DE8EA3CFAFB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22580" y="5782688"/>
                  <a:ext cx="180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A076BB-40DD-60EF-49FA-B28417B0D9EC}"/>
                    </a:ext>
                  </a:extLst>
                </p14:cNvPr>
                <p14:cNvContentPartPr/>
                <p14:nvPr/>
              </p14:nvContentPartPr>
              <p14:xfrm>
                <a:off x="6577380" y="5693768"/>
                <a:ext cx="135360" cy="5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A076BB-40DD-60EF-49FA-B28417B0D9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68380" y="5685128"/>
                  <a:ext cx="153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D1C074B-1695-563B-62D3-B5BD5072F222}"/>
                    </a:ext>
                  </a:extLst>
                </p14:cNvPr>
                <p14:cNvContentPartPr/>
                <p14:nvPr/>
              </p14:nvContentPartPr>
              <p14:xfrm>
                <a:off x="6753780" y="5625728"/>
                <a:ext cx="109440" cy="194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D1C074B-1695-563B-62D3-B5BD5072F22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45140" y="5617088"/>
                  <a:ext cx="127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398488F-575E-BD02-1D72-A4C87E37C960}"/>
                    </a:ext>
                  </a:extLst>
                </p14:cNvPr>
                <p14:cNvContentPartPr/>
                <p14:nvPr/>
              </p14:nvContentPartPr>
              <p14:xfrm>
                <a:off x="6733260" y="5496488"/>
                <a:ext cx="360" cy="19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398488F-575E-BD02-1D72-A4C87E37C96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24260" y="5487848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B18C25-EAD4-AB00-9197-14126195393B}"/>
                    </a:ext>
                  </a:extLst>
                </p14:cNvPr>
                <p14:cNvContentPartPr/>
                <p14:nvPr/>
              </p14:nvContentPartPr>
              <p14:xfrm>
                <a:off x="6836940" y="5547608"/>
                <a:ext cx="230040" cy="115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B18C25-EAD4-AB00-9197-14126195393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28300" y="5538968"/>
                  <a:ext cx="24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31CD5A-8E2B-4523-2175-926529BCEE97}"/>
                    </a:ext>
                  </a:extLst>
                </p14:cNvPr>
                <p14:cNvContentPartPr/>
                <p14:nvPr/>
              </p14:nvContentPartPr>
              <p14:xfrm>
                <a:off x="7133220" y="5541848"/>
                <a:ext cx="213480" cy="92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31CD5A-8E2B-4523-2175-926529BCEE9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24220" y="5532848"/>
                  <a:ext cx="231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1C38774-5F9A-499D-2265-0DFCB2040A9F}"/>
              </a:ext>
            </a:extLst>
          </p:cNvPr>
          <p:cNvGrpSpPr/>
          <p:nvPr/>
        </p:nvGrpSpPr>
        <p:grpSpPr>
          <a:xfrm>
            <a:off x="7507980" y="5704568"/>
            <a:ext cx="476280" cy="233640"/>
            <a:chOff x="7507980" y="5704568"/>
            <a:chExt cx="47628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9B93659-AF6E-9ECC-187C-5245237893CD}"/>
                    </a:ext>
                  </a:extLst>
                </p14:cNvPr>
                <p14:cNvContentPartPr/>
                <p14:nvPr/>
              </p14:nvContentPartPr>
              <p14:xfrm>
                <a:off x="7507980" y="5834168"/>
                <a:ext cx="361800" cy="16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9B93659-AF6E-9ECC-187C-5245237893C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98980" y="5825168"/>
                  <a:ext cx="379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D4236E-3C71-5501-52C3-BBEEF9B273C3}"/>
                    </a:ext>
                  </a:extLst>
                </p14:cNvPr>
                <p14:cNvContentPartPr/>
                <p14:nvPr/>
              </p14:nvContentPartPr>
              <p14:xfrm>
                <a:off x="7551900" y="5777288"/>
                <a:ext cx="189720" cy="15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D4236E-3C71-5501-52C3-BBEEF9B273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42900" y="5768288"/>
                  <a:ext cx="207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1FFCF2A-7BAF-4CB2-127D-75849064AAE0}"/>
                    </a:ext>
                  </a:extLst>
                </p14:cNvPr>
                <p14:cNvContentPartPr/>
                <p14:nvPr/>
              </p14:nvContentPartPr>
              <p14:xfrm>
                <a:off x="7678620" y="5704568"/>
                <a:ext cx="305640" cy="233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1FFCF2A-7BAF-4CB2-127D-75849064AA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669980" y="5695568"/>
                  <a:ext cx="32328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529E695-7831-2D35-8744-BF601824B5C4}"/>
              </a:ext>
            </a:extLst>
          </p:cNvPr>
          <p:cNvGrpSpPr/>
          <p:nvPr/>
        </p:nvGrpSpPr>
        <p:grpSpPr>
          <a:xfrm>
            <a:off x="8181900" y="5408648"/>
            <a:ext cx="1823760" cy="613800"/>
            <a:chOff x="8181900" y="5408648"/>
            <a:chExt cx="1823760" cy="6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984EDEE-E811-A28B-967E-55A2905619D8}"/>
                    </a:ext>
                  </a:extLst>
                </p14:cNvPr>
                <p14:cNvContentPartPr/>
                <p14:nvPr/>
              </p14:nvContentPartPr>
              <p14:xfrm>
                <a:off x="8181900" y="5683688"/>
                <a:ext cx="280800" cy="293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984EDEE-E811-A28B-967E-55A2905619D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72900" y="5674688"/>
                  <a:ext cx="298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F0E058-95A0-81E7-3F80-AD061FF46395}"/>
                    </a:ext>
                  </a:extLst>
                </p14:cNvPr>
                <p14:cNvContentPartPr/>
                <p14:nvPr/>
              </p14:nvContentPartPr>
              <p14:xfrm>
                <a:off x="8245620" y="5697728"/>
                <a:ext cx="57240" cy="242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F0E058-95A0-81E7-3F80-AD061FF4639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36980" y="5689088"/>
                  <a:ext cx="74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26E276C-2F95-E91E-57DD-75248E7B093C}"/>
                    </a:ext>
                  </a:extLst>
                </p14:cNvPr>
                <p14:cNvContentPartPr/>
                <p14:nvPr/>
              </p14:nvContentPartPr>
              <p14:xfrm>
                <a:off x="8505900" y="5590088"/>
                <a:ext cx="100800" cy="432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26E276C-2F95-E91E-57DD-75248E7B093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96900" y="5581448"/>
                  <a:ext cx="1184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8254A2-12EB-539C-7FB1-49E3B9B38160}"/>
                    </a:ext>
                  </a:extLst>
                </p14:cNvPr>
                <p14:cNvContentPartPr/>
                <p14:nvPr/>
              </p14:nvContentPartPr>
              <p14:xfrm>
                <a:off x="8572500" y="5793848"/>
                <a:ext cx="181080" cy="156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8254A2-12EB-539C-7FB1-49E3B9B3816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63500" y="5784848"/>
                  <a:ext cx="198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9B2B1C6-2DCC-91BB-6A7D-3DE2361395D6}"/>
                    </a:ext>
                  </a:extLst>
                </p14:cNvPr>
                <p14:cNvContentPartPr/>
                <p14:nvPr/>
              </p14:nvContentPartPr>
              <p14:xfrm>
                <a:off x="8801820" y="5647328"/>
                <a:ext cx="70200" cy="18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9B2B1C6-2DCC-91BB-6A7D-3DE2361395D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93180" y="5638328"/>
                  <a:ext cx="87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E77FB8A-22C6-3DB2-7046-5521EB3080F4}"/>
                    </a:ext>
                  </a:extLst>
                </p14:cNvPr>
                <p14:cNvContentPartPr/>
                <p14:nvPr/>
              </p14:nvContentPartPr>
              <p14:xfrm>
                <a:off x="8764380" y="5496848"/>
                <a:ext cx="360" cy="17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E77FB8A-22C6-3DB2-7046-5521EB3080F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55740" y="5487848"/>
                  <a:ext cx="18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F8C7FC-31B1-0440-38F4-1EABC144E5F5}"/>
                    </a:ext>
                  </a:extLst>
                </p14:cNvPr>
                <p14:cNvContentPartPr/>
                <p14:nvPr/>
              </p14:nvContentPartPr>
              <p14:xfrm>
                <a:off x="8893620" y="5433488"/>
                <a:ext cx="79560" cy="234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F8C7FC-31B1-0440-38F4-1EABC144E5F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84980" y="5424488"/>
                  <a:ext cx="97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80789D-E081-CB4F-C6DF-3E784C24BAD0}"/>
                    </a:ext>
                  </a:extLst>
                </p14:cNvPr>
                <p14:cNvContentPartPr/>
                <p14:nvPr/>
              </p14:nvContentPartPr>
              <p14:xfrm>
                <a:off x="9003420" y="5515568"/>
                <a:ext cx="193680" cy="133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80789D-E081-CB4F-C6DF-3E784C24BAD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94780" y="5506928"/>
                  <a:ext cx="211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075344A-8294-A715-F8CC-85B473EAE60D}"/>
                    </a:ext>
                  </a:extLst>
                </p14:cNvPr>
                <p14:cNvContentPartPr/>
                <p14:nvPr/>
              </p14:nvContentPartPr>
              <p14:xfrm>
                <a:off x="9323460" y="5501888"/>
                <a:ext cx="18000" cy="125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075344A-8294-A715-F8CC-85B473EAE6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14820" y="5492888"/>
                  <a:ext cx="35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EFA44A3-1902-7830-93AE-6CE654BE4BC1}"/>
                    </a:ext>
                  </a:extLst>
                </p14:cNvPr>
                <p14:cNvContentPartPr/>
                <p14:nvPr/>
              </p14:nvContentPartPr>
              <p14:xfrm>
                <a:off x="9303660" y="5552648"/>
                <a:ext cx="90000" cy="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EFA44A3-1902-7830-93AE-6CE654BE4B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294660" y="5544008"/>
                  <a:ext cx="107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294B8-D4C3-4D10-59C3-C15B3E040E17}"/>
                    </a:ext>
                  </a:extLst>
                </p14:cNvPr>
                <p14:cNvContentPartPr/>
                <p14:nvPr/>
              </p14:nvContentPartPr>
              <p14:xfrm>
                <a:off x="9408780" y="5476688"/>
                <a:ext cx="141480" cy="129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294B8-D4C3-4D10-59C3-C15B3E040E1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00140" y="5467688"/>
                  <a:ext cx="159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FBBC12-587F-7BA7-121D-E85557E680E2}"/>
                    </a:ext>
                  </a:extLst>
                </p14:cNvPr>
                <p14:cNvContentPartPr/>
                <p14:nvPr/>
              </p14:nvContentPartPr>
              <p14:xfrm>
                <a:off x="9580140" y="5553008"/>
                <a:ext cx="40320" cy="70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FBBC12-587F-7BA7-121D-E85557E680E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71500" y="5544008"/>
                  <a:ext cx="57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760DF9-FD04-61EE-3963-F6DA6E17BFDE}"/>
                    </a:ext>
                  </a:extLst>
                </p14:cNvPr>
                <p14:cNvContentPartPr/>
                <p14:nvPr/>
              </p14:nvContentPartPr>
              <p14:xfrm>
                <a:off x="9647820" y="5559128"/>
                <a:ext cx="37080" cy="62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760DF9-FD04-61EE-3963-F6DA6E17BF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638820" y="5550128"/>
                  <a:ext cx="54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0E46119-CC17-306C-F66D-775DECDCF7A7}"/>
                    </a:ext>
                  </a:extLst>
                </p14:cNvPr>
                <p14:cNvContentPartPr/>
                <p14:nvPr/>
              </p14:nvContentPartPr>
              <p14:xfrm>
                <a:off x="9570060" y="5514488"/>
                <a:ext cx="104040" cy="8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0E46119-CC17-306C-F66D-775DECDCF7A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61420" y="5505488"/>
                  <a:ext cx="121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00E890F-395D-BB2A-9528-02E03746D030}"/>
                    </a:ext>
                  </a:extLst>
                </p14:cNvPr>
                <p14:cNvContentPartPr/>
                <p14:nvPr/>
              </p14:nvContentPartPr>
              <p14:xfrm>
                <a:off x="9680220" y="5408648"/>
                <a:ext cx="130680" cy="287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00E890F-395D-BB2A-9528-02E03746D03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671220" y="5400008"/>
                  <a:ext cx="148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19D8592-5DC3-ECA3-AD7C-704D67478001}"/>
                    </a:ext>
                  </a:extLst>
                </p14:cNvPr>
                <p14:cNvContentPartPr/>
                <p14:nvPr/>
              </p14:nvContentPartPr>
              <p14:xfrm>
                <a:off x="9899100" y="5572088"/>
                <a:ext cx="106560" cy="383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19D8592-5DC3-ECA3-AD7C-704D6747800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890460" y="5563088"/>
                  <a:ext cx="12420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BE2CF1E-FF7D-033E-DD93-D59CDA8C9779}"/>
              </a:ext>
            </a:extLst>
          </p:cNvPr>
          <p:cNvGrpSpPr/>
          <p:nvPr/>
        </p:nvGrpSpPr>
        <p:grpSpPr>
          <a:xfrm>
            <a:off x="10211580" y="5449688"/>
            <a:ext cx="1297440" cy="489600"/>
            <a:chOff x="10211580" y="5449688"/>
            <a:chExt cx="129744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C6F90E-DF60-D58F-D0EB-801B40879B6E}"/>
                    </a:ext>
                  </a:extLst>
                </p14:cNvPr>
                <p14:cNvContentPartPr/>
                <p14:nvPr/>
              </p14:nvContentPartPr>
              <p14:xfrm>
                <a:off x="10211580" y="5826248"/>
                <a:ext cx="101520" cy="8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C6F90E-DF60-D58F-D0EB-801B40879B6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202580" y="5817248"/>
                  <a:ext cx="119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59A2F4-249E-D84C-61D5-BDD646BC5FB6}"/>
                    </a:ext>
                  </a:extLst>
                </p14:cNvPr>
                <p14:cNvContentPartPr/>
                <p14:nvPr/>
              </p14:nvContentPartPr>
              <p14:xfrm>
                <a:off x="10218420" y="5761808"/>
                <a:ext cx="105120" cy="10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59A2F4-249E-D84C-61D5-BDD646BC5FB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09780" y="5752808"/>
                  <a:ext cx="122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25C1957-4137-E106-9FA0-C7D02C4F5B11}"/>
                    </a:ext>
                  </a:extLst>
                </p14:cNvPr>
                <p14:cNvContentPartPr/>
                <p14:nvPr/>
              </p14:nvContentPartPr>
              <p14:xfrm>
                <a:off x="10373940" y="5644088"/>
                <a:ext cx="243000" cy="252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25C1957-4137-E106-9FA0-C7D02C4F5B1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64940" y="5635088"/>
                  <a:ext cx="260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3B235BD-FCF5-9050-F88C-D0411DD50CB5}"/>
                    </a:ext>
                  </a:extLst>
                </p14:cNvPr>
                <p14:cNvContentPartPr/>
                <p14:nvPr/>
              </p14:nvContentPartPr>
              <p14:xfrm>
                <a:off x="10431540" y="5661728"/>
                <a:ext cx="73800" cy="257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3B235BD-FCF5-9050-F88C-D0411DD50CB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22900" y="5653088"/>
                  <a:ext cx="91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0E1F04E-5480-22DE-6180-47992AA8442E}"/>
                    </a:ext>
                  </a:extLst>
                </p14:cNvPr>
                <p14:cNvContentPartPr/>
                <p14:nvPr/>
              </p14:nvContentPartPr>
              <p14:xfrm>
                <a:off x="10670940" y="5625728"/>
                <a:ext cx="129600" cy="313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0E1F04E-5480-22DE-6180-47992AA8442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62300" y="5616728"/>
                  <a:ext cx="147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EF59946-2424-251C-EEA1-AA4004AC7898}"/>
                    </a:ext>
                  </a:extLst>
                </p14:cNvPr>
                <p14:cNvContentPartPr/>
                <p14:nvPr/>
              </p14:nvContentPartPr>
              <p14:xfrm>
                <a:off x="10779300" y="5771888"/>
                <a:ext cx="183240" cy="151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EF59946-2424-251C-EEA1-AA4004AC789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770660" y="5763248"/>
                  <a:ext cx="200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022FDC3-4831-CF20-4044-FAD8AD1DF437}"/>
                    </a:ext>
                  </a:extLst>
                </p14:cNvPr>
                <p14:cNvContentPartPr/>
                <p14:nvPr/>
              </p14:nvContentPartPr>
              <p14:xfrm>
                <a:off x="10899900" y="5613848"/>
                <a:ext cx="103320" cy="169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022FDC3-4831-CF20-4044-FAD8AD1DF4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890900" y="5604848"/>
                  <a:ext cx="120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7C7B5C3-CDFB-059D-B6FD-8F73F23CD6EB}"/>
                    </a:ext>
                  </a:extLst>
                </p14:cNvPr>
                <p14:cNvContentPartPr/>
                <p14:nvPr/>
              </p14:nvContentPartPr>
              <p14:xfrm>
                <a:off x="10873980" y="5449688"/>
                <a:ext cx="21960" cy="5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7C7B5C3-CDFB-059D-B6FD-8F73F23CD6E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864980" y="5441048"/>
                  <a:ext cx="39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C4E91F7-CD44-C1E1-AEA7-CFDC28E3156B}"/>
                    </a:ext>
                  </a:extLst>
                </p14:cNvPr>
                <p14:cNvContentPartPr/>
                <p14:nvPr/>
              </p14:nvContentPartPr>
              <p14:xfrm>
                <a:off x="11033100" y="5522048"/>
                <a:ext cx="171720" cy="100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C4E91F7-CD44-C1E1-AEA7-CFDC28E3156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24460" y="5513408"/>
                  <a:ext cx="189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5CF6099-6F7F-5D42-379B-A0FA2FE4D6E1}"/>
                    </a:ext>
                  </a:extLst>
                </p14:cNvPr>
                <p14:cNvContentPartPr/>
                <p14:nvPr/>
              </p14:nvContentPartPr>
              <p14:xfrm>
                <a:off x="11133540" y="5476328"/>
                <a:ext cx="126360" cy="123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5CF6099-6F7F-5D42-379B-A0FA2FE4D6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124900" y="5467328"/>
                  <a:ext cx="144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F186A45-1574-D08A-CF25-EE7428716914}"/>
                    </a:ext>
                  </a:extLst>
                </p14:cNvPr>
                <p14:cNvContentPartPr/>
                <p14:nvPr/>
              </p14:nvContentPartPr>
              <p14:xfrm>
                <a:off x="11402460" y="5533208"/>
                <a:ext cx="106560" cy="390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F186A45-1574-D08A-CF25-EE742871691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393460" y="5524568"/>
                  <a:ext cx="12420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390CD49-E3FB-C297-7905-122385204DC0}"/>
              </a:ext>
            </a:extLst>
          </p:cNvPr>
          <p:cNvGrpSpPr/>
          <p:nvPr/>
        </p:nvGrpSpPr>
        <p:grpSpPr>
          <a:xfrm>
            <a:off x="7196940" y="2363768"/>
            <a:ext cx="1962720" cy="468720"/>
            <a:chOff x="7196940" y="2363768"/>
            <a:chExt cx="196272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9FA2F67-5D76-DD0A-07E1-CC667462BF62}"/>
                    </a:ext>
                  </a:extLst>
                </p14:cNvPr>
                <p14:cNvContentPartPr/>
                <p14:nvPr/>
              </p14:nvContentPartPr>
              <p14:xfrm>
                <a:off x="7196940" y="2507048"/>
                <a:ext cx="223200" cy="131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9FA2F67-5D76-DD0A-07E1-CC667462BF6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88300" y="2498408"/>
                  <a:ext cx="240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0F447A-FA38-11BF-72B8-FD350E0C69FE}"/>
                    </a:ext>
                  </a:extLst>
                </p14:cNvPr>
                <p14:cNvContentPartPr/>
                <p14:nvPr/>
              </p14:nvContentPartPr>
              <p14:xfrm>
                <a:off x="7520940" y="2535128"/>
                <a:ext cx="99000" cy="105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0F447A-FA38-11BF-72B8-FD350E0C69F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11940" y="2526488"/>
                  <a:ext cx="116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28C6D81-0B44-3CA1-D183-9CCD40835D39}"/>
                    </a:ext>
                  </a:extLst>
                </p14:cNvPr>
                <p14:cNvContentPartPr/>
                <p14:nvPr/>
              </p14:nvContentPartPr>
              <p14:xfrm>
                <a:off x="7667100" y="2503448"/>
                <a:ext cx="78120" cy="108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28C6D81-0B44-3CA1-D183-9CCD40835D3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58460" y="2494448"/>
                  <a:ext cx="95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CAE5E44-1343-5237-A6F0-7658CEBACB51}"/>
                    </a:ext>
                  </a:extLst>
                </p14:cNvPr>
                <p14:cNvContentPartPr/>
                <p14:nvPr/>
              </p14:nvContentPartPr>
              <p14:xfrm>
                <a:off x="7772220" y="2421008"/>
                <a:ext cx="66240" cy="209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CAE5E44-1343-5237-A6F0-7658CEBACB5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63220" y="2412008"/>
                  <a:ext cx="83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0F54E0-5401-F700-7066-C365146E74B6}"/>
                    </a:ext>
                  </a:extLst>
                </p14:cNvPr>
                <p14:cNvContentPartPr/>
                <p14:nvPr/>
              </p14:nvContentPartPr>
              <p14:xfrm>
                <a:off x="7768260" y="2568248"/>
                <a:ext cx="103320" cy="5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0F54E0-5401-F700-7066-C365146E74B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59260" y="2559608"/>
                  <a:ext cx="120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6870E12-5412-7869-4E18-384DFBEC8199}"/>
                    </a:ext>
                  </a:extLst>
                </p14:cNvPr>
                <p14:cNvContentPartPr/>
                <p14:nvPr/>
              </p14:nvContentPartPr>
              <p14:xfrm>
                <a:off x="7855380" y="2405168"/>
                <a:ext cx="173880" cy="198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6870E12-5412-7869-4E18-384DFBEC819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846380" y="2396528"/>
                  <a:ext cx="191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F78D27-16BA-3F89-7226-CCC190AA071C}"/>
                    </a:ext>
                  </a:extLst>
                </p14:cNvPr>
                <p14:cNvContentPartPr/>
                <p14:nvPr/>
              </p14:nvContentPartPr>
              <p14:xfrm>
                <a:off x="8150220" y="2504168"/>
                <a:ext cx="141480" cy="204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F78D27-16BA-3F89-7226-CCC190AA07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41220" y="2495168"/>
                  <a:ext cx="159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9C6B789-FEF5-3C54-A249-7C77DDF86B95}"/>
                    </a:ext>
                  </a:extLst>
                </p14:cNvPr>
                <p14:cNvContentPartPr/>
                <p14:nvPr/>
              </p14:nvContentPartPr>
              <p14:xfrm>
                <a:off x="8312580" y="2498048"/>
                <a:ext cx="110160" cy="131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9C6B789-FEF5-3C54-A249-7C77DDF86B9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03940" y="2489048"/>
                  <a:ext cx="127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E63B849-15FE-E013-7D42-AF38A384DEBD}"/>
                    </a:ext>
                  </a:extLst>
                </p14:cNvPr>
                <p14:cNvContentPartPr/>
                <p14:nvPr/>
              </p14:nvContentPartPr>
              <p14:xfrm>
                <a:off x="8458020" y="2550968"/>
                <a:ext cx="52560" cy="73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E63B849-15FE-E013-7D42-AF38A384DEB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449020" y="2541968"/>
                  <a:ext cx="70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50FF372-DA0A-FD70-38D8-04B1E2EEC9FA}"/>
                    </a:ext>
                  </a:extLst>
                </p14:cNvPr>
                <p14:cNvContentPartPr/>
                <p14:nvPr/>
              </p14:nvContentPartPr>
              <p14:xfrm>
                <a:off x="8426700" y="2426048"/>
                <a:ext cx="360" cy="6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50FF372-DA0A-FD70-38D8-04B1E2EEC9F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18060" y="241740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C1B1DB-5BEF-9880-9BC7-E3E0D2934080}"/>
                    </a:ext>
                  </a:extLst>
                </p14:cNvPr>
                <p14:cNvContentPartPr/>
                <p14:nvPr/>
              </p14:nvContentPartPr>
              <p14:xfrm>
                <a:off x="8525700" y="2531888"/>
                <a:ext cx="155160" cy="68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C1B1DB-5BEF-9880-9BC7-E3E0D293408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16700" y="2523248"/>
                  <a:ext cx="172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B94131-D28B-5B97-D220-6F55D40E2AEE}"/>
                    </a:ext>
                  </a:extLst>
                </p14:cNvPr>
                <p14:cNvContentPartPr/>
                <p14:nvPr/>
              </p14:nvContentPartPr>
              <p14:xfrm>
                <a:off x="8655300" y="2363768"/>
                <a:ext cx="174960" cy="235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B94131-D28B-5B97-D220-6F55D40E2AE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646660" y="2354768"/>
                  <a:ext cx="19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857F0F0-E392-59DA-EC30-8BC60F0BCAC0}"/>
                    </a:ext>
                  </a:extLst>
                </p14:cNvPr>
                <p14:cNvContentPartPr/>
                <p14:nvPr/>
              </p14:nvContentPartPr>
              <p14:xfrm>
                <a:off x="8790660" y="2400128"/>
                <a:ext cx="7560" cy="42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857F0F0-E392-59DA-EC30-8BC60F0BCAC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781660" y="2391128"/>
                  <a:ext cx="25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B522F54-6B8E-3988-E312-DB138662B38C}"/>
                    </a:ext>
                  </a:extLst>
                </p14:cNvPr>
                <p14:cNvContentPartPr/>
                <p14:nvPr/>
              </p14:nvContentPartPr>
              <p14:xfrm>
                <a:off x="8878860" y="2541608"/>
                <a:ext cx="145080" cy="50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B522F54-6B8E-3988-E312-DB138662B38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869860" y="2532608"/>
                  <a:ext cx="162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C7DF352-7883-E2D9-6527-812CFE5E9EB4}"/>
                    </a:ext>
                  </a:extLst>
                </p14:cNvPr>
                <p14:cNvContentPartPr/>
                <p14:nvPr/>
              </p14:nvContentPartPr>
              <p14:xfrm>
                <a:off x="9081540" y="2521088"/>
                <a:ext cx="78120" cy="311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C7DF352-7883-E2D9-6527-812CFE5E9EB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072540" y="2512448"/>
                  <a:ext cx="957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1A4271F-013E-E9D2-6907-3F65B3A1C6EF}"/>
              </a:ext>
            </a:extLst>
          </p:cNvPr>
          <p:cNvGrpSpPr/>
          <p:nvPr/>
        </p:nvGrpSpPr>
        <p:grpSpPr>
          <a:xfrm>
            <a:off x="9388980" y="2363408"/>
            <a:ext cx="445680" cy="262080"/>
            <a:chOff x="9388980" y="2363408"/>
            <a:chExt cx="4456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3A0170D-DCFA-80C0-D466-24F6E39E7E36}"/>
                    </a:ext>
                  </a:extLst>
                </p14:cNvPr>
                <p14:cNvContentPartPr/>
                <p14:nvPr/>
              </p14:nvContentPartPr>
              <p14:xfrm>
                <a:off x="9388980" y="2514248"/>
                <a:ext cx="92880" cy="111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3A0170D-DCFA-80C0-D466-24F6E39E7E3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380340" y="2505248"/>
                  <a:ext cx="110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A54624E-31D3-E7E2-E55A-C1D9336F1D3B}"/>
                    </a:ext>
                  </a:extLst>
                </p14:cNvPr>
                <p14:cNvContentPartPr/>
                <p14:nvPr/>
              </p14:nvContentPartPr>
              <p14:xfrm>
                <a:off x="9523260" y="2550968"/>
                <a:ext cx="166320" cy="72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A54624E-31D3-E7E2-E55A-C1D9336F1D3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14260" y="2541968"/>
                  <a:ext cx="183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D807B37-9CB1-E809-F2C5-81E5DFB45DCA}"/>
                    </a:ext>
                  </a:extLst>
                </p14:cNvPr>
                <p14:cNvContentPartPr/>
                <p14:nvPr/>
              </p14:nvContentPartPr>
              <p14:xfrm>
                <a:off x="9720540" y="2363408"/>
                <a:ext cx="114120" cy="261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D807B37-9CB1-E809-F2C5-81E5DFB45DC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711540" y="2354768"/>
                  <a:ext cx="131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6A6C617-9500-C381-D72F-42B252D81FB7}"/>
                    </a:ext>
                  </a:extLst>
                </p14:cNvPr>
                <p14:cNvContentPartPr/>
                <p14:nvPr/>
              </p14:nvContentPartPr>
              <p14:xfrm>
                <a:off x="9696780" y="2491568"/>
                <a:ext cx="122760" cy="13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6A6C617-9500-C381-D72F-42B252D81FB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687780" y="2482568"/>
                  <a:ext cx="14040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244171C-7088-8B2E-F155-04013AFE4ED5}"/>
                  </a:ext>
                </a:extLst>
              </p14:cNvPr>
              <p14:cNvContentPartPr/>
              <p14:nvPr/>
            </p14:nvContentPartPr>
            <p14:xfrm>
              <a:off x="7172100" y="3025808"/>
              <a:ext cx="70560" cy="1792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244171C-7088-8B2E-F155-04013AFE4ED5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163460" y="3016808"/>
                <a:ext cx="88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E7037AB-4382-86CE-3559-7CE4591566F7}"/>
                  </a:ext>
                </a:extLst>
              </p14:cNvPr>
              <p14:cNvContentPartPr/>
              <p14:nvPr/>
            </p14:nvContentPartPr>
            <p14:xfrm>
              <a:off x="7127820" y="3013208"/>
              <a:ext cx="145440" cy="936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E7037AB-4382-86CE-3559-7CE4591566F7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119180" y="3004568"/>
                <a:ext cx="1630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6FB4546-B3E2-34BA-832A-443C2A9743DD}"/>
                  </a:ext>
                </a:extLst>
              </p14:cNvPr>
              <p14:cNvContentPartPr/>
              <p14:nvPr/>
            </p14:nvContentPartPr>
            <p14:xfrm>
              <a:off x="7296300" y="2967848"/>
              <a:ext cx="198000" cy="1443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6FB4546-B3E2-34BA-832A-443C2A9743D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7287300" y="2958848"/>
                <a:ext cx="2156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385DBCF-9EE6-D2C3-9253-CCBC12B3E206}"/>
                  </a:ext>
                </a:extLst>
              </p14:cNvPr>
              <p14:cNvContentPartPr/>
              <p14:nvPr/>
            </p14:nvContentPartPr>
            <p14:xfrm>
              <a:off x="7590420" y="3028688"/>
              <a:ext cx="50760" cy="831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385DBCF-9EE6-D2C3-9253-CCBC12B3E206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7581420" y="3020048"/>
                <a:ext cx="68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B73E79F-94AE-95E1-C071-F0C7E65CA73F}"/>
                  </a:ext>
                </a:extLst>
              </p14:cNvPr>
              <p14:cNvContentPartPr/>
              <p14:nvPr/>
            </p14:nvContentPartPr>
            <p14:xfrm>
              <a:off x="7559100" y="2896208"/>
              <a:ext cx="9720" cy="18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B73E79F-94AE-95E1-C071-F0C7E65CA73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7550460" y="2887208"/>
                <a:ext cx="27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AF882C0-DF4A-3DBE-C00F-9523CE2825BF}"/>
                  </a:ext>
                </a:extLst>
              </p14:cNvPr>
              <p14:cNvContentPartPr/>
              <p14:nvPr/>
            </p14:nvContentPartPr>
            <p14:xfrm>
              <a:off x="7698780" y="3013208"/>
              <a:ext cx="115560" cy="68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AF882C0-DF4A-3DBE-C00F-9523CE2825BF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689780" y="3004208"/>
                <a:ext cx="1332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3CFA93C-387E-20A3-12F1-1DDA66DD40CA}"/>
                  </a:ext>
                </a:extLst>
              </p14:cNvPr>
              <p14:cNvContentPartPr/>
              <p14:nvPr/>
            </p14:nvContentPartPr>
            <p14:xfrm>
              <a:off x="7883460" y="2818808"/>
              <a:ext cx="251640" cy="2584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3CFA93C-387E-20A3-12F1-1DDA66DD40CA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874460" y="2810168"/>
                <a:ext cx="2692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7DB64CE-2F4C-A043-0698-6DE0C34532EF}"/>
                  </a:ext>
                </a:extLst>
              </p14:cNvPr>
              <p14:cNvContentPartPr/>
              <p14:nvPr/>
            </p14:nvContentPartPr>
            <p14:xfrm>
              <a:off x="8094420" y="2904128"/>
              <a:ext cx="360" cy="6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7DB64CE-2F4C-A043-0698-6DE0C34532E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085420" y="2895128"/>
                <a:ext cx="180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942ADA1-B241-85BF-4ABB-3E21EF2504E5}"/>
                  </a:ext>
                </a:extLst>
              </p14:cNvPr>
              <p14:cNvContentPartPr/>
              <p14:nvPr/>
            </p14:nvContentPartPr>
            <p14:xfrm>
              <a:off x="8212860" y="2981888"/>
              <a:ext cx="167760" cy="885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942ADA1-B241-85BF-4ABB-3E21EF2504E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203860" y="2973248"/>
                <a:ext cx="185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3FEDF0A-BC2D-71C7-9797-58FDBEEA7039}"/>
                  </a:ext>
                </a:extLst>
              </p14:cNvPr>
              <p14:cNvContentPartPr/>
              <p14:nvPr/>
            </p14:nvContentPartPr>
            <p14:xfrm>
              <a:off x="8291700" y="2868488"/>
              <a:ext cx="6840" cy="100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3FEDF0A-BC2D-71C7-9797-58FDBEEA703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283060" y="2859488"/>
                <a:ext cx="24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5747E7F-0308-0C6E-0845-80834BAECA35}"/>
                  </a:ext>
                </a:extLst>
              </p14:cNvPr>
              <p14:cNvContentPartPr/>
              <p14:nvPr/>
            </p14:nvContentPartPr>
            <p14:xfrm>
              <a:off x="8442540" y="2826008"/>
              <a:ext cx="78480" cy="244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5747E7F-0308-0C6E-0845-80834BAECA3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433540" y="2817368"/>
                <a:ext cx="961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42CF5A0-44D8-4B88-990B-A293AEBB6EDA}"/>
                  </a:ext>
                </a:extLst>
              </p14:cNvPr>
              <p14:cNvContentPartPr/>
              <p14:nvPr/>
            </p14:nvContentPartPr>
            <p14:xfrm>
              <a:off x="8437500" y="2993408"/>
              <a:ext cx="98640" cy="356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42CF5A0-44D8-4B88-990B-A293AEBB6ED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428860" y="2984768"/>
                <a:ext cx="1162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3C47096-7EC7-DB3C-1050-B53FD06BB6CC}"/>
                  </a:ext>
                </a:extLst>
              </p14:cNvPr>
              <p14:cNvContentPartPr/>
              <p14:nvPr/>
            </p14:nvContentPartPr>
            <p14:xfrm>
              <a:off x="8572500" y="2960648"/>
              <a:ext cx="133920" cy="2512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3C47096-7EC7-DB3C-1050-B53FD06BB6C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63500" y="2952008"/>
                <a:ext cx="1515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3C5CCE4-ED67-B466-574A-ACFB0B17FF68}"/>
                  </a:ext>
                </a:extLst>
              </p14:cNvPr>
              <p14:cNvContentPartPr/>
              <p14:nvPr/>
            </p14:nvContentPartPr>
            <p14:xfrm>
              <a:off x="8869500" y="2981888"/>
              <a:ext cx="124200" cy="1306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3C5CCE4-ED67-B466-574A-ACFB0B17FF6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60500" y="2973248"/>
                <a:ext cx="1418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0E8192E-9D71-3504-C007-B7152511C77C}"/>
                  </a:ext>
                </a:extLst>
              </p14:cNvPr>
              <p14:cNvContentPartPr/>
              <p14:nvPr/>
            </p14:nvContentPartPr>
            <p14:xfrm>
              <a:off x="9039420" y="2845448"/>
              <a:ext cx="74520" cy="3456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0E8192E-9D71-3504-C007-B7152511C77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030420" y="2836808"/>
                <a:ext cx="921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33650B6-937B-E27E-F232-A7398CFA4CBF}"/>
                  </a:ext>
                </a:extLst>
              </p14:cNvPr>
              <p14:cNvContentPartPr/>
              <p14:nvPr/>
            </p14:nvContentPartPr>
            <p14:xfrm>
              <a:off x="8982540" y="3038768"/>
              <a:ext cx="119880" cy="11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33650B6-937B-E27E-F232-A7398CFA4CB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973900" y="3029768"/>
                <a:ext cx="137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154E19B-9DFE-2274-6233-8EEC693D71F5}"/>
                  </a:ext>
                </a:extLst>
              </p14:cNvPr>
              <p14:cNvContentPartPr/>
              <p14:nvPr/>
            </p14:nvContentPartPr>
            <p14:xfrm>
              <a:off x="9310140" y="2918528"/>
              <a:ext cx="209880" cy="145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154E19B-9DFE-2274-6233-8EEC693D71F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301140" y="2909888"/>
                <a:ext cx="2275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276A2703-809E-E169-FE7B-63ABB98166E6}"/>
                  </a:ext>
                </a:extLst>
              </p14:cNvPr>
              <p14:cNvContentPartPr/>
              <p14:nvPr/>
            </p14:nvContentPartPr>
            <p14:xfrm>
              <a:off x="9782460" y="2971448"/>
              <a:ext cx="30600" cy="684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276A2703-809E-E169-FE7B-63ABB98166E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773820" y="2962808"/>
                <a:ext cx="482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1BBD3C53-21DD-EDC1-5691-3D2977F772DD}"/>
                  </a:ext>
                </a:extLst>
              </p14:cNvPr>
              <p14:cNvContentPartPr/>
              <p14:nvPr/>
            </p14:nvContentPartPr>
            <p14:xfrm>
              <a:off x="9776700" y="2889368"/>
              <a:ext cx="6480" cy="46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1BBD3C53-21DD-EDC1-5691-3D2977F772D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768060" y="2880728"/>
                <a:ext cx="24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3A1BD97-F8F1-9B87-2CFC-0D52BCCA813D}"/>
                  </a:ext>
                </a:extLst>
              </p14:cNvPr>
              <p14:cNvContentPartPr/>
              <p14:nvPr/>
            </p14:nvContentPartPr>
            <p14:xfrm>
              <a:off x="9847980" y="2937248"/>
              <a:ext cx="98280" cy="1267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3A1BD97-F8F1-9B87-2CFC-0D52BCCA813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839340" y="2928248"/>
                <a:ext cx="1159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30EF4EC-F669-2E0D-A792-D6C7C557141F}"/>
                  </a:ext>
                </a:extLst>
              </p14:cNvPr>
              <p14:cNvContentPartPr/>
              <p14:nvPr/>
            </p14:nvContentPartPr>
            <p14:xfrm>
              <a:off x="10241460" y="2965328"/>
              <a:ext cx="169920" cy="738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30EF4EC-F669-2E0D-A792-D6C7C557141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0232820" y="2956328"/>
                <a:ext cx="1875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6CDF9BD-6E5F-B044-0F26-CC0DD1C67AEE}"/>
                  </a:ext>
                </a:extLst>
              </p14:cNvPr>
              <p14:cNvContentPartPr/>
              <p14:nvPr/>
            </p14:nvContentPartPr>
            <p14:xfrm>
              <a:off x="7195140" y="3402368"/>
              <a:ext cx="135720" cy="1209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6CDF9BD-6E5F-B044-0F26-CC0DD1C67AE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186500" y="3393728"/>
                <a:ext cx="1533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25F1465-9A76-7830-2F9D-90EA5F7F4354}"/>
                  </a:ext>
                </a:extLst>
              </p14:cNvPr>
              <p14:cNvContentPartPr/>
              <p14:nvPr/>
            </p14:nvContentPartPr>
            <p14:xfrm>
              <a:off x="7320060" y="3422528"/>
              <a:ext cx="130680" cy="651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25F1465-9A76-7830-2F9D-90EA5F7F435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311420" y="3413888"/>
                <a:ext cx="1483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332A390-1B44-1F78-72C1-F72CD33E164F}"/>
                  </a:ext>
                </a:extLst>
              </p14:cNvPr>
              <p14:cNvContentPartPr/>
              <p14:nvPr/>
            </p14:nvContentPartPr>
            <p14:xfrm>
              <a:off x="7496820" y="3431888"/>
              <a:ext cx="192240" cy="673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332A390-1B44-1F78-72C1-F72CD33E164F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488180" y="3423248"/>
                <a:ext cx="209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60685E9-2FC1-D752-192F-B91C34DCFFAC}"/>
                  </a:ext>
                </a:extLst>
              </p14:cNvPr>
              <p14:cNvContentPartPr/>
              <p14:nvPr/>
            </p14:nvContentPartPr>
            <p14:xfrm>
              <a:off x="7686900" y="3353048"/>
              <a:ext cx="128880" cy="170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60685E9-2FC1-D752-192F-B91C34DCFFA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677900" y="3344048"/>
                <a:ext cx="146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9E1AE5F-93F1-06D8-FD33-CDE55BB43CDD}"/>
                  </a:ext>
                </a:extLst>
              </p14:cNvPr>
              <p14:cNvContentPartPr/>
              <p14:nvPr/>
            </p14:nvContentPartPr>
            <p14:xfrm>
              <a:off x="7735860" y="3404888"/>
              <a:ext cx="273600" cy="1076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9E1AE5F-93F1-06D8-FD33-CDE55BB43CD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726860" y="3395888"/>
                <a:ext cx="2912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738D66B-EB12-0DEB-8EA3-25336D48F397}"/>
                  </a:ext>
                </a:extLst>
              </p14:cNvPr>
              <p14:cNvContentPartPr/>
              <p14:nvPr/>
            </p14:nvContentPartPr>
            <p14:xfrm>
              <a:off x="8000100" y="3404168"/>
              <a:ext cx="145080" cy="1980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738D66B-EB12-0DEB-8EA3-25336D48F39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991460" y="3395168"/>
                <a:ext cx="1627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0C93C5C-349D-7BA7-7F4C-8DF5708D48E6}"/>
                  </a:ext>
                </a:extLst>
              </p14:cNvPr>
              <p14:cNvContentPartPr/>
              <p14:nvPr/>
            </p14:nvContentPartPr>
            <p14:xfrm>
              <a:off x="8135820" y="3356648"/>
              <a:ext cx="438480" cy="1389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0C93C5C-349D-7BA7-7F4C-8DF5708D48E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127180" y="3347648"/>
                <a:ext cx="4561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995C15F3-030F-662A-823B-3749F725E78B}"/>
                  </a:ext>
                </a:extLst>
              </p14:cNvPr>
              <p14:cNvContentPartPr/>
              <p14:nvPr/>
            </p14:nvContentPartPr>
            <p14:xfrm>
              <a:off x="8602380" y="3350888"/>
              <a:ext cx="280440" cy="936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995C15F3-030F-662A-823B-3749F725E78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593380" y="3342248"/>
                <a:ext cx="2980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CAB7D8F-1AFE-DD75-15D3-87ADA9732E78}"/>
                  </a:ext>
                </a:extLst>
              </p14:cNvPr>
              <p14:cNvContentPartPr/>
              <p14:nvPr/>
            </p14:nvContentPartPr>
            <p14:xfrm>
              <a:off x="9023580" y="3356648"/>
              <a:ext cx="98640" cy="763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CAB7D8F-1AFE-DD75-15D3-87ADA9732E7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014580" y="3347648"/>
                <a:ext cx="1162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B52ECEC-432D-C8FE-9CCA-D4871CB9F247}"/>
                  </a:ext>
                </a:extLst>
              </p14:cNvPr>
              <p14:cNvContentPartPr/>
              <p14:nvPr/>
            </p14:nvContentPartPr>
            <p14:xfrm>
              <a:off x="9107820" y="3239288"/>
              <a:ext cx="158040" cy="3549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B52ECEC-432D-C8FE-9CCA-D4871CB9F24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098820" y="3230288"/>
                <a:ext cx="1756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3DAC24C-E4F6-6049-BD84-5EC5DB6C6819}"/>
                  </a:ext>
                </a:extLst>
              </p14:cNvPr>
              <p14:cNvContentPartPr/>
              <p14:nvPr/>
            </p14:nvContentPartPr>
            <p14:xfrm>
              <a:off x="9140220" y="3488768"/>
              <a:ext cx="102600" cy="338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3DAC24C-E4F6-6049-BD84-5EC5DB6C681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131220" y="3480128"/>
                <a:ext cx="120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7C66E18A-ECAC-75FA-AC9B-26D7C6BAD1CC}"/>
                  </a:ext>
                </a:extLst>
              </p14:cNvPr>
              <p14:cNvContentPartPr/>
              <p14:nvPr/>
            </p14:nvContentPartPr>
            <p14:xfrm>
              <a:off x="9361980" y="3189968"/>
              <a:ext cx="105120" cy="2124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7C66E18A-ECAC-75FA-AC9B-26D7C6BAD1C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353340" y="3180968"/>
                <a:ext cx="1227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26940A4-D52F-4E1A-98B1-E562B6AD21C3}"/>
                  </a:ext>
                </a:extLst>
              </p14:cNvPr>
              <p14:cNvContentPartPr/>
              <p14:nvPr/>
            </p14:nvContentPartPr>
            <p14:xfrm>
              <a:off x="9382860" y="3327488"/>
              <a:ext cx="196200" cy="1026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26940A4-D52F-4E1A-98B1-E562B6AD21C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373860" y="3318488"/>
                <a:ext cx="213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9582651-4305-8202-61E9-F241E08F3544}"/>
                  </a:ext>
                </a:extLst>
              </p14:cNvPr>
              <p14:cNvContentPartPr/>
              <p14:nvPr/>
            </p14:nvContentPartPr>
            <p14:xfrm>
              <a:off x="9579060" y="3339008"/>
              <a:ext cx="154080" cy="925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9582651-4305-8202-61E9-F241E08F354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570420" y="3330368"/>
                <a:ext cx="171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53B00C16-B072-9584-6F3E-F21EAC8298E3}"/>
                  </a:ext>
                </a:extLst>
              </p14:cNvPr>
              <p14:cNvContentPartPr/>
              <p14:nvPr/>
            </p14:nvContentPartPr>
            <p14:xfrm>
              <a:off x="9761940" y="3295088"/>
              <a:ext cx="99360" cy="136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53B00C16-B072-9584-6F3E-F21EAC8298E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753300" y="3286448"/>
                <a:ext cx="1170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0DEF185-015B-9F66-60F8-210326224CFE}"/>
                  </a:ext>
                </a:extLst>
              </p14:cNvPr>
              <p14:cNvContentPartPr/>
              <p14:nvPr/>
            </p14:nvContentPartPr>
            <p14:xfrm>
              <a:off x="9928260" y="3376808"/>
              <a:ext cx="51840" cy="896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0DEF185-015B-9F66-60F8-210326224CF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919620" y="3368168"/>
                <a:ext cx="694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898F143-E100-200C-94E9-F786865DF836}"/>
                  </a:ext>
                </a:extLst>
              </p14:cNvPr>
              <p14:cNvContentPartPr/>
              <p14:nvPr/>
            </p14:nvContentPartPr>
            <p14:xfrm>
              <a:off x="9944100" y="3252248"/>
              <a:ext cx="19800" cy="37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898F143-E100-200C-94E9-F786865DF836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935100" y="3243248"/>
                <a:ext cx="374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DD5481B-4D77-4C03-A568-B21295A80285}"/>
                  </a:ext>
                </a:extLst>
              </p14:cNvPr>
              <p14:cNvContentPartPr/>
              <p14:nvPr/>
            </p14:nvContentPartPr>
            <p14:xfrm>
              <a:off x="10073700" y="3355928"/>
              <a:ext cx="106560" cy="70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DD5481B-4D77-4C03-A568-B21295A80285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065060" y="3347288"/>
                <a:ext cx="124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3CDD82D-9EDE-F64E-20F1-0113A164592C}"/>
                  </a:ext>
                </a:extLst>
              </p14:cNvPr>
              <p14:cNvContentPartPr/>
              <p14:nvPr/>
            </p14:nvContentPartPr>
            <p14:xfrm>
              <a:off x="10250820" y="3280688"/>
              <a:ext cx="56520" cy="15372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3CDD82D-9EDE-F64E-20F1-0113A164592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242180" y="3272048"/>
                <a:ext cx="741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0DB871B-9D2B-5767-12B2-73FB978C9E72}"/>
                  </a:ext>
                </a:extLst>
              </p14:cNvPr>
              <p14:cNvContentPartPr/>
              <p14:nvPr/>
            </p14:nvContentPartPr>
            <p14:xfrm>
              <a:off x="10199340" y="3313088"/>
              <a:ext cx="176040" cy="3506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0DB871B-9D2B-5767-12B2-73FB978C9E7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190700" y="3304448"/>
                <a:ext cx="193680" cy="36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17E2C9D-E6D1-258A-B567-57D0B4AD0814}"/>
              </a:ext>
            </a:extLst>
          </p:cNvPr>
          <p:cNvGrpSpPr/>
          <p:nvPr/>
        </p:nvGrpSpPr>
        <p:grpSpPr>
          <a:xfrm>
            <a:off x="7225740" y="3699368"/>
            <a:ext cx="401400" cy="234360"/>
            <a:chOff x="7225740" y="3699368"/>
            <a:chExt cx="40140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E97D540-851E-0FCB-3E61-91CFBA07467E}"/>
                    </a:ext>
                  </a:extLst>
                </p14:cNvPr>
                <p14:cNvContentPartPr/>
                <p14:nvPr/>
              </p14:nvContentPartPr>
              <p14:xfrm>
                <a:off x="7225740" y="3699368"/>
                <a:ext cx="210600" cy="234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E97D540-851E-0FCB-3E61-91CFBA07467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16740" y="3690728"/>
                  <a:ext cx="228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0674972-32C8-C677-8E92-7A62BDFA4BF9}"/>
                    </a:ext>
                  </a:extLst>
                </p14:cNvPr>
                <p14:cNvContentPartPr/>
                <p14:nvPr/>
              </p14:nvContentPartPr>
              <p14:xfrm>
                <a:off x="7538580" y="3766688"/>
                <a:ext cx="82080" cy="140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0674972-32C8-C677-8E92-7A62BDFA4BF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29580" y="3757688"/>
                  <a:ext cx="99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754A071-EFF4-05AD-FC45-67B3D4779649}"/>
                    </a:ext>
                  </a:extLst>
                </p14:cNvPr>
                <p14:cNvContentPartPr/>
                <p14:nvPr/>
              </p14:nvContentPartPr>
              <p14:xfrm>
                <a:off x="7454700" y="3741488"/>
                <a:ext cx="172440" cy="15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754A071-EFF4-05AD-FC45-67B3D477964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46060" y="3732848"/>
                  <a:ext cx="1900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15E45B3-910F-379A-C8CD-064E73FD657E}"/>
              </a:ext>
            </a:extLst>
          </p:cNvPr>
          <p:cNvGrpSpPr/>
          <p:nvPr/>
        </p:nvGrpSpPr>
        <p:grpSpPr>
          <a:xfrm>
            <a:off x="7838460" y="3756248"/>
            <a:ext cx="1450080" cy="314280"/>
            <a:chOff x="7838460" y="3756248"/>
            <a:chExt cx="14500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B548612-2FE2-6A39-EBAB-9470507C60F2}"/>
                    </a:ext>
                  </a:extLst>
                </p14:cNvPr>
                <p14:cNvContentPartPr/>
                <p14:nvPr/>
              </p14:nvContentPartPr>
              <p14:xfrm>
                <a:off x="7838460" y="3756248"/>
                <a:ext cx="333360" cy="157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B548612-2FE2-6A39-EBAB-9470507C60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29820" y="3747248"/>
                  <a:ext cx="351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F366BC5-7E19-097D-C540-AA45B276F399}"/>
                    </a:ext>
                  </a:extLst>
                </p14:cNvPr>
                <p14:cNvContentPartPr/>
                <p14:nvPr/>
              </p14:nvContentPartPr>
              <p14:xfrm>
                <a:off x="8176860" y="3842648"/>
                <a:ext cx="139680" cy="227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F366BC5-7E19-097D-C540-AA45B276F39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67860" y="3834008"/>
                  <a:ext cx="157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2D3E04A-1003-2B83-7785-D902D7728B8A}"/>
                    </a:ext>
                  </a:extLst>
                </p14:cNvPr>
                <p14:cNvContentPartPr/>
                <p14:nvPr/>
              </p14:nvContentPartPr>
              <p14:xfrm>
                <a:off x="8352540" y="3799448"/>
                <a:ext cx="465840" cy="123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2D3E04A-1003-2B83-7785-D902D7728B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43900" y="3790808"/>
                  <a:ext cx="483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05C07F9-9399-BF32-C087-D8D08D7E6829}"/>
                    </a:ext>
                  </a:extLst>
                </p14:cNvPr>
                <p14:cNvContentPartPr/>
                <p14:nvPr/>
              </p14:nvContentPartPr>
              <p14:xfrm>
                <a:off x="8874180" y="3781808"/>
                <a:ext cx="270360" cy="120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05C07F9-9399-BF32-C087-D8D08D7E682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65540" y="3772808"/>
                  <a:ext cx="288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50787AD-6FF9-EF28-40F0-56C4F60FC01F}"/>
                    </a:ext>
                  </a:extLst>
                </p14:cNvPr>
                <p14:cNvContentPartPr/>
                <p14:nvPr/>
              </p14:nvContentPartPr>
              <p14:xfrm>
                <a:off x="9134820" y="3783608"/>
                <a:ext cx="153720" cy="154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50787AD-6FF9-EF28-40F0-56C4F60FC01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25820" y="3774968"/>
                  <a:ext cx="17136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7B745F8-043D-A856-D8C8-822F7C3FE767}"/>
                  </a:ext>
                </a:extLst>
              </p14:cNvPr>
              <p14:cNvContentPartPr/>
              <p14:nvPr/>
            </p14:nvContentPartPr>
            <p14:xfrm>
              <a:off x="2510100" y="1807208"/>
              <a:ext cx="185760" cy="1692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7B745F8-043D-A856-D8C8-822F7C3FE76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501100" y="1798208"/>
                <a:ext cx="2034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2C29419-33CA-92FF-3893-54BB84BA16D1}"/>
                  </a:ext>
                </a:extLst>
              </p14:cNvPr>
              <p14:cNvContentPartPr/>
              <p14:nvPr/>
            </p14:nvContentPartPr>
            <p14:xfrm>
              <a:off x="5422140" y="1750688"/>
              <a:ext cx="168120" cy="216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2C29419-33CA-92FF-3893-54BB84BA16D1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413500" y="1741688"/>
                <a:ext cx="1857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D750E95-D918-3F23-4D76-5D4E34886376}"/>
                  </a:ext>
                </a:extLst>
              </p14:cNvPr>
              <p14:cNvContentPartPr/>
              <p14:nvPr/>
            </p14:nvContentPartPr>
            <p14:xfrm>
              <a:off x="5625900" y="1202408"/>
              <a:ext cx="294840" cy="1692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D750E95-D918-3F23-4D76-5D4E3488637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616900" y="1193768"/>
                <a:ext cx="31248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CA25C2D-E054-9291-AD54-3B969B175181}"/>
              </a:ext>
            </a:extLst>
          </p:cNvPr>
          <p:cNvGrpSpPr/>
          <p:nvPr/>
        </p:nvGrpSpPr>
        <p:grpSpPr>
          <a:xfrm>
            <a:off x="6099300" y="812888"/>
            <a:ext cx="968040" cy="354960"/>
            <a:chOff x="6099300" y="812888"/>
            <a:chExt cx="96804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069118A-1F05-B16E-7015-3B456CF0CDC6}"/>
                    </a:ext>
                  </a:extLst>
                </p14:cNvPr>
                <p14:cNvContentPartPr/>
                <p14:nvPr/>
              </p14:nvContentPartPr>
              <p14:xfrm>
                <a:off x="6146100" y="1101248"/>
                <a:ext cx="35640" cy="6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069118A-1F05-B16E-7015-3B456CF0CDC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37100" y="1092608"/>
                  <a:ext cx="53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F9FB288-DFDC-3EC7-A965-DBAB4195B56B}"/>
                    </a:ext>
                  </a:extLst>
                </p14:cNvPr>
                <p14:cNvContentPartPr/>
                <p14:nvPr/>
              </p14:nvContentPartPr>
              <p14:xfrm>
                <a:off x="6099300" y="1001168"/>
                <a:ext cx="1080" cy="6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F9FB288-DFDC-3EC7-A965-DBAB4195B56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90300" y="992168"/>
                  <a:ext cx="18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A467ECE-C9A4-5176-F121-64684A72F294}"/>
                    </a:ext>
                  </a:extLst>
                </p14:cNvPr>
                <p14:cNvContentPartPr/>
                <p14:nvPr/>
              </p14:nvContentPartPr>
              <p14:xfrm>
                <a:off x="6187500" y="1080008"/>
                <a:ext cx="191520" cy="57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A467ECE-C9A4-5176-F121-64684A72F2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178860" y="1071368"/>
                  <a:ext cx="209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56728F-66D4-921B-A7EB-57CDAAFACBB9}"/>
                    </a:ext>
                  </a:extLst>
                </p14:cNvPr>
                <p14:cNvContentPartPr/>
                <p14:nvPr/>
              </p14:nvContentPartPr>
              <p14:xfrm>
                <a:off x="6327900" y="929888"/>
                <a:ext cx="129600" cy="166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56728F-66D4-921B-A7EB-57CDAAFACBB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318900" y="920888"/>
                  <a:ext cx="147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0250030-2F60-3C19-1AE3-F60D4A06928E}"/>
                    </a:ext>
                  </a:extLst>
                </p14:cNvPr>
                <p14:cNvContentPartPr/>
                <p14:nvPr/>
              </p14:nvContentPartPr>
              <p14:xfrm>
                <a:off x="6379740" y="957248"/>
                <a:ext cx="285120" cy="114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0250030-2F60-3C19-1AE3-F60D4A06928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71100" y="948248"/>
                  <a:ext cx="302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F97AF39-DC08-AD07-DA85-B18DBFF845A9}"/>
                    </a:ext>
                  </a:extLst>
                </p14:cNvPr>
                <p14:cNvContentPartPr/>
                <p14:nvPr/>
              </p14:nvContentPartPr>
              <p14:xfrm>
                <a:off x="6664860" y="812888"/>
                <a:ext cx="402480" cy="305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F97AF39-DC08-AD07-DA85-B18DBFF845A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55860" y="803888"/>
                  <a:ext cx="420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AAC578E-CEAE-29E0-E399-11FE91773702}"/>
                    </a:ext>
                  </a:extLst>
                </p14:cNvPr>
                <p14:cNvContentPartPr/>
                <p14:nvPr/>
              </p14:nvContentPartPr>
              <p14:xfrm>
                <a:off x="6850980" y="847808"/>
                <a:ext cx="72360" cy="81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AAC578E-CEAE-29E0-E399-11FE9177370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841980" y="838808"/>
                  <a:ext cx="90000" cy="99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398CFB-EA37-5C15-E9BB-83D384DA011E}"/>
              </a:ext>
            </a:extLst>
          </p:cNvPr>
          <p:cNvGrpSpPr/>
          <p:nvPr/>
        </p:nvGrpSpPr>
        <p:grpSpPr>
          <a:xfrm>
            <a:off x="8765100" y="3653288"/>
            <a:ext cx="363600" cy="165240"/>
            <a:chOff x="8765100" y="3653288"/>
            <a:chExt cx="36360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BB03FFE-2F96-D499-6547-898A242AAA03}"/>
                    </a:ext>
                  </a:extLst>
                </p14:cNvPr>
                <p14:cNvContentPartPr/>
                <p14:nvPr/>
              </p14:nvContentPartPr>
              <p14:xfrm>
                <a:off x="8765100" y="3771368"/>
                <a:ext cx="145080" cy="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BB03FFE-2F96-D499-6547-898A242AAA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56460" y="3762728"/>
                  <a:ext cx="162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6109EE-55BD-AE04-82DB-011B8BA348BA}"/>
                    </a:ext>
                  </a:extLst>
                </p14:cNvPr>
                <p14:cNvContentPartPr/>
                <p14:nvPr/>
              </p14:nvContentPartPr>
              <p14:xfrm>
                <a:off x="9019260" y="3709448"/>
                <a:ext cx="17280" cy="8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6109EE-55BD-AE04-82DB-011B8BA348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10260" y="3700448"/>
                  <a:ext cx="34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541638-A6E0-03B5-39D9-2360B95828F9}"/>
                    </a:ext>
                  </a:extLst>
                </p14:cNvPr>
                <p14:cNvContentPartPr/>
                <p14:nvPr/>
              </p14:nvContentPartPr>
              <p14:xfrm>
                <a:off x="9091980" y="3735368"/>
                <a:ext cx="20880" cy="83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541638-A6E0-03B5-39D9-2360B95828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82980" y="3726368"/>
                  <a:ext cx="38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0A163C-B42C-D1C7-5375-181A715C9A64}"/>
                    </a:ext>
                  </a:extLst>
                </p14:cNvPr>
                <p14:cNvContentPartPr/>
                <p14:nvPr/>
              </p14:nvContentPartPr>
              <p14:xfrm>
                <a:off x="8922060" y="3653288"/>
                <a:ext cx="206640" cy="3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0A163C-B42C-D1C7-5375-181A715C9A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13060" y="3644288"/>
                  <a:ext cx="224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3130F1-E5B5-2453-015F-BE92790ED2AB}"/>
              </a:ext>
            </a:extLst>
          </p:cNvPr>
          <p:cNvGrpSpPr/>
          <p:nvPr/>
        </p:nvGrpSpPr>
        <p:grpSpPr>
          <a:xfrm>
            <a:off x="9336060" y="3632408"/>
            <a:ext cx="556560" cy="202320"/>
            <a:chOff x="9336060" y="3632408"/>
            <a:chExt cx="55656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02BCD0-7937-E9BF-21CB-F9055A677798}"/>
                    </a:ext>
                  </a:extLst>
                </p14:cNvPr>
                <p14:cNvContentPartPr/>
                <p14:nvPr/>
              </p14:nvContentPartPr>
              <p14:xfrm>
                <a:off x="9339660" y="3632408"/>
                <a:ext cx="196560" cy="16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02BCD0-7937-E9BF-21CB-F9055A6777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30660" y="3623408"/>
                  <a:ext cx="214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2080CD-7B4F-3109-6EC6-1387E62DF5B2}"/>
                    </a:ext>
                  </a:extLst>
                </p14:cNvPr>
                <p14:cNvContentPartPr/>
                <p14:nvPr/>
              </p14:nvContentPartPr>
              <p14:xfrm>
                <a:off x="9336060" y="3771728"/>
                <a:ext cx="114120" cy="63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2080CD-7B4F-3109-6EC6-1387E62DF5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27060" y="3762728"/>
                  <a:ext cx="13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F3DD07-0296-7C1B-B67B-3E719891DEBB}"/>
                    </a:ext>
                  </a:extLst>
                </p14:cNvPr>
                <p14:cNvContentPartPr/>
                <p14:nvPr/>
              </p14:nvContentPartPr>
              <p14:xfrm>
                <a:off x="9633780" y="3677048"/>
                <a:ext cx="258840" cy="157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F3DD07-0296-7C1B-B67B-3E719891DE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24780" y="3668408"/>
                  <a:ext cx="27648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9BB060-32C3-D7B7-04EB-B2C20311683B}"/>
              </a:ext>
            </a:extLst>
          </p:cNvPr>
          <p:cNvGrpSpPr/>
          <p:nvPr/>
        </p:nvGrpSpPr>
        <p:grpSpPr>
          <a:xfrm>
            <a:off x="10072620" y="3649688"/>
            <a:ext cx="474120" cy="160560"/>
            <a:chOff x="10072620" y="3649688"/>
            <a:chExt cx="4741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304D01-0463-5686-D0D0-13F4AEB37E1E}"/>
                    </a:ext>
                  </a:extLst>
                </p14:cNvPr>
                <p14:cNvContentPartPr/>
                <p14:nvPr/>
              </p14:nvContentPartPr>
              <p14:xfrm>
                <a:off x="10072620" y="3649688"/>
                <a:ext cx="205200" cy="14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304D01-0463-5686-D0D0-13F4AEB37E1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3980" y="3640688"/>
                  <a:ext cx="222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8C95C5-3D1E-3E3D-3CAF-64BE8E2F27D5}"/>
                    </a:ext>
                  </a:extLst>
                </p14:cNvPr>
                <p14:cNvContentPartPr/>
                <p14:nvPr/>
              </p14:nvContentPartPr>
              <p14:xfrm>
                <a:off x="10416780" y="3704048"/>
                <a:ext cx="46080" cy="10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8C95C5-3D1E-3E3D-3CAF-64BE8E2F27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407780" y="3695408"/>
                  <a:ext cx="63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B4B5E5-7628-EDD7-7E16-18336AA63F06}"/>
                    </a:ext>
                  </a:extLst>
                </p14:cNvPr>
                <p14:cNvContentPartPr/>
                <p14:nvPr/>
              </p14:nvContentPartPr>
              <p14:xfrm>
                <a:off x="10504980" y="3724928"/>
                <a:ext cx="29880" cy="72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B4B5E5-7628-EDD7-7E16-18336AA63F0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96340" y="3716288"/>
                  <a:ext cx="47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E5674F3-7BB8-CD74-2162-95414371B5FA}"/>
                    </a:ext>
                  </a:extLst>
                </p14:cNvPr>
                <p14:cNvContentPartPr/>
                <p14:nvPr/>
              </p14:nvContentPartPr>
              <p14:xfrm>
                <a:off x="10373940" y="3656168"/>
                <a:ext cx="172800" cy="3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E5674F3-7BB8-CD74-2162-95414371B5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65300" y="3647528"/>
                  <a:ext cx="19044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276486A-8628-8EEF-A3A4-F9EEEF4C10CB}"/>
                  </a:ext>
                </a:extLst>
              </p14:cNvPr>
              <p14:cNvContentPartPr/>
              <p14:nvPr/>
            </p14:nvContentPartPr>
            <p14:xfrm>
              <a:off x="9020700" y="4093568"/>
              <a:ext cx="9000" cy="5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276486A-8628-8EEF-A3A4-F9EEEF4C10C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12060" y="4084568"/>
                <a:ext cx="266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F62E4E4-B61D-D010-5CA7-8543F18DDF93}"/>
              </a:ext>
            </a:extLst>
          </p:cNvPr>
          <p:cNvGrpSpPr/>
          <p:nvPr/>
        </p:nvGrpSpPr>
        <p:grpSpPr>
          <a:xfrm>
            <a:off x="9045180" y="4187168"/>
            <a:ext cx="142200" cy="126000"/>
            <a:chOff x="9045180" y="4187168"/>
            <a:chExt cx="14220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99AA70-79F9-370B-DBF4-95A8CA98BD13}"/>
                    </a:ext>
                  </a:extLst>
                </p14:cNvPr>
                <p14:cNvContentPartPr/>
                <p14:nvPr/>
              </p14:nvContentPartPr>
              <p14:xfrm>
                <a:off x="9045180" y="4233968"/>
                <a:ext cx="21240" cy="60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99AA70-79F9-370B-DBF4-95A8CA98BD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36180" y="4225328"/>
                  <a:ext cx="38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CE27BF-E444-D18A-80FC-F86CCAB6EC3D}"/>
                    </a:ext>
                  </a:extLst>
                </p14:cNvPr>
                <p14:cNvContentPartPr/>
                <p14:nvPr/>
              </p14:nvContentPartPr>
              <p14:xfrm>
                <a:off x="9080820" y="4187168"/>
                <a:ext cx="106560" cy="12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CE27BF-E444-D18A-80FC-F86CCAB6EC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71820" y="4178168"/>
                  <a:ext cx="1242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F60A8A-1354-812E-62EE-4EF9146266DA}"/>
              </a:ext>
            </a:extLst>
          </p:cNvPr>
          <p:cNvGrpSpPr/>
          <p:nvPr/>
        </p:nvGrpSpPr>
        <p:grpSpPr>
          <a:xfrm>
            <a:off x="9364860" y="4201568"/>
            <a:ext cx="480960" cy="95040"/>
            <a:chOff x="9364860" y="4201568"/>
            <a:chExt cx="48096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4CB703-58A6-DB5A-1FF3-FA95ADD0208B}"/>
                    </a:ext>
                  </a:extLst>
                </p14:cNvPr>
                <p14:cNvContentPartPr/>
                <p14:nvPr/>
              </p14:nvContentPartPr>
              <p14:xfrm>
                <a:off x="9364860" y="4212728"/>
                <a:ext cx="143280" cy="83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4CB703-58A6-DB5A-1FF3-FA95ADD020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56220" y="4204088"/>
                  <a:ext cx="160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A48342-64B5-D4BA-71A7-9030E7FA488E}"/>
                    </a:ext>
                  </a:extLst>
                </p14:cNvPr>
                <p14:cNvContentPartPr/>
                <p14:nvPr/>
              </p14:nvContentPartPr>
              <p14:xfrm>
                <a:off x="9564660" y="4201568"/>
                <a:ext cx="281160" cy="90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A48342-64B5-D4BA-71A7-9030E7FA488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55660" y="4192568"/>
                  <a:ext cx="2988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E228F6-5DC4-C77F-E709-73C2677D6681}"/>
              </a:ext>
            </a:extLst>
          </p:cNvPr>
          <p:cNvGrpSpPr/>
          <p:nvPr/>
        </p:nvGrpSpPr>
        <p:grpSpPr>
          <a:xfrm>
            <a:off x="10068660" y="4093928"/>
            <a:ext cx="1044360" cy="301320"/>
            <a:chOff x="10068660" y="4093928"/>
            <a:chExt cx="104436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2F01F1-079F-663D-5594-0BE9B2235071}"/>
                    </a:ext>
                  </a:extLst>
                </p14:cNvPr>
                <p14:cNvContentPartPr/>
                <p14:nvPr/>
              </p14:nvContentPartPr>
              <p14:xfrm>
                <a:off x="10068660" y="4198328"/>
                <a:ext cx="448560" cy="82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2F01F1-079F-663D-5594-0BE9B22350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59660" y="4189328"/>
                  <a:ext cx="466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5265C2-A021-FB8C-343B-58F141D1A6D4}"/>
                    </a:ext>
                  </a:extLst>
                </p14:cNvPr>
                <p14:cNvContentPartPr/>
                <p14:nvPr/>
              </p14:nvContentPartPr>
              <p14:xfrm>
                <a:off x="10525860" y="4218488"/>
                <a:ext cx="54720" cy="77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5265C2-A021-FB8C-343B-58F141D1A6D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16860" y="4209848"/>
                  <a:ext cx="72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9A12FD-115C-3CD5-C7BD-66017306C407}"/>
                    </a:ext>
                  </a:extLst>
                </p14:cNvPr>
                <p14:cNvContentPartPr/>
                <p14:nvPr/>
              </p14:nvContentPartPr>
              <p14:xfrm>
                <a:off x="10510380" y="4093928"/>
                <a:ext cx="12240" cy="2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9A12FD-115C-3CD5-C7BD-66017306C4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01380" y="4084928"/>
                  <a:ext cx="29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E4D9C8-0185-367E-CB7E-3BEFE18B35A9}"/>
                    </a:ext>
                  </a:extLst>
                </p14:cNvPr>
                <p14:cNvContentPartPr/>
                <p14:nvPr/>
              </p14:nvContentPartPr>
              <p14:xfrm>
                <a:off x="10664100" y="4211648"/>
                <a:ext cx="96120" cy="183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E4D9C8-0185-367E-CB7E-3BEFE18B35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55460" y="4203008"/>
                  <a:ext cx="113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5D669D-CDEB-0469-CBB0-6580E512C03A}"/>
                    </a:ext>
                  </a:extLst>
                </p14:cNvPr>
                <p14:cNvContentPartPr/>
                <p14:nvPr/>
              </p14:nvContentPartPr>
              <p14:xfrm>
                <a:off x="10769940" y="4170968"/>
                <a:ext cx="343080" cy="110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5D669D-CDEB-0469-CBB0-6580E512C0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61300" y="4162328"/>
                  <a:ext cx="360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54BB93-5603-EC82-D4D5-D63BDD069DC4}"/>
              </a:ext>
            </a:extLst>
          </p:cNvPr>
          <p:cNvGrpSpPr/>
          <p:nvPr/>
        </p:nvGrpSpPr>
        <p:grpSpPr>
          <a:xfrm>
            <a:off x="11033820" y="4442408"/>
            <a:ext cx="772560" cy="380520"/>
            <a:chOff x="11033820" y="4442408"/>
            <a:chExt cx="77256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93D6CB-A52F-7244-40EC-A22DEB9F65F2}"/>
                    </a:ext>
                  </a:extLst>
                </p14:cNvPr>
                <p14:cNvContentPartPr/>
                <p14:nvPr/>
              </p14:nvContentPartPr>
              <p14:xfrm>
                <a:off x="11033820" y="4565888"/>
                <a:ext cx="401400" cy="257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93D6CB-A52F-7244-40EC-A22DEB9F65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25180" y="4557248"/>
                  <a:ext cx="419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650ED4-878B-3CCD-91B8-4317D20CE86E}"/>
                    </a:ext>
                  </a:extLst>
                </p14:cNvPr>
                <p14:cNvContentPartPr/>
                <p14:nvPr/>
              </p14:nvContentPartPr>
              <p14:xfrm>
                <a:off x="11415060" y="4483448"/>
                <a:ext cx="9720" cy="3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650ED4-878B-3CCD-91B8-4317D20CE86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406420" y="4474808"/>
                  <a:ext cx="27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3C0B2B-06A1-A974-B1B1-8C61AE8EC2C2}"/>
                    </a:ext>
                  </a:extLst>
                </p14:cNvPr>
                <p14:cNvContentPartPr/>
                <p14:nvPr/>
              </p14:nvContentPartPr>
              <p14:xfrm>
                <a:off x="11493180" y="4591808"/>
                <a:ext cx="82080" cy="48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3C0B2B-06A1-A974-B1B1-8C61AE8EC2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484540" y="4582808"/>
                  <a:ext cx="99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62D489-09DC-EA66-55B0-047FC67A0817}"/>
                    </a:ext>
                  </a:extLst>
                </p14:cNvPr>
                <p14:cNvContentPartPr/>
                <p14:nvPr/>
              </p14:nvContentPartPr>
              <p14:xfrm>
                <a:off x="11676060" y="4442408"/>
                <a:ext cx="130320" cy="23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62D489-09DC-EA66-55B0-047FC67A081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667420" y="4433768"/>
                  <a:ext cx="1479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ED2AF0-2B3E-2181-186C-AB7AC868A777}"/>
              </a:ext>
            </a:extLst>
          </p:cNvPr>
          <p:cNvGrpSpPr/>
          <p:nvPr/>
        </p:nvGrpSpPr>
        <p:grpSpPr>
          <a:xfrm>
            <a:off x="9325260" y="4464008"/>
            <a:ext cx="1487520" cy="442440"/>
            <a:chOff x="9325260" y="4464008"/>
            <a:chExt cx="14875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FB77BC-FD86-22D0-F591-FE93C45A1FA6}"/>
                    </a:ext>
                  </a:extLst>
                </p14:cNvPr>
                <p14:cNvContentPartPr/>
                <p14:nvPr/>
              </p14:nvContentPartPr>
              <p14:xfrm>
                <a:off x="9325260" y="4464008"/>
                <a:ext cx="155880" cy="286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FB77BC-FD86-22D0-F591-FE93C45A1F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16620" y="4455008"/>
                  <a:ext cx="173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3954ED-771F-D7C8-A33F-2F4F88EA4248}"/>
                    </a:ext>
                  </a:extLst>
                </p14:cNvPr>
                <p14:cNvContentPartPr/>
                <p14:nvPr/>
              </p14:nvContentPartPr>
              <p14:xfrm>
                <a:off x="9354780" y="4633568"/>
                <a:ext cx="106560" cy="2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3954ED-771F-D7C8-A33F-2F4F88EA424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45780" y="4624928"/>
                  <a:ext cx="124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A6EFDC0-167D-2247-4404-99C934F5739E}"/>
                    </a:ext>
                  </a:extLst>
                </p14:cNvPr>
                <p14:cNvContentPartPr/>
                <p14:nvPr/>
              </p14:nvContentPartPr>
              <p14:xfrm>
                <a:off x="9496980" y="4580288"/>
                <a:ext cx="311400" cy="12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A6EFDC0-167D-2247-4404-99C934F5739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87980" y="4571648"/>
                  <a:ext cx="329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A31675-4DA5-AB6A-232B-83DFB2BC9453}"/>
                    </a:ext>
                  </a:extLst>
                </p14:cNvPr>
                <p14:cNvContentPartPr/>
                <p14:nvPr/>
              </p14:nvContentPartPr>
              <p14:xfrm>
                <a:off x="9782460" y="4592528"/>
                <a:ext cx="161280" cy="20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A31675-4DA5-AB6A-232B-83DFB2BC945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73820" y="4583888"/>
                  <a:ext cx="178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E159D7-2FBB-03F9-9D61-24B92F90B43F}"/>
                    </a:ext>
                  </a:extLst>
                </p14:cNvPr>
                <p14:cNvContentPartPr/>
                <p14:nvPr/>
              </p14:nvContentPartPr>
              <p14:xfrm>
                <a:off x="9993420" y="4583888"/>
                <a:ext cx="460080" cy="106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E159D7-2FBB-03F9-9D61-24B92F90B4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84420" y="4575248"/>
                  <a:ext cx="477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74D1B1-7F65-6856-F784-B43A458BB512}"/>
                    </a:ext>
                  </a:extLst>
                </p14:cNvPr>
                <p14:cNvContentPartPr/>
                <p14:nvPr/>
              </p14:nvContentPartPr>
              <p14:xfrm>
                <a:off x="10521900" y="4608368"/>
                <a:ext cx="290880" cy="29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74D1B1-7F65-6856-F784-B43A458BB51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12900" y="4599368"/>
                  <a:ext cx="308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45214D-A519-3BD4-EDB4-483144FADFB8}"/>
                    </a:ext>
                  </a:extLst>
                </p14:cNvPr>
                <p14:cNvContentPartPr/>
                <p14:nvPr/>
              </p14:nvContentPartPr>
              <p14:xfrm>
                <a:off x="9635580" y="4555448"/>
                <a:ext cx="57960" cy="64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45214D-A519-3BD4-EDB4-483144FADFB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26940" y="4546448"/>
                  <a:ext cx="7560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39F3D3-DA61-4C3E-ADEF-DB4A04E5A507}"/>
              </a:ext>
            </a:extLst>
          </p:cNvPr>
          <p:cNvGrpSpPr/>
          <p:nvPr/>
        </p:nvGrpSpPr>
        <p:grpSpPr>
          <a:xfrm>
            <a:off x="711540" y="4691888"/>
            <a:ext cx="2457360" cy="436680"/>
            <a:chOff x="711540" y="4691888"/>
            <a:chExt cx="24573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D0BC49-3897-04A0-559D-B15B0285E5B5}"/>
                    </a:ext>
                  </a:extLst>
                </p14:cNvPr>
                <p14:cNvContentPartPr/>
                <p14:nvPr/>
              </p14:nvContentPartPr>
              <p14:xfrm>
                <a:off x="711540" y="4893848"/>
                <a:ext cx="142920" cy="11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D0BC49-3897-04A0-559D-B15B0285E5B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2900" y="4885208"/>
                  <a:ext cx="160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168F0FF-C8C6-634D-3F92-B23219ADCF11}"/>
                    </a:ext>
                  </a:extLst>
                </p14:cNvPr>
                <p14:cNvContentPartPr/>
                <p14:nvPr/>
              </p14:nvContentPartPr>
              <p14:xfrm>
                <a:off x="934740" y="4919768"/>
                <a:ext cx="111960" cy="8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168F0FF-C8C6-634D-3F92-B23219ADCF1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6100" y="4911128"/>
                  <a:ext cx="129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5B881B-D11F-E7B4-AE76-3E6A1857DEAA}"/>
                    </a:ext>
                  </a:extLst>
                </p14:cNvPr>
                <p14:cNvContentPartPr/>
                <p14:nvPr/>
              </p14:nvContentPartPr>
              <p14:xfrm>
                <a:off x="1096020" y="4874408"/>
                <a:ext cx="70920" cy="12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5B881B-D11F-E7B4-AE76-3E6A1857DE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7380" y="4865768"/>
                  <a:ext cx="88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0004BA-94EF-36FD-AD9B-24C70916F121}"/>
                    </a:ext>
                  </a:extLst>
                </p14:cNvPr>
                <p14:cNvContentPartPr/>
                <p14:nvPr/>
              </p14:nvContentPartPr>
              <p14:xfrm>
                <a:off x="1267380" y="4909688"/>
                <a:ext cx="248760" cy="68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0004BA-94EF-36FD-AD9B-24C70916F1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58740" y="4900688"/>
                  <a:ext cx="266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CE04DFF-EFBD-A775-0E14-6074E3A22146}"/>
                    </a:ext>
                  </a:extLst>
                </p14:cNvPr>
                <p14:cNvContentPartPr/>
                <p14:nvPr/>
              </p14:nvContentPartPr>
              <p14:xfrm>
                <a:off x="1609020" y="4691888"/>
                <a:ext cx="277560" cy="294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CE04DFF-EFBD-A775-0E14-6074E3A221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00380" y="4683248"/>
                  <a:ext cx="295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08659BF-FDB8-5445-0DE9-01891A86EB7E}"/>
                    </a:ext>
                  </a:extLst>
                </p14:cNvPr>
                <p14:cNvContentPartPr/>
                <p14:nvPr/>
              </p14:nvContentPartPr>
              <p14:xfrm>
                <a:off x="1833660" y="4788728"/>
                <a:ext cx="2520" cy="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8659BF-FDB8-5445-0DE9-01891A86EB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25020" y="478008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F8626A-D32D-0463-4FBC-A74C54D3F888}"/>
                    </a:ext>
                  </a:extLst>
                </p14:cNvPr>
                <p14:cNvContentPartPr/>
                <p14:nvPr/>
              </p14:nvContentPartPr>
              <p14:xfrm>
                <a:off x="1921140" y="4826168"/>
                <a:ext cx="160920" cy="162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F8626A-D32D-0463-4FBC-A74C54D3F88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912500" y="4817168"/>
                  <a:ext cx="178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BD30F1-18FC-271D-31C6-239F918B787C}"/>
                    </a:ext>
                  </a:extLst>
                </p14:cNvPr>
                <p14:cNvContentPartPr/>
                <p14:nvPr/>
              </p14:nvContentPartPr>
              <p14:xfrm>
                <a:off x="1963620" y="4863248"/>
                <a:ext cx="249120" cy="108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BD30F1-18FC-271D-31C6-239F918B787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54980" y="4854608"/>
                  <a:ext cx="266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4A6215-6A1B-9581-B04B-789F3C09CEE7}"/>
                    </a:ext>
                  </a:extLst>
                </p14:cNvPr>
                <p14:cNvContentPartPr/>
                <p14:nvPr/>
              </p14:nvContentPartPr>
              <p14:xfrm>
                <a:off x="2263860" y="4750208"/>
                <a:ext cx="78840" cy="214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4A6215-6A1B-9581-B04B-789F3C09CEE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55220" y="4741568"/>
                  <a:ext cx="96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AF9691-FF9F-2ECD-8EFA-A8009CABB2E4}"/>
                    </a:ext>
                  </a:extLst>
                </p14:cNvPr>
                <p14:cNvContentPartPr/>
                <p14:nvPr/>
              </p14:nvContentPartPr>
              <p14:xfrm>
                <a:off x="2506860" y="4713848"/>
                <a:ext cx="159480" cy="393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AF9691-FF9F-2ECD-8EFA-A8009CABB2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97860" y="4704848"/>
                  <a:ext cx="177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36AF28E-C2A2-1047-FCC6-B4FF30F92138}"/>
                    </a:ext>
                  </a:extLst>
                </p14:cNvPr>
                <p14:cNvContentPartPr/>
                <p14:nvPr/>
              </p14:nvContentPartPr>
              <p14:xfrm>
                <a:off x="2542500" y="4881248"/>
                <a:ext cx="377280" cy="122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36AF28E-C2A2-1047-FCC6-B4FF30F921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33500" y="4872608"/>
                  <a:ext cx="394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AB138E-72F3-AECE-A049-CA192EDCAA33}"/>
                    </a:ext>
                  </a:extLst>
                </p14:cNvPr>
                <p14:cNvContentPartPr/>
                <p14:nvPr/>
              </p14:nvContentPartPr>
              <p14:xfrm>
                <a:off x="2995740" y="4912928"/>
                <a:ext cx="110520" cy="215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AB138E-72F3-AECE-A049-CA192EDCAA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87100" y="4904288"/>
                  <a:ext cx="128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E7B808-B75E-4513-20A0-001C03B9DB58}"/>
                    </a:ext>
                  </a:extLst>
                </p14:cNvPr>
                <p14:cNvContentPartPr/>
                <p14:nvPr/>
              </p14:nvContentPartPr>
              <p14:xfrm>
                <a:off x="3112020" y="5009768"/>
                <a:ext cx="56880" cy="24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E7B808-B75E-4513-20A0-001C03B9DB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03020" y="5000768"/>
                  <a:ext cx="745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24F9ED9-CF45-7F1F-E99F-A999D7E5E01D}"/>
              </a:ext>
            </a:extLst>
          </p:cNvPr>
          <p:cNvGrpSpPr/>
          <p:nvPr/>
        </p:nvGrpSpPr>
        <p:grpSpPr>
          <a:xfrm>
            <a:off x="3422700" y="4867208"/>
            <a:ext cx="136440" cy="100080"/>
            <a:chOff x="3422700" y="4867208"/>
            <a:chExt cx="13644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3D5CB6-468B-5B6C-A09C-09D163041B6E}"/>
                    </a:ext>
                  </a:extLst>
                </p14:cNvPr>
                <p14:cNvContentPartPr/>
                <p14:nvPr/>
              </p14:nvContentPartPr>
              <p14:xfrm>
                <a:off x="3465540" y="4955408"/>
                <a:ext cx="93600" cy="1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3D5CB6-468B-5B6C-A09C-09D163041B6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56540" y="4946408"/>
                  <a:ext cx="111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5E7AA4-58A0-04E3-ECA3-45BAEBCF16B2}"/>
                    </a:ext>
                  </a:extLst>
                </p14:cNvPr>
                <p14:cNvContentPartPr/>
                <p14:nvPr/>
              </p14:nvContentPartPr>
              <p14:xfrm>
                <a:off x="3422700" y="4867208"/>
                <a:ext cx="105120" cy="1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5E7AA4-58A0-04E3-ECA3-45BAEBCF16B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14060" y="4858568"/>
                  <a:ext cx="1227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3ECE132-3E0A-98A0-02CE-09046DA20C6F}"/>
              </a:ext>
            </a:extLst>
          </p:cNvPr>
          <p:cNvGrpSpPr/>
          <p:nvPr/>
        </p:nvGrpSpPr>
        <p:grpSpPr>
          <a:xfrm>
            <a:off x="3972780" y="4540328"/>
            <a:ext cx="100800" cy="363240"/>
            <a:chOff x="3972780" y="4540328"/>
            <a:chExt cx="10080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E1D21B-16FE-AB62-E7B9-3F843642E19E}"/>
                    </a:ext>
                  </a:extLst>
                </p14:cNvPr>
                <p14:cNvContentPartPr/>
                <p14:nvPr/>
              </p14:nvContentPartPr>
              <p14:xfrm>
                <a:off x="3972780" y="4540328"/>
                <a:ext cx="97920" cy="363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E1D21B-16FE-AB62-E7B9-3F843642E19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64140" y="4531688"/>
                  <a:ext cx="1155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CA9A7E-B544-626C-A64B-5F28BBD4653E}"/>
                    </a:ext>
                  </a:extLst>
                </p14:cNvPr>
                <p14:cNvContentPartPr/>
                <p14:nvPr/>
              </p14:nvContentPartPr>
              <p14:xfrm>
                <a:off x="3973500" y="4753088"/>
                <a:ext cx="100080" cy="2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CA9A7E-B544-626C-A64B-5F28BBD465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964500" y="4744448"/>
                  <a:ext cx="1177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80F082B-6E50-C231-1277-372AA868B0DD}"/>
                  </a:ext>
                </a:extLst>
              </p14:cNvPr>
              <p14:cNvContentPartPr/>
              <p14:nvPr/>
            </p14:nvContentPartPr>
            <p14:xfrm>
              <a:off x="4301820" y="4571648"/>
              <a:ext cx="360" cy="57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80F082B-6E50-C231-1277-372AA868B0D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292820" y="4563008"/>
                <a:ext cx="180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BEDDE08B-56A6-12CD-8665-88A5F99C184F}"/>
              </a:ext>
            </a:extLst>
          </p:cNvPr>
          <p:cNvGrpSpPr/>
          <p:nvPr/>
        </p:nvGrpSpPr>
        <p:grpSpPr>
          <a:xfrm>
            <a:off x="4327740" y="4691168"/>
            <a:ext cx="218520" cy="66600"/>
            <a:chOff x="4327740" y="4691168"/>
            <a:chExt cx="218520" cy="6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345BA1-A2CF-12C3-3DAC-E8781BAFEF75}"/>
                    </a:ext>
                  </a:extLst>
                </p14:cNvPr>
                <p14:cNvContentPartPr/>
                <p14:nvPr/>
              </p14:nvContentPartPr>
              <p14:xfrm>
                <a:off x="4327740" y="4691168"/>
                <a:ext cx="18360" cy="61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345BA1-A2CF-12C3-3DAC-E8781BAFEF7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18740" y="4682528"/>
                  <a:ext cx="36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199813-1EE3-6D64-FB37-472712E2D179}"/>
                    </a:ext>
                  </a:extLst>
                </p14:cNvPr>
                <p14:cNvContentPartPr/>
                <p14:nvPr/>
              </p14:nvContentPartPr>
              <p14:xfrm>
                <a:off x="4405500" y="4696568"/>
                <a:ext cx="140760" cy="61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199813-1EE3-6D64-FB37-472712E2D1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396860" y="4687568"/>
                  <a:ext cx="1584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CD86F84-D141-90A4-D355-D235AB98EE73}"/>
              </a:ext>
            </a:extLst>
          </p:cNvPr>
          <p:cNvGrpSpPr/>
          <p:nvPr/>
        </p:nvGrpSpPr>
        <p:grpSpPr>
          <a:xfrm>
            <a:off x="4763340" y="4482008"/>
            <a:ext cx="1503360" cy="385920"/>
            <a:chOff x="4763340" y="4482008"/>
            <a:chExt cx="150336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51BD70-3989-DE6B-B671-408E1CBFF4F6}"/>
                    </a:ext>
                  </a:extLst>
                </p14:cNvPr>
                <p14:cNvContentPartPr/>
                <p14:nvPr/>
              </p14:nvContentPartPr>
              <p14:xfrm>
                <a:off x="4763340" y="4664888"/>
                <a:ext cx="104400" cy="68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51BD70-3989-DE6B-B671-408E1CBFF4F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54700" y="4656248"/>
                  <a:ext cx="122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F279A8-C3A6-C4F8-DDB5-FD65850AD831}"/>
                    </a:ext>
                  </a:extLst>
                </p14:cNvPr>
                <p14:cNvContentPartPr/>
                <p14:nvPr/>
              </p14:nvContentPartPr>
              <p14:xfrm>
                <a:off x="4924980" y="4675688"/>
                <a:ext cx="120240" cy="192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F279A8-C3A6-C4F8-DDB5-FD65850AD8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16340" y="4667048"/>
                  <a:ext cx="137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271F88-EF86-8DFE-5FC2-229D50FDEBA0}"/>
                    </a:ext>
                  </a:extLst>
                </p14:cNvPr>
                <p14:cNvContentPartPr/>
                <p14:nvPr/>
              </p14:nvContentPartPr>
              <p14:xfrm>
                <a:off x="5163300" y="4515488"/>
                <a:ext cx="344520" cy="23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271F88-EF86-8DFE-5FC2-229D50FDEBA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54300" y="4506488"/>
                  <a:ext cx="362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7FA6C-2D7A-9D37-F4DC-15D5CC1974E7}"/>
                    </a:ext>
                  </a:extLst>
                </p14:cNvPr>
                <p14:cNvContentPartPr/>
                <p14:nvPr/>
              </p14:nvContentPartPr>
              <p14:xfrm>
                <a:off x="5503500" y="4620248"/>
                <a:ext cx="97560" cy="11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7FA6C-2D7A-9D37-F4DC-15D5CC1974E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94500" y="4611248"/>
                  <a:ext cx="115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86878AD-1823-5D11-18AA-390BA9BC27C5}"/>
                    </a:ext>
                  </a:extLst>
                </p14:cNvPr>
                <p14:cNvContentPartPr/>
                <p14:nvPr/>
              </p14:nvContentPartPr>
              <p14:xfrm>
                <a:off x="5751900" y="4482008"/>
                <a:ext cx="119520" cy="300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86878AD-1823-5D11-18AA-390BA9BC27C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42900" y="4473368"/>
                  <a:ext cx="137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BF5A9F-4B5B-76AE-9D90-9E4FA2F78C71}"/>
                    </a:ext>
                  </a:extLst>
                </p14:cNvPr>
                <p14:cNvContentPartPr/>
                <p14:nvPr/>
              </p14:nvContentPartPr>
              <p14:xfrm>
                <a:off x="5864220" y="4646528"/>
                <a:ext cx="250920" cy="118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BF5A9F-4B5B-76AE-9D90-9E4FA2F78C7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55220" y="4637888"/>
                  <a:ext cx="268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CC36C2-0630-5E63-72FD-14E853D671A8}"/>
                    </a:ext>
                  </a:extLst>
                </p14:cNvPr>
                <p14:cNvContentPartPr/>
                <p14:nvPr/>
              </p14:nvContentPartPr>
              <p14:xfrm>
                <a:off x="6119100" y="4654808"/>
                <a:ext cx="147600" cy="102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CC36C2-0630-5E63-72FD-14E853D671A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10460" y="4646168"/>
                  <a:ext cx="16524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E4ED0C5-B198-2210-C902-D5F244294A86}"/>
                  </a:ext>
                </a:extLst>
              </p14:cNvPr>
              <p14:cNvContentPartPr/>
              <p14:nvPr/>
            </p14:nvContentPartPr>
            <p14:xfrm>
              <a:off x="3886740" y="4971248"/>
              <a:ext cx="2162520" cy="324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E4ED0C5-B198-2210-C902-D5F244294A8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877740" y="4962248"/>
                <a:ext cx="218016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46F9385F-17B8-5E6C-E06F-A334430CB2A6}"/>
              </a:ext>
            </a:extLst>
          </p:cNvPr>
          <p:cNvGrpSpPr/>
          <p:nvPr/>
        </p:nvGrpSpPr>
        <p:grpSpPr>
          <a:xfrm>
            <a:off x="6461460" y="4484528"/>
            <a:ext cx="796680" cy="255600"/>
            <a:chOff x="6461460" y="4484528"/>
            <a:chExt cx="7966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A16BF8-B71B-72B3-2A45-4FAB81236C7E}"/>
                    </a:ext>
                  </a:extLst>
                </p14:cNvPr>
                <p14:cNvContentPartPr/>
                <p14:nvPr/>
              </p14:nvContentPartPr>
              <p14:xfrm>
                <a:off x="6461460" y="4648688"/>
                <a:ext cx="86400" cy="6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A16BF8-B71B-72B3-2A45-4FAB81236C7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52820" y="4639688"/>
                  <a:ext cx="104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DC7CDA-9728-080A-C632-CF4DB9D69086}"/>
                    </a:ext>
                  </a:extLst>
                </p14:cNvPr>
                <p14:cNvContentPartPr/>
                <p14:nvPr/>
              </p14:nvContentPartPr>
              <p14:xfrm>
                <a:off x="6582780" y="4591808"/>
                <a:ext cx="87120" cy="148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DC7CDA-9728-080A-C632-CF4DB9D690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74140" y="4583168"/>
                  <a:ext cx="104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555B0A2-6322-04EB-A73C-EE14ACF502DB}"/>
                    </a:ext>
                  </a:extLst>
                </p14:cNvPr>
                <p14:cNvContentPartPr/>
                <p14:nvPr/>
              </p14:nvContentPartPr>
              <p14:xfrm>
                <a:off x="6852420" y="4485968"/>
                <a:ext cx="86760" cy="193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555B0A2-6322-04EB-A73C-EE14ACF502D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43780" y="4477328"/>
                  <a:ext cx="104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EEE7B21-B124-BB23-E266-B7B1BEDBB5D8}"/>
                    </a:ext>
                  </a:extLst>
                </p14:cNvPr>
                <p14:cNvContentPartPr/>
                <p14:nvPr/>
              </p14:nvContentPartPr>
              <p14:xfrm>
                <a:off x="6873300" y="4484528"/>
                <a:ext cx="181800" cy="207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EEE7B21-B124-BB23-E266-B7B1BEDBB5D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864660" y="4475888"/>
                  <a:ext cx="1994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BCBCDD0-AC5E-73ED-3C29-370D6DD7B4CC}"/>
                    </a:ext>
                  </a:extLst>
                </p14:cNvPr>
                <p14:cNvContentPartPr/>
                <p14:nvPr/>
              </p14:nvContentPartPr>
              <p14:xfrm>
                <a:off x="7096860" y="4577768"/>
                <a:ext cx="161280" cy="161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BCBCDD0-AC5E-73ED-3C29-370D6DD7B4C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87860" y="4569128"/>
                  <a:ext cx="178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1D23C60-9F07-BB6E-EAFC-82A31FA08D01}"/>
                    </a:ext>
                  </a:extLst>
                </p14:cNvPr>
                <p14:cNvContentPartPr/>
                <p14:nvPr/>
              </p14:nvContentPartPr>
              <p14:xfrm>
                <a:off x="7143660" y="4670648"/>
                <a:ext cx="105840" cy="10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1D23C60-9F07-BB6E-EAFC-82A31FA08D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134660" y="4661648"/>
                  <a:ext cx="12348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5E7D5B7-E7E5-E84C-08CF-BD31EABE357C}"/>
                  </a:ext>
                </a:extLst>
              </p14:cNvPr>
              <p14:cNvContentPartPr/>
              <p14:nvPr/>
            </p14:nvContentPartPr>
            <p14:xfrm>
              <a:off x="5938380" y="4976648"/>
              <a:ext cx="131436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5E7D5B7-E7E5-E84C-08CF-BD31EABE357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929380" y="4967648"/>
                <a:ext cx="13320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77D33B0-46DC-0A03-CEEE-384507A831A0}"/>
              </a:ext>
            </a:extLst>
          </p:cNvPr>
          <p:cNvGrpSpPr/>
          <p:nvPr/>
        </p:nvGrpSpPr>
        <p:grpSpPr>
          <a:xfrm>
            <a:off x="6373260" y="783728"/>
            <a:ext cx="218160" cy="372240"/>
            <a:chOff x="6373260" y="783728"/>
            <a:chExt cx="2181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40C34D8-7FC3-8D86-2261-843238D450C4}"/>
                    </a:ext>
                  </a:extLst>
                </p14:cNvPr>
                <p14:cNvContentPartPr/>
                <p14:nvPr/>
              </p14:nvContentPartPr>
              <p14:xfrm>
                <a:off x="6373260" y="783728"/>
                <a:ext cx="113760" cy="372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40C34D8-7FC3-8D86-2261-843238D450C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364620" y="775088"/>
                  <a:ext cx="1314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9437204-1C5B-61AC-C2D0-94F2E1A4CEAA}"/>
                    </a:ext>
                  </a:extLst>
                </p14:cNvPr>
                <p14:cNvContentPartPr/>
                <p14:nvPr/>
              </p14:nvContentPartPr>
              <p14:xfrm>
                <a:off x="6378660" y="986768"/>
                <a:ext cx="110520" cy="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9437204-1C5B-61AC-C2D0-94F2E1A4CE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70020" y="978128"/>
                  <a:ext cx="128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0D4E235-618D-41BE-7B96-AFFEDC1A40A1}"/>
                    </a:ext>
                  </a:extLst>
                </p14:cNvPr>
                <p14:cNvContentPartPr/>
                <p14:nvPr/>
              </p14:nvContentPartPr>
              <p14:xfrm>
                <a:off x="6492420" y="988208"/>
                <a:ext cx="99000" cy="129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0D4E235-618D-41BE-7B96-AFFEDC1A40A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483780" y="979568"/>
                  <a:ext cx="1166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7477636-A8C3-47B4-633F-236C38AAC464}"/>
              </a:ext>
            </a:extLst>
          </p:cNvPr>
          <p:cNvGrpSpPr/>
          <p:nvPr/>
        </p:nvGrpSpPr>
        <p:grpSpPr>
          <a:xfrm>
            <a:off x="6753780" y="774728"/>
            <a:ext cx="1521360" cy="379440"/>
            <a:chOff x="6753780" y="774728"/>
            <a:chExt cx="15213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A883E9-D3BC-8362-2837-C220F7F062E3}"/>
                    </a:ext>
                  </a:extLst>
                </p14:cNvPr>
                <p14:cNvContentPartPr/>
                <p14:nvPr/>
              </p14:nvContentPartPr>
              <p14:xfrm>
                <a:off x="6753780" y="931688"/>
                <a:ext cx="360" cy="3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A883E9-D3BC-8362-2837-C220F7F062E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5140" y="92304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693469-55A2-4275-C467-7D48FF35E3C7}"/>
                    </a:ext>
                  </a:extLst>
                </p14:cNvPr>
                <p14:cNvContentPartPr/>
                <p14:nvPr/>
              </p14:nvContentPartPr>
              <p14:xfrm>
                <a:off x="6804900" y="1038968"/>
                <a:ext cx="1080" cy="4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693469-55A2-4275-C467-7D48FF35E3C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6260" y="1029968"/>
                  <a:ext cx="1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2430234-3967-8BD4-DB2A-C1869492CFCE}"/>
                    </a:ext>
                  </a:extLst>
                </p14:cNvPr>
                <p14:cNvContentPartPr/>
                <p14:nvPr/>
              </p14:nvContentPartPr>
              <p14:xfrm>
                <a:off x="6901740" y="894248"/>
                <a:ext cx="116640" cy="151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2430234-3967-8BD4-DB2A-C1869492CFC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92740" y="885608"/>
                  <a:ext cx="134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9B901B-E27F-D6FF-003B-86ACEF6AB035}"/>
                    </a:ext>
                  </a:extLst>
                </p14:cNvPr>
                <p14:cNvContentPartPr/>
                <p14:nvPr/>
              </p14:nvContentPartPr>
              <p14:xfrm>
                <a:off x="7047900" y="925208"/>
                <a:ext cx="173520" cy="104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9B901B-E27F-D6FF-003B-86ACEF6AB0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38900" y="916208"/>
                  <a:ext cx="191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C25BD1-E0CC-8012-1555-DEF03E6A249C}"/>
                    </a:ext>
                  </a:extLst>
                </p14:cNvPr>
                <p14:cNvContentPartPr/>
                <p14:nvPr/>
              </p14:nvContentPartPr>
              <p14:xfrm>
                <a:off x="7252740" y="976328"/>
                <a:ext cx="246960" cy="47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C25BD1-E0CC-8012-1555-DEF03E6A24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43740" y="967688"/>
                  <a:ext cx="264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0AFDA0-ED89-812F-6095-E5CFD233C01D}"/>
                    </a:ext>
                  </a:extLst>
                </p14:cNvPr>
                <p14:cNvContentPartPr/>
                <p14:nvPr/>
              </p14:nvContentPartPr>
              <p14:xfrm>
                <a:off x="7542900" y="933848"/>
                <a:ext cx="64080" cy="172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0AFDA0-ED89-812F-6095-E5CFD233C0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34260" y="924848"/>
                  <a:ext cx="81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2AAA9A5-2B73-606C-6DCB-139E1B7891E7}"/>
                    </a:ext>
                  </a:extLst>
                </p14:cNvPr>
                <p14:cNvContentPartPr/>
                <p14:nvPr/>
              </p14:nvContentPartPr>
              <p14:xfrm>
                <a:off x="7677540" y="774728"/>
                <a:ext cx="187560" cy="250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2AAA9A5-2B73-606C-6DCB-139E1B7891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8900" y="766088"/>
                  <a:ext cx="205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BA55E15-F772-D478-91CA-91B72FAAE498}"/>
                    </a:ext>
                  </a:extLst>
                </p14:cNvPr>
                <p14:cNvContentPartPr/>
                <p14:nvPr/>
              </p14:nvContentPartPr>
              <p14:xfrm>
                <a:off x="7813620" y="807128"/>
                <a:ext cx="12960" cy="16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BA55E15-F772-D478-91CA-91B72FAAE4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04980" y="798128"/>
                  <a:ext cx="30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BF944A8-CE99-8959-450F-681607C3128F}"/>
                    </a:ext>
                  </a:extLst>
                </p14:cNvPr>
                <p14:cNvContentPartPr/>
                <p14:nvPr/>
              </p14:nvContentPartPr>
              <p14:xfrm>
                <a:off x="7917660" y="936368"/>
                <a:ext cx="155520" cy="60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BF944A8-CE99-8959-450F-681607C312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09020" y="927728"/>
                  <a:ext cx="173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4FA6477-5B53-9ED7-7996-CADDD449FEF4}"/>
                    </a:ext>
                  </a:extLst>
                </p14:cNvPr>
                <p14:cNvContentPartPr/>
                <p14:nvPr/>
              </p14:nvContentPartPr>
              <p14:xfrm>
                <a:off x="8167140" y="898928"/>
                <a:ext cx="108000" cy="255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4FA6477-5B53-9ED7-7996-CADDD449FE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58140" y="890288"/>
                  <a:ext cx="1256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45A551E-E084-50D3-A1C4-E6E6E9BDCDCF}"/>
              </a:ext>
            </a:extLst>
          </p:cNvPr>
          <p:cNvGrpSpPr/>
          <p:nvPr/>
        </p:nvGrpSpPr>
        <p:grpSpPr>
          <a:xfrm>
            <a:off x="8554140" y="746288"/>
            <a:ext cx="604080" cy="393840"/>
            <a:chOff x="8554140" y="746288"/>
            <a:chExt cx="60408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2D67C8-6780-E355-AC81-EE1767458FA2}"/>
                    </a:ext>
                  </a:extLst>
                </p14:cNvPr>
                <p14:cNvContentPartPr/>
                <p14:nvPr/>
              </p14:nvContentPartPr>
              <p14:xfrm>
                <a:off x="8554140" y="746288"/>
                <a:ext cx="117360" cy="385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2D67C8-6780-E355-AC81-EE1767458FA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45140" y="737288"/>
                  <a:ext cx="1350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8EEFEF-F828-9B01-7E19-8D45EA62AE2A}"/>
                    </a:ext>
                  </a:extLst>
                </p14:cNvPr>
                <p14:cNvContentPartPr/>
                <p14:nvPr/>
              </p14:nvContentPartPr>
              <p14:xfrm>
                <a:off x="8555940" y="970928"/>
                <a:ext cx="126000" cy="37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8EEFEF-F828-9B01-7E19-8D45EA62AE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46940" y="961928"/>
                  <a:ext cx="143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FA85E3-B8E8-FE6D-1BB4-42F4BEAA0440}"/>
                    </a:ext>
                  </a:extLst>
                </p14:cNvPr>
                <p14:cNvContentPartPr/>
                <p14:nvPr/>
              </p14:nvContentPartPr>
              <p14:xfrm>
                <a:off x="8651700" y="919088"/>
                <a:ext cx="237960" cy="104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FA85E3-B8E8-FE6D-1BB4-42F4BEAA0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42700" y="910088"/>
                  <a:ext cx="255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0DA93D3-24D6-9716-7C01-4DB15D64EAEF}"/>
                    </a:ext>
                  </a:extLst>
                </p14:cNvPr>
                <p14:cNvContentPartPr/>
                <p14:nvPr/>
              </p14:nvContentPartPr>
              <p14:xfrm>
                <a:off x="8919540" y="923768"/>
                <a:ext cx="119520" cy="216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0DA93D3-24D6-9716-7C01-4DB15D64EAE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10540" y="914768"/>
                  <a:ext cx="137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5B5B32E-2841-428A-858E-C17DA9697DB1}"/>
                    </a:ext>
                  </a:extLst>
                </p14:cNvPr>
                <p14:cNvContentPartPr/>
                <p14:nvPr/>
              </p14:nvContentPartPr>
              <p14:xfrm>
                <a:off x="8967060" y="929888"/>
                <a:ext cx="31680" cy="2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5B5B32E-2841-428A-858E-C17DA9697D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58420" y="920888"/>
                  <a:ext cx="49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F40CE83-8C01-476D-76A9-D34102781C34}"/>
                    </a:ext>
                  </a:extLst>
                </p14:cNvPr>
                <p14:cNvContentPartPr/>
                <p14:nvPr/>
              </p14:nvContentPartPr>
              <p14:xfrm>
                <a:off x="9029700" y="914048"/>
                <a:ext cx="128520" cy="108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F40CE83-8C01-476D-76A9-D34102781C3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20700" y="905408"/>
                  <a:ext cx="1461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0F33F89-86B9-635D-B608-1B1959DA17DD}"/>
              </a:ext>
            </a:extLst>
          </p:cNvPr>
          <p:cNvGrpSpPr/>
          <p:nvPr/>
        </p:nvGrpSpPr>
        <p:grpSpPr>
          <a:xfrm>
            <a:off x="4027500" y="5103728"/>
            <a:ext cx="641520" cy="374040"/>
            <a:chOff x="4027500" y="5103728"/>
            <a:chExt cx="64152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F7AAE4D-F357-E83E-45B8-B767C61DD05E}"/>
                    </a:ext>
                  </a:extLst>
                </p14:cNvPr>
                <p14:cNvContentPartPr/>
                <p14:nvPr/>
              </p14:nvContentPartPr>
              <p14:xfrm>
                <a:off x="4032540" y="5103728"/>
                <a:ext cx="118800" cy="32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F7AAE4D-F357-E83E-45B8-B767C61DD05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23900" y="5094728"/>
                  <a:ext cx="136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EB0BAA3-9FC8-458F-6679-B338C49AFADE}"/>
                    </a:ext>
                  </a:extLst>
                </p14:cNvPr>
                <p14:cNvContentPartPr/>
                <p14:nvPr/>
              </p14:nvContentPartPr>
              <p14:xfrm>
                <a:off x="4027500" y="5304248"/>
                <a:ext cx="129240" cy="5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EB0BAA3-9FC8-458F-6679-B338C49AFA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18500" y="5295248"/>
                  <a:ext cx="146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62FA124-15C8-D043-5F5A-F56FFF666FB4}"/>
                    </a:ext>
                  </a:extLst>
                </p14:cNvPr>
                <p14:cNvContentPartPr/>
                <p14:nvPr/>
              </p14:nvContentPartPr>
              <p14:xfrm>
                <a:off x="4224780" y="5366528"/>
                <a:ext cx="78840" cy="111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62FA124-15C8-D043-5F5A-F56FFF666FB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15780" y="5357888"/>
                  <a:ext cx="96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693A38-BEFD-8B35-D77E-75631981E034}"/>
                    </a:ext>
                  </a:extLst>
                </p14:cNvPr>
                <p14:cNvContentPartPr/>
                <p14:nvPr/>
              </p14:nvContentPartPr>
              <p14:xfrm>
                <a:off x="4415940" y="5282648"/>
                <a:ext cx="50400" cy="59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693A38-BEFD-8B35-D77E-75631981E0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07300" y="5274008"/>
                  <a:ext cx="68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1C1E406-89D4-6C7F-DD15-D5EFB4682DF3}"/>
                    </a:ext>
                  </a:extLst>
                </p14:cNvPr>
                <p14:cNvContentPartPr/>
                <p14:nvPr/>
              </p14:nvContentPartPr>
              <p14:xfrm>
                <a:off x="4390020" y="5169248"/>
                <a:ext cx="7200" cy="13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1C1E406-89D4-6C7F-DD15-D5EFB4682D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81020" y="5160608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F991FD-2800-6CE1-3429-FD8F2BF8F8CA}"/>
                    </a:ext>
                  </a:extLst>
                </p14:cNvPr>
                <p14:cNvContentPartPr/>
                <p14:nvPr/>
              </p14:nvContentPartPr>
              <p14:xfrm>
                <a:off x="4483620" y="5262488"/>
                <a:ext cx="185400" cy="64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F991FD-2800-6CE1-3429-FD8F2BF8F8C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74620" y="5253488"/>
                  <a:ext cx="2030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73A3037-A98E-6CEB-200F-1E8D4FB90F33}"/>
              </a:ext>
            </a:extLst>
          </p:cNvPr>
          <p:cNvGrpSpPr/>
          <p:nvPr/>
        </p:nvGrpSpPr>
        <p:grpSpPr>
          <a:xfrm>
            <a:off x="4896540" y="5057288"/>
            <a:ext cx="1904760" cy="320760"/>
            <a:chOff x="4896540" y="5057288"/>
            <a:chExt cx="19047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711EC6-A794-C4C8-77B2-0ED6DE1053DF}"/>
                    </a:ext>
                  </a:extLst>
                </p14:cNvPr>
                <p14:cNvContentPartPr/>
                <p14:nvPr/>
              </p14:nvContentPartPr>
              <p14:xfrm>
                <a:off x="4896540" y="5211368"/>
                <a:ext cx="96480" cy="105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711EC6-A794-C4C8-77B2-0ED6DE1053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87540" y="5202368"/>
                  <a:ext cx="114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2014CBE-B294-C9D3-9477-D80271796466}"/>
                    </a:ext>
                  </a:extLst>
                </p14:cNvPr>
                <p14:cNvContentPartPr/>
                <p14:nvPr/>
              </p14:nvContentPartPr>
              <p14:xfrm>
                <a:off x="5059620" y="5226848"/>
                <a:ext cx="376200" cy="68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2014CBE-B294-C9D3-9477-D8027179646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50980" y="5218208"/>
                  <a:ext cx="393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72F0703-AA96-082B-A289-FED401CECCF4}"/>
                    </a:ext>
                  </a:extLst>
                </p14:cNvPr>
                <p14:cNvContentPartPr/>
                <p14:nvPr/>
              </p14:nvContentPartPr>
              <p14:xfrm>
                <a:off x="5489460" y="5204528"/>
                <a:ext cx="73440" cy="173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72F0703-AA96-082B-A289-FED401CECC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80460" y="5195888"/>
                  <a:ext cx="91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F641067-FC61-9F9E-4554-E4E93A0C01C5}"/>
                    </a:ext>
                  </a:extLst>
                </p14:cNvPr>
                <p14:cNvContentPartPr/>
                <p14:nvPr/>
              </p14:nvContentPartPr>
              <p14:xfrm>
                <a:off x="5631300" y="5057288"/>
                <a:ext cx="263160" cy="227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F641067-FC61-9F9E-4554-E4E93A0C01C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2300" y="5048648"/>
                  <a:ext cx="280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F5AF015-31D1-7512-FAD0-11FE5F3C1957}"/>
                    </a:ext>
                  </a:extLst>
                </p14:cNvPr>
                <p14:cNvContentPartPr/>
                <p14:nvPr/>
              </p14:nvContentPartPr>
              <p14:xfrm>
                <a:off x="5935860" y="5155568"/>
                <a:ext cx="127440" cy="148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F5AF015-31D1-7512-FAD0-11FE5F3C195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26860" y="5146928"/>
                  <a:ext cx="145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F7F176C-61AB-244F-C7E4-F009A405026D}"/>
                    </a:ext>
                  </a:extLst>
                </p14:cNvPr>
                <p14:cNvContentPartPr/>
                <p14:nvPr/>
              </p14:nvContentPartPr>
              <p14:xfrm>
                <a:off x="6207660" y="5061608"/>
                <a:ext cx="94320" cy="28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F7F176C-61AB-244F-C7E4-F009A405026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98660" y="5052968"/>
                  <a:ext cx="111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68B6E7-4698-CB20-F82E-3067B3A62623}"/>
                    </a:ext>
                  </a:extLst>
                </p14:cNvPr>
                <p14:cNvContentPartPr/>
                <p14:nvPr/>
              </p14:nvContentPartPr>
              <p14:xfrm>
                <a:off x="6353100" y="5172488"/>
                <a:ext cx="255240" cy="112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68B6E7-4698-CB20-F82E-3067B3A626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44460" y="5163488"/>
                  <a:ext cx="272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B20C316-D3DC-CEE5-CC0C-73AE8AB5112B}"/>
                    </a:ext>
                  </a:extLst>
                </p14:cNvPr>
                <p14:cNvContentPartPr/>
                <p14:nvPr/>
              </p14:nvContentPartPr>
              <p14:xfrm>
                <a:off x="6664500" y="5204888"/>
                <a:ext cx="136800" cy="85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B20C316-D3DC-CEE5-CC0C-73AE8AB511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55500" y="5195888"/>
                  <a:ext cx="1544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42F2E93-6FFA-4BF2-B9C5-3DE4D5A8DD9E}"/>
              </a:ext>
            </a:extLst>
          </p:cNvPr>
          <p:cNvGrpSpPr/>
          <p:nvPr/>
        </p:nvGrpSpPr>
        <p:grpSpPr>
          <a:xfrm>
            <a:off x="3513780" y="6075008"/>
            <a:ext cx="106200" cy="61200"/>
            <a:chOff x="3513780" y="6075008"/>
            <a:chExt cx="10620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90FE4DC-77EF-A089-0E90-EF5D11E9F1D6}"/>
                    </a:ext>
                  </a:extLst>
                </p14:cNvPr>
                <p14:cNvContentPartPr/>
                <p14:nvPr/>
              </p14:nvContentPartPr>
              <p14:xfrm>
                <a:off x="3521700" y="6131528"/>
                <a:ext cx="98280" cy="4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90FE4DC-77EF-A089-0E90-EF5D11E9F1D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13060" y="6122888"/>
                  <a:ext cx="115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652FFA-F3F7-14F5-A495-F1DA8D227D40}"/>
                    </a:ext>
                  </a:extLst>
                </p14:cNvPr>
                <p14:cNvContentPartPr/>
                <p14:nvPr/>
              </p14:nvContentPartPr>
              <p14:xfrm>
                <a:off x="3513780" y="6075008"/>
                <a:ext cx="97200" cy="14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652FFA-F3F7-14F5-A495-F1DA8D227D4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05140" y="6066368"/>
                  <a:ext cx="1148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18D2401-53F2-0CA5-5BD9-983AF53DCD33}"/>
              </a:ext>
            </a:extLst>
          </p:cNvPr>
          <p:cNvGrpSpPr/>
          <p:nvPr/>
        </p:nvGrpSpPr>
        <p:grpSpPr>
          <a:xfrm>
            <a:off x="3952980" y="5754248"/>
            <a:ext cx="219240" cy="345240"/>
            <a:chOff x="3952980" y="5754248"/>
            <a:chExt cx="21924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AA226D-D2C1-8076-0C38-3B83F0295BD8}"/>
                    </a:ext>
                  </a:extLst>
                </p14:cNvPr>
                <p14:cNvContentPartPr/>
                <p14:nvPr/>
              </p14:nvContentPartPr>
              <p14:xfrm>
                <a:off x="3964140" y="5754248"/>
                <a:ext cx="92160" cy="313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AA226D-D2C1-8076-0C38-3B83F0295BD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5140" y="5745608"/>
                  <a:ext cx="109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E19F04-CA0D-3191-D2B7-76D6398602BC}"/>
                    </a:ext>
                  </a:extLst>
                </p14:cNvPr>
                <p14:cNvContentPartPr/>
                <p14:nvPr/>
              </p14:nvContentPartPr>
              <p14:xfrm>
                <a:off x="3952980" y="5928128"/>
                <a:ext cx="99720" cy="20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E19F04-CA0D-3191-D2B7-76D6398602B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44340" y="5919128"/>
                  <a:ext cx="11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A718B2E-1A5E-1DFE-B375-0F38B01A5778}"/>
                    </a:ext>
                  </a:extLst>
                </p14:cNvPr>
                <p14:cNvContentPartPr/>
                <p14:nvPr/>
              </p14:nvContentPartPr>
              <p14:xfrm>
                <a:off x="3970260" y="6099128"/>
                <a:ext cx="2019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A718B2E-1A5E-1DFE-B375-0F38B01A577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61260" y="6090488"/>
                  <a:ext cx="219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18EEA7C-E71F-1682-0BC9-6DF09E44E93A}"/>
              </a:ext>
            </a:extLst>
          </p:cNvPr>
          <p:cNvGrpSpPr/>
          <p:nvPr/>
        </p:nvGrpSpPr>
        <p:grpSpPr>
          <a:xfrm>
            <a:off x="3967380" y="6195968"/>
            <a:ext cx="220320" cy="300600"/>
            <a:chOff x="3967380" y="6195968"/>
            <a:chExt cx="22032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3933739-929A-17C7-746E-BF775D49512E}"/>
                    </a:ext>
                  </a:extLst>
                </p14:cNvPr>
                <p14:cNvContentPartPr/>
                <p14:nvPr/>
              </p14:nvContentPartPr>
              <p14:xfrm>
                <a:off x="3968460" y="6195968"/>
                <a:ext cx="104400" cy="300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3933739-929A-17C7-746E-BF775D4951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59820" y="6187328"/>
                  <a:ext cx="12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7CCC13-963B-3226-C25F-141C372D4AB0}"/>
                    </a:ext>
                  </a:extLst>
                </p14:cNvPr>
                <p14:cNvContentPartPr/>
                <p14:nvPr/>
              </p14:nvContentPartPr>
              <p14:xfrm>
                <a:off x="3967380" y="6363728"/>
                <a:ext cx="137160" cy="11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7CCC13-963B-3226-C25F-141C372D4A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58380" y="6355088"/>
                  <a:ext cx="154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1E5742-0EEF-9E41-6807-D2751D39F6C4}"/>
                    </a:ext>
                  </a:extLst>
                </p14:cNvPr>
                <p14:cNvContentPartPr/>
                <p14:nvPr/>
              </p14:nvContentPartPr>
              <p14:xfrm>
                <a:off x="4094100" y="6348608"/>
                <a:ext cx="93600" cy="120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1E5742-0EEF-9E41-6807-D2751D39F6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85460" y="6339968"/>
                  <a:ext cx="11124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0C7B52F-8770-F582-A6E0-2959B9A0483A}"/>
              </a:ext>
            </a:extLst>
          </p:cNvPr>
          <p:cNvGrpSpPr/>
          <p:nvPr/>
        </p:nvGrpSpPr>
        <p:grpSpPr>
          <a:xfrm>
            <a:off x="4597020" y="5847488"/>
            <a:ext cx="2300400" cy="439200"/>
            <a:chOff x="4597020" y="5847488"/>
            <a:chExt cx="230040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2FB365E-CFE8-33AD-F701-9D8710E7FCBF}"/>
                    </a:ext>
                  </a:extLst>
                </p14:cNvPr>
                <p14:cNvContentPartPr/>
                <p14:nvPr/>
              </p14:nvContentPartPr>
              <p14:xfrm>
                <a:off x="4727340" y="6041528"/>
                <a:ext cx="117360" cy="11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2FB365E-CFE8-33AD-F701-9D8710E7FC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18700" y="6032888"/>
                  <a:ext cx="135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A52585-47FD-47AA-38A8-236394FF6A61}"/>
                    </a:ext>
                  </a:extLst>
                </p14:cNvPr>
                <p14:cNvContentPartPr/>
                <p14:nvPr/>
              </p14:nvContentPartPr>
              <p14:xfrm>
                <a:off x="4862700" y="6064568"/>
                <a:ext cx="136080" cy="222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A52585-47FD-47AA-38A8-236394FF6A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854060" y="6055928"/>
                  <a:ext cx="1537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1FBC39A-5F99-7100-0EA2-EC705521DC9F}"/>
                    </a:ext>
                  </a:extLst>
                </p14:cNvPr>
                <p14:cNvContentPartPr/>
                <p14:nvPr/>
              </p14:nvContentPartPr>
              <p14:xfrm>
                <a:off x="5007060" y="5865488"/>
                <a:ext cx="333360" cy="28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1FBC39A-5F99-7100-0EA2-EC705521DC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98420" y="5856488"/>
                  <a:ext cx="351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D5AB5AB-C4B8-A09C-F604-4059EAB0C312}"/>
                    </a:ext>
                  </a:extLst>
                </p14:cNvPr>
                <p14:cNvContentPartPr/>
                <p14:nvPr/>
              </p14:nvContentPartPr>
              <p14:xfrm>
                <a:off x="5290020" y="6022088"/>
                <a:ext cx="143280" cy="122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D5AB5AB-C4B8-A09C-F604-4059EAB0C3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81380" y="6013448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CF5C12A-2D1A-6687-999D-5006FA105C27}"/>
                    </a:ext>
                  </a:extLst>
                </p14:cNvPr>
                <p14:cNvContentPartPr/>
                <p14:nvPr/>
              </p14:nvContentPartPr>
              <p14:xfrm>
                <a:off x="5558580" y="5847488"/>
                <a:ext cx="169920" cy="358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CF5C12A-2D1A-6687-999D-5006FA105C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49940" y="5838848"/>
                  <a:ext cx="187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4B165EC-C136-11EE-D81A-3ED27F305F51}"/>
                    </a:ext>
                  </a:extLst>
                </p14:cNvPr>
                <p14:cNvContentPartPr/>
                <p14:nvPr/>
              </p14:nvContentPartPr>
              <p14:xfrm>
                <a:off x="5693220" y="6066008"/>
                <a:ext cx="108720" cy="123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4B165EC-C136-11EE-D81A-3ED27F305F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80" y="6057008"/>
                  <a:ext cx="126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54D0737-2515-68D7-BED8-96DFF6EC352E}"/>
                    </a:ext>
                  </a:extLst>
                </p14:cNvPr>
                <p14:cNvContentPartPr/>
                <p14:nvPr/>
              </p14:nvContentPartPr>
              <p14:xfrm>
                <a:off x="5841900" y="6084728"/>
                <a:ext cx="138600" cy="79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54D0737-2515-68D7-BED8-96DFF6EC352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33260" y="6075728"/>
                  <a:ext cx="156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5572B19-2E55-429C-9D21-203B36F743BC}"/>
                    </a:ext>
                  </a:extLst>
                </p14:cNvPr>
                <p14:cNvContentPartPr/>
                <p14:nvPr/>
              </p14:nvContentPartPr>
              <p14:xfrm>
                <a:off x="6010020" y="6099488"/>
                <a:ext cx="208440" cy="55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5572B19-2E55-429C-9D21-203B36F743B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01380" y="6090848"/>
                  <a:ext cx="226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524BB8D-175F-4875-249D-E2D7329E861D}"/>
                    </a:ext>
                  </a:extLst>
                </p14:cNvPr>
                <p14:cNvContentPartPr/>
                <p14:nvPr/>
              </p14:nvContentPartPr>
              <p14:xfrm>
                <a:off x="6297300" y="6113888"/>
                <a:ext cx="55800" cy="166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524BB8D-175F-4875-249D-E2D7329E861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88660" y="6104888"/>
                  <a:ext cx="73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7141D52-DEA4-8CC5-4DC4-4D91314CA19C}"/>
                    </a:ext>
                  </a:extLst>
                </p14:cNvPr>
                <p14:cNvContentPartPr/>
                <p14:nvPr/>
              </p14:nvContentPartPr>
              <p14:xfrm>
                <a:off x="6431580" y="5898248"/>
                <a:ext cx="313920" cy="277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7141D52-DEA4-8CC5-4DC4-4D91314CA1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22580" y="5889608"/>
                  <a:ext cx="331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AAE5295-552D-3B06-19B2-DD4278DF4894}"/>
                    </a:ext>
                  </a:extLst>
                </p14:cNvPr>
                <p14:cNvContentPartPr/>
                <p14:nvPr/>
              </p14:nvContentPartPr>
              <p14:xfrm>
                <a:off x="4597020" y="5847848"/>
                <a:ext cx="104760" cy="419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AAE5295-552D-3B06-19B2-DD4278DF48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88020" y="5838848"/>
                  <a:ext cx="122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D41CAC4-ED0E-8EEF-4A2A-A1EA43B04E9F}"/>
                    </a:ext>
                  </a:extLst>
                </p14:cNvPr>
                <p14:cNvContentPartPr/>
                <p14:nvPr/>
              </p14:nvContentPartPr>
              <p14:xfrm>
                <a:off x="6805980" y="5865128"/>
                <a:ext cx="91440" cy="333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D41CAC4-ED0E-8EEF-4A2A-A1EA43B04E9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96980" y="5856488"/>
                  <a:ext cx="10908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5495429-1EF7-A17B-80BD-D0390583DABD}"/>
                  </a:ext>
                </a:extLst>
              </p14:cNvPr>
              <p14:cNvContentPartPr/>
              <p14:nvPr/>
            </p14:nvContentPartPr>
            <p14:xfrm>
              <a:off x="853740" y="5158808"/>
              <a:ext cx="2080440" cy="414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5495429-1EF7-A17B-80BD-D0390583DAB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44740" y="5149808"/>
                <a:ext cx="20980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0CC900-5420-E082-27AA-D2EC5495AD66}"/>
                  </a:ext>
                </a:extLst>
              </p14:cNvPr>
              <p14:cNvContentPartPr/>
              <p14:nvPr/>
            </p14:nvContentPartPr>
            <p14:xfrm>
              <a:off x="3858300" y="6525008"/>
              <a:ext cx="3049920" cy="1202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0CC900-5420-E082-27AA-D2EC5495AD6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849300" y="6516368"/>
                <a:ext cx="30675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2D52545-C8DB-20FE-E51D-7B35927548D8}"/>
              </a:ext>
            </a:extLst>
          </p:cNvPr>
          <p:cNvGrpSpPr/>
          <p:nvPr/>
        </p:nvGrpSpPr>
        <p:grpSpPr>
          <a:xfrm>
            <a:off x="7581420" y="5927768"/>
            <a:ext cx="385560" cy="218520"/>
            <a:chOff x="7581420" y="5927768"/>
            <a:chExt cx="38556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CE8C36-20D4-C4D2-BE4A-39A06BD1657C}"/>
                    </a:ext>
                  </a:extLst>
                </p14:cNvPr>
                <p14:cNvContentPartPr/>
                <p14:nvPr/>
              </p14:nvContentPartPr>
              <p14:xfrm>
                <a:off x="7585020" y="6068168"/>
                <a:ext cx="231840" cy="21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CE8C36-20D4-C4D2-BE4A-39A06BD165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76020" y="6059168"/>
                  <a:ext cx="249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1050A88-9786-2F7C-A06D-C6510B2A4DD9}"/>
                    </a:ext>
                  </a:extLst>
                </p14:cNvPr>
                <p14:cNvContentPartPr/>
                <p14:nvPr/>
              </p14:nvContentPartPr>
              <p14:xfrm>
                <a:off x="7581420" y="6022448"/>
                <a:ext cx="207000" cy="4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1050A88-9786-2F7C-A06D-C6510B2A4DD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72420" y="6013808"/>
                  <a:ext cx="224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563B4A1-D82D-C818-0F0B-F8D83543E3D8}"/>
                    </a:ext>
                  </a:extLst>
                </p14:cNvPr>
                <p14:cNvContentPartPr/>
                <p14:nvPr/>
              </p14:nvContentPartPr>
              <p14:xfrm>
                <a:off x="7720380" y="5927768"/>
                <a:ext cx="246600" cy="218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563B4A1-D82D-C818-0F0B-F8D83543E3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11380" y="5919128"/>
                  <a:ext cx="26424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27A8A13-8195-D1B7-0A33-E2F507D754AA}"/>
                  </a:ext>
                </a:extLst>
              </p14:cNvPr>
              <p14:cNvContentPartPr/>
              <p14:nvPr/>
            </p14:nvContentPartPr>
            <p14:xfrm>
              <a:off x="8306820" y="5921288"/>
              <a:ext cx="256680" cy="1573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27A8A13-8195-D1B7-0A33-E2F507D754A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297820" y="5912648"/>
                <a:ext cx="27432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3750022-0A8F-DB81-8104-A0255F0C8575}"/>
              </a:ext>
            </a:extLst>
          </p:cNvPr>
          <p:cNvGrpSpPr/>
          <p:nvPr/>
        </p:nvGrpSpPr>
        <p:grpSpPr>
          <a:xfrm>
            <a:off x="8712900" y="5564168"/>
            <a:ext cx="1097640" cy="771120"/>
            <a:chOff x="8712900" y="5564168"/>
            <a:chExt cx="109764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D281983-ECFF-5A09-D68A-0DE8BCD25751}"/>
                    </a:ext>
                  </a:extLst>
                </p14:cNvPr>
                <p14:cNvContentPartPr/>
                <p14:nvPr/>
              </p14:nvContentPartPr>
              <p14:xfrm>
                <a:off x="8753940" y="6021728"/>
                <a:ext cx="96840" cy="10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D281983-ECFF-5A09-D68A-0DE8BCD2575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44940" y="6012728"/>
                  <a:ext cx="114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3A2DCBE-ED4B-DD47-5895-A6FE3B6E1A94}"/>
                    </a:ext>
                  </a:extLst>
                </p14:cNvPr>
                <p14:cNvContentPartPr/>
                <p14:nvPr/>
              </p14:nvContentPartPr>
              <p14:xfrm>
                <a:off x="8712900" y="5953688"/>
                <a:ext cx="109440" cy="11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3A2DCBE-ED4B-DD47-5895-A6FE3B6E1A9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03900" y="5945048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92F188-DEA4-485C-0842-94C9B0D61E70}"/>
                    </a:ext>
                  </a:extLst>
                </p14:cNvPr>
                <p14:cNvContentPartPr/>
                <p14:nvPr/>
              </p14:nvContentPartPr>
              <p14:xfrm>
                <a:off x="8985420" y="5871248"/>
                <a:ext cx="221760" cy="186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92F188-DEA4-485C-0842-94C9B0D61E7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76780" y="5862608"/>
                  <a:ext cx="239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A778E5-C280-37F3-3AA1-EDA0B695EED7}"/>
                    </a:ext>
                  </a:extLst>
                </p14:cNvPr>
                <p14:cNvContentPartPr/>
                <p14:nvPr/>
              </p14:nvContentPartPr>
              <p14:xfrm>
                <a:off x="9238500" y="5948648"/>
                <a:ext cx="60840" cy="86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A778E5-C280-37F3-3AA1-EDA0B695EED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29500" y="5939648"/>
                  <a:ext cx="78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A353875-6C9B-0144-A965-B02D94FA4539}"/>
                    </a:ext>
                  </a:extLst>
                </p14:cNvPr>
                <p14:cNvContentPartPr/>
                <p14:nvPr/>
              </p14:nvContentPartPr>
              <p14:xfrm>
                <a:off x="9325620" y="5948648"/>
                <a:ext cx="25200" cy="73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A353875-6C9B-0144-A965-B02D94FA45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16980" y="5939648"/>
                  <a:ext cx="42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6F67C29-1E7C-2512-E5AF-8260B38012D4}"/>
                    </a:ext>
                  </a:extLst>
                </p14:cNvPr>
                <p14:cNvContentPartPr/>
                <p14:nvPr/>
              </p14:nvContentPartPr>
              <p14:xfrm>
                <a:off x="9195300" y="5906528"/>
                <a:ext cx="115200" cy="11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6F67C29-1E7C-2512-E5AF-8260B38012D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86300" y="5897888"/>
                  <a:ext cx="132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160D6F0-7A82-6930-40F0-1F96E23EF819}"/>
                    </a:ext>
                  </a:extLst>
                </p14:cNvPr>
                <p14:cNvContentPartPr/>
                <p14:nvPr/>
              </p14:nvContentPartPr>
              <p14:xfrm>
                <a:off x="9535140" y="5564168"/>
                <a:ext cx="98280" cy="311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160D6F0-7A82-6930-40F0-1F96E23EF81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26140" y="5555528"/>
                  <a:ext cx="115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6E81973-BB66-789B-9D44-004D09837F1E}"/>
                    </a:ext>
                  </a:extLst>
                </p14:cNvPr>
                <p14:cNvContentPartPr/>
                <p14:nvPr/>
              </p14:nvContentPartPr>
              <p14:xfrm>
                <a:off x="9548100" y="5736608"/>
                <a:ext cx="110520" cy="19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6E81973-BB66-789B-9D44-004D09837F1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39100" y="5727968"/>
                  <a:ext cx="12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4CC1FF-7419-97DA-8D60-BDB0B469A6C9}"/>
                    </a:ext>
                  </a:extLst>
                </p14:cNvPr>
                <p14:cNvContentPartPr/>
                <p14:nvPr/>
              </p14:nvContentPartPr>
              <p14:xfrm>
                <a:off x="9455940" y="5952968"/>
                <a:ext cx="238680" cy="37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4CC1FF-7419-97DA-8D60-BDB0B469A6C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46940" y="5943968"/>
                  <a:ext cx="256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20B9D5-7587-A7F3-33E0-2CD83F10D763}"/>
                    </a:ext>
                  </a:extLst>
                </p14:cNvPr>
                <p14:cNvContentPartPr/>
                <p14:nvPr/>
              </p14:nvContentPartPr>
              <p14:xfrm>
                <a:off x="9567540" y="6031808"/>
                <a:ext cx="91080" cy="255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20B9D5-7587-A7F3-33E0-2CD83F10D76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58540" y="6022808"/>
                  <a:ext cx="1087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86614-F0A4-4424-F0C9-8DA519A8041E}"/>
                    </a:ext>
                  </a:extLst>
                </p14:cNvPr>
                <p14:cNvContentPartPr/>
                <p14:nvPr/>
              </p14:nvContentPartPr>
              <p14:xfrm>
                <a:off x="9547740" y="6186608"/>
                <a:ext cx="157680" cy="27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86614-F0A4-4424-F0C9-8DA519A8041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38740" y="6177968"/>
                  <a:ext cx="175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1240181-6BFF-58DA-9A33-CFCF4D35CCB7}"/>
                    </a:ext>
                  </a:extLst>
                </p14:cNvPr>
                <p14:cNvContentPartPr/>
                <p14:nvPr/>
              </p14:nvContentPartPr>
              <p14:xfrm>
                <a:off x="9722340" y="6238808"/>
                <a:ext cx="88200" cy="96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1240181-6BFF-58DA-9A33-CFCF4D35CC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13340" y="6229808"/>
                  <a:ext cx="105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E7964E84-4588-2C95-B33F-9E7F71A0D86A}"/>
              </a:ext>
            </a:extLst>
          </p:cNvPr>
          <p:cNvGrpSpPr/>
          <p:nvPr/>
        </p:nvGrpSpPr>
        <p:grpSpPr>
          <a:xfrm>
            <a:off x="10244700" y="5745968"/>
            <a:ext cx="1575000" cy="399240"/>
            <a:chOff x="10244700" y="5745968"/>
            <a:chExt cx="15750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289CD0-A537-1FF0-181A-0F684A96F7DC}"/>
                    </a:ext>
                  </a:extLst>
                </p14:cNvPr>
                <p14:cNvContentPartPr/>
                <p14:nvPr/>
              </p14:nvContentPartPr>
              <p14:xfrm>
                <a:off x="10244700" y="5900048"/>
                <a:ext cx="84600" cy="151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289CD0-A537-1FF0-181A-0F684A96F7D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36060" y="5891048"/>
                  <a:ext cx="102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C982F71-A1B0-5AC7-41D0-9542285D6BFC}"/>
                    </a:ext>
                  </a:extLst>
                </p14:cNvPr>
                <p14:cNvContentPartPr/>
                <p14:nvPr/>
              </p14:nvContentPartPr>
              <p14:xfrm>
                <a:off x="10355580" y="5922728"/>
                <a:ext cx="144000" cy="99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C982F71-A1B0-5AC7-41D0-9542285D6BF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346580" y="5914088"/>
                  <a:ext cx="161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77D99CF-AD89-901C-CEBF-A6FC1F9CC529}"/>
                    </a:ext>
                  </a:extLst>
                </p14:cNvPr>
                <p14:cNvContentPartPr/>
                <p14:nvPr/>
              </p14:nvContentPartPr>
              <p14:xfrm>
                <a:off x="10570860" y="5781248"/>
                <a:ext cx="127440" cy="235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77D99CF-AD89-901C-CEBF-A6FC1F9CC5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562220" y="5772248"/>
                  <a:ext cx="145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536B469-2709-DC69-7AE5-9F6402BB6EA6}"/>
                    </a:ext>
                  </a:extLst>
                </p14:cNvPr>
                <p14:cNvContentPartPr/>
                <p14:nvPr/>
              </p14:nvContentPartPr>
              <p14:xfrm>
                <a:off x="10695420" y="5745968"/>
                <a:ext cx="267120" cy="367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536B469-2709-DC69-7AE5-9F6402BB6EA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86420" y="5737328"/>
                  <a:ext cx="284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CA43020-7D5C-C08E-FB9F-598990B0ACD1}"/>
                    </a:ext>
                  </a:extLst>
                </p14:cNvPr>
                <p14:cNvContentPartPr/>
                <p14:nvPr/>
              </p14:nvContentPartPr>
              <p14:xfrm>
                <a:off x="10905660" y="5939648"/>
                <a:ext cx="98640" cy="135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CA43020-7D5C-C08E-FB9F-598990B0AC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96660" y="5931008"/>
                  <a:ext cx="116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B4BC684-12DD-DDE7-07E0-884464A0C139}"/>
                    </a:ext>
                  </a:extLst>
                </p14:cNvPr>
                <p14:cNvContentPartPr/>
                <p14:nvPr/>
              </p14:nvContentPartPr>
              <p14:xfrm>
                <a:off x="11053260" y="5978888"/>
                <a:ext cx="169200" cy="83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B4BC684-12DD-DDE7-07E0-884464A0C13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44620" y="5969888"/>
                  <a:ext cx="186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2919BA-DA4C-0FAA-CBAD-A3E70DE774D3}"/>
                    </a:ext>
                  </a:extLst>
                </p14:cNvPr>
                <p14:cNvContentPartPr/>
                <p14:nvPr/>
              </p14:nvContentPartPr>
              <p14:xfrm>
                <a:off x="11222100" y="6000488"/>
                <a:ext cx="217800" cy="56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2919BA-DA4C-0FAA-CBAD-A3E70DE774D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213100" y="5991848"/>
                  <a:ext cx="235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CD1EC8C-5A1B-4B49-D5B8-2D356F53C474}"/>
                    </a:ext>
                  </a:extLst>
                </p14:cNvPr>
                <p14:cNvContentPartPr/>
                <p14:nvPr/>
              </p14:nvContentPartPr>
              <p14:xfrm>
                <a:off x="11466900" y="5989328"/>
                <a:ext cx="101520" cy="155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CD1EC8C-5A1B-4B49-D5B8-2D356F53C47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458260" y="5980328"/>
                  <a:ext cx="119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D39A6D5-9C93-1848-5635-D499254E404D}"/>
                    </a:ext>
                  </a:extLst>
                </p14:cNvPr>
                <p14:cNvContentPartPr/>
                <p14:nvPr/>
              </p14:nvContentPartPr>
              <p14:xfrm>
                <a:off x="11604780" y="5832368"/>
                <a:ext cx="214920" cy="226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D39A6D5-9C93-1848-5635-D499254E404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96140" y="5823728"/>
                  <a:ext cx="2325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E001DFD-71C0-F1BB-6A5A-B26FE7B6E8A4}"/>
              </a:ext>
            </a:extLst>
          </p:cNvPr>
          <p:cNvGrpSpPr/>
          <p:nvPr/>
        </p:nvGrpSpPr>
        <p:grpSpPr>
          <a:xfrm>
            <a:off x="8407260" y="5037488"/>
            <a:ext cx="2794320" cy="426240"/>
            <a:chOff x="8407260" y="5037488"/>
            <a:chExt cx="279432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7E00963-4083-E5EF-D523-462647463FFB}"/>
                    </a:ext>
                  </a:extLst>
                </p14:cNvPr>
                <p14:cNvContentPartPr/>
                <p14:nvPr/>
              </p14:nvContentPartPr>
              <p14:xfrm>
                <a:off x="8407260" y="5279048"/>
                <a:ext cx="154800" cy="78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7E00963-4083-E5EF-D523-462647463FF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398260" y="5270408"/>
                  <a:ext cx="172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A7849F-527F-886E-CBBE-3E2C28DB2909}"/>
                    </a:ext>
                  </a:extLst>
                </p14:cNvPr>
                <p14:cNvContentPartPr/>
                <p14:nvPr/>
              </p14:nvContentPartPr>
              <p14:xfrm>
                <a:off x="8634420" y="5262488"/>
                <a:ext cx="111240" cy="90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A7849F-527F-886E-CBBE-3E2C28DB290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25420" y="5253848"/>
                  <a:ext cx="128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506AC9-623D-9CCB-F92B-50255C24C51B}"/>
                    </a:ext>
                  </a:extLst>
                </p14:cNvPr>
                <p14:cNvContentPartPr/>
                <p14:nvPr/>
              </p14:nvContentPartPr>
              <p14:xfrm>
                <a:off x="8800740" y="5215688"/>
                <a:ext cx="67680" cy="114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506AC9-623D-9CCB-F92B-50255C24C5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92100" y="5206688"/>
                  <a:ext cx="85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B8C107-A740-FEF3-88AB-77A768F626CA}"/>
                    </a:ext>
                  </a:extLst>
                </p14:cNvPr>
                <p14:cNvContentPartPr/>
                <p14:nvPr/>
              </p14:nvContentPartPr>
              <p14:xfrm>
                <a:off x="8977500" y="5243408"/>
                <a:ext cx="302400" cy="60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B8C107-A740-FEF3-88AB-77A768F626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68860" y="5234408"/>
                  <a:ext cx="320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6412516-B225-DD09-2D54-9F04933BE687}"/>
                    </a:ext>
                  </a:extLst>
                </p14:cNvPr>
                <p14:cNvContentPartPr/>
                <p14:nvPr/>
              </p14:nvContentPartPr>
              <p14:xfrm>
                <a:off x="9332100" y="5037488"/>
                <a:ext cx="330840" cy="287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6412516-B225-DD09-2D54-9F04933BE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323460" y="5028488"/>
                  <a:ext cx="348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99364DC-615B-E1E3-D4F7-E97335DC509B}"/>
                    </a:ext>
                  </a:extLst>
                </p14:cNvPr>
                <p14:cNvContentPartPr/>
                <p14:nvPr/>
              </p14:nvContentPartPr>
              <p14:xfrm>
                <a:off x="9595980" y="5121008"/>
                <a:ext cx="7200" cy="68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99364DC-615B-E1E3-D4F7-E97335DC509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586980" y="5112368"/>
                  <a:ext cx="24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38F4F5D-E3AE-DA8E-9CF5-11AC4A867232}"/>
                    </a:ext>
                  </a:extLst>
                </p14:cNvPr>
                <p14:cNvContentPartPr/>
                <p14:nvPr/>
              </p14:nvContentPartPr>
              <p14:xfrm>
                <a:off x="9709380" y="5176448"/>
                <a:ext cx="122040" cy="117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38F4F5D-E3AE-DA8E-9CF5-11AC4A86723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00740" y="5167808"/>
                  <a:ext cx="139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5DA30BA-CDE5-0CDB-01E5-1F6D0BB4FFDE}"/>
                    </a:ext>
                  </a:extLst>
                </p14:cNvPr>
                <p14:cNvContentPartPr/>
                <p14:nvPr/>
              </p14:nvContentPartPr>
              <p14:xfrm>
                <a:off x="9863820" y="5071328"/>
                <a:ext cx="125280" cy="237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5DA30BA-CDE5-0CDB-01E5-1F6D0BB4FFD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54820" y="5062328"/>
                  <a:ext cx="142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192EF1D-B995-723B-91F0-0C4CDAEDF4D2}"/>
                    </a:ext>
                  </a:extLst>
                </p14:cNvPr>
                <p14:cNvContentPartPr/>
                <p14:nvPr/>
              </p14:nvContentPartPr>
              <p14:xfrm>
                <a:off x="10139580" y="5099408"/>
                <a:ext cx="143280" cy="315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192EF1D-B995-723B-91F0-0C4CDAEDF4D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30580" y="5090408"/>
                  <a:ext cx="1609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37390FD-ED7C-5A26-176F-A01F6F8551B4}"/>
                    </a:ext>
                  </a:extLst>
                </p14:cNvPr>
                <p14:cNvContentPartPr/>
                <p14:nvPr/>
              </p14:nvContentPartPr>
              <p14:xfrm>
                <a:off x="10283940" y="5190128"/>
                <a:ext cx="316440" cy="157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37390FD-ED7C-5A26-176F-A01F6F8551B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75300" y="5181488"/>
                  <a:ext cx="334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F06285-2E68-FA5A-1604-DBC4C9470A81}"/>
                    </a:ext>
                  </a:extLst>
                </p14:cNvPr>
                <p14:cNvContentPartPr/>
                <p14:nvPr/>
              </p14:nvContentPartPr>
              <p14:xfrm>
                <a:off x="10619100" y="5240888"/>
                <a:ext cx="129600" cy="222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F06285-2E68-FA5A-1604-DBC4C9470A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610100" y="5232248"/>
                  <a:ext cx="147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AE7A9-3BCA-14C3-3F02-CACCD47C86DD}"/>
                    </a:ext>
                  </a:extLst>
                </p14:cNvPr>
                <p14:cNvContentPartPr/>
                <p14:nvPr/>
              </p14:nvContentPartPr>
              <p14:xfrm>
                <a:off x="10712700" y="5362928"/>
                <a:ext cx="116280" cy="14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AE7A9-3BCA-14C3-3F02-CACCD47C86D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04060" y="5354288"/>
                  <a:ext cx="133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07F1A08-5D60-B6DA-267B-AC3E94C7EEC8}"/>
                    </a:ext>
                  </a:extLst>
                </p14:cNvPr>
                <p14:cNvContentPartPr/>
                <p14:nvPr/>
              </p14:nvContentPartPr>
              <p14:xfrm>
                <a:off x="10936260" y="5215328"/>
                <a:ext cx="265320" cy="110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07F1A08-5D60-B6DA-267B-AC3E94C7EEC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927260" y="5206328"/>
                  <a:ext cx="28296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3AAE2C6-5331-BD35-955D-3D0292391BFC}"/>
                  </a:ext>
                </a:extLst>
              </p14:cNvPr>
              <p14:cNvContentPartPr/>
              <p14:nvPr/>
            </p14:nvContentPartPr>
            <p14:xfrm>
              <a:off x="8324460" y="6498728"/>
              <a:ext cx="1395720" cy="414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3AAE2C6-5331-BD35-955D-3D0292391BFC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315460" y="6490088"/>
                <a:ext cx="14133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D1EE50D-3840-1527-90CB-ADBF597E8FFF}"/>
                  </a:ext>
                </a:extLst>
              </p14:cNvPr>
              <p14:cNvContentPartPr/>
              <p14:nvPr/>
            </p14:nvContentPartPr>
            <p14:xfrm>
              <a:off x="4692780" y="2098808"/>
              <a:ext cx="1728000" cy="94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D1EE50D-3840-1527-90CB-ADBF597E8FF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4683780" y="2089808"/>
                <a:ext cx="1745640" cy="11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D34E7-100A-21C2-B992-91F4B87960B9}"/>
              </a:ext>
            </a:extLst>
          </p:cNvPr>
          <p:cNvGrpSpPr/>
          <p:nvPr/>
        </p:nvGrpSpPr>
        <p:grpSpPr>
          <a:xfrm>
            <a:off x="669420" y="3898448"/>
            <a:ext cx="586440" cy="299160"/>
            <a:chOff x="669420" y="3898448"/>
            <a:chExt cx="5864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72D83C-2928-0D02-8BC0-DF466DAC7DC5}"/>
                    </a:ext>
                  </a:extLst>
                </p14:cNvPr>
                <p14:cNvContentPartPr/>
                <p14:nvPr/>
              </p14:nvContentPartPr>
              <p14:xfrm>
                <a:off x="669420" y="3959288"/>
                <a:ext cx="163080" cy="238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72D83C-2928-0D02-8BC0-DF466DAC7D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0420" y="3950288"/>
                  <a:ext cx="180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2714D9-B82A-E88B-9738-7C39151B89D7}"/>
                    </a:ext>
                  </a:extLst>
                </p14:cNvPr>
                <p14:cNvContentPartPr/>
                <p14:nvPr/>
              </p14:nvContentPartPr>
              <p14:xfrm>
                <a:off x="841500" y="3925088"/>
                <a:ext cx="146880" cy="248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2714D9-B82A-E88B-9738-7C39151B89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2500" y="3916088"/>
                  <a:ext cx="164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416CD5-FBD0-89A4-5239-2401D1BD9D8C}"/>
                    </a:ext>
                  </a:extLst>
                </p14:cNvPr>
                <p14:cNvContentPartPr/>
                <p14:nvPr/>
              </p14:nvContentPartPr>
              <p14:xfrm>
                <a:off x="1005660" y="4068008"/>
                <a:ext cx="138960" cy="54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416CD5-FBD0-89A4-5239-2401D1BD9D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6660" y="4059368"/>
                  <a:ext cx="156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B94FF5-0AA4-6B22-F7AA-9EFA810B3B48}"/>
                    </a:ext>
                  </a:extLst>
                </p14:cNvPr>
                <p14:cNvContentPartPr/>
                <p14:nvPr/>
              </p14:nvContentPartPr>
              <p14:xfrm>
                <a:off x="1142820" y="3898448"/>
                <a:ext cx="113040" cy="295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B94FF5-0AA4-6B22-F7AA-9EFA810B3B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3820" y="3889448"/>
                  <a:ext cx="13068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08F4CD-0393-4741-9EE5-2E1935C7002D}"/>
                  </a:ext>
                </a:extLst>
              </p14:cNvPr>
              <p14:cNvContentPartPr/>
              <p14:nvPr/>
            </p14:nvContentPartPr>
            <p14:xfrm>
              <a:off x="1407780" y="3999248"/>
              <a:ext cx="31320" cy="15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08F4CD-0393-4741-9EE5-2E1935C700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99140" y="3990248"/>
                <a:ext cx="489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17F3751-0585-CE7D-ED90-7A99921B5B49}"/>
                  </a:ext>
                </a:extLst>
              </p14:cNvPr>
              <p14:cNvContentPartPr/>
              <p14:nvPr/>
            </p14:nvContentPartPr>
            <p14:xfrm>
              <a:off x="1459620" y="4124888"/>
              <a:ext cx="360" cy="1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17F3751-0585-CE7D-ED90-7A99921B5B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50980" y="4116248"/>
                <a:ext cx="1800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4B0EE79-BBD8-7DDA-449A-D39244944ED5}"/>
              </a:ext>
            </a:extLst>
          </p:cNvPr>
          <p:cNvGrpSpPr/>
          <p:nvPr/>
        </p:nvGrpSpPr>
        <p:grpSpPr>
          <a:xfrm>
            <a:off x="1864620" y="3638528"/>
            <a:ext cx="2108160" cy="684720"/>
            <a:chOff x="1864620" y="3638528"/>
            <a:chExt cx="210816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5A2723-E430-1973-5F3F-01DF372FAF65}"/>
                    </a:ext>
                  </a:extLst>
                </p14:cNvPr>
                <p14:cNvContentPartPr/>
                <p14:nvPr/>
              </p14:nvContentPartPr>
              <p14:xfrm>
                <a:off x="1864620" y="3881888"/>
                <a:ext cx="436680" cy="26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5A2723-E430-1973-5F3F-01DF372FAF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5980" y="3872888"/>
                  <a:ext cx="4543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D7DC03-173D-B294-4135-ACC3935CA953}"/>
                    </a:ext>
                  </a:extLst>
                </p14:cNvPr>
                <p14:cNvContentPartPr/>
                <p14:nvPr/>
              </p14:nvContentPartPr>
              <p14:xfrm>
                <a:off x="1949220" y="4239368"/>
                <a:ext cx="123840" cy="8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D7DC03-173D-B294-4135-ACC3935CA9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0220" y="4230368"/>
                  <a:ext cx="141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695183-4810-DEFF-83D3-8E591AC6A2CB}"/>
                    </a:ext>
                  </a:extLst>
                </p14:cNvPr>
                <p14:cNvContentPartPr/>
                <p14:nvPr/>
              </p14:nvContentPartPr>
              <p14:xfrm>
                <a:off x="2442420" y="3906368"/>
                <a:ext cx="119160" cy="25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695183-4810-DEFF-83D3-8E591AC6A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33420" y="3897368"/>
                  <a:ext cx="136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D37939-83CD-6BE7-364B-945B4C690718}"/>
                    </a:ext>
                  </a:extLst>
                </p14:cNvPr>
                <p14:cNvContentPartPr/>
                <p14:nvPr/>
              </p14:nvContentPartPr>
              <p14:xfrm>
                <a:off x="2581380" y="3864968"/>
                <a:ext cx="155520" cy="28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D37939-83CD-6BE7-364B-945B4C6907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2380" y="3855968"/>
                  <a:ext cx="173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A55497-5F03-0500-7440-9D0C5DE12BE2}"/>
                    </a:ext>
                  </a:extLst>
                </p14:cNvPr>
                <p14:cNvContentPartPr/>
                <p14:nvPr/>
              </p14:nvContentPartPr>
              <p14:xfrm>
                <a:off x="2745540" y="4041728"/>
                <a:ext cx="14292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A55497-5F03-0500-7440-9D0C5DE12B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6900" y="4033088"/>
                  <a:ext cx="160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ECB4A7-F086-B6E6-C060-7E6EA789626B}"/>
                    </a:ext>
                  </a:extLst>
                </p14:cNvPr>
                <p14:cNvContentPartPr/>
                <p14:nvPr/>
              </p14:nvContentPartPr>
              <p14:xfrm>
                <a:off x="2847060" y="3869288"/>
                <a:ext cx="150840" cy="26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ECB4A7-F086-B6E6-C060-7E6EA78962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38060" y="3860288"/>
                  <a:ext cx="168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15F1FF-A70B-AC67-F35A-0DD2BFBFCD4F}"/>
                    </a:ext>
                  </a:extLst>
                </p14:cNvPr>
                <p14:cNvContentPartPr/>
                <p14:nvPr/>
              </p14:nvContentPartPr>
              <p14:xfrm>
                <a:off x="3060540" y="3998888"/>
                <a:ext cx="202680" cy="11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15F1FF-A70B-AC67-F35A-0DD2BFBFCD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1540" y="3990248"/>
                  <a:ext cx="220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8AD2D0-7E3D-8504-A071-C05DC46D03E6}"/>
                    </a:ext>
                  </a:extLst>
                </p14:cNvPr>
                <p14:cNvContentPartPr/>
                <p14:nvPr/>
              </p14:nvContentPartPr>
              <p14:xfrm>
                <a:off x="3202380" y="3834008"/>
                <a:ext cx="154080" cy="2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8AD2D0-7E3D-8504-A071-C05DC46D03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3380" y="3825368"/>
                  <a:ext cx="171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30A62E-1768-02D8-98A2-6D10E67C64B2}"/>
                    </a:ext>
                  </a:extLst>
                </p14:cNvPr>
                <p14:cNvContentPartPr/>
                <p14:nvPr/>
              </p14:nvContentPartPr>
              <p14:xfrm>
                <a:off x="3398580" y="3771728"/>
                <a:ext cx="106920" cy="20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30A62E-1768-02D8-98A2-6D10E67C64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9580" y="3762728"/>
                  <a:ext cx="124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18A2015-70C4-25CE-664F-4A5D74BED35E}"/>
                    </a:ext>
                  </a:extLst>
                </p14:cNvPr>
                <p14:cNvContentPartPr/>
                <p14:nvPr/>
              </p14:nvContentPartPr>
              <p14:xfrm>
                <a:off x="3340620" y="3638528"/>
                <a:ext cx="1800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18A2015-70C4-25CE-664F-4A5D74BED3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1620" y="3629528"/>
                  <a:ext cx="35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E34AAA-6B3E-7B5A-3D78-D6375F488605}"/>
                    </a:ext>
                  </a:extLst>
                </p14:cNvPr>
                <p14:cNvContentPartPr/>
                <p14:nvPr/>
              </p14:nvContentPartPr>
              <p14:xfrm>
                <a:off x="3522420" y="3730328"/>
                <a:ext cx="180360" cy="10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E34AAA-6B3E-7B5A-3D78-D6375F4886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13780" y="3721328"/>
                  <a:ext cx="198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2240B1-BC58-C2C2-6F7C-D804CF82D137}"/>
                    </a:ext>
                  </a:extLst>
                </p14:cNvPr>
                <p14:cNvContentPartPr/>
                <p14:nvPr/>
              </p14:nvContentPartPr>
              <p14:xfrm>
                <a:off x="3776940" y="3730328"/>
                <a:ext cx="195840" cy="7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2240B1-BC58-C2C2-6F7C-D804CF82D1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67940" y="3721328"/>
                  <a:ext cx="213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DC8971-5F04-BB66-2F6C-5AD435813FCF}"/>
                    </a:ext>
                  </a:extLst>
                </p14:cNvPr>
                <p14:cNvContentPartPr/>
                <p14:nvPr/>
              </p14:nvContentPartPr>
              <p14:xfrm>
                <a:off x="3621060" y="3761288"/>
                <a:ext cx="13320" cy="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DC8971-5F04-BB66-2F6C-5AD435813F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12060" y="3752648"/>
                  <a:ext cx="30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C57E21-CC2E-2829-3148-2BAD0D639E0B}"/>
                    </a:ext>
                  </a:extLst>
                </p14:cNvPr>
                <p14:cNvContentPartPr/>
                <p14:nvPr/>
              </p14:nvContentPartPr>
              <p14:xfrm>
                <a:off x="3672900" y="3693968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C57E21-CC2E-2829-3148-2BAD0D639E0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64260" y="36849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71F3079-16E3-27DE-BF81-FEDD19D070B3}"/>
              </a:ext>
            </a:extLst>
          </p:cNvPr>
          <p:cNvGrpSpPr/>
          <p:nvPr/>
        </p:nvGrpSpPr>
        <p:grpSpPr>
          <a:xfrm>
            <a:off x="2498220" y="4240088"/>
            <a:ext cx="2001960" cy="473400"/>
            <a:chOff x="2498220" y="4240088"/>
            <a:chExt cx="20019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A3749A-3ACC-6A71-C0C3-29E4AFFB3ECE}"/>
                    </a:ext>
                  </a:extLst>
                </p14:cNvPr>
                <p14:cNvContentPartPr/>
                <p14:nvPr/>
              </p14:nvContentPartPr>
              <p14:xfrm>
                <a:off x="2498220" y="4240088"/>
                <a:ext cx="1383840" cy="88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A3749A-3ACC-6A71-C0C3-29E4AFFB3E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89220" y="4231448"/>
                  <a:ext cx="1401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FC68BC-5E6F-E649-55A5-297AD71AF73D}"/>
                    </a:ext>
                  </a:extLst>
                </p14:cNvPr>
                <p14:cNvContentPartPr/>
                <p14:nvPr/>
              </p14:nvContentPartPr>
              <p14:xfrm>
                <a:off x="2679300" y="4649048"/>
                <a:ext cx="118080" cy="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FC68BC-5E6F-E649-55A5-297AD71AF7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70300" y="4640048"/>
                  <a:ext cx="135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6DFBA0-839F-8873-2AA7-D27E5539D030}"/>
                    </a:ext>
                  </a:extLst>
                </p14:cNvPr>
                <p14:cNvContentPartPr/>
                <p14:nvPr/>
              </p14:nvContentPartPr>
              <p14:xfrm>
                <a:off x="2671020" y="4587488"/>
                <a:ext cx="93240" cy="10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6DFBA0-839F-8873-2AA7-D27E5539D0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62380" y="4578848"/>
                  <a:ext cx="110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5DCB5A-358C-0268-06F8-568476B3A977}"/>
                    </a:ext>
                  </a:extLst>
                </p14:cNvPr>
                <p14:cNvContentPartPr/>
                <p14:nvPr/>
              </p14:nvContentPartPr>
              <p14:xfrm>
                <a:off x="2977380" y="4478408"/>
                <a:ext cx="160560" cy="23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5DCB5A-358C-0268-06F8-568476B3A9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8740" y="4469408"/>
                  <a:ext cx="178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961BC7-4910-3D60-CF4B-AE75956779C2}"/>
                    </a:ext>
                  </a:extLst>
                </p14:cNvPr>
                <p14:cNvContentPartPr/>
                <p14:nvPr/>
              </p14:nvContentPartPr>
              <p14:xfrm>
                <a:off x="3146220" y="4445288"/>
                <a:ext cx="146160" cy="252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961BC7-4910-3D60-CF4B-AE75956779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37580" y="4436648"/>
                  <a:ext cx="163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DF6685-5092-EFE9-C7E8-5701EB056452}"/>
                    </a:ext>
                  </a:extLst>
                </p14:cNvPr>
                <p14:cNvContentPartPr/>
                <p14:nvPr/>
              </p14:nvContentPartPr>
              <p14:xfrm>
                <a:off x="3298860" y="4578128"/>
                <a:ext cx="135000" cy="80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DF6685-5092-EFE9-C7E8-5701EB0564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90220" y="4569128"/>
                  <a:ext cx="152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9843CA-A3A4-FD11-F175-3323937440C4}"/>
                    </a:ext>
                  </a:extLst>
                </p14:cNvPr>
                <p14:cNvContentPartPr/>
                <p14:nvPr/>
              </p14:nvContentPartPr>
              <p14:xfrm>
                <a:off x="3371580" y="4410368"/>
                <a:ext cx="203400" cy="300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9843CA-A3A4-FD11-F175-3323937440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62940" y="4401368"/>
                  <a:ext cx="2210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D8E625-D13E-18C8-535B-2B8B40DEC20B}"/>
                    </a:ext>
                  </a:extLst>
                </p14:cNvPr>
                <p14:cNvContentPartPr/>
                <p14:nvPr/>
              </p14:nvContentPartPr>
              <p14:xfrm>
                <a:off x="3672900" y="4566968"/>
                <a:ext cx="176760" cy="12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D8E625-D13E-18C8-535B-2B8B40DEC2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64260" y="4557968"/>
                  <a:ext cx="194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CD93C1-37A6-FA22-A372-571521C40BB8}"/>
                    </a:ext>
                  </a:extLst>
                </p14:cNvPr>
                <p14:cNvContentPartPr/>
                <p14:nvPr/>
              </p14:nvContentPartPr>
              <p14:xfrm>
                <a:off x="3848580" y="4501088"/>
                <a:ext cx="100080" cy="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CD93C1-37A6-FA22-A372-571521C40B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39940" y="4492088"/>
                  <a:ext cx="117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C2C245B-2816-26EE-884C-AD70A8B807A0}"/>
                    </a:ext>
                  </a:extLst>
                </p14:cNvPr>
                <p14:cNvContentPartPr/>
                <p14:nvPr/>
              </p14:nvContentPartPr>
              <p14:xfrm>
                <a:off x="4005540" y="4447088"/>
                <a:ext cx="79920" cy="180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C2C245B-2816-26EE-884C-AD70A8B807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96540" y="4438448"/>
                  <a:ext cx="97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1098F1-A3FF-87FF-46E2-1451FF0CCD5F}"/>
                    </a:ext>
                  </a:extLst>
                </p14:cNvPr>
                <p14:cNvContentPartPr/>
                <p14:nvPr/>
              </p14:nvContentPartPr>
              <p14:xfrm>
                <a:off x="3990060" y="4353488"/>
                <a:ext cx="5040" cy="1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1098F1-A3FF-87FF-46E2-1451FF0CCD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81060" y="4344848"/>
                  <a:ext cx="2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4462E6-7A9E-D9EA-A347-41609D31ACE6}"/>
                    </a:ext>
                  </a:extLst>
                </p14:cNvPr>
                <p14:cNvContentPartPr/>
                <p14:nvPr/>
              </p14:nvContentPartPr>
              <p14:xfrm>
                <a:off x="4104180" y="4354568"/>
                <a:ext cx="167040" cy="11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4462E6-7A9E-D9EA-A347-41609D31AC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95540" y="4345928"/>
                  <a:ext cx="184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7D588A-13CF-817B-0A61-9A2DE98B39E0}"/>
                    </a:ext>
                  </a:extLst>
                </p14:cNvPr>
                <p14:cNvContentPartPr/>
                <p14:nvPr/>
              </p14:nvContentPartPr>
              <p14:xfrm>
                <a:off x="4393620" y="4335128"/>
                <a:ext cx="106560" cy="11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7D588A-13CF-817B-0A61-9A2DE98B39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84620" y="4326128"/>
                  <a:ext cx="12420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A22D221-4184-5171-32DD-67F9FC1502F6}"/>
              </a:ext>
            </a:extLst>
          </p:cNvPr>
          <p:cNvGrpSpPr/>
          <p:nvPr/>
        </p:nvGrpSpPr>
        <p:grpSpPr>
          <a:xfrm>
            <a:off x="4556700" y="4062968"/>
            <a:ext cx="147240" cy="83160"/>
            <a:chOff x="4556700" y="4062968"/>
            <a:chExt cx="14724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056470-4F1E-A78D-9601-9F490FBAE0DC}"/>
                    </a:ext>
                  </a:extLst>
                </p14:cNvPr>
                <p14:cNvContentPartPr/>
                <p14:nvPr/>
              </p14:nvContentPartPr>
              <p14:xfrm>
                <a:off x="4578300" y="4140368"/>
                <a:ext cx="125640" cy="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056470-4F1E-A78D-9601-9F490FBAE0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69300" y="4131728"/>
                  <a:ext cx="143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196311-B277-6B67-1241-73CEF70C6819}"/>
                    </a:ext>
                  </a:extLst>
                </p14:cNvPr>
                <p14:cNvContentPartPr/>
                <p14:nvPr/>
              </p14:nvContentPartPr>
              <p14:xfrm>
                <a:off x="4556700" y="4062968"/>
                <a:ext cx="129960" cy="1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196311-B277-6B67-1241-73CEF70C68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47700" y="4053968"/>
                  <a:ext cx="1476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790B0E-C36B-47B7-778D-47DC4FE594DF}"/>
                  </a:ext>
                </a:extLst>
              </p14:cNvPr>
              <p14:cNvContentPartPr/>
              <p14:nvPr/>
            </p14:nvContentPartPr>
            <p14:xfrm>
              <a:off x="4990860" y="4308848"/>
              <a:ext cx="146160" cy="74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790B0E-C36B-47B7-778D-47DC4FE594D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982220" y="4300208"/>
                <a:ext cx="16380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BBDA4D0-B9CF-B483-BFDD-848A96F14E84}"/>
              </a:ext>
            </a:extLst>
          </p:cNvPr>
          <p:cNvGrpSpPr/>
          <p:nvPr/>
        </p:nvGrpSpPr>
        <p:grpSpPr>
          <a:xfrm>
            <a:off x="4931100" y="3949208"/>
            <a:ext cx="971280" cy="264600"/>
            <a:chOff x="4931100" y="3949208"/>
            <a:chExt cx="97128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B259ED-2B50-3C31-D936-45824FF2C66E}"/>
                    </a:ext>
                  </a:extLst>
                </p14:cNvPr>
                <p14:cNvContentPartPr/>
                <p14:nvPr/>
              </p14:nvContentPartPr>
              <p14:xfrm>
                <a:off x="4931100" y="3949208"/>
                <a:ext cx="311400" cy="22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B259ED-2B50-3C31-D936-45824FF2C6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22460" y="3940208"/>
                  <a:ext cx="329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D3F18D-9B59-3BB0-292E-AB0D3491EA2A}"/>
                    </a:ext>
                  </a:extLst>
                </p14:cNvPr>
                <p14:cNvContentPartPr/>
                <p14:nvPr/>
              </p14:nvContentPartPr>
              <p14:xfrm>
                <a:off x="5387580" y="3984848"/>
                <a:ext cx="134640" cy="209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D3F18D-9B59-3BB0-292E-AB0D3491EA2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78580" y="3975848"/>
                  <a:ext cx="152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984502-8399-5080-BC2A-0C1964E4ED90}"/>
                    </a:ext>
                  </a:extLst>
                </p14:cNvPr>
                <p14:cNvContentPartPr/>
                <p14:nvPr/>
              </p14:nvContentPartPr>
              <p14:xfrm>
                <a:off x="5544540" y="3954608"/>
                <a:ext cx="158040" cy="259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984502-8399-5080-BC2A-0C1964E4ED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35540" y="3945608"/>
                  <a:ext cx="175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694E0DD-DA48-A750-F8ED-F492BD7B1E3B}"/>
                    </a:ext>
                  </a:extLst>
                </p14:cNvPr>
                <p14:cNvContentPartPr/>
                <p14:nvPr/>
              </p14:nvContentPartPr>
              <p14:xfrm>
                <a:off x="5693220" y="4104368"/>
                <a:ext cx="125640" cy="62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694E0DD-DA48-A750-F8ED-F492BD7B1E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84580" y="4095728"/>
                  <a:ext cx="143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5C5DD4-056A-B086-70D5-01EDC050D2B5}"/>
                    </a:ext>
                  </a:extLst>
                </p14:cNvPr>
                <p14:cNvContentPartPr/>
                <p14:nvPr/>
              </p14:nvContentPartPr>
              <p14:xfrm>
                <a:off x="5793300" y="3949208"/>
                <a:ext cx="109080" cy="26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5C5DD4-056A-B086-70D5-01EDC050D2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4660" y="3940568"/>
                  <a:ext cx="1267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C6526F-CE8C-F67C-D9D6-409691433870}"/>
              </a:ext>
            </a:extLst>
          </p:cNvPr>
          <p:cNvGrpSpPr/>
          <p:nvPr/>
        </p:nvGrpSpPr>
        <p:grpSpPr>
          <a:xfrm>
            <a:off x="6062940" y="4203008"/>
            <a:ext cx="150120" cy="122400"/>
            <a:chOff x="6062940" y="4203008"/>
            <a:chExt cx="15012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C5EAB5-DF94-3F6E-10DE-045C20920519}"/>
                    </a:ext>
                  </a:extLst>
                </p14:cNvPr>
                <p14:cNvContentPartPr/>
                <p14:nvPr/>
              </p14:nvContentPartPr>
              <p14:xfrm>
                <a:off x="6062940" y="4260248"/>
                <a:ext cx="13212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C5EAB5-DF94-3F6E-10DE-045C2092051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53940" y="4251248"/>
                  <a:ext cx="149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551901-8E15-AB23-9658-21E8F5D5581A}"/>
                    </a:ext>
                  </a:extLst>
                </p14:cNvPr>
                <p14:cNvContentPartPr/>
                <p14:nvPr/>
              </p14:nvContentPartPr>
              <p14:xfrm>
                <a:off x="6099300" y="4203008"/>
                <a:ext cx="113760" cy="79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551901-8E15-AB23-9658-21E8F5D558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90300" y="4194008"/>
                  <a:ext cx="1314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84F050-6AE7-D6C5-CCE9-B3F9CDA6DC67}"/>
              </a:ext>
            </a:extLst>
          </p:cNvPr>
          <p:cNvGrpSpPr/>
          <p:nvPr/>
        </p:nvGrpSpPr>
        <p:grpSpPr>
          <a:xfrm>
            <a:off x="6437340" y="4331528"/>
            <a:ext cx="103680" cy="252720"/>
            <a:chOff x="6437340" y="4331528"/>
            <a:chExt cx="10368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F96F4D-4CD9-AB60-667E-2BE08B97C347}"/>
                    </a:ext>
                  </a:extLst>
                </p14:cNvPr>
                <p14:cNvContentPartPr/>
                <p14:nvPr/>
              </p14:nvContentPartPr>
              <p14:xfrm>
                <a:off x="6437340" y="4345928"/>
                <a:ext cx="103680" cy="238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F96F4D-4CD9-AB60-667E-2BE08B97C3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28340" y="4337288"/>
                  <a:ext cx="121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17E7B5B-B162-5115-84AE-80C1C4F25C96}"/>
                    </a:ext>
                  </a:extLst>
                </p14:cNvPr>
                <p14:cNvContentPartPr/>
                <p14:nvPr/>
              </p14:nvContentPartPr>
              <p14:xfrm>
                <a:off x="6442020" y="4331528"/>
                <a:ext cx="32040" cy="8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17E7B5B-B162-5115-84AE-80C1C4F25C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33380" y="4322888"/>
                  <a:ext cx="496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0AEA552-E70A-BED5-D2D0-83C032F5E799}"/>
              </a:ext>
            </a:extLst>
          </p:cNvPr>
          <p:cNvGrpSpPr/>
          <p:nvPr/>
        </p:nvGrpSpPr>
        <p:grpSpPr>
          <a:xfrm>
            <a:off x="670140" y="5262128"/>
            <a:ext cx="1288800" cy="344880"/>
            <a:chOff x="670140" y="5262128"/>
            <a:chExt cx="128880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552BB7-CF59-A22C-9A83-506CE59BF749}"/>
                    </a:ext>
                  </a:extLst>
                </p14:cNvPr>
                <p14:cNvContentPartPr/>
                <p14:nvPr/>
              </p14:nvContentPartPr>
              <p14:xfrm>
                <a:off x="670140" y="5317928"/>
                <a:ext cx="197640" cy="282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552BB7-CF59-A22C-9A83-506CE59BF74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1500" y="5308928"/>
                  <a:ext cx="215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EAE095-3E12-47CA-F277-48D853032FD6}"/>
                    </a:ext>
                  </a:extLst>
                </p14:cNvPr>
                <p14:cNvContentPartPr/>
                <p14:nvPr/>
              </p14:nvContentPartPr>
              <p14:xfrm>
                <a:off x="904860" y="5292368"/>
                <a:ext cx="160920" cy="31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EAE095-3E12-47CA-F277-48D853032F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6220" y="5283728"/>
                  <a:ext cx="1785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9CAAFFC-3A64-2BC0-FF44-71898F1AA697}"/>
                    </a:ext>
                  </a:extLst>
                </p14:cNvPr>
                <p14:cNvContentPartPr/>
                <p14:nvPr/>
              </p14:nvContentPartPr>
              <p14:xfrm>
                <a:off x="1038780" y="5450408"/>
                <a:ext cx="152640" cy="78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9CAAFFC-3A64-2BC0-FF44-71898F1AA6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0140" y="5441768"/>
                  <a:ext cx="170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8481969-1A9F-215F-3881-DB175ECB9B0E}"/>
                    </a:ext>
                  </a:extLst>
                </p14:cNvPr>
                <p14:cNvContentPartPr/>
                <p14:nvPr/>
              </p14:nvContentPartPr>
              <p14:xfrm>
                <a:off x="1272780" y="5476688"/>
                <a:ext cx="78120" cy="9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8481969-1A9F-215F-3881-DB175ECB9B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63780" y="5468048"/>
                  <a:ext cx="95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2B4CDF-F82B-B6A8-77F4-4567BA056E17}"/>
                    </a:ext>
                  </a:extLst>
                </p14:cNvPr>
                <p14:cNvContentPartPr/>
                <p14:nvPr/>
              </p14:nvContentPartPr>
              <p14:xfrm>
                <a:off x="1407780" y="5428448"/>
                <a:ext cx="158040" cy="86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2B4CDF-F82B-B6A8-77F4-4567BA056E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99140" y="5419448"/>
                  <a:ext cx="175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945237-BB50-72CD-4DFC-03856BB23C90}"/>
                    </a:ext>
                  </a:extLst>
                </p14:cNvPr>
                <p14:cNvContentPartPr/>
                <p14:nvPr/>
              </p14:nvContentPartPr>
              <p14:xfrm>
                <a:off x="1597860" y="5486048"/>
                <a:ext cx="90360" cy="83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945237-BB50-72CD-4DFC-03856BB23C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89220" y="5477048"/>
                  <a:ext cx="108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F80C994-AC44-9D2E-9D74-B16D8F1C942F}"/>
                    </a:ext>
                  </a:extLst>
                </p14:cNvPr>
                <p14:cNvContentPartPr/>
                <p14:nvPr/>
              </p14:nvContentPartPr>
              <p14:xfrm>
                <a:off x="1651860" y="5262128"/>
                <a:ext cx="175320" cy="303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F80C994-AC44-9D2E-9D74-B16D8F1C94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43220" y="5253128"/>
                  <a:ext cx="192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BE4280-58CC-2600-00D9-222DAE78A182}"/>
                    </a:ext>
                  </a:extLst>
                </p14:cNvPr>
                <p14:cNvContentPartPr/>
                <p14:nvPr/>
              </p14:nvContentPartPr>
              <p14:xfrm>
                <a:off x="1929060" y="5349968"/>
                <a:ext cx="9000" cy="28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BE4280-58CC-2600-00D9-222DAE78A18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20420" y="5340968"/>
                  <a:ext cx="26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A38887C-116B-A80D-E109-21CDBC52152B}"/>
                    </a:ext>
                  </a:extLst>
                </p14:cNvPr>
                <p14:cNvContentPartPr/>
                <p14:nvPr/>
              </p14:nvContentPartPr>
              <p14:xfrm>
                <a:off x="1948140" y="5423768"/>
                <a:ext cx="10800" cy="1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A38887C-116B-A80D-E109-21CDBC52152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39140" y="5415128"/>
                  <a:ext cx="284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48F5117-2FC1-7289-3BA8-E3D6787816C2}"/>
                  </a:ext>
                </a:extLst>
              </p14:cNvPr>
              <p14:cNvContentPartPr/>
              <p14:nvPr/>
            </p14:nvContentPartPr>
            <p14:xfrm>
              <a:off x="2390940" y="5329808"/>
              <a:ext cx="382320" cy="277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48F5117-2FC1-7289-3BA8-E3D6787816C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382300" y="5321168"/>
                <a:ext cx="3999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DE47EA0-CA07-C648-32CA-58DC44EAB055}"/>
                  </a:ext>
                </a:extLst>
              </p14:cNvPr>
              <p14:cNvContentPartPr/>
              <p14:nvPr/>
            </p14:nvContentPartPr>
            <p14:xfrm>
              <a:off x="2478060" y="5695928"/>
              <a:ext cx="176760" cy="540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DE47EA0-CA07-C648-32CA-58DC44EAB05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69060" y="5687288"/>
                <a:ext cx="19440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65683145-087E-35B9-6211-97A46B4F6286}"/>
              </a:ext>
            </a:extLst>
          </p:cNvPr>
          <p:cNvGrpSpPr/>
          <p:nvPr/>
        </p:nvGrpSpPr>
        <p:grpSpPr>
          <a:xfrm>
            <a:off x="2990700" y="5085008"/>
            <a:ext cx="2423880" cy="529920"/>
            <a:chOff x="2990700" y="5085008"/>
            <a:chExt cx="242388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2C2B130-8540-1224-5639-01E933DBE920}"/>
                    </a:ext>
                  </a:extLst>
                </p14:cNvPr>
                <p14:cNvContentPartPr/>
                <p14:nvPr/>
              </p14:nvContentPartPr>
              <p14:xfrm>
                <a:off x="2990700" y="5343848"/>
                <a:ext cx="174960" cy="251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2C2B130-8540-1224-5639-01E933DBE9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700" y="5335208"/>
                  <a:ext cx="192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43376B-6CC9-3C84-20E8-28DDD1DB9420}"/>
                    </a:ext>
                  </a:extLst>
                </p14:cNvPr>
                <p14:cNvContentPartPr/>
                <p14:nvPr/>
              </p14:nvContentPartPr>
              <p14:xfrm>
                <a:off x="3204180" y="5299208"/>
                <a:ext cx="184680" cy="295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43376B-6CC9-3C84-20E8-28DDD1DB94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95540" y="5290208"/>
                  <a:ext cx="202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E50382-4F6B-1836-DEAD-E08D5274D435}"/>
                    </a:ext>
                  </a:extLst>
                </p14:cNvPr>
                <p14:cNvContentPartPr/>
                <p14:nvPr/>
              </p14:nvContentPartPr>
              <p14:xfrm>
                <a:off x="3366540" y="5478128"/>
                <a:ext cx="207720" cy="66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E50382-4F6B-1836-DEAD-E08D5274D4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57540" y="5469128"/>
                  <a:ext cx="225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EC9CDA-AF04-201F-1404-5E08D65FDEAA}"/>
                    </a:ext>
                  </a:extLst>
                </p14:cNvPr>
                <p14:cNvContentPartPr/>
                <p14:nvPr/>
              </p14:nvContentPartPr>
              <p14:xfrm>
                <a:off x="3654180" y="5480648"/>
                <a:ext cx="138600" cy="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EC9CDA-AF04-201F-1404-5E08D65FDE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45180" y="5472008"/>
                  <a:ext cx="156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12CD01F-BCFE-AAA6-E457-07C2DD1ECA37}"/>
                    </a:ext>
                  </a:extLst>
                </p14:cNvPr>
                <p14:cNvContentPartPr/>
                <p14:nvPr/>
              </p14:nvContentPartPr>
              <p14:xfrm>
                <a:off x="3802860" y="5434208"/>
                <a:ext cx="187920" cy="78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12CD01F-BCFE-AAA6-E457-07C2DD1ECA3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94220" y="5425568"/>
                  <a:ext cx="205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B36D43E-1524-3833-864F-9986F2F83BC9}"/>
                    </a:ext>
                  </a:extLst>
                </p14:cNvPr>
                <p14:cNvContentPartPr/>
                <p14:nvPr/>
              </p14:nvContentPartPr>
              <p14:xfrm>
                <a:off x="4021020" y="5459408"/>
                <a:ext cx="100440" cy="9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B36D43E-1524-3833-864F-9986F2F83B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12380" y="5450408"/>
                  <a:ext cx="11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1B257C9-1187-83AE-0171-7CDCDE4CB159}"/>
                    </a:ext>
                  </a:extLst>
                </p14:cNvPr>
                <p14:cNvContentPartPr/>
                <p14:nvPr/>
              </p14:nvContentPartPr>
              <p14:xfrm>
                <a:off x="4088700" y="5245568"/>
                <a:ext cx="281520" cy="369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B257C9-1187-83AE-0171-7CDCDE4CB1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79700" y="5236928"/>
                  <a:ext cx="2991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648CD5-01D4-1D23-2C25-5750B0B243A2}"/>
                    </a:ext>
                  </a:extLst>
                </p14:cNvPr>
                <p14:cNvContentPartPr/>
                <p14:nvPr/>
              </p14:nvContentPartPr>
              <p14:xfrm>
                <a:off x="4405860" y="5391728"/>
                <a:ext cx="186120" cy="16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648CD5-01D4-1D23-2C25-5750B0B243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97220" y="5382728"/>
                  <a:ext cx="203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CA721B-8E55-6B23-4471-886793D85F56}"/>
                    </a:ext>
                  </a:extLst>
                </p14:cNvPr>
                <p14:cNvContentPartPr/>
                <p14:nvPr/>
              </p14:nvContentPartPr>
              <p14:xfrm>
                <a:off x="4639860" y="5283728"/>
                <a:ext cx="56880" cy="19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CA721B-8E55-6B23-4471-886793D85F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31220" y="5274728"/>
                  <a:ext cx="74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430A97F-F1DE-FDF3-FAC7-63F0D5338BF1}"/>
                    </a:ext>
                  </a:extLst>
                </p14:cNvPr>
                <p14:cNvContentPartPr/>
                <p14:nvPr/>
              </p14:nvContentPartPr>
              <p14:xfrm>
                <a:off x="4779540" y="5216048"/>
                <a:ext cx="110160" cy="230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430A97F-F1DE-FDF3-FAC7-63F0D5338B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70540" y="5207408"/>
                  <a:ext cx="127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842E09-FF9C-82D4-9477-A3FDB001EB5D}"/>
                    </a:ext>
                  </a:extLst>
                </p14:cNvPr>
                <p14:cNvContentPartPr/>
                <p14:nvPr/>
              </p14:nvContentPartPr>
              <p14:xfrm>
                <a:off x="4743180" y="5085008"/>
                <a:ext cx="14760" cy="3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842E09-FF9C-82D4-9477-A3FDB001EB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34540" y="5076008"/>
                  <a:ext cx="32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825BFE-BAA4-6ECF-8772-9E51802736C0}"/>
                    </a:ext>
                  </a:extLst>
                </p14:cNvPr>
                <p14:cNvContentPartPr/>
                <p14:nvPr/>
              </p14:nvContentPartPr>
              <p14:xfrm>
                <a:off x="4921380" y="5150528"/>
                <a:ext cx="208080" cy="118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825BFE-BAA4-6ECF-8772-9E51802736C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12380" y="5141528"/>
                  <a:ext cx="225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BCE66A-2F61-2020-2FD8-393078BC0CEF}"/>
                    </a:ext>
                  </a:extLst>
                </p14:cNvPr>
                <p14:cNvContentPartPr/>
                <p14:nvPr/>
              </p14:nvContentPartPr>
              <p14:xfrm>
                <a:off x="5195340" y="5132888"/>
                <a:ext cx="219240" cy="90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BCE66A-2F61-2020-2FD8-393078BC0C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6340" y="5124248"/>
                  <a:ext cx="23688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A68FA78-A004-1D97-95FD-A27B8803E905}"/>
                  </a:ext>
                </a:extLst>
              </p14:cNvPr>
              <p14:cNvContentPartPr/>
              <p14:nvPr/>
            </p14:nvContentPartPr>
            <p14:xfrm>
              <a:off x="3011580" y="5704568"/>
              <a:ext cx="2235960" cy="1148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A68FA78-A004-1D97-95FD-A27B8803E90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02940" y="5695568"/>
                <a:ext cx="225360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259CE99-73E3-40F4-BA2B-0900B7367F7A}"/>
              </a:ext>
            </a:extLst>
          </p:cNvPr>
          <p:cNvGrpSpPr/>
          <p:nvPr/>
        </p:nvGrpSpPr>
        <p:grpSpPr>
          <a:xfrm>
            <a:off x="3670380" y="5746328"/>
            <a:ext cx="2797200" cy="505080"/>
            <a:chOff x="3670380" y="5746328"/>
            <a:chExt cx="2797200" cy="5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C9066F-E6D7-82AF-08F1-193FC0120FE4}"/>
                    </a:ext>
                  </a:extLst>
                </p14:cNvPr>
                <p14:cNvContentPartPr/>
                <p14:nvPr/>
              </p14:nvContentPartPr>
              <p14:xfrm>
                <a:off x="3670380" y="6166088"/>
                <a:ext cx="116280" cy="21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C9066F-E6D7-82AF-08F1-193FC0120FE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61380" y="6157088"/>
                  <a:ext cx="133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3567160-BF7A-7C1B-A110-6E7A654EA3F2}"/>
                    </a:ext>
                  </a:extLst>
                </p14:cNvPr>
                <p14:cNvContentPartPr/>
                <p14:nvPr/>
              </p14:nvContentPartPr>
              <p14:xfrm>
                <a:off x="3671460" y="6113888"/>
                <a:ext cx="121320" cy="21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3567160-BF7A-7C1B-A110-6E7A654EA3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62820" y="6105248"/>
                  <a:ext cx="138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F559AE-0EB2-EB68-3B9C-2086823805AF}"/>
                    </a:ext>
                  </a:extLst>
                </p14:cNvPr>
                <p14:cNvContentPartPr/>
                <p14:nvPr/>
              </p14:nvContentPartPr>
              <p14:xfrm>
                <a:off x="3958380" y="5976368"/>
                <a:ext cx="176760" cy="268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F559AE-0EB2-EB68-3B9C-2086823805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49380" y="5967368"/>
                  <a:ext cx="194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862DDBF-D060-6B36-BA76-012816523775}"/>
                    </a:ext>
                  </a:extLst>
                </p14:cNvPr>
                <p14:cNvContentPartPr/>
                <p14:nvPr/>
              </p14:nvContentPartPr>
              <p14:xfrm>
                <a:off x="4164660" y="5953688"/>
                <a:ext cx="174240" cy="297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862DDBF-D060-6B36-BA76-0128165237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56020" y="5945048"/>
                  <a:ext cx="191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8968E6-DBE9-7C21-B5ED-CDFD84D9A889}"/>
                    </a:ext>
                  </a:extLst>
                </p14:cNvPr>
                <p14:cNvContentPartPr/>
                <p14:nvPr/>
              </p14:nvContentPartPr>
              <p14:xfrm>
                <a:off x="4347180" y="6145928"/>
                <a:ext cx="180000" cy="67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8968E6-DBE9-7C21-B5ED-CDFD84D9A88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38180" y="6137288"/>
                  <a:ext cx="197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14A394B-B047-4E3F-3699-5631C8B23A83}"/>
                    </a:ext>
                  </a:extLst>
                </p14:cNvPr>
                <p14:cNvContentPartPr/>
                <p14:nvPr/>
              </p14:nvContentPartPr>
              <p14:xfrm>
                <a:off x="4575420" y="6134768"/>
                <a:ext cx="105840" cy="21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14A394B-B047-4E3F-3699-5631C8B23A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66780" y="6125768"/>
                  <a:ext cx="123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BE7739-8C5B-9A5E-5A6D-6FDC4C7A3F5B}"/>
                    </a:ext>
                  </a:extLst>
                </p14:cNvPr>
                <p14:cNvContentPartPr/>
                <p14:nvPr/>
              </p14:nvContentPartPr>
              <p14:xfrm>
                <a:off x="4748580" y="6114248"/>
                <a:ext cx="176400" cy="68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BE7739-8C5B-9A5E-5A6D-6FDC4C7A3F5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39580" y="6105248"/>
                  <a:ext cx="194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B76321A-BD71-AAF8-9D48-E0F94FB4346F}"/>
                    </a:ext>
                  </a:extLst>
                </p14:cNvPr>
                <p14:cNvContentPartPr/>
                <p14:nvPr/>
              </p14:nvContentPartPr>
              <p14:xfrm>
                <a:off x="4960620" y="6146288"/>
                <a:ext cx="52560" cy="87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B76321A-BD71-AAF8-9D48-E0F94FB4346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51620" y="6137648"/>
                  <a:ext cx="70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A58B57E-7D58-FE3A-9B39-0318E049F52A}"/>
                    </a:ext>
                  </a:extLst>
                </p14:cNvPr>
                <p14:cNvContentPartPr/>
                <p14:nvPr/>
              </p14:nvContentPartPr>
              <p14:xfrm>
                <a:off x="5029020" y="5931728"/>
                <a:ext cx="151200" cy="294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A58B57E-7D58-FE3A-9B39-0318E049F5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20020" y="5923088"/>
                  <a:ext cx="168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7989F0-0CB8-4C5E-8306-88146B6ED7E4}"/>
                    </a:ext>
                  </a:extLst>
                </p14:cNvPr>
                <p14:cNvContentPartPr/>
                <p14:nvPr/>
              </p14:nvContentPartPr>
              <p14:xfrm>
                <a:off x="5319900" y="6114968"/>
                <a:ext cx="216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7989F0-0CB8-4C5E-8306-88146B6ED7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1260" y="6105968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043F53-D7EC-2A5E-5F3E-935E05213DEB}"/>
                    </a:ext>
                  </a:extLst>
                </p14:cNvPr>
                <p14:cNvContentPartPr/>
                <p14:nvPr/>
              </p14:nvContentPartPr>
              <p14:xfrm>
                <a:off x="5422860" y="6028208"/>
                <a:ext cx="167040" cy="133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043F53-D7EC-2A5E-5F3E-935E05213D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14220" y="6019568"/>
                  <a:ext cx="184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7DFBE5-73E0-478F-DE20-B94F9D0A4FB8}"/>
                    </a:ext>
                  </a:extLst>
                </p14:cNvPr>
                <p14:cNvContentPartPr/>
                <p14:nvPr/>
              </p14:nvContentPartPr>
              <p14:xfrm>
                <a:off x="5521860" y="5906528"/>
                <a:ext cx="131040" cy="26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7DFBE5-73E0-478F-DE20-B94F9D0A4F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13220" y="5897888"/>
                  <a:ext cx="148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BA6A24-28BC-FA8C-17E3-D4CF496A1CDD}"/>
                    </a:ext>
                  </a:extLst>
                </p14:cNvPr>
                <p14:cNvContentPartPr/>
                <p14:nvPr/>
              </p14:nvContentPartPr>
              <p14:xfrm>
                <a:off x="5730300" y="5875928"/>
                <a:ext cx="84600" cy="195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BA6A24-28BC-FA8C-17E3-D4CF496A1C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21660" y="5866928"/>
                  <a:ext cx="102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C3459C-5C3B-6CF1-6361-CAF3CF67742D}"/>
                    </a:ext>
                  </a:extLst>
                </p14:cNvPr>
                <p14:cNvContentPartPr/>
                <p14:nvPr/>
              </p14:nvContentPartPr>
              <p14:xfrm>
                <a:off x="5714820" y="5746328"/>
                <a:ext cx="7560" cy="1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C3459C-5C3B-6CF1-6361-CAF3CF67742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05820" y="5737328"/>
                  <a:ext cx="25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FB62CCE-09F2-D3F8-4C4D-6FD0B635E57B}"/>
                    </a:ext>
                  </a:extLst>
                </p14:cNvPr>
                <p14:cNvContentPartPr/>
                <p14:nvPr/>
              </p14:nvContentPartPr>
              <p14:xfrm>
                <a:off x="5855220" y="5789528"/>
                <a:ext cx="223920" cy="118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FB62CCE-09F2-D3F8-4C4D-6FD0B635E5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46220" y="5780528"/>
                  <a:ext cx="241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5AE618-AD88-3417-DB22-CC2D995F7F57}"/>
                    </a:ext>
                  </a:extLst>
                </p14:cNvPr>
                <p14:cNvContentPartPr/>
                <p14:nvPr/>
              </p14:nvContentPartPr>
              <p14:xfrm>
                <a:off x="6143580" y="5776208"/>
                <a:ext cx="17604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5AE618-AD88-3417-DB22-CC2D995F7F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34580" y="5767208"/>
                  <a:ext cx="193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CA719D9-5B3C-12E8-AC16-5440A17AE426}"/>
                    </a:ext>
                  </a:extLst>
                </p14:cNvPr>
                <p14:cNvContentPartPr/>
                <p14:nvPr/>
              </p14:nvContentPartPr>
              <p14:xfrm>
                <a:off x="6340860" y="5843528"/>
                <a:ext cx="126720" cy="70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CA719D9-5B3C-12E8-AC16-5440A17AE42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32220" y="5834888"/>
                  <a:ext cx="1443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0AFBAFE-E9BC-1B29-A7B4-6A94FCB0E0C9}"/>
              </a:ext>
            </a:extLst>
          </p:cNvPr>
          <p:cNvGrpSpPr/>
          <p:nvPr/>
        </p:nvGrpSpPr>
        <p:grpSpPr>
          <a:xfrm>
            <a:off x="6425100" y="5398928"/>
            <a:ext cx="131760" cy="87480"/>
            <a:chOff x="6425100" y="5398928"/>
            <a:chExt cx="13176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405B27-F783-5EC9-CFED-8556D9BFD542}"/>
                    </a:ext>
                  </a:extLst>
                </p14:cNvPr>
                <p14:cNvContentPartPr/>
                <p14:nvPr/>
              </p14:nvContentPartPr>
              <p14:xfrm>
                <a:off x="6450300" y="5469848"/>
                <a:ext cx="106560" cy="16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405B27-F783-5EC9-CFED-8556D9BFD54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41300" y="5461208"/>
                  <a:ext cx="124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5FF6DDA-37B3-6F0B-43AC-558CF0F3436E}"/>
                    </a:ext>
                  </a:extLst>
                </p14:cNvPr>
                <p14:cNvContentPartPr/>
                <p14:nvPr/>
              </p14:nvContentPartPr>
              <p14:xfrm>
                <a:off x="6425100" y="5398928"/>
                <a:ext cx="95400" cy="19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5FF6DDA-37B3-6F0B-43AC-558CF0F343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16460" y="5390288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1260AE8-97F4-DBA9-90C3-42A00B977D29}"/>
                  </a:ext>
                </a:extLst>
              </p14:cNvPr>
              <p14:cNvContentPartPr/>
              <p14:nvPr/>
            </p14:nvContentPartPr>
            <p14:xfrm>
              <a:off x="7330500" y="5195168"/>
              <a:ext cx="360" cy="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1260AE8-97F4-DBA9-90C3-42A00B977D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21860" y="518652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45CDCDE-B6A0-5353-5548-BCDCEF265B6C}"/>
              </a:ext>
            </a:extLst>
          </p:cNvPr>
          <p:cNvGrpSpPr/>
          <p:nvPr/>
        </p:nvGrpSpPr>
        <p:grpSpPr>
          <a:xfrm>
            <a:off x="6883740" y="5280128"/>
            <a:ext cx="1184760" cy="326520"/>
            <a:chOff x="6883740" y="5280128"/>
            <a:chExt cx="118476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ED949EC-495D-AC4C-C144-AAF06313DD10}"/>
                    </a:ext>
                  </a:extLst>
                </p14:cNvPr>
                <p14:cNvContentPartPr/>
                <p14:nvPr/>
              </p14:nvContentPartPr>
              <p14:xfrm>
                <a:off x="6883740" y="5470208"/>
                <a:ext cx="174960" cy="136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ED949EC-495D-AC4C-C144-AAF06313DD1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875100" y="5461568"/>
                  <a:ext cx="192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DFF85D8-A807-6336-463C-FBC399DBDB2D}"/>
                    </a:ext>
                  </a:extLst>
                </p14:cNvPr>
                <p14:cNvContentPartPr/>
                <p14:nvPr/>
              </p14:nvContentPartPr>
              <p14:xfrm>
                <a:off x="7096500" y="5345648"/>
                <a:ext cx="125280" cy="1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DFF85D8-A807-6336-463C-FBC399DBDB2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87500" y="5336648"/>
                  <a:ext cx="142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919BF2-2881-F011-AE99-219B04FB2244}"/>
                    </a:ext>
                  </a:extLst>
                </p14:cNvPr>
                <p14:cNvContentPartPr/>
                <p14:nvPr/>
              </p14:nvContentPartPr>
              <p14:xfrm>
                <a:off x="7315020" y="5294168"/>
                <a:ext cx="104400" cy="220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919BF2-2881-F011-AE99-219B04FB22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306020" y="5285168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D2FB90-50CB-1E0D-A174-EA3C96823D3F}"/>
                    </a:ext>
                  </a:extLst>
                </p14:cNvPr>
                <p14:cNvContentPartPr/>
                <p14:nvPr/>
              </p14:nvContentPartPr>
              <p14:xfrm>
                <a:off x="7447860" y="5283008"/>
                <a:ext cx="169560" cy="121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D2FB90-50CB-1E0D-A174-EA3C96823D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439220" y="5274008"/>
                  <a:ext cx="18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858988C-B3FD-B8F6-9673-B9758D36C7AD}"/>
                    </a:ext>
                  </a:extLst>
                </p14:cNvPr>
                <p14:cNvContentPartPr/>
                <p14:nvPr/>
              </p14:nvContentPartPr>
              <p14:xfrm>
                <a:off x="7730820" y="5280128"/>
                <a:ext cx="173160" cy="84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858988C-B3FD-B8F6-9673-B9758D36C7A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721820" y="5271128"/>
                  <a:ext cx="190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5932423-E049-BEA4-B2E3-8FD7AFE5D67C}"/>
                    </a:ext>
                  </a:extLst>
                </p14:cNvPr>
                <p14:cNvContentPartPr/>
                <p14:nvPr/>
              </p14:nvContentPartPr>
              <p14:xfrm>
                <a:off x="7986780" y="5344928"/>
                <a:ext cx="81720" cy="9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5932423-E049-BEA4-B2E3-8FD7AFE5D67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977780" y="5335928"/>
                  <a:ext cx="993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4EEB256-EA3C-F5FF-69CA-BFDDFD1441F1}"/>
                  </a:ext>
                </a:extLst>
              </p14:cNvPr>
              <p14:cNvContentPartPr/>
              <p14:nvPr/>
            </p14:nvContentPartPr>
            <p14:xfrm>
              <a:off x="7280460" y="5164568"/>
              <a:ext cx="39960" cy="104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4EEB256-EA3C-F5FF-69CA-BFDDFD1441F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271820" y="5155568"/>
                <a:ext cx="57600" cy="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0978E82-CE57-F959-1FC3-DA7436CAC750}"/>
              </a:ext>
            </a:extLst>
          </p:cNvPr>
          <p:cNvGrpSpPr/>
          <p:nvPr/>
        </p:nvGrpSpPr>
        <p:grpSpPr>
          <a:xfrm>
            <a:off x="425700" y="635048"/>
            <a:ext cx="717480" cy="280080"/>
            <a:chOff x="425700" y="635048"/>
            <a:chExt cx="7174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CE98F71-9409-671C-DF74-DAEEB14CEA40}"/>
                    </a:ext>
                  </a:extLst>
                </p14:cNvPr>
                <p14:cNvContentPartPr/>
                <p14:nvPr/>
              </p14:nvContentPartPr>
              <p14:xfrm>
                <a:off x="519300" y="716768"/>
                <a:ext cx="45360" cy="169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CE98F71-9409-671C-DF74-DAEEB14CEA4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0660" y="708128"/>
                  <a:ext cx="63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E48FFD-C22D-DFC3-51BF-8026874AB563}"/>
                    </a:ext>
                  </a:extLst>
                </p14:cNvPr>
                <p14:cNvContentPartPr/>
                <p14:nvPr/>
              </p14:nvContentPartPr>
              <p14:xfrm>
                <a:off x="425700" y="682208"/>
                <a:ext cx="261360" cy="232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E48FFD-C22D-DFC3-51BF-8026874AB5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7060" y="673208"/>
                  <a:ext cx="279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5C9D25-1132-E9C6-0F5F-C6C7FE314834}"/>
                    </a:ext>
                  </a:extLst>
                </p14:cNvPr>
                <p14:cNvContentPartPr/>
                <p14:nvPr/>
              </p14:nvContentPartPr>
              <p14:xfrm>
                <a:off x="848340" y="763568"/>
                <a:ext cx="27720" cy="10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5C9D25-1132-E9C6-0F5F-C6C7FE3148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9700" y="754568"/>
                  <a:ext cx="45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0A36F4-3C9B-F037-9B96-14E356D566FE}"/>
                    </a:ext>
                  </a:extLst>
                </p14:cNvPr>
                <p14:cNvContentPartPr/>
                <p14:nvPr/>
              </p14:nvContentPartPr>
              <p14:xfrm>
                <a:off x="746100" y="721448"/>
                <a:ext cx="142560" cy="19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0A36F4-3C9B-F037-9B96-14E356D566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7100" y="712808"/>
                  <a:ext cx="160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5CEF1B-3BC9-1EDD-AFAC-15B58FED9AF8}"/>
                    </a:ext>
                  </a:extLst>
                </p14:cNvPr>
                <p14:cNvContentPartPr/>
                <p14:nvPr/>
              </p14:nvContentPartPr>
              <p14:xfrm>
                <a:off x="1049220" y="748088"/>
                <a:ext cx="38520" cy="13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5CEF1B-3BC9-1EDD-AFAC-15B58FED9A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0580" y="739088"/>
                  <a:ext cx="56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1D2072-1136-9EE6-1E4E-4F6A6FD5EB9C}"/>
                    </a:ext>
                  </a:extLst>
                </p14:cNvPr>
                <p14:cNvContentPartPr/>
                <p14:nvPr/>
              </p14:nvContentPartPr>
              <p14:xfrm>
                <a:off x="976500" y="635048"/>
                <a:ext cx="151920" cy="51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1D2072-1136-9EE6-1E4E-4F6A6FD5EB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860" y="626048"/>
                  <a:ext cx="169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A92BDF-C70F-834F-C190-1D3465F24BF6}"/>
                    </a:ext>
                  </a:extLst>
                </p14:cNvPr>
                <p14:cNvContentPartPr/>
                <p14:nvPr/>
              </p14:nvContentPartPr>
              <p14:xfrm>
                <a:off x="1044180" y="739088"/>
                <a:ext cx="99000" cy="2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A92BDF-C70F-834F-C190-1D3465F24B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5180" y="730088"/>
                  <a:ext cx="1166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B22B83-0790-335D-E791-602298BD1DCF}"/>
              </a:ext>
            </a:extLst>
          </p:cNvPr>
          <p:cNvGrpSpPr/>
          <p:nvPr/>
        </p:nvGrpSpPr>
        <p:grpSpPr>
          <a:xfrm>
            <a:off x="1304460" y="676448"/>
            <a:ext cx="146880" cy="195480"/>
            <a:chOff x="1304460" y="676448"/>
            <a:chExt cx="14688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7F9DDC-9FAA-0F30-0901-E77C4E972389}"/>
                    </a:ext>
                  </a:extLst>
                </p14:cNvPr>
                <p14:cNvContentPartPr/>
                <p14:nvPr/>
              </p14:nvContentPartPr>
              <p14:xfrm>
                <a:off x="1392300" y="737648"/>
                <a:ext cx="59040" cy="134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7F9DDC-9FAA-0F30-0901-E77C4E9723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3300" y="728648"/>
                  <a:ext cx="76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73294F-486A-9B9C-76FF-CCF1F612FB6F}"/>
                    </a:ext>
                  </a:extLst>
                </p14:cNvPr>
                <p14:cNvContentPartPr/>
                <p14:nvPr/>
              </p14:nvContentPartPr>
              <p14:xfrm>
                <a:off x="1304460" y="676448"/>
                <a:ext cx="129600" cy="1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73294F-486A-9B9C-76FF-CCF1F612FB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5460" y="667448"/>
                  <a:ext cx="147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70803A-D08F-7653-95FD-7CF61E0156E7}"/>
              </a:ext>
            </a:extLst>
          </p:cNvPr>
          <p:cNvGrpSpPr/>
          <p:nvPr/>
        </p:nvGrpSpPr>
        <p:grpSpPr>
          <a:xfrm>
            <a:off x="1859580" y="565928"/>
            <a:ext cx="296640" cy="366840"/>
            <a:chOff x="1859580" y="565928"/>
            <a:chExt cx="2966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B52999-669F-0D53-C153-C4E365AEEF6C}"/>
                    </a:ext>
                  </a:extLst>
                </p14:cNvPr>
                <p14:cNvContentPartPr/>
                <p14:nvPr/>
              </p14:nvContentPartPr>
              <p14:xfrm>
                <a:off x="1859580" y="794888"/>
                <a:ext cx="150480" cy="8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B52999-669F-0D53-C153-C4E365AEEF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50940" y="785888"/>
                  <a:ext cx="168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95B7E8-71C8-886F-483F-A6DFCC1390CC}"/>
                    </a:ext>
                  </a:extLst>
                </p14:cNvPr>
                <p14:cNvContentPartPr/>
                <p14:nvPr/>
              </p14:nvContentPartPr>
              <p14:xfrm>
                <a:off x="2071620" y="565928"/>
                <a:ext cx="57960" cy="36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95B7E8-71C8-886F-483F-A6DFCC1390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62620" y="556928"/>
                  <a:ext cx="756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781667-A186-D129-92D8-649F2FAE1E48}"/>
                    </a:ext>
                  </a:extLst>
                </p14:cNvPr>
                <p14:cNvContentPartPr/>
                <p14:nvPr/>
              </p14:nvContentPartPr>
              <p14:xfrm>
                <a:off x="2060820" y="801008"/>
                <a:ext cx="95400" cy="19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781667-A186-D129-92D8-649F2FAE1E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52180" y="792368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C53BC0-1BF1-43F2-6763-AAA87AF0CC34}"/>
              </a:ext>
            </a:extLst>
          </p:cNvPr>
          <p:cNvGrpSpPr/>
          <p:nvPr/>
        </p:nvGrpSpPr>
        <p:grpSpPr>
          <a:xfrm>
            <a:off x="2835900" y="568808"/>
            <a:ext cx="1227240" cy="336240"/>
            <a:chOff x="2835900" y="568808"/>
            <a:chExt cx="122724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51FE790-7EA7-4FB7-5216-56BDBA791824}"/>
                    </a:ext>
                  </a:extLst>
                </p14:cNvPr>
                <p14:cNvContentPartPr/>
                <p14:nvPr/>
              </p14:nvContentPartPr>
              <p14:xfrm>
                <a:off x="2835900" y="773648"/>
                <a:ext cx="191160" cy="13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51FE790-7EA7-4FB7-5216-56BDBA7918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7260" y="764648"/>
                  <a:ext cx="208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2186EE-E638-722F-2320-E7B0CD34DEB7}"/>
                    </a:ext>
                  </a:extLst>
                </p14:cNvPr>
                <p14:cNvContentPartPr/>
                <p14:nvPr/>
              </p14:nvContentPartPr>
              <p14:xfrm>
                <a:off x="2966580" y="568808"/>
                <a:ext cx="166320" cy="98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2186EE-E638-722F-2320-E7B0CD34DE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7580" y="559808"/>
                  <a:ext cx="183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40D312-9DBC-31B0-0EF9-1659A9C6027E}"/>
                    </a:ext>
                  </a:extLst>
                </p14:cNvPr>
                <p14:cNvContentPartPr/>
                <p14:nvPr/>
              </p14:nvContentPartPr>
              <p14:xfrm>
                <a:off x="3230460" y="789488"/>
                <a:ext cx="1080" cy="6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40D312-9DBC-31B0-0EF9-1659A9C602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1820" y="780848"/>
                  <a:ext cx="18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A4195A-211F-F742-C5F1-141DCC60DCB0}"/>
                    </a:ext>
                  </a:extLst>
                </p14:cNvPr>
                <p14:cNvContentPartPr/>
                <p14:nvPr/>
              </p14:nvContentPartPr>
              <p14:xfrm>
                <a:off x="3356100" y="748088"/>
                <a:ext cx="182160" cy="114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A4195A-211F-F742-C5F1-141DCC60DC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47100" y="739088"/>
                  <a:ext cx="199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1B2A08-E0FD-0E34-670D-1E5CCF0801BB}"/>
                    </a:ext>
                  </a:extLst>
                </p14:cNvPr>
                <p14:cNvContentPartPr/>
                <p14:nvPr/>
              </p14:nvContentPartPr>
              <p14:xfrm>
                <a:off x="3558780" y="591848"/>
                <a:ext cx="155160" cy="287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1B2A08-E0FD-0E34-670D-1E5CCF0801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50140" y="583208"/>
                  <a:ext cx="172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4288A8-5804-6782-15BF-50F5E9CB8187}"/>
                    </a:ext>
                  </a:extLst>
                </p14:cNvPr>
                <p14:cNvContentPartPr/>
                <p14:nvPr/>
              </p14:nvContentPartPr>
              <p14:xfrm>
                <a:off x="3730140" y="737648"/>
                <a:ext cx="171360" cy="11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4288A8-5804-6782-15BF-50F5E9CB81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1500" y="728648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BC8571-6EE3-BB66-E877-8219F846B875}"/>
                    </a:ext>
                  </a:extLst>
                </p14:cNvPr>
                <p14:cNvContentPartPr/>
                <p14:nvPr/>
              </p14:nvContentPartPr>
              <p14:xfrm>
                <a:off x="3828780" y="607688"/>
                <a:ext cx="234360" cy="27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BC8571-6EE3-BB66-E877-8219F846B8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20140" y="598688"/>
                  <a:ext cx="25200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013307E-F215-D08F-BDB4-4D255F636744}"/>
                  </a:ext>
                </a:extLst>
              </p14:cNvPr>
              <p14:cNvContentPartPr/>
              <p14:nvPr/>
            </p14:nvContentPartPr>
            <p14:xfrm>
              <a:off x="845460" y="1511288"/>
              <a:ext cx="417600" cy="259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013307E-F215-D08F-BDB4-4D255F63674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6820" y="1502288"/>
                <a:ext cx="4352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34E60F9-FBA7-291A-B0DD-1C6B6E929072}"/>
                  </a:ext>
                </a:extLst>
              </p14:cNvPr>
              <p14:cNvContentPartPr/>
              <p14:nvPr/>
            </p14:nvContentPartPr>
            <p14:xfrm>
              <a:off x="955620" y="1895408"/>
              <a:ext cx="170280" cy="69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34E60F9-FBA7-291A-B0DD-1C6B6E9290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6980" y="1886408"/>
                <a:ext cx="18792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B31CFAA-E296-BFB9-F40C-0132B211F93F}"/>
              </a:ext>
            </a:extLst>
          </p:cNvPr>
          <p:cNvGrpSpPr/>
          <p:nvPr/>
        </p:nvGrpSpPr>
        <p:grpSpPr>
          <a:xfrm>
            <a:off x="1541340" y="1263608"/>
            <a:ext cx="1943640" cy="466200"/>
            <a:chOff x="1541340" y="1263608"/>
            <a:chExt cx="1943640" cy="4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96E641-0B97-9CCE-5DE8-BFD832067B07}"/>
                    </a:ext>
                  </a:extLst>
                </p14:cNvPr>
                <p14:cNvContentPartPr/>
                <p14:nvPr/>
              </p14:nvContentPartPr>
              <p14:xfrm>
                <a:off x="1541340" y="1609208"/>
                <a:ext cx="172800" cy="11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96E641-0B97-9CCE-5DE8-BFD832067B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32700" y="1600568"/>
                  <a:ext cx="190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36757D-7F0D-8D9E-AF87-E2D8EF6030A0}"/>
                    </a:ext>
                  </a:extLst>
                </p14:cNvPr>
                <p14:cNvContentPartPr/>
                <p14:nvPr/>
              </p14:nvContentPartPr>
              <p14:xfrm>
                <a:off x="1693620" y="1463768"/>
                <a:ext cx="117360" cy="53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36757D-7F0D-8D9E-AF87-E2D8EF6030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4620" y="1455128"/>
                  <a:ext cx="135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16E2E6-DC6F-1028-1B82-B643C0833EFD}"/>
                    </a:ext>
                  </a:extLst>
                </p14:cNvPr>
                <p14:cNvContentPartPr/>
                <p14:nvPr/>
              </p14:nvContentPartPr>
              <p14:xfrm>
                <a:off x="1921500" y="1610288"/>
                <a:ext cx="147600" cy="7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16E2E6-DC6F-1028-1B82-B643C0833E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2860" y="1601648"/>
                  <a:ext cx="165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034E60-4019-10C5-0B47-2D1997649691}"/>
                    </a:ext>
                  </a:extLst>
                </p14:cNvPr>
                <p14:cNvContentPartPr/>
                <p14:nvPr/>
              </p14:nvContentPartPr>
              <p14:xfrm>
                <a:off x="2103300" y="1457288"/>
                <a:ext cx="140760" cy="24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034E60-4019-10C5-0B47-2D19976496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94660" y="1448288"/>
                  <a:ext cx="158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0DFF9D-1BB5-2B30-D5D8-7A17699CF7B1}"/>
                    </a:ext>
                  </a:extLst>
                </p14:cNvPr>
                <p14:cNvContentPartPr/>
                <p14:nvPr/>
              </p14:nvContentPartPr>
              <p14:xfrm>
                <a:off x="2239020" y="1602368"/>
                <a:ext cx="171720" cy="53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0DFF9D-1BB5-2B30-D5D8-7A17699CF7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30380" y="1593368"/>
                  <a:ext cx="189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012BF99-FBD6-5D40-C150-27C802EE7869}"/>
                    </a:ext>
                  </a:extLst>
                </p14:cNvPr>
                <p14:cNvContentPartPr/>
                <p14:nvPr/>
              </p14:nvContentPartPr>
              <p14:xfrm>
                <a:off x="2348100" y="1446128"/>
                <a:ext cx="202320" cy="28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012BF99-FBD6-5D40-C150-27C802EE78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39460" y="1437488"/>
                  <a:ext cx="219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2D9FD5-5B06-9076-A531-80363BAA0843}"/>
                    </a:ext>
                  </a:extLst>
                </p14:cNvPr>
                <p14:cNvContentPartPr/>
                <p14:nvPr/>
              </p14:nvContentPartPr>
              <p14:xfrm>
                <a:off x="2681820" y="1557008"/>
                <a:ext cx="173520" cy="14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2D9FD5-5B06-9076-A531-80363BAA08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3180" y="1548368"/>
                  <a:ext cx="191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DC10A7-651A-41F6-5BA6-B83A9BFB82EC}"/>
                    </a:ext>
                  </a:extLst>
                </p14:cNvPr>
                <p14:cNvContentPartPr/>
                <p14:nvPr/>
              </p14:nvContentPartPr>
              <p14:xfrm>
                <a:off x="2800620" y="1443608"/>
                <a:ext cx="119520" cy="1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DC10A7-651A-41F6-5BA6-B83A9BFB82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1620" y="1434608"/>
                  <a:ext cx="137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7200C0-F1F5-733B-D770-84ACE832EA3A}"/>
                    </a:ext>
                  </a:extLst>
                </p14:cNvPr>
                <p14:cNvContentPartPr/>
                <p14:nvPr/>
              </p14:nvContentPartPr>
              <p14:xfrm>
                <a:off x="2939580" y="1407968"/>
                <a:ext cx="118080" cy="19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7200C0-F1F5-733B-D770-84ACE832EA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30940" y="1398968"/>
                  <a:ext cx="135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DCC5B2-DBA4-B78A-7D7B-610CCA82CB5A}"/>
                    </a:ext>
                  </a:extLst>
                </p14:cNvPr>
                <p14:cNvContentPartPr/>
                <p14:nvPr/>
              </p14:nvContentPartPr>
              <p14:xfrm>
                <a:off x="2888460" y="1263608"/>
                <a:ext cx="3600" cy="1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DCC5B2-DBA4-B78A-7D7B-610CCA82CB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79820" y="1254968"/>
                  <a:ext cx="2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56CDBF-69D6-CABF-0B7E-E3D49ABF9B38}"/>
                    </a:ext>
                  </a:extLst>
                </p14:cNvPr>
                <p14:cNvContentPartPr/>
                <p14:nvPr/>
              </p14:nvContentPartPr>
              <p14:xfrm>
                <a:off x="3044340" y="1343888"/>
                <a:ext cx="240120" cy="10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56CDBF-69D6-CABF-0B7E-E3D49ABF9B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35700" y="1335248"/>
                  <a:ext cx="257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AC402B-77E6-41B6-0CE8-4FE140F7E9D0}"/>
                    </a:ext>
                  </a:extLst>
                </p14:cNvPr>
                <p14:cNvContentPartPr/>
                <p14:nvPr/>
              </p14:nvContentPartPr>
              <p14:xfrm>
                <a:off x="3314700" y="1320128"/>
                <a:ext cx="170280" cy="8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AC402B-77E6-41B6-0CE8-4FE140F7E9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05700" y="1311128"/>
                  <a:ext cx="18792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BA18D5-A610-DC15-6ADD-77A1465D202C}"/>
                  </a:ext>
                </a:extLst>
              </p14:cNvPr>
              <p14:cNvContentPartPr/>
              <p14:nvPr/>
            </p14:nvContentPartPr>
            <p14:xfrm>
              <a:off x="3689820" y="1665368"/>
              <a:ext cx="87480" cy="72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BA18D5-A610-DC15-6ADD-77A1465D202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80820" y="1656728"/>
                <a:ext cx="1051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A930548-6A6B-F391-9534-CE13040C7F48}"/>
                  </a:ext>
                </a:extLst>
              </p14:cNvPr>
              <p14:cNvContentPartPr/>
              <p14:nvPr/>
            </p14:nvContentPartPr>
            <p14:xfrm>
              <a:off x="3685140" y="1584368"/>
              <a:ext cx="50400" cy="2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A930548-6A6B-F391-9534-CE13040C7F4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76500" y="1575728"/>
                <a:ext cx="680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7810441-1C41-6F47-47C8-6F9283F00988}"/>
                  </a:ext>
                </a:extLst>
              </p14:cNvPr>
              <p14:cNvContentPartPr/>
              <p14:nvPr/>
            </p14:nvContentPartPr>
            <p14:xfrm>
              <a:off x="4033260" y="1422368"/>
              <a:ext cx="451800" cy="209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7810441-1C41-6F47-47C8-6F9283F0098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24620" y="1413368"/>
                <a:ext cx="46944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0C5C017-6FAC-A161-ED91-8B4AD57E554F}"/>
              </a:ext>
            </a:extLst>
          </p:cNvPr>
          <p:cNvGrpSpPr/>
          <p:nvPr/>
        </p:nvGrpSpPr>
        <p:grpSpPr>
          <a:xfrm>
            <a:off x="3990060" y="1762208"/>
            <a:ext cx="578880" cy="112320"/>
            <a:chOff x="3990060" y="1762208"/>
            <a:chExt cx="57888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825A0B-2E15-FDB4-0464-A55D2515F8D6}"/>
                    </a:ext>
                  </a:extLst>
                </p14:cNvPr>
                <p14:cNvContentPartPr/>
                <p14:nvPr/>
              </p14:nvContentPartPr>
              <p14:xfrm>
                <a:off x="3990060" y="1797128"/>
                <a:ext cx="154800" cy="7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825A0B-2E15-FDB4-0464-A55D2515F8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81060" y="1788128"/>
                  <a:ext cx="172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0570F5-C4CF-3CCF-DE37-50C900A9F897}"/>
                    </a:ext>
                  </a:extLst>
                </p14:cNvPr>
                <p14:cNvContentPartPr/>
                <p14:nvPr/>
              </p14:nvContentPartPr>
              <p14:xfrm>
                <a:off x="4233060" y="1848608"/>
                <a:ext cx="13140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0570F5-C4CF-3CCF-DE37-50C900A9F8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24060" y="1839608"/>
                  <a:ext cx="149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2E441BA-04BA-7FE2-EEA6-70017084CA55}"/>
                    </a:ext>
                  </a:extLst>
                </p14:cNvPr>
                <p14:cNvContentPartPr/>
                <p14:nvPr/>
              </p14:nvContentPartPr>
              <p14:xfrm>
                <a:off x="4217220" y="1770848"/>
                <a:ext cx="13140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2E441BA-04BA-7FE2-EEA6-70017084CA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08580" y="1762208"/>
                  <a:ext cx="149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73347B-FD9B-6C7F-5081-60678EC87C3B}"/>
                    </a:ext>
                  </a:extLst>
                </p14:cNvPr>
                <p14:cNvContentPartPr/>
                <p14:nvPr/>
              </p14:nvContentPartPr>
              <p14:xfrm>
                <a:off x="4393260" y="1762208"/>
                <a:ext cx="175680" cy="9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73347B-FD9B-6C7F-5081-60678EC87C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84260" y="1753208"/>
                  <a:ext cx="19332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3F9C65C-D9B5-D028-AB64-0E2DB58138A4}"/>
                  </a:ext>
                </a:extLst>
              </p14:cNvPr>
              <p14:cNvContentPartPr/>
              <p14:nvPr/>
            </p14:nvContentPartPr>
            <p14:xfrm>
              <a:off x="4035060" y="1195208"/>
              <a:ext cx="344880" cy="129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3F9C65C-D9B5-D028-AB64-0E2DB58138A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026420" y="1186208"/>
                <a:ext cx="36252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0E20B425-4CB3-B2C3-ECB6-D84963275B56}"/>
              </a:ext>
            </a:extLst>
          </p:cNvPr>
          <p:cNvGrpSpPr/>
          <p:nvPr/>
        </p:nvGrpSpPr>
        <p:grpSpPr>
          <a:xfrm>
            <a:off x="4768740" y="1119608"/>
            <a:ext cx="1371240" cy="486360"/>
            <a:chOff x="4768740" y="1119608"/>
            <a:chExt cx="137124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85D1F9-E460-2B8B-498F-E433794B7268}"/>
                    </a:ext>
                  </a:extLst>
                </p14:cNvPr>
                <p14:cNvContentPartPr/>
                <p14:nvPr/>
              </p14:nvContentPartPr>
              <p14:xfrm>
                <a:off x="4768740" y="1490048"/>
                <a:ext cx="173160" cy="115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85D1F9-E460-2B8B-498F-E433794B72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60100" y="1481408"/>
                  <a:ext cx="19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C89FB7-F287-0351-4DE0-F5D456EF098A}"/>
                    </a:ext>
                  </a:extLst>
                </p14:cNvPr>
                <p14:cNvContentPartPr/>
                <p14:nvPr/>
              </p14:nvContentPartPr>
              <p14:xfrm>
                <a:off x="4940820" y="1350728"/>
                <a:ext cx="142560" cy="47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C89FB7-F287-0351-4DE0-F5D456EF09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31820" y="1342088"/>
                  <a:ext cx="160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CC76B3-5058-E84E-36E2-70D8E63525C3}"/>
                    </a:ext>
                  </a:extLst>
                </p14:cNvPr>
                <p14:cNvContentPartPr/>
                <p14:nvPr/>
              </p14:nvContentPartPr>
              <p14:xfrm>
                <a:off x="5127660" y="1438568"/>
                <a:ext cx="198000" cy="12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CC76B3-5058-E84E-36E2-70D8E63525C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19020" y="1429928"/>
                  <a:ext cx="215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0A59CD-2C09-55ED-8D52-A369448E4151}"/>
                    </a:ext>
                  </a:extLst>
                </p14:cNvPr>
                <p14:cNvContentPartPr/>
                <p14:nvPr/>
              </p14:nvContentPartPr>
              <p14:xfrm>
                <a:off x="5288220" y="1308608"/>
                <a:ext cx="120600" cy="1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0A59CD-2C09-55ED-8D52-A369448E41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79220" y="1299968"/>
                  <a:ext cx="138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264B0E-5E83-E109-DFC5-17A230F0AEE9}"/>
                    </a:ext>
                  </a:extLst>
                </p14:cNvPr>
                <p14:cNvContentPartPr/>
                <p14:nvPr/>
              </p14:nvContentPartPr>
              <p14:xfrm>
                <a:off x="5507100" y="1262168"/>
                <a:ext cx="87840" cy="17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264B0E-5E83-E109-DFC5-17A230F0AE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98100" y="1253528"/>
                  <a:ext cx="105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EFE168-4C85-9452-0FF6-ACD3599A2E6C}"/>
                    </a:ext>
                  </a:extLst>
                </p14:cNvPr>
                <p14:cNvContentPartPr/>
                <p14:nvPr/>
              </p14:nvContentPartPr>
              <p14:xfrm>
                <a:off x="5449860" y="1119608"/>
                <a:ext cx="4320" cy="3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EFE168-4C85-9452-0FF6-ACD3599A2E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40860" y="1110968"/>
                  <a:ext cx="21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964F96-8660-C82D-303E-7D054CD06C0D}"/>
                    </a:ext>
                  </a:extLst>
                </p14:cNvPr>
                <p14:cNvContentPartPr/>
                <p14:nvPr/>
              </p14:nvContentPartPr>
              <p14:xfrm>
                <a:off x="5604300" y="1171448"/>
                <a:ext cx="23544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964F96-8660-C82D-303E-7D054CD06C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95300" y="1162808"/>
                  <a:ext cx="253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D99DCB-EB56-035C-3294-7003B17D92C5}"/>
                    </a:ext>
                  </a:extLst>
                </p14:cNvPr>
                <p14:cNvContentPartPr/>
                <p14:nvPr/>
              </p14:nvContentPartPr>
              <p14:xfrm>
                <a:off x="5932980" y="1168208"/>
                <a:ext cx="207000" cy="51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D99DCB-EB56-035C-3294-7003B17D92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4340" y="1159208"/>
                  <a:ext cx="2246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98909D3-036B-EC80-75EF-8ED05EDF4576}"/>
              </a:ext>
            </a:extLst>
          </p:cNvPr>
          <p:cNvGrpSpPr/>
          <p:nvPr/>
        </p:nvGrpSpPr>
        <p:grpSpPr>
          <a:xfrm>
            <a:off x="3657060" y="2483288"/>
            <a:ext cx="161640" cy="77400"/>
            <a:chOff x="3657060" y="2483288"/>
            <a:chExt cx="161640" cy="7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D463D60-8283-BD69-1701-4BC27233C1C5}"/>
                    </a:ext>
                  </a:extLst>
                </p14:cNvPr>
                <p14:cNvContentPartPr/>
                <p14:nvPr/>
              </p14:nvContentPartPr>
              <p14:xfrm>
                <a:off x="3657060" y="2545568"/>
                <a:ext cx="161640" cy="1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D463D60-8283-BD69-1701-4BC27233C1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48060" y="2536928"/>
                  <a:ext cx="179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109BDAA-B568-FE9B-7244-9E12521611A0}"/>
                    </a:ext>
                  </a:extLst>
                </p14:cNvPr>
                <p14:cNvContentPartPr/>
                <p14:nvPr/>
              </p14:nvContentPartPr>
              <p14:xfrm>
                <a:off x="3682620" y="2483288"/>
                <a:ext cx="12564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109BDAA-B568-FE9B-7244-9E12521611A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73980" y="2474288"/>
                  <a:ext cx="1432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086A453-2450-E261-D078-BF5051FFE26F}"/>
                  </a:ext>
                </a:extLst>
              </p14:cNvPr>
              <p14:cNvContentPartPr/>
              <p14:nvPr/>
            </p14:nvContentPartPr>
            <p14:xfrm>
              <a:off x="4009140" y="2353328"/>
              <a:ext cx="448920" cy="250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086A453-2450-E261-D078-BF5051FFE2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00140" y="2344688"/>
                <a:ext cx="4665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C261E04-65EA-81D6-06C6-9F37EA4EAD97}"/>
              </a:ext>
            </a:extLst>
          </p:cNvPr>
          <p:cNvGrpSpPr/>
          <p:nvPr/>
        </p:nvGrpSpPr>
        <p:grpSpPr>
          <a:xfrm>
            <a:off x="4005180" y="2737808"/>
            <a:ext cx="531720" cy="107280"/>
            <a:chOff x="4005180" y="2737808"/>
            <a:chExt cx="53172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252C95D-D0F3-94FA-7FEC-C42F39C1EB6F}"/>
                    </a:ext>
                  </a:extLst>
                </p14:cNvPr>
                <p14:cNvContentPartPr/>
                <p14:nvPr/>
              </p14:nvContentPartPr>
              <p14:xfrm>
                <a:off x="4005180" y="2778488"/>
                <a:ext cx="146880" cy="6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252C95D-D0F3-94FA-7FEC-C42F39C1EB6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96540" y="2769848"/>
                  <a:ext cx="164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9CC9F0-716F-570C-1E63-4E7B526F12F4}"/>
                    </a:ext>
                  </a:extLst>
                </p14:cNvPr>
                <p14:cNvContentPartPr/>
                <p14:nvPr/>
              </p14:nvContentPartPr>
              <p14:xfrm>
                <a:off x="4212900" y="2809808"/>
                <a:ext cx="130680" cy="2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9CC9F0-716F-570C-1E63-4E7B526F12F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03900" y="2801168"/>
                  <a:ext cx="14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AF9B9C-C874-2EB2-9144-B9A9AB169A26}"/>
                    </a:ext>
                  </a:extLst>
                </p14:cNvPr>
                <p14:cNvContentPartPr/>
                <p14:nvPr/>
              </p14:nvContentPartPr>
              <p14:xfrm>
                <a:off x="4228020" y="2754368"/>
                <a:ext cx="126000" cy="25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AF9B9C-C874-2EB2-9144-B9A9AB169A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19020" y="2745728"/>
                  <a:ext cx="143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5032C7A-70D8-FF38-FC4F-0B8E9CE1A597}"/>
                    </a:ext>
                  </a:extLst>
                </p14:cNvPr>
                <p14:cNvContentPartPr/>
                <p14:nvPr/>
              </p14:nvContentPartPr>
              <p14:xfrm>
                <a:off x="4422780" y="2737808"/>
                <a:ext cx="114120" cy="9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5032C7A-70D8-FF38-FC4F-0B8E9CE1A5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13780" y="2728808"/>
                  <a:ext cx="1317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7BB6385-F78D-C44D-8928-D5C1BCB9C257}"/>
                  </a:ext>
                </a:extLst>
              </p14:cNvPr>
              <p14:cNvContentPartPr/>
              <p14:nvPr/>
            </p14:nvContentPartPr>
            <p14:xfrm>
              <a:off x="4035780" y="2156408"/>
              <a:ext cx="250560" cy="99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7BB6385-F78D-C44D-8928-D5C1BCB9C25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26780" y="2147768"/>
                <a:ext cx="26820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F1EDA9C-F5D2-3277-483A-7C65265ABA22}"/>
              </a:ext>
            </a:extLst>
          </p:cNvPr>
          <p:cNvGrpSpPr/>
          <p:nvPr/>
        </p:nvGrpSpPr>
        <p:grpSpPr>
          <a:xfrm>
            <a:off x="4619340" y="2114288"/>
            <a:ext cx="1475640" cy="518040"/>
            <a:chOff x="4619340" y="2114288"/>
            <a:chExt cx="147564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F37A59-C846-AAAF-5C1B-3044EDE11970}"/>
                    </a:ext>
                  </a:extLst>
                </p14:cNvPr>
                <p14:cNvContentPartPr/>
                <p14:nvPr/>
              </p14:nvContentPartPr>
              <p14:xfrm>
                <a:off x="4793940" y="2435048"/>
                <a:ext cx="202320" cy="102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F37A59-C846-AAAF-5C1B-3044EDE1197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84940" y="2426408"/>
                  <a:ext cx="219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286D48-F59B-1739-7CD6-A6551C1FF56C}"/>
                    </a:ext>
                  </a:extLst>
                </p14:cNvPr>
                <p14:cNvContentPartPr/>
                <p14:nvPr/>
              </p14:nvContentPartPr>
              <p14:xfrm>
                <a:off x="5061060" y="2431088"/>
                <a:ext cx="191520" cy="105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286D48-F59B-1739-7CD6-A6551C1FF56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52420" y="2422088"/>
                  <a:ext cx="209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F1334B-4D7B-2E00-5E41-C7DE232C4317}"/>
                    </a:ext>
                  </a:extLst>
                </p14:cNvPr>
                <p14:cNvContentPartPr/>
                <p14:nvPr/>
              </p14:nvContentPartPr>
              <p14:xfrm>
                <a:off x="5221260" y="2342888"/>
                <a:ext cx="99360" cy="10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F1334B-4D7B-2E00-5E41-C7DE232C431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12260" y="2334248"/>
                  <a:ext cx="117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E61CA5-70D3-DE65-D8C5-B792BF7C1AB1}"/>
                    </a:ext>
                  </a:extLst>
                </p14:cNvPr>
                <p14:cNvContentPartPr/>
                <p14:nvPr/>
              </p14:nvContentPartPr>
              <p14:xfrm>
                <a:off x="5403060" y="2285648"/>
                <a:ext cx="70200" cy="16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E61CA5-70D3-DE65-D8C5-B792BF7C1A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94060" y="2277008"/>
                  <a:ext cx="87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EDF09E-F6C6-1313-0A6B-69C499836B0D}"/>
                    </a:ext>
                  </a:extLst>
                </p14:cNvPr>
                <p14:cNvContentPartPr/>
                <p14:nvPr/>
              </p14:nvContentPartPr>
              <p14:xfrm>
                <a:off x="5330340" y="2136968"/>
                <a:ext cx="2520" cy="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EDF09E-F6C6-1313-0A6B-69C499836B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21700" y="212796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BDFE2B-2D7D-0DFF-3896-F343A7B7AB2E}"/>
                    </a:ext>
                  </a:extLst>
                </p14:cNvPr>
                <p14:cNvContentPartPr/>
                <p14:nvPr/>
              </p14:nvContentPartPr>
              <p14:xfrm>
                <a:off x="5485500" y="2176928"/>
                <a:ext cx="204120" cy="135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BDFE2B-2D7D-0DFF-3896-F343A7B7AB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76860" y="2168288"/>
                  <a:ext cx="221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B7B33E3-526F-AED3-714A-D02735A166C0}"/>
                    </a:ext>
                  </a:extLst>
                </p14:cNvPr>
                <p14:cNvContentPartPr/>
                <p14:nvPr/>
              </p14:nvContentPartPr>
              <p14:xfrm>
                <a:off x="5828940" y="2167568"/>
                <a:ext cx="142200" cy="406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B7B33E3-526F-AED3-714A-D02735A166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20300" y="2158568"/>
                  <a:ext cx="1598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3363CD-1899-E9D4-D1B0-9B46C5ABA1B0}"/>
                    </a:ext>
                  </a:extLst>
                </p14:cNvPr>
                <p14:cNvContentPartPr/>
                <p14:nvPr/>
              </p14:nvContentPartPr>
              <p14:xfrm>
                <a:off x="4619340" y="2286368"/>
                <a:ext cx="144720" cy="345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3363CD-1899-E9D4-D1B0-9B46C5ABA1B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10700" y="2277368"/>
                  <a:ext cx="1623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3FA6D0-977A-491A-256A-8240402E46DC}"/>
                    </a:ext>
                  </a:extLst>
                </p14:cNvPr>
                <p14:cNvContentPartPr/>
                <p14:nvPr/>
              </p14:nvContentPartPr>
              <p14:xfrm>
                <a:off x="5966820" y="2114288"/>
                <a:ext cx="128160" cy="6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3FA6D0-977A-491A-256A-8240402E46D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57820" y="2105288"/>
                  <a:ext cx="14580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BFE952B-0EAE-5028-4672-14375ED2E23F}"/>
                  </a:ext>
                </a:extLst>
              </p14:cNvPr>
              <p14:cNvContentPartPr/>
              <p14:nvPr/>
            </p14:nvContentPartPr>
            <p14:xfrm>
              <a:off x="7258140" y="1991888"/>
              <a:ext cx="62640" cy="179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BFE952B-0EAE-5028-4672-14375ED2E23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249140" y="1982888"/>
                <a:ext cx="8028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B432A469-1BCB-B9E6-3D91-F8C2DAF9AA63}"/>
              </a:ext>
            </a:extLst>
          </p:cNvPr>
          <p:cNvGrpSpPr/>
          <p:nvPr/>
        </p:nvGrpSpPr>
        <p:grpSpPr>
          <a:xfrm>
            <a:off x="6185700" y="2368088"/>
            <a:ext cx="2055960" cy="509040"/>
            <a:chOff x="6185700" y="2368088"/>
            <a:chExt cx="205596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4DEA0F-7C1F-B19C-960B-ECFF5A5578E5}"/>
                    </a:ext>
                  </a:extLst>
                </p14:cNvPr>
                <p14:cNvContentPartPr/>
                <p14:nvPr/>
              </p14:nvContentPartPr>
              <p14:xfrm>
                <a:off x="6232860" y="2431088"/>
                <a:ext cx="180000" cy="2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4DEA0F-7C1F-B19C-960B-ECFF5A5578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23860" y="2422448"/>
                  <a:ext cx="19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21421F-1AE2-A524-E9B5-5EFD4F3E8B5C}"/>
                    </a:ext>
                  </a:extLst>
                </p14:cNvPr>
                <p14:cNvContentPartPr/>
                <p14:nvPr/>
              </p14:nvContentPartPr>
              <p14:xfrm>
                <a:off x="6185700" y="2368088"/>
                <a:ext cx="199800" cy="27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21421F-1AE2-A524-E9B5-5EFD4F3E8B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76700" y="2359088"/>
                  <a:ext cx="21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C09864-72F3-D46D-9D08-CE7CE16974CE}"/>
                    </a:ext>
                  </a:extLst>
                </p14:cNvPr>
                <p14:cNvContentPartPr/>
                <p14:nvPr/>
              </p14:nvContentPartPr>
              <p14:xfrm>
                <a:off x="6556860" y="2374208"/>
                <a:ext cx="1641960" cy="69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C09864-72F3-D46D-9D08-CE7CE16974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47860" y="2365208"/>
                  <a:ext cx="1659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8CB293-C468-1800-D2D7-3BDE830C7405}"/>
                    </a:ext>
                  </a:extLst>
                </p14:cNvPr>
                <p14:cNvContentPartPr/>
                <p14:nvPr/>
              </p14:nvContentPartPr>
              <p14:xfrm>
                <a:off x="6746940" y="2659328"/>
                <a:ext cx="115920" cy="21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8CB293-C468-1800-D2D7-3BDE830C740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38300" y="2650328"/>
                  <a:ext cx="133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2AA698-9570-BA57-4860-9B22F7456D07}"/>
                    </a:ext>
                  </a:extLst>
                </p14:cNvPr>
                <p14:cNvContentPartPr/>
                <p14:nvPr/>
              </p14:nvContentPartPr>
              <p14:xfrm>
                <a:off x="6984540" y="2776328"/>
                <a:ext cx="112680" cy="13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2AA698-9570-BA57-4860-9B22F7456D0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75540" y="2767688"/>
                  <a:ext cx="130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3615EB-845D-64B1-8113-A557EC76C8FC}"/>
                    </a:ext>
                  </a:extLst>
                </p14:cNvPr>
                <p14:cNvContentPartPr/>
                <p14:nvPr/>
              </p14:nvContentPartPr>
              <p14:xfrm>
                <a:off x="7268220" y="2707208"/>
                <a:ext cx="202680" cy="124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3615EB-845D-64B1-8113-A557EC76C8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59220" y="2698568"/>
                  <a:ext cx="220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558B5AC-1C8A-374C-FF7B-83741F4E4561}"/>
                    </a:ext>
                  </a:extLst>
                </p14:cNvPr>
                <p14:cNvContentPartPr/>
                <p14:nvPr/>
              </p14:nvContentPartPr>
              <p14:xfrm>
                <a:off x="7585020" y="2721608"/>
                <a:ext cx="177120" cy="115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558B5AC-1C8A-374C-FF7B-83741F4E456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76380" y="2712608"/>
                  <a:ext cx="194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BB7753-BD61-D776-EA00-8A5ED6C4A582}"/>
                    </a:ext>
                  </a:extLst>
                </p14:cNvPr>
                <p14:cNvContentPartPr/>
                <p14:nvPr/>
              </p14:nvContentPartPr>
              <p14:xfrm>
                <a:off x="7690500" y="2566448"/>
                <a:ext cx="50760" cy="11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BB7753-BD61-D776-EA00-8A5ED6C4A58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81860" y="2557448"/>
                  <a:ext cx="68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E59B66E-EC73-6F75-F3A5-01B2C408AFED}"/>
                    </a:ext>
                  </a:extLst>
                </p14:cNvPr>
                <p14:cNvContentPartPr/>
                <p14:nvPr/>
              </p14:nvContentPartPr>
              <p14:xfrm>
                <a:off x="7859700" y="2561048"/>
                <a:ext cx="99000" cy="151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E59B66E-EC73-6F75-F3A5-01B2C408AF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51060" y="2552408"/>
                  <a:ext cx="116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00FE051-3ED3-5278-5379-C4CCB19A0655}"/>
                    </a:ext>
                  </a:extLst>
                </p14:cNvPr>
                <p14:cNvContentPartPr/>
                <p14:nvPr/>
              </p14:nvContentPartPr>
              <p14:xfrm>
                <a:off x="7844940" y="2462408"/>
                <a:ext cx="360" cy="6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00FE051-3ED3-5278-5379-C4CCB19A065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36300" y="245376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D71C62-9ECC-81A2-3C8B-31322CF4B7A4}"/>
                    </a:ext>
                  </a:extLst>
                </p14:cNvPr>
                <p14:cNvContentPartPr/>
                <p14:nvPr/>
              </p14:nvContentPartPr>
              <p14:xfrm>
                <a:off x="8011260" y="2503448"/>
                <a:ext cx="230400" cy="101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D71C62-9ECC-81A2-3C8B-31322CF4B7A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02260" y="2494448"/>
                  <a:ext cx="2480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8C96B94-500F-5B13-4893-F46764DD80CE}"/>
              </a:ext>
            </a:extLst>
          </p:cNvPr>
          <p:cNvGrpSpPr/>
          <p:nvPr/>
        </p:nvGrpSpPr>
        <p:grpSpPr>
          <a:xfrm>
            <a:off x="6209460" y="2723768"/>
            <a:ext cx="169200" cy="596160"/>
            <a:chOff x="6209460" y="2723768"/>
            <a:chExt cx="16920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22E205-83B7-C9D4-1687-12422A5C95C0}"/>
                    </a:ext>
                  </a:extLst>
                </p14:cNvPr>
                <p14:cNvContentPartPr/>
                <p14:nvPr/>
              </p14:nvContentPartPr>
              <p14:xfrm>
                <a:off x="6301260" y="2790368"/>
                <a:ext cx="21600" cy="529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22E205-83B7-C9D4-1687-12422A5C95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92620" y="2781728"/>
                  <a:ext cx="3924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8790A6-8D6D-E0C9-84B6-146B3CDC25B6}"/>
                    </a:ext>
                  </a:extLst>
                </p14:cNvPr>
                <p14:cNvContentPartPr/>
                <p14:nvPr/>
              </p14:nvContentPartPr>
              <p14:xfrm>
                <a:off x="6209460" y="2723768"/>
                <a:ext cx="169200" cy="167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8790A6-8D6D-E0C9-84B6-146B3CDC25B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00460" y="2714768"/>
                  <a:ext cx="186840" cy="18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4057CCB-43E2-2FB0-A46D-E8C3CA1A9C15}"/>
                  </a:ext>
                </a:extLst>
              </p14:cNvPr>
              <p14:cNvContentPartPr/>
              <p14:nvPr/>
            </p14:nvContentPartPr>
            <p14:xfrm>
              <a:off x="6579180" y="3251168"/>
              <a:ext cx="3600" cy="36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4057CCB-43E2-2FB0-A46D-E8C3CA1A9C1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570540" y="3242168"/>
                <a:ext cx="2124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65E2680-7B1C-ADE2-DDC8-2559310D763A}"/>
              </a:ext>
            </a:extLst>
          </p:cNvPr>
          <p:cNvGrpSpPr/>
          <p:nvPr/>
        </p:nvGrpSpPr>
        <p:grpSpPr>
          <a:xfrm>
            <a:off x="5746140" y="3350888"/>
            <a:ext cx="1772280" cy="398520"/>
            <a:chOff x="5746140" y="3350888"/>
            <a:chExt cx="177228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7943A4-A1FB-FE85-E7C8-9C5070C2A1FB}"/>
                    </a:ext>
                  </a:extLst>
                </p14:cNvPr>
                <p14:cNvContentPartPr/>
                <p14:nvPr/>
              </p14:nvContentPartPr>
              <p14:xfrm>
                <a:off x="5994900" y="3570128"/>
                <a:ext cx="181080" cy="109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7943A4-A1FB-FE85-E7C8-9C5070C2A1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86260" y="3561128"/>
                  <a:ext cx="198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DFC8E1-8C92-F485-20FB-14BDD5DC97C3}"/>
                    </a:ext>
                  </a:extLst>
                </p14:cNvPr>
                <p14:cNvContentPartPr/>
                <p14:nvPr/>
              </p14:nvContentPartPr>
              <p14:xfrm>
                <a:off x="6219900" y="3553568"/>
                <a:ext cx="160200" cy="120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DFC8E1-8C92-F485-20FB-14BDD5DC97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11260" y="3544568"/>
                  <a:ext cx="177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E787F5-C14A-3888-C94E-DE7D9606E981}"/>
                    </a:ext>
                  </a:extLst>
                </p14:cNvPr>
                <p14:cNvContentPartPr/>
                <p14:nvPr/>
              </p14:nvContentPartPr>
              <p14:xfrm>
                <a:off x="6410700" y="3465008"/>
                <a:ext cx="125280" cy="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E787F5-C14A-3888-C94E-DE7D9606E9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02060" y="3456008"/>
                  <a:ext cx="142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9D6F61F-F0FF-8B05-F8C0-F2453CF2AA4B}"/>
                    </a:ext>
                  </a:extLst>
                </p14:cNvPr>
                <p14:cNvContentPartPr/>
                <p14:nvPr/>
              </p14:nvContentPartPr>
              <p14:xfrm>
                <a:off x="6639660" y="3412448"/>
                <a:ext cx="104040" cy="195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9D6F61F-F0FF-8B05-F8C0-F2453CF2AA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30660" y="3403448"/>
                  <a:ext cx="121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FCEB1B-10FA-722F-A862-45CBFB758BE1}"/>
                    </a:ext>
                  </a:extLst>
                </p14:cNvPr>
                <p14:cNvContentPartPr/>
                <p14:nvPr/>
              </p14:nvContentPartPr>
              <p14:xfrm>
                <a:off x="6717420" y="3350888"/>
                <a:ext cx="235080" cy="102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FCEB1B-10FA-722F-A862-45CBFB758BE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08780" y="3341888"/>
                  <a:ext cx="252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D69479-6F2C-A84C-CBAA-E128F1160C8A}"/>
                    </a:ext>
                  </a:extLst>
                </p14:cNvPr>
                <p14:cNvContentPartPr/>
                <p14:nvPr/>
              </p14:nvContentPartPr>
              <p14:xfrm>
                <a:off x="7128180" y="3351968"/>
                <a:ext cx="65880" cy="363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D69479-6F2C-A84C-CBAA-E128F1160C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19180" y="3342968"/>
                  <a:ext cx="835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FD430D-E044-CE6D-F1AD-6E6D5258B467}"/>
                    </a:ext>
                  </a:extLst>
                </p14:cNvPr>
                <p14:cNvContentPartPr/>
                <p14:nvPr/>
              </p14:nvContentPartPr>
              <p14:xfrm>
                <a:off x="5746140" y="3421808"/>
                <a:ext cx="61560" cy="327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FD430D-E044-CE6D-F1AD-6E6D5258B46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37140" y="3413168"/>
                  <a:ext cx="792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1C19A04-A2BE-2B02-4A94-375FFA321D50}"/>
                    </a:ext>
                  </a:extLst>
                </p14:cNvPr>
                <p14:cNvContentPartPr/>
                <p14:nvPr/>
              </p14:nvContentPartPr>
              <p14:xfrm>
                <a:off x="7345620" y="3464648"/>
                <a:ext cx="172800" cy="129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1C19A04-A2BE-2B02-4A94-375FFA321D5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36980" y="3455648"/>
                  <a:ext cx="19044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4684C79-027D-07AD-9959-1DF5295033BD}"/>
                  </a:ext>
                </a:extLst>
              </p14:cNvPr>
              <p14:cNvContentPartPr/>
              <p14:nvPr/>
            </p14:nvContentPartPr>
            <p14:xfrm>
              <a:off x="7730100" y="3434768"/>
              <a:ext cx="66240" cy="222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4684C79-027D-07AD-9959-1DF5295033B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721460" y="3425768"/>
                <a:ext cx="8388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ED09659-0ECA-029E-3442-CDB621E879CC}"/>
              </a:ext>
            </a:extLst>
          </p:cNvPr>
          <p:cNvGrpSpPr/>
          <p:nvPr/>
        </p:nvGrpSpPr>
        <p:grpSpPr>
          <a:xfrm>
            <a:off x="8240940" y="3359888"/>
            <a:ext cx="390600" cy="348120"/>
            <a:chOff x="8240940" y="3359888"/>
            <a:chExt cx="3906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BE5DA95-702A-0F27-5D1B-522319520315}"/>
                    </a:ext>
                  </a:extLst>
                </p14:cNvPr>
                <p14:cNvContentPartPr/>
                <p14:nvPr/>
              </p14:nvContentPartPr>
              <p14:xfrm>
                <a:off x="8240940" y="3359888"/>
                <a:ext cx="135360" cy="348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BE5DA95-702A-0F27-5D1B-52231952031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31940" y="3351248"/>
                  <a:ext cx="1530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5B857F-F644-4EA9-3F7F-49C6C4288D2C}"/>
                    </a:ext>
                  </a:extLst>
                </p14:cNvPr>
                <p14:cNvContentPartPr/>
                <p14:nvPr/>
              </p14:nvContentPartPr>
              <p14:xfrm>
                <a:off x="8280180" y="3569048"/>
                <a:ext cx="95040" cy="26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5B857F-F644-4EA9-3F7F-49C6C4288D2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71540" y="3560048"/>
                  <a:ext cx="11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C036DE-408B-9816-E6D8-0A581E67AF9E}"/>
                    </a:ext>
                  </a:extLst>
                </p14:cNvPr>
                <p14:cNvContentPartPr/>
                <p14:nvPr/>
              </p14:nvContentPartPr>
              <p14:xfrm>
                <a:off x="8412660" y="3466808"/>
                <a:ext cx="218880" cy="134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C036DE-408B-9816-E6D8-0A581E67AF9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03660" y="3457808"/>
                  <a:ext cx="23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E029E7B-D05E-E92D-93A3-2744AF31ED9C}"/>
                    </a:ext>
                  </a:extLst>
                </p14:cNvPr>
                <p14:cNvContentPartPr/>
                <p14:nvPr/>
              </p14:nvContentPartPr>
              <p14:xfrm>
                <a:off x="8458020" y="3558608"/>
                <a:ext cx="50040" cy="20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E029E7B-D05E-E92D-93A3-2744AF31ED9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49020" y="3549968"/>
                  <a:ext cx="676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009C601-5A86-8569-71E5-67E9A5C4F604}"/>
                  </a:ext>
                </a:extLst>
              </p14:cNvPr>
              <p14:cNvContentPartPr/>
              <p14:nvPr/>
            </p14:nvContentPartPr>
            <p14:xfrm>
              <a:off x="8904420" y="3457088"/>
              <a:ext cx="108360" cy="1422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009C601-5A86-8569-71E5-67E9A5C4F60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895780" y="3448088"/>
                <a:ext cx="1260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6B8D22A-2586-936E-6394-635DFE98D11B}"/>
                  </a:ext>
                </a:extLst>
              </p14:cNvPr>
              <p14:cNvContentPartPr/>
              <p14:nvPr/>
            </p14:nvContentPartPr>
            <p14:xfrm>
              <a:off x="9061020" y="3485168"/>
              <a:ext cx="101880" cy="846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6B8D22A-2586-936E-6394-635DFE98D11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052020" y="3476168"/>
                <a:ext cx="119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6F49DD1-B3D2-18B4-A762-7C588543474C}"/>
                  </a:ext>
                </a:extLst>
              </p14:cNvPr>
              <p14:cNvContentPartPr/>
              <p14:nvPr/>
            </p14:nvContentPartPr>
            <p14:xfrm>
              <a:off x="9195660" y="3513608"/>
              <a:ext cx="137520" cy="583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6F49DD1-B3D2-18B4-A762-7C588543474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87020" y="3504968"/>
                <a:ext cx="1551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C1EF0FE-53C4-D2E1-143A-048FBC404D7E}"/>
                  </a:ext>
                </a:extLst>
              </p14:cNvPr>
              <p14:cNvContentPartPr/>
              <p14:nvPr/>
            </p14:nvContentPartPr>
            <p14:xfrm>
              <a:off x="9367380" y="3465368"/>
              <a:ext cx="95760" cy="1090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C1EF0FE-53C4-D2E1-143A-048FBC404D7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358380" y="3456368"/>
                <a:ext cx="11340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D74E6C9-0F4E-F407-CE78-99261807E973}"/>
              </a:ext>
            </a:extLst>
          </p:cNvPr>
          <p:cNvGrpSpPr/>
          <p:nvPr/>
        </p:nvGrpSpPr>
        <p:grpSpPr>
          <a:xfrm>
            <a:off x="9565740" y="3439808"/>
            <a:ext cx="1072800" cy="260640"/>
            <a:chOff x="9565740" y="3439808"/>
            <a:chExt cx="1072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913E642-5AD6-6CFD-8D7C-07612B81BADE}"/>
                    </a:ext>
                  </a:extLst>
                </p14:cNvPr>
                <p14:cNvContentPartPr/>
                <p14:nvPr/>
              </p14:nvContentPartPr>
              <p14:xfrm>
                <a:off x="9565740" y="3484808"/>
                <a:ext cx="137520" cy="100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913E642-5AD6-6CFD-8D7C-07612B81BAD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57100" y="3476168"/>
                  <a:ext cx="155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A1F0FA6-2A65-D186-CB13-94C1975DB9D5}"/>
                    </a:ext>
                  </a:extLst>
                </p14:cNvPr>
                <p14:cNvContentPartPr/>
                <p14:nvPr/>
              </p14:nvContentPartPr>
              <p14:xfrm>
                <a:off x="9745020" y="3474728"/>
                <a:ext cx="51120" cy="109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A1F0FA6-2A65-D186-CB13-94C1975DB9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36380" y="3466088"/>
                  <a:ext cx="68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5D7AAB-7DFF-A819-62A6-1055792BFD12}"/>
                    </a:ext>
                  </a:extLst>
                </p14:cNvPr>
                <p14:cNvContentPartPr/>
                <p14:nvPr/>
              </p14:nvContentPartPr>
              <p14:xfrm>
                <a:off x="9885420" y="3454928"/>
                <a:ext cx="427680" cy="245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5D7AAB-7DFF-A819-62A6-1055792BFD1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76420" y="3445928"/>
                  <a:ext cx="445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466BBD6-8870-87AC-B3FA-B757319F0CF5}"/>
                    </a:ext>
                  </a:extLst>
                </p14:cNvPr>
                <p14:cNvContentPartPr/>
                <p14:nvPr/>
              </p14:nvContentPartPr>
              <p14:xfrm>
                <a:off x="10390140" y="3439808"/>
                <a:ext cx="248400" cy="156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466BBD6-8870-87AC-B3FA-B757319F0C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81500" y="3430808"/>
                  <a:ext cx="2660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C63B787-EE28-859A-4DA8-696BE3D854A2}"/>
              </a:ext>
            </a:extLst>
          </p:cNvPr>
          <p:cNvGrpSpPr/>
          <p:nvPr/>
        </p:nvGrpSpPr>
        <p:grpSpPr>
          <a:xfrm>
            <a:off x="5256540" y="3984848"/>
            <a:ext cx="1462680" cy="423360"/>
            <a:chOff x="5256540" y="3984848"/>
            <a:chExt cx="146268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413C7E-715F-BAAF-A7E0-A8F230D6CC0F}"/>
                    </a:ext>
                  </a:extLst>
                </p14:cNvPr>
                <p14:cNvContentPartPr/>
                <p14:nvPr/>
              </p14:nvContentPartPr>
              <p14:xfrm>
                <a:off x="5256540" y="4182848"/>
                <a:ext cx="36000" cy="225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413C7E-715F-BAAF-A7E0-A8F230D6CC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47540" y="4173848"/>
                  <a:ext cx="53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55DF6C-7FB5-5B3D-48F9-DEE9F92CC17B}"/>
                    </a:ext>
                  </a:extLst>
                </p14:cNvPr>
                <p14:cNvContentPartPr/>
                <p14:nvPr/>
              </p14:nvContentPartPr>
              <p14:xfrm>
                <a:off x="5412780" y="4311368"/>
                <a:ext cx="120240" cy="80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55DF6C-7FB5-5B3D-48F9-DEE9F92CC17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03780" y="4302368"/>
                  <a:ext cx="1378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2FD3B0E-AC32-3EEB-B3D4-6BD078A4FE4D}"/>
                    </a:ext>
                  </a:extLst>
                </p14:cNvPr>
                <p14:cNvContentPartPr/>
                <p14:nvPr/>
              </p14:nvContentPartPr>
              <p14:xfrm>
                <a:off x="5610780" y="4151168"/>
                <a:ext cx="50400" cy="244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2FD3B0E-AC32-3EEB-B3D4-6BD078A4FE4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02140" y="4142168"/>
                  <a:ext cx="68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8316F88-6D94-2B8C-CC6F-4C1ACEB4B266}"/>
                    </a:ext>
                  </a:extLst>
                </p14:cNvPr>
                <p14:cNvContentPartPr/>
                <p14:nvPr/>
              </p14:nvContentPartPr>
              <p14:xfrm>
                <a:off x="5766660" y="4144688"/>
                <a:ext cx="45360" cy="232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8316F88-6D94-2B8C-CC6F-4C1ACEB4B26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57660" y="4136048"/>
                  <a:ext cx="63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181C750-02C6-77EE-CDD3-A897EA5A99AF}"/>
                    </a:ext>
                  </a:extLst>
                </p14:cNvPr>
                <p14:cNvContentPartPr/>
                <p14:nvPr/>
              </p14:nvContentPartPr>
              <p14:xfrm>
                <a:off x="5886180" y="4263488"/>
                <a:ext cx="159120" cy="112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181C750-02C6-77EE-CDD3-A897EA5A99A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77540" y="4254848"/>
                  <a:ext cx="176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D92AA7-705E-BD5B-0403-613A392C7468}"/>
                    </a:ext>
                  </a:extLst>
                </p14:cNvPr>
                <p14:cNvContentPartPr/>
                <p14:nvPr/>
              </p14:nvContentPartPr>
              <p14:xfrm>
                <a:off x="6055020" y="4151528"/>
                <a:ext cx="111960" cy="20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D92AA7-705E-BD5B-0403-613A392C74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46380" y="4142528"/>
                  <a:ext cx="12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208D8E-BE04-17DE-2605-350CE63EE028}"/>
                    </a:ext>
                  </a:extLst>
                </p14:cNvPr>
                <p14:cNvContentPartPr/>
                <p14:nvPr/>
              </p14:nvContentPartPr>
              <p14:xfrm>
                <a:off x="6199020" y="4119848"/>
                <a:ext cx="86040" cy="196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208D8E-BE04-17DE-2605-350CE63EE02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90380" y="4110848"/>
                  <a:ext cx="103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2A6BCE9-E86F-04AA-E385-BA6A297AFDF0}"/>
                    </a:ext>
                  </a:extLst>
                </p14:cNvPr>
                <p14:cNvContentPartPr/>
                <p14:nvPr/>
              </p14:nvContentPartPr>
              <p14:xfrm>
                <a:off x="6192900" y="3984848"/>
                <a:ext cx="17640" cy="32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2A6BCE9-E86F-04AA-E385-BA6A297AFDF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83900" y="3975848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D660255-9937-795A-00AF-3D11F58DA456}"/>
                    </a:ext>
                  </a:extLst>
                </p14:cNvPr>
                <p14:cNvContentPartPr/>
                <p14:nvPr/>
              </p14:nvContentPartPr>
              <p14:xfrm>
                <a:off x="6343380" y="4030568"/>
                <a:ext cx="197640" cy="125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D660255-9937-795A-00AF-3D11F58DA45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34740" y="4021568"/>
                  <a:ext cx="21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F9F20D3-9853-5648-3F91-B07C5C2A24DB}"/>
                    </a:ext>
                  </a:extLst>
                </p14:cNvPr>
                <p14:cNvContentPartPr/>
                <p14:nvPr/>
              </p14:nvContentPartPr>
              <p14:xfrm>
                <a:off x="6679980" y="4093208"/>
                <a:ext cx="39240" cy="284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F9F20D3-9853-5648-3F91-B07C5C2A24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70980" y="4084568"/>
                  <a:ext cx="5688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635467D-4455-96D9-EC7F-6E5B6E4A0471}"/>
              </a:ext>
            </a:extLst>
          </p:cNvPr>
          <p:cNvGrpSpPr/>
          <p:nvPr/>
        </p:nvGrpSpPr>
        <p:grpSpPr>
          <a:xfrm>
            <a:off x="6945660" y="4249088"/>
            <a:ext cx="115200" cy="73440"/>
            <a:chOff x="6945660" y="4249088"/>
            <a:chExt cx="115200" cy="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BC81EE-6F7B-5D98-784A-759E598B59E9}"/>
                    </a:ext>
                  </a:extLst>
                </p14:cNvPr>
                <p14:cNvContentPartPr/>
                <p14:nvPr/>
              </p14:nvContentPartPr>
              <p14:xfrm>
                <a:off x="6964380" y="4309928"/>
                <a:ext cx="95760" cy="12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BC81EE-6F7B-5D98-784A-759E598B59E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5380" y="4301288"/>
                  <a:ext cx="113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016880-DF1D-2C1B-A536-EFD1AD9D154E}"/>
                    </a:ext>
                  </a:extLst>
                </p14:cNvPr>
                <p14:cNvContentPartPr/>
                <p14:nvPr/>
              </p14:nvContentPartPr>
              <p14:xfrm>
                <a:off x="6945660" y="4249088"/>
                <a:ext cx="115200" cy="21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016880-DF1D-2C1B-A536-EFD1AD9D154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36660" y="4240448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DFF864B-0F52-150D-F559-744917593E9A}"/>
              </a:ext>
            </a:extLst>
          </p:cNvPr>
          <p:cNvGrpSpPr/>
          <p:nvPr/>
        </p:nvGrpSpPr>
        <p:grpSpPr>
          <a:xfrm>
            <a:off x="7262460" y="4105088"/>
            <a:ext cx="452880" cy="246240"/>
            <a:chOff x="7262460" y="4105088"/>
            <a:chExt cx="4528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69350C7-DDE6-CAD9-C085-947E5BCAC5A3}"/>
                    </a:ext>
                  </a:extLst>
                </p14:cNvPr>
                <p14:cNvContentPartPr/>
                <p14:nvPr/>
              </p14:nvContentPartPr>
              <p14:xfrm>
                <a:off x="7262460" y="4129928"/>
                <a:ext cx="23760" cy="22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69350C7-DDE6-CAD9-C085-947E5BCAC5A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53820" y="4121288"/>
                  <a:ext cx="41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ADE95B5-E893-5F99-6C68-03D2D29D2A4B}"/>
                    </a:ext>
                  </a:extLst>
                </p14:cNvPr>
                <p14:cNvContentPartPr/>
                <p14:nvPr/>
              </p14:nvContentPartPr>
              <p14:xfrm>
                <a:off x="7455780" y="4233608"/>
                <a:ext cx="135000" cy="85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ADE95B5-E893-5F99-6C68-03D2D29D2A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46780" y="4224968"/>
                  <a:ext cx="152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8076D0E-8C28-30F5-5B03-E4A4DFE2F29C}"/>
                    </a:ext>
                  </a:extLst>
                </p14:cNvPr>
                <p14:cNvContentPartPr/>
                <p14:nvPr/>
              </p14:nvContentPartPr>
              <p14:xfrm>
                <a:off x="7672860" y="4105088"/>
                <a:ext cx="42480" cy="244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8076D0E-8C28-30F5-5B03-E4A4DFE2F29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64220" y="4096448"/>
                  <a:ext cx="60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9EBFF53-B9AD-6EFC-A174-9E4C706E375E}"/>
                    </a:ext>
                  </a:extLst>
                </p14:cNvPr>
                <p14:cNvContentPartPr/>
                <p14:nvPr/>
              </p14:nvContentPartPr>
              <p14:xfrm>
                <a:off x="7566660" y="4276808"/>
                <a:ext cx="8640" cy="5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9EBFF53-B9AD-6EFC-A174-9E4C706E375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57660" y="4267808"/>
                  <a:ext cx="262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3A3D4EF-2C9F-2B43-68E0-87BA3BDCF6AA}"/>
                  </a:ext>
                </a:extLst>
              </p14:cNvPr>
              <p14:cNvContentPartPr/>
              <p14:nvPr/>
            </p14:nvContentPartPr>
            <p14:xfrm>
              <a:off x="7986780" y="4178168"/>
              <a:ext cx="248400" cy="1692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3A3D4EF-2C9F-2B43-68E0-87BA3BDCF6AA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978140" y="4169528"/>
                <a:ext cx="2660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020A1AF-E8AB-ED6E-92DA-C0DAEA665559}"/>
                  </a:ext>
                </a:extLst>
              </p14:cNvPr>
              <p14:cNvContentPartPr/>
              <p14:nvPr/>
            </p14:nvContentPartPr>
            <p14:xfrm>
              <a:off x="8483940" y="4148288"/>
              <a:ext cx="49320" cy="2041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020A1AF-E8AB-ED6E-92DA-C0DAEA66555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475300" y="4139648"/>
                <a:ext cx="66960" cy="2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0622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DA21D73-DADF-3AF1-6440-D53F6CC01FB5}"/>
                  </a:ext>
                </a:extLst>
              </p14:cNvPr>
              <p14:cNvContentPartPr/>
              <p14:nvPr/>
            </p14:nvContentPartPr>
            <p14:xfrm>
              <a:off x="4651020" y="2063815"/>
              <a:ext cx="1260720" cy="41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DA21D73-DADF-3AF1-6440-D53F6CC01F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2380" y="2054815"/>
                <a:ext cx="12783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C05A4FC-FDAF-084C-0656-BC4027D2C6A4}"/>
              </a:ext>
            </a:extLst>
          </p:cNvPr>
          <p:cNvGrpSpPr/>
          <p:nvPr/>
        </p:nvGrpSpPr>
        <p:grpSpPr>
          <a:xfrm>
            <a:off x="2941020" y="2040415"/>
            <a:ext cx="1917000" cy="1123920"/>
            <a:chOff x="2941020" y="2040415"/>
            <a:chExt cx="1917000" cy="11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2DD450-04AB-EE7D-C044-53FA3B353E43}"/>
                    </a:ext>
                  </a:extLst>
                </p14:cNvPr>
                <p14:cNvContentPartPr/>
                <p14:nvPr/>
              </p14:nvContentPartPr>
              <p14:xfrm>
                <a:off x="3927060" y="2276575"/>
                <a:ext cx="27000" cy="887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2DD450-04AB-EE7D-C044-53FA3B353E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18420" y="2267575"/>
                  <a:ext cx="4464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C5B8940-E9BF-B312-0555-23216F577664}"/>
                    </a:ext>
                  </a:extLst>
                </p14:cNvPr>
                <p14:cNvContentPartPr/>
                <p14:nvPr/>
              </p14:nvContentPartPr>
              <p14:xfrm>
                <a:off x="2941020" y="2721895"/>
                <a:ext cx="1917000" cy="53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C5B8940-E9BF-B312-0555-23216F5776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2020" y="2712895"/>
                  <a:ext cx="1934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99AA5-F77A-1245-3C0C-7790DE07FF40}"/>
                    </a:ext>
                  </a:extLst>
                </p14:cNvPr>
                <p14:cNvContentPartPr/>
                <p14:nvPr/>
              </p14:nvContentPartPr>
              <p14:xfrm>
                <a:off x="3855780" y="2206375"/>
                <a:ext cx="140400" cy="99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99AA5-F77A-1245-3C0C-7790DE07FF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47140" y="2197375"/>
                  <a:ext cx="158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270302-F74D-D7ED-5756-45624284C637}"/>
                    </a:ext>
                  </a:extLst>
                </p14:cNvPr>
                <p14:cNvContentPartPr/>
                <p14:nvPr/>
              </p14:nvContentPartPr>
              <p14:xfrm>
                <a:off x="3392460" y="2208535"/>
                <a:ext cx="56520" cy="15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270302-F74D-D7ED-5756-45624284C6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83820" y="2199535"/>
                  <a:ext cx="74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532C80-229E-EDF2-1F68-A89E65048F7F}"/>
                    </a:ext>
                  </a:extLst>
                </p14:cNvPr>
                <p14:cNvContentPartPr/>
                <p14:nvPr/>
              </p14:nvContentPartPr>
              <p14:xfrm>
                <a:off x="3448980" y="2103055"/>
                <a:ext cx="185400" cy="113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532C80-229E-EDF2-1F68-A89E65048F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40340" y="2094055"/>
                  <a:ext cx="203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5E9121-42F4-B788-1A28-569282517448}"/>
                    </a:ext>
                  </a:extLst>
                </p14:cNvPr>
                <p14:cNvContentPartPr/>
                <p14:nvPr/>
              </p14:nvContentPartPr>
              <p14:xfrm>
                <a:off x="3659580" y="2145535"/>
                <a:ext cx="76320" cy="5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5E9121-42F4-B788-1A28-5692825174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50580" y="2136895"/>
                  <a:ext cx="93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9D5A9C-1CCE-72E3-EC96-08D72F58F6FA}"/>
                    </a:ext>
                  </a:extLst>
                </p14:cNvPr>
                <p14:cNvContentPartPr/>
                <p14:nvPr/>
              </p14:nvContentPartPr>
              <p14:xfrm>
                <a:off x="3798180" y="2040415"/>
                <a:ext cx="233280" cy="12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9D5A9C-1CCE-72E3-EC96-08D72F58F6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89180" y="2031775"/>
                  <a:ext cx="25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7C22CF-286E-A4DA-4B68-2C46319367BF}"/>
                    </a:ext>
                  </a:extLst>
                </p14:cNvPr>
                <p14:cNvContentPartPr/>
                <p14:nvPr/>
              </p14:nvContentPartPr>
              <p14:xfrm>
                <a:off x="3408300" y="2442535"/>
                <a:ext cx="1164240" cy="622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7C22CF-286E-A4DA-4B68-2C46319367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9660" y="2433535"/>
                  <a:ext cx="118188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8293EB-8FD9-929D-9C10-2BBF320842FC}"/>
              </a:ext>
            </a:extLst>
          </p:cNvPr>
          <p:cNvGrpSpPr/>
          <p:nvPr/>
        </p:nvGrpSpPr>
        <p:grpSpPr>
          <a:xfrm>
            <a:off x="7688700" y="1994695"/>
            <a:ext cx="1819080" cy="1013400"/>
            <a:chOff x="7688700" y="1994695"/>
            <a:chExt cx="181908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FC33F8-2971-4420-DCDD-10C56D6CE2C8}"/>
                    </a:ext>
                  </a:extLst>
                </p14:cNvPr>
                <p14:cNvContentPartPr/>
                <p14:nvPr/>
              </p14:nvContentPartPr>
              <p14:xfrm>
                <a:off x="8483220" y="1994695"/>
                <a:ext cx="84600" cy="91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FC33F8-2971-4420-DCDD-10C56D6CE2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74580" y="1985695"/>
                  <a:ext cx="10224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106B02-11D7-2CA4-25E9-9874A10B88E8}"/>
                    </a:ext>
                  </a:extLst>
                </p14:cNvPr>
                <p14:cNvContentPartPr/>
                <p14:nvPr/>
              </p14:nvContentPartPr>
              <p14:xfrm>
                <a:off x="7688700" y="2483215"/>
                <a:ext cx="1819080" cy="2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106B02-11D7-2CA4-25E9-9874A10B88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80060" y="2474575"/>
                  <a:ext cx="1836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DA44A0-0311-56A9-1D3D-E6372FE273E8}"/>
                    </a:ext>
                  </a:extLst>
                </p14:cNvPr>
                <p14:cNvContentPartPr/>
                <p14:nvPr/>
              </p14:nvContentPartPr>
              <p14:xfrm>
                <a:off x="7824780" y="2060215"/>
                <a:ext cx="654120" cy="20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DA44A0-0311-56A9-1D3D-E6372FE273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16140" y="2051215"/>
                  <a:ext cx="671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554515-9624-CEAA-0DDC-921016AB4296}"/>
                    </a:ext>
                  </a:extLst>
                </p14:cNvPr>
                <p14:cNvContentPartPr/>
                <p14:nvPr/>
              </p14:nvContentPartPr>
              <p14:xfrm>
                <a:off x="8488620" y="2311135"/>
                <a:ext cx="63720" cy="40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554515-9624-CEAA-0DDC-921016AB42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79980" y="2302135"/>
                  <a:ext cx="813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98E0639-7B85-7353-F51B-44C939BE1976}"/>
                    </a:ext>
                  </a:extLst>
                </p14:cNvPr>
                <p14:cNvContentPartPr/>
                <p14:nvPr/>
              </p14:nvContentPartPr>
              <p14:xfrm>
                <a:off x="8535420" y="2725495"/>
                <a:ext cx="547560" cy="28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98E0639-7B85-7353-F51B-44C939BE19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6780" y="2716855"/>
                  <a:ext cx="56520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6B2280-A8EE-E719-BB55-0396A0678E05}"/>
              </a:ext>
            </a:extLst>
          </p:cNvPr>
          <p:cNvGrpSpPr/>
          <p:nvPr/>
        </p:nvGrpSpPr>
        <p:grpSpPr>
          <a:xfrm>
            <a:off x="8339220" y="1553335"/>
            <a:ext cx="694800" cy="264960"/>
            <a:chOff x="8339220" y="1553335"/>
            <a:chExt cx="6948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ED3E54-EB0A-4707-817E-826B126AF6BE}"/>
                    </a:ext>
                  </a:extLst>
                </p14:cNvPr>
                <p14:cNvContentPartPr/>
                <p14:nvPr/>
              </p14:nvContentPartPr>
              <p14:xfrm>
                <a:off x="8339220" y="1691935"/>
                <a:ext cx="146160" cy="12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ED3E54-EB0A-4707-817E-826B126AF6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30580" y="1683295"/>
                  <a:ext cx="163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5485B9-7173-C003-54F9-FF681F88F862}"/>
                    </a:ext>
                  </a:extLst>
                </p14:cNvPr>
                <p14:cNvContentPartPr/>
                <p14:nvPr/>
              </p14:nvContentPartPr>
              <p14:xfrm>
                <a:off x="8515260" y="1553335"/>
                <a:ext cx="187200" cy="19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5485B9-7173-C003-54F9-FF681F88F8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06260" y="1544335"/>
                  <a:ext cx="204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44965A-4EAC-67C5-C574-BE616E05561D}"/>
                    </a:ext>
                  </a:extLst>
                </p14:cNvPr>
                <p14:cNvContentPartPr/>
                <p14:nvPr/>
              </p14:nvContentPartPr>
              <p14:xfrm>
                <a:off x="8725500" y="1667455"/>
                <a:ext cx="71640" cy="73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44965A-4EAC-67C5-C574-BE616E0556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16500" y="1658815"/>
                  <a:ext cx="89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7462F4-DA7E-B00C-2264-C0741A4754E0}"/>
                    </a:ext>
                  </a:extLst>
                </p14:cNvPr>
                <p14:cNvContentPartPr/>
                <p14:nvPr/>
              </p14:nvContentPartPr>
              <p14:xfrm>
                <a:off x="8845740" y="1631095"/>
                <a:ext cx="188280" cy="11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7462F4-DA7E-B00C-2264-C0741A4754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37100" y="1622455"/>
                  <a:ext cx="20592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72E773-47CF-8C98-6225-34D132BAD74A}"/>
              </a:ext>
            </a:extLst>
          </p:cNvPr>
          <p:cNvGrpSpPr/>
          <p:nvPr/>
        </p:nvGrpSpPr>
        <p:grpSpPr>
          <a:xfrm>
            <a:off x="9389340" y="2429935"/>
            <a:ext cx="534600" cy="158040"/>
            <a:chOff x="9389340" y="2429935"/>
            <a:chExt cx="53460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516E70-3CD5-48F6-F9E3-36D00FE1BAB0}"/>
                    </a:ext>
                  </a:extLst>
                </p14:cNvPr>
                <p14:cNvContentPartPr/>
                <p14:nvPr/>
              </p14:nvContentPartPr>
              <p14:xfrm>
                <a:off x="9389340" y="2429935"/>
                <a:ext cx="186120" cy="10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516E70-3CD5-48F6-F9E3-36D00FE1BA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80340" y="2421295"/>
                  <a:ext cx="203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06E0F3-C6C1-884C-7F86-81F43894335A}"/>
                    </a:ext>
                  </a:extLst>
                </p14:cNvPr>
                <p14:cNvContentPartPr/>
                <p14:nvPr/>
              </p14:nvContentPartPr>
              <p14:xfrm>
                <a:off x="9697140" y="2478175"/>
                <a:ext cx="226800" cy="10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06E0F3-C6C1-884C-7F86-81F4389433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8140" y="2469535"/>
                  <a:ext cx="24444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F71678E-B356-48FC-575C-9290E8A71033}"/>
              </a:ext>
            </a:extLst>
          </p:cNvPr>
          <p:cNvGrpSpPr/>
          <p:nvPr/>
        </p:nvGrpSpPr>
        <p:grpSpPr>
          <a:xfrm>
            <a:off x="4761540" y="2641255"/>
            <a:ext cx="505800" cy="137520"/>
            <a:chOff x="4761540" y="2641255"/>
            <a:chExt cx="5058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3E7F56-EAD4-9A6B-5117-0807C1C3F4D0}"/>
                    </a:ext>
                  </a:extLst>
                </p14:cNvPr>
                <p14:cNvContentPartPr/>
                <p14:nvPr/>
              </p14:nvContentPartPr>
              <p14:xfrm>
                <a:off x="4761540" y="2646295"/>
                <a:ext cx="179280" cy="11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3E7F56-EAD4-9A6B-5117-0807C1C3F4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52900" y="2637295"/>
                  <a:ext cx="196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1E5703-C32F-96F7-DBD5-629A505F0215}"/>
                    </a:ext>
                  </a:extLst>
                </p14:cNvPr>
                <p14:cNvContentPartPr/>
                <p14:nvPr/>
              </p14:nvContentPartPr>
              <p14:xfrm>
                <a:off x="5020020" y="2641255"/>
                <a:ext cx="247320" cy="137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1E5703-C32F-96F7-DBD5-629A505F0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11020" y="2632615"/>
                  <a:ext cx="264960" cy="155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6A1DCF5-32ED-E033-3C09-12BC7A28B934}"/>
              </a:ext>
            </a:extLst>
          </p:cNvPr>
          <p:cNvGrpSpPr/>
          <p:nvPr/>
        </p:nvGrpSpPr>
        <p:grpSpPr>
          <a:xfrm>
            <a:off x="378540" y="4045328"/>
            <a:ext cx="858240" cy="365040"/>
            <a:chOff x="378540" y="4045328"/>
            <a:chExt cx="85824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DBB230-B1B3-5ABE-DE83-C15FD308F771}"/>
                    </a:ext>
                  </a:extLst>
                </p14:cNvPr>
                <p14:cNvContentPartPr/>
                <p14:nvPr/>
              </p14:nvContentPartPr>
              <p14:xfrm>
                <a:off x="378540" y="4056128"/>
                <a:ext cx="121320" cy="228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DBB230-B1B3-5ABE-DE83-C15FD308F7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9540" y="4047488"/>
                  <a:ext cx="13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3CC1BA-DA78-B269-724B-69DFA377D9C1}"/>
                    </a:ext>
                  </a:extLst>
                </p14:cNvPr>
                <p14:cNvContentPartPr/>
                <p14:nvPr/>
              </p14:nvContentPartPr>
              <p14:xfrm>
                <a:off x="559260" y="4170248"/>
                <a:ext cx="28080" cy="9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3CC1BA-DA78-B269-724B-69DFA377D9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0620" y="4161608"/>
                  <a:ext cx="4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3CFB99-6EC4-2217-4B3F-E60CEA65D284}"/>
                    </a:ext>
                  </a:extLst>
                </p14:cNvPr>
                <p14:cNvContentPartPr/>
                <p14:nvPr/>
              </p14:nvContentPartPr>
              <p14:xfrm>
                <a:off x="668700" y="4186808"/>
                <a:ext cx="88560" cy="84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3CFB99-6EC4-2217-4B3F-E60CEA65D2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0060" y="4177808"/>
                  <a:ext cx="106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D2868A-3B8B-695F-A2F2-56A769FE9C40}"/>
                    </a:ext>
                  </a:extLst>
                </p14:cNvPr>
                <p14:cNvContentPartPr/>
                <p14:nvPr/>
              </p14:nvContentPartPr>
              <p14:xfrm>
                <a:off x="810180" y="4165928"/>
                <a:ext cx="114840" cy="10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D2868A-3B8B-695F-A2F2-56A769FE9C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1540" y="4157288"/>
                  <a:ext cx="132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6B34EB-223B-7D51-79E8-C88B5EF47B37}"/>
                    </a:ext>
                  </a:extLst>
                </p14:cNvPr>
                <p14:cNvContentPartPr/>
                <p14:nvPr/>
              </p14:nvContentPartPr>
              <p14:xfrm>
                <a:off x="986940" y="4083488"/>
                <a:ext cx="115560" cy="32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6B34EB-223B-7D51-79E8-C88B5EF47B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8300" y="4074488"/>
                  <a:ext cx="1332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7805E5-7FE6-8DEE-5AAB-8AD6539AF5A9}"/>
                    </a:ext>
                  </a:extLst>
                </p14:cNvPr>
                <p14:cNvContentPartPr/>
                <p14:nvPr/>
              </p14:nvContentPartPr>
              <p14:xfrm>
                <a:off x="961380" y="4259888"/>
                <a:ext cx="171360" cy="1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7805E5-7FE6-8DEE-5AAB-8AD6539AF5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2740" y="4250888"/>
                  <a:ext cx="18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2BC7B2D-109A-ACE1-9DE2-7ABD167CFF98}"/>
                    </a:ext>
                  </a:extLst>
                </p14:cNvPr>
                <p14:cNvContentPartPr/>
                <p14:nvPr/>
              </p14:nvContentPartPr>
              <p14:xfrm>
                <a:off x="1174140" y="4187528"/>
                <a:ext cx="1404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2BC7B2D-109A-ACE1-9DE2-7ABD167CFF9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5140" y="4178528"/>
                  <a:ext cx="31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FE7B4F-3394-E917-D179-F8DC348AF751}"/>
                    </a:ext>
                  </a:extLst>
                </p14:cNvPr>
                <p14:cNvContentPartPr/>
                <p14:nvPr/>
              </p14:nvContentPartPr>
              <p14:xfrm>
                <a:off x="1236420" y="4301648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FE7B4F-3394-E917-D179-F8DC348AF7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27420" y="4293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EDDC2A1-A497-9B42-92EB-C7996EA5D3D1}"/>
                    </a:ext>
                  </a:extLst>
                </p14:cNvPr>
                <p14:cNvContentPartPr/>
                <p14:nvPr/>
              </p14:nvContentPartPr>
              <p14:xfrm>
                <a:off x="955620" y="4045328"/>
                <a:ext cx="67680" cy="2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EDDC2A1-A497-9B42-92EB-C7996EA5D3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6980" y="4036688"/>
                  <a:ext cx="853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7AF4FF0-722B-3667-11AE-2ECF81D0EDF2}"/>
              </a:ext>
            </a:extLst>
          </p:cNvPr>
          <p:cNvGrpSpPr/>
          <p:nvPr/>
        </p:nvGrpSpPr>
        <p:grpSpPr>
          <a:xfrm>
            <a:off x="1724220" y="4033808"/>
            <a:ext cx="2945520" cy="471240"/>
            <a:chOff x="1724220" y="4033808"/>
            <a:chExt cx="294552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B0F4DC7-7608-8EFF-B9ED-0B27021A7890}"/>
                    </a:ext>
                  </a:extLst>
                </p14:cNvPr>
                <p14:cNvContentPartPr/>
                <p14:nvPr/>
              </p14:nvContentPartPr>
              <p14:xfrm>
                <a:off x="1724220" y="4170248"/>
                <a:ext cx="154080" cy="23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B0F4DC7-7608-8EFF-B9ED-0B27021A78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15580" y="4161608"/>
                  <a:ext cx="171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8B6C74-656B-AA22-F982-4DB7E8A5FCA2}"/>
                    </a:ext>
                  </a:extLst>
                </p14:cNvPr>
                <p14:cNvContentPartPr/>
                <p14:nvPr/>
              </p14:nvContentPartPr>
              <p14:xfrm>
                <a:off x="1888740" y="4073408"/>
                <a:ext cx="107640" cy="223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8B6C74-656B-AA22-F982-4DB7E8A5FC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79740" y="4064408"/>
                  <a:ext cx="125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4C5440-C941-CFF1-0727-2DC2E1804FDD}"/>
                    </a:ext>
                  </a:extLst>
                </p14:cNvPr>
                <p14:cNvContentPartPr/>
                <p14:nvPr/>
              </p14:nvContentPartPr>
              <p14:xfrm>
                <a:off x="2010420" y="4203008"/>
                <a:ext cx="172080" cy="61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4C5440-C941-CFF1-0727-2DC2E1804FD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01780" y="4194008"/>
                  <a:ext cx="189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B77CA88-20AB-E447-0B10-D982560E4E56}"/>
                    </a:ext>
                  </a:extLst>
                </p14:cNvPr>
                <p14:cNvContentPartPr/>
                <p14:nvPr/>
              </p14:nvContentPartPr>
              <p14:xfrm>
                <a:off x="2150820" y="4049648"/>
                <a:ext cx="132840" cy="263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B77CA88-20AB-E447-0B10-D982560E4E5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41820" y="4041008"/>
                  <a:ext cx="150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B86D40-7B01-55A8-3918-95F61802DF9F}"/>
                    </a:ext>
                  </a:extLst>
                </p14:cNvPr>
                <p14:cNvContentPartPr/>
                <p14:nvPr/>
              </p14:nvContentPartPr>
              <p14:xfrm>
                <a:off x="2410740" y="4235408"/>
                <a:ext cx="109080" cy="14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B86D40-7B01-55A8-3918-95F61802DF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02100" y="4226408"/>
                  <a:ext cx="126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B5DB14-EBAD-B305-1E4E-4B1743A6ED08}"/>
                    </a:ext>
                  </a:extLst>
                </p14:cNvPr>
                <p14:cNvContentPartPr/>
                <p14:nvPr/>
              </p14:nvContentPartPr>
              <p14:xfrm>
                <a:off x="2415780" y="4181768"/>
                <a:ext cx="10944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B5DB14-EBAD-B305-1E4E-4B1743A6ED0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06780" y="4172768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17E83C-F7B4-64E4-3EFB-9AF9161C2E81}"/>
                    </a:ext>
                  </a:extLst>
                </p14:cNvPr>
                <p14:cNvContentPartPr/>
                <p14:nvPr/>
              </p14:nvContentPartPr>
              <p14:xfrm>
                <a:off x="2629620" y="4078088"/>
                <a:ext cx="279720" cy="18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17E83C-F7B4-64E4-3EFB-9AF9161C2E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20980" y="4069448"/>
                  <a:ext cx="297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06EA66-7B74-221A-A736-012AC2A5A046}"/>
                    </a:ext>
                  </a:extLst>
                </p14:cNvPr>
                <p14:cNvContentPartPr/>
                <p14:nvPr/>
              </p14:nvContentPartPr>
              <p14:xfrm>
                <a:off x="2727180" y="4358888"/>
                <a:ext cx="37800" cy="140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06EA66-7B74-221A-A736-012AC2A5A04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18180" y="4349888"/>
                  <a:ext cx="55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A4012E-030D-E620-CBCE-0F81690C4DE4}"/>
                    </a:ext>
                  </a:extLst>
                </p14:cNvPr>
                <p14:cNvContentPartPr/>
                <p14:nvPr/>
              </p14:nvContentPartPr>
              <p14:xfrm>
                <a:off x="2758860" y="4426208"/>
                <a:ext cx="133200" cy="7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A4012E-030D-E620-CBCE-0F81690C4DE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49860" y="4417568"/>
                  <a:ext cx="150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573141-BDB9-604E-C619-37C38F1EC092}"/>
                    </a:ext>
                  </a:extLst>
                </p14:cNvPr>
                <p14:cNvContentPartPr/>
                <p14:nvPr/>
              </p14:nvContentPartPr>
              <p14:xfrm>
                <a:off x="3049380" y="4166648"/>
                <a:ext cx="163080" cy="113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573141-BDB9-604E-C619-37C38F1EC0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40740" y="4157648"/>
                  <a:ext cx="180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7773D3-E05C-A654-55C2-0408079DB59D}"/>
                    </a:ext>
                  </a:extLst>
                </p14:cNvPr>
                <p14:cNvContentPartPr/>
                <p14:nvPr/>
              </p14:nvContentPartPr>
              <p14:xfrm>
                <a:off x="3104820" y="4182128"/>
                <a:ext cx="59400" cy="10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7773D3-E05C-A654-55C2-0408079DB5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95820" y="4173488"/>
                  <a:ext cx="77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8CE1F73-A989-8538-B040-79E33AC89EF2}"/>
                    </a:ext>
                  </a:extLst>
                </p14:cNvPr>
                <p14:cNvContentPartPr/>
                <p14:nvPr/>
              </p14:nvContentPartPr>
              <p14:xfrm>
                <a:off x="3203460" y="4074488"/>
                <a:ext cx="131760" cy="217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CE1F73-A989-8538-B040-79E33AC89EF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4460" y="4065848"/>
                  <a:ext cx="149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5D0D0E-B2D1-870C-B75B-7CD3E8B83AF3}"/>
                    </a:ext>
                  </a:extLst>
                </p14:cNvPr>
                <p14:cNvContentPartPr/>
                <p14:nvPr/>
              </p14:nvContentPartPr>
              <p14:xfrm>
                <a:off x="3350700" y="4119128"/>
                <a:ext cx="57600" cy="156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5D0D0E-B2D1-870C-B75B-7CD3E8B83A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42060" y="4110488"/>
                  <a:ext cx="75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B0EE95-21FD-195A-09DF-D30218336D1D}"/>
                    </a:ext>
                  </a:extLst>
                </p14:cNvPr>
                <p14:cNvContentPartPr/>
                <p14:nvPr/>
              </p14:nvContentPartPr>
              <p14:xfrm>
                <a:off x="3433860" y="4208048"/>
                <a:ext cx="114480" cy="53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B0EE95-21FD-195A-09DF-D30218336D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24860" y="4199408"/>
                  <a:ext cx="132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66C0DC-30C3-006F-EA4F-84645F698C93}"/>
                    </a:ext>
                  </a:extLst>
                </p14:cNvPr>
                <p14:cNvContentPartPr/>
                <p14:nvPr/>
              </p14:nvContentPartPr>
              <p14:xfrm>
                <a:off x="3460140" y="4034168"/>
                <a:ext cx="136080" cy="25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66C0DC-30C3-006F-EA4F-84645F698C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51140" y="4025168"/>
                  <a:ext cx="153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E32ECC-70E6-F6AE-EAE1-19597A2F15BC}"/>
                    </a:ext>
                  </a:extLst>
                </p14:cNvPr>
                <p14:cNvContentPartPr/>
                <p14:nvPr/>
              </p14:nvContentPartPr>
              <p14:xfrm>
                <a:off x="3668220" y="4082768"/>
                <a:ext cx="145440" cy="19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E32ECC-70E6-F6AE-EAE1-19597A2F15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59220" y="4074128"/>
                  <a:ext cx="163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0FFC54-F1F9-3A94-6B00-61743BC4979D}"/>
                    </a:ext>
                  </a:extLst>
                </p14:cNvPr>
                <p14:cNvContentPartPr/>
                <p14:nvPr/>
              </p14:nvContentPartPr>
              <p14:xfrm>
                <a:off x="3846060" y="4046768"/>
                <a:ext cx="118440" cy="253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0FFC54-F1F9-3A94-6B00-61743BC4979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37060" y="4038128"/>
                  <a:ext cx="13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623641-23DC-D025-23FB-68C91ECF34A3}"/>
                    </a:ext>
                  </a:extLst>
                </p14:cNvPr>
                <p14:cNvContentPartPr/>
                <p14:nvPr/>
              </p14:nvContentPartPr>
              <p14:xfrm>
                <a:off x="3969180" y="4192568"/>
                <a:ext cx="150480" cy="68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623641-23DC-D025-23FB-68C91ECF34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60180" y="4183568"/>
                  <a:ext cx="168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ABAD2FF-84BC-48D1-6A83-6E1829B2FB49}"/>
                    </a:ext>
                  </a:extLst>
                </p14:cNvPr>
                <p14:cNvContentPartPr/>
                <p14:nvPr/>
              </p14:nvContentPartPr>
              <p14:xfrm>
                <a:off x="4198860" y="4202648"/>
                <a:ext cx="11340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ABAD2FF-84BC-48D1-6A83-6E1829B2FB4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90220" y="4194008"/>
                  <a:ext cx="131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303EFB-7C17-722B-2F88-49D4303B63F2}"/>
                    </a:ext>
                  </a:extLst>
                </p14:cNvPr>
                <p14:cNvContentPartPr/>
                <p14:nvPr/>
              </p14:nvContentPartPr>
              <p14:xfrm>
                <a:off x="4358700" y="4068008"/>
                <a:ext cx="62640" cy="187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303EFB-7C17-722B-2F88-49D4303B63F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50060" y="4059008"/>
                  <a:ext cx="80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B8304D-48C3-1426-71CC-F542E088CFD8}"/>
                    </a:ext>
                  </a:extLst>
                </p14:cNvPr>
                <p14:cNvContentPartPr/>
                <p14:nvPr/>
              </p14:nvContentPartPr>
              <p14:xfrm>
                <a:off x="4419180" y="4192568"/>
                <a:ext cx="150480" cy="6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B8304D-48C3-1426-71CC-F542E088CFD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10180" y="4183568"/>
                  <a:ext cx="168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E1C435-08D3-6B51-F1E7-45CB76580590}"/>
                    </a:ext>
                  </a:extLst>
                </p14:cNvPr>
                <p14:cNvContentPartPr/>
                <p14:nvPr/>
              </p14:nvContentPartPr>
              <p14:xfrm>
                <a:off x="4499100" y="4033808"/>
                <a:ext cx="170640" cy="29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E1C435-08D3-6B51-F1E7-45CB765805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490100" y="4024808"/>
                  <a:ext cx="18828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45464E7-9189-2AD9-C840-CB19DD9707FB}"/>
              </a:ext>
            </a:extLst>
          </p:cNvPr>
          <p:cNvGrpSpPr/>
          <p:nvPr/>
        </p:nvGrpSpPr>
        <p:grpSpPr>
          <a:xfrm>
            <a:off x="4987620" y="4052168"/>
            <a:ext cx="710640" cy="201600"/>
            <a:chOff x="4987620" y="4052168"/>
            <a:chExt cx="71064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368E96A-63FE-6987-4109-F989909B14C3}"/>
                    </a:ext>
                  </a:extLst>
                </p14:cNvPr>
                <p14:cNvContentPartPr/>
                <p14:nvPr/>
              </p14:nvContentPartPr>
              <p14:xfrm>
                <a:off x="5148540" y="4113728"/>
                <a:ext cx="5868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368E96A-63FE-6987-4109-F989909B14C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39540" y="4104728"/>
                  <a:ext cx="76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266EEB-7735-158A-D555-EDB120AC67C9}"/>
                    </a:ext>
                  </a:extLst>
                </p14:cNvPr>
                <p14:cNvContentPartPr/>
                <p14:nvPr/>
              </p14:nvContentPartPr>
              <p14:xfrm>
                <a:off x="4987620" y="4056848"/>
                <a:ext cx="223560" cy="26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266EEB-7735-158A-D555-EDB120AC67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78620" y="4048208"/>
                  <a:ext cx="241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71816D-EFAF-FD52-9F68-DA9E5525CE41}"/>
                    </a:ext>
                  </a:extLst>
                </p14:cNvPr>
                <p14:cNvContentPartPr/>
                <p14:nvPr/>
              </p14:nvContentPartPr>
              <p14:xfrm>
                <a:off x="5236740" y="4181408"/>
                <a:ext cx="150480" cy="69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71816D-EFAF-FD52-9F68-DA9E5525CE4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27740" y="4172408"/>
                  <a:ext cx="168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9FC0A1-DD74-FD12-911D-AD17B8355EFC}"/>
                    </a:ext>
                  </a:extLst>
                </p14:cNvPr>
                <p14:cNvContentPartPr/>
                <p14:nvPr/>
              </p14:nvContentPartPr>
              <p14:xfrm>
                <a:off x="5372100" y="4052168"/>
                <a:ext cx="95400" cy="17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9FC0A1-DD74-FD12-911D-AD17B8355EF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63100" y="4043528"/>
                  <a:ext cx="113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874B12-EA99-7A35-386D-FCAED3A22B9E}"/>
                    </a:ext>
                  </a:extLst>
                </p14:cNvPr>
                <p14:cNvContentPartPr/>
                <p14:nvPr/>
              </p14:nvContentPartPr>
              <p14:xfrm>
                <a:off x="5462100" y="4141448"/>
                <a:ext cx="23616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874B12-EA99-7A35-386D-FCAED3A22B9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53460" y="4132448"/>
                  <a:ext cx="2538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AB3216-846A-4C87-8EFC-0AFD5600CF00}"/>
              </a:ext>
            </a:extLst>
          </p:cNvPr>
          <p:cNvGrpSpPr/>
          <p:nvPr/>
        </p:nvGrpSpPr>
        <p:grpSpPr>
          <a:xfrm>
            <a:off x="5929740" y="4058288"/>
            <a:ext cx="678960" cy="203400"/>
            <a:chOff x="5929740" y="4058288"/>
            <a:chExt cx="67896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F152D4-41C8-768D-6DCA-4F1CFFE28468}"/>
                    </a:ext>
                  </a:extLst>
                </p14:cNvPr>
                <p14:cNvContentPartPr/>
                <p14:nvPr/>
              </p14:nvContentPartPr>
              <p14:xfrm>
                <a:off x="5929740" y="4077008"/>
                <a:ext cx="180720" cy="18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F152D4-41C8-768D-6DCA-4F1CFFE2846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20740" y="4068368"/>
                  <a:ext cx="198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9426FF-DAA5-33B1-48CB-ABBAACAD998A}"/>
                    </a:ext>
                  </a:extLst>
                </p14:cNvPr>
                <p14:cNvContentPartPr/>
                <p14:nvPr/>
              </p14:nvContentPartPr>
              <p14:xfrm>
                <a:off x="6172020" y="4151168"/>
                <a:ext cx="51120" cy="75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9426FF-DAA5-33B1-48CB-ABBAACAD998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63380" y="4142168"/>
                  <a:ext cx="6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45CE1D-CCB4-7AA1-3359-E3365E0A035E}"/>
                    </a:ext>
                  </a:extLst>
                </p14:cNvPr>
                <p14:cNvContentPartPr/>
                <p14:nvPr/>
              </p14:nvContentPartPr>
              <p14:xfrm>
                <a:off x="6062580" y="4078088"/>
                <a:ext cx="156600" cy="31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45CE1D-CCB4-7AA1-3359-E3365E0A03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53940" y="4069448"/>
                  <a:ext cx="174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16F1E5-1875-04BE-D256-8AF74CA6F12F}"/>
                    </a:ext>
                  </a:extLst>
                </p14:cNvPr>
                <p14:cNvContentPartPr/>
                <p14:nvPr/>
              </p14:nvContentPartPr>
              <p14:xfrm>
                <a:off x="6317460" y="4140728"/>
                <a:ext cx="66600" cy="102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16F1E5-1875-04BE-D256-8AF74CA6F12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08820" y="4131728"/>
                  <a:ext cx="84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F6CD8E-1460-8F8B-3B90-F29B6812C954}"/>
                    </a:ext>
                  </a:extLst>
                </p14:cNvPr>
                <p14:cNvContentPartPr/>
                <p14:nvPr/>
              </p14:nvContentPartPr>
              <p14:xfrm>
                <a:off x="6296580" y="4067288"/>
                <a:ext cx="118080" cy="26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F6CD8E-1460-8F8B-3B90-F29B6812C95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87940" y="4058648"/>
                  <a:ext cx="135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58798B-02B2-6387-0AF0-CD75E3DB72C9}"/>
                    </a:ext>
                  </a:extLst>
                </p14:cNvPr>
                <p14:cNvContentPartPr/>
                <p14:nvPr/>
              </p14:nvContentPartPr>
              <p14:xfrm>
                <a:off x="6286500" y="4156208"/>
                <a:ext cx="127440" cy="1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58798B-02B2-6387-0AF0-CD75E3DB72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77500" y="4147208"/>
                  <a:ext cx="145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DE6921-2F63-5957-4841-8C7863F9D4C8}"/>
                    </a:ext>
                  </a:extLst>
                </p14:cNvPr>
                <p14:cNvContentPartPr/>
                <p14:nvPr/>
              </p14:nvContentPartPr>
              <p14:xfrm>
                <a:off x="6530580" y="4109408"/>
                <a:ext cx="38160" cy="101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DE6921-2F63-5957-4841-8C7863F9D4C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21580" y="4100768"/>
                  <a:ext cx="55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4DA428B-E71D-451E-9F0F-586C9905A290}"/>
                    </a:ext>
                  </a:extLst>
                </p14:cNvPr>
                <p14:cNvContentPartPr/>
                <p14:nvPr/>
              </p14:nvContentPartPr>
              <p14:xfrm>
                <a:off x="6408900" y="4058288"/>
                <a:ext cx="199800" cy="15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4DA428B-E71D-451E-9F0F-586C9905A29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00260" y="4049288"/>
                  <a:ext cx="2174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E7EF2B-CBD7-9AD3-B4A6-27FA2A38F83B}"/>
                  </a:ext>
                </a:extLst>
              </p14:cNvPr>
              <p14:cNvContentPartPr/>
              <p14:nvPr/>
            </p14:nvContentPartPr>
            <p14:xfrm>
              <a:off x="6898500" y="4028408"/>
              <a:ext cx="405360" cy="273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E7EF2B-CBD7-9AD3-B4A6-27FA2A38F83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889500" y="4019768"/>
                <a:ext cx="4230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17300BB-5D4F-5B53-2472-49FFA5477CA5}"/>
                  </a:ext>
                </a:extLst>
              </p14:cNvPr>
              <p14:cNvContentPartPr/>
              <p14:nvPr/>
            </p14:nvContentPartPr>
            <p14:xfrm>
              <a:off x="7055100" y="4420088"/>
              <a:ext cx="153720" cy="70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17300BB-5D4F-5B53-2472-49FFA5477CA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046460" y="4411088"/>
                <a:ext cx="171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7E01FDB-6C4D-B9F8-2E3D-39DE5762BB4E}"/>
                  </a:ext>
                </a:extLst>
              </p14:cNvPr>
              <p14:cNvContentPartPr/>
              <p14:nvPr/>
            </p14:nvContentPartPr>
            <p14:xfrm>
              <a:off x="7530660" y="4020848"/>
              <a:ext cx="278280" cy="255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7E01FDB-6C4D-B9F8-2E3D-39DE5762BB4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21660" y="4012208"/>
                <a:ext cx="2959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B0673A7-B595-009E-13A7-02C1DCB1A523}"/>
                  </a:ext>
                </a:extLst>
              </p14:cNvPr>
              <p14:cNvContentPartPr/>
              <p14:nvPr/>
            </p14:nvContentPartPr>
            <p14:xfrm>
              <a:off x="7585020" y="4384808"/>
              <a:ext cx="50760" cy="130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B0673A7-B595-009E-13A7-02C1DCB1A52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576380" y="4375808"/>
                <a:ext cx="684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81BA004-8A7A-691C-3089-3DC62D554CEE}"/>
                  </a:ext>
                </a:extLst>
              </p14:cNvPr>
              <p14:cNvContentPartPr/>
              <p14:nvPr/>
            </p14:nvContentPartPr>
            <p14:xfrm>
              <a:off x="7626060" y="4447088"/>
              <a:ext cx="165600" cy="59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81BA004-8A7A-691C-3089-3DC62D554CE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617060" y="4438448"/>
                <a:ext cx="18324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FABA6EA-13CE-33DB-BA08-ED8D918FC165}"/>
              </a:ext>
            </a:extLst>
          </p:cNvPr>
          <p:cNvGrpSpPr/>
          <p:nvPr/>
        </p:nvGrpSpPr>
        <p:grpSpPr>
          <a:xfrm>
            <a:off x="7974900" y="3926528"/>
            <a:ext cx="2903040" cy="379080"/>
            <a:chOff x="7974900" y="3926528"/>
            <a:chExt cx="290304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FB211F-C110-0DFF-0D37-4D3DD7371711}"/>
                    </a:ext>
                  </a:extLst>
                </p14:cNvPr>
                <p14:cNvContentPartPr/>
                <p14:nvPr/>
              </p14:nvContentPartPr>
              <p14:xfrm>
                <a:off x="7974900" y="4171688"/>
                <a:ext cx="160560" cy="87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FB211F-C110-0DFF-0D37-4D3DD737171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65900" y="4163048"/>
                  <a:ext cx="17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8EB367B-2943-6B2D-FC65-60A6EAA8507B}"/>
                    </a:ext>
                  </a:extLst>
                </p14:cNvPr>
                <p14:cNvContentPartPr/>
                <p14:nvPr/>
              </p14:nvContentPartPr>
              <p14:xfrm>
                <a:off x="8027460" y="4182128"/>
                <a:ext cx="72720" cy="87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8EB367B-2943-6B2D-FC65-60A6EAA850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18460" y="4173488"/>
                  <a:ext cx="90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D0B8B1-F75B-D50E-D858-BC207FD27278}"/>
                    </a:ext>
                  </a:extLst>
                </p14:cNvPr>
                <p14:cNvContentPartPr/>
                <p14:nvPr/>
              </p14:nvContentPartPr>
              <p14:xfrm>
                <a:off x="8216820" y="4031648"/>
                <a:ext cx="138600" cy="251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D0B8B1-F75B-D50E-D858-BC207FD272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07820" y="4022648"/>
                  <a:ext cx="156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231DD5-DD3D-8F09-FC16-0A6D7B432966}"/>
                    </a:ext>
                  </a:extLst>
                </p14:cNvPr>
                <p14:cNvContentPartPr/>
                <p14:nvPr/>
              </p14:nvContentPartPr>
              <p14:xfrm>
                <a:off x="8344260" y="4070528"/>
                <a:ext cx="45720" cy="179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231DD5-DD3D-8F09-FC16-0A6D7B4329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35620" y="4061888"/>
                  <a:ext cx="63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B043341-DA4D-26C1-D826-7BFA218BBA16}"/>
                    </a:ext>
                  </a:extLst>
                </p14:cNvPr>
                <p14:cNvContentPartPr/>
                <p14:nvPr/>
              </p14:nvContentPartPr>
              <p14:xfrm>
                <a:off x="8380980" y="4166648"/>
                <a:ext cx="139680" cy="79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B043341-DA4D-26C1-D826-7BFA218BBA1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71980" y="4157648"/>
                  <a:ext cx="15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EEB57B-A0EF-3CE7-CB4F-B5327A50C7BF}"/>
                    </a:ext>
                  </a:extLst>
                </p14:cNvPr>
                <p14:cNvContentPartPr/>
                <p14:nvPr/>
              </p14:nvContentPartPr>
              <p14:xfrm>
                <a:off x="8478900" y="4033448"/>
                <a:ext cx="111960" cy="272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EEB57B-A0EF-3CE7-CB4F-B5327A50C7B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469900" y="4024448"/>
                  <a:ext cx="129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299E12-6E54-B997-5333-A2FD81A83C93}"/>
                    </a:ext>
                  </a:extLst>
                </p14:cNvPr>
                <p14:cNvContentPartPr/>
                <p14:nvPr/>
              </p14:nvContentPartPr>
              <p14:xfrm>
                <a:off x="8677620" y="4038488"/>
                <a:ext cx="173880" cy="229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299E12-6E54-B997-5333-A2FD81A83C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68620" y="4029488"/>
                  <a:ext cx="191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A2875F-93E8-EB3C-0A1A-EF3713EED780}"/>
                    </a:ext>
                  </a:extLst>
                </p14:cNvPr>
                <p14:cNvContentPartPr/>
                <p14:nvPr/>
              </p14:nvContentPartPr>
              <p14:xfrm>
                <a:off x="8925660" y="4068008"/>
                <a:ext cx="168840" cy="21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A2875F-93E8-EB3C-0A1A-EF3713EED78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17020" y="4059008"/>
                  <a:ext cx="186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5D1B3DE-839E-2F36-7213-725F192BFA1D}"/>
                    </a:ext>
                  </a:extLst>
                </p14:cNvPr>
                <p14:cNvContentPartPr/>
                <p14:nvPr/>
              </p14:nvContentPartPr>
              <p14:xfrm>
                <a:off x="9076140" y="4185368"/>
                <a:ext cx="164160" cy="55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5D1B3DE-839E-2F36-7213-725F192BFA1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67500" y="4176368"/>
                  <a:ext cx="181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7CFB74D-5F72-A369-4AEC-C88BBD88BA1F}"/>
                    </a:ext>
                  </a:extLst>
                </p14:cNvPr>
                <p14:cNvContentPartPr/>
                <p14:nvPr/>
              </p14:nvContentPartPr>
              <p14:xfrm>
                <a:off x="9353340" y="4188248"/>
                <a:ext cx="66240" cy="9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7CFB74D-5F72-A369-4AEC-C88BBD88BA1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44700" y="4179608"/>
                  <a:ext cx="83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A706A9-D707-70F9-EB13-6DE17CEAD8C3}"/>
                    </a:ext>
                  </a:extLst>
                </p14:cNvPr>
                <p14:cNvContentPartPr/>
                <p14:nvPr/>
              </p14:nvContentPartPr>
              <p14:xfrm>
                <a:off x="9466020" y="4041728"/>
                <a:ext cx="45000" cy="16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A706A9-D707-70F9-EB13-6DE17CEAD8C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57020" y="4033088"/>
                  <a:ext cx="62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169B8E-C5CC-0506-A840-05C42F05FB65}"/>
                    </a:ext>
                  </a:extLst>
                </p14:cNvPr>
                <p14:cNvContentPartPr/>
                <p14:nvPr/>
              </p14:nvContentPartPr>
              <p14:xfrm>
                <a:off x="9523980" y="4161248"/>
                <a:ext cx="137520" cy="69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169B8E-C5CC-0506-A840-05C42F05FB6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15340" y="4152608"/>
                  <a:ext cx="155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5CEC0C-775F-FBC4-7813-AC3494BCB356}"/>
                    </a:ext>
                  </a:extLst>
                </p14:cNvPr>
                <p14:cNvContentPartPr/>
                <p14:nvPr/>
              </p14:nvContentPartPr>
              <p14:xfrm>
                <a:off x="9580140" y="4015088"/>
                <a:ext cx="183240" cy="26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5CEC0C-775F-FBC4-7813-AC3494BCB35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571500" y="4006088"/>
                  <a:ext cx="200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CD59C1-E23C-14B0-30D6-B85FD5DC8445}"/>
                    </a:ext>
                  </a:extLst>
                </p14:cNvPr>
                <p14:cNvContentPartPr/>
                <p14:nvPr/>
              </p14:nvContentPartPr>
              <p14:xfrm>
                <a:off x="9860940" y="4160168"/>
                <a:ext cx="200880" cy="111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CD59C1-E23C-14B0-30D6-B85FD5DC844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51940" y="4151528"/>
                  <a:ext cx="218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F1262F-0882-BFE3-0CDB-3878BDE63C9A}"/>
                    </a:ext>
                  </a:extLst>
                </p14:cNvPr>
                <p14:cNvContentPartPr/>
                <p14:nvPr/>
              </p14:nvContentPartPr>
              <p14:xfrm>
                <a:off x="10069740" y="4109048"/>
                <a:ext cx="139680" cy="11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F1262F-0882-BFE3-0CDB-3878BDE63C9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60740" y="4100048"/>
                  <a:ext cx="157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E64EF6-8F92-51CA-9628-0A3551DED9D0}"/>
                    </a:ext>
                  </a:extLst>
                </p14:cNvPr>
                <p14:cNvContentPartPr/>
                <p14:nvPr/>
              </p14:nvContentPartPr>
              <p14:xfrm>
                <a:off x="10245780" y="4052168"/>
                <a:ext cx="86040" cy="172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E64EF6-8F92-51CA-9628-0A3551DED9D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36780" y="4043528"/>
                  <a:ext cx="103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71B471-216C-9855-38C6-1D3AFBC26554}"/>
                    </a:ext>
                  </a:extLst>
                </p14:cNvPr>
                <p14:cNvContentPartPr/>
                <p14:nvPr/>
              </p14:nvContentPartPr>
              <p14:xfrm>
                <a:off x="10250460" y="3926528"/>
                <a:ext cx="3600" cy="20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71B471-216C-9855-38C6-1D3AFBC2655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241460" y="3917528"/>
                  <a:ext cx="21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6D167F-05E8-C0AE-3305-B59350AF6B7B}"/>
                    </a:ext>
                  </a:extLst>
                </p14:cNvPr>
                <p14:cNvContentPartPr/>
                <p14:nvPr/>
              </p14:nvContentPartPr>
              <p14:xfrm>
                <a:off x="10372860" y="3985208"/>
                <a:ext cx="216360" cy="99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6D167F-05E8-C0AE-3305-B59350AF6B7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364220" y="3976568"/>
                  <a:ext cx="234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C7DFDF-CCA6-2024-45C2-1D9507390D1C}"/>
                    </a:ext>
                  </a:extLst>
                </p14:cNvPr>
                <p14:cNvContentPartPr/>
                <p14:nvPr/>
              </p14:nvContentPartPr>
              <p14:xfrm>
                <a:off x="10697220" y="3995288"/>
                <a:ext cx="180720" cy="66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C7DFDF-CCA6-2024-45C2-1D9507390D1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688580" y="3986288"/>
                  <a:ext cx="1983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5D7A2A1-D4F0-1086-EFBC-1CF2E36BF977}"/>
              </a:ext>
            </a:extLst>
          </p:cNvPr>
          <p:cNvGrpSpPr/>
          <p:nvPr/>
        </p:nvGrpSpPr>
        <p:grpSpPr>
          <a:xfrm>
            <a:off x="446220" y="4977008"/>
            <a:ext cx="1637280" cy="863640"/>
            <a:chOff x="446220" y="4977008"/>
            <a:chExt cx="163728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80ABED0-EA00-09B6-9E53-1D20ECA8D66A}"/>
                    </a:ext>
                  </a:extLst>
                </p14:cNvPr>
                <p14:cNvContentPartPr/>
                <p14:nvPr/>
              </p14:nvContentPartPr>
              <p14:xfrm>
                <a:off x="462060" y="5101928"/>
                <a:ext cx="130320" cy="89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80ABED0-EA00-09B6-9E53-1D20ECA8D6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3060" y="5092928"/>
                  <a:ext cx="147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B47B8A-C9E8-44C0-CF85-DE1595A86A1E}"/>
                    </a:ext>
                  </a:extLst>
                </p14:cNvPr>
                <p14:cNvContentPartPr/>
                <p14:nvPr/>
              </p14:nvContentPartPr>
              <p14:xfrm>
                <a:off x="566100" y="4977008"/>
                <a:ext cx="275400" cy="197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B47B8A-C9E8-44C0-CF85-DE1595A86A1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7460" y="4968368"/>
                  <a:ext cx="293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D25454-A2F6-3F10-41DD-AE3BCBE5EAC4}"/>
                    </a:ext>
                  </a:extLst>
                </p14:cNvPr>
                <p14:cNvContentPartPr/>
                <p14:nvPr/>
              </p14:nvContentPartPr>
              <p14:xfrm>
                <a:off x="872100" y="5090408"/>
                <a:ext cx="261720" cy="8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D25454-A2F6-3F10-41DD-AE3BCBE5EA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3460" y="5081768"/>
                  <a:ext cx="279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05E06F-906D-D985-27D3-F6DFF85641AA}"/>
                    </a:ext>
                  </a:extLst>
                </p14:cNvPr>
                <p14:cNvContentPartPr/>
                <p14:nvPr/>
              </p14:nvContentPartPr>
              <p14:xfrm>
                <a:off x="1273500" y="5068088"/>
                <a:ext cx="303840" cy="22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05E06F-906D-D985-27D3-F6DFF85641A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64500" y="5059088"/>
                  <a:ext cx="321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D27F6D9-8352-45E3-1996-8AF645DCFD32}"/>
                    </a:ext>
                  </a:extLst>
                </p14:cNvPr>
                <p14:cNvContentPartPr/>
                <p14:nvPr/>
              </p14:nvContentPartPr>
              <p14:xfrm>
                <a:off x="446220" y="5413328"/>
                <a:ext cx="135000" cy="88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D27F6D9-8352-45E3-1996-8AF645DCFD3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7220" y="5404688"/>
                  <a:ext cx="152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479ED6-483B-626A-83BD-701AAC052C62}"/>
                    </a:ext>
                  </a:extLst>
                </p14:cNvPr>
                <p14:cNvContentPartPr/>
                <p14:nvPr/>
              </p14:nvContentPartPr>
              <p14:xfrm>
                <a:off x="612900" y="5393168"/>
                <a:ext cx="56520" cy="79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8479ED6-483B-626A-83BD-701AAC052C6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03900" y="5384528"/>
                  <a:ext cx="74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49BBE54-5175-0D6A-1BFE-B4FCBD3026F4}"/>
                    </a:ext>
                  </a:extLst>
                </p14:cNvPr>
                <p14:cNvContentPartPr/>
                <p14:nvPr/>
              </p14:nvContentPartPr>
              <p14:xfrm>
                <a:off x="779940" y="5288768"/>
                <a:ext cx="337680" cy="197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49BBE54-5175-0D6A-1BFE-B4FCBD3026F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70940" y="5280128"/>
                  <a:ext cx="355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8A690FE-30F8-8F95-C737-8A353680CC93}"/>
                    </a:ext>
                  </a:extLst>
                </p14:cNvPr>
                <p14:cNvContentPartPr/>
                <p14:nvPr/>
              </p14:nvContentPartPr>
              <p14:xfrm>
                <a:off x="1417500" y="5370488"/>
                <a:ext cx="90000" cy="70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8A690FE-30F8-8F95-C737-8A353680CC9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408860" y="5361488"/>
                  <a:ext cx="107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B362447-37A0-441D-C4D8-C91209F6C18B}"/>
                    </a:ext>
                  </a:extLst>
                </p14:cNvPr>
                <p14:cNvContentPartPr/>
                <p14:nvPr/>
              </p14:nvContentPartPr>
              <p14:xfrm>
                <a:off x="1578060" y="5180408"/>
                <a:ext cx="98280" cy="330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B362447-37A0-441D-C4D8-C91209F6C18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69060" y="5171408"/>
                  <a:ext cx="115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FCAE73-55EF-C32A-CFF5-77C82E673599}"/>
                    </a:ext>
                  </a:extLst>
                </p14:cNvPr>
                <p14:cNvContentPartPr/>
                <p14:nvPr/>
              </p14:nvContentPartPr>
              <p14:xfrm>
                <a:off x="1526940" y="5408288"/>
                <a:ext cx="88920" cy="1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FCAE73-55EF-C32A-CFF5-77C82E6735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18300" y="5399648"/>
                  <a:ext cx="106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DA0C8B-9313-3F6F-DA7B-AE8F4B9845BC}"/>
                    </a:ext>
                  </a:extLst>
                </p14:cNvPr>
                <p14:cNvContentPartPr/>
                <p14:nvPr/>
              </p14:nvContentPartPr>
              <p14:xfrm>
                <a:off x="468540" y="5647328"/>
                <a:ext cx="196920" cy="193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DA0C8B-9313-3F6F-DA7B-AE8F4B9845B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9540" y="5638328"/>
                  <a:ext cx="214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A9AAE2-5FED-8DFC-F21D-D750FE7FC361}"/>
                    </a:ext>
                  </a:extLst>
                </p14:cNvPr>
                <p14:cNvContentPartPr/>
                <p14:nvPr/>
              </p14:nvContentPartPr>
              <p14:xfrm>
                <a:off x="644220" y="5709248"/>
                <a:ext cx="159120" cy="74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A9AAE2-5FED-8DFC-F21D-D750FE7FC36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5220" y="5700248"/>
                  <a:ext cx="176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19D3CF2-B9AD-1A96-46C3-C4591E07C8B0}"/>
                    </a:ext>
                  </a:extLst>
                </p14:cNvPr>
                <p14:cNvContentPartPr/>
                <p14:nvPr/>
              </p14:nvContentPartPr>
              <p14:xfrm>
                <a:off x="810180" y="5699168"/>
                <a:ext cx="235440" cy="61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19D3CF2-B9AD-1A96-46C3-C4591E07C8B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1540" y="5690528"/>
                  <a:ext cx="253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B972C7-4040-C128-C421-5FF29DCB12C2}"/>
                    </a:ext>
                  </a:extLst>
                </p14:cNvPr>
                <p14:cNvContentPartPr/>
                <p14:nvPr/>
              </p14:nvContentPartPr>
              <p14:xfrm>
                <a:off x="1116900" y="5657048"/>
                <a:ext cx="207720" cy="63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B972C7-4040-C128-C421-5FF29DCB12C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7900" y="5648408"/>
                  <a:ext cx="225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5EF138C-D688-5FB8-39CA-3FF6A0A5E4CA}"/>
                    </a:ext>
                  </a:extLst>
                </p14:cNvPr>
                <p14:cNvContentPartPr/>
                <p14:nvPr/>
              </p14:nvContentPartPr>
              <p14:xfrm>
                <a:off x="1376100" y="5644448"/>
                <a:ext cx="107280" cy="63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5EF138C-D688-5FB8-39CA-3FF6A0A5E4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67460" y="5635808"/>
                  <a:ext cx="124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7A5A327-0759-06F3-BF20-E04D8C48F1F0}"/>
                    </a:ext>
                  </a:extLst>
                </p14:cNvPr>
                <p14:cNvContentPartPr/>
                <p14:nvPr/>
              </p14:nvContentPartPr>
              <p14:xfrm>
                <a:off x="1501380" y="5491448"/>
                <a:ext cx="177840" cy="18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7A5A327-0759-06F3-BF20-E04D8C48F1F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92380" y="5482448"/>
                  <a:ext cx="195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37F78FE-1F48-4EDC-F0B6-4BA0C10FE124}"/>
                    </a:ext>
                  </a:extLst>
                </p14:cNvPr>
                <p14:cNvContentPartPr/>
                <p14:nvPr/>
              </p14:nvContentPartPr>
              <p14:xfrm>
                <a:off x="1640700" y="5522768"/>
                <a:ext cx="6480" cy="1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37F78FE-1F48-4EDC-F0B6-4BA0C10FE12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31700" y="5513768"/>
                  <a:ext cx="24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B52698-FDA1-4528-6A73-814EE551228C}"/>
                    </a:ext>
                  </a:extLst>
                </p14:cNvPr>
                <p14:cNvContentPartPr/>
                <p14:nvPr/>
              </p14:nvContentPartPr>
              <p14:xfrm>
                <a:off x="1782180" y="5547968"/>
                <a:ext cx="301320" cy="83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B52698-FDA1-4528-6A73-814EE55122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773540" y="5539328"/>
                  <a:ext cx="3189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C1CF838-688E-54E8-CFDD-80853C019FD3}"/>
              </a:ext>
            </a:extLst>
          </p:cNvPr>
          <p:cNvGrpSpPr/>
          <p:nvPr/>
        </p:nvGrpSpPr>
        <p:grpSpPr>
          <a:xfrm>
            <a:off x="873900" y="6064568"/>
            <a:ext cx="1131120" cy="529560"/>
            <a:chOff x="873900" y="6064568"/>
            <a:chExt cx="113112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81FA49-4ACD-9D94-08AB-D440AAC77CA7}"/>
                    </a:ext>
                  </a:extLst>
                </p14:cNvPr>
                <p14:cNvContentPartPr/>
                <p14:nvPr/>
              </p14:nvContentPartPr>
              <p14:xfrm>
                <a:off x="873900" y="6147008"/>
                <a:ext cx="365760" cy="238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481FA49-4ACD-9D94-08AB-D440AAC77CA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65260" y="6138008"/>
                  <a:ext cx="383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02DB23-207F-665F-76D5-8AF42F1942CD}"/>
                    </a:ext>
                  </a:extLst>
                </p14:cNvPr>
                <p14:cNvContentPartPr/>
                <p14:nvPr/>
              </p14:nvContentPartPr>
              <p14:xfrm>
                <a:off x="994860" y="6464888"/>
                <a:ext cx="44640" cy="123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02DB23-207F-665F-76D5-8AF42F1942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85860" y="6456248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2D497E5-4261-6D23-92DD-D8526EF64E3D}"/>
                    </a:ext>
                  </a:extLst>
                </p14:cNvPr>
                <p14:cNvContentPartPr/>
                <p14:nvPr/>
              </p14:nvContentPartPr>
              <p14:xfrm>
                <a:off x="1031940" y="6525368"/>
                <a:ext cx="177480" cy="68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2D497E5-4261-6D23-92DD-D8526EF64E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3300" y="6516368"/>
                  <a:ext cx="19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2388E9-2F62-2224-9EC9-4C3BE06194F2}"/>
                    </a:ext>
                  </a:extLst>
                </p14:cNvPr>
                <p14:cNvContentPartPr/>
                <p14:nvPr/>
              </p14:nvContentPartPr>
              <p14:xfrm>
                <a:off x="1403820" y="6256448"/>
                <a:ext cx="149760" cy="10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2388E9-2F62-2224-9EC9-4C3BE06194F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94820" y="6247808"/>
                  <a:ext cx="167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5BB2686-988B-D4F7-E605-AF11806CA24D}"/>
                    </a:ext>
                  </a:extLst>
                </p14:cNvPr>
                <p14:cNvContentPartPr/>
                <p14:nvPr/>
              </p14:nvContentPartPr>
              <p14:xfrm>
                <a:off x="1427940" y="6291368"/>
                <a:ext cx="94320" cy="65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5BB2686-988B-D4F7-E605-AF11806CA24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19300" y="6282728"/>
                  <a:ext cx="111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5335493-F274-D131-673B-53C392A6EE2B}"/>
                    </a:ext>
                  </a:extLst>
                </p14:cNvPr>
                <p14:cNvContentPartPr/>
                <p14:nvPr/>
              </p14:nvContentPartPr>
              <p14:xfrm>
                <a:off x="1599300" y="6130808"/>
                <a:ext cx="146160" cy="271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5335493-F274-D131-673B-53C392A6EE2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90300" y="6121808"/>
                  <a:ext cx="163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FE23DBA-E17A-74CD-6CAA-3677554CD1E1}"/>
                    </a:ext>
                  </a:extLst>
                </p14:cNvPr>
                <p14:cNvContentPartPr/>
                <p14:nvPr/>
              </p14:nvContentPartPr>
              <p14:xfrm>
                <a:off x="1750860" y="6182288"/>
                <a:ext cx="75240" cy="185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FE23DBA-E17A-74CD-6CAA-3677554CD1E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741860" y="6173648"/>
                  <a:ext cx="92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68DA8DD-F2C7-1A0F-C41B-7D2A629AD538}"/>
                    </a:ext>
                  </a:extLst>
                </p14:cNvPr>
                <p14:cNvContentPartPr/>
                <p14:nvPr/>
              </p14:nvContentPartPr>
              <p14:xfrm>
                <a:off x="1808820" y="6275888"/>
                <a:ext cx="139320" cy="64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68DA8DD-F2C7-1A0F-C41B-7D2A629AD53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800180" y="6267248"/>
                  <a:ext cx="156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F0C8BFA-0D4F-58E5-6824-442216531F25}"/>
                    </a:ext>
                  </a:extLst>
                </p14:cNvPr>
                <p14:cNvContentPartPr/>
                <p14:nvPr/>
              </p14:nvContentPartPr>
              <p14:xfrm>
                <a:off x="1864980" y="6064568"/>
                <a:ext cx="140040" cy="347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F0C8BFA-0D4F-58E5-6824-442216531F2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56340" y="6055568"/>
                  <a:ext cx="15768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7A5FE04-950F-7E75-EAB3-D8E23F1A33B1}"/>
                  </a:ext>
                </a:extLst>
              </p14:cNvPr>
              <p14:cNvContentPartPr/>
              <p14:nvPr/>
            </p14:nvContentPartPr>
            <p14:xfrm>
              <a:off x="2234340" y="6154568"/>
              <a:ext cx="358200" cy="2102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7A5FE04-950F-7E75-EAB3-D8E23F1A33B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225340" y="6145928"/>
                <a:ext cx="3758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122F6DD-B368-29D1-D196-FBF85141CF80}"/>
                  </a:ext>
                </a:extLst>
              </p14:cNvPr>
              <p14:cNvContentPartPr/>
              <p14:nvPr/>
            </p14:nvContentPartPr>
            <p14:xfrm>
              <a:off x="2341980" y="6493328"/>
              <a:ext cx="127800" cy="727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122F6DD-B368-29D1-D196-FBF85141CF8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333340" y="6484328"/>
                <a:ext cx="14544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B744972-7F87-73D1-3736-A4787672C4B5}"/>
              </a:ext>
            </a:extLst>
          </p:cNvPr>
          <p:cNvGrpSpPr/>
          <p:nvPr/>
        </p:nvGrpSpPr>
        <p:grpSpPr>
          <a:xfrm>
            <a:off x="2785860" y="6055208"/>
            <a:ext cx="1176480" cy="325440"/>
            <a:chOff x="2785860" y="6055208"/>
            <a:chExt cx="117648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345410-9E10-32BF-A592-C2FA3C9351CD}"/>
                    </a:ext>
                  </a:extLst>
                </p14:cNvPr>
                <p14:cNvContentPartPr/>
                <p14:nvPr/>
              </p14:nvContentPartPr>
              <p14:xfrm>
                <a:off x="2785860" y="6155288"/>
                <a:ext cx="189000" cy="215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345410-9E10-32BF-A592-C2FA3C9351C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76860" y="6146648"/>
                  <a:ext cx="206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4633B74-32B9-6517-DBAA-E012C8E417D0}"/>
                    </a:ext>
                  </a:extLst>
                </p14:cNvPr>
                <p14:cNvContentPartPr/>
                <p14:nvPr/>
              </p14:nvContentPartPr>
              <p14:xfrm>
                <a:off x="3031380" y="6116408"/>
                <a:ext cx="127080" cy="264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4633B74-32B9-6517-DBAA-E012C8E417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022740" y="6107768"/>
                  <a:ext cx="144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9CD3582-C87A-6ACE-8F5D-F2D91B0B148A}"/>
                    </a:ext>
                  </a:extLst>
                </p14:cNvPr>
                <p14:cNvContentPartPr/>
                <p14:nvPr/>
              </p14:nvContentPartPr>
              <p14:xfrm>
                <a:off x="3200220" y="6275888"/>
                <a:ext cx="142920" cy="79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9CD3582-C87A-6ACE-8F5D-F2D91B0B148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191580" y="6267248"/>
                  <a:ext cx="160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47BE78-1B07-5AE9-EF4F-DC49D59E2994}"/>
                    </a:ext>
                  </a:extLst>
                </p14:cNvPr>
                <p14:cNvContentPartPr/>
                <p14:nvPr/>
              </p14:nvContentPartPr>
              <p14:xfrm>
                <a:off x="3412620" y="6257168"/>
                <a:ext cx="120600" cy="19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47BE78-1B07-5AE9-EF4F-DC49D59E299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403620" y="6248528"/>
                  <a:ext cx="13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E0FB0EE-767C-B265-CFD9-2E3B0AAB66BB}"/>
                    </a:ext>
                  </a:extLst>
                </p14:cNvPr>
                <p14:cNvContentPartPr/>
                <p14:nvPr/>
              </p14:nvContentPartPr>
              <p14:xfrm>
                <a:off x="3589740" y="6114968"/>
                <a:ext cx="55800" cy="213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E0FB0EE-767C-B265-CFD9-2E3B0AAB66B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581100" y="6105968"/>
                  <a:ext cx="73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6B0102-A24D-3919-C6C4-456580406B26}"/>
                    </a:ext>
                  </a:extLst>
                </p14:cNvPr>
                <p14:cNvContentPartPr/>
                <p14:nvPr/>
              </p14:nvContentPartPr>
              <p14:xfrm>
                <a:off x="3661740" y="6255008"/>
                <a:ext cx="145800" cy="63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6B0102-A24D-3919-C6C4-456580406B2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652740" y="6246368"/>
                  <a:ext cx="163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06214F6-1AEA-54E5-854B-96F5CEB4AA74}"/>
                    </a:ext>
                  </a:extLst>
                </p14:cNvPr>
                <p14:cNvContentPartPr/>
                <p14:nvPr/>
              </p14:nvContentPartPr>
              <p14:xfrm>
                <a:off x="3792420" y="6055208"/>
                <a:ext cx="169920" cy="298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06214F6-1AEA-54E5-854B-96F5CEB4AA7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83780" y="6046568"/>
                  <a:ext cx="18756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EEB6581-827D-765D-BD36-CB48FA4FD0C6}"/>
              </a:ext>
            </a:extLst>
          </p:cNvPr>
          <p:cNvGrpSpPr/>
          <p:nvPr/>
        </p:nvGrpSpPr>
        <p:grpSpPr>
          <a:xfrm>
            <a:off x="4135500" y="5973488"/>
            <a:ext cx="1093680" cy="354960"/>
            <a:chOff x="4135500" y="5973488"/>
            <a:chExt cx="10936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608BE7-C195-9EB5-D05C-0535788BE566}"/>
                    </a:ext>
                  </a:extLst>
                </p14:cNvPr>
                <p14:cNvContentPartPr/>
                <p14:nvPr/>
              </p14:nvContentPartPr>
              <p14:xfrm>
                <a:off x="4135500" y="6207488"/>
                <a:ext cx="202680" cy="120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608BE7-C195-9EB5-D05C-0535788BE56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26500" y="6198848"/>
                  <a:ext cx="220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0FD02D8-4432-3FB0-40EF-358AF3546451}"/>
                    </a:ext>
                  </a:extLst>
                </p14:cNvPr>
                <p14:cNvContentPartPr/>
                <p14:nvPr/>
              </p14:nvContentPartPr>
              <p14:xfrm>
                <a:off x="4328820" y="6115688"/>
                <a:ext cx="108360" cy="1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0FD02D8-4432-3FB0-40EF-358AF354645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320180" y="6107048"/>
                  <a:ext cx="126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A5959F6-B372-A9C6-43B7-AA7ACC28D4DE}"/>
                    </a:ext>
                  </a:extLst>
                </p14:cNvPr>
                <p14:cNvContentPartPr/>
                <p14:nvPr/>
              </p14:nvContentPartPr>
              <p14:xfrm>
                <a:off x="4509540" y="6089048"/>
                <a:ext cx="93600" cy="193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A5959F6-B372-A9C6-43B7-AA7ACC28D4D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500540" y="6080048"/>
                  <a:ext cx="11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451123-DE92-951E-10CD-2D0BAF9BE98A}"/>
                    </a:ext>
                  </a:extLst>
                </p14:cNvPr>
                <p14:cNvContentPartPr/>
                <p14:nvPr/>
              </p14:nvContentPartPr>
              <p14:xfrm>
                <a:off x="4478220" y="5973488"/>
                <a:ext cx="360" cy="1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451123-DE92-951E-10CD-2D0BAF9BE98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69580" y="596448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42FB9A-C9A8-9C92-6DB1-E56E77187758}"/>
                    </a:ext>
                  </a:extLst>
                </p14:cNvPr>
                <p14:cNvContentPartPr/>
                <p14:nvPr/>
              </p14:nvContentPartPr>
              <p14:xfrm>
                <a:off x="4597740" y="6013088"/>
                <a:ext cx="282240" cy="118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42FB9A-C9A8-9C92-6DB1-E56E7718775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589100" y="6004448"/>
                  <a:ext cx="299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42BFF00-1435-45F6-FF60-D507F438DEC3}"/>
                    </a:ext>
                  </a:extLst>
                </p14:cNvPr>
                <p14:cNvContentPartPr/>
                <p14:nvPr/>
              </p14:nvContentPartPr>
              <p14:xfrm>
                <a:off x="4977180" y="6015968"/>
                <a:ext cx="252000" cy="91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42BFF00-1435-45F6-FF60-D507F438DE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968180" y="6006968"/>
                  <a:ext cx="26964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00FECE6-D0E5-53DF-B51C-EDC6CB930CD4}"/>
                  </a:ext>
                </a:extLst>
              </p14:cNvPr>
              <p14:cNvContentPartPr/>
              <p14:nvPr/>
            </p14:nvContentPartPr>
            <p14:xfrm>
              <a:off x="5361660" y="6234128"/>
              <a:ext cx="503280" cy="103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00FECE6-D0E5-53DF-B51C-EDC6CB930CD4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5352660" y="6225128"/>
                <a:ext cx="52092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24BB0CD-D5A8-5EA9-EC02-F068B60A8E1A}"/>
              </a:ext>
            </a:extLst>
          </p:cNvPr>
          <p:cNvGrpSpPr/>
          <p:nvPr/>
        </p:nvGrpSpPr>
        <p:grpSpPr>
          <a:xfrm>
            <a:off x="5231700" y="6525368"/>
            <a:ext cx="545760" cy="192240"/>
            <a:chOff x="5231700" y="6525368"/>
            <a:chExt cx="5457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D6BD975-53B7-78AC-C84D-3D20342AC213}"/>
                    </a:ext>
                  </a:extLst>
                </p14:cNvPr>
                <p14:cNvContentPartPr/>
                <p14:nvPr/>
              </p14:nvContentPartPr>
              <p14:xfrm>
                <a:off x="5231700" y="6608528"/>
                <a:ext cx="166680" cy="98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D6BD975-53B7-78AC-C84D-3D20342AC21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222700" y="6599528"/>
                  <a:ext cx="184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C124CC2-1EA5-44A3-1241-BBCB24BD2078}"/>
                    </a:ext>
                  </a:extLst>
                </p14:cNvPr>
                <p14:cNvContentPartPr/>
                <p14:nvPr/>
              </p14:nvContentPartPr>
              <p14:xfrm>
                <a:off x="5443380" y="6654608"/>
                <a:ext cx="115920" cy="11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C124CC2-1EA5-44A3-1241-BBCB24BD207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434740" y="6645968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AEDFF90-85B8-6FE5-FD0B-79D14493C02B}"/>
                    </a:ext>
                  </a:extLst>
                </p14:cNvPr>
                <p14:cNvContentPartPr/>
                <p14:nvPr/>
              </p14:nvContentPartPr>
              <p14:xfrm>
                <a:off x="5569380" y="6525368"/>
                <a:ext cx="89280" cy="192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AEDFF90-85B8-6FE5-FD0B-79D14493C02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560380" y="6516368"/>
                  <a:ext cx="106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3D17340-1AC2-5FD4-0506-2A16BEBE471F}"/>
                    </a:ext>
                  </a:extLst>
                </p14:cNvPr>
                <p14:cNvContentPartPr/>
                <p14:nvPr/>
              </p14:nvContentPartPr>
              <p14:xfrm>
                <a:off x="5665500" y="6649928"/>
                <a:ext cx="111960" cy="3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3D17340-1AC2-5FD4-0506-2A16BEBE471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56860" y="6641288"/>
                  <a:ext cx="1296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F3F7E76-5746-38FE-45AF-6F71B23B05A1}"/>
              </a:ext>
            </a:extLst>
          </p:cNvPr>
          <p:cNvGrpSpPr/>
          <p:nvPr/>
        </p:nvGrpSpPr>
        <p:grpSpPr>
          <a:xfrm>
            <a:off x="4306860" y="6593048"/>
            <a:ext cx="743040" cy="112680"/>
            <a:chOff x="4306860" y="6593048"/>
            <a:chExt cx="74304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9C15C6B-7E6A-77AF-2AF1-1E53035095B5}"/>
                    </a:ext>
                  </a:extLst>
                </p14:cNvPr>
                <p14:cNvContentPartPr/>
                <p14:nvPr/>
              </p14:nvContentPartPr>
              <p14:xfrm>
                <a:off x="4710780" y="6593048"/>
                <a:ext cx="339120" cy="112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9C15C6B-7E6A-77AF-2AF1-1E53035095B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02140" y="6584048"/>
                  <a:ext cx="356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72C10B-F0D2-F8A9-5838-D244B722F617}"/>
                    </a:ext>
                  </a:extLst>
                </p14:cNvPr>
                <p14:cNvContentPartPr/>
                <p14:nvPr/>
              </p14:nvContentPartPr>
              <p14:xfrm>
                <a:off x="4306860" y="6616448"/>
                <a:ext cx="200520" cy="86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72C10B-F0D2-F8A9-5838-D244B722F61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97860" y="6607448"/>
                  <a:ext cx="218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6A06840-516E-1978-CFC0-CBD58C239BBD}"/>
                    </a:ext>
                  </a:extLst>
                </p14:cNvPr>
                <p14:cNvContentPartPr/>
                <p14:nvPr/>
              </p14:nvContentPartPr>
              <p14:xfrm>
                <a:off x="4508100" y="6650648"/>
                <a:ext cx="52920" cy="34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6A06840-516E-1978-CFC0-CBD58C239BB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499460" y="6641648"/>
                  <a:ext cx="705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8831880-AF2A-43AD-7F07-F1126BD2BFCA}"/>
              </a:ext>
            </a:extLst>
          </p:cNvPr>
          <p:cNvGrpSpPr/>
          <p:nvPr/>
        </p:nvGrpSpPr>
        <p:grpSpPr>
          <a:xfrm>
            <a:off x="6159780" y="6125768"/>
            <a:ext cx="1121040" cy="513000"/>
            <a:chOff x="6159780" y="6125768"/>
            <a:chExt cx="112104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3C3D5FA-AF3A-B8A6-0427-5B830B7E61A4}"/>
                    </a:ext>
                  </a:extLst>
                </p14:cNvPr>
                <p14:cNvContentPartPr/>
                <p14:nvPr/>
              </p14:nvContentPartPr>
              <p14:xfrm>
                <a:off x="6159780" y="6136208"/>
                <a:ext cx="392040" cy="207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3C3D5FA-AF3A-B8A6-0427-5B830B7E61A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150780" y="6127568"/>
                  <a:ext cx="409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2045D6F-6722-4F9B-4CDE-9E357AC86B52}"/>
                    </a:ext>
                  </a:extLst>
                </p14:cNvPr>
                <p14:cNvContentPartPr/>
                <p14:nvPr/>
              </p14:nvContentPartPr>
              <p14:xfrm>
                <a:off x="6316020" y="6420608"/>
                <a:ext cx="64440" cy="218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2045D6F-6722-4F9B-4CDE-9E357AC86B5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307380" y="6411968"/>
                  <a:ext cx="82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3F4BB0D-59EF-BAFC-51EA-99B8272A1DE6}"/>
                    </a:ext>
                  </a:extLst>
                </p14:cNvPr>
                <p14:cNvContentPartPr/>
                <p14:nvPr/>
              </p14:nvContentPartPr>
              <p14:xfrm>
                <a:off x="6406380" y="6540848"/>
                <a:ext cx="134640" cy="66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3F4BB0D-59EF-BAFC-51EA-99B8272A1DE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97740" y="6532208"/>
                  <a:ext cx="152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93C2A01-F956-02E2-2159-FFE224E5E532}"/>
                    </a:ext>
                  </a:extLst>
                </p14:cNvPr>
                <p14:cNvContentPartPr/>
                <p14:nvPr/>
              </p14:nvContentPartPr>
              <p14:xfrm>
                <a:off x="6706980" y="6255008"/>
                <a:ext cx="119160" cy="91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93C2A01-F956-02E2-2159-FFE224E5E53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698340" y="6246368"/>
                  <a:ext cx="136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9C2A6AB-6BA5-2644-A9A7-4D950C59F80A}"/>
                    </a:ext>
                  </a:extLst>
                </p14:cNvPr>
                <p14:cNvContentPartPr/>
                <p14:nvPr/>
              </p14:nvContentPartPr>
              <p14:xfrm>
                <a:off x="6771420" y="6275888"/>
                <a:ext cx="45360" cy="99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9C2A6AB-6BA5-2644-A9A7-4D950C59F80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62780" y="6267248"/>
                  <a:ext cx="63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EBDECFA-C0C6-74E2-B2C9-A460ADB6BD39}"/>
                    </a:ext>
                  </a:extLst>
                </p14:cNvPr>
                <p14:cNvContentPartPr/>
                <p14:nvPr/>
              </p14:nvContentPartPr>
              <p14:xfrm>
                <a:off x="6868980" y="6152408"/>
                <a:ext cx="139320" cy="250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EBDECFA-C0C6-74E2-B2C9-A460ADB6BD3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59980" y="6143408"/>
                  <a:ext cx="156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E29BCA-4A03-14AD-D4EA-37B1E6118166}"/>
                    </a:ext>
                  </a:extLst>
                </p14:cNvPr>
                <p14:cNvContentPartPr/>
                <p14:nvPr/>
              </p14:nvContentPartPr>
              <p14:xfrm>
                <a:off x="7002180" y="6178328"/>
                <a:ext cx="56520" cy="19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E29BCA-4A03-14AD-D4EA-37B1E611816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93180" y="6169328"/>
                  <a:ext cx="74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7D9C748-0338-AD80-58FB-62829AB38DAF}"/>
                    </a:ext>
                  </a:extLst>
                </p14:cNvPr>
                <p14:cNvContentPartPr/>
                <p14:nvPr/>
              </p14:nvContentPartPr>
              <p14:xfrm>
                <a:off x="7059060" y="6281288"/>
                <a:ext cx="149040" cy="72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7D9C748-0338-AD80-58FB-62829AB38DA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050060" y="6272288"/>
                  <a:ext cx="16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8A3848C-F4DB-6513-A961-30D3A2C95A7F}"/>
                    </a:ext>
                  </a:extLst>
                </p14:cNvPr>
                <p14:cNvContentPartPr/>
                <p14:nvPr/>
              </p14:nvContentPartPr>
              <p14:xfrm>
                <a:off x="7148700" y="6125768"/>
                <a:ext cx="132120" cy="286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8A3848C-F4DB-6513-A961-30D3A2C95A7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140060" y="6117128"/>
                  <a:ext cx="1497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F5BBD16-9C3A-2D0A-9243-3EFC5B114971}"/>
                  </a:ext>
                </a:extLst>
              </p14:cNvPr>
              <p14:cNvContentPartPr/>
              <p14:nvPr/>
            </p14:nvContentPartPr>
            <p14:xfrm>
              <a:off x="7471980" y="6118208"/>
              <a:ext cx="335160" cy="2401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F5BBD16-9C3A-2D0A-9243-3EFC5B114971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463340" y="6109568"/>
                <a:ext cx="3528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B5C93CA-4351-0C7C-02D8-6C804F50B867}"/>
                  </a:ext>
                </a:extLst>
              </p14:cNvPr>
              <p14:cNvContentPartPr/>
              <p14:nvPr/>
            </p14:nvContentPartPr>
            <p14:xfrm>
              <a:off x="7564500" y="6442208"/>
              <a:ext cx="235800" cy="777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B5C93CA-4351-0C7C-02D8-6C804F50B867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555500" y="6433208"/>
                <a:ext cx="25344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93A7476-C9DF-F106-28A4-9C23E8140008}"/>
              </a:ext>
            </a:extLst>
          </p:cNvPr>
          <p:cNvGrpSpPr/>
          <p:nvPr/>
        </p:nvGrpSpPr>
        <p:grpSpPr>
          <a:xfrm>
            <a:off x="10071900" y="4830848"/>
            <a:ext cx="990720" cy="466560"/>
            <a:chOff x="10071900" y="4830848"/>
            <a:chExt cx="9907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3AE240E-3098-ECEE-8C63-B1974F6BDDD3}"/>
                    </a:ext>
                  </a:extLst>
                </p14:cNvPr>
                <p14:cNvContentPartPr/>
                <p14:nvPr/>
              </p14:nvContentPartPr>
              <p14:xfrm>
                <a:off x="10071900" y="5038928"/>
                <a:ext cx="216360" cy="2541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3AE240E-3098-ECEE-8C63-B1974F6BDDD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063260" y="5030288"/>
                  <a:ext cx="234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0370BC-8EC8-9B15-8D0E-3C2CD7BD9BD1}"/>
                    </a:ext>
                  </a:extLst>
                </p14:cNvPr>
                <p14:cNvContentPartPr/>
                <p14:nvPr/>
              </p14:nvContentPartPr>
              <p14:xfrm>
                <a:off x="10152540" y="5057648"/>
                <a:ext cx="69120" cy="238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0370BC-8EC8-9B15-8D0E-3C2CD7BD9BD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143900" y="5049008"/>
                  <a:ext cx="86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914634-8F99-BFF4-EA3E-E4B5AB407392}"/>
                    </a:ext>
                  </a:extLst>
                </p14:cNvPr>
                <p14:cNvContentPartPr/>
                <p14:nvPr/>
              </p14:nvContentPartPr>
              <p14:xfrm>
                <a:off x="10312380" y="4971248"/>
                <a:ext cx="51840" cy="326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914634-8F99-BFF4-EA3E-E4B5AB40739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03740" y="4962248"/>
                  <a:ext cx="69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54F26CA-C192-034E-5F8E-55CBD4AB0DFE}"/>
                    </a:ext>
                  </a:extLst>
                </p14:cNvPr>
                <p14:cNvContentPartPr/>
                <p14:nvPr/>
              </p14:nvContentPartPr>
              <p14:xfrm>
                <a:off x="10444500" y="5102288"/>
                <a:ext cx="126000" cy="140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54F26CA-C192-034E-5F8E-55CBD4AB0DF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35500" y="5093648"/>
                  <a:ext cx="143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A52525-3B5D-DCC3-5C44-3CFF6BDBC52B}"/>
                    </a:ext>
                  </a:extLst>
                </p14:cNvPr>
                <p14:cNvContentPartPr/>
                <p14:nvPr/>
              </p14:nvContentPartPr>
              <p14:xfrm>
                <a:off x="10622340" y="4998248"/>
                <a:ext cx="73080" cy="168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A52525-3B5D-DCC3-5C44-3CFF6BDB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13700" y="4989608"/>
                  <a:ext cx="90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6376BBA-A6D7-B2AE-39C3-B3328601EC13}"/>
                    </a:ext>
                  </a:extLst>
                </p14:cNvPr>
                <p14:cNvContentPartPr/>
                <p14:nvPr/>
              </p14:nvContentPartPr>
              <p14:xfrm>
                <a:off x="10571580" y="4830848"/>
                <a:ext cx="21960" cy="27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6376BBA-A6D7-B2AE-39C3-B3328601EC1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562940" y="4822208"/>
                  <a:ext cx="3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CD49564-5D0F-9DD1-5816-A6F96D8E19CC}"/>
                    </a:ext>
                  </a:extLst>
                </p14:cNvPr>
                <p14:cNvContentPartPr/>
                <p14:nvPr/>
              </p14:nvContentPartPr>
              <p14:xfrm>
                <a:off x="10692180" y="4891688"/>
                <a:ext cx="176400" cy="107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CD49564-5D0F-9DD1-5816-A6F96D8E19C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683180" y="4882688"/>
                  <a:ext cx="194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4EE0833-3DEC-1CD9-7D99-318BF7421460}"/>
                    </a:ext>
                  </a:extLst>
                </p14:cNvPr>
                <p14:cNvContentPartPr/>
                <p14:nvPr/>
              </p14:nvContentPartPr>
              <p14:xfrm>
                <a:off x="10945260" y="4899968"/>
                <a:ext cx="117360" cy="318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4EE0833-3DEC-1CD9-7D99-318BF742146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936620" y="4890968"/>
                  <a:ext cx="135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FE11D21-A9E4-40A2-AC46-807FCCCBA841}"/>
                    </a:ext>
                  </a:extLst>
                </p14:cNvPr>
                <p14:cNvContentPartPr/>
                <p14:nvPr/>
              </p14:nvContentPartPr>
              <p14:xfrm>
                <a:off x="10759500" y="4899248"/>
                <a:ext cx="84240" cy="83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FE11D21-A9E4-40A2-AC46-807FCCCBA84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750860" y="4890248"/>
                  <a:ext cx="101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6C94B34-CE37-51E5-E653-6513B9D6A923}"/>
                    </a:ext>
                  </a:extLst>
                </p14:cNvPr>
                <p14:cNvContentPartPr/>
                <p14:nvPr/>
              </p14:nvContentPartPr>
              <p14:xfrm>
                <a:off x="10851660" y="4869368"/>
                <a:ext cx="27360" cy="71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6C94B34-CE37-51E5-E653-6513B9D6A92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843020" y="4860368"/>
                  <a:ext cx="4500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DFAC28B-B964-9C7C-AB6D-052896946907}"/>
              </a:ext>
            </a:extLst>
          </p:cNvPr>
          <p:cNvGrpSpPr/>
          <p:nvPr/>
        </p:nvGrpSpPr>
        <p:grpSpPr>
          <a:xfrm>
            <a:off x="11159460" y="4831208"/>
            <a:ext cx="909720" cy="416880"/>
            <a:chOff x="11159460" y="4831208"/>
            <a:chExt cx="9097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F3EA42C-D19B-BC3F-255E-AABB53932960}"/>
                    </a:ext>
                  </a:extLst>
                </p14:cNvPr>
                <p14:cNvContentPartPr/>
                <p14:nvPr/>
              </p14:nvContentPartPr>
              <p14:xfrm>
                <a:off x="11159460" y="5000408"/>
                <a:ext cx="57600" cy="193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F3EA42C-D19B-BC3F-255E-AABB539329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150460" y="4991408"/>
                  <a:ext cx="75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5BCCFED-50A2-2C5D-2E2F-00AD61827771}"/>
                    </a:ext>
                  </a:extLst>
                </p14:cNvPr>
                <p14:cNvContentPartPr/>
                <p14:nvPr/>
              </p14:nvContentPartPr>
              <p14:xfrm>
                <a:off x="11180340" y="5056208"/>
                <a:ext cx="108720" cy="72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5BCCFED-50A2-2C5D-2E2F-00AD6182777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171700" y="5047208"/>
                  <a:ext cx="126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B0B1ED7-D33A-CE4E-358E-67FFB64F5C66}"/>
                    </a:ext>
                  </a:extLst>
                </p14:cNvPr>
                <p14:cNvContentPartPr/>
                <p14:nvPr/>
              </p14:nvContentPartPr>
              <p14:xfrm>
                <a:off x="11248020" y="4982408"/>
                <a:ext cx="74880" cy="221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B0B1ED7-D33A-CE4E-358E-67FFB64F5C6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239020" y="4973408"/>
                  <a:ext cx="92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B4E45A-273B-B84E-4825-EA694CB32D32}"/>
                    </a:ext>
                  </a:extLst>
                </p14:cNvPr>
                <p14:cNvContentPartPr/>
                <p14:nvPr/>
              </p14:nvContentPartPr>
              <p14:xfrm>
                <a:off x="11372580" y="4912208"/>
                <a:ext cx="119880" cy="335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B4E45A-273B-B84E-4825-EA694CB32D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363940" y="4903208"/>
                  <a:ext cx="1375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DCF47E2-9F7B-E39B-1686-D91F76D9B011}"/>
                    </a:ext>
                  </a:extLst>
                </p14:cNvPr>
                <p14:cNvContentPartPr/>
                <p14:nvPr/>
              </p14:nvContentPartPr>
              <p14:xfrm>
                <a:off x="11502540" y="5075288"/>
                <a:ext cx="135000" cy="147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DCF47E2-9F7B-E39B-1686-D91F76D9B01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493900" y="5066288"/>
                  <a:ext cx="152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4757C38-9ED8-8753-E70D-EF57913C6EFA}"/>
                    </a:ext>
                  </a:extLst>
                </p14:cNvPr>
                <p14:cNvContentPartPr/>
                <p14:nvPr/>
              </p14:nvContentPartPr>
              <p14:xfrm>
                <a:off x="11642940" y="4956128"/>
                <a:ext cx="83520" cy="198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4757C38-9ED8-8753-E70D-EF57913C6EF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633940" y="4947488"/>
                  <a:ext cx="101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DA6D1F7-6B11-83B6-830D-99C29F368664}"/>
                    </a:ext>
                  </a:extLst>
                </p14:cNvPr>
                <p14:cNvContentPartPr/>
                <p14:nvPr/>
              </p14:nvContentPartPr>
              <p14:xfrm>
                <a:off x="11639700" y="4831208"/>
                <a:ext cx="13680" cy="9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DA6D1F7-6B11-83B6-830D-99C29F36866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631060" y="4822208"/>
                  <a:ext cx="31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11C94C-A85E-DE1A-965E-D2E510D19283}"/>
                    </a:ext>
                  </a:extLst>
                </p14:cNvPr>
                <p14:cNvContentPartPr/>
                <p14:nvPr/>
              </p14:nvContentPartPr>
              <p14:xfrm>
                <a:off x="11736180" y="4910048"/>
                <a:ext cx="192240" cy="123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11C94C-A85E-DE1A-965E-D2E510D1928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727540" y="4901408"/>
                  <a:ext cx="209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FFC860B-9D82-9584-8FBA-9ECD22C27C9D}"/>
                    </a:ext>
                  </a:extLst>
                </p14:cNvPr>
                <p14:cNvContentPartPr/>
                <p14:nvPr/>
              </p14:nvContentPartPr>
              <p14:xfrm>
                <a:off x="11912940" y="4852448"/>
                <a:ext cx="156240" cy="382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FFC860B-9D82-9584-8FBA-9ECD22C27C9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904300" y="4843448"/>
                  <a:ext cx="17388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04D8AA5-66C7-E308-7842-F1E1957DC18C}"/>
              </a:ext>
            </a:extLst>
          </p:cNvPr>
          <p:cNvGrpSpPr/>
          <p:nvPr/>
        </p:nvGrpSpPr>
        <p:grpSpPr>
          <a:xfrm>
            <a:off x="9793260" y="5186168"/>
            <a:ext cx="147240" cy="87480"/>
            <a:chOff x="9793260" y="5186168"/>
            <a:chExt cx="14724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D70A54F-0843-73EC-28C9-750EB05D4FB3}"/>
                    </a:ext>
                  </a:extLst>
                </p14:cNvPr>
                <p14:cNvContentPartPr/>
                <p14:nvPr/>
              </p14:nvContentPartPr>
              <p14:xfrm>
                <a:off x="9856980" y="5255648"/>
                <a:ext cx="83520" cy="180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D70A54F-0843-73EC-28C9-750EB05D4FB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47980" y="5246648"/>
                  <a:ext cx="101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BB6D31A-E30A-2198-D88A-245BE7E44F27}"/>
                    </a:ext>
                  </a:extLst>
                </p14:cNvPr>
                <p14:cNvContentPartPr/>
                <p14:nvPr/>
              </p14:nvContentPartPr>
              <p14:xfrm>
                <a:off x="9793260" y="5186168"/>
                <a:ext cx="109440" cy="19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BB6D31A-E30A-2198-D88A-245BE7E44F2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784260" y="5177168"/>
                  <a:ext cx="1270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73091FE-5B6B-C2BA-6A83-059C40291E96}"/>
              </a:ext>
            </a:extLst>
          </p:cNvPr>
          <p:cNvGrpSpPr/>
          <p:nvPr/>
        </p:nvGrpSpPr>
        <p:grpSpPr>
          <a:xfrm>
            <a:off x="7991460" y="5508368"/>
            <a:ext cx="3153960" cy="882720"/>
            <a:chOff x="7991460" y="5508368"/>
            <a:chExt cx="3153960" cy="88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0EBC1F-FF32-4050-CB93-ACB9DAC27871}"/>
                    </a:ext>
                  </a:extLst>
                </p14:cNvPr>
                <p14:cNvContentPartPr/>
                <p14:nvPr/>
              </p14:nvContentPartPr>
              <p14:xfrm>
                <a:off x="7991460" y="6145568"/>
                <a:ext cx="182160" cy="197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0EBC1F-FF32-4050-CB93-ACB9DAC2787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982460" y="6136568"/>
                  <a:ext cx="199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B71364-CF21-6152-999F-361184A7E6B3}"/>
                    </a:ext>
                  </a:extLst>
                </p14:cNvPr>
                <p14:cNvContentPartPr/>
                <p14:nvPr/>
              </p14:nvContentPartPr>
              <p14:xfrm>
                <a:off x="8214300" y="6109568"/>
                <a:ext cx="188280" cy="271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B71364-CF21-6152-999F-361184A7E6B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205660" y="6100568"/>
                  <a:ext cx="205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3AA5610-3C8B-4BE6-1CA2-F3AB3C85FECA}"/>
                    </a:ext>
                  </a:extLst>
                </p14:cNvPr>
                <p14:cNvContentPartPr/>
                <p14:nvPr/>
              </p14:nvContentPartPr>
              <p14:xfrm>
                <a:off x="8389980" y="6269768"/>
                <a:ext cx="260640" cy="68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3AA5610-3C8B-4BE6-1CA2-F3AB3C85FEC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80980" y="6260768"/>
                  <a:ext cx="27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007C986-21DB-C226-6481-7088B73031FC}"/>
                    </a:ext>
                  </a:extLst>
                </p14:cNvPr>
                <p14:cNvContentPartPr/>
                <p14:nvPr/>
              </p14:nvContentPartPr>
              <p14:xfrm>
                <a:off x="8618940" y="6126128"/>
                <a:ext cx="165240" cy="264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007C986-21DB-C226-6481-7088B73031F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610300" y="6117128"/>
                  <a:ext cx="1828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3E10431-3C18-8BF9-8874-1610384CAA36}"/>
                    </a:ext>
                  </a:extLst>
                </p14:cNvPr>
                <p14:cNvContentPartPr/>
                <p14:nvPr/>
              </p14:nvContentPartPr>
              <p14:xfrm>
                <a:off x="8893260" y="6213248"/>
                <a:ext cx="145440" cy="105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3E10431-3C18-8BF9-8874-1610384CAA3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884620" y="6204608"/>
                  <a:ext cx="163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D2B3572-B497-7992-7B7C-5BC1B1C5B2A9}"/>
                    </a:ext>
                  </a:extLst>
                </p14:cNvPr>
                <p14:cNvContentPartPr/>
                <p14:nvPr/>
              </p14:nvContentPartPr>
              <p14:xfrm>
                <a:off x="9003420" y="6301808"/>
                <a:ext cx="115200" cy="21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D2B3572-B497-7992-7B7C-5BC1B1C5B2A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94780" y="6293168"/>
                  <a:ext cx="132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CB1457E-1974-B6A7-1F4C-A9C3ADB60666}"/>
                    </a:ext>
                  </a:extLst>
                </p14:cNvPr>
                <p14:cNvContentPartPr/>
                <p14:nvPr/>
              </p14:nvContentPartPr>
              <p14:xfrm>
                <a:off x="9064980" y="6103808"/>
                <a:ext cx="167400" cy="16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CB1457E-1974-B6A7-1F4C-A9C3ADB6066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056340" y="6095168"/>
                  <a:ext cx="185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ADAB31E-5658-9767-42A8-55ECB5CCD18D}"/>
                    </a:ext>
                  </a:extLst>
                </p14:cNvPr>
                <p14:cNvContentPartPr/>
                <p14:nvPr/>
              </p14:nvContentPartPr>
              <p14:xfrm>
                <a:off x="9258300" y="6094088"/>
                <a:ext cx="109440" cy="181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ADAB31E-5658-9767-42A8-55ECB5CCD18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249660" y="6085448"/>
                  <a:ext cx="127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97637D-8D5E-A220-87CB-B6682227B313}"/>
                    </a:ext>
                  </a:extLst>
                </p14:cNvPr>
                <p14:cNvContentPartPr/>
                <p14:nvPr/>
              </p14:nvContentPartPr>
              <p14:xfrm>
                <a:off x="9268740" y="5969528"/>
                <a:ext cx="5400" cy="17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97637D-8D5E-A220-87CB-B6682227B31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259740" y="5960528"/>
                  <a:ext cx="2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83A0E1C-E085-6502-2437-BD84E1B24C64}"/>
                    </a:ext>
                  </a:extLst>
                </p14:cNvPr>
                <p14:cNvContentPartPr/>
                <p14:nvPr/>
              </p14:nvContentPartPr>
              <p14:xfrm>
                <a:off x="9430380" y="6008408"/>
                <a:ext cx="206640" cy="108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83A0E1C-E085-6502-2437-BD84E1B24C6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421740" y="5999408"/>
                  <a:ext cx="224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6FC2516-CA7D-4764-E693-18AC2657795E}"/>
                    </a:ext>
                  </a:extLst>
                </p14:cNvPr>
                <p14:cNvContentPartPr/>
                <p14:nvPr/>
              </p14:nvContentPartPr>
              <p14:xfrm>
                <a:off x="9740340" y="5912288"/>
                <a:ext cx="118800" cy="296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6FC2516-CA7D-4764-E693-18AC2657795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731340" y="5903288"/>
                  <a:ext cx="136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A916355-E49B-A7BD-7758-D46D2A8B2B10}"/>
                    </a:ext>
                  </a:extLst>
                </p14:cNvPr>
                <p14:cNvContentPartPr/>
                <p14:nvPr/>
              </p14:nvContentPartPr>
              <p14:xfrm>
                <a:off x="9861300" y="6079328"/>
                <a:ext cx="206280" cy="63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A916355-E49B-A7BD-7758-D46D2A8B2B1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52660" y="6070328"/>
                  <a:ext cx="223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0328926-53BD-4696-6986-601A07EF3177}"/>
                    </a:ext>
                  </a:extLst>
                </p14:cNvPr>
                <p14:cNvContentPartPr/>
                <p14:nvPr/>
              </p14:nvContentPartPr>
              <p14:xfrm>
                <a:off x="10165140" y="6005888"/>
                <a:ext cx="17280" cy="130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0328926-53BD-4696-6986-601A07EF317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156140" y="5996888"/>
                  <a:ext cx="34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E4792FF-6F5D-62FA-12FE-60F8A1F4C5E6}"/>
                    </a:ext>
                  </a:extLst>
                </p14:cNvPr>
                <p14:cNvContentPartPr/>
                <p14:nvPr/>
              </p14:nvContentPartPr>
              <p14:xfrm>
                <a:off x="10141020" y="6082928"/>
                <a:ext cx="120240" cy="21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E4792FF-6F5D-62FA-12FE-60F8A1F4C5E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32020" y="6073928"/>
                  <a:ext cx="13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C684749-1559-649F-0E38-A8344299E858}"/>
                    </a:ext>
                  </a:extLst>
                </p14:cNvPr>
                <p14:cNvContentPartPr/>
                <p14:nvPr/>
              </p14:nvContentPartPr>
              <p14:xfrm>
                <a:off x="10354500" y="5943248"/>
                <a:ext cx="56160" cy="194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C684749-1559-649F-0E38-A8344299E85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45500" y="5934608"/>
                  <a:ext cx="73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4993229-DA94-4D1E-9FB2-C48478E16BE9}"/>
                    </a:ext>
                  </a:extLst>
                </p14:cNvPr>
                <p14:cNvContentPartPr/>
                <p14:nvPr/>
              </p14:nvContentPartPr>
              <p14:xfrm>
                <a:off x="10401300" y="6057728"/>
                <a:ext cx="124920" cy="57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4993229-DA94-4D1E-9FB2-C48478E16B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392300" y="6048728"/>
                  <a:ext cx="14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A310604-695F-83AE-A0EA-483DD7254AF9}"/>
                    </a:ext>
                  </a:extLst>
                </p14:cNvPr>
                <p14:cNvContentPartPr/>
                <p14:nvPr/>
              </p14:nvContentPartPr>
              <p14:xfrm>
                <a:off x="10468620" y="5886368"/>
                <a:ext cx="186480" cy="278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A310604-695F-83AE-A0EA-483DD7254AF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59980" y="5877728"/>
                  <a:ext cx="204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CD17A90-F8D9-4120-85F1-63A8057A4860}"/>
                    </a:ext>
                  </a:extLst>
                </p14:cNvPr>
                <p14:cNvContentPartPr/>
                <p14:nvPr/>
              </p14:nvContentPartPr>
              <p14:xfrm>
                <a:off x="10786140" y="6364088"/>
                <a:ext cx="129960" cy="11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CD17A90-F8D9-4120-85F1-63A8057A486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777140" y="6355448"/>
                  <a:ext cx="147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C142DA-0337-19F0-A716-381E5757567C}"/>
                    </a:ext>
                  </a:extLst>
                </p14:cNvPr>
                <p14:cNvContentPartPr/>
                <p14:nvPr/>
              </p14:nvContentPartPr>
              <p14:xfrm>
                <a:off x="10723860" y="6281288"/>
                <a:ext cx="103680" cy="5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C142DA-0337-19F0-A716-381E5757567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15220" y="6272288"/>
                  <a:ext cx="121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3E4081-D9D5-EF7A-B8BA-E4FB4E6EBFB2}"/>
                    </a:ext>
                  </a:extLst>
                </p14:cNvPr>
                <p14:cNvContentPartPr/>
                <p14:nvPr/>
              </p14:nvContentPartPr>
              <p14:xfrm>
                <a:off x="10818540" y="6301808"/>
                <a:ext cx="87120" cy="162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3E4081-D9D5-EF7A-B8BA-E4FB4E6EBFB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809540" y="6293168"/>
                  <a:ext cx="104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CE9CA2-5ABD-16B1-E3AB-8E48B0A6180A}"/>
                    </a:ext>
                  </a:extLst>
                </p14:cNvPr>
                <p14:cNvContentPartPr/>
                <p14:nvPr/>
              </p14:nvContentPartPr>
              <p14:xfrm>
                <a:off x="10765620" y="6281288"/>
                <a:ext cx="127800" cy="10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CE9CA2-5ABD-16B1-E3AB-8E48B0A6180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56980" y="6272288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99947CC-1079-993C-F19C-5A0AF561CB16}"/>
                    </a:ext>
                  </a:extLst>
                </p14:cNvPr>
                <p14:cNvContentPartPr/>
                <p14:nvPr/>
              </p14:nvContentPartPr>
              <p14:xfrm>
                <a:off x="9763380" y="5508368"/>
                <a:ext cx="1382040" cy="741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99947CC-1079-993C-F19C-5A0AF561CB1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754380" y="5499368"/>
                  <a:ext cx="1399680" cy="75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075107-A371-6ABB-BF93-E7430A0F7E8B}"/>
              </a:ext>
            </a:extLst>
          </p:cNvPr>
          <p:cNvGrpSpPr/>
          <p:nvPr/>
        </p:nvGrpSpPr>
        <p:grpSpPr>
          <a:xfrm>
            <a:off x="721980" y="3994135"/>
            <a:ext cx="3162960" cy="370080"/>
            <a:chOff x="721980" y="3994135"/>
            <a:chExt cx="31629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9831C4-FB5F-71C3-1C54-9F55BE72114A}"/>
                    </a:ext>
                  </a:extLst>
                </p14:cNvPr>
                <p14:cNvContentPartPr/>
                <p14:nvPr/>
              </p14:nvContentPartPr>
              <p14:xfrm>
                <a:off x="780300" y="4197895"/>
                <a:ext cx="29880" cy="145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9831C4-FB5F-71C3-1C54-9F55BE7211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1300" y="4188895"/>
                  <a:ext cx="47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943082-3AEC-467F-3789-6916EC0E04D1}"/>
                    </a:ext>
                  </a:extLst>
                </p14:cNvPr>
                <p14:cNvContentPartPr/>
                <p14:nvPr/>
              </p14:nvContentPartPr>
              <p14:xfrm>
                <a:off x="721980" y="4090255"/>
                <a:ext cx="157320" cy="154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943082-3AEC-467F-3789-6916EC0E04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3340" y="4081615"/>
                  <a:ext cx="174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E0CF3E-E9CA-350F-2E6F-25AA66F36FD8}"/>
                    </a:ext>
                  </a:extLst>
                </p14:cNvPr>
                <p14:cNvContentPartPr/>
                <p14:nvPr/>
              </p14:nvContentPartPr>
              <p14:xfrm>
                <a:off x="916380" y="4211575"/>
                <a:ext cx="338040" cy="13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E0CF3E-E9CA-350F-2E6F-25AA66F36F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380" y="4202575"/>
                  <a:ext cx="355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5F496B-F277-5F5D-8EAB-50A478E48231}"/>
                    </a:ext>
                  </a:extLst>
                </p14:cNvPr>
                <p14:cNvContentPartPr/>
                <p14:nvPr/>
              </p14:nvContentPartPr>
              <p14:xfrm>
                <a:off x="1345860" y="4184215"/>
                <a:ext cx="278280" cy="15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5F496B-F277-5F5D-8EAB-50A478E48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6860" y="4175575"/>
                  <a:ext cx="295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3B3CB5-295A-FA65-E476-B0EA82528C57}"/>
                    </a:ext>
                  </a:extLst>
                </p14:cNvPr>
                <p14:cNvContentPartPr/>
                <p14:nvPr/>
              </p14:nvContentPartPr>
              <p14:xfrm>
                <a:off x="1688220" y="4216615"/>
                <a:ext cx="102960" cy="13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3B3CB5-295A-FA65-E476-B0EA82528C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9580" y="4207975"/>
                  <a:ext cx="120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7AB804-91F1-CE75-6AD7-5A6C781C7141}"/>
                    </a:ext>
                  </a:extLst>
                </p14:cNvPr>
                <p14:cNvContentPartPr/>
                <p14:nvPr/>
              </p14:nvContentPartPr>
              <p14:xfrm>
                <a:off x="1862820" y="4030855"/>
                <a:ext cx="266400" cy="320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7AB804-91F1-CE75-6AD7-5A6C781C71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3820" y="4021855"/>
                  <a:ext cx="2840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8294C5-1472-8E2F-EDC0-D13A453BC898}"/>
                    </a:ext>
                  </a:extLst>
                </p14:cNvPr>
                <p14:cNvContentPartPr/>
                <p14:nvPr/>
              </p14:nvContentPartPr>
              <p14:xfrm>
                <a:off x="2218500" y="4015735"/>
                <a:ext cx="5400" cy="12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8294C5-1472-8E2F-EDC0-D13A453BC8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9500" y="4007095"/>
                  <a:ext cx="23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C502DA-FDAB-7C21-2383-07F85C036A46}"/>
                    </a:ext>
                  </a:extLst>
                </p14:cNvPr>
                <p14:cNvContentPartPr/>
                <p14:nvPr/>
              </p14:nvContentPartPr>
              <p14:xfrm>
                <a:off x="2258100" y="4187455"/>
                <a:ext cx="131040" cy="129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C502DA-FDAB-7C21-2383-07F85C036A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9460" y="4178455"/>
                  <a:ext cx="148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DFD31D-A0AF-452C-4D41-5D1115B72AB2}"/>
                    </a:ext>
                  </a:extLst>
                </p14:cNvPr>
                <p14:cNvContentPartPr/>
                <p14:nvPr/>
              </p14:nvContentPartPr>
              <p14:xfrm>
                <a:off x="2554020" y="4175575"/>
                <a:ext cx="272520" cy="188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DFD31D-A0AF-452C-4D41-5D1115B72A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5020" y="4166935"/>
                  <a:ext cx="290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CD8280-E5B0-98D9-D47C-91A7D4626CBB}"/>
                    </a:ext>
                  </a:extLst>
                </p14:cNvPr>
                <p14:cNvContentPartPr/>
                <p14:nvPr/>
              </p14:nvContentPartPr>
              <p14:xfrm>
                <a:off x="2803860" y="3994135"/>
                <a:ext cx="173520" cy="33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CCD8280-E5B0-98D9-D47C-91A7D4626C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94860" y="3985135"/>
                  <a:ext cx="191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25502E-4CDD-B55B-CE24-EF64E41825D5}"/>
                    </a:ext>
                  </a:extLst>
                </p14:cNvPr>
                <p14:cNvContentPartPr/>
                <p14:nvPr/>
              </p14:nvContentPartPr>
              <p14:xfrm>
                <a:off x="3031020" y="4187455"/>
                <a:ext cx="147960" cy="10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25502E-4CDD-B55B-CE24-EF64E41825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22380" y="4178455"/>
                  <a:ext cx="165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9A211B-1E64-1313-6178-56D6047059E0}"/>
                    </a:ext>
                  </a:extLst>
                </p14:cNvPr>
                <p14:cNvContentPartPr/>
                <p14:nvPr/>
              </p14:nvContentPartPr>
              <p14:xfrm>
                <a:off x="3163860" y="4000255"/>
                <a:ext cx="245520" cy="27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9A211B-1E64-1313-6178-56D6047059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4860" y="3991615"/>
                  <a:ext cx="263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B63FE4A-8294-14A2-2A68-034EACB708F8}"/>
                    </a:ext>
                  </a:extLst>
                </p14:cNvPr>
                <p14:cNvContentPartPr/>
                <p14:nvPr/>
              </p14:nvContentPartPr>
              <p14:xfrm>
                <a:off x="3309300" y="4015735"/>
                <a:ext cx="8640" cy="34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B63FE4A-8294-14A2-2A68-034EACB708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00660" y="4007095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C17FF0-88F7-15A6-D882-B8F8671C6809}"/>
                    </a:ext>
                  </a:extLst>
                </p14:cNvPr>
                <p14:cNvContentPartPr/>
                <p14:nvPr/>
              </p14:nvContentPartPr>
              <p14:xfrm>
                <a:off x="3459060" y="4177735"/>
                <a:ext cx="13392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C17FF0-88F7-15A6-D882-B8F8671C68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50420" y="4168735"/>
                  <a:ext cx="151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A45F2F-B684-DD80-4D46-6A9D6CF19692}"/>
                    </a:ext>
                  </a:extLst>
                </p14:cNvPr>
                <p14:cNvContentPartPr/>
                <p14:nvPr/>
              </p14:nvContentPartPr>
              <p14:xfrm>
                <a:off x="3636540" y="4202935"/>
                <a:ext cx="248400" cy="72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A45F2F-B684-DD80-4D46-6A9D6CF196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27900" y="4194295"/>
                  <a:ext cx="26604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5CF6EBB-597F-949A-1EBB-B19B398DD00B}"/>
              </a:ext>
            </a:extLst>
          </p:cNvPr>
          <p:cNvGrpSpPr/>
          <p:nvPr/>
        </p:nvGrpSpPr>
        <p:grpSpPr>
          <a:xfrm>
            <a:off x="4478220" y="4000255"/>
            <a:ext cx="1218240" cy="392400"/>
            <a:chOff x="4478220" y="4000255"/>
            <a:chExt cx="121824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809E8A-E654-0F0C-0DF1-6D722B55E8CC}"/>
                    </a:ext>
                  </a:extLst>
                </p14:cNvPr>
                <p14:cNvContentPartPr/>
                <p14:nvPr/>
              </p14:nvContentPartPr>
              <p14:xfrm>
                <a:off x="4478220" y="4197535"/>
                <a:ext cx="154080" cy="12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809E8A-E654-0F0C-0DF1-6D722B55E8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9580" y="4188535"/>
                  <a:ext cx="171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D14EE9-B1DC-2CC3-26FE-CB3D46D6AF07}"/>
                    </a:ext>
                  </a:extLst>
                </p14:cNvPr>
                <p14:cNvContentPartPr/>
                <p14:nvPr/>
              </p14:nvContentPartPr>
              <p14:xfrm>
                <a:off x="4660380" y="4213375"/>
                <a:ext cx="182520" cy="17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D14EE9-B1DC-2CC3-26FE-CB3D46D6AF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51380" y="4204375"/>
                  <a:ext cx="200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56E0A6-178B-C44E-4149-C86910368295}"/>
                    </a:ext>
                  </a:extLst>
                </p14:cNvPr>
                <p14:cNvContentPartPr/>
                <p14:nvPr/>
              </p14:nvContentPartPr>
              <p14:xfrm>
                <a:off x="4867380" y="4235695"/>
                <a:ext cx="190800" cy="54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56E0A6-178B-C44E-4149-C869103682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8740" y="4226695"/>
                  <a:ext cx="208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3C024B-1C64-65B9-C305-34788DAEBF01}"/>
                    </a:ext>
                  </a:extLst>
                </p14:cNvPr>
                <p14:cNvContentPartPr/>
                <p14:nvPr/>
              </p14:nvContentPartPr>
              <p14:xfrm>
                <a:off x="5107860" y="4197895"/>
                <a:ext cx="189720" cy="9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3C024B-1C64-65B9-C305-34788DAEBF0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8860" y="4188895"/>
                  <a:ext cx="207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CC98CF-1FBC-A372-1F3D-2F42630A7294}"/>
                    </a:ext>
                  </a:extLst>
                </p14:cNvPr>
                <p14:cNvContentPartPr/>
                <p14:nvPr/>
              </p14:nvContentPartPr>
              <p14:xfrm>
                <a:off x="5288940" y="4000255"/>
                <a:ext cx="129960" cy="28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CC98CF-1FBC-A372-1F3D-2F42630A72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79940" y="3991615"/>
                  <a:ext cx="1476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F385AAC-AD0F-AA72-5B6C-E9CFEEB639D5}"/>
                    </a:ext>
                  </a:extLst>
                </p14:cNvPr>
                <p14:cNvContentPartPr/>
                <p14:nvPr/>
              </p14:nvContentPartPr>
              <p14:xfrm>
                <a:off x="5272740" y="4176655"/>
                <a:ext cx="161640" cy="2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F385AAC-AD0F-AA72-5B6C-E9CFEEB639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64100" y="4168015"/>
                  <a:ext cx="179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7EF660-4630-F6B9-598B-1483DD44BE42}"/>
                    </a:ext>
                  </a:extLst>
                </p14:cNvPr>
                <p14:cNvContentPartPr/>
                <p14:nvPr/>
              </p14:nvContentPartPr>
              <p14:xfrm>
                <a:off x="5501700" y="4151815"/>
                <a:ext cx="194760" cy="140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7EF660-4630-F6B9-598B-1483DD44BE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93060" y="4143175"/>
                  <a:ext cx="2124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60169CD-83E2-79B4-9F23-D7862B099F5C}"/>
              </a:ext>
            </a:extLst>
          </p:cNvPr>
          <p:cNvGrpSpPr/>
          <p:nvPr/>
        </p:nvGrpSpPr>
        <p:grpSpPr>
          <a:xfrm>
            <a:off x="6092820" y="3978655"/>
            <a:ext cx="983520" cy="366120"/>
            <a:chOff x="6092820" y="3978655"/>
            <a:chExt cx="98352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17364F-5F76-977F-F1D9-20E51ECD7BC2}"/>
                    </a:ext>
                  </a:extLst>
                </p14:cNvPr>
                <p14:cNvContentPartPr/>
                <p14:nvPr/>
              </p14:nvContentPartPr>
              <p14:xfrm>
                <a:off x="6092820" y="4098535"/>
                <a:ext cx="197640" cy="137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17364F-5F76-977F-F1D9-20E51ECD7B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84180" y="4089895"/>
                  <a:ext cx="215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5FC0C3-DD4D-E6DA-2452-B72EAD257CCB}"/>
                    </a:ext>
                  </a:extLst>
                </p14:cNvPr>
                <p14:cNvContentPartPr/>
                <p14:nvPr/>
              </p14:nvContentPartPr>
              <p14:xfrm>
                <a:off x="6270660" y="4088815"/>
                <a:ext cx="5760" cy="1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5FC0C3-DD4D-E6DA-2452-B72EAD257C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61660" y="4079815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C7C735-B4CE-9B5C-031E-5CC297867489}"/>
                    </a:ext>
                  </a:extLst>
                </p14:cNvPr>
                <p14:cNvContentPartPr/>
                <p14:nvPr/>
              </p14:nvContentPartPr>
              <p14:xfrm>
                <a:off x="6379020" y="4144975"/>
                <a:ext cx="164880" cy="19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C7C735-B4CE-9B5C-031E-5CC2978674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0020" y="4136335"/>
                  <a:ext cx="182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783E9A-9EDF-620E-6790-7F4FA006C958}"/>
                    </a:ext>
                  </a:extLst>
                </p14:cNvPr>
                <p14:cNvContentPartPr/>
                <p14:nvPr/>
              </p14:nvContentPartPr>
              <p14:xfrm>
                <a:off x="6561540" y="4161535"/>
                <a:ext cx="160920" cy="52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783E9A-9EDF-620E-6790-7F4FA006C9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52900" y="4152535"/>
                  <a:ext cx="178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7428B7-5B1E-52CE-68A2-BB62F37DA35D}"/>
                    </a:ext>
                  </a:extLst>
                </p14:cNvPr>
                <p14:cNvContentPartPr/>
                <p14:nvPr/>
              </p14:nvContentPartPr>
              <p14:xfrm>
                <a:off x="6774300" y="3978655"/>
                <a:ext cx="302040" cy="219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7428B7-5B1E-52CE-68A2-BB62F37DA3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65660" y="3970015"/>
                  <a:ext cx="31968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4C47F1-6BC1-03EB-28FA-3F47F3E5250C}"/>
              </a:ext>
            </a:extLst>
          </p:cNvPr>
          <p:cNvGrpSpPr/>
          <p:nvPr/>
        </p:nvGrpSpPr>
        <p:grpSpPr>
          <a:xfrm>
            <a:off x="7353180" y="4057135"/>
            <a:ext cx="1028160" cy="311760"/>
            <a:chOff x="7353180" y="4057135"/>
            <a:chExt cx="102816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0F4E55-7B14-6D4D-4EDD-5F760305BD40}"/>
                    </a:ext>
                  </a:extLst>
                </p14:cNvPr>
                <p14:cNvContentPartPr/>
                <p14:nvPr/>
              </p14:nvContentPartPr>
              <p14:xfrm>
                <a:off x="7353180" y="4057135"/>
                <a:ext cx="58212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0F4E55-7B14-6D4D-4EDD-5F760305BD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4180" y="4048135"/>
                  <a:ext cx="599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29452C-B93E-E136-5EC0-DF1C609B30CA}"/>
                    </a:ext>
                  </a:extLst>
                </p14:cNvPr>
                <p14:cNvContentPartPr/>
                <p14:nvPr/>
              </p14:nvContentPartPr>
              <p14:xfrm>
                <a:off x="8000820" y="4093495"/>
                <a:ext cx="114840" cy="234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29452C-B93E-E136-5EC0-DF1C609B30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91820" y="4084495"/>
                  <a:ext cx="132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646E46-241D-7101-6EC4-2F53C2977D37}"/>
                    </a:ext>
                  </a:extLst>
                </p14:cNvPr>
                <p14:cNvContentPartPr/>
                <p14:nvPr/>
              </p14:nvContentPartPr>
              <p14:xfrm>
                <a:off x="8247780" y="4100335"/>
                <a:ext cx="133560" cy="26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646E46-241D-7101-6EC4-2F53C2977D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38780" y="4091695"/>
                  <a:ext cx="15120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D4EB57-8B42-BD0B-E88E-A34B325EEAD9}"/>
                  </a:ext>
                </a:extLst>
              </p14:cNvPr>
              <p14:cNvContentPartPr/>
              <p14:nvPr/>
            </p14:nvContentPartPr>
            <p14:xfrm>
              <a:off x="5664060" y="4137055"/>
              <a:ext cx="115560" cy="118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D4EB57-8B42-BD0B-E88E-A34B325EEA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55060" y="4128415"/>
                <a:ext cx="13320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57C3F556-5A52-EA18-A170-A60C13AEECAE}"/>
              </a:ext>
            </a:extLst>
          </p:cNvPr>
          <p:cNvGrpSpPr/>
          <p:nvPr/>
        </p:nvGrpSpPr>
        <p:grpSpPr>
          <a:xfrm>
            <a:off x="8660700" y="3930415"/>
            <a:ext cx="1143000" cy="287280"/>
            <a:chOff x="8660700" y="3930415"/>
            <a:chExt cx="114300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204C6E-E6BE-42EA-518A-64C12D0BE32B}"/>
                    </a:ext>
                  </a:extLst>
                </p14:cNvPr>
                <p14:cNvContentPartPr/>
                <p14:nvPr/>
              </p14:nvContentPartPr>
              <p14:xfrm>
                <a:off x="8691300" y="4140655"/>
                <a:ext cx="31320" cy="77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204C6E-E6BE-42EA-518A-64C12D0BE3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82300" y="4131655"/>
                  <a:ext cx="4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A0EF85-C7D3-CA00-A61C-BCDD9F429C66}"/>
                    </a:ext>
                  </a:extLst>
                </p14:cNvPr>
                <p14:cNvContentPartPr/>
                <p14:nvPr/>
              </p14:nvContentPartPr>
              <p14:xfrm>
                <a:off x="8660700" y="4033375"/>
                <a:ext cx="5040" cy="1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A0EF85-C7D3-CA00-A61C-BCDD9F429C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1700" y="4024375"/>
                  <a:ext cx="22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A605A0-B0DC-34B6-525F-A20609E32C52}"/>
                    </a:ext>
                  </a:extLst>
                </p14:cNvPr>
                <p14:cNvContentPartPr/>
                <p14:nvPr/>
              </p14:nvContentPartPr>
              <p14:xfrm>
                <a:off x="8764380" y="4130215"/>
                <a:ext cx="177120" cy="7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A605A0-B0DC-34B6-525F-A20609E32C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55740" y="4121215"/>
                  <a:ext cx="194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348384-5F90-EB66-672A-9C5B5F5F96A8}"/>
                    </a:ext>
                  </a:extLst>
                </p14:cNvPr>
                <p14:cNvContentPartPr/>
                <p14:nvPr/>
              </p14:nvContentPartPr>
              <p14:xfrm>
                <a:off x="9076140" y="3937975"/>
                <a:ext cx="78120" cy="19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348384-5F90-EB66-672A-9C5B5F5F96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67500" y="3929335"/>
                  <a:ext cx="95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F7F533-2DE5-2BE5-B5DA-5E4B66799C35}"/>
                    </a:ext>
                  </a:extLst>
                </p14:cNvPr>
                <p14:cNvContentPartPr/>
                <p14:nvPr/>
              </p14:nvContentPartPr>
              <p14:xfrm>
                <a:off x="9071100" y="4085935"/>
                <a:ext cx="227880" cy="54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F7F533-2DE5-2BE5-B5DA-5E4B66799C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62100" y="4076935"/>
                  <a:ext cx="24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802785C-1782-BFF2-146F-E818AD0CAEC6}"/>
                    </a:ext>
                  </a:extLst>
                </p14:cNvPr>
                <p14:cNvContentPartPr/>
                <p14:nvPr/>
              </p14:nvContentPartPr>
              <p14:xfrm>
                <a:off x="9216540" y="3930415"/>
                <a:ext cx="36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802785C-1782-BFF2-146F-E818AD0CAE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07900" y="3921775"/>
                  <a:ext cx="1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014551-69D7-46F4-91B2-1C020475C086}"/>
                    </a:ext>
                  </a:extLst>
                </p14:cNvPr>
                <p14:cNvContentPartPr/>
                <p14:nvPr/>
              </p14:nvContentPartPr>
              <p14:xfrm>
                <a:off x="9346500" y="4044535"/>
                <a:ext cx="457200" cy="96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014551-69D7-46F4-91B2-1C020475C0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37500" y="4035895"/>
                  <a:ext cx="474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0FA1AB0-992C-3145-81A8-DD994AB57E2A}"/>
              </a:ext>
            </a:extLst>
          </p:cNvPr>
          <p:cNvGrpSpPr/>
          <p:nvPr/>
        </p:nvGrpSpPr>
        <p:grpSpPr>
          <a:xfrm>
            <a:off x="10067220" y="3824935"/>
            <a:ext cx="644760" cy="316440"/>
            <a:chOff x="10067220" y="3824935"/>
            <a:chExt cx="64476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37F76E-967D-520B-75AE-186972A69BBE}"/>
                    </a:ext>
                  </a:extLst>
                </p14:cNvPr>
                <p14:cNvContentPartPr/>
                <p14:nvPr/>
              </p14:nvContentPartPr>
              <p14:xfrm>
                <a:off x="10067220" y="4035535"/>
                <a:ext cx="327960" cy="79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37F76E-967D-520B-75AE-186972A69B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58580" y="4026895"/>
                  <a:ext cx="345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9ED3E6-842B-FE7B-E621-62E4CCB82AAA}"/>
                    </a:ext>
                  </a:extLst>
                </p14:cNvPr>
                <p14:cNvContentPartPr/>
                <p14:nvPr/>
              </p14:nvContentPartPr>
              <p14:xfrm>
                <a:off x="10550340" y="3824935"/>
                <a:ext cx="161640" cy="316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9ED3E6-842B-FE7B-E621-62E4CCB82A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41700" y="3816295"/>
                  <a:ext cx="17928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3C72098-7B1E-CC7E-8494-432A6E830BC6}"/>
              </a:ext>
            </a:extLst>
          </p:cNvPr>
          <p:cNvGrpSpPr/>
          <p:nvPr/>
        </p:nvGrpSpPr>
        <p:grpSpPr>
          <a:xfrm>
            <a:off x="9105660" y="4364935"/>
            <a:ext cx="558720" cy="306000"/>
            <a:chOff x="9105660" y="4364935"/>
            <a:chExt cx="55872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49B43CB-6600-9CC0-AFF7-16DEA64CEDD5}"/>
                    </a:ext>
                  </a:extLst>
                </p14:cNvPr>
                <p14:cNvContentPartPr/>
                <p14:nvPr/>
              </p14:nvContentPartPr>
              <p14:xfrm>
                <a:off x="9105660" y="4364935"/>
                <a:ext cx="204840" cy="306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49B43CB-6600-9CC0-AFF7-16DEA64CED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97020" y="4355935"/>
                  <a:ext cx="222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8FFDCC-CFE5-09C2-C506-740A7C7665EE}"/>
                    </a:ext>
                  </a:extLst>
                </p14:cNvPr>
                <p14:cNvContentPartPr/>
                <p14:nvPr/>
              </p14:nvContentPartPr>
              <p14:xfrm>
                <a:off x="9129060" y="4521535"/>
                <a:ext cx="82440" cy="1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8FFDCC-CFE5-09C2-C506-740A7C7665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20420" y="4512535"/>
                  <a:ext cx="100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3A0FA8D-6E9F-7393-EE20-73DBF735E3EE}"/>
                    </a:ext>
                  </a:extLst>
                </p14:cNvPr>
                <p14:cNvContentPartPr/>
                <p14:nvPr/>
              </p14:nvContentPartPr>
              <p14:xfrm>
                <a:off x="9268020" y="4458535"/>
                <a:ext cx="302040" cy="10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3A0FA8D-6E9F-7393-EE20-73DBF735E3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59380" y="4449895"/>
                  <a:ext cx="319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EC8B15-43B3-16AD-4CD5-312BEF2956F8}"/>
                    </a:ext>
                  </a:extLst>
                </p14:cNvPr>
                <p14:cNvContentPartPr/>
                <p14:nvPr/>
              </p14:nvContentPartPr>
              <p14:xfrm>
                <a:off x="9517860" y="4467895"/>
                <a:ext cx="136800" cy="200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EC8B15-43B3-16AD-4CD5-312BEF2956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09220" y="4459255"/>
                  <a:ext cx="154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5F7EF2-9922-50E4-7C85-21B466B08753}"/>
                    </a:ext>
                  </a:extLst>
                </p14:cNvPr>
                <p14:cNvContentPartPr/>
                <p14:nvPr/>
              </p14:nvContentPartPr>
              <p14:xfrm>
                <a:off x="9626940" y="4611895"/>
                <a:ext cx="37440" cy="22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5F7EF2-9922-50E4-7C85-21B466B087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18300" y="4603255"/>
                  <a:ext cx="550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E32FD1-DB3D-0A28-A2A3-BB7A8A73E384}"/>
              </a:ext>
            </a:extLst>
          </p:cNvPr>
          <p:cNvGrpSpPr/>
          <p:nvPr/>
        </p:nvGrpSpPr>
        <p:grpSpPr>
          <a:xfrm>
            <a:off x="9959580" y="4337935"/>
            <a:ext cx="1136520" cy="234720"/>
            <a:chOff x="9959580" y="4337935"/>
            <a:chExt cx="113652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4EBAC1-F6CF-D45E-53A9-EE371C17E63D}"/>
                    </a:ext>
                  </a:extLst>
                </p14:cNvPr>
                <p14:cNvContentPartPr/>
                <p14:nvPr/>
              </p14:nvContentPartPr>
              <p14:xfrm>
                <a:off x="9959580" y="4347655"/>
                <a:ext cx="119880" cy="215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4EBAC1-F6CF-D45E-53A9-EE371C17E6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50580" y="4339015"/>
                  <a:ext cx="137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7567EE3-9B5F-7D78-3F37-84A8A7904A3C}"/>
                    </a:ext>
                  </a:extLst>
                </p14:cNvPr>
                <p14:cNvContentPartPr/>
                <p14:nvPr/>
              </p14:nvContentPartPr>
              <p14:xfrm>
                <a:off x="10133460" y="4482655"/>
                <a:ext cx="95040" cy="90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7567EE3-9B5F-7D78-3F37-84A8A7904A3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24820" y="4473655"/>
                  <a:ext cx="112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F5D6A6-8D06-B9B4-B5BB-137943FE5486}"/>
                    </a:ext>
                  </a:extLst>
                </p14:cNvPr>
                <p14:cNvContentPartPr/>
                <p14:nvPr/>
              </p14:nvContentPartPr>
              <p14:xfrm>
                <a:off x="10281780" y="4480495"/>
                <a:ext cx="261360" cy="81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F5D6A6-8D06-B9B4-B5BB-137943FE54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72780" y="4471495"/>
                  <a:ext cx="279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4C73A04-2160-813C-03B3-A63158EA23F3}"/>
                    </a:ext>
                  </a:extLst>
                </p14:cNvPr>
                <p14:cNvContentPartPr/>
                <p14:nvPr/>
              </p14:nvContentPartPr>
              <p14:xfrm>
                <a:off x="10566540" y="4447735"/>
                <a:ext cx="145800" cy="109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4C73A04-2160-813C-03B3-A63158EA23F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57900" y="4438735"/>
                  <a:ext cx="163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55939A-DF50-F0BA-D2B5-2B1552FD8B16}"/>
                    </a:ext>
                  </a:extLst>
                </p14:cNvPr>
                <p14:cNvContentPartPr/>
                <p14:nvPr/>
              </p14:nvContentPartPr>
              <p14:xfrm>
                <a:off x="10785420" y="4478335"/>
                <a:ext cx="27720" cy="62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55939A-DF50-F0BA-D2B5-2B1552FD8B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76780" y="4469335"/>
                  <a:ext cx="45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1D2442C-D00D-BF88-3339-9D2AA3560C9C}"/>
                    </a:ext>
                  </a:extLst>
                </p14:cNvPr>
                <p14:cNvContentPartPr/>
                <p14:nvPr/>
              </p14:nvContentPartPr>
              <p14:xfrm>
                <a:off x="10766700" y="4337935"/>
                <a:ext cx="3600" cy="34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1D2442C-D00D-BF88-3339-9D2AA3560C9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758060" y="4329295"/>
                  <a:ext cx="2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9699F19-FE5F-8A22-04F8-EC22628FB287}"/>
                    </a:ext>
                  </a:extLst>
                </p14:cNvPr>
                <p14:cNvContentPartPr/>
                <p14:nvPr/>
              </p14:nvContentPartPr>
              <p14:xfrm>
                <a:off x="10863540" y="4458535"/>
                <a:ext cx="104760" cy="45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9699F19-FE5F-8A22-04F8-EC22628FB2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54540" y="4449895"/>
                  <a:ext cx="122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1D29F0A-A4E2-8887-549A-35D2E0815E45}"/>
                    </a:ext>
                  </a:extLst>
                </p14:cNvPr>
                <p14:cNvContentPartPr/>
                <p14:nvPr/>
              </p14:nvContentPartPr>
              <p14:xfrm>
                <a:off x="11048940" y="4387975"/>
                <a:ext cx="47160" cy="12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1D29F0A-A4E2-8887-549A-35D2E0815E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40300" y="4379335"/>
                  <a:ext cx="64800" cy="143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1FCBE3-D969-8948-7712-DBFF481503C3}"/>
                  </a:ext>
                </a:extLst>
              </p14:cNvPr>
              <p14:cNvContentPartPr/>
              <p14:nvPr/>
            </p14:nvContentPartPr>
            <p14:xfrm>
              <a:off x="592740" y="1947968"/>
              <a:ext cx="5712480" cy="7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1FCBE3-D969-8948-7712-DBFF481503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740" y="1939328"/>
                <a:ext cx="573012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5DE0C05-01CF-AE12-259A-D020A4CD7264}"/>
              </a:ext>
            </a:extLst>
          </p:cNvPr>
          <p:cNvGrpSpPr/>
          <p:nvPr/>
        </p:nvGrpSpPr>
        <p:grpSpPr>
          <a:xfrm>
            <a:off x="1048500" y="4405328"/>
            <a:ext cx="406440" cy="219240"/>
            <a:chOff x="1048500" y="4405328"/>
            <a:chExt cx="40644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BA9707-4EEC-C1B7-01E5-A495BE282874}"/>
                    </a:ext>
                  </a:extLst>
                </p14:cNvPr>
                <p14:cNvContentPartPr/>
                <p14:nvPr/>
              </p14:nvContentPartPr>
              <p14:xfrm>
                <a:off x="1048500" y="4405328"/>
                <a:ext cx="157320" cy="100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BA9707-4EEC-C1B7-01E5-A495BE2828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9500" y="4396328"/>
                  <a:ext cx="174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2DF16D-312B-1795-6C12-0FA64C5059C0}"/>
                    </a:ext>
                  </a:extLst>
                </p14:cNvPr>
                <p14:cNvContentPartPr/>
                <p14:nvPr/>
              </p14:nvContentPartPr>
              <p14:xfrm>
                <a:off x="1283220" y="4473008"/>
                <a:ext cx="51480" cy="150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2DF16D-312B-1795-6C12-0FA64C5059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74220" y="4464368"/>
                  <a:ext cx="69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6B1FBE-F319-F102-0912-C4F839C85E2C}"/>
                    </a:ext>
                  </a:extLst>
                </p14:cNvPr>
                <p14:cNvContentPartPr/>
                <p14:nvPr/>
              </p14:nvContentPartPr>
              <p14:xfrm>
                <a:off x="1348740" y="4549688"/>
                <a:ext cx="106200" cy="74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6B1FBE-F319-F102-0912-C4F839C85E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40100" y="4540688"/>
                  <a:ext cx="12384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679A32-617E-2E3F-EC6E-F10D0B2B87CB}"/>
                  </a:ext>
                </a:extLst>
              </p14:cNvPr>
              <p14:cNvContentPartPr/>
              <p14:nvPr/>
            </p14:nvContentPartPr>
            <p14:xfrm>
              <a:off x="7335900" y="2977928"/>
              <a:ext cx="188640" cy="260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679A32-617E-2E3F-EC6E-F10D0B2B87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26900" y="2969288"/>
                <a:ext cx="2062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D58BD6-B6AF-F684-DA89-C33190005CEA}"/>
                  </a:ext>
                </a:extLst>
              </p14:cNvPr>
              <p14:cNvContentPartPr/>
              <p14:nvPr/>
            </p14:nvContentPartPr>
            <p14:xfrm>
              <a:off x="7542180" y="2837528"/>
              <a:ext cx="136440" cy="241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D58BD6-B6AF-F684-DA89-C33190005C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3180" y="2828528"/>
                <a:ext cx="1540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0520C02-E56C-F3F8-5830-B8D0CA13DAF3}"/>
                  </a:ext>
                </a:extLst>
              </p14:cNvPr>
              <p14:cNvContentPartPr/>
              <p14:nvPr/>
            </p14:nvContentPartPr>
            <p14:xfrm>
              <a:off x="7668180" y="2981888"/>
              <a:ext cx="155520" cy="72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0520C02-E56C-F3F8-5830-B8D0CA13DA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59540" y="2973248"/>
                <a:ext cx="17316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1D0FD0F-50D9-015C-4779-27DA8CA7D3C9}"/>
              </a:ext>
            </a:extLst>
          </p:cNvPr>
          <p:cNvGrpSpPr/>
          <p:nvPr/>
        </p:nvGrpSpPr>
        <p:grpSpPr>
          <a:xfrm>
            <a:off x="7923420" y="2814488"/>
            <a:ext cx="452880" cy="293760"/>
            <a:chOff x="7923420" y="2814488"/>
            <a:chExt cx="45288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AD08B5-B2B4-AF03-99D5-57413E1764E2}"/>
                    </a:ext>
                  </a:extLst>
                </p14:cNvPr>
                <p14:cNvContentPartPr/>
                <p14:nvPr/>
              </p14:nvContentPartPr>
              <p14:xfrm>
                <a:off x="7923420" y="3018248"/>
                <a:ext cx="10368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AD08B5-B2B4-AF03-99D5-57413E1764E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14420" y="3009248"/>
                  <a:ext cx="12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A57EDF-EA25-84C5-1DCC-42200C405921}"/>
                    </a:ext>
                  </a:extLst>
                </p14:cNvPr>
                <p14:cNvContentPartPr/>
                <p14:nvPr/>
              </p14:nvContentPartPr>
              <p14:xfrm>
                <a:off x="8042220" y="2846888"/>
                <a:ext cx="78120" cy="18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A57EDF-EA25-84C5-1DCC-42200C40592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33580" y="2838248"/>
                  <a:ext cx="95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A1B4EC-6209-34E1-3522-B4A6A07B1957}"/>
                    </a:ext>
                  </a:extLst>
                </p14:cNvPr>
                <p14:cNvContentPartPr/>
                <p14:nvPr/>
              </p14:nvContentPartPr>
              <p14:xfrm>
                <a:off x="8130780" y="2976848"/>
                <a:ext cx="128880" cy="53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A1B4EC-6209-34E1-3522-B4A6A07B19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21780" y="2967848"/>
                  <a:ext cx="146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DD6DEC-3BF8-FCEB-F357-B1F198B404F3}"/>
                    </a:ext>
                  </a:extLst>
                </p14:cNvPr>
                <p14:cNvContentPartPr/>
                <p14:nvPr/>
              </p14:nvContentPartPr>
              <p14:xfrm>
                <a:off x="8193060" y="2814488"/>
                <a:ext cx="183240" cy="29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DD6DEC-3BF8-FCEB-F357-B1F198B404F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84060" y="2805488"/>
                  <a:ext cx="20088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1BA901-4FDA-CD78-DDD6-B9FB5FFEFAEF}"/>
              </a:ext>
            </a:extLst>
          </p:cNvPr>
          <p:cNvGrpSpPr/>
          <p:nvPr/>
        </p:nvGrpSpPr>
        <p:grpSpPr>
          <a:xfrm>
            <a:off x="8570700" y="2944088"/>
            <a:ext cx="95760" cy="75240"/>
            <a:chOff x="8570700" y="2944088"/>
            <a:chExt cx="9576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CEA967-9C32-C434-0FBA-28D6C7980A5E}"/>
                    </a:ext>
                  </a:extLst>
                </p14:cNvPr>
                <p14:cNvContentPartPr/>
                <p14:nvPr/>
              </p14:nvContentPartPr>
              <p14:xfrm>
                <a:off x="8570700" y="3008168"/>
                <a:ext cx="90000" cy="1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CEA967-9C32-C434-0FBA-28D6C7980A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62060" y="2999168"/>
                  <a:ext cx="107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26A415-7BD3-A4AF-8CE2-44B9D8D2323D}"/>
                    </a:ext>
                  </a:extLst>
                </p14:cNvPr>
                <p14:cNvContentPartPr/>
                <p14:nvPr/>
              </p14:nvContentPartPr>
              <p14:xfrm>
                <a:off x="8577900" y="2944088"/>
                <a:ext cx="88560" cy="1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26A415-7BD3-A4AF-8CE2-44B9D8D2323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68900" y="2935088"/>
                  <a:ext cx="1062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C69F14-64E3-B91C-3002-B250638AE990}"/>
              </a:ext>
            </a:extLst>
          </p:cNvPr>
          <p:cNvGrpSpPr/>
          <p:nvPr/>
        </p:nvGrpSpPr>
        <p:grpSpPr>
          <a:xfrm>
            <a:off x="8908380" y="2681648"/>
            <a:ext cx="771480" cy="430560"/>
            <a:chOff x="8908380" y="2681648"/>
            <a:chExt cx="7714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CF065A2-C028-A7FD-FBB7-BD462CF38562}"/>
                    </a:ext>
                  </a:extLst>
                </p14:cNvPr>
                <p14:cNvContentPartPr/>
                <p14:nvPr/>
              </p14:nvContentPartPr>
              <p14:xfrm>
                <a:off x="8908380" y="2867768"/>
                <a:ext cx="74160" cy="208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CF065A2-C028-A7FD-FBB7-BD462CF385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99380" y="2858768"/>
                  <a:ext cx="91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4BC240-7F8D-BDA4-4A3B-EAD89DF5755B}"/>
                    </a:ext>
                  </a:extLst>
                </p14:cNvPr>
                <p14:cNvContentPartPr/>
                <p14:nvPr/>
              </p14:nvContentPartPr>
              <p14:xfrm>
                <a:off x="8946540" y="2975048"/>
                <a:ext cx="124920" cy="2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4BC240-7F8D-BDA4-4A3B-EAD89DF5755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37540" y="2966408"/>
                  <a:ext cx="142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3ACFCD9-DACF-C7F1-3922-217A47F6346A}"/>
                    </a:ext>
                  </a:extLst>
                </p14:cNvPr>
                <p14:cNvContentPartPr/>
                <p14:nvPr/>
              </p14:nvContentPartPr>
              <p14:xfrm>
                <a:off x="9019260" y="2852288"/>
                <a:ext cx="102600" cy="220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3ACFCD9-DACF-C7F1-3922-217A47F634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10260" y="2843288"/>
                  <a:ext cx="120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54E497-79B2-2A85-ECEE-80C41902B305}"/>
                    </a:ext>
                  </a:extLst>
                </p14:cNvPr>
                <p14:cNvContentPartPr/>
                <p14:nvPr/>
              </p14:nvContentPartPr>
              <p14:xfrm>
                <a:off x="9154620" y="2790368"/>
                <a:ext cx="143280" cy="32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54E497-79B2-2A85-ECEE-80C41902B30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45620" y="2781368"/>
                  <a:ext cx="160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A244BA-8065-BF4F-7B34-23BE66FF1F5A}"/>
                    </a:ext>
                  </a:extLst>
                </p14:cNvPr>
                <p14:cNvContentPartPr/>
                <p14:nvPr/>
              </p14:nvContentPartPr>
              <p14:xfrm>
                <a:off x="9282420" y="2938328"/>
                <a:ext cx="140040" cy="116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A244BA-8065-BF4F-7B34-23BE66FF1F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3780" y="2929328"/>
                  <a:ext cx="157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72AC8C-50B8-0E8C-4829-86F2149938AB}"/>
                    </a:ext>
                  </a:extLst>
                </p14:cNvPr>
                <p14:cNvContentPartPr/>
                <p14:nvPr/>
              </p14:nvContentPartPr>
              <p14:xfrm>
                <a:off x="9403740" y="2815928"/>
                <a:ext cx="92160" cy="172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72AC8C-50B8-0E8C-4829-86F2149938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94740" y="2806928"/>
                  <a:ext cx="109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9C2EBF-8CDF-6A81-8D2E-9115452B2836}"/>
                    </a:ext>
                  </a:extLst>
                </p14:cNvPr>
                <p14:cNvContentPartPr/>
                <p14:nvPr/>
              </p14:nvContentPartPr>
              <p14:xfrm>
                <a:off x="9379620" y="2681648"/>
                <a:ext cx="3600" cy="4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9C2EBF-8CDF-6A81-8D2E-9115452B28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70980" y="2672648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4057A3-873D-F465-188C-317741F57FC9}"/>
                    </a:ext>
                  </a:extLst>
                </p14:cNvPr>
                <p14:cNvContentPartPr/>
                <p14:nvPr/>
              </p14:nvContentPartPr>
              <p14:xfrm>
                <a:off x="9463500" y="2707568"/>
                <a:ext cx="216360" cy="13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4057A3-873D-F465-188C-317741F57FC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54860" y="2698928"/>
                  <a:ext cx="2340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6581B3-B597-6CBF-C7D5-C1BC0A57045A}"/>
              </a:ext>
            </a:extLst>
          </p:cNvPr>
          <p:cNvGrpSpPr/>
          <p:nvPr/>
        </p:nvGrpSpPr>
        <p:grpSpPr>
          <a:xfrm>
            <a:off x="1068300" y="2100248"/>
            <a:ext cx="2072520" cy="492840"/>
            <a:chOff x="1068300" y="2100248"/>
            <a:chExt cx="207252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285379-7416-81B0-EEC8-98D1F8C87CA9}"/>
                    </a:ext>
                  </a:extLst>
                </p14:cNvPr>
                <p14:cNvContentPartPr/>
                <p14:nvPr/>
              </p14:nvContentPartPr>
              <p14:xfrm>
                <a:off x="1068300" y="2456288"/>
                <a:ext cx="134640" cy="133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285379-7416-81B0-EEC8-98D1F8C87CA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660" y="2447288"/>
                  <a:ext cx="152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8CCBC7-02DB-404B-D988-FE760E00F65C}"/>
                    </a:ext>
                  </a:extLst>
                </p14:cNvPr>
                <p14:cNvContentPartPr/>
                <p14:nvPr/>
              </p14:nvContentPartPr>
              <p14:xfrm>
                <a:off x="1095660" y="2472128"/>
                <a:ext cx="63000" cy="11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8CCBC7-02DB-404B-D988-FE760E00F6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7020" y="2463488"/>
                  <a:ext cx="80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40EA8E-6ADC-9F93-BC2E-01C7C2D9DBA9}"/>
                    </a:ext>
                  </a:extLst>
                </p14:cNvPr>
                <p14:cNvContentPartPr/>
                <p14:nvPr/>
              </p14:nvContentPartPr>
              <p14:xfrm>
                <a:off x="1245420" y="2338928"/>
                <a:ext cx="162000" cy="248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40EA8E-6ADC-9F93-BC2E-01C7C2D9DB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36780" y="2329928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2E040F-8B30-6F34-2535-A012AF159A29}"/>
                    </a:ext>
                  </a:extLst>
                </p14:cNvPr>
                <p14:cNvContentPartPr/>
                <p14:nvPr/>
              </p14:nvContentPartPr>
              <p14:xfrm>
                <a:off x="1402740" y="2477888"/>
                <a:ext cx="181440" cy="5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2E040F-8B30-6F34-2535-A012AF159A2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93740" y="2469248"/>
                  <a:ext cx="199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31CA14-1DD1-7AF8-DFAD-6D3CA56445BC}"/>
                    </a:ext>
                  </a:extLst>
                </p14:cNvPr>
                <p14:cNvContentPartPr/>
                <p14:nvPr/>
              </p14:nvContentPartPr>
              <p14:xfrm>
                <a:off x="1553220" y="2319128"/>
                <a:ext cx="161280" cy="27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31CA14-1DD1-7AF8-DFAD-6D3CA56445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44580" y="2310488"/>
                  <a:ext cx="178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179B6A-956C-DF2F-0AD7-73BE35A8FB9D}"/>
                    </a:ext>
                  </a:extLst>
                </p14:cNvPr>
                <p14:cNvContentPartPr/>
                <p14:nvPr/>
              </p14:nvContentPartPr>
              <p14:xfrm>
                <a:off x="1890900" y="2419568"/>
                <a:ext cx="88200" cy="79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179B6A-956C-DF2F-0AD7-73BE35A8FB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82260" y="2410568"/>
                  <a:ext cx="105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3CE531-CCC7-068A-B1B8-16D687E298F0}"/>
                    </a:ext>
                  </a:extLst>
                </p14:cNvPr>
                <p14:cNvContentPartPr/>
                <p14:nvPr/>
              </p14:nvContentPartPr>
              <p14:xfrm>
                <a:off x="1844460" y="2441528"/>
                <a:ext cx="159480" cy="2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3CE531-CCC7-068A-B1B8-16D687E298F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35460" y="2432888"/>
                  <a:ext cx="177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CB8F81-8BAE-B0C3-CE18-C6CF0B17A679}"/>
                    </a:ext>
                  </a:extLst>
                </p14:cNvPr>
                <p14:cNvContentPartPr/>
                <p14:nvPr/>
              </p14:nvContentPartPr>
              <p14:xfrm>
                <a:off x="1827180" y="2353328"/>
                <a:ext cx="168120" cy="27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CB8F81-8BAE-B0C3-CE18-C6CF0B17A6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18180" y="2344328"/>
                  <a:ext cx="185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454BC7-1BE2-5220-3248-972110D714ED}"/>
                    </a:ext>
                  </a:extLst>
                </p14:cNvPr>
                <p14:cNvContentPartPr/>
                <p14:nvPr/>
              </p14:nvContentPartPr>
              <p14:xfrm>
                <a:off x="1828980" y="2441528"/>
                <a:ext cx="171720" cy="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454BC7-1BE2-5220-3248-972110D714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19980" y="2432888"/>
                  <a:ext cx="189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DB913C-E531-6335-313B-D3708BD2FC2A}"/>
                    </a:ext>
                  </a:extLst>
                </p14:cNvPr>
                <p14:cNvContentPartPr/>
                <p14:nvPr/>
              </p14:nvContentPartPr>
              <p14:xfrm>
                <a:off x="2197620" y="2371328"/>
                <a:ext cx="177480" cy="133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DB913C-E531-6335-313B-D3708BD2FC2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88620" y="2362328"/>
                  <a:ext cx="195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452FAA-8D10-4DA0-6996-C698928C4771}"/>
                    </a:ext>
                  </a:extLst>
                </p14:cNvPr>
                <p14:cNvContentPartPr/>
                <p14:nvPr/>
              </p14:nvContentPartPr>
              <p14:xfrm>
                <a:off x="2327940" y="2315888"/>
                <a:ext cx="171360" cy="27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452FAA-8D10-4DA0-6996-C698928C47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318940" y="2307248"/>
                  <a:ext cx="189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9E3F60-518D-3548-6D55-197AFB77AB32}"/>
                    </a:ext>
                  </a:extLst>
                </p14:cNvPr>
                <p14:cNvContentPartPr/>
                <p14:nvPr/>
              </p14:nvContentPartPr>
              <p14:xfrm>
                <a:off x="2557980" y="2249288"/>
                <a:ext cx="89640" cy="1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9E3F60-518D-3548-6D55-197AFB77AB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49340" y="2240648"/>
                  <a:ext cx="10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BE2C60-4FE4-EBE1-2D6C-7455CFE8495E}"/>
                    </a:ext>
                  </a:extLst>
                </p14:cNvPr>
                <p14:cNvContentPartPr/>
                <p14:nvPr/>
              </p14:nvContentPartPr>
              <p14:xfrm>
                <a:off x="2535300" y="2100248"/>
                <a:ext cx="10440" cy="1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BE2C60-4FE4-EBE1-2D6C-7455CFE849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26660" y="2091248"/>
                  <a:ext cx="28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F4F224-E199-E65A-468E-A8A35526151B}"/>
                    </a:ext>
                  </a:extLst>
                </p14:cNvPr>
                <p14:cNvContentPartPr/>
                <p14:nvPr/>
              </p14:nvContentPartPr>
              <p14:xfrm>
                <a:off x="2623500" y="2185928"/>
                <a:ext cx="240120" cy="11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F4F224-E199-E65A-468E-A8A35526151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614860" y="2177288"/>
                  <a:ext cx="257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BCAC36-9670-FB59-2F55-EEEE61B77D3A}"/>
                    </a:ext>
                  </a:extLst>
                </p14:cNvPr>
                <p14:cNvContentPartPr/>
                <p14:nvPr/>
              </p14:nvContentPartPr>
              <p14:xfrm>
                <a:off x="2956140" y="2175848"/>
                <a:ext cx="184680" cy="60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BCAC36-9670-FB59-2F55-EEEE61B77D3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47140" y="2167208"/>
                  <a:ext cx="2023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5BE2C4-DBC0-5ED5-BAB3-ABD3DD7C46F3}"/>
              </a:ext>
            </a:extLst>
          </p:cNvPr>
          <p:cNvGrpSpPr/>
          <p:nvPr/>
        </p:nvGrpSpPr>
        <p:grpSpPr>
          <a:xfrm>
            <a:off x="9745380" y="2518928"/>
            <a:ext cx="1814400" cy="493200"/>
            <a:chOff x="9745380" y="2518928"/>
            <a:chExt cx="181440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ABF292-2C42-79EF-B7C7-ABCBC546F08E}"/>
                    </a:ext>
                  </a:extLst>
                </p14:cNvPr>
                <p14:cNvContentPartPr/>
                <p14:nvPr/>
              </p14:nvContentPartPr>
              <p14:xfrm>
                <a:off x="9745380" y="2728808"/>
                <a:ext cx="129960" cy="28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ABF292-2C42-79EF-B7C7-ABCBC546F0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36740" y="2719808"/>
                  <a:ext cx="147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DF2C7B-6159-1E23-57B9-FED293EA1CA4}"/>
                    </a:ext>
                  </a:extLst>
                </p14:cNvPr>
                <p14:cNvContentPartPr/>
                <p14:nvPr/>
              </p14:nvContentPartPr>
              <p14:xfrm>
                <a:off x="10002420" y="2877488"/>
                <a:ext cx="152280" cy="12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DF2C7B-6159-1E23-57B9-FED293EA1C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93780" y="2868488"/>
                  <a:ext cx="169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39F0ED-FDDC-60B0-BE79-285022C8BB5E}"/>
                    </a:ext>
                  </a:extLst>
                </p14:cNvPr>
                <p14:cNvContentPartPr/>
                <p14:nvPr/>
              </p14:nvContentPartPr>
              <p14:xfrm>
                <a:off x="10105380" y="2753288"/>
                <a:ext cx="145440" cy="2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39F0ED-FDDC-60B0-BE79-285022C8BB5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96380" y="2744648"/>
                  <a:ext cx="163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2EA9A3-83BC-967E-7AAF-A2CC9183078F}"/>
                    </a:ext>
                  </a:extLst>
                </p14:cNvPr>
                <p14:cNvContentPartPr/>
                <p14:nvPr/>
              </p14:nvContentPartPr>
              <p14:xfrm>
                <a:off x="10306620" y="2675528"/>
                <a:ext cx="115560" cy="219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2EA9A3-83BC-967E-7AAF-A2CC918307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97620" y="2666528"/>
                  <a:ext cx="133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1F4CB5-F959-1AC8-A4CD-EA496DF925E6}"/>
                    </a:ext>
                  </a:extLst>
                </p14:cNvPr>
                <p14:cNvContentPartPr/>
                <p14:nvPr/>
              </p14:nvContentPartPr>
              <p14:xfrm>
                <a:off x="10286820" y="2539808"/>
                <a:ext cx="19800" cy="19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1F4CB5-F959-1AC8-A4CD-EA496DF925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77820" y="2530808"/>
                  <a:ext cx="37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A1AF88-B60A-EA83-6B31-A132E2F3F747}"/>
                    </a:ext>
                  </a:extLst>
                </p14:cNvPr>
                <p14:cNvContentPartPr/>
                <p14:nvPr/>
              </p14:nvContentPartPr>
              <p14:xfrm>
                <a:off x="10453140" y="2619008"/>
                <a:ext cx="189000" cy="12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A1AF88-B60A-EA83-6B31-A132E2F3F74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44140" y="2610008"/>
                  <a:ext cx="206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248B0ED-2EF1-643F-3D22-F9BA9ED4C2A7}"/>
                    </a:ext>
                  </a:extLst>
                </p14:cNvPr>
                <p14:cNvContentPartPr/>
                <p14:nvPr/>
              </p14:nvContentPartPr>
              <p14:xfrm>
                <a:off x="10733220" y="2518928"/>
                <a:ext cx="108360" cy="249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248B0ED-2EF1-643F-3D22-F9BA9ED4C2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24580" y="2510288"/>
                  <a:ext cx="126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1D71B4-710F-E192-FEE1-1A40CD211112}"/>
                    </a:ext>
                  </a:extLst>
                </p14:cNvPr>
                <p14:cNvContentPartPr/>
                <p14:nvPr/>
              </p14:nvContentPartPr>
              <p14:xfrm>
                <a:off x="10835100" y="2673008"/>
                <a:ext cx="194760" cy="65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1D71B4-710F-E192-FEE1-1A40CD21111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26460" y="2664008"/>
                  <a:ext cx="212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49525D-321F-F39D-7572-6F381E3D1ED8}"/>
                    </a:ext>
                  </a:extLst>
                </p14:cNvPr>
                <p14:cNvContentPartPr/>
                <p14:nvPr/>
              </p14:nvContentPartPr>
              <p14:xfrm>
                <a:off x="11124540" y="2664368"/>
                <a:ext cx="108360" cy="2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49525D-321F-F39D-7572-6F381E3D1ED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15540" y="2655728"/>
                  <a:ext cx="12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6948C7-1D49-0A17-0648-98580E0776B2}"/>
                    </a:ext>
                  </a:extLst>
                </p14:cNvPr>
                <p14:cNvContentPartPr/>
                <p14:nvPr/>
              </p14:nvContentPartPr>
              <p14:xfrm>
                <a:off x="11222100" y="2519648"/>
                <a:ext cx="87480" cy="225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6948C7-1D49-0A17-0648-98580E0776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213100" y="2510648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EFA77C-AAF2-B9BA-B1E8-E66D15414323}"/>
                    </a:ext>
                  </a:extLst>
                </p14:cNvPr>
                <p14:cNvContentPartPr/>
                <p14:nvPr/>
              </p14:nvContentPartPr>
              <p14:xfrm>
                <a:off x="11314620" y="2654648"/>
                <a:ext cx="151560" cy="80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EFA77C-AAF2-B9BA-B1E8-E66D154143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05620" y="2646008"/>
                  <a:ext cx="16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39E62F-580E-59B4-A0B7-7472E1C6C409}"/>
                    </a:ext>
                  </a:extLst>
                </p14:cNvPr>
                <p14:cNvContentPartPr/>
                <p14:nvPr/>
              </p14:nvContentPartPr>
              <p14:xfrm>
                <a:off x="11419380" y="2524688"/>
                <a:ext cx="140400" cy="231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39E62F-580E-59B4-A0B7-7472E1C6C40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410740" y="2516048"/>
                  <a:ext cx="15804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783931A-2CAE-47B4-9E11-D18245F00AEA}"/>
                  </a:ext>
                </a:extLst>
              </p14:cNvPr>
              <p14:cNvContentPartPr/>
              <p14:nvPr/>
            </p14:nvContentPartPr>
            <p14:xfrm>
              <a:off x="388980" y="4301288"/>
              <a:ext cx="395640" cy="318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783931A-2CAE-47B4-9E11-D18245F00AE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80340" y="4292288"/>
                <a:ext cx="41328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96931-89EC-CFCC-3E06-876DE96D778A}"/>
              </a:ext>
            </a:extLst>
          </p:cNvPr>
          <p:cNvGrpSpPr/>
          <p:nvPr/>
        </p:nvGrpSpPr>
        <p:grpSpPr>
          <a:xfrm>
            <a:off x="347940" y="4717448"/>
            <a:ext cx="488880" cy="223560"/>
            <a:chOff x="347940" y="4717448"/>
            <a:chExt cx="48888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EBB2CC-2B99-A218-93B1-32C9556B77C2}"/>
                    </a:ext>
                  </a:extLst>
                </p14:cNvPr>
                <p14:cNvContentPartPr/>
                <p14:nvPr/>
              </p14:nvContentPartPr>
              <p14:xfrm>
                <a:off x="347940" y="4717448"/>
                <a:ext cx="69840" cy="22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EBB2CC-2B99-A218-93B1-32C9556B77C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8940" y="4708448"/>
                  <a:ext cx="87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3CC102-4FA9-D7A0-F181-E27F1D21B4F0}"/>
                    </a:ext>
                  </a:extLst>
                </p14:cNvPr>
                <p14:cNvContentPartPr/>
                <p14:nvPr/>
              </p14:nvContentPartPr>
              <p14:xfrm>
                <a:off x="398340" y="4842008"/>
                <a:ext cx="118080" cy="84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3CC102-4FA9-D7A0-F181-E27F1D21B4F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9700" y="4833008"/>
                  <a:ext cx="135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FC3CCD2-EBF0-B004-2DFE-7A8CDA72366D}"/>
                    </a:ext>
                  </a:extLst>
                </p14:cNvPr>
                <p14:cNvContentPartPr/>
                <p14:nvPr/>
              </p14:nvContentPartPr>
              <p14:xfrm>
                <a:off x="597420" y="4881608"/>
                <a:ext cx="52200" cy="17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FC3CCD2-EBF0-B004-2DFE-7A8CDA72366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8780" y="4872968"/>
                  <a:ext cx="69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E3FFF19-A151-788C-A887-64803C22A9B9}"/>
                    </a:ext>
                  </a:extLst>
                </p14:cNvPr>
                <p14:cNvContentPartPr/>
                <p14:nvPr/>
              </p14:nvContentPartPr>
              <p14:xfrm>
                <a:off x="569700" y="4826528"/>
                <a:ext cx="95400" cy="20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E3FFF19-A151-788C-A887-64803C22A9B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1060" y="4817888"/>
                  <a:ext cx="113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5203FF-2C5F-2DB1-52F9-B5942BAFEE05}"/>
                    </a:ext>
                  </a:extLst>
                </p14:cNvPr>
                <p14:cNvContentPartPr/>
                <p14:nvPr/>
              </p14:nvContentPartPr>
              <p14:xfrm>
                <a:off x="749700" y="4799888"/>
                <a:ext cx="87120" cy="8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5203FF-2C5F-2DB1-52F9-B5942BAFEE0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1060" y="4791248"/>
                  <a:ext cx="10476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498ACCF-0F2A-EFCE-86CF-9DD5C0605670}"/>
                  </a:ext>
                </a:extLst>
              </p14:cNvPr>
              <p14:cNvContentPartPr/>
              <p14:nvPr/>
            </p14:nvContentPartPr>
            <p14:xfrm>
              <a:off x="396180" y="4101488"/>
              <a:ext cx="233640" cy="136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498ACCF-0F2A-EFCE-86CF-9DD5C060567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87540" y="4092488"/>
                <a:ext cx="25128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818BE5FC-0698-6320-8650-599AB09EB63F}"/>
              </a:ext>
            </a:extLst>
          </p:cNvPr>
          <p:cNvGrpSpPr/>
          <p:nvPr/>
        </p:nvGrpSpPr>
        <p:grpSpPr>
          <a:xfrm>
            <a:off x="1715940" y="4078088"/>
            <a:ext cx="2731320" cy="531000"/>
            <a:chOff x="1715940" y="4078088"/>
            <a:chExt cx="273132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71CFEE-3F2F-7213-A982-B0E0134A60DF}"/>
                    </a:ext>
                  </a:extLst>
                </p14:cNvPr>
                <p14:cNvContentPartPr/>
                <p14:nvPr/>
              </p14:nvContentPartPr>
              <p14:xfrm>
                <a:off x="1715940" y="4357808"/>
                <a:ext cx="72360" cy="231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71CFEE-3F2F-7213-A982-B0E0134A60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706940" y="4349168"/>
                  <a:ext cx="90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B1A710-9A7D-A06A-4478-96B2E878CFE2}"/>
                    </a:ext>
                  </a:extLst>
                </p14:cNvPr>
                <p14:cNvContentPartPr/>
                <p14:nvPr/>
              </p14:nvContentPartPr>
              <p14:xfrm>
                <a:off x="1766340" y="4347728"/>
                <a:ext cx="147240" cy="20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B1A710-9A7D-A06A-4478-96B2E878CFE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57340" y="4339088"/>
                  <a:ext cx="164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9EF9F7-7A99-D958-C572-4D57D920C201}"/>
                    </a:ext>
                  </a:extLst>
                </p14:cNvPr>
                <p14:cNvContentPartPr/>
                <p14:nvPr/>
              </p14:nvContentPartPr>
              <p14:xfrm>
                <a:off x="1983780" y="4286888"/>
                <a:ext cx="115200" cy="32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9EF9F7-7A99-D958-C572-4D57D920C2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75140" y="4278248"/>
                  <a:ext cx="132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15B758-DEDA-6795-DB5D-C500AB378CF9}"/>
                    </a:ext>
                  </a:extLst>
                </p14:cNvPr>
                <p14:cNvContentPartPr/>
                <p14:nvPr/>
              </p14:nvContentPartPr>
              <p14:xfrm>
                <a:off x="2109420" y="4440608"/>
                <a:ext cx="156600" cy="141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15B758-DEDA-6795-DB5D-C500AB378CF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00780" y="4431608"/>
                  <a:ext cx="174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9267AA-02EA-F644-2600-3F876E79C12B}"/>
                    </a:ext>
                  </a:extLst>
                </p14:cNvPr>
                <p14:cNvContentPartPr/>
                <p14:nvPr/>
              </p14:nvContentPartPr>
              <p14:xfrm>
                <a:off x="2254500" y="4312088"/>
                <a:ext cx="110160" cy="178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9267AA-02EA-F644-2600-3F876E79C12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45860" y="4303088"/>
                  <a:ext cx="127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D0A821A-5F68-616A-C3D3-CF690AAE5198}"/>
                    </a:ext>
                  </a:extLst>
                </p14:cNvPr>
                <p14:cNvContentPartPr/>
                <p14:nvPr/>
              </p14:nvContentPartPr>
              <p14:xfrm>
                <a:off x="2240100" y="4161248"/>
                <a:ext cx="14760" cy="28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D0A821A-5F68-616A-C3D3-CF690AAE519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31460" y="4152608"/>
                  <a:ext cx="32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4B03A0-9ACA-977D-ADDF-48A484F7216B}"/>
                    </a:ext>
                  </a:extLst>
                </p14:cNvPr>
                <p14:cNvContentPartPr/>
                <p14:nvPr/>
              </p14:nvContentPartPr>
              <p14:xfrm>
                <a:off x="2368980" y="4212008"/>
                <a:ext cx="210240" cy="12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4B03A0-9ACA-977D-ADDF-48A484F721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59980" y="4203368"/>
                  <a:ext cx="227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2A837AF-7D52-42AD-A02A-41A49D3E8231}"/>
                    </a:ext>
                  </a:extLst>
                </p14:cNvPr>
                <p14:cNvContentPartPr/>
                <p14:nvPr/>
              </p14:nvContentPartPr>
              <p14:xfrm>
                <a:off x="2706660" y="4244408"/>
                <a:ext cx="124920" cy="320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2A837AF-7D52-42AD-A02A-41A49D3E82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97660" y="4235768"/>
                  <a:ext cx="1425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64F401-9882-1983-605E-88F697C4D0F8}"/>
                    </a:ext>
                  </a:extLst>
                </p14:cNvPr>
                <p14:cNvContentPartPr/>
                <p14:nvPr/>
              </p14:nvContentPartPr>
              <p14:xfrm>
                <a:off x="2956140" y="4404608"/>
                <a:ext cx="160920" cy="126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64F401-9882-1983-605E-88F697C4D0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47140" y="4395608"/>
                  <a:ext cx="17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650AD7-2B6C-BD8B-6800-83AA77BC7213}"/>
                    </a:ext>
                  </a:extLst>
                </p14:cNvPr>
                <p14:cNvContentPartPr/>
                <p14:nvPr/>
              </p14:nvContentPartPr>
              <p14:xfrm>
                <a:off x="3130740" y="4344488"/>
                <a:ext cx="90720" cy="6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650AD7-2B6C-BD8B-6800-83AA77BC721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22100" y="4335488"/>
                  <a:ext cx="10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040561C-D52D-B3EB-7F45-F3FE50155FB6}"/>
                    </a:ext>
                  </a:extLst>
                </p14:cNvPr>
                <p14:cNvContentPartPr/>
                <p14:nvPr/>
              </p14:nvContentPartPr>
              <p14:xfrm>
                <a:off x="3253140" y="4291208"/>
                <a:ext cx="99000" cy="173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040561C-D52D-B3EB-7F45-F3FE50155F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44140" y="4282568"/>
                  <a:ext cx="116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8E61B2-7047-D9A6-8387-563EE32D3D6D}"/>
                    </a:ext>
                  </a:extLst>
                </p14:cNvPr>
                <p14:cNvContentPartPr/>
                <p14:nvPr/>
              </p14:nvContentPartPr>
              <p14:xfrm>
                <a:off x="3210660" y="4166648"/>
                <a:ext cx="18000" cy="19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8E61B2-7047-D9A6-8387-563EE32D3D6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201660" y="4157648"/>
                  <a:ext cx="35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1A0BC7-9D07-92DB-D800-3840E1E495FA}"/>
                    </a:ext>
                  </a:extLst>
                </p14:cNvPr>
                <p14:cNvContentPartPr/>
                <p14:nvPr/>
              </p14:nvContentPartPr>
              <p14:xfrm>
                <a:off x="3340620" y="4210928"/>
                <a:ext cx="231120" cy="102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1A0BC7-9D07-92DB-D800-3840E1E495F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331620" y="4201928"/>
                  <a:ext cx="248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CC422B-2FD8-E6EC-B4FA-F6B0674BE5FD}"/>
                    </a:ext>
                  </a:extLst>
                </p14:cNvPr>
                <p14:cNvContentPartPr/>
                <p14:nvPr/>
              </p14:nvContentPartPr>
              <p14:xfrm>
                <a:off x="3653820" y="4078808"/>
                <a:ext cx="113040" cy="286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CC422B-2FD8-E6EC-B4FA-F6B0674BE5F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44820" y="4069808"/>
                  <a:ext cx="130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1AFDBE-4117-56AE-D1F2-BBE5F8A26858}"/>
                    </a:ext>
                  </a:extLst>
                </p14:cNvPr>
                <p14:cNvContentPartPr/>
                <p14:nvPr/>
              </p14:nvContentPartPr>
              <p14:xfrm>
                <a:off x="3800340" y="4254848"/>
                <a:ext cx="169200" cy="61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1AFDBE-4117-56AE-D1F2-BBE5F8A2685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91340" y="4246208"/>
                  <a:ext cx="186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BBDB0A-EFBD-8CC8-D9F6-65BFB393C963}"/>
                    </a:ext>
                  </a:extLst>
                </p14:cNvPr>
                <p14:cNvContentPartPr/>
                <p14:nvPr/>
              </p14:nvContentPartPr>
              <p14:xfrm>
                <a:off x="4031460" y="4243688"/>
                <a:ext cx="140760" cy="16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BBDB0A-EFBD-8CC8-D9F6-65BFB393C96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22460" y="4235048"/>
                  <a:ext cx="158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1D4605-8EA8-625D-77A5-629F48E3D345}"/>
                    </a:ext>
                  </a:extLst>
                </p14:cNvPr>
                <p14:cNvContentPartPr/>
                <p14:nvPr/>
              </p14:nvContentPartPr>
              <p14:xfrm>
                <a:off x="4156020" y="4109408"/>
                <a:ext cx="68040" cy="182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1D4605-8EA8-625D-77A5-629F48E3D34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147380" y="4100768"/>
                  <a:ext cx="85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E2798DB-8142-F4DE-0412-50B4A02A09B3}"/>
                    </a:ext>
                  </a:extLst>
                </p14:cNvPr>
                <p14:cNvContentPartPr/>
                <p14:nvPr/>
              </p14:nvContentPartPr>
              <p14:xfrm>
                <a:off x="4213980" y="4187528"/>
                <a:ext cx="145080" cy="84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E2798DB-8142-F4DE-0412-50B4A02A09B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05340" y="4178528"/>
                  <a:ext cx="162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AA907A-50E2-D56A-6FAF-A988C66C88A5}"/>
                    </a:ext>
                  </a:extLst>
                </p14:cNvPr>
                <p14:cNvContentPartPr/>
                <p14:nvPr/>
              </p14:nvContentPartPr>
              <p14:xfrm>
                <a:off x="4301820" y="4078088"/>
                <a:ext cx="145440" cy="266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AA907A-50E2-D56A-6FAF-A988C66C88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92820" y="4069448"/>
                  <a:ext cx="1630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9E9E9E6-A076-8119-AD65-BDE8D54D0252}"/>
              </a:ext>
            </a:extLst>
          </p:cNvPr>
          <p:cNvGrpSpPr/>
          <p:nvPr/>
        </p:nvGrpSpPr>
        <p:grpSpPr>
          <a:xfrm>
            <a:off x="4672980" y="4494608"/>
            <a:ext cx="143280" cy="73080"/>
            <a:chOff x="4672980" y="4494608"/>
            <a:chExt cx="143280" cy="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F2DEE04-AD5E-27D4-D56D-67723EADCEF9}"/>
                    </a:ext>
                  </a:extLst>
                </p14:cNvPr>
                <p14:cNvContentPartPr/>
                <p14:nvPr/>
              </p14:nvContentPartPr>
              <p14:xfrm>
                <a:off x="4672980" y="4561208"/>
                <a:ext cx="143280" cy="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F2DEE04-AD5E-27D4-D56D-67723EADCEF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664340" y="4552208"/>
                  <a:ext cx="160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B2C3EB6-C48F-61AE-2121-2C2BB615D902}"/>
                    </a:ext>
                  </a:extLst>
                </p14:cNvPr>
                <p14:cNvContentPartPr/>
                <p14:nvPr/>
              </p14:nvContentPartPr>
              <p14:xfrm>
                <a:off x="4689540" y="4494608"/>
                <a:ext cx="106200" cy="1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B2C3EB6-C48F-61AE-2121-2C2BB615D90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680540" y="4485608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0518A73-AF73-48EF-C350-0E27737A1D20}"/>
                  </a:ext>
                </a:extLst>
              </p14:cNvPr>
              <p14:cNvContentPartPr/>
              <p14:nvPr/>
            </p14:nvContentPartPr>
            <p14:xfrm>
              <a:off x="5179140" y="4343408"/>
              <a:ext cx="427320" cy="281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0518A73-AF73-48EF-C350-0E27737A1D2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70140" y="4334408"/>
                <a:ext cx="44496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D221A4B-1AA8-3C6A-9922-0DACFF2D580E}"/>
              </a:ext>
            </a:extLst>
          </p:cNvPr>
          <p:cNvGrpSpPr/>
          <p:nvPr/>
        </p:nvGrpSpPr>
        <p:grpSpPr>
          <a:xfrm>
            <a:off x="5221620" y="4732928"/>
            <a:ext cx="639720" cy="111960"/>
            <a:chOff x="5221620" y="4732928"/>
            <a:chExt cx="63972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6116D6-EBB1-29CE-98E0-747A77FBC80C}"/>
                    </a:ext>
                  </a:extLst>
                </p14:cNvPr>
                <p14:cNvContentPartPr/>
                <p14:nvPr/>
              </p14:nvContentPartPr>
              <p14:xfrm>
                <a:off x="5221620" y="4763888"/>
                <a:ext cx="114120" cy="61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6116D6-EBB1-29CE-98E0-747A77FBC8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12620" y="4755248"/>
                  <a:ext cx="131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DD2808E-E449-6951-2733-C5978262705B}"/>
                    </a:ext>
                  </a:extLst>
                </p14:cNvPr>
                <p14:cNvContentPartPr/>
                <p14:nvPr/>
              </p14:nvContentPartPr>
              <p14:xfrm>
                <a:off x="5309460" y="4777928"/>
                <a:ext cx="112320" cy="66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DD2808E-E449-6951-2733-C5978262705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300820" y="4768928"/>
                  <a:ext cx="129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4FE98EA-96A3-CED5-9E94-D65332670BC3}"/>
                    </a:ext>
                  </a:extLst>
                </p14:cNvPr>
                <p14:cNvContentPartPr/>
                <p14:nvPr/>
              </p14:nvContentPartPr>
              <p14:xfrm>
                <a:off x="5517540" y="4829048"/>
                <a:ext cx="83160" cy="13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4FE98EA-96A3-CED5-9E94-D65332670BC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508900" y="4820408"/>
                  <a:ext cx="100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88049F0-FDCF-6B32-4C89-C0AB74879FAA}"/>
                    </a:ext>
                  </a:extLst>
                </p14:cNvPr>
                <p14:cNvContentPartPr/>
                <p14:nvPr/>
              </p14:nvContentPartPr>
              <p14:xfrm>
                <a:off x="5534100" y="4769288"/>
                <a:ext cx="61560" cy="16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88049F0-FDCF-6B32-4C89-C0AB74879F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25100" y="4760288"/>
                  <a:ext cx="79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A2DE75-5F59-2638-0A6C-D36D5BC6B0BA}"/>
                    </a:ext>
                  </a:extLst>
                </p14:cNvPr>
                <p14:cNvContentPartPr/>
                <p14:nvPr/>
              </p14:nvContentPartPr>
              <p14:xfrm>
                <a:off x="5761260" y="4732928"/>
                <a:ext cx="100080" cy="84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A2DE75-5F59-2638-0A6C-D36D5BC6B0B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752620" y="4723928"/>
                  <a:ext cx="11772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7213CC3-37FA-DD83-6EFD-C0E08DCE984D}"/>
                  </a:ext>
                </a:extLst>
              </p14:cNvPr>
              <p14:cNvContentPartPr/>
              <p14:nvPr/>
            </p14:nvContentPartPr>
            <p14:xfrm>
              <a:off x="5243580" y="4084568"/>
              <a:ext cx="182520" cy="159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7213CC3-37FA-DD83-6EFD-C0E08DCE984D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234580" y="4075928"/>
                <a:ext cx="200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85A3F2E-8AC8-3367-46F2-B0961719B251}"/>
              </a:ext>
            </a:extLst>
          </p:cNvPr>
          <p:cNvGrpSpPr/>
          <p:nvPr/>
        </p:nvGrpSpPr>
        <p:grpSpPr>
          <a:xfrm>
            <a:off x="5932620" y="4320008"/>
            <a:ext cx="468360" cy="242280"/>
            <a:chOff x="5932620" y="4320008"/>
            <a:chExt cx="46836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592795-9097-437D-9EE7-6B74B8A5E562}"/>
                    </a:ext>
                  </a:extLst>
                </p14:cNvPr>
                <p14:cNvContentPartPr/>
                <p14:nvPr/>
              </p14:nvContentPartPr>
              <p14:xfrm>
                <a:off x="5932620" y="4320008"/>
                <a:ext cx="141480" cy="217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592795-9097-437D-9EE7-6B74B8A5E56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23620" y="4311008"/>
                  <a:ext cx="159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7A6851-9DBD-5611-5B1B-796E3804FA25}"/>
                    </a:ext>
                  </a:extLst>
                </p14:cNvPr>
                <p14:cNvContentPartPr/>
                <p14:nvPr/>
              </p14:nvContentPartPr>
              <p14:xfrm>
                <a:off x="6130620" y="4501088"/>
                <a:ext cx="270360" cy="61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7A6851-9DBD-5611-5B1B-796E3804FA2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21620" y="4492088"/>
                  <a:ext cx="2880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49856AC-809B-E04F-665E-D04C18B2C07E}"/>
              </a:ext>
            </a:extLst>
          </p:cNvPr>
          <p:cNvGrpSpPr/>
          <p:nvPr/>
        </p:nvGrpSpPr>
        <p:grpSpPr>
          <a:xfrm>
            <a:off x="6556500" y="3903128"/>
            <a:ext cx="2032560" cy="586080"/>
            <a:chOff x="6556500" y="3903128"/>
            <a:chExt cx="203256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1B4B64-6FC6-F284-0F15-F9FB224984DF}"/>
                    </a:ext>
                  </a:extLst>
                </p14:cNvPr>
                <p14:cNvContentPartPr/>
                <p14:nvPr/>
              </p14:nvContentPartPr>
              <p14:xfrm>
                <a:off x="6556500" y="4353128"/>
                <a:ext cx="192600" cy="136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1B4B64-6FC6-F284-0F15-F9FB224984D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47500" y="4344488"/>
                  <a:ext cx="210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43F55C-F385-3AB2-62CF-F50961C092C2}"/>
                    </a:ext>
                  </a:extLst>
                </p14:cNvPr>
                <p14:cNvContentPartPr/>
                <p14:nvPr/>
              </p14:nvContentPartPr>
              <p14:xfrm>
                <a:off x="6755940" y="4270328"/>
                <a:ext cx="107640" cy="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43F55C-F385-3AB2-62CF-F50961C092C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746940" y="4261688"/>
                  <a:ext cx="125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8B8D8E-8863-524D-24F4-DE5F72C4B9E3}"/>
                    </a:ext>
                  </a:extLst>
                </p14:cNvPr>
                <p14:cNvContentPartPr/>
                <p14:nvPr/>
              </p14:nvContentPartPr>
              <p14:xfrm>
                <a:off x="6951060" y="4218488"/>
                <a:ext cx="87120" cy="167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8B8D8E-8863-524D-24F4-DE5F72C4B9E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942060" y="4209848"/>
                  <a:ext cx="104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E61280-3533-EE6B-139D-CBC71A0BE8D2}"/>
                    </a:ext>
                  </a:extLst>
                </p14:cNvPr>
                <p14:cNvContentPartPr/>
                <p14:nvPr/>
              </p14:nvContentPartPr>
              <p14:xfrm>
                <a:off x="6878700" y="4078088"/>
                <a:ext cx="20880" cy="28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E61280-3533-EE6B-139D-CBC71A0BE8D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69700" y="4069448"/>
                  <a:ext cx="38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B0BD5BB-95FA-778B-D70D-F9A65E95F5DE}"/>
                    </a:ext>
                  </a:extLst>
                </p14:cNvPr>
                <p14:cNvContentPartPr/>
                <p14:nvPr/>
              </p14:nvContentPartPr>
              <p14:xfrm>
                <a:off x="7046820" y="4095008"/>
                <a:ext cx="233280" cy="92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B0BD5BB-95FA-778B-D70D-F9A65E95F5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38180" y="4086368"/>
                  <a:ext cx="250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615917-912C-E33F-2462-23491FB55A06}"/>
                    </a:ext>
                  </a:extLst>
                </p14:cNvPr>
                <p14:cNvContentPartPr/>
                <p14:nvPr/>
              </p14:nvContentPartPr>
              <p14:xfrm>
                <a:off x="7360740" y="3954608"/>
                <a:ext cx="120240" cy="238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615917-912C-E33F-2462-23491FB55A0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51740" y="3945968"/>
                  <a:ext cx="137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EDB7C9-C256-8BCB-F73B-431A6C880A2A}"/>
                    </a:ext>
                  </a:extLst>
                </p14:cNvPr>
                <p14:cNvContentPartPr/>
                <p14:nvPr/>
              </p14:nvContentPartPr>
              <p14:xfrm>
                <a:off x="7484580" y="4092848"/>
                <a:ext cx="218520" cy="74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EDB7C9-C256-8BCB-F73B-431A6C880A2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75580" y="4083848"/>
                  <a:ext cx="236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35E5160-ED5B-BD98-70CA-70E983ADF739}"/>
                    </a:ext>
                  </a:extLst>
                </p14:cNvPr>
                <p14:cNvContentPartPr/>
                <p14:nvPr/>
              </p14:nvContentPartPr>
              <p14:xfrm>
                <a:off x="7835580" y="4115888"/>
                <a:ext cx="113400" cy="9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35E5160-ED5B-BD98-70CA-70E983ADF73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826940" y="4106888"/>
                  <a:ext cx="131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01A696A-8D9A-FA79-070D-6568B781A347}"/>
                    </a:ext>
                  </a:extLst>
                </p14:cNvPr>
                <p14:cNvContentPartPr/>
                <p14:nvPr/>
              </p14:nvContentPartPr>
              <p14:xfrm>
                <a:off x="8016300" y="4052168"/>
                <a:ext cx="335520" cy="110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01A696A-8D9A-FA79-070D-6568B781A34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007660" y="4043528"/>
                  <a:ext cx="353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3864B6-F1BE-E30A-A28F-BB788B30897C}"/>
                    </a:ext>
                  </a:extLst>
                </p14:cNvPr>
                <p14:cNvContentPartPr/>
                <p14:nvPr/>
              </p14:nvContentPartPr>
              <p14:xfrm>
                <a:off x="8348940" y="3903128"/>
                <a:ext cx="240120" cy="293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3864B6-F1BE-E30A-A28F-BB788B30897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39940" y="3894128"/>
                  <a:ext cx="257760" cy="31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B7F0874-2880-8EBA-E683-469972F995A9}"/>
                  </a:ext>
                </a:extLst>
              </p14:cNvPr>
              <p14:cNvContentPartPr/>
              <p14:nvPr/>
            </p14:nvContentPartPr>
            <p14:xfrm>
              <a:off x="690300" y="5409368"/>
              <a:ext cx="109080" cy="212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B7F0874-2880-8EBA-E683-469972F995A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81660" y="5400728"/>
                <a:ext cx="126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F668ABC-5AF9-ED55-B102-B4A07FA3FAD1}"/>
                  </a:ext>
                </a:extLst>
              </p14:cNvPr>
              <p14:cNvContentPartPr/>
              <p14:nvPr/>
            </p14:nvContentPartPr>
            <p14:xfrm>
              <a:off x="779220" y="5523848"/>
              <a:ext cx="104400" cy="302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F668ABC-5AF9-ED55-B102-B4A07FA3FAD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70220" y="5515208"/>
                <a:ext cx="122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37CFE68-8C28-2558-3DCF-8CBD1CA660D7}"/>
                  </a:ext>
                </a:extLst>
              </p14:cNvPr>
              <p14:cNvContentPartPr/>
              <p14:nvPr/>
            </p14:nvContentPartPr>
            <p14:xfrm>
              <a:off x="841500" y="5439608"/>
              <a:ext cx="108360" cy="183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37CFE68-8C28-2558-3DCF-8CBD1CA660D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832500" y="5430608"/>
                <a:ext cx="1260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CF8D6CC-0919-8541-4E68-7F90747B053B}"/>
                  </a:ext>
                </a:extLst>
              </p14:cNvPr>
              <p14:cNvContentPartPr/>
              <p14:nvPr/>
            </p14:nvContentPartPr>
            <p14:xfrm>
              <a:off x="968580" y="5344928"/>
              <a:ext cx="111600" cy="2725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CF8D6CC-0919-8541-4E68-7F90747B053B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59940" y="5335928"/>
                <a:ext cx="1292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042A06A-609E-8967-9897-5134C6149760}"/>
                  </a:ext>
                </a:extLst>
              </p14:cNvPr>
              <p14:cNvContentPartPr/>
              <p14:nvPr/>
            </p14:nvContentPartPr>
            <p14:xfrm>
              <a:off x="1121220" y="5486048"/>
              <a:ext cx="152280" cy="140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042A06A-609E-8967-9897-5134C614976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112220" y="5477048"/>
                <a:ext cx="1699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D7ADD60-90D4-6869-AC69-22EA80E02164}"/>
                  </a:ext>
                </a:extLst>
              </p14:cNvPr>
              <p14:cNvContentPartPr/>
              <p14:nvPr/>
            </p14:nvContentPartPr>
            <p14:xfrm>
              <a:off x="1228860" y="5356448"/>
              <a:ext cx="87840" cy="1519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D7ADD60-90D4-6869-AC69-22EA80E0216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219860" y="5347448"/>
                <a:ext cx="1054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9B359EB-9037-D874-DAA3-6A3879258464}"/>
                  </a:ext>
                </a:extLst>
              </p14:cNvPr>
              <p14:cNvContentPartPr/>
              <p14:nvPr/>
            </p14:nvContentPartPr>
            <p14:xfrm>
              <a:off x="1174140" y="5178608"/>
              <a:ext cx="5040" cy="327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9B359EB-9037-D874-DAA3-6A387925846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165140" y="5169608"/>
                <a:ext cx="22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E8A2644-1ACA-1878-EFB0-5E9A7DEF90D6}"/>
                  </a:ext>
                </a:extLst>
              </p14:cNvPr>
              <p14:cNvContentPartPr/>
              <p14:nvPr/>
            </p14:nvContentPartPr>
            <p14:xfrm>
              <a:off x="1323180" y="5218208"/>
              <a:ext cx="158760" cy="127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E8A2644-1ACA-1878-EFB0-5E9A7DEF90D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314540" y="5209568"/>
                <a:ext cx="1764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9A1A5EE-6ADA-1806-5976-AC7A6BFA0D3F}"/>
                  </a:ext>
                </a:extLst>
              </p14:cNvPr>
              <p14:cNvContentPartPr/>
              <p14:nvPr/>
            </p14:nvContentPartPr>
            <p14:xfrm>
              <a:off x="1635300" y="5236568"/>
              <a:ext cx="132840" cy="338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9A1A5EE-6ADA-1806-5976-AC7A6BFA0D3F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626300" y="5227928"/>
                <a:ext cx="15048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BF84F9A-0B90-FC79-07CB-249065DB2E80}"/>
              </a:ext>
            </a:extLst>
          </p:cNvPr>
          <p:cNvGrpSpPr/>
          <p:nvPr/>
        </p:nvGrpSpPr>
        <p:grpSpPr>
          <a:xfrm>
            <a:off x="2013660" y="5001488"/>
            <a:ext cx="3281760" cy="763920"/>
            <a:chOff x="2013660" y="5001488"/>
            <a:chExt cx="3281760" cy="76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D63952-2D8E-BB85-C027-990CBBAC7D45}"/>
                    </a:ext>
                  </a:extLst>
                </p14:cNvPr>
                <p14:cNvContentPartPr/>
                <p14:nvPr/>
              </p14:nvContentPartPr>
              <p14:xfrm>
                <a:off x="2013660" y="5211008"/>
                <a:ext cx="567000" cy="297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D63952-2D8E-BB85-C027-990CBBAC7D4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04660" y="5202008"/>
                  <a:ext cx="584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665C8A4-7DA0-8468-16E2-F1D8F565E81A}"/>
                    </a:ext>
                  </a:extLst>
                </p14:cNvPr>
                <p14:cNvContentPartPr/>
                <p14:nvPr/>
              </p14:nvContentPartPr>
              <p14:xfrm>
                <a:off x="2109420" y="5609888"/>
                <a:ext cx="68040" cy="155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665C8A4-7DA0-8468-16E2-F1D8F565E81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100780" y="5601248"/>
                  <a:ext cx="85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982323-9519-2F1D-E93F-561F39EC0BD8}"/>
                    </a:ext>
                  </a:extLst>
                </p14:cNvPr>
                <p14:cNvContentPartPr/>
                <p14:nvPr/>
              </p14:nvContentPartPr>
              <p14:xfrm>
                <a:off x="2171700" y="5699168"/>
                <a:ext cx="144720" cy="63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982323-9519-2F1D-E93F-561F39EC0BD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63060" y="5690528"/>
                  <a:ext cx="162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ADF2451-CB34-DE92-768F-B5BCC8C120FB}"/>
                    </a:ext>
                  </a:extLst>
                </p14:cNvPr>
                <p14:cNvContentPartPr/>
                <p14:nvPr/>
              </p14:nvContentPartPr>
              <p14:xfrm>
                <a:off x="2346660" y="5703848"/>
                <a:ext cx="105840" cy="1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ADF2451-CB34-DE92-768F-B5BCC8C120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338020" y="5695208"/>
                  <a:ext cx="123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82245BA-67EB-0B89-2140-DB1DA20A5E41}"/>
                    </a:ext>
                  </a:extLst>
                </p14:cNvPr>
                <p14:cNvContentPartPr/>
                <p14:nvPr/>
              </p14:nvContentPartPr>
              <p14:xfrm>
                <a:off x="2339820" y="5634008"/>
                <a:ext cx="81360" cy="1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82245BA-67EB-0B89-2140-DB1DA20A5E4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331180" y="5625008"/>
                  <a:ext cx="99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3ABEEE7-B830-5FC8-7E0C-45214361F9BB}"/>
                    </a:ext>
                  </a:extLst>
                </p14:cNvPr>
                <p14:cNvContentPartPr/>
                <p14:nvPr/>
              </p14:nvContentPartPr>
              <p14:xfrm>
                <a:off x="2505420" y="5630768"/>
                <a:ext cx="124920" cy="111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3ABEEE7-B830-5FC8-7E0C-45214361F9B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496420" y="5621768"/>
                  <a:ext cx="142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9C8C44D-35EF-497B-347C-CEBE210C3C71}"/>
                    </a:ext>
                  </a:extLst>
                </p14:cNvPr>
                <p14:cNvContentPartPr/>
                <p14:nvPr/>
              </p14:nvContentPartPr>
              <p14:xfrm>
                <a:off x="2142900" y="5001488"/>
                <a:ext cx="232200" cy="122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9C8C44D-35EF-497B-347C-CEBE210C3C7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133900" y="4992488"/>
                  <a:ext cx="249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2F7183D-F85B-31EE-1F97-86A2D4A11042}"/>
                    </a:ext>
                  </a:extLst>
                </p14:cNvPr>
                <p14:cNvContentPartPr/>
                <p14:nvPr/>
              </p14:nvContentPartPr>
              <p14:xfrm>
                <a:off x="2762460" y="5359328"/>
                <a:ext cx="131760" cy="119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2F7183D-F85B-31EE-1F97-86A2D4A110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53820" y="5350328"/>
                  <a:ext cx="149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855630F-2725-BBDD-0247-6991DC9D4B39}"/>
                    </a:ext>
                  </a:extLst>
                </p14:cNvPr>
                <p14:cNvContentPartPr/>
                <p14:nvPr/>
              </p14:nvContentPartPr>
              <p14:xfrm>
                <a:off x="2966580" y="5418728"/>
                <a:ext cx="69480" cy="144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855630F-2725-BBDD-0247-6991DC9D4B3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957580" y="5409728"/>
                  <a:ext cx="8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B372FEC-3E63-EB59-936B-BB8976828559}"/>
                    </a:ext>
                  </a:extLst>
                </p14:cNvPr>
                <p14:cNvContentPartPr/>
                <p14:nvPr/>
              </p14:nvContentPartPr>
              <p14:xfrm>
                <a:off x="3018780" y="5506928"/>
                <a:ext cx="166680" cy="52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B372FEC-3E63-EB59-936B-BB89768285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009780" y="5498288"/>
                  <a:ext cx="184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CF1ADA6-7129-B566-7D43-3617164C063B}"/>
                    </a:ext>
                  </a:extLst>
                </p14:cNvPr>
                <p14:cNvContentPartPr/>
                <p14:nvPr/>
              </p14:nvContentPartPr>
              <p14:xfrm>
                <a:off x="3276900" y="5342048"/>
                <a:ext cx="152280" cy="97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CF1ADA6-7129-B566-7D43-3617164C063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267900" y="5333408"/>
                  <a:ext cx="169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02B949-0683-ED4B-163E-54E4A6FBC280}"/>
                    </a:ext>
                  </a:extLst>
                </p14:cNvPr>
                <p14:cNvContentPartPr/>
                <p14:nvPr/>
              </p14:nvContentPartPr>
              <p14:xfrm>
                <a:off x="3480660" y="5200568"/>
                <a:ext cx="99360" cy="218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02B949-0683-ED4B-163E-54E4A6FBC28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72020" y="5191568"/>
                  <a:ext cx="117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C4B9D83-7015-0AFB-2929-7F73F3724E0E}"/>
                    </a:ext>
                  </a:extLst>
                </p14:cNvPr>
                <p14:cNvContentPartPr/>
                <p14:nvPr/>
              </p14:nvContentPartPr>
              <p14:xfrm>
                <a:off x="3443220" y="5098688"/>
                <a:ext cx="6480" cy="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C4B9D83-7015-0AFB-2929-7F73F3724E0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34580" y="5090048"/>
                  <a:ext cx="2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DAE8175-2251-C492-693D-AEA7939EBFAD}"/>
                    </a:ext>
                  </a:extLst>
                </p14:cNvPr>
                <p14:cNvContentPartPr/>
                <p14:nvPr/>
              </p14:nvContentPartPr>
              <p14:xfrm>
                <a:off x="3608460" y="5130008"/>
                <a:ext cx="195120" cy="98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DAE8175-2251-C492-693D-AEA7939EBFA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599820" y="5121368"/>
                  <a:ext cx="212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7B883B5-897B-B404-8B76-B0BC7A3788D6}"/>
                    </a:ext>
                  </a:extLst>
                </p14:cNvPr>
                <p14:cNvContentPartPr/>
                <p14:nvPr/>
              </p14:nvContentPartPr>
              <p14:xfrm>
                <a:off x="3910500" y="5018768"/>
                <a:ext cx="62640" cy="198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7B883B5-897B-B404-8B76-B0BC7A3788D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901860" y="5009768"/>
                  <a:ext cx="80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BFEA927-67DC-02ED-4ADB-A72F68260166}"/>
                    </a:ext>
                  </a:extLst>
                </p14:cNvPr>
                <p14:cNvContentPartPr/>
                <p14:nvPr/>
              </p14:nvContentPartPr>
              <p14:xfrm>
                <a:off x="3984300" y="5127848"/>
                <a:ext cx="141480" cy="79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BFEA927-67DC-02ED-4ADB-A72F6826016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975300" y="5118848"/>
                  <a:ext cx="159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69B7296-B02A-6189-446E-748F853CF632}"/>
                    </a:ext>
                  </a:extLst>
                </p14:cNvPr>
                <p14:cNvContentPartPr/>
                <p14:nvPr/>
              </p14:nvContentPartPr>
              <p14:xfrm>
                <a:off x="4274820" y="5375888"/>
                <a:ext cx="167400" cy="110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69B7296-B02A-6189-446E-748F853CF63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65820" y="5367248"/>
                  <a:ext cx="185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2272CB1-AEE3-40B6-4D29-3833A1BBEF49}"/>
                    </a:ext>
                  </a:extLst>
                </p14:cNvPr>
                <p14:cNvContentPartPr/>
                <p14:nvPr/>
              </p14:nvContentPartPr>
              <p14:xfrm>
                <a:off x="4571460" y="5335568"/>
                <a:ext cx="68040" cy="21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2272CB1-AEE3-40B6-4D29-3833A1BBEF4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62820" y="5326568"/>
                  <a:ext cx="85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252C05A-23D0-30F1-FD70-97B7270AEDBB}"/>
                    </a:ext>
                  </a:extLst>
                </p14:cNvPr>
                <p14:cNvContentPartPr/>
                <p14:nvPr/>
              </p14:nvContentPartPr>
              <p14:xfrm>
                <a:off x="4743900" y="5274008"/>
                <a:ext cx="143280" cy="208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252C05A-23D0-30F1-FD70-97B7270AEDB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35260" y="5265368"/>
                  <a:ext cx="160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0253FDF-8A60-7BE7-0E5C-39FB70E436FE}"/>
                    </a:ext>
                  </a:extLst>
                </p14:cNvPr>
                <p14:cNvContentPartPr/>
                <p14:nvPr/>
              </p14:nvContentPartPr>
              <p14:xfrm>
                <a:off x="4639500" y="5119208"/>
                <a:ext cx="17640" cy="1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0253FDF-8A60-7BE7-0E5C-39FB70E436F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630500" y="5110208"/>
                  <a:ext cx="35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5B99DD1-F40E-FF68-2AB6-353A95A9DE75}"/>
                    </a:ext>
                  </a:extLst>
                </p14:cNvPr>
                <p14:cNvContentPartPr/>
                <p14:nvPr/>
              </p14:nvContentPartPr>
              <p14:xfrm>
                <a:off x="4795380" y="5194448"/>
                <a:ext cx="234720" cy="84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5B99DD1-F40E-FF68-2AB6-353A95A9DE7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786380" y="5185448"/>
                  <a:ext cx="252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125029-27A2-A42B-9F92-C00930D9139A}"/>
                    </a:ext>
                  </a:extLst>
                </p14:cNvPr>
                <p14:cNvContentPartPr/>
                <p14:nvPr/>
              </p14:nvContentPartPr>
              <p14:xfrm>
                <a:off x="5080860" y="5173568"/>
                <a:ext cx="214560" cy="54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125029-27A2-A42B-9F92-C00930D913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72220" y="5164568"/>
                  <a:ext cx="2322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7F85166-BD8A-38FA-4B0A-65D7317527C5}"/>
              </a:ext>
            </a:extLst>
          </p:cNvPr>
          <p:cNvGrpSpPr/>
          <p:nvPr/>
        </p:nvGrpSpPr>
        <p:grpSpPr>
          <a:xfrm>
            <a:off x="5476140" y="5359688"/>
            <a:ext cx="135000" cy="59400"/>
            <a:chOff x="5476140" y="5359688"/>
            <a:chExt cx="13500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58637A7-3627-B2B8-790A-75540265EEC3}"/>
                    </a:ext>
                  </a:extLst>
                </p14:cNvPr>
                <p14:cNvContentPartPr/>
                <p14:nvPr/>
              </p14:nvContentPartPr>
              <p14:xfrm>
                <a:off x="5476140" y="5418728"/>
                <a:ext cx="135000" cy="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58637A7-3627-B2B8-790A-75540265EEC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67500" y="5409728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97F898A-8E98-1158-2678-9E03CE14B751}"/>
                    </a:ext>
                  </a:extLst>
                </p14:cNvPr>
                <p14:cNvContentPartPr/>
                <p14:nvPr/>
              </p14:nvContentPartPr>
              <p14:xfrm>
                <a:off x="5507100" y="5359688"/>
                <a:ext cx="78120" cy="12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97F898A-8E98-1158-2678-9E03CE14B75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98100" y="5351048"/>
                  <a:ext cx="9576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16ADF86-F801-257C-F59A-3F47326B268C}"/>
                  </a:ext>
                </a:extLst>
              </p14:cNvPr>
              <p14:cNvContentPartPr/>
              <p14:nvPr/>
            </p14:nvContentPartPr>
            <p14:xfrm>
              <a:off x="5949540" y="5217128"/>
              <a:ext cx="353880" cy="2494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16ADF86-F801-257C-F59A-3F47326B268C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5940900" y="5208488"/>
                <a:ext cx="37152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B223EB1-C22C-E96F-771B-31B68F3D1423}"/>
              </a:ext>
            </a:extLst>
          </p:cNvPr>
          <p:cNvGrpSpPr/>
          <p:nvPr/>
        </p:nvGrpSpPr>
        <p:grpSpPr>
          <a:xfrm>
            <a:off x="5927580" y="5539328"/>
            <a:ext cx="648360" cy="144360"/>
            <a:chOff x="5927580" y="5539328"/>
            <a:chExt cx="64836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E70DDF3-A7FB-20BA-EB12-59EB484160E2}"/>
                    </a:ext>
                  </a:extLst>
                </p14:cNvPr>
                <p14:cNvContentPartPr/>
                <p14:nvPr/>
              </p14:nvContentPartPr>
              <p14:xfrm>
                <a:off x="5927580" y="5605568"/>
                <a:ext cx="220320" cy="78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E70DDF3-A7FB-20BA-EB12-59EB484160E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918940" y="5596928"/>
                  <a:ext cx="237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DE78876-4A83-3509-0DD5-2122883B16B6}"/>
                    </a:ext>
                  </a:extLst>
                </p14:cNvPr>
                <p14:cNvContentPartPr/>
                <p14:nvPr/>
              </p14:nvContentPartPr>
              <p14:xfrm>
                <a:off x="6285060" y="5631128"/>
                <a:ext cx="121320" cy="21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DE78876-4A83-3509-0DD5-2122883B16B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76060" y="5622128"/>
                  <a:ext cx="138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BA0C66C-23FA-132D-4F9A-19F622703775}"/>
                    </a:ext>
                  </a:extLst>
                </p14:cNvPr>
                <p14:cNvContentPartPr/>
                <p14:nvPr/>
              </p14:nvContentPartPr>
              <p14:xfrm>
                <a:off x="6258780" y="5579288"/>
                <a:ext cx="126360" cy="21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BA0C66C-23FA-132D-4F9A-19F62270377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250140" y="5570288"/>
                  <a:ext cx="144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7F80F7E-9F33-5F13-FEBC-9D1CA8D3A34A}"/>
                    </a:ext>
                  </a:extLst>
                </p14:cNvPr>
                <p14:cNvContentPartPr/>
                <p14:nvPr/>
              </p14:nvContentPartPr>
              <p14:xfrm>
                <a:off x="6456420" y="5539328"/>
                <a:ext cx="119520" cy="97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7F80F7E-9F33-5F13-FEBC-9D1CA8D3A34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447780" y="5530328"/>
                  <a:ext cx="1371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404B0E5-F369-0182-132A-F9196C838161}"/>
              </a:ext>
            </a:extLst>
          </p:cNvPr>
          <p:cNvGrpSpPr/>
          <p:nvPr/>
        </p:nvGrpSpPr>
        <p:grpSpPr>
          <a:xfrm>
            <a:off x="6000300" y="4926248"/>
            <a:ext cx="218880" cy="139320"/>
            <a:chOff x="6000300" y="4926248"/>
            <a:chExt cx="21888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EB0EA39-C698-C1BE-678C-A750BC92104B}"/>
                    </a:ext>
                  </a:extLst>
                </p14:cNvPr>
                <p14:cNvContentPartPr/>
                <p14:nvPr/>
              </p14:nvContentPartPr>
              <p14:xfrm>
                <a:off x="6000300" y="4926248"/>
                <a:ext cx="218880" cy="139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EB0EA39-C698-C1BE-678C-A750BC92104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991660" y="4917248"/>
                  <a:ext cx="236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3844D16-39D7-412B-28A9-2B6EDF5C8DC0}"/>
                    </a:ext>
                  </a:extLst>
                </p14:cNvPr>
                <p14:cNvContentPartPr/>
                <p14:nvPr/>
              </p14:nvContentPartPr>
              <p14:xfrm>
                <a:off x="6125220" y="4943528"/>
                <a:ext cx="11160" cy="43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3844D16-39D7-412B-28A9-2B6EDF5C8DC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116580" y="4934888"/>
                  <a:ext cx="288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1C4FA35-EAAD-1671-0D0B-8E0DD20B9E91}"/>
              </a:ext>
            </a:extLst>
          </p:cNvPr>
          <p:cNvGrpSpPr/>
          <p:nvPr/>
        </p:nvGrpSpPr>
        <p:grpSpPr>
          <a:xfrm>
            <a:off x="6608340" y="5174648"/>
            <a:ext cx="464760" cy="249480"/>
            <a:chOff x="6608340" y="5174648"/>
            <a:chExt cx="46476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6B56FD-8447-6633-1D97-8FD9389F591E}"/>
                    </a:ext>
                  </a:extLst>
                </p14:cNvPr>
                <p14:cNvContentPartPr/>
                <p14:nvPr/>
              </p14:nvContentPartPr>
              <p14:xfrm>
                <a:off x="6608340" y="5174648"/>
                <a:ext cx="187200" cy="235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6B56FD-8447-6633-1D97-8FD9389F591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99700" y="5165648"/>
                  <a:ext cx="204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AA0193E-A46C-714C-5D6C-87C241F9E366}"/>
                    </a:ext>
                  </a:extLst>
                </p14:cNvPr>
                <p14:cNvContentPartPr/>
                <p14:nvPr/>
              </p14:nvContentPartPr>
              <p14:xfrm>
                <a:off x="6826500" y="5353568"/>
                <a:ext cx="246600" cy="70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AA0193E-A46C-714C-5D6C-87C241F9E36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17500" y="5344568"/>
                  <a:ext cx="2642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834DFD0-104C-CDBF-8C24-F5F3342FE5E3}"/>
              </a:ext>
            </a:extLst>
          </p:cNvPr>
          <p:cNvGrpSpPr/>
          <p:nvPr/>
        </p:nvGrpSpPr>
        <p:grpSpPr>
          <a:xfrm>
            <a:off x="7241220" y="4899608"/>
            <a:ext cx="2071800" cy="545760"/>
            <a:chOff x="7241220" y="4899608"/>
            <a:chExt cx="207180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8296FD6-D6F1-76D1-8127-E3B46F63DE7E}"/>
                    </a:ext>
                  </a:extLst>
                </p14:cNvPr>
                <p14:cNvContentPartPr/>
                <p14:nvPr/>
              </p14:nvContentPartPr>
              <p14:xfrm>
                <a:off x="7241220" y="5218208"/>
                <a:ext cx="191520" cy="159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8296FD6-D6F1-76D1-8127-E3B46F63DE7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232580" y="5209568"/>
                  <a:ext cx="209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E6A99FE-CBD5-F0C3-9CB2-13C8B582D94A}"/>
                    </a:ext>
                  </a:extLst>
                </p14:cNvPr>
                <p14:cNvContentPartPr/>
                <p14:nvPr/>
              </p14:nvContentPartPr>
              <p14:xfrm>
                <a:off x="7419060" y="5023808"/>
                <a:ext cx="104760" cy="199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E6A99FE-CBD5-F0C3-9CB2-13C8B582D94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410060" y="5015168"/>
                  <a:ext cx="122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68892BB-A4A0-808A-1AC8-D6D8A2EC3E3B}"/>
                    </a:ext>
                  </a:extLst>
                </p14:cNvPr>
                <p14:cNvContentPartPr/>
                <p14:nvPr/>
              </p14:nvContentPartPr>
              <p14:xfrm>
                <a:off x="7381260" y="4905008"/>
                <a:ext cx="6840" cy="10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68892BB-A4A0-808A-1AC8-D6D8A2EC3E3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372620" y="4896008"/>
                  <a:ext cx="24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4E135BE-944B-53CB-CE83-442E6BCC3CD3}"/>
                    </a:ext>
                  </a:extLst>
                </p14:cNvPr>
                <p14:cNvContentPartPr/>
                <p14:nvPr/>
              </p14:nvContentPartPr>
              <p14:xfrm>
                <a:off x="7528140" y="4920488"/>
                <a:ext cx="245160" cy="124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4E135BE-944B-53CB-CE83-442E6BCC3CD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519140" y="4911848"/>
                  <a:ext cx="262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6AD5C4-37FC-7C9C-4ED6-68315FD04774}"/>
                    </a:ext>
                  </a:extLst>
                </p14:cNvPr>
                <p14:cNvContentPartPr/>
                <p14:nvPr/>
              </p14:nvContentPartPr>
              <p14:xfrm>
                <a:off x="7855020" y="4899608"/>
                <a:ext cx="256680" cy="102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6AD5C4-37FC-7C9C-4ED6-68315FD0477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46380" y="4890608"/>
                  <a:ext cx="274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AD2F306-865C-E3D9-367C-425EF0544387}"/>
                    </a:ext>
                  </a:extLst>
                </p14:cNvPr>
                <p14:cNvContentPartPr/>
                <p14:nvPr/>
              </p14:nvContentPartPr>
              <p14:xfrm>
                <a:off x="7243740" y="5270768"/>
                <a:ext cx="67320" cy="22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AD2F306-865C-E3D9-367C-425EF054438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35100" y="5262128"/>
                  <a:ext cx="84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200477E-5B5D-9043-DEAC-6CD089FE3B45}"/>
                    </a:ext>
                  </a:extLst>
                </p14:cNvPr>
                <p14:cNvContentPartPr/>
                <p14:nvPr/>
              </p14:nvContentPartPr>
              <p14:xfrm>
                <a:off x="8280900" y="5298128"/>
                <a:ext cx="182880" cy="147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200477E-5B5D-9043-DEAC-6CD089FE3B4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72260" y="5289488"/>
                  <a:ext cx="200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67C63A5-39C8-3186-4F54-8E660DF14DA5}"/>
                    </a:ext>
                  </a:extLst>
                </p14:cNvPr>
                <p14:cNvContentPartPr/>
                <p14:nvPr/>
              </p14:nvContentPartPr>
              <p14:xfrm>
                <a:off x="8536140" y="5146208"/>
                <a:ext cx="109440" cy="12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67C63A5-39C8-3186-4F54-8E660DF14D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527140" y="5137568"/>
                  <a:ext cx="127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6CC6DF4-176B-970C-06AB-1892C6322109}"/>
                    </a:ext>
                  </a:extLst>
                </p14:cNvPr>
                <p14:cNvContentPartPr/>
                <p14:nvPr/>
              </p14:nvContentPartPr>
              <p14:xfrm>
                <a:off x="8713620" y="5101928"/>
                <a:ext cx="108000" cy="1936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6CC6DF4-176B-970C-06AB-1892C632210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04620" y="5092928"/>
                  <a:ext cx="12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B41944-5283-70C9-FE8B-33C0BCFD9B52}"/>
                    </a:ext>
                  </a:extLst>
                </p14:cNvPr>
                <p14:cNvContentPartPr/>
                <p14:nvPr/>
              </p14:nvContentPartPr>
              <p14:xfrm>
                <a:off x="8670060" y="4971968"/>
                <a:ext cx="1080" cy="1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B41944-5283-70C9-FE8B-33C0BCFD9B5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661420" y="49629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E1F622F-7622-122E-C30F-C1F2EAEF010C}"/>
                    </a:ext>
                  </a:extLst>
                </p14:cNvPr>
                <p14:cNvContentPartPr/>
                <p14:nvPr/>
              </p14:nvContentPartPr>
              <p14:xfrm>
                <a:off x="8825580" y="5002568"/>
                <a:ext cx="210600" cy="95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E1F622F-7622-122E-C30F-C1F2EAEF010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816940" y="4993568"/>
                  <a:ext cx="228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88F33E-353A-1B65-33F6-924B40B2D337}"/>
                    </a:ext>
                  </a:extLst>
                </p14:cNvPr>
                <p14:cNvContentPartPr/>
                <p14:nvPr/>
              </p14:nvContentPartPr>
              <p14:xfrm>
                <a:off x="9097020" y="4997168"/>
                <a:ext cx="216000" cy="71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88F33E-353A-1B65-33F6-924B40B2D33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088380" y="4988168"/>
                  <a:ext cx="23364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2F9836E-3888-8076-72E5-B57492484578}"/>
                  </a:ext>
                </a:extLst>
              </p14:cNvPr>
              <p14:cNvContentPartPr/>
              <p14:nvPr/>
            </p14:nvContentPartPr>
            <p14:xfrm>
              <a:off x="8208900" y="4867928"/>
              <a:ext cx="847080" cy="5666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2F9836E-3888-8076-72E5-B5749248457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200260" y="4858928"/>
                <a:ext cx="86472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0E3CFBD-21DA-47D1-1E97-B6070F366568}"/>
                  </a:ext>
                </a:extLst>
              </p14:cNvPr>
              <p14:cNvContentPartPr/>
              <p14:nvPr/>
            </p14:nvContentPartPr>
            <p14:xfrm>
              <a:off x="4632300" y="5310728"/>
              <a:ext cx="464400" cy="26424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0E3CFBD-21DA-47D1-1E97-B6070F366568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623660" y="5301728"/>
                <a:ext cx="48204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C2AE643-54F7-4967-997B-567DD4452682}"/>
              </a:ext>
            </a:extLst>
          </p:cNvPr>
          <p:cNvGrpSpPr/>
          <p:nvPr/>
        </p:nvGrpSpPr>
        <p:grpSpPr>
          <a:xfrm>
            <a:off x="1198260" y="6135488"/>
            <a:ext cx="706680" cy="224640"/>
            <a:chOff x="1198260" y="6135488"/>
            <a:chExt cx="7066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627B303-0AB5-3E42-A57A-1EE7D8526F7F}"/>
                    </a:ext>
                  </a:extLst>
                </p14:cNvPr>
                <p14:cNvContentPartPr/>
                <p14:nvPr/>
              </p14:nvContentPartPr>
              <p14:xfrm>
                <a:off x="1198260" y="6208568"/>
                <a:ext cx="154080" cy="151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627B303-0AB5-3E42-A57A-1EE7D8526F7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89620" y="6199568"/>
                  <a:ext cx="17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759506A-30C4-7766-9581-058677247B9C}"/>
                    </a:ext>
                  </a:extLst>
                </p14:cNvPr>
                <p14:cNvContentPartPr/>
                <p14:nvPr/>
              </p14:nvContentPartPr>
              <p14:xfrm>
                <a:off x="1372860" y="6264008"/>
                <a:ext cx="143280" cy="65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759506A-30C4-7766-9581-058677247B9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363860" y="6255008"/>
                  <a:ext cx="160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3C7CF3A-1162-4E2C-760E-ED8EC15C1869}"/>
                    </a:ext>
                  </a:extLst>
                </p14:cNvPr>
                <p14:cNvContentPartPr/>
                <p14:nvPr/>
              </p14:nvContentPartPr>
              <p14:xfrm>
                <a:off x="1506420" y="6135488"/>
                <a:ext cx="74160" cy="177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3C7CF3A-1162-4E2C-760E-ED8EC15C186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497780" y="6126848"/>
                  <a:ext cx="91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81E7C2B-0DCB-A2FC-AC5F-87673218FD54}"/>
                    </a:ext>
                  </a:extLst>
                </p14:cNvPr>
                <p14:cNvContentPartPr/>
                <p14:nvPr/>
              </p14:nvContentPartPr>
              <p14:xfrm>
                <a:off x="1625940" y="6235928"/>
                <a:ext cx="99360" cy="66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81E7C2B-0DCB-A2FC-AC5F-87673218FD5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617300" y="6227288"/>
                  <a:ext cx="117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2238E0B-4E84-D303-7880-57D329B53E25}"/>
                    </a:ext>
                  </a:extLst>
                </p14:cNvPr>
                <p14:cNvContentPartPr/>
                <p14:nvPr/>
              </p14:nvContentPartPr>
              <p14:xfrm>
                <a:off x="1786140" y="6225848"/>
                <a:ext cx="118800" cy="1227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2238E0B-4E84-D303-7880-57D329B53E2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777140" y="6216848"/>
                  <a:ext cx="13644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E8897DD-1BC7-EEDB-AFD4-8DAB0688679F}"/>
              </a:ext>
            </a:extLst>
          </p:cNvPr>
          <p:cNvGrpSpPr/>
          <p:nvPr/>
        </p:nvGrpSpPr>
        <p:grpSpPr>
          <a:xfrm>
            <a:off x="2099340" y="6139808"/>
            <a:ext cx="368280" cy="317520"/>
            <a:chOff x="2099340" y="6139808"/>
            <a:chExt cx="36828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1C97BF4-BCE1-00EA-0FD1-D99BC008EB5D}"/>
                    </a:ext>
                  </a:extLst>
                </p14:cNvPr>
                <p14:cNvContentPartPr/>
                <p14:nvPr/>
              </p14:nvContentPartPr>
              <p14:xfrm>
                <a:off x="2099340" y="6139808"/>
                <a:ext cx="141480" cy="317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1C97BF4-BCE1-00EA-0FD1-D99BC008EB5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90700" y="6130808"/>
                  <a:ext cx="159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C622DE9-BF64-5184-2FBB-FCE7AB3A11EE}"/>
                    </a:ext>
                  </a:extLst>
                </p14:cNvPr>
                <p14:cNvContentPartPr/>
                <p14:nvPr/>
              </p14:nvContentPartPr>
              <p14:xfrm>
                <a:off x="2101140" y="6338528"/>
                <a:ext cx="112320" cy="26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C622DE9-BF64-5184-2FBB-FCE7AB3A11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92500" y="6329528"/>
                  <a:ext cx="129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C703B5E-7297-09D2-12F5-84D790424576}"/>
                    </a:ext>
                  </a:extLst>
                </p14:cNvPr>
                <p14:cNvContentPartPr/>
                <p14:nvPr/>
              </p14:nvContentPartPr>
              <p14:xfrm>
                <a:off x="2249460" y="6203168"/>
                <a:ext cx="218160" cy="151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C703B5E-7297-09D2-12F5-84D79042457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240460" y="6194168"/>
                  <a:ext cx="235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AB70345-8764-D1DA-568A-CD51439700EC}"/>
              </a:ext>
            </a:extLst>
          </p:cNvPr>
          <p:cNvGrpSpPr/>
          <p:nvPr/>
        </p:nvGrpSpPr>
        <p:grpSpPr>
          <a:xfrm>
            <a:off x="2857500" y="5915888"/>
            <a:ext cx="1114560" cy="447480"/>
            <a:chOff x="2857500" y="5915888"/>
            <a:chExt cx="111456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07D906-FB31-8099-AAD1-F9AB67189E08}"/>
                    </a:ext>
                  </a:extLst>
                </p14:cNvPr>
                <p14:cNvContentPartPr/>
                <p14:nvPr/>
              </p14:nvContentPartPr>
              <p14:xfrm>
                <a:off x="2857500" y="6151328"/>
                <a:ext cx="99720" cy="201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07D906-FB31-8099-AAD1-F9AB67189E0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848500" y="6142328"/>
                  <a:ext cx="117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9C2F574-6CF4-70A5-16AC-284E903D68C5}"/>
                    </a:ext>
                  </a:extLst>
                </p14:cNvPr>
                <p14:cNvContentPartPr/>
                <p14:nvPr/>
              </p14:nvContentPartPr>
              <p14:xfrm>
                <a:off x="2945700" y="6112808"/>
                <a:ext cx="135360" cy="193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9C2F574-6CF4-70A5-16AC-284E903D68C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936700" y="6103808"/>
                  <a:ext cx="153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8AF5269-EF7F-32DB-2C6A-6E0BB6B8EC21}"/>
                    </a:ext>
                  </a:extLst>
                </p14:cNvPr>
                <p14:cNvContentPartPr/>
                <p14:nvPr/>
              </p14:nvContentPartPr>
              <p14:xfrm>
                <a:off x="3194820" y="6068168"/>
                <a:ext cx="109800" cy="295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8AF5269-EF7F-32DB-2C6A-6E0BB6B8EC2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85820" y="6059168"/>
                  <a:ext cx="127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02A1AAB-EEDF-BE4F-DB93-4DB02BCF0F1D}"/>
                    </a:ext>
                  </a:extLst>
                </p14:cNvPr>
                <p14:cNvContentPartPr/>
                <p14:nvPr/>
              </p14:nvContentPartPr>
              <p14:xfrm>
                <a:off x="3340620" y="6228368"/>
                <a:ext cx="143640" cy="126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02A1AAB-EEDF-BE4F-DB93-4DB02BCF0F1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31620" y="6219728"/>
                  <a:ext cx="161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3BFBC17-A4CE-FCA7-30CE-2DAD623704AE}"/>
                    </a:ext>
                  </a:extLst>
                </p14:cNvPr>
                <p14:cNvContentPartPr/>
                <p14:nvPr/>
              </p14:nvContentPartPr>
              <p14:xfrm>
                <a:off x="3459060" y="6083648"/>
                <a:ext cx="105840" cy="177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3BFBC17-A4CE-FCA7-30CE-2DAD623704A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450420" y="6075008"/>
                  <a:ext cx="123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71ACA3B-5000-17EA-7FDE-B916CE605354}"/>
                    </a:ext>
                  </a:extLst>
                </p14:cNvPr>
                <p14:cNvContentPartPr/>
                <p14:nvPr/>
              </p14:nvContentPartPr>
              <p14:xfrm>
                <a:off x="3423780" y="5915888"/>
                <a:ext cx="15840" cy="28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71ACA3B-5000-17EA-7FDE-B916CE60535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415140" y="5906888"/>
                  <a:ext cx="33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83F9103-0595-5D12-5157-89E1AF80D205}"/>
                    </a:ext>
                  </a:extLst>
                </p14:cNvPr>
                <p14:cNvContentPartPr/>
                <p14:nvPr/>
              </p14:nvContentPartPr>
              <p14:xfrm>
                <a:off x="3544380" y="5999048"/>
                <a:ext cx="196560" cy="96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83F9103-0595-5D12-5157-89E1AF80D20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535740" y="5990048"/>
                  <a:ext cx="214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7C653C5-D3FA-C53A-932C-91728FE7AF5A}"/>
                    </a:ext>
                  </a:extLst>
                </p14:cNvPr>
                <p14:cNvContentPartPr/>
                <p14:nvPr/>
              </p14:nvContentPartPr>
              <p14:xfrm>
                <a:off x="3844620" y="5964128"/>
                <a:ext cx="127440" cy="347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7C653C5-D3FA-C53A-932C-91728FE7AF5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835620" y="5955488"/>
                  <a:ext cx="145080" cy="36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09422F2-3F32-5A09-E9B5-1D3D85AEEE58}"/>
                  </a:ext>
                </a:extLst>
              </p14:cNvPr>
              <p14:cNvContentPartPr/>
              <p14:nvPr/>
            </p14:nvContentPartPr>
            <p14:xfrm>
              <a:off x="4234500" y="6239528"/>
              <a:ext cx="93240" cy="3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09422F2-3F32-5A09-E9B5-1D3D85AEEE58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4225860" y="6230888"/>
                <a:ext cx="110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2475F2D-2152-2F69-C151-726F123B6715}"/>
                  </a:ext>
                </a:extLst>
              </p14:cNvPr>
              <p14:cNvContentPartPr/>
              <p14:nvPr/>
            </p14:nvContentPartPr>
            <p14:xfrm>
              <a:off x="4211820" y="6156368"/>
              <a:ext cx="100800" cy="57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2475F2D-2152-2F69-C151-726F123B6715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4202820" y="6147368"/>
                <a:ext cx="118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9000A23-DB75-AF32-96C0-D301EB94246D}"/>
                  </a:ext>
                </a:extLst>
              </p14:cNvPr>
              <p14:cNvContentPartPr/>
              <p14:nvPr/>
            </p14:nvContentPartPr>
            <p14:xfrm>
              <a:off x="2328300" y="3267008"/>
              <a:ext cx="1178280" cy="277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9000A23-DB75-AF32-96C0-D301EB94246D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2319300" y="3258008"/>
                <a:ext cx="11959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BC750A8A-9F77-D4DA-6FA3-AEF2DFF67E05}"/>
              </a:ext>
            </a:extLst>
          </p:cNvPr>
          <p:cNvGrpSpPr/>
          <p:nvPr/>
        </p:nvGrpSpPr>
        <p:grpSpPr>
          <a:xfrm>
            <a:off x="3095820" y="4272488"/>
            <a:ext cx="136080" cy="99000"/>
            <a:chOff x="3095820" y="4272488"/>
            <a:chExt cx="1360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BEB793E-8D6B-E107-8D1F-E7E459797998}"/>
                    </a:ext>
                  </a:extLst>
                </p14:cNvPr>
                <p14:cNvContentPartPr/>
                <p14:nvPr/>
              </p14:nvContentPartPr>
              <p14:xfrm>
                <a:off x="3127500" y="4272488"/>
                <a:ext cx="47160" cy="990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BEB793E-8D6B-E107-8D1F-E7E45979799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118500" y="4263848"/>
                  <a:ext cx="64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D3140C-980B-BBE7-BA18-C8B5488FD42D}"/>
                    </a:ext>
                  </a:extLst>
                </p14:cNvPr>
                <p14:cNvContentPartPr/>
                <p14:nvPr/>
              </p14:nvContentPartPr>
              <p14:xfrm>
                <a:off x="3095820" y="4327568"/>
                <a:ext cx="99720" cy="104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D3140C-980B-BBE7-BA18-C8B5488FD42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086820" y="4318928"/>
                  <a:ext cx="117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633C09F-60DE-09D2-FA73-23DB859BBEF4}"/>
                    </a:ext>
                  </a:extLst>
                </p14:cNvPr>
                <p14:cNvContentPartPr/>
                <p14:nvPr/>
              </p14:nvContentPartPr>
              <p14:xfrm>
                <a:off x="3118860" y="4311728"/>
                <a:ext cx="113040" cy="57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633C09F-60DE-09D2-FA73-23DB859BBEF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110220" y="4303088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90D2944-C39A-C846-CF80-862635D719E2}"/>
              </a:ext>
            </a:extLst>
          </p:cNvPr>
          <p:cNvGrpSpPr/>
          <p:nvPr/>
        </p:nvGrpSpPr>
        <p:grpSpPr>
          <a:xfrm>
            <a:off x="6718860" y="4189328"/>
            <a:ext cx="123840" cy="134280"/>
            <a:chOff x="6718860" y="4189328"/>
            <a:chExt cx="12384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D53BB19-9C5C-97FE-5714-39DE22A76189}"/>
                    </a:ext>
                  </a:extLst>
                </p14:cNvPr>
                <p14:cNvContentPartPr/>
                <p14:nvPr/>
              </p14:nvContentPartPr>
              <p14:xfrm>
                <a:off x="6732900" y="4189328"/>
                <a:ext cx="85680" cy="134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D53BB19-9C5C-97FE-5714-39DE22A7618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724260" y="4180328"/>
                  <a:ext cx="103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7EBE6FD-3C48-D29E-64CD-A494A03C9348}"/>
                    </a:ext>
                  </a:extLst>
                </p14:cNvPr>
                <p14:cNvContentPartPr/>
                <p14:nvPr/>
              </p14:nvContentPartPr>
              <p14:xfrm>
                <a:off x="6718860" y="4244048"/>
                <a:ext cx="123840" cy="16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7EBE6FD-3C48-D29E-64CD-A494A03C934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09860" y="4235048"/>
                  <a:ext cx="14148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CC993BE-5E4B-A24F-510D-421B562A29BA}"/>
                  </a:ext>
                </a:extLst>
              </p14:cNvPr>
              <p14:cNvContentPartPr/>
              <p14:nvPr/>
            </p14:nvContentPartPr>
            <p14:xfrm>
              <a:off x="3319020" y="5205248"/>
              <a:ext cx="70920" cy="118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CC993BE-5E4B-A24F-510D-421B562A29BA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310020" y="5196608"/>
                <a:ext cx="885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2C431B9-3DCD-31E1-54BE-3AF4B6A4EB04}"/>
              </a:ext>
            </a:extLst>
          </p:cNvPr>
          <p:cNvGrpSpPr/>
          <p:nvPr/>
        </p:nvGrpSpPr>
        <p:grpSpPr>
          <a:xfrm>
            <a:off x="7211340" y="5002928"/>
            <a:ext cx="88560" cy="27000"/>
            <a:chOff x="7211340" y="5002928"/>
            <a:chExt cx="88560" cy="2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45ECB3D-C4A2-A37D-E9AB-5BBDDA633A9B}"/>
                    </a:ext>
                  </a:extLst>
                </p14:cNvPr>
                <p14:cNvContentPartPr/>
                <p14:nvPr/>
              </p14:nvContentPartPr>
              <p14:xfrm>
                <a:off x="7218900" y="5002928"/>
                <a:ext cx="80280" cy="27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45ECB3D-C4A2-A37D-E9AB-5BBDDA633A9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210260" y="4993928"/>
                  <a:ext cx="97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BF6A2F0-A6DD-215A-2458-5AE7BC16B134}"/>
                    </a:ext>
                  </a:extLst>
                </p14:cNvPr>
                <p14:cNvContentPartPr/>
                <p14:nvPr/>
              </p14:nvContentPartPr>
              <p14:xfrm>
                <a:off x="7211340" y="5013368"/>
                <a:ext cx="88560" cy="5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BF6A2F0-A6DD-215A-2458-5AE7BC16B13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202340" y="5004728"/>
                  <a:ext cx="1062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B19B1E3-8FD0-4C8F-ED02-1100EE75F7EA}"/>
              </a:ext>
            </a:extLst>
          </p:cNvPr>
          <p:cNvGrpSpPr/>
          <p:nvPr/>
        </p:nvGrpSpPr>
        <p:grpSpPr>
          <a:xfrm>
            <a:off x="4504140" y="5250608"/>
            <a:ext cx="124920" cy="132480"/>
            <a:chOff x="4504140" y="5250608"/>
            <a:chExt cx="12492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DF11C69-9F15-C35B-75D8-E50E4C109DA0}"/>
                    </a:ext>
                  </a:extLst>
                </p14:cNvPr>
                <p14:cNvContentPartPr/>
                <p14:nvPr/>
              </p14:nvContentPartPr>
              <p14:xfrm>
                <a:off x="4574340" y="5250608"/>
                <a:ext cx="54720" cy="132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DF11C69-9F15-C35B-75D8-E50E4C109DA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565700" y="5241608"/>
                  <a:ext cx="72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B698CCC-E982-2D4B-DE6C-C065BEAE449C}"/>
                    </a:ext>
                  </a:extLst>
                </p14:cNvPr>
                <p14:cNvContentPartPr/>
                <p14:nvPr/>
              </p14:nvContentPartPr>
              <p14:xfrm>
                <a:off x="4504140" y="5308928"/>
                <a:ext cx="119880" cy="34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B698CCC-E982-2D4B-DE6C-C065BEAE449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495500" y="5299928"/>
                  <a:ext cx="1375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8A963C5A-9DD8-8C38-352C-3184C59346FD}"/>
              </a:ext>
            </a:extLst>
          </p:cNvPr>
          <p:cNvGrpSpPr/>
          <p:nvPr/>
        </p:nvGrpSpPr>
        <p:grpSpPr>
          <a:xfrm>
            <a:off x="8469900" y="5064848"/>
            <a:ext cx="144360" cy="122040"/>
            <a:chOff x="8469900" y="5064848"/>
            <a:chExt cx="14436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2B44F8D-DFFF-9DAA-0F8B-53DAA7620EFF}"/>
                    </a:ext>
                  </a:extLst>
                </p14:cNvPr>
                <p14:cNvContentPartPr/>
                <p14:nvPr/>
              </p14:nvContentPartPr>
              <p14:xfrm>
                <a:off x="8536860" y="5064848"/>
                <a:ext cx="32760" cy="122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2B44F8D-DFFF-9DAA-0F8B-53DAA7620EF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528220" y="5055848"/>
                  <a:ext cx="50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B782B1B-7CA2-4BB4-22FB-2AF5BD876ECA}"/>
                    </a:ext>
                  </a:extLst>
                </p14:cNvPr>
                <p14:cNvContentPartPr/>
                <p14:nvPr/>
              </p14:nvContentPartPr>
              <p14:xfrm>
                <a:off x="8469900" y="5122808"/>
                <a:ext cx="144360" cy="23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B782B1B-7CA2-4BB4-22FB-2AF5BD876EC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460900" y="5113808"/>
                  <a:ext cx="1620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6485104-A5EA-3794-39A9-A98C8C9500C8}"/>
              </a:ext>
            </a:extLst>
          </p:cNvPr>
          <p:cNvGrpSpPr/>
          <p:nvPr/>
        </p:nvGrpSpPr>
        <p:grpSpPr>
          <a:xfrm>
            <a:off x="4793580" y="5612048"/>
            <a:ext cx="2221920" cy="534960"/>
            <a:chOff x="4793580" y="5612048"/>
            <a:chExt cx="222192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E50F81B-2FC8-671B-1415-1F64D3B7D94A}"/>
                    </a:ext>
                  </a:extLst>
                </p14:cNvPr>
                <p14:cNvContentPartPr/>
                <p14:nvPr/>
              </p14:nvContentPartPr>
              <p14:xfrm>
                <a:off x="4793580" y="5612048"/>
                <a:ext cx="199440" cy="120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E50F81B-2FC8-671B-1415-1F64D3B7D94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784580" y="5603048"/>
                  <a:ext cx="217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B79A50C-C45B-D690-F9A0-2D45B8F6BBEB}"/>
                    </a:ext>
                  </a:extLst>
                </p14:cNvPr>
                <p14:cNvContentPartPr/>
                <p14:nvPr/>
              </p14:nvContentPartPr>
              <p14:xfrm>
                <a:off x="4843260" y="5808248"/>
                <a:ext cx="243720" cy="1670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B79A50C-C45B-D690-F9A0-2D45B8F6BBE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834260" y="5799608"/>
                  <a:ext cx="261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25CA596-2BAC-399E-055B-716967BDE900}"/>
                    </a:ext>
                  </a:extLst>
                </p14:cNvPr>
                <p14:cNvContentPartPr/>
                <p14:nvPr/>
              </p14:nvContentPartPr>
              <p14:xfrm>
                <a:off x="4852260" y="6089048"/>
                <a:ext cx="171360" cy="579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25CA596-2BAC-399E-055B-716967BDE90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843620" y="6080048"/>
                  <a:ext cx="189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4B3D495-9A87-5167-855B-3C6CE2FD9674}"/>
                    </a:ext>
                  </a:extLst>
                </p14:cNvPr>
                <p14:cNvContentPartPr/>
                <p14:nvPr/>
              </p14:nvContentPartPr>
              <p14:xfrm>
                <a:off x="5169780" y="6104168"/>
                <a:ext cx="119520" cy="11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4B3D495-9A87-5167-855B-3C6CE2FD967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160780" y="6095168"/>
                  <a:ext cx="137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791AC08-7675-550E-4589-03625C755E7C}"/>
                    </a:ext>
                  </a:extLst>
                </p14:cNvPr>
                <p14:cNvContentPartPr/>
                <p14:nvPr/>
              </p14:nvContentPartPr>
              <p14:xfrm>
                <a:off x="5183820" y="6047648"/>
                <a:ext cx="89640" cy="15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791AC08-7675-550E-4589-03625C755E7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174820" y="6038648"/>
                  <a:ext cx="107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3FF7CBA-5CB4-657F-A5FE-2B2E2EA8007B}"/>
                    </a:ext>
                  </a:extLst>
                </p14:cNvPr>
                <p14:cNvContentPartPr/>
                <p14:nvPr/>
              </p14:nvContentPartPr>
              <p14:xfrm>
                <a:off x="5362380" y="6027488"/>
                <a:ext cx="91080" cy="104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3FF7CBA-5CB4-657F-A5FE-2B2E2EA8007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353740" y="6018488"/>
                  <a:ext cx="108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64DD0C-8848-F55D-493B-BE5783C596EA}"/>
                    </a:ext>
                  </a:extLst>
                </p14:cNvPr>
                <p14:cNvContentPartPr/>
                <p14:nvPr/>
              </p14:nvContentPartPr>
              <p14:xfrm>
                <a:off x="5616180" y="5870528"/>
                <a:ext cx="151560" cy="157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64DD0C-8848-F55D-493B-BE5783C596E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607180" y="5861528"/>
                  <a:ext cx="169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AE862E-66CF-6335-B57B-719A524744F3}"/>
                    </a:ext>
                  </a:extLst>
                </p14:cNvPr>
                <p14:cNvContentPartPr/>
                <p14:nvPr/>
              </p14:nvContentPartPr>
              <p14:xfrm>
                <a:off x="5843700" y="5986088"/>
                <a:ext cx="219960" cy="63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AE862E-66CF-6335-B57B-719A524744F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835060" y="5977448"/>
                  <a:ext cx="237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23DFBCA-3D93-FAF2-7F24-28DF7E569CA5}"/>
                    </a:ext>
                  </a:extLst>
                </p14:cNvPr>
                <p14:cNvContentPartPr/>
                <p14:nvPr/>
              </p14:nvContentPartPr>
              <p14:xfrm>
                <a:off x="6197940" y="5904008"/>
                <a:ext cx="125280" cy="99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23DFBCA-3D93-FAF2-7F24-28DF7E569CA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188940" y="5895368"/>
                  <a:ext cx="142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74E87D0-0AB6-9970-1026-2AA7AB1C1534}"/>
                    </a:ext>
                  </a:extLst>
                </p14:cNvPr>
                <p14:cNvContentPartPr/>
                <p14:nvPr/>
              </p14:nvContentPartPr>
              <p14:xfrm>
                <a:off x="6476220" y="5824088"/>
                <a:ext cx="85320" cy="146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74E87D0-0AB6-9970-1026-2AA7AB1C153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467220" y="5815088"/>
                  <a:ext cx="10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C786AC1-76C9-7F3D-D609-A683FF107735}"/>
                    </a:ext>
                  </a:extLst>
                </p14:cNvPr>
                <p14:cNvContentPartPr/>
                <p14:nvPr/>
              </p14:nvContentPartPr>
              <p14:xfrm>
                <a:off x="6416100" y="5740928"/>
                <a:ext cx="11880" cy="136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C786AC1-76C9-7F3D-D609-A683FF10773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407460" y="5731928"/>
                  <a:ext cx="29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00D0D35-FBB4-27E6-B5FC-6FBB068A683B}"/>
                    </a:ext>
                  </a:extLst>
                </p14:cNvPr>
                <p14:cNvContentPartPr/>
                <p14:nvPr/>
              </p14:nvContentPartPr>
              <p14:xfrm>
                <a:off x="6541020" y="5739848"/>
                <a:ext cx="185400" cy="75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00D0D35-FBB4-27E6-B5FC-6FBB068A683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532020" y="5730848"/>
                  <a:ext cx="203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FD66648-A2C1-6A2A-C600-07A7260F84C1}"/>
                    </a:ext>
                  </a:extLst>
                </p14:cNvPr>
                <p14:cNvContentPartPr/>
                <p14:nvPr/>
              </p14:nvContentPartPr>
              <p14:xfrm>
                <a:off x="6808500" y="5727248"/>
                <a:ext cx="207000" cy="57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FD66648-A2C1-6A2A-C600-07A7260F84C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99860" y="5718248"/>
                  <a:ext cx="224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D56310A-A137-A112-8227-D0D265D4B47F}"/>
                    </a:ext>
                  </a:extLst>
                </p14:cNvPr>
                <p14:cNvContentPartPr/>
                <p14:nvPr/>
              </p14:nvContentPartPr>
              <p14:xfrm>
                <a:off x="6300180" y="5824088"/>
                <a:ext cx="95400" cy="16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D56310A-A137-A112-8227-D0D265D4B47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291540" y="5815088"/>
                  <a:ext cx="1130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78F6B564-A40F-09F8-5C3B-9359530E2D1C}"/>
              </a:ext>
            </a:extLst>
          </p:cNvPr>
          <p:cNvGrpSpPr/>
          <p:nvPr/>
        </p:nvGrpSpPr>
        <p:grpSpPr>
          <a:xfrm>
            <a:off x="4769100" y="6203168"/>
            <a:ext cx="2208600" cy="609480"/>
            <a:chOff x="4769100" y="6203168"/>
            <a:chExt cx="2208600" cy="60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F716AB6-1C9E-BC4E-6148-08BB9658F204}"/>
                    </a:ext>
                  </a:extLst>
                </p14:cNvPr>
                <p14:cNvContentPartPr/>
                <p14:nvPr/>
              </p14:nvContentPartPr>
              <p14:xfrm>
                <a:off x="4782420" y="6203168"/>
                <a:ext cx="2195280" cy="630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F716AB6-1C9E-BC4E-6148-08BB9658F20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773420" y="6194168"/>
                  <a:ext cx="2212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A842946-7443-7210-A6F9-9AAA36C68AC2}"/>
                    </a:ext>
                  </a:extLst>
                </p14:cNvPr>
                <p14:cNvContentPartPr/>
                <p14:nvPr/>
              </p14:nvContentPartPr>
              <p14:xfrm>
                <a:off x="4846140" y="6431408"/>
                <a:ext cx="285480" cy="189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A842946-7443-7210-A6F9-9AAA36C68AC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837140" y="6422768"/>
                  <a:ext cx="303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96A84AC-BB50-B9FA-5B9F-DA57F423B6BE}"/>
                    </a:ext>
                  </a:extLst>
                </p14:cNvPr>
                <p14:cNvContentPartPr/>
                <p14:nvPr/>
              </p14:nvContentPartPr>
              <p14:xfrm>
                <a:off x="4769100" y="6662888"/>
                <a:ext cx="85320" cy="149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96A84AC-BB50-B9FA-5B9F-DA57F423B6B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760460" y="6653888"/>
                  <a:ext cx="102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54C6E91-9403-B21C-5C44-1502173E0A49}"/>
                    </a:ext>
                  </a:extLst>
                </p14:cNvPr>
                <p14:cNvContentPartPr/>
                <p14:nvPr/>
              </p14:nvContentPartPr>
              <p14:xfrm>
                <a:off x="4847220" y="6722648"/>
                <a:ext cx="77760" cy="62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54C6E91-9403-B21C-5C44-1502173E0A4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838580" y="6714008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67577F6-7196-C73E-3C18-473546301570}"/>
                    </a:ext>
                  </a:extLst>
                </p14:cNvPr>
                <p14:cNvContentPartPr/>
                <p14:nvPr/>
              </p14:nvContentPartPr>
              <p14:xfrm>
                <a:off x="5005620" y="6735968"/>
                <a:ext cx="60120" cy="12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67577F6-7196-C73E-3C18-47354630157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996620" y="6727328"/>
                  <a:ext cx="77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C847ABE-1976-F140-BEE4-7661F3380B65}"/>
                    </a:ext>
                  </a:extLst>
                </p14:cNvPr>
                <p14:cNvContentPartPr/>
                <p14:nvPr/>
              </p14:nvContentPartPr>
              <p14:xfrm>
                <a:off x="5020380" y="6694928"/>
                <a:ext cx="50400" cy="12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C847ABE-1976-F140-BEE4-7661F3380B6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011740" y="6685928"/>
                  <a:ext cx="68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35E92B-FF28-1990-F841-2AE34915E686}"/>
                    </a:ext>
                  </a:extLst>
                </p14:cNvPr>
                <p14:cNvContentPartPr/>
                <p14:nvPr/>
              </p14:nvContentPartPr>
              <p14:xfrm>
                <a:off x="5129100" y="6707168"/>
                <a:ext cx="82800" cy="69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35E92B-FF28-1990-F841-2AE34915E68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120100" y="6698168"/>
                  <a:ext cx="100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B6A4C23-A452-C76B-9E2B-9396C932CA3B}"/>
                    </a:ext>
                  </a:extLst>
                </p14:cNvPr>
                <p14:cNvContentPartPr/>
                <p14:nvPr/>
              </p14:nvContentPartPr>
              <p14:xfrm>
                <a:off x="4878540" y="6285608"/>
                <a:ext cx="181800" cy="117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B6A4C23-A452-C76B-9E2B-9396C932CA3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69900" y="6276968"/>
                  <a:ext cx="19944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249D65E8-DDCE-C5F6-8758-043C6051C808}"/>
              </a:ext>
            </a:extLst>
          </p:cNvPr>
          <p:cNvGrpSpPr/>
          <p:nvPr/>
        </p:nvGrpSpPr>
        <p:grpSpPr>
          <a:xfrm>
            <a:off x="5423220" y="6441488"/>
            <a:ext cx="383400" cy="173160"/>
            <a:chOff x="5423220" y="6441488"/>
            <a:chExt cx="38340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076044D-219D-8FC8-70E0-00A442AABB41}"/>
                    </a:ext>
                  </a:extLst>
                </p14:cNvPr>
                <p14:cNvContentPartPr/>
                <p14:nvPr/>
              </p14:nvContentPartPr>
              <p14:xfrm>
                <a:off x="5423220" y="6441488"/>
                <a:ext cx="151560" cy="993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076044D-219D-8FC8-70E0-00A442AABB4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14580" y="6432488"/>
                  <a:ext cx="169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88AB0C-CB78-13A2-095B-E23CF1F58C5B}"/>
                    </a:ext>
                  </a:extLst>
                </p14:cNvPr>
                <p14:cNvContentPartPr/>
                <p14:nvPr/>
              </p14:nvContentPartPr>
              <p14:xfrm>
                <a:off x="5652900" y="6483608"/>
                <a:ext cx="36360" cy="118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88AB0C-CB78-13A2-095B-E23CF1F58C5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44260" y="6474968"/>
                  <a:ext cx="54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D8C2BE5-0D68-EBD5-D895-624AA1520345}"/>
                    </a:ext>
                  </a:extLst>
                </p14:cNvPr>
                <p14:cNvContentPartPr/>
                <p14:nvPr/>
              </p14:nvContentPartPr>
              <p14:xfrm>
                <a:off x="5685300" y="6546248"/>
                <a:ext cx="121320" cy="68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D8C2BE5-0D68-EBD5-D895-624AA152034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76660" y="6537248"/>
                  <a:ext cx="13896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77174A7-1FC3-AB22-DCC6-66665E08E848}"/>
              </a:ext>
            </a:extLst>
          </p:cNvPr>
          <p:cNvGrpSpPr/>
          <p:nvPr/>
        </p:nvGrpSpPr>
        <p:grpSpPr>
          <a:xfrm>
            <a:off x="5938380" y="6207488"/>
            <a:ext cx="966600" cy="365040"/>
            <a:chOff x="5938380" y="6207488"/>
            <a:chExt cx="96660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E985FEE-D757-C316-2259-47F89057AF03}"/>
                    </a:ext>
                  </a:extLst>
                </p14:cNvPr>
                <p14:cNvContentPartPr/>
                <p14:nvPr/>
              </p14:nvContentPartPr>
              <p14:xfrm>
                <a:off x="5938380" y="6472088"/>
                <a:ext cx="147240" cy="100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E985FEE-D757-C316-2259-47F89057AF0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929380" y="6463448"/>
                  <a:ext cx="164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EBCC736-653A-2EF4-A9AC-C5FC3B5523C5}"/>
                    </a:ext>
                  </a:extLst>
                </p14:cNvPr>
                <p14:cNvContentPartPr/>
                <p14:nvPr/>
              </p14:nvContentPartPr>
              <p14:xfrm>
                <a:off x="6105060" y="6408728"/>
                <a:ext cx="103680" cy="18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EBCC736-653A-2EF4-A9AC-C5FC3B5523C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096060" y="6399728"/>
                  <a:ext cx="12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2AC8CA7-A398-4DC7-A1A6-C6E6DCA9619D}"/>
                    </a:ext>
                  </a:extLst>
                </p14:cNvPr>
                <p14:cNvContentPartPr/>
                <p14:nvPr/>
              </p14:nvContentPartPr>
              <p14:xfrm>
                <a:off x="6313860" y="6354008"/>
                <a:ext cx="85680" cy="146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2AC8CA7-A398-4DC7-A1A6-C6E6DCA9619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305220" y="6345008"/>
                  <a:ext cx="103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1692314-F21E-C542-4641-787035126ECC}"/>
                    </a:ext>
                  </a:extLst>
                </p14:cNvPr>
                <p14:cNvContentPartPr/>
                <p14:nvPr/>
              </p14:nvContentPartPr>
              <p14:xfrm>
                <a:off x="6239700" y="6251048"/>
                <a:ext cx="32760" cy="9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1692314-F21E-C542-4641-787035126EC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230700" y="6242048"/>
                  <a:ext cx="50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3A7ECDE-5AB8-FDC6-B2B8-93681CBBC335}"/>
                    </a:ext>
                  </a:extLst>
                </p14:cNvPr>
                <p14:cNvContentPartPr/>
                <p14:nvPr/>
              </p14:nvContentPartPr>
              <p14:xfrm>
                <a:off x="6385500" y="6275168"/>
                <a:ext cx="188280" cy="100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3A7ECDE-5AB8-FDC6-B2B8-93681CBBC33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376860" y="6266168"/>
                  <a:ext cx="205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91473BF-DEFC-9A43-35FA-B7BDC3154711}"/>
                    </a:ext>
                  </a:extLst>
                </p14:cNvPr>
                <p14:cNvContentPartPr/>
                <p14:nvPr/>
              </p14:nvContentPartPr>
              <p14:xfrm>
                <a:off x="6701940" y="6207488"/>
                <a:ext cx="61200" cy="170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91473BF-DEFC-9A43-35FA-B7BDC315471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692940" y="6198848"/>
                  <a:ext cx="78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546EF70-6F6C-4258-BE92-941A585A03E1}"/>
                    </a:ext>
                  </a:extLst>
                </p14:cNvPr>
                <p14:cNvContentPartPr/>
                <p14:nvPr/>
              </p14:nvContentPartPr>
              <p14:xfrm>
                <a:off x="6759180" y="6310448"/>
                <a:ext cx="145800" cy="54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546EF70-6F6C-4258-BE92-941A585A03E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750180" y="6301808"/>
                  <a:ext cx="163440" cy="72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3B95CA1-F188-5C55-06CF-7B796508A0F6}"/>
                  </a:ext>
                </a:extLst>
              </p14:cNvPr>
              <p14:cNvContentPartPr/>
              <p14:nvPr/>
            </p14:nvContentPartPr>
            <p14:xfrm>
              <a:off x="2491380" y="3979015"/>
              <a:ext cx="1926000" cy="67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3B95CA1-F188-5C55-06CF-7B796508A0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82380" y="3970015"/>
                <a:ext cx="1943640" cy="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756DEA7-EEE1-3597-8436-FECD6F4EF902}"/>
              </a:ext>
            </a:extLst>
          </p:cNvPr>
          <p:cNvGrpSpPr/>
          <p:nvPr/>
        </p:nvGrpSpPr>
        <p:grpSpPr>
          <a:xfrm>
            <a:off x="5232420" y="3439375"/>
            <a:ext cx="678240" cy="261720"/>
            <a:chOff x="5232420" y="3439375"/>
            <a:chExt cx="67824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140400-9246-7BB9-02A9-36CB4FB41F77}"/>
                    </a:ext>
                  </a:extLst>
                </p14:cNvPr>
                <p14:cNvContentPartPr/>
                <p14:nvPr/>
              </p14:nvContentPartPr>
              <p14:xfrm>
                <a:off x="5448060" y="3605335"/>
                <a:ext cx="207720" cy="3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140400-9246-7BB9-02A9-36CB4FB41F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9420" y="3596695"/>
                  <a:ext cx="225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DC1ED32-40AC-7F48-5102-E2EA01B19A8E}"/>
                    </a:ext>
                  </a:extLst>
                </p14:cNvPr>
                <p14:cNvContentPartPr/>
                <p14:nvPr/>
              </p14:nvContentPartPr>
              <p14:xfrm>
                <a:off x="5439060" y="3548095"/>
                <a:ext cx="193320" cy="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DC1ED32-40AC-7F48-5102-E2EA01B19A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30060" y="3539095"/>
                  <a:ext cx="210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5D9BD8-D28D-A8A8-A0B0-3D180A89EFCC}"/>
                    </a:ext>
                  </a:extLst>
                </p14:cNvPr>
                <p14:cNvContentPartPr/>
                <p14:nvPr/>
              </p14:nvContentPartPr>
              <p14:xfrm>
                <a:off x="5538060" y="3439375"/>
                <a:ext cx="372600" cy="250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5D9BD8-D28D-A8A8-A0B0-3D180A89EF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29420" y="3430375"/>
                  <a:ext cx="390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82D230-94EF-FA05-A225-4B8FEC4E625D}"/>
                    </a:ext>
                  </a:extLst>
                </p14:cNvPr>
                <p14:cNvContentPartPr/>
                <p14:nvPr/>
              </p14:nvContentPartPr>
              <p14:xfrm>
                <a:off x="5232420" y="3475735"/>
                <a:ext cx="223200" cy="225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82D230-94EF-FA05-A225-4B8FEC4E62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3420" y="3466735"/>
                  <a:ext cx="24084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42B32DC-1DBA-1416-3356-F54E2E00EE5F}"/>
                  </a:ext>
                </a:extLst>
              </p14:cNvPr>
              <p14:cNvContentPartPr/>
              <p14:nvPr/>
            </p14:nvContentPartPr>
            <p14:xfrm>
              <a:off x="7125660" y="3059935"/>
              <a:ext cx="50040" cy="188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42B32DC-1DBA-1416-3356-F54E2E00EE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17020" y="3051295"/>
                <a:ext cx="6768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B01479AA-9739-40AF-0D8B-1E20817C2C26}"/>
              </a:ext>
            </a:extLst>
          </p:cNvPr>
          <p:cNvGrpSpPr/>
          <p:nvPr/>
        </p:nvGrpSpPr>
        <p:grpSpPr>
          <a:xfrm>
            <a:off x="6665580" y="3355495"/>
            <a:ext cx="1595520" cy="573480"/>
            <a:chOff x="6665580" y="3355495"/>
            <a:chExt cx="159552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DBC11E-D15E-7448-66B4-E637289F5EDF}"/>
                    </a:ext>
                  </a:extLst>
                </p14:cNvPr>
                <p14:cNvContentPartPr/>
                <p14:nvPr/>
              </p14:nvContentPartPr>
              <p14:xfrm>
                <a:off x="6673500" y="3397615"/>
                <a:ext cx="912600" cy="7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DBC11E-D15E-7448-66B4-E637289F5E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64500" y="3388975"/>
                  <a:ext cx="93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D1FBB1-B78D-C25F-85F7-DB2355F6EF67}"/>
                    </a:ext>
                  </a:extLst>
                </p14:cNvPr>
                <p14:cNvContentPartPr/>
                <p14:nvPr/>
              </p14:nvContentPartPr>
              <p14:xfrm>
                <a:off x="6665580" y="3698935"/>
                <a:ext cx="83520" cy="17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D1FBB1-B78D-C25F-85F7-DB2355F6EF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56940" y="3690295"/>
                  <a:ext cx="10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31005D-48C0-D49E-FA21-BC36E549FDA6}"/>
                    </a:ext>
                  </a:extLst>
                </p14:cNvPr>
                <p14:cNvContentPartPr/>
                <p14:nvPr/>
              </p14:nvContentPartPr>
              <p14:xfrm>
                <a:off x="6868260" y="3792175"/>
                <a:ext cx="145800" cy="1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31005D-48C0-D49E-FA21-BC36E549FD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59260" y="3783535"/>
                  <a:ext cx="16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849A4B-E85D-2F06-9A6D-506B495E9D2E}"/>
                    </a:ext>
                  </a:extLst>
                </p14:cNvPr>
                <p14:cNvContentPartPr/>
                <p14:nvPr/>
              </p14:nvContentPartPr>
              <p14:xfrm>
                <a:off x="7207020" y="3573295"/>
                <a:ext cx="50400" cy="11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849A4B-E85D-2F06-9A6D-506B495E9D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8380" y="3564295"/>
                  <a:ext cx="68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C108AD-69F7-A0F0-20B5-F0B02F7819E7}"/>
                    </a:ext>
                  </a:extLst>
                </p14:cNvPr>
                <p14:cNvContentPartPr/>
                <p14:nvPr/>
              </p14:nvContentPartPr>
              <p14:xfrm>
                <a:off x="7231140" y="3745735"/>
                <a:ext cx="120600" cy="9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C108AD-69F7-A0F0-20B5-F0B02F7819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2140" y="3737095"/>
                  <a:ext cx="138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F0EF46-F6B0-01E5-91FB-CE1D765687E2}"/>
                    </a:ext>
                  </a:extLst>
                </p14:cNvPr>
                <p14:cNvContentPartPr/>
                <p14:nvPr/>
              </p14:nvContentPartPr>
              <p14:xfrm>
                <a:off x="7231860" y="3818095"/>
                <a:ext cx="150840" cy="11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F0EF46-F6B0-01E5-91FB-CE1D765687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23220" y="3809455"/>
                  <a:ext cx="168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E84A49-D8F2-15DA-DD2C-C811BDE5D8E3}"/>
                    </a:ext>
                  </a:extLst>
                </p14:cNvPr>
                <p14:cNvContentPartPr/>
                <p14:nvPr/>
              </p14:nvContentPartPr>
              <p14:xfrm>
                <a:off x="7481340" y="3708655"/>
                <a:ext cx="156240" cy="10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E84A49-D8F2-15DA-DD2C-C811BDE5D8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72340" y="3700015"/>
                  <a:ext cx="173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AD169-51D4-7C0C-1EF5-D2364FF1998E}"/>
                    </a:ext>
                  </a:extLst>
                </p14:cNvPr>
                <p14:cNvContentPartPr/>
                <p14:nvPr/>
              </p14:nvContentPartPr>
              <p14:xfrm>
                <a:off x="7681500" y="3610735"/>
                <a:ext cx="80640" cy="1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AD169-51D4-7C0C-1EF5-D2364FF199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72860" y="3601735"/>
                  <a:ext cx="98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841967-7B58-4B3D-F366-6D40F6B4FADF}"/>
                    </a:ext>
                  </a:extLst>
                </p14:cNvPr>
                <p14:cNvContentPartPr/>
                <p14:nvPr/>
              </p14:nvContentPartPr>
              <p14:xfrm>
                <a:off x="7862940" y="3568975"/>
                <a:ext cx="71280" cy="169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841967-7B58-4B3D-F366-6D40F6B4FA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3940" y="3560335"/>
                  <a:ext cx="88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F8D9B3-F99A-F798-6DDE-7D540A5E61A3}"/>
                    </a:ext>
                  </a:extLst>
                </p14:cNvPr>
                <p14:cNvContentPartPr/>
                <p14:nvPr/>
              </p14:nvContentPartPr>
              <p14:xfrm>
                <a:off x="7808580" y="3449455"/>
                <a:ext cx="360" cy="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F8D9B3-F99A-F798-6DDE-7D540A5E61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9940" y="3440815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0C7E2B-CD65-8112-6600-2C3C0E5E33D6}"/>
                    </a:ext>
                  </a:extLst>
                </p14:cNvPr>
                <p14:cNvContentPartPr/>
                <p14:nvPr/>
              </p14:nvContentPartPr>
              <p14:xfrm>
                <a:off x="7952940" y="3519655"/>
                <a:ext cx="251640" cy="115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0C7E2B-CD65-8112-6600-2C3C0E5E33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4300" y="3510655"/>
                  <a:ext cx="269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D2F7F8-03DD-2A02-3BB7-081E981B4D4B}"/>
                    </a:ext>
                  </a:extLst>
                </p14:cNvPr>
                <p14:cNvContentPartPr/>
                <p14:nvPr/>
              </p14:nvContentPartPr>
              <p14:xfrm>
                <a:off x="7517700" y="3355495"/>
                <a:ext cx="743400" cy="4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D2F7F8-03DD-2A02-3BB7-081E981B4D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08700" y="3346855"/>
                  <a:ext cx="7610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5340F4-8814-42E8-BD16-A243FDE55BF8}"/>
              </a:ext>
            </a:extLst>
          </p:cNvPr>
          <p:cNvGrpSpPr/>
          <p:nvPr/>
        </p:nvGrpSpPr>
        <p:grpSpPr>
          <a:xfrm>
            <a:off x="8889300" y="3259015"/>
            <a:ext cx="301680" cy="394560"/>
            <a:chOff x="8889300" y="3259015"/>
            <a:chExt cx="30168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0E06CE-B5BE-A804-1E19-DACCA7C6D081}"/>
                    </a:ext>
                  </a:extLst>
                </p14:cNvPr>
                <p14:cNvContentPartPr/>
                <p14:nvPr/>
              </p14:nvContentPartPr>
              <p14:xfrm>
                <a:off x="8946180" y="3470335"/>
                <a:ext cx="25200" cy="82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0E06CE-B5BE-A804-1E19-DACCA7C6D0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37540" y="3461695"/>
                  <a:ext cx="42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37E1A9-C302-93B6-8889-02920B2D694F}"/>
                    </a:ext>
                  </a:extLst>
                </p14:cNvPr>
                <p14:cNvContentPartPr/>
                <p14:nvPr/>
              </p14:nvContentPartPr>
              <p14:xfrm>
                <a:off x="8889300" y="3365215"/>
                <a:ext cx="4320" cy="6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37E1A9-C302-93B6-8889-02920B2D69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0300" y="3356215"/>
                  <a:ext cx="21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1F17D0-BAC9-68E1-0062-0C544C682067}"/>
                    </a:ext>
                  </a:extLst>
                </p14:cNvPr>
                <p14:cNvContentPartPr/>
                <p14:nvPr/>
              </p14:nvContentPartPr>
              <p14:xfrm>
                <a:off x="9006660" y="3259015"/>
                <a:ext cx="148320" cy="394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1F17D0-BAC9-68E1-0062-0C544C6820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97660" y="3250375"/>
                  <a:ext cx="1659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68E067-5667-9C8C-EDCE-10189FBE9F3E}"/>
                    </a:ext>
                  </a:extLst>
                </p14:cNvPr>
                <p14:cNvContentPartPr/>
                <p14:nvPr/>
              </p14:nvContentPartPr>
              <p14:xfrm>
                <a:off x="9039780" y="3480415"/>
                <a:ext cx="15120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68E067-5667-9C8C-EDCE-10189FBE9F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30780" y="3471415"/>
                  <a:ext cx="1688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E35BCFB-459E-BB6B-23EE-B3D3C5E682B1}"/>
              </a:ext>
            </a:extLst>
          </p:cNvPr>
          <p:cNvGrpSpPr/>
          <p:nvPr/>
        </p:nvGrpSpPr>
        <p:grpSpPr>
          <a:xfrm>
            <a:off x="9443340" y="3237055"/>
            <a:ext cx="1010880" cy="401040"/>
            <a:chOff x="9443340" y="3237055"/>
            <a:chExt cx="101088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0BFB0B-D29A-CBF7-BD5C-53F48AC8177C}"/>
                    </a:ext>
                  </a:extLst>
                </p14:cNvPr>
                <p14:cNvContentPartPr/>
                <p14:nvPr/>
              </p14:nvContentPartPr>
              <p14:xfrm>
                <a:off x="9669780" y="3237055"/>
                <a:ext cx="34920" cy="13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0BFB0B-D29A-CBF7-BD5C-53F48AC817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60780" y="3228415"/>
                  <a:ext cx="52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8B4DFA-E1B7-5AD5-6D91-970AF6FB4506}"/>
                    </a:ext>
                  </a:extLst>
                </p14:cNvPr>
                <p14:cNvContentPartPr/>
                <p14:nvPr/>
              </p14:nvContentPartPr>
              <p14:xfrm>
                <a:off x="9667980" y="3413095"/>
                <a:ext cx="14112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8B4DFA-E1B7-5AD5-6D91-970AF6FB45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59340" y="3404455"/>
                  <a:ext cx="158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3DB9DD-F290-4242-0578-ECA6CF029065}"/>
                    </a:ext>
                  </a:extLst>
                </p14:cNvPr>
                <p14:cNvContentPartPr/>
                <p14:nvPr/>
              </p14:nvContentPartPr>
              <p14:xfrm>
                <a:off x="9647820" y="3537655"/>
                <a:ext cx="149040" cy="100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3DB9DD-F290-4242-0578-ECA6CF02906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38820" y="3529015"/>
                  <a:ext cx="166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5D1F9E-8626-DF46-BB51-F6C1EFFDFE27}"/>
                    </a:ext>
                  </a:extLst>
                </p14:cNvPr>
                <p14:cNvContentPartPr/>
                <p14:nvPr/>
              </p14:nvContentPartPr>
              <p14:xfrm>
                <a:off x="9443340" y="3361255"/>
                <a:ext cx="74880" cy="20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5D1F9E-8626-DF46-BB51-F6C1EFFDFE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34700" y="3352615"/>
                  <a:ext cx="92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29E3C0C-E85B-CF2F-E075-5C9F95DEBCFB}"/>
                    </a:ext>
                  </a:extLst>
                </p14:cNvPr>
                <p14:cNvContentPartPr/>
                <p14:nvPr/>
              </p14:nvContentPartPr>
              <p14:xfrm>
                <a:off x="9881460" y="3350815"/>
                <a:ext cx="57960" cy="17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29E3C0C-E85B-CF2F-E075-5C9F95DEBC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72820" y="3342175"/>
                  <a:ext cx="75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4E8045-071B-ACC7-9A50-9F0F077F1C28}"/>
                    </a:ext>
                  </a:extLst>
                </p14:cNvPr>
                <p14:cNvContentPartPr/>
                <p14:nvPr/>
              </p14:nvContentPartPr>
              <p14:xfrm>
                <a:off x="10094580" y="3340375"/>
                <a:ext cx="194040" cy="145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4E8045-071B-ACC7-9A50-9F0F077F1C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85940" y="3331735"/>
                  <a:ext cx="211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BEB260-270E-C94A-B35B-7A5445006BBD}"/>
                    </a:ext>
                  </a:extLst>
                </p14:cNvPr>
                <p14:cNvContentPartPr/>
                <p14:nvPr/>
              </p14:nvContentPartPr>
              <p14:xfrm>
                <a:off x="10390860" y="3298975"/>
                <a:ext cx="63360" cy="161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BEB260-270E-C94A-B35B-7A5445006BB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81860" y="3289975"/>
                  <a:ext cx="810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AFD6F8A-4C88-9602-76B4-A93F71FCDEDF}"/>
              </a:ext>
            </a:extLst>
          </p:cNvPr>
          <p:cNvGrpSpPr/>
          <p:nvPr/>
        </p:nvGrpSpPr>
        <p:grpSpPr>
          <a:xfrm>
            <a:off x="5932980" y="2690935"/>
            <a:ext cx="1096920" cy="590040"/>
            <a:chOff x="5932980" y="2690935"/>
            <a:chExt cx="109692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FAD59F-D22A-7AB9-FCBB-128366A21197}"/>
                    </a:ext>
                  </a:extLst>
                </p14:cNvPr>
                <p14:cNvContentPartPr/>
                <p14:nvPr/>
              </p14:nvContentPartPr>
              <p14:xfrm>
                <a:off x="5932980" y="3085855"/>
                <a:ext cx="70560" cy="195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FAD59F-D22A-7AB9-FCBB-128366A211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24340" y="3077215"/>
                  <a:ext cx="88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67E1FD-A647-CF21-15B1-3988F2246790}"/>
                    </a:ext>
                  </a:extLst>
                </p14:cNvPr>
                <p14:cNvContentPartPr/>
                <p14:nvPr/>
              </p14:nvContentPartPr>
              <p14:xfrm>
                <a:off x="5990220" y="3151375"/>
                <a:ext cx="81000" cy="54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67E1FD-A647-CF21-15B1-3988F22467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81220" y="3142735"/>
                  <a:ext cx="9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164FFB-0BF6-F0E7-A178-00560EDC81C7}"/>
                    </a:ext>
                  </a:extLst>
                </p14:cNvPr>
                <p14:cNvContentPartPr/>
                <p14:nvPr/>
              </p14:nvContentPartPr>
              <p14:xfrm>
                <a:off x="6057900" y="3028615"/>
                <a:ext cx="85680" cy="20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164FFB-0BF6-F0E7-A178-00560EDC8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48900" y="3019975"/>
                  <a:ext cx="103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9C4907-96BF-5C67-98E7-645C4F911F6D}"/>
                    </a:ext>
                  </a:extLst>
                </p14:cNvPr>
                <p14:cNvContentPartPr/>
                <p14:nvPr/>
              </p14:nvContentPartPr>
              <p14:xfrm>
                <a:off x="6176700" y="2950855"/>
                <a:ext cx="109080" cy="239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9C4907-96BF-5C67-98E7-645C4F911F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68060" y="2941855"/>
                  <a:ext cx="126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550C43-D5D0-7F29-39A6-9991A992DC09}"/>
                    </a:ext>
                  </a:extLst>
                </p14:cNvPr>
                <p14:cNvContentPartPr/>
                <p14:nvPr/>
              </p14:nvContentPartPr>
              <p14:xfrm>
                <a:off x="6286140" y="3062815"/>
                <a:ext cx="182520" cy="118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550C43-D5D0-7F29-39A6-9991A992DC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77500" y="3054175"/>
                  <a:ext cx="200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9694F3-642B-D90B-7F3A-F13652740971}"/>
                    </a:ext>
                  </a:extLst>
                </p14:cNvPr>
                <p14:cNvContentPartPr/>
                <p14:nvPr/>
              </p14:nvContentPartPr>
              <p14:xfrm>
                <a:off x="6416100" y="2883175"/>
                <a:ext cx="67680" cy="149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9694F3-642B-D90B-7F3A-F136527409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07460" y="2874535"/>
                  <a:ext cx="85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BC18DA-86C0-BB95-B76A-AB8B2CE35334}"/>
                    </a:ext>
                  </a:extLst>
                </p14:cNvPr>
                <p14:cNvContentPartPr/>
                <p14:nvPr/>
              </p14:nvContentPartPr>
              <p14:xfrm>
                <a:off x="6357780" y="2742775"/>
                <a:ext cx="1440" cy="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BC18DA-86C0-BB95-B76A-AB8B2CE353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49140" y="2733775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9C2C31-35BE-A2F8-5C54-202A5AE8BAB0}"/>
                    </a:ext>
                  </a:extLst>
                </p14:cNvPr>
                <p14:cNvContentPartPr/>
                <p14:nvPr/>
              </p14:nvContentPartPr>
              <p14:xfrm>
                <a:off x="6468300" y="2797855"/>
                <a:ext cx="22860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9C2C31-35BE-A2F8-5C54-202A5AE8BAB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59300" y="2788855"/>
                  <a:ext cx="246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31A7AD4-50C9-57B5-08D5-963BE3CB4ADE}"/>
                    </a:ext>
                  </a:extLst>
                </p14:cNvPr>
                <p14:cNvContentPartPr/>
                <p14:nvPr/>
              </p14:nvContentPartPr>
              <p14:xfrm>
                <a:off x="6608340" y="2690935"/>
                <a:ext cx="209160" cy="27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31A7AD4-50C9-57B5-08D5-963BE3CB4A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99700" y="2682295"/>
                  <a:ext cx="226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1C54A7-7607-4C71-7FC8-952ECB4C0A65}"/>
                    </a:ext>
                  </a:extLst>
                </p14:cNvPr>
                <p14:cNvContentPartPr/>
                <p14:nvPr/>
              </p14:nvContentPartPr>
              <p14:xfrm>
                <a:off x="6530580" y="2826295"/>
                <a:ext cx="8640" cy="30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1C54A7-7607-4C71-7FC8-952ECB4C0A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21580" y="2817295"/>
                  <a:ext cx="26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CB2B2B-5BFC-FEE1-D499-E8F765FFB72C}"/>
                    </a:ext>
                  </a:extLst>
                </p14:cNvPr>
                <p14:cNvContentPartPr/>
                <p14:nvPr/>
              </p14:nvContentPartPr>
              <p14:xfrm>
                <a:off x="6933060" y="2825935"/>
                <a:ext cx="96840" cy="1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CB2B2B-5BFC-FEE1-D499-E8F765FFB7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24060" y="2816935"/>
                  <a:ext cx="11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B9CAEE-056D-DCA4-0EE7-674345FA0329}"/>
                    </a:ext>
                  </a:extLst>
                </p14:cNvPr>
                <p14:cNvContentPartPr/>
                <p14:nvPr/>
              </p14:nvContentPartPr>
              <p14:xfrm>
                <a:off x="6953220" y="2753575"/>
                <a:ext cx="50400" cy="15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B9CAEE-056D-DCA4-0EE7-674345FA03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44220" y="2744575"/>
                  <a:ext cx="6804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F78B8F2-9785-6E0D-5870-C1387DBAFBAF}"/>
              </a:ext>
            </a:extLst>
          </p:cNvPr>
          <p:cNvGrpSpPr/>
          <p:nvPr/>
        </p:nvGrpSpPr>
        <p:grpSpPr>
          <a:xfrm>
            <a:off x="6337980" y="3491215"/>
            <a:ext cx="99360" cy="61920"/>
            <a:chOff x="6337980" y="3491215"/>
            <a:chExt cx="99360" cy="6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1216D1-D777-B05C-C4FC-73EF4515B15E}"/>
                    </a:ext>
                  </a:extLst>
                </p14:cNvPr>
                <p14:cNvContentPartPr/>
                <p14:nvPr/>
              </p14:nvContentPartPr>
              <p14:xfrm>
                <a:off x="6360660" y="3532255"/>
                <a:ext cx="71640" cy="20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1216D1-D777-B05C-C4FC-73EF4515B1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51660" y="3523255"/>
                  <a:ext cx="89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4FEC61-3300-5D47-A8BE-172ABE0585E3}"/>
                    </a:ext>
                  </a:extLst>
                </p14:cNvPr>
                <p14:cNvContentPartPr/>
                <p14:nvPr/>
              </p14:nvContentPartPr>
              <p14:xfrm>
                <a:off x="6337980" y="3491215"/>
                <a:ext cx="99360" cy="21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4FEC61-3300-5D47-A8BE-172ABE0585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28980" y="3482215"/>
                  <a:ext cx="11700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DBA3C9-C0C5-9C93-4CE2-13FC875846CC}"/>
                  </a:ext>
                </a:extLst>
              </p14:cNvPr>
              <p14:cNvContentPartPr/>
              <p14:nvPr/>
            </p14:nvContentPartPr>
            <p14:xfrm>
              <a:off x="914580" y="5381575"/>
              <a:ext cx="230040" cy="129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DBA3C9-C0C5-9C93-4CE2-13FC875846C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05940" y="5372935"/>
                <a:ext cx="247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6D6229E-8BCF-5955-16B4-A99023E03E3B}"/>
                  </a:ext>
                </a:extLst>
              </p14:cNvPr>
              <p14:cNvContentPartPr/>
              <p14:nvPr/>
            </p14:nvContentPartPr>
            <p14:xfrm>
              <a:off x="1246140" y="5460415"/>
              <a:ext cx="58320" cy="50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6D6229E-8BCF-5955-16B4-A99023E03E3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37140" y="5451415"/>
                <a:ext cx="759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65AFA3A-1765-E1DE-ECEE-41E816604186}"/>
                  </a:ext>
                </a:extLst>
              </p14:cNvPr>
              <p14:cNvContentPartPr/>
              <p14:nvPr/>
            </p14:nvContentPartPr>
            <p14:xfrm>
              <a:off x="1231740" y="5389495"/>
              <a:ext cx="77760" cy="6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65AFA3A-1765-E1DE-ECEE-41E81660418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22740" y="5380855"/>
                <a:ext cx="95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FF1C84A-2544-76E0-CB84-7E6519C9A0DF}"/>
                  </a:ext>
                </a:extLst>
              </p14:cNvPr>
              <p14:cNvContentPartPr/>
              <p14:nvPr/>
            </p14:nvContentPartPr>
            <p14:xfrm>
              <a:off x="1503900" y="5318575"/>
              <a:ext cx="127080" cy="1584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FF1C84A-2544-76E0-CB84-7E6519C9A0D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95260" y="5309935"/>
                <a:ext cx="144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38206ED-FEB4-6D0D-8BAB-54AA4D4260E0}"/>
                  </a:ext>
                </a:extLst>
              </p14:cNvPr>
              <p14:cNvContentPartPr/>
              <p14:nvPr/>
            </p14:nvContentPartPr>
            <p14:xfrm>
              <a:off x="1807740" y="5309575"/>
              <a:ext cx="15840" cy="38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38206ED-FEB4-6D0D-8BAB-54AA4D4260E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99100" y="5300575"/>
                <a:ext cx="33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6A5192A-CB59-C104-7853-D6E616D46448}"/>
                  </a:ext>
                </a:extLst>
              </p14:cNvPr>
              <p14:cNvContentPartPr/>
              <p14:nvPr/>
            </p14:nvContentPartPr>
            <p14:xfrm>
              <a:off x="1839060" y="5429095"/>
              <a:ext cx="360" cy="8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6A5192A-CB59-C104-7853-D6E616D464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30060" y="5420095"/>
                <a:ext cx="180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6B139C82-A8E4-6B3B-8D16-727381DCD5C2}"/>
              </a:ext>
            </a:extLst>
          </p:cNvPr>
          <p:cNvGrpSpPr/>
          <p:nvPr/>
        </p:nvGrpSpPr>
        <p:grpSpPr>
          <a:xfrm>
            <a:off x="2056860" y="5016175"/>
            <a:ext cx="1574280" cy="694440"/>
            <a:chOff x="2056860" y="5016175"/>
            <a:chExt cx="1574280" cy="69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AB9E64-D762-9576-99D8-01ECB38F2BFA}"/>
                    </a:ext>
                  </a:extLst>
                </p14:cNvPr>
                <p14:cNvContentPartPr/>
                <p14:nvPr/>
              </p14:nvContentPartPr>
              <p14:xfrm>
                <a:off x="2256300" y="5242975"/>
                <a:ext cx="72000" cy="237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AB9E64-D762-9576-99D8-01ECB38F2BF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47300" y="5234335"/>
                  <a:ext cx="89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F0D90F-CCAB-94A5-20AC-3EB63A079422}"/>
                    </a:ext>
                  </a:extLst>
                </p14:cNvPr>
                <p14:cNvContentPartPr/>
                <p14:nvPr/>
              </p14:nvContentPartPr>
              <p14:xfrm>
                <a:off x="2306700" y="5377255"/>
                <a:ext cx="127800" cy="11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F0D90F-CCAB-94A5-20AC-3EB63A0794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97700" y="5368255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66282E-21CA-7AAE-5106-1380E980B784}"/>
                    </a:ext>
                  </a:extLst>
                </p14:cNvPr>
                <p14:cNvContentPartPr/>
                <p14:nvPr/>
              </p14:nvContentPartPr>
              <p14:xfrm>
                <a:off x="2358540" y="5252335"/>
                <a:ext cx="80640" cy="20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66282E-21CA-7AAE-5106-1380E980B7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49900" y="5243695"/>
                  <a:ext cx="98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9F4973E-FEF9-D040-F1C7-EB5EA0911901}"/>
                    </a:ext>
                  </a:extLst>
                </p14:cNvPr>
                <p14:cNvContentPartPr/>
                <p14:nvPr/>
              </p14:nvContentPartPr>
              <p14:xfrm>
                <a:off x="2527740" y="5215975"/>
                <a:ext cx="55440" cy="25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9F4973E-FEF9-D040-F1C7-EB5EA091190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19100" y="5207335"/>
                  <a:ext cx="7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65FC22-FC01-5CF3-044E-2EF105F0274D}"/>
                    </a:ext>
                  </a:extLst>
                </p14:cNvPr>
                <p14:cNvContentPartPr/>
                <p14:nvPr/>
              </p14:nvContentPartPr>
              <p14:xfrm>
                <a:off x="2056860" y="5268895"/>
                <a:ext cx="85320" cy="21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65FC22-FC01-5CF3-044E-2EF105F0274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48220" y="5260255"/>
                  <a:ext cx="102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36311DC-752E-9494-B33F-8558326C141B}"/>
                    </a:ext>
                  </a:extLst>
                </p14:cNvPr>
                <p14:cNvContentPartPr/>
                <p14:nvPr/>
              </p14:nvContentPartPr>
              <p14:xfrm>
                <a:off x="2709540" y="5387335"/>
                <a:ext cx="106560" cy="4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36311DC-752E-9494-B33F-8558326C14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00540" y="5378695"/>
                  <a:ext cx="124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44171BF-E87F-D305-07C0-0417109DB921}"/>
                    </a:ext>
                  </a:extLst>
                </p14:cNvPr>
                <p14:cNvContentPartPr/>
                <p14:nvPr/>
              </p14:nvContentPartPr>
              <p14:xfrm>
                <a:off x="2700180" y="5314975"/>
                <a:ext cx="115920" cy="1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44171BF-E87F-D305-07C0-0417109DB9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91540" y="5305975"/>
                  <a:ext cx="133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02E61E-A8F0-5264-37EC-EAC49BBAAAA9}"/>
                    </a:ext>
                  </a:extLst>
                </p14:cNvPr>
                <p14:cNvContentPartPr/>
                <p14:nvPr/>
              </p14:nvContentPartPr>
              <p14:xfrm>
                <a:off x="3361140" y="5016175"/>
                <a:ext cx="42120" cy="14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A02E61E-A8F0-5264-37EC-EAC49BBAAA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52500" y="5007535"/>
                  <a:ext cx="5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934050-688F-B589-BC05-2DE5E4E84403}"/>
                    </a:ext>
                  </a:extLst>
                </p14:cNvPr>
                <p14:cNvContentPartPr/>
                <p14:nvPr/>
              </p14:nvContentPartPr>
              <p14:xfrm>
                <a:off x="3009060" y="5268175"/>
                <a:ext cx="622080" cy="35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934050-688F-B589-BC05-2DE5E4E844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00420" y="5259175"/>
                  <a:ext cx="639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9B9F4F-3C4C-9BB3-8CEE-B637E0E4A2DA}"/>
                    </a:ext>
                  </a:extLst>
                </p14:cNvPr>
                <p14:cNvContentPartPr/>
                <p14:nvPr/>
              </p14:nvContentPartPr>
              <p14:xfrm>
                <a:off x="3106620" y="5470495"/>
                <a:ext cx="64440" cy="18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9B9F4F-3C4C-9BB3-8CEE-B637E0E4A2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97620" y="5461855"/>
                  <a:ext cx="82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C376D18-6F5B-751B-B466-F8A6CCAFDD89}"/>
                    </a:ext>
                  </a:extLst>
                </p14:cNvPr>
                <p14:cNvContentPartPr/>
                <p14:nvPr/>
              </p14:nvContentPartPr>
              <p14:xfrm>
                <a:off x="3263940" y="5557975"/>
                <a:ext cx="82080" cy="9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C376D18-6F5B-751B-B466-F8A6CCAFDD8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54940" y="5549335"/>
                  <a:ext cx="99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B35143-1FCE-34B4-5EBC-1AB183F03D96}"/>
                    </a:ext>
                  </a:extLst>
                </p14:cNvPr>
                <p14:cNvContentPartPr/>
                <p14:nvPr/>
              </p14:nvContentPartPr>
              <p14:xfrm>
                <a:off x="3487860" y="5410015"/>
                <a:ext cx="38160" cy="87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B35143-1FCE-34B4-5EBC-1AB183F03D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79220" y="5401375"/>
                  <a:ext cx="55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84D9EE-8F8C-B383-12E5-2CBFD5C67E03}"/>
                    </a:ext>
                  </a:extLst>
                </p14:cNvPr>
                <p14:cNvContentPartPr/>
                <p14:nvPr/>
              </p14:nvContentPartPr>
              <p14:xfrm>
                <a:off x="3495060" y="5543215"/>
                <a:ext cx="110520" cy="16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84D9EE-8F8C-B383-12E5-2CBFD5C67E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86420" y="5534575"/>
                  <a:ext cx="128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D4BFA05-57F1-1F42-2BA8-F3D397FA6BED}"/>
                    </a:ext>
                  </a:extLst>
                </p14:cNvPr>
                <p14:cNvContentPartPr/>
                <p14:nvPr/>
              </p14:nvContentPartPr>
              <p14:xfrm>
                <a:off x="3491100" y="5617375"/>
                <a:ext cx="122400" cy="93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D4BFA05-57F1-1F42-2BA8-F3D397FA6BE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82460" y="5608375"/>
                  <a:ext cx="1400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EBE924C-1E76-E1DC-B524-41C4B73FE10F}"/>
              </a:ext>
            </a:extLst>
          </p:cNvPr>
          <p:cNvGrpSpPr/>
          <p:nvPr/>
        </p:nvGrpSpPr>
        <p:grpSpPr>
          <a:xfrm>
            <a:off x="3844980" y="5231455"/>
            <a:ext cx="135000" cy="84240"/>
            <a:chOff x="3844980" y="5231455"/>
            <a:chExt cx="1350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BE2A35-2BDC-98C5-8693-468B7D51584C}"/>
                    </a:ext>
                  </a:extLst>
                </p14:cNvPr>
                <p14:cNvContentPartPr/>
                <p14:nvPr/>
              </p14:nvContentPartPr>
              <p14:xfrm>
                <a:off x="3844980" y="5304535"/>
                <a:ext cx="135000" cy="1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BE2A35-2BDC-98C5-8693-468B7D5158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35980" y="5295535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0D9783-6573-CAAD-5796-B8F9AFA66A5B}"/>
                    </a:ext>
                  </a:extLst>
                </p14:cNvPr>
                <p14:cNvContentPartPr/>
                <p14:nvPr/>
              </p14:nvContentPartPr>
              <p14:xfrm>
                <a:off x="3870540" y="5231455"/>
                <a:ext cx="99000" cy="11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0D9783-6573-CAAD-5796-B8F9AFA66A5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61540" y="5222455"/>
                  <a:ext cx="11664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ACD6F06-7C69-9F79-A03D-7A23D279A6E8}"/>
                  </a:ext>
                </a:extLst>
              </p14:cNvPr>
              <p14:cNvContentPartPr/>
              <p14:nvPr/>
            </p14:nvContentPartPr>
            <p14:xfrm>
              <a:off x="4333500" y="5204815"/>
              <a:ext cx="246960" cy="194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ACD6F06-7C69-9F79-A03D-7A23D279A6E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24500" y="5195815"/>
                <a:ext cx="26460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C3D956A-53E3-A7C1-6152-4E38462E7AB8}"/>
              </a:ext>
            </a:extLst>
          </p:cNvPr>
          <p:cNvGrpSpPr/>
          <p:nvPr/>
        </p:nvGrpSpPr>
        <p:grpSpPr>
          <a:xfrm>
            <a:off x="960660" y="6072775"/>
            <a:ext cx="702000" cy="181800"/>
            <a:chOff x="960660" y="6072775"/>
            <a:chExt cx="7020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25D423-F9C6-020B-914B-53B0D61035DF}"/>
                    </a:ext>
                  </a:extLst>
                </p14:cNvPr>
                <p14:cNvContentPartPr/>
                <p14:nvPr/>
              </p14:nvContentPartPr>
              <p14:xfrm>
                <a:off x="960660" y="6140095"/>
                <a:ext cx="208800" cy="114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25D423-F9C6-020B-914B-53B0D61035D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2020" y="6131455"/>
                  <a:ext cx="226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A7D2CAB-5A41-011C-343A-793DC98E7261}"/>
                    </a:ext>
                  </a:extLst>
                </p14:cNvPr>
                <p14:cNvContentPartPr/>
                <p14:nvPr/>
              </p14:nvContentPartPr>
              <p14:xfrm>
                <a:off x="1257660" y="6199135"/>
                <a:ext cx="103680" cy="14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A7D2CAB-5A41-011C-343A-793DC98E72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49020" y="6190135"/>
                  <a:ext cx="121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F90373A-A53C-C6B9-ADE3-759F270C6056}"/>
                    </a:ext>
                  </a:extLst>
                </p14:cNvPr>
                <p14:cNvContentPartPr/>
                <p14:nvPr/>
              </p14:nvContentPartPr>
              <p14:xfrm>
                <a:off x="1242540" y="6146215"/>
                <a:ext cx="92880" cy="20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F90373A-A53C-C6B9-ADE3-759F270C605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33540" y="6137575"/>
                  <a:ext cx="110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EB7059-73CC-F020-925A-9F037C358C70}"/>
                    </a:ext>
                  </a:extLst>
                </p14:cNvPr>
                <p14:cNvContentPartPr/>
                <p14:nvPr/>
              </p14:nvContentPartPr>
              <p14:xfrm>
                <a:off x="1490940" y="6115975"/>
                <a:ext cx="47880" cy="9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EB7059-73CC-F020-925A-9F037C358C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81940" y="6107335"/>
                  <a:ext cx="65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1530B4-61CE-9CC3-61AA-02B339BBE5C6}"/>
                    </a:ext>
                  </a:extLst>
                </p14:cNvPr>
                <p14:cNvContentPartPr/>
                <p14:nvPr/>
              </p14:nvContentPartPr>
              <p14:xfrm>
                <a:off x="1594980" y="6146215"/>
                <a:ext cx="65160" cy="82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1530B4-61CE-9CC3-61AA-02B339BBE5C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85980" y="6137215"/>
                  <a:ext cx="8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580B272-7B7F-8DAB-A36B-A23F4E32E954}"/>
                    </a:ext>
                  </a:extLst>
                </p14:cNvPr>
                <p14:cNvContentPartPr/>
                <p14:nvPr/>
              </p14:nvContentPartPr>
              <p14:xfrm>
                <a:off x="1388700" y="6072775"/>
                <a:ext cx="273960" cy="27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580B272-7B7F-8DAB-A36B-A23F4E32E9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79700" y="6063775"/>
                  <a:ext cx="291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248BE08-50F1-E6F1-1D5B-6B458B526924}"/>
                    </a:ext>
                  </a:extLst>
                </p14:cNvPr>
                <p14:cNvContentPartPr/>
                <p14:nvPr/>
              </p14:nvContentPartPr>
              <p14:xfrm>
                <a:off x="1527300" y="6151255"/>
                <a:ext cx="33120" cy="76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248BE08-50F1-E6F1-1D5B-6B458B52692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518300" y="6142255"/>
                  <a:ext cx="50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B7C02F2-9FAC-0CC0-B10C-1A1B5D9F1892}"/>
                    </a:ext>
                  </a:extLst>
                </p14:cNvPr>
                <p14:cNvContentPartPr/>
                <p14:nvPr/>
              </p14:nvContentPartPr>
              <p14:xfrm>
                <a:off x="1594980" y="6125335"/>
                <a:ext cx="36000" cy="94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B7C02F2-9FAC-0CC0-B10C-1A1B5D9F18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85980" y="6116335"/>
                  <a:ext cx="5364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9B08F52-4EEB-43B6-CA03-29E510841A55}"/>
                  </a:ext>
                </a:extLst>
              </p14:cNvPr>
              <p14:cNvContentPartPr/>
              <p14:nvPr/>
            </p14:nvContentPartPr>
            <p14:xfrm>
              <a:off x="1921500" y="6133975"/>
              <a:ext cx="11520" cy="12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9B08F52-4EEB-43B6-CA03-29E510841A5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12500" y="6124975"/>
                <a:ext cx="29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089A297-0235-64BE-A8DC-FDB7FBBCAE1D}"/>
                  </a:ext>
                </a:extLst>
              </p14:cNvPr>
              <p14:cNvContentPartPr/>
              <p14:nvPr/>
            </p14:nvContentPartPr>
            <p14:xfrm>
              <a:off x="1948140" y="6234415"/>
              <a:ext cx="4320" cy="180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089A297-0235-64BE-A8DC-FDB7FBBCAE1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939140" y="6225415"/>
                <a:ext cx="2196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D0A1DC9-F008-B16E-487A-A07261A19432}"/>
              </a:ext>
            </a:extLst>
          </p:cNvPr>
          <p:cNvGrpSpPr/>
          <p:nvPr/>
        </p:nvGrpSpPr>
        <p:grpSpPr>
          <a:xfrm>
            <a:off x="2155860" y="5907175"/>
            <a:ext cx="1599480" cy="614160"/>
            <a:chOff x="2155860" y="5907175"/>
            <a:chExt cx="159948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173416D-01CE-B30F-C83D-948AC76A5E6A}"/>
                    </a:ext>
                  </a:extLst>
                </p14:cNvPr>
                <p14:cNvContentPartPr/>
                <p14:nvPr/>
              </p14:nvContentPartPr>
              <p14:xfrm>
                <a:off x="2311740" y="6047215"/>
                <a:ext cx="87840" cy="232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173416D-01CE-B30F-C83D-948AC76A5E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03100" y="6038575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2B0FF4-47CA-CF9E-C059-7AC5DE30BBD3}"/>
                    </a:ext>
                  </a:extLst>
                </p14:cNvPr>
                <p14:cNvContentPartPr/>
                <p14:nvPr/>
              </p14:nvContentPartPr>
              <p14:xfrm>
                <a:off x="2343060" y="6041815"/>
                <a:ext cx="118440" cy="203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2B0FF4-47CA-CF9E-C059-7AC5DE30BB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34060" y="6033175"/>
                  <a:ext cx="136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BDD84B1-030B-0CE3-84C1-03BD25B054F7}"/>
                    </a:ext>
                  </a:extLst>
                </p14:cNvPr>
                <p14:cNvContentPartPr/>
                <p14:nvPr/>
              </p14:nvContentPartPr>
              <p14:xfrm>
                <a:off x="2555820" y="6016255"/>
                <a:ext cx="110160" cy="305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BDD84B1-030B-0CE3-84C1-03BD25B054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47180" y="6007255"/>
                  <a:ext cx="127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1AD7E59-F3AB-FF05-F344-B17C8BB2C88C}"/>
                    </a:ext>
                  </a:extLst>
                </p14:cNvPr>
                <p14:cNvContentPartPr/>
                <p14:nvPr/>
              </p14:nvContentPartPr>
              <p14:xfrm>
                <a:off x="2155860" y="6029575"/>
                <a:ext cx="117720" cy="244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1AD7E59-F3AB-FF05-F344-B17C8BB2C88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47220" y="6020935"/>
                  <a:ext cx="135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1D7105D-F84B-A426-8D16-ACD31502B5A5}"/>
                    </a:ext>
                  </a:extLst>
                </p14:cNvPr>
                <p14:cNvContentPartPr/>
                <p14:nvPr/>
              </p14:nvContentPartPr>
              <p14:xfrm>
                <a:off x="2795220" y="6234415"/>
                <a:ext cx="114480" cy="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1D7105D-F84B-A426-8D16-ACD31502B5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86220" y="6225415"/>
                  <a:ext cx="132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9816B84-3496-699E-101F-384FC3B67FFB}"/>
                    </a:ext>
                  </a:extLst>
                </p14:cNvPr>
                <p14:cNvContentPartPr/>
                <p14:nvPr/>
              </p14:nvContentPartPr>
              <p14:xfrm>
                <a:off x="2749860" y="6140095"/>
                <a:ext cx="154440" cy="2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9816B84-3496-699E-101F-384FC3B67FF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41220" y="6131095"/>
                  <a:ext cx="172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5D80847-27A2-144D-A6A8-724568CC08CD}"/>
                    </a:ext>
                  </a:extLst>
                </p14:cNvPr>
                <p14:cNvContentPartPr/>
                <p14:nvPr/>
              </p14:nvContentPartPr>
              <p14:xfrm>
                <a:off x="3363300" y="5907175"/>
                <a:ext cx="58680" cy="9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5D80847-27A2-144D-A6A8-724568CC08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54660" y="5898535"/>
                  <a:ext cx="76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5413961-DDDA-C7BC-20D0-93CB13CA8338}"/>
                    </a:ext>
                  </a:extLst>
                </p14:cNvPr>
                <p14:cNvContentPartPr/>
                <p14:nvPr/>
              </p14:nvContentPartPr>
              <p14:xfrm>
                <a:off x="3083220" y="6137575"/>
                <a:ext cx="635040" cy="57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5413961-DDDA-C7BC-20D0-93CB13CA83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74580" y="6128935"/>
                  <a:ext cx="652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2B73D4-4DCA-2676-112F-449F6ED278F4}"/>
                    </a:ext>
                  </a:extLst>
                </p14:cNvPr>
                <p14:cNvContentPartPr/>
                <p14:nvPr/>
              </p14:nvContentPartPr>
              <p14:xfrm>
                <a:off x="3190140" y="6298495"/>
                <a:ext cx="60480" cy="135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2B73D4-4DCA-2676-112F-449F6ED278F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81500" y="6289495"/>
                  <a:ext cx="78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442371D-91F5-4B38-536A-4C4C306490CC}"/>
                    </a:ext>
                  </a:extLst>
                </p14:cNvPr>
                <p14:cNvContentPartPr/>
                <p14:nvPr/>
              </p14:nvContentPartPr>
              <p14:xfrm>
                <a:off x="3394260" y="6289135"/>
                <a:ext cx="40320" cy="116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442371D-91F5-4B38-536A-4C4C306490C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85620" y="6280495"/>
                  <a:ext cx="57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834AC0D-BCA9-56D1-E2D3-9BFFB75808D0}"/>
                    </a:ext>
                  </a:extLst>
                </p14:cNvPr>
                <p14:cNvContentPartPr/>
                <p14:nvPr/>
              </p14:nvContentPartPr>
              <p14:xfrm>
                <a:off x="3375180" y="6343495"/>
                <a:ext cx="111240" cy="10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834AC0D-BCA9-56D1-E2D3-9BFFB75808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66540" y="6334855"/>
                  <a:ext cx="128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937102B-965A-0847-6C2F-9A9766389EFF}"/>
                    </a:ext>
                  </a:extLst>
                </p14:cNvPr>
                <p14:cNvContentPartPr/>
                <p14:nvPr/>
              </p14:nvContentPartPr>
              <p14:xfrm>
                <a:off x="3608820" y="6225775"/>
                <a:ext cx="46080" cy="77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937102B-965A-0847-6C2F-9A9766389E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99820" y="6216775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ED3AEC-78E2-A906-62B6-63930553AB2B}"/>
                    </a:ext>
                  </a:extLst>
                </p14:cNvPr>
                <p14:cNvContentPartPr/>
                <p14:nvPr/>
              </p14:nvContentPartPr>
              <p14:xfrm>
                <a:off x="3595860" y="6358615"/>
                <a:ext cx="145080" cy="11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ED3AEC-78E2-A906-62B6-63930553AB2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87220" y="6349615"/>
                  <a:ext cx="162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10A12CE-A410-C751-C48C-D8A0F0E9A032}"/>
                    </a:ext>
                  </a:extLst>
                </p14:cNvPr>
                <p14:cNvContentPartPr/>
                <p14:nvPr/>
              </p14:nvContentPartPr>
              <p14:xfrm>
                <a:off x="3610620" y="6416215"/>
                <a:ext cx="144720" cy="105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10A12CE-A410-C751-C48C-D8A0F0E9A0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01980" y="6407215"/>
                  <a:ext cx="1623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2BAD274-F236-B11B-C0C3-B10D76944A9A}"/>
              </a:ext>
            </a:extLst>
          </p:cNvPr>
          <p:cNvGrpSpPr/>
          <p:nvPr/>
        </p:nvGrpSpPr>
        <p:grpSpPr>
          <a:xfrm>
            <a:off x="3942180" y="6129655"/>
            <a:ext cx="178200" cy="79200"/>
            <a:chOff x="3942180" y="6129655"/>
            <a:chExt cx="17820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3A9DD5-A3CF-53E2-B910-1594F729689A}"/>
                    </a:ext>
                  </a:extLst>
                </p14:cNvPr>
                <p14:cNvContentPartPr/>
                <p14:nvPr/>
              </p14:nvContentPartPr>
              <p14:xfrm>
                <a:off x="3985020" y="6202375"/>
                <a:ext cx="135360" cy="6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3A9DD5-A3CF-53E2-B910-1594F729689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76020" y="6193375"/>
                  <a:ext cx="153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4A9587-22C2-0200-48B4-EAB96133FB9E}"/>
                    </a:ext>
                  </a:extLst>
                </p14:cNvPr>
                <p14:cNvContentPartPr/>
                <p14:nvPr/>
              </p14:nvContentPartPr>
              <p14:xfrm>
                <a:off x="3942180" y="6129655"/>
                <a:ext cx="146880" cy="27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4A9587-22C2-0200-48B4-EAB96133FB9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933540" y="6121015"/>
                  <a:ext cx="16452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6618EB7-CAEB-50FE-E412-ADDA88918617}"/>
                  </a:ext>
                </a:extLst>
              </p14:cNvPr>
              <p14:cNvContentPartPr/>
              <p14:nvPr/>
            </p14:nvContentPartPr>
            <p14:xfrm>
              <a:off x="4395060" y="5859295"/>
              <a:ext cx="270000" cy="1555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6618EB7-CAEB-50FE-E412-ADDA889186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386420" y="5850295"/>
                <a:ext cx="2876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B478900-0256-DA84-6608-9EB340A67816}"/>
                  </a:ext>
                </a:extLst>
              </p14:cNvPr>
              <p14:cNvContentPartPr/>
              <p14:nvPr/>
            </p14:nvContentPartPr>
            <p14:xfrm>
              <a:off x="4370220" y="6114535"/>
              <a:ext cx="285120" cy="212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B478900-0256-DA84-6608-9EB340A6781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361220" y="6105895"/>
                <a:ext cx="3027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88CB02C-61FF-2276-6EC5-421D5D304689}"/>
                  </a:ext>
                </a:extLst>
              </p14:cNvPr>
              <p14:cNvContentPartPr/>
              <p14:nvPr/>
            </p14:nvContentPartPr>
            <p14:xfrm>
              <a:off x="4420980" y="6234055"/>
              <a:ext cx="199440" cy="1411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88CB02C-61FF-2276-6EC5-421D5D30468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412340" y="6225415"/>
                <a:ext cx="2170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12E5A7D-BDE5-C11D-5F0D-9209FA0195A5}"/>
              </a:ext>
            </a:extLst>
          </p:cNvPr>
          <p:cNvGrpSpPr/>
          <p:nvPr/>
        </p:nvGrpSpPr>
        <p:grpSpPr>
          <a:xfrm>
            <a:off x="6005700" y="5365015"/>
            <a:ext cx="852480" cy="506520"/>
            <a:chOff x="6005700" y="5365015"/>
            <a:chExt cx="85248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3B37F81-EE96-7BAC-E496-F680E6E327EA}"/>
                    </a:ext>
                  </a:extLst>
                </p14:cNvPr>
                <p14:cNvContentPartPr/>
                <p14:nvPr/>
              </p14:nvContentPartPr>
              <p14:xfrm>
                <a:off x="6005700" y="5558695"/>
                <a:ext cx="234360" cy="120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3B37F81-EE96-7BAC-E496-F680E6E327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96700" y="5549695"/>
                  <a:ext cx="25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221337C-E028-D992-A08F-1BCE75C81C30}"/>
                    </a:ext>
                  </a:extLst>
                </p14:cNvPr>
                <p14:cNvContentPartPr/>
                <p14:nvPr/>
              </p14:nvContentPartPr>
              <p14:xfrm>
                <a:off x="6436980" y="5646535"/>
                <a:ext cx="99360" cy="1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221337C-E028-D992-A08F-1BCE75C81C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27980" y="5637895"/>
                  <a:ext cx="117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42BA912-71AC-5021-2841-F41CFCA9953F}"/>
                    </a:ext>
                  </a:extLst>
                </p14:cNvPr>
                <p14:cNvContentPartPr/>
                <p14:nvPr/>
              </p14:nvContentPartPr>
              <p14:xfrm>
                <a:off x="6417900" y="5605135"/>
                <a:ext cx="6624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42BA912-71AC-5021-2841-F41CFCA995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8900" y="5596135"/>
                  <a:ext cx="8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E0D5F-E51E-F98F-962F-55E62896F319}"/>
                    </a:ext>
                  </a:extLst>
                </p14:cNvPr>
                <p14:cNvContentPartPr/>
                <p14:nvPr/>
              </p14:nvContentPartPr>
              <p14:xfrm>
                <a:off x="6658380" y="5605855"/>
                <a:ext cx="199800" cy="21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E0D5F-E51E-F98F-962F-55E62896F31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49740" y="5597215"/>
                  <a:ext cx="21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1F25AA8-3284-0ED8-3A4A-7DECBA3E23D3}"/>
                    </a:ext>
                  </a:extLst>
                </p14:cNvPr>
                <p14:cNvContentPartPr/>
                <p14:nvPr/>
              </p14:nvContentPartPr>
              <p14:xfrm>
                <a:off x="6676020" y="5745895"/>
                <a:ext cx="152640" cy="125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1F25AA8-3284-0ED8-3A4A-7DECBA3E23D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67020" y="5737255"/>
                  <a:ext cx="170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B7BC1C1-2EF3-9DE2-A19E-C24276E1EDC5}"/>
                    </a:ext>
                  </a:extLst>
                </p14:cNvPr>
                <p14:cNvContentPartPr/>
                <p14:nvPr/>
              </p14:nvContentPartPr>
              <p14:xfrm>
                <a:off x="6639660" y="5424055"/>
                <a:ext cx="67680" cy="97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B7BC1C1-2EF3-9DE2-A19E-C24276E1EDC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30660" y="5415055"/>
                  <a:ext cx="85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A765F10-3CEB-2CF8-69D9-D0077B3D3DE0}"/>
                    </a:ext>
                  </a:extLst>
                </p14:cNvPr>
                <p14:cNvContentPartPr/>
                <p14:nvPr/>
              </p14:nvContentPartPr>
              <p14:xfrm>
                <a:off x="6706980" y="5444575"/>
                <a:ext cx="45360" cy="80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A765F10-3CEB-2CF8-69D9-D0077B3D3DE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98340" y="5435935"/>
                  <a:ext cx="63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A463A4-8BA5-FACB-B5DA-A7E57E2C24C3}"/>
                    </a:ext>
                  </a:extLst>
                </p14:cNvPr>
                <p14:cNvContentPartPr/>
                <p14:nvPr/>
              </p14:nvContentPartPr>
              <p14:xfrm>
                <a:off x="6641100" y="5365015"/>
                <a:ext cx="128880" cy="32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A463A4-8BA5-FACB-B5DA-A7E57E2C24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32100" y="5356015"/>
                  <a:ext cx="146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7664979-AD83-6EF0-8EFA-CCB520658212}"/>
                    </a:ext>
                  </a:extLst>
                </p14:cNvPr>
                <p14:cNvContentPartPr/>
                <p14:nvPr/>
              </p14:nvContentPartPr>
              <p14:xfrm>
                <a:off x="6530580" y="5373295"/>
                <a:ext cx="129960" cy="14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7664979-AD83-6EF0-8EFA-CCB5206582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21580" y="5364295"/>
                  <a:ext cx="1476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19F4C76-2F1A-E0E9-4382-1F8071EC712C}"/>
              </a:ext>
            </a:extLst>
          </p:cNvPr>
          <p:cNvGrpSpPr/>
          <p:nvPr/>
        </p:nvGrpSpPr>
        <p:grpSpPr>
          <a:xfrm>
            <a:off x="7268220" y="5236855"/>
            <a:ext cx="2148840" cy="868680"/>
            <a:chOff x="7268220" y="5236855"/>
            <a:chExt cx="2148840" cy="86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BD2B110-2296-4FD9-A0C8-12BCB0B58D04}"/>
                    </a:ext>
                  </a:extLst>
                </p14:cNvPr>
                <p14:cNvContentPartPr/>
                <p14:nvPr/>
              </p14:nvContentPartPr>
              <p14:xfrm>
                <a:off x="8697060" y="5236855"/>
                <a:ext cx="80640" cy="200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BD2B110-2296-4FD9-A0C8-12BCB0B58D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88060" y="5227855"/>
                  <a:ext cx="98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14059F4-D7E2-74C0-4862-1CE04ECE8B80}"/>
                    </a:ext>
                  </a:extLst>
                </p14:cNvPr>
                <p14:cNvContentPartPr/>
                <p14:nvPr/>
              </p14:nvContentPartPr>
              <p14:xfrm>
                <a:off x="8294220" y="5554015"/>
                <a:ext cx="898560" cy="46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14059F4-D7E2-74C0-4862-1CE04ECE8B8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5580" y="5545375"/>
                  <a:ext cx="916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F6C9E76-79D2-27B1-89F1-F2140C6CEBDA}"/>
                    </a:ext>
                  </a:extLst>
                </p14:cNvPr>
                <p14:cNvContentPartPr/>
                <p14:nvPr/>
              </p14:nvContentPartPr>
              <p14:xfrm>
                <a:off x="8489340" y="5751295"/>
                <a:ext cx="77760" cy="166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F6C9E76-79D2-27B1-89F1-F2140C6CEBD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80340" y="5742295"/>
                  <a:ext cx="95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D6EAF15-D1CF-BFF8-64C7-5895326001A0}"/>
                    </a:ext>
                  </a:extLst>
                </p14:cNvPr>
                <p14:cNvContentPartPr/>
                <p14:nvPr/>
              </p14:nvContentPartPr>
              <p14:xfrm>
                <a:off x="8717580" y="5814655"/>
                <a:ext cx="119880" cy="18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D6EAF15-D1CF-BFF8-64C7-5895326001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8940" y="5805655"/>
                  <a:ext cx="137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5DB2B8B-46B3-05F5-45AB-09F5CAB07CD5}"/>
                    </a:ext>
                  </a:extLst>
                </p14:cNvPr>
                <p14:cNvContentPartPr/>
                <p14:nvPr/>
              </p14:nvContentPartPr>
              <p14:xfrm>
                <a:off x="8995500" y="5725375"/>
                <a:ext cx="74520" cy="146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5DB2B8B-46B3-05F5-45AB-09F5CAB07CD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6860" y="5716375"/>
                  <a:ext cx="92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E5507C3-E4C3-C4C1-52F2-2674CB926405}"/>
                    </a:ext>
                  </a:extLst>
                </p14:cNvPr>
                <p14:cNvContentPartPr/>
                <p14:nvPr/>
              </p14:nvContentPartPr>
              <p14:xfrm>
                <a:off x="8977500" y="5615935"/>
                <a:ext cx="360" cy="19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E5507C3-E4C3-C4C1-52F2-2674CB9264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968860" y="5607295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B21692-04B9-755B-3345-6C79CA8EA1C9}"/>
                    </a:ext>
                  </a:extLst>
                </p14:cNvPr>
                <p14:cNvContentPartPr/>
                <p14:nvPr/>
              </p14:nvContentPartPr>
              <p14:xfrm>
                <a:off x="9020340" y="5891335"/>
                <a:ext cx="175680" cy="5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B21692-04B9-755B-3345-6C79CA8EA1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11700" y="5882695"/>
                  <a:ext cx="193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C676BE3-F933-1E3D-2C92-381A0536FBCD}"/>
                    </a:ext>
                  </a:extLst>
                </p14:cNvPr>
                <p14:cNvContentPartPr/>
                <p14:nvPr/>
              </p14:nvContentPartPr>
              <p14:xfrm>
                <a:off x="9024300" y="5994655"/>
                <a:ext cx="178920" cy="110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C676BE3-F933-1E3D-2C92-381A0536FB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15660" y="5985655"/>
                  <a:ext cx="196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28C09C-1B2F-4ED1-AEC3-BF6A35CB046C}"/>
                    </a:ext>
                  </a:extLst>
                </p14:cNvPr>
                <p14:cNvContentPartPr/>
                <p14:nvPr/>
              </p14:nvContentPartPr>
              <p14:xfrm>
                <a:off x="7419060" y="5542855"/>
                <a:ext cx="110880" cy="230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28C09C-1B2F-4ED1-AEC3-BF6A35CB046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10060" y="5533855"/>
                  <a:ext cx="128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4485D4F-6811-8E27-832C-52C1CCA4AE65}"/>
                    </a:ext>
                  </a:extLst>
                </p14:cNvPr>
                <p14:cNvContentPartPr/>
                <p14:nvPr/>
              </p14:nvContentPartPr>
              <p14:xfrm>
                <a:off x="7502220" y="5538175"/>
                <a:ext cx="130680" cy="182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4485D4F-6811-8E27-832C-52C1CCA4AE6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93220" y="5529175"/>
                  <a:ext cx="148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551E83-170C-52D8-6CAA-A30F9EC46BA7}"/>
                    </a:ext>
                  </a:extLst>
                </p14:cNvPr>
                <p14:cNvContentPartPr/>
                <p14:nvPr/>
              </p14:nvContentPartPr>
              <p14:xfrm>
                <a:off x="7684020" y="5491375"/>
                <a:ext cx="95760" cy="20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551E83-170C-52D8-6CAA-A30F9EC46BA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75020" y="5482735"/>
                  <a:ext cx="113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489199A-E561-F9A6-FE77-13732C805DD9}"/>
                    </a:ext>
                  </a:extLst>
                </p14:cNvPr>
                <p14:cNvContentPartPr/>
                <p14:nvPr/>
              </p14:nvContentPartPr>
              <p14:xfrm>
                <a:off x="7268220" y="5522695"/>
                <a:ext cx="91080" cy="248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489199A-E561-F9A6-FE77-13732C805D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9580" y="5513695"/>
                  <a:ext cx="108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3AB4C40-2FCA-8633-5809-89E5EB8D28CA}"/>
                    </a:ext>
                  </a:extLst>
                </p14:cNvPr>
                <p14:cNvContentPartPr/>
                <p14:nvPr/>
              </p14:nvContentPartPr>
              <p14:xfrm>
                <a:off x="7923060" y="5631415"/>
                <a:ext cx="160920" cy="11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3AB4C40-2FCA-8633-5809-89E5EB8D28C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14420" y="5622415"/>
                  <a:ext cx="178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B51002A-42B5-0F3F-C5AE-3C63AAD02E06}"/>
                    </a:ext>
                  </a:extLst>
                </p14:cNvPr>
                <p14:cNvContentPartPr/>
                <p14:nvPr/>
              </p14:nvContentPartPr>
              <p14:xfrm>
                <a:off x="7922700" y="5566255"/>
                <a:ext cx="109440" cy="19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B51002A-42B5-0F3F-C5AE-3C63AAD02E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14060" y="5557615"/>
                  <a:ext cx="127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8D06EB-E13C-5508-E8F4-FAB2B21C4527}"/>
                    </a:ext>
                  </a:extLst>
                </p14:cNvPr>
                <p14:cNvContentPartPr/>
                <p14:nvPr/>
              </p14:nvContentPartPr>
              <p14:xfrm>
                <a:off x="8131140" y="5397775"/>
                <a:ext cx="81000" cy="393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8D06EB-E13C-5508-E8F4-FAB2B21C452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22500" y="5389135"/>
                  <a:ext cx="98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778EE66-5F22-2CEF-DCF2-398D4E9B2DD8}"/>
                    </a:ext>
                  </a:extLst>
                </p14:cNvPr>
                <p14:cNvContentPartPr/>
                <p14:nvPr/>
              </p14:nvContentPartPr>
              <p14:xfrm>
                <a:off x="9299700" y="5340895"/>
                <a:ext cx="117360" cy="345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778EE66-5F22-2CEF-DCF2-398D4E9B2DD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90700" y="5331895"/>
                  <a:ext cx="13500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E649238-7924-F8F8-098A-3895880D100E}"/>
              </a:ext>
            </a:extLst>
          </p:cNvPr>
          <p:cNvGrpSpPr/>
          <p:nvPr/>
        </p:nvGrpSpPr>
        <p:grpSpPr>
          <a:xfrm>
            <a:off x="9684180" y="5570575"/>
            <a:ext cx="100800" cy="75960"/>
            <a:chOff x="9684180" y="5570575"/>
            <a:chExt cx="10080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3D5288-9EFF-1EA6-CC6B-D05AC2E032C3}"/>
                    </a:ext>
                  </a:extLst>
                </p14:cNvPr>
                <p14:cNvContentPartPr/>
                <p14:nvPr/>
              </p14:nvContentPartPr>
              <p14:xfrm>
                <a:off x="9705420" y="5636455"/>
                <a:ext cx="79560" cy="10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3D5288-9EFF-1EA6-CC6B-D05AC2E032C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96780" y="5627815"/>
                  <a:ext cx="97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BB0A8A-14AF-C93B-ADF3-5971F989A821}"/>
                    </a:ext>
                  </a:extLst>
                </p14:cNvPr>
                <p14:cNvContentPartPr/>
                <p14:nvPr/>
              </p14:nvContentPartPr>
              <p14:xfrm>
                <a:off x="9684180" y="5570575"/>
                <a:ext cx="78120" cy="9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BB0A8A-14AF-C93B-ADF3-5971F989A8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75540" y="5561575"/>
                  <a:ext cx="957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0BE0506-A151-1398-65FF-3AC25907741E}"/>
                  </a:ext>
                </a:extLst>
              </p14:cNvPr>
              <p14:cNvContentPartPr/>
              <p14:nvPr/>
            </p14:nvContentPartPr>
            <p14:xfrm>
              <a:off x="10193220" y="5340175"/>
              <a:ext cx="218520" cy="1479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0BE0506-A151-1398-65FF-3AC25907741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184580" y="5331535"/>
                <a:ext cx="23616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AAAFDF7-E29C-F163-7BBE-D3AB2E2662A9}"/>
              </a:ext>
            </a:extLst>
          </p:cNvPr>
          <p:cNvGrpSpPr/>
          <p:nvPr/>
        </p:nvGrpSpPr>
        <p:grpSpPr>
          <a:xfrm>
            <a:off x="10120500" y="5582815"/>
            <a:ext cx="795240" cy="413640"/>
            <a:chOff x="10120500" y="5582815"/>
            <a:chExt cx="79524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7F7B00C-DEBC-4FD9-4167-A02DDB26DFB7}"/>
                    </a:ext>
                  </a:extLst>
                </p14:cNvPr>
                <p14:cNvContentPartPr/>
                <p14:nvPr/>
              </p14:nvContentPartPr>
              <p14:xfrm>
                <a:off x="10127340" y="5582815"/>
                <a:ext cx="452880" cy="23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7F7B00C-DEBC-4FD9-4167-A02DDB26DFB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18700" y="5573815"/>
                  <a:ext cx="470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120EFB2-D74C-4185-E1A5-0FA52FA60045}"/>
                    </a:ext>
                  </a:extLst>
                </p14:cNvPr>
                <p14:cNvContentPartPr/>
                <p14:nvPr/>
              </p14:nvContentPartPr>
              <p14:xfrm>
                <a:off x="10120500" y="5683975"/>
                <a:ext cx="419040" cy="293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120EFB2-D74C-4185-E1A5-0FA52FA6004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11860" y="5674975"/>
                  <a:ext cx="436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EC02B1-A22D-B71B-0F96-2F3188403917}"/>
                    </a:ext>
                  </a:extLst>
                </p14:cNvPr>
                <p14:cNvContentPartPr/>
                <p14:nvPr/>
              </p14:nvContentPartPr>
              <p14:xfrm>
                <a:off x="10358100" y="5844535"/>
                <a:ext cx="142920" cy="15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EC02B1-A22D-B71B-0F96-2F31884039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49100" y="5835895"/>
                  <a:ext cx="160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A52E44C-4FE8-348D-17A6-B4E2196C0BA7}"/>
                    </a:ext>
                  </a:extLst>
                </p14:cNvPr>
                <p14:cNvContentPartPr/>
                <p14:nvPr/>
              </p14:nvContentPartPr>
              <p14:xfrm>
                <a:off x="10395900" y="5825095"/>
                <a:ext cx="135000" cy="1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A52E44C-4FE8-348D-17A6-B4E2196C0BA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87260" y="5816455"/>
                  <a:ext cx="152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8CE8D29-5DE6-9CB1-A176-60AE80CE26AC}"/>
                    </a:ext>
                  </a:extLst>
                </p14:cNvPr>
                <p14:cNvContentPartPr/>
                <p14:nvPr/>
              </p14:nvContentPartPr>
              <p14:xfrm>
                <a:off x="10727820" y="5646895"/>
                <a:ext cx="187920" cy="48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8CE8D29-5DE6-9CB1-A176-60AE80CE26A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718820" y="5637895"/>
                  <a:ext cx="205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5AC55CF-216C-A1A7-63B7-1580AA4BA762}"/>
                    </a:ext>
                  </a:extLst>
                </p14:cNvPr>
                <p14:cNvContentPartPr/>
                <p14:nvPr/>
              </p14:nvContentPartPr>
              <p14:xfrm>
                <a:off x="10719540" y="5583895"/>
                <a:ext cx="170280" cy="25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5AC55CF-216C-A1A7-63B7-1580AA4BA76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710540" y="5575255"/>
                  <a:ext cx="1879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260CE8B-8F67-2EED-70FA-DA682DC0C102}"/>
              </a:ext>
            </a:extLst>
          </p:cNvPr>
          <p:cNvGrpSpPr/>
          <p:nvPr/>
        </p:nvGrpSpPr>
        <p:grpSpPr>
          <a:xfrm>
            <a:off x="11116980" y="5474095"/>
            <a:ext cx="442080" cy="228600"/>
            <a:chOff x="11116980" y="5474095"/>
            <a:chExt cx="4420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DD3EBEF-F988-76B1-992A-EED4B6997B64}"/>
                    </a:ext>
                  </a:extLst>
                </p14:cNvPr>
                <p14:cNvContentPartPr/>
                <p14:nvPr/>
              </p14:nvContentPartPr>
              <p14:xfrm>
                <a:off x="11116980" y="5554375"/>
                <a:ext cx="116640" cy="130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DD3EBEF-F988-76B1-992A-EED4B6997B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07980" y="5545735"/>
                  <a:ext cx="134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3390AA2-0D50-E408-9F90-B7B5B0B87619}"/>
                    </a:ext>
                  </a:extLst>
                </p14:cNvPr>
                <p14:cNvContentPartPr/>
                <p14:nvPr/>
              </p14:nvContentPartPr>
              <p14:xfrm>
                <a:off x="11365380" y="5694055"/>
                <a:ext cx="2520" cy="3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3390AA2-0D50-E408-9F90-B7B5B0B8761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356740" y="5685055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3B1AF70-74FA-3771-F673-3C8EA4AB825A}"/>
                    </a:ext>
                  </a:extLst>
                </p14:cNvPr>
                <p14:cNvContentPartPr/>
                <p14:nvPr/>
              </p14:nvContentPartPr>
              <p14:xfrm>
                <a:off x="11404260" y="5474095"/>
                <a:ext cx="154800" cy="228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3B1AF70-74FA-3771-F673-3C8EA4AB825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395260" y="5465095"/>
                  <a:ext cx="172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488ADB4-FCDC-4D9C-0FC9-9F7976803953}"/>
                    </a:ext>
                  </a:extLst>
                </p14:cNvPr>
                <p14:cNvContentPartPr/>
                <p14:nvPr/>
              </p14:nvContentPartPr>
              <p14:xfrm>
                <a:off x="11331180" y="5676415"/>
                <a:ext cx="16920" cy="12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488ADB4-FCDC-4D9C-0FC9-9F79768039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22180" y="5667415"/>
                  <a:ext cx="345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A975B43-7FFF-18B0-7419-6E101D53136E}"/>
              </a:ext>
            </a:extLst>
          </p:cNvPr>
          <p:cNvGrpSpPr/>
          <p:nvPr/>
        </p:nvGrpSpPr>
        <p:grpSpPr>
          <a:xfrm>
            <a:off x="4885740" y="6074935"/>
            <a:ext cx="943560" cy="221040"/>
            <a:chOff x="4885740" y="6074935"/>
            <a:chExt cx="9435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57592E3-529F-4696-6AA4-F33B795A3D33}"/>
                    </a:ext>
                  </a:extLst>
                </p14:cNvPr>
                <p14:cNvContentPartPr/>
                <p14:nvPr/>
              </p14:nvContentPartPr>
              <p14:xfrm>
                <a:off x="4917420" y="6269695"/>
                <a:ext cx="117360" cy="11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57592E3-529F-4696-6AA4-F33B795A3D3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08420" y="6261055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A45A52F-ADA9-FDFF-7775-359583790696}"/>
                    </a:ext>
                  </a:extLst>
                </p14:cNvPr>
                <p14:cNvContentPartPr/>
                <p14:nvPr/>
              </p14:nvContentPartPr>
              <p14:xfrm>
                <a:off x="4885740" y="6159535"/>
                <a:ext cx="91800" cy="16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A45A52F-ADA9-FDFF-7775-35958379069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76740" y="6150895"/>
                  <a:ext cx="109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77D3F1C-5D77-B4BE-C886-2BB864052274}"/>
                    </a:ext>
                  </a:extLst>
                </p14:cNvPr>
                <p14:cNvContentPartPr/>
                <p14:nvPr/>
              </p14:nvContentPartPr>
              <p14:xfrm>
                <a:off x="5154660" y="6144055"/>
                <a:ext cx="180000" cy="122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77D3F1C-5D77-B4BE-C886-2BB86405227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45660" y="6135055"/>
                  <a:ext cx="197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AE675BE-50AC-0BBC-54D8-CA00C20D1F22}"/>
                    </a:ext>
                  </a:extLst>
                </p14:cNvPr>
                <p14:cNvContentPartPr/>
                <p14:nvPr/>
              </p14:nvContentPartPr>
              <p14:xfrm>
                <a:off x="5446980" y="6291655"/>
                <a:ext cx="8640" cy="4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AE675BE-50AC-0BBC-54D8-CA00C20D1F2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37980" y="6282655"/>
                  <a:ext cx="26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5C3C81-9D7B-AFA1-7BAF-6A05E96F61C6}"/>
                    </a:ext>
                  </a:extLst>
                </p14:cNvPr>
                <p14:cNvContentPartPr/>
                <p14:nvPr/>
              </p14:nvContentPartPr>
              <p14:xfrm>
                <a:off x="5491620" y="6088975"/>
                <a:ext cx="134280" cy="193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5C3C81-9D7B-AFA1-7BAF-6A05E96F61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82620" y="6079975"/>
                  <a:ext cx="151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E9549B-ACCE-EDD2-444E-D61335BCD064}"/>
                    </a:ext>
                  </a:extLst>
                </p14:cNvPr>
                <p14:cNvContentPartPr/>
                <p14:nvPr/>
              </p14:nvContentPartPr>
              <p14:xfrm>
                <a:off x="5699340" y="6074935"/>
                <a:ext cx="115560" cy="214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E9549B-ACCE-EDD2-444E-D61335BCD06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90340" y="6065935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476A64-9739-F02C-E1ED-4346F8A1B6D8}"/>
                    </a:ext>
                  </a:extLst>
                </p14:cNvPr>
                <p14:cNvContentPartPr/>
                <p14:nvPr/>
              </p14:nvContentPartPr>
              <p14:xfrm>
                <a:off x="5714460" y="6213895"/>
                <a:ext cx="114840" cy="7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476A64-9739-F02C-E1ED-4346F8A1B6D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705820" y="6205255"/>
                  <a:ext cx="132480" cy="25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B626CE-5CED-08A5-C393-AB8F7CDDF8B9}"/>
                  </a:ext>
                </a:extLst>
              </p14:cNvPr>
              <p14:cNvContentPartPr/>
              <p14:nvPr/>
            </p14:nvContentPartPr>
            <p14:xfrm>
              <a:off x="8317260" y="1453688"/>
              <a:ext cx="342720" cy="267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B626CE-5CED-08A5-C393-AB8F7CDDF8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08620" y="1444688"/>
                <a:ext cx="3603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61758D2-DDA9-56F2-BE18-C2718DD45009}"/>
                  </a:ext>
                </a:extLst>
              </p14:cNvPr>
              <p14:cNvContentPartPr/>
              <p14:nvPr/>
            </p14:nvContentPartPr>
            <p14:xfrm>
              <a:off x="8317620" y="1069208"/>
              <a:ext cx="172080" cy="163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61758D2-DDA9-56F2-BE18-C2718DD450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08980" y="1060568"/>
                <a:ext cx="18972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B8B012E-9490-DD85-F9D2-ADA0B2AEBBEA}"/>
              </a:ext>
            </a:extLst>
          </p:cNvPr>
          <p:cNvGrpSpPr/>
          <p:nvPr/>
        </p:nvGrpSpPr>
        <p:grpSpPr>
          <a:xfrm>
            <a:off x="8013420" y="344168"/>
            <a:ext cx="1594080" cy="486360"/>
            <a:chOff x="8013420" y="344168"/>
            <a:chExt cx="159408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7576F9-106E-3D59-0754-3874F99FD3D1}"/>
                    </a:ext>
                  </a:extLst>
                </p14:cNvPr>
                <p14:cNvContentPartPr/>
                <p14:nvPr/>
              </p14:nvContentPartPr>
              <p14:xfrm>
                <a:off x="8013420" y="597248"/>
                <a:ext cx="63000" cy="194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7576F9-106E-3D59-0754-3874F99FD3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04780" y="588608"/>
                  <a:ext cx="80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003B68-6350-45EF-23FB-5C0719F2C9EC}"/>
                    </a:ext>
                  </a:extLst>
                </p14:cNvPr>
                <p14:cNvContentPartPr/>
                <p14:nvPr/>
              </p14:nvContentPartPr>
              <p14:xfrm>
                <a:off x="8089020" y="714968"/>
                <a:ext cx="50400" cy="1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003B68-6350-45EF-23FB-5C0719F2C9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80380" y="705968"/>
                  <a:ext cx="68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BE9065-C9B3-923B-8243-AACEC4F794A3}"/>
                    </a:ext>
                  </a:extLst>
                </p14:cNvPr>
                <p14:cNvContentPartPr/>
                <p14:nvPr/>
              </p14:nvContentPartPr>
              <p14:xfrm>
                <a:off x="8120340" y="597248"/>
                <a:ext cx="47160" cy="17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BE9065-C9B3-923B-8243-AACEC4F794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11340" y="588608"/>
                  <a:ext cx="64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8CEDD0-BF25-C58D-5CDF-3DB7081AB0DB}"/>
                    </a:ext>
                  </a:extLst>
                </p14:cNvPr>
                <p14:cNvContentPartPr/>
                <p14:nvPr/>
              </p14:nvContentPartPr>
              <p14:xfrm>
                <a:off x="8224740" y="509408"/>
                <a:ext cx="110520" cy="274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8CEDD0-BF25-C58D-5CDF-3DB7081AB0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15740" y="500408"/>
                  <a:ext cx="128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662BA5-C10E-6B77-DD2C-36230384C35F}"/>
                    </a:ext>
                  </a:extLst>
                </p14:cNvPr>
                <p14:cNvContentPartPr/>
                <p14:nvPr/>
              </p14:nvContentPartPr>
              <p14:xfrm>
                <a:off x="8349660" y="629288"/>
                <a:ext cx="126720" cy="109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662BA5-C10E-6B77-DD2C-36230384C35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41020" y="620288"/>
                  <a:ext cx="144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9E86F4-BB27-855B-DF36-79D56F91F1F3}"/>
                    </a:ext>
                  </a:extLst>
                </p14:cNvPr>
                <p14:cNvContentPartPr/>
                <p14:nvPr/>
              </p14:nvContentPartPr>
              <p14:xfrm>
                <a:off x="8504100" y="503648"/>
                <a:ext cx="55440" cy="16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9E86F4-BB27-855B-DF36-79D56F91F1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95460" y="495008"/>
                  <a:ext cx="73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D3521E-C751-92F5-EB60-2DD7770381EB}"/>
                    </a:ext>
                  </a:extLst>
                </p14:cNvPr>
                <p14:cNvContentPartPr/>
                <p14:nvPr/>
              </p14:nvContentPartPr>
              <p14:xfrm>
                <a:off x="8458020" y="344168"/>
                <a:ext cx="10440" cy="3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D3521E-C751-92F5-EB60-2DD7770381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49020" y="335168"/>
                  <a:ext cx="28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FECC6F0-7883-419B-AD71-CFF309885FEC}"/>
                    </a:ext>
                  </a:extLst>
                </p14:cNvPr>
                <p14:cNvContentPartPr/>
                <p14:nvPr/>
              </p14:nvContentPartPr>
              <p14:xfrm>
                <a:off x="8586180" y="451448"/>
                <a:ext cx="176400" cy="79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FECC6F0-7883-419B-AD71-CFF309885F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77540" y="442448"/>
                  <a:ext cx="194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4ABE5A-C11A-42CF-9A3B-3549FA38366C}"/>
                    </a:ext>
                  </a:extLst>
                </p14:cNvPr>
                <p14:cNvContentPartPr/>
                <p14:nvPr/>
              </p14:nvContentPartPr>
              <p14:xfrm>
                <a:off x="8801100" y="451808"/>
                <a:ext cx="75240" cy="28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4ABE5A-C11A-42CF-9A3B-3549FA3836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92100" y="443168"/>
                  <a:ext cx="928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3A09BE-EC1D-ADBE-C98A-40ABF3D977AC}"/>
                    </a:ext>
                  </a:extLst>
                </p14:cNvPr>
                <p14:cNvContentPartPr/>
                <p14:nvPr/>
              </p14:nvContentPartPr>
              <p14:xfrm>
                <a:off x="8955900" y="453608"/>
                <a:ext cx="58680" cy="372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3A09BE-EC1D-ADBE-C98A-40ABF3D977A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46900" y="444608"/>
                  <a:ext cx="763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C45F1B-1F27-9435-C35D-E2E5E47F6C49}"/>
                    </a:ext>
                  </a:extLst>
                </p14:cNvPr>
                <p14:cNvContentPartPr/>
                <p14:nvPr/>
              </p14:nvContentPartPr>
              <p14:xfrm>
                <a:off x="9075420" y="700208"/>
                <a:ext cx="194400" cy="10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C45F1B-1F27-9435-C35D-E2E5E47F6C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66420" y="691208"/>
                  <a:ext cx="212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BCD902-DE98-AA2F-111C-600BE49D76D6}"/>
                    </a:ext>
                  </a:extLst>
                </p14:cNvPr>
                <p14:cNvContentPartPr/>
                <p14:nvPr/>
              </p14:nvContentPartPr>
              <p14:xfrm>
                <a:off x="9365940" y="820448"/>
                <a:ext cx="1440" cy="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BCD902-DE98-AA2F-111C-600BE49D76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57300" y="811448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688F01-A19F-FA87-7D72-80AB4FDA3639}"/>
                    </a:ext>
                  </a:extLst>
                </p14:cNvPr>
                <p14:cNvContentPartPr/>
                <p14:nvPr/>
              </p14:nvContentPartPr>
              <p14:xfrm>
                <a:off x="9331380" y="794888"/>
                <a:ext cx="108720" cy="12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688F01-A19F-FA87-7D72-80AB4FDA36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22740" y="785888"/>
                  <a:ext cx="126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A19200B-F746-EF00-94E7-3BB182698C68}"/>
                    </a:ext>
                  </a:extLst>
                </p14:cNvPr>
                <p14:cNvContentPartPr/>
                <p14:nvPr/>
              </p14:nvContentPartPr>
              <p14:xfrm>
                <a:off x="9346500" y="742688"/>
                <a:ext cx="88560" cy="27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A19200B-F746-EF00-94E7-3BB182698C6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37860" y="734048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E4B6BA-2A47-B098-4EC9-253287377B95}"/>
                    </a:ext>
                  </a:extLst>
                </p14:cNvPr>
                <p14:cNvContentPartPr/>
                <p14:nvPr/>
              </p14:nvContentPartPr>
              <p14:xfrm>
                <a:off x="9508860" y="710648"/>
                <a:ext cx="98640" cy="11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E4B6BA-2A47-B098-4EC9-253287377B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99860" y="702008"/>
                  <a:ext cx="11628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947103C-7B04-D360-C308-A5DD136BD46E}"/>
                  </a:ext>
                </a:extLst>
              </p14:cNvPr>
              <p14:cNvContentPartPr/>
              <p14:nvPr/>
            </p14:nvContentPartPr>
            <p14:xfrm>
              <a:off x="5733540" y="3275288"/>
              <a:ext cx="262440" cy="122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947103C-7B04-D360-C308-A5DD136BD46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24540" y="3266648"/>
                <a:ext cx="28008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F7A3474-2A46-FDAB-D51F-9EE0C6CEB60D}"/>
              </a:ext>
            </a:extLst>
          </p:cNvPr>
          <p:cNvGrpSpPr/>
          <p:nvPr/>
        </p:nvGrpSpPr>
        <p:grpSpPr>
          <a:xfrm>
            <a:off x="4337100" y="2493728"/>
            <a:ext cx="1531440" cy="522000"/>
            <a:chOff x="4337100" y="2493728"/>
            <a:chExt cx="153144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DEBFEF-0190-7B91-D9CD-E97C80F57F94}"/>
                    </a:ext>
                  </a:extLst>
                </p14:cNvPr>
                <p14:cNvContentPartPr/>
                <p14:nvPr/>
              </p14:nvContentPartPr>
              <p14:xfrm>
                <a:off x="4337100" y="2849408"/>
                <a:ext cx="83520" cy="16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DEBFEF-0190-7B91-D9CD-E97C80F57F9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28100" y="2840408"/>
                  <a:ext cx="101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7436A1D-599B-81A1-570C-DABA4C1983D9}"/>
                    </a:ext>
                  </a:extLst>
                </p14:cNvPr>
                <p14:cNvContentPartPr/>
                <p14:nvPr/>
              </p14:nvContentPartPr>
              <p14:xfrm>
                <a:off x="4410180" y="2817728"/>
                <a:ext cx="99000" cy="169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7436A1D-599B-81A1-570C-DABA4C1983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01540" y="2808728"/>
                  <a:ext cx="116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170476-F20A-966A-9123-DDB05C027567}"/>
                    </a:ext>
                  </a:extLst>
                </p14:cNvPr>
                <p14:cNvContentPartPr/>
                <p14:nvPr/>
              </p14:nvContentPartPr>
              <p14:xfrm>
                <a:off x="4519980" y="2727368"/>
                <a:ext cx="156240" cy="260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170476-F20A-966A-9123-DDB05C0275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10980" y="2718728"/>
                  <a:ext cx="173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FBA095-278B-96FC-2EEF-69B30A2DEF0F}"/>
                    </a:ext>
                  </a:extLst>
                </p14:cNvPr>
                <p14:cNvContentPartPr/>
                <p14:nvPr/>
              </p14:nvContentPartPr>
              <p14:xfrm>
                <a:off x="4648860" y="2845808"/>
                <a:ext cx="160200" cy="11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FBA095-278B-96FC-2EEF-69B30A2DEF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40220" y="2836808"/>
                  <a:ext cx="177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21B9B0-27A8-40E0-3210-161C61122406}"/>
                    </a:ext>
                  </a:extLst>
                </p14:cNvPr>
                <p14:cNvContentPartPr/>
                <p14:nvPr/>
              </p14:nvContentPartPr>
              <p14:xfrm>
                <a:off x="4712220" y="2701448"/>
                <a:ext cx="97920" cy="182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21B9B0-27A8-40E0-3210-161C6112240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03220" y="2692808"/>
                  <a:ext cx="11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682D49-B496-8185-38C0-14438C083B07}"/>
                    </a:ext>
                  </a:extLst>
                </p14:cNvPr>
                <p14:cNvContentPartPr/>
                <p14:nvPr/>
              </p14:nvContentPartPr>
              <p14:xfrm>
                <a:off x="4670460" y="2549528"/>
                <a:ext cx="5400" cy="28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682D49-B496-8185-38C0-14438C083B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61820" y="2540888"/>
                  <a:ext cx="23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D5E8AE-43DD-AB45-2E24-5199DF3B27B6}"/>
                    </a:ext>
                  </a:extLst>
                </p14:cNvPr>
                <p14:cNvContentPartPr/>
                <p14:nvPr/>
              </p14:nvContentPartPr>
              <p14:xfrm>
                <a:off x="4779540" y="2601008"/>
                <a:ext cx="214560" cy="10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D5E8AE-43DD-AB45-2E24-5199DF3B27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70900" y="2592008"/>
                  <a:ext cx="232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F7A7D1-16A4-131D-04FA-42F88A94F96B}"/>
                    </a:ext>
                  </a:extLst>
                </p14:cNvPr>
                <p14:cNvContentPartPr/>
                <p14:nvPr/>
              </p14:nvContentPartPr>
              <p14:xfrm>
                <a:off x="4982220" y="2539808"/>
                <a:ext cx="173160" cy="33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F7A7D1-16A4-131D-04FA-42F88A94F9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73580" y="2530808"/>
                  <a:ext cx="1908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ABCE4B-3FA5-8107-804E-2AA8B670A501}"/>
                    </a:ext>
                  </a:extLst>
                </p14:cNvPr>
                <p14:cNvContentPartPr/>
                <p14:nvPr/>
              </p14:nvContentPartPr>
              <p14:xfrm>
                <a:off x="5133060" y="2493728"/>
                <a:ext cx="203760" cy="359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ABCE4B-3FA5-8107-804E-2AA8B670A5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24060" y="2484728"/>
                  <a:ext cx="2214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10AC24-7BAA-906E-113D-3BC0D2A584A1}"/>
                    </a:ext>
                  </a:extLst>
                </p14:cNvPr>
                <p14:cNvContentPartPr/>
                <p14:nvPr/>
              </p14:nvContentPartPr>
              <p14:xfrm>
                <a:off x="5309460" y="2675888"/>
                <a:ext cx="193320" cy="10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10AC24-7BAA-906E-113D-3BC0D2A584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00820" y="2666888"/>
                  <a:ext cx="21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55773A-4670-B664-6714-A11B87537169}"/>
                    </a:ext>
                  </a:extLst>
                </p14:cNvPr>
                <p14:cNvContentPartPr/>
                <p14:nvPr/>
              </p14:nvContentPartPr>
              <p14:xfrm>
                <a:off x="5605020" y="2682368"/>
                <a:ext cx="115560" cy="28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55773A-4670-B664-6714-A11B8753716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96020" y="2673728"/>
                  <a:ext cx="133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E3A149-0D65-D26B-3FCD-80E55BD6599A}"/>
                    </a:ext>
                  </a:extLst>
                </p14:cNvPr>
                <p14:cNvContentPartPr/>
                <p14:nvPr/>
              </p14:nvContentPartPr>
              <p14:xfrm>
                <a:off x="5601780" y="2644208"/>
                <a:ext cx="77040" cy="2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E3A149-0D65-D26B-3FCD-80E55BD6599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93140" y="2635568"/>
                  <a:ext cx="94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600313-4012-112B-1A3B-A0C9EA6B4BDA}"/>
                    </a:ext>
                  </a:extLst>
                </p14:cNvPr>
                <p14:cNvContentPartPr/>
                <p14:nvPr/>
              </p14:nvContentPartPr>
              <p14:xfrm>
                <a:off x="5746140" y="2607848"/>
                <a:ext cx="67680" cy="10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600313-4012-112B-1A3B-A0C9EA6B4BD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37140" y="2599208"/>
                  <a:ext cx="85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1322C9-E9E2-9CC9-4587-07CF4EF1694A}"/>
                    </a:ext>
                  </a:extLst>
                </p14:cNvPr>
                <p14:cNvContentPartPr/>
                <p14:nvPr/>
              </p14:nvContentPartPr>
              <p14:xfrm>
                <a:off x="5797980" y="2602808"/>
                <a:ext cx="70560" cy="10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1322C9-E9E2-9CC9-4587-07CF4EF169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88980" y="2593808"/>
                  <a:ext cx="88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9288ED-E22E-745C-CE0C-4007EFD89BD2}"/>
                    </a:ext>
                  </a:extLst>
                </p14:cNvPr>
                <p14:cNvContentPartPr/>
                <p14:nvPr/>
              </p14:nvContentPartPr>
              <p14:xfrm>
                <a:off x="5648580" y="2544488"/>
                <a:ext cx="181080" cy="29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9288ED-E22E-745C-CE0C-4007EFD89BD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39580" y="2535488"/>
                  <a:ext cx="1987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44D8CB6-CCC9-5928-7072-C5243299654A}"/>
                  </a:ext>
                </a:extLst>
              </p14:cNvPr>
              <p14:cNvContentPartPr/>
              <p14:nvPr/>
            </p14:nvContentPartPr>
            <p14:xfrm>
              <a:off x="9673740" y="3167648"/>
              <a:ext cx="52200" cy="1125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44D8CB6-CCC9-5928-7072-C5243299654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664740" y="3159008"/>
                <a:ext cx="69840" cy="11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C499A081-CAF1-FA99-0E11-BD4110146D52}"/>
              </a:ext>
            </a:extLst>
          </p:cNvPr>
          <p:cNvGrpSpPr/>
          <p:nvPr/>
        </p:nvGrpSpPr>
        <p:grpSpPr>
          <a:xfrm>
            <a:off x="9509220" y="4446368"/>
            <a:ext cx="408960" cy="228600"/>
            <a:chOff x="9509220" y="4446368"/>
            <a:chExt cx="40896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065B7B4-4861-9B0C-AA93-E4508523914A}"/>
                    </a:ext>
                  </a:extLst>
                </p14:cNvPr>
                <p14:cNvContentPartPr/>
                <p14:nvPr/>
              </p14:nvContentPartPr>
              <p14:xfrm>
                <a:off x="9580140" y="4493888"/>
                <a:ext cx="24480" cy="9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065B7B4-4861-9B0C-AA93-E450852391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71500" y="4485248"/>
                  <a:ext cx="42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8AB551-5518-7313-4AAB-6F05C8956253}"/>
                    </a:ext>
                  </a:extLst>
                </p14:cNvPr>
                <p14:cNvContentPartPr/>
                <p14:nvPr/>
              </p14:nvContentPartPr>
              <p14:xfrm>
                <a:off x="9647820" y="4509368"/>
                <a:ext cx="12600" cy="66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8AB551-5518-7313-4AAB-6F05C895625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38820" y="4500728"/>
                  <a:ext cx="30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7AC647-2D59-B6D6-0EA0-B98749A8F5A8}"/>
                    </a:ext>
                  </a:extLst>
                </p14:cNvPr>
                <p14:cNvContentPartPr/>
                <p14:nvPr/>
              </p14:nvContentPartPr>
              <p14:xfrm>
                <a:off x="9509220" y="4446368"/>
                <a:ext cx="180720" cy="27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7AC647-2D59-B6D6-0EA0-B98749A8F5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00220" y="4437728"/>
                  <a:ext cx="198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26761F-DC01-A66B-7AB3-4C852C1FDB13}"/>
                    </a:ext>
                  </a:extLst>
                </p14:cNvPr>
                <p14:cNvContentPartPr/>
                <p14:nvPr/>
              </p14:nvContentPartPr>
              <p14:xfrm>
                <a:off x="9730980" y="4473008"/>
                <a:ext cx="62640" cy="114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26761F-DC01-A66B-7AB3-4C852C1FDB1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22340" y="4464368"/>
                  <a:ext cx="80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DC1FE0-8C95-A04E-C4CE-81E4ECABD5FC}"/>
                    </a:ext>
                  </a:extLst>
                </p14:cNvPr>
                <p14:cNvContentPartPr/>
                <p14:nvPr/>
              </p14:nvContentPartPr>
              <p14:xfrm>
                <a:off x="9793260" y="4561928"/>
                <a:ext cx="124920" cy="113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DC1FE0-8C95-A04E-C4CE-81E4ECABD5F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84260" y="4553288"/>
                  <a:ext cx="1425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AD5D7C6-6828-8ADC-2C6F-1BA9A5F98DF3}"/>
                  </a:ext>
                </a:extLst>
              </p14:cNvPr>
              <p14:cNvContentPartPr/>
              <p14:nvPr/>
            </p14:nvContentPartPr>
            <p14:xfrm>
              <a:off x="9761940" y="2895128"/>
              <a:ext cx="252720" cy="1652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AD5D7C6-6828-8ADC-2C6F-1BA9A5F98D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753300" y="2886128"/>
                <a:ext cx="2703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3521911-F895-DCDB-F179-D4006596F293}"/>
              </a:ext>
            </a:extLst>
          </p:cNvPr>
          <p:cNvGrpSpPr/>
          <p:nvPr/>
        </p:nvGrpSpPr>
        <p:grpSpPr>
          <a:xfrm>
            <a:off x="9909900" y="2371328"/>
            <a:ext cx="939600" cy="373320"/>
            <a:chOff x="9909900" y="2371328"/>
            <a:chExt cx="9396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9548958-9BED-1ECE-F418-13114A920F3F}"/>
                    </a:ext>
                  </a:extLst>
                </p14:cNvPr>
                <p14:cNvContentPartPr/>
                <p14:nvPr/>
              </p14:nvContentPartPr>
              <p14:xfrm>
                <a:off x="9909900" y="2570408"/>
                <a:ext cx="39240" cy="16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9548958-9BED-1ECE-F418-13114A920F3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00900" y="2561768"/>
                  <a:ext cx="5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3877E5-61BA-27D3-057D-D1F4E838B08F}"/>
                    </a:ext>
                  </a:extLst>
                </p14:cNvPr>
                <p14:cNvContentPartPr/>
                <p14:nvPr/>
              </p14:nvContentPartPr>
              <p14:xfrm>
                <a:off x="9949140" y="2661128"/>
                <a:ext cx="130680" cy="2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3877E5-61BA-27D3-057D-D1F4E838B08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40140" y="2652128"/>
                  <a:ext cx="148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FBB6F0-1D99-6B91-F3E4-59FA0EC98D7E}"/>
                    </a:ext>
                  </a:extLst>
                </p14:cNvPr>
                <p14:cNvContentPartPr/>
                <p14:nvPr/>
              </p14:nvContentPartPr>
              <p14:xfrm>
                <a:off x="10030500" y="2545568"/>
                <a:ext cx="43200" cy="180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FBB6F0-1D99-6B91-F3E4-59FA0EC98D7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21500" y="2536928"/>
                  <a:ext cx="60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D159E4-E5F0-E7A1-84DB-269A8E08AC70}"/>
                    </a:ext>
                  </a:extLst>
                </p14:cNvPr>
                <p14:cNvContentPartPr/>
                <p14:nvPr/>
              </p14:nvContentPartPr>
              <p14:xfrm>
                <a:off x="10131660" y="2488328"/>
                <a:ext cx="92520" cy="24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D159E4-E5F0-E7A1-84DB-269A8E08AC7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122660" y="2479688"/>
                  <a:ext cx="110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FDC29D-ED8D-136F-72A5-BE8FBE97D1AA}"/>
                    </a:ext>
                  </a:extLst>
                </p14:cNvPr>
                <p14:cNvContentPartPr/>
                <p14:nvPr/>
              </p14:nvContentPartPr>
              <p14:xfrm>
                <a:off x="10275300" y="2633768"/>
                <a:ext cx="136800" cy="11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FDC29D-ED8D-136F-72A5-BE8FBE97D1A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66660" y="2625128"/>
                  <a:ext cx="154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C306421-0350-EF3A-D870-A4424978ACF2}"/>
                    </a:ext>
                  </a:extLst>
                </p14:cNvPr>
                <p14:cNvContentPartPr/>
                <p14:nvPr/>
              </p14:nvContentPartPr>
              <p14:xfrm>
                <a:off x="10395900" y="2530088"/>
                <a:ext cx="37800" cy="14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C306421-0350-EF3A-D870-A4424978AC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87260" y="2521088"/>
                  <a:ext cx="55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23EA5E-C07A-5DC1-4F19-1499DF4D1339}"/>
                    </a:ext>
                  </a:extLst>
                </p14:cNvPr>
                <p14:cNvContentPartPr/>
                <p14:nvPr/>
              </p14:nvContentPartPr>
              <p14:xfrm>
                <a:off x="10362780" y="2371328"/>
                <a:ext cx="28080" cy="1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23EA5E-C07A-5DC1-4F19-1499DF4D13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354140" y="2362328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ECB3CD-E475-A30C-3250-C93AD4C5FD72}"/>
                    </a:ext>
                  </a:extLst>
                </p14:cNvPr>
                <p14:cNvContentPartPr/>
                <p14:nvPr/>
              </p14:nvContentPartPr>
              <p14:xfrm>
                <a:off x="10463580" y="2419568"/>
                <a:ext cx="162000" cy="9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ECB3CD-E475-A30C-3250-C93AD4C5FD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54580" y="2410568"/>
                  <a:ext cx="179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C9691D-1480-A562-F3C0-639560E5487D}"/>
                    </a:ext>
                  </a:extLst>
                </p14:cNvPr>
                <p14:cNvContentPartPr/>
                <p14:nvPr/>
              </p14:nvContentPartPr>
              <p14:xfrm>
                <a:off x="10676340" y="2486528"/>
                <a:ext cx="78120" cy="232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C9691D-1480-A562-F3C0-639560E548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667700" y="2477528"/>
                  <a:ext cx="95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14DB2C-9965-7AAA-6D3E-24C95D4E94F4}"/>
                    </a:ext>
                  </a:extLst>
                </p14:cNvPr>
                <p14:cNvContentPartPr/>
                <p14:nvPr/>
              </p14:nvContentPartPr>
              <p14:xfrm>
                <a:off x="10824300" y="2488328"/>
                <a:ext cx="25200" cy="243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14DB2C-9965-7AAA-6D3E-24C95D4E94F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15300" y="2479688"/>
                  <a:ext cx="4284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23074BD-E115-83DB-2D69-4EE1423BBDE7}"/>
                  </a:ext>
                </a:extLst>
              </p14:cNvPr>
              <p14:cNvContentPartPr/>
              <p14:nvPr/>
            </p14:nvContentPartPr>
            <p14:xfrm>
              <a:off x="9767340" y="2524688"/>
              <a:ext cx="24120" cy="2156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23074BD-E115-83DB-2D69-4EE1423BBDE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758340" y="2516048"/>
                <a:ext cx="4176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85839FA-24FF-A62D-9A4F-819F38EA4329}"/>
              </a:ext>
            </a:extLst>
          </p:cNvPr>
          <p:cNvGrpSpPr/>
          <p:nvPr/>
        </p:nvGrpSpPr>
        <p:grpSpPr>
          <a:xfrm>
            <a:off x="10930860" y="2477888"/>
            <a:ext cx="839520" cy="446760"/>
            <a:chOff x="10930860" y="2477888"/>
            <a:chExt cx="8395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1EA2E73-0148-935B-61A0-C0AD5B9829F1}"/>
                    </a:ext>
                  </a:extLst>
                </p14:cNvPr>
                <p14:cNvContentPartPr/>
                <p14:nvPr/>
              </p14:nvContentPartPr>
              <p14:xfrm>
                <a:off x="10930860" y="2477888"/>
                <a:ext cx="30960" cy="429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1EA2E73-0148-935B-61A0-C0AD5B9829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21860" y="2469248"/>
                  <a:ext cx="486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8D5B2E-AFDB-390A-9A5B-9DDCAF88CD68}"/>
                    </a:ext>
                  </a:extLst>
                </p14:cNvPr>
                <p14:cNvContentPartPr/>
                <p14:nvPr/>
              </p14:nvContentPartPr>
              <p14:xfrm>
                <a:off x="11019420" y="2739968"/>
                <a:ext cx="187200" cy="108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8D5B2E-AFDB-390A-9A5B-9DDCAF88CD6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010780" y="2731328"/>
                  <a:ext cx="204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8DFA15-C78E-6183-7642-5677B1AA27DC}"/>
                    </a:ext>
                  </a:extLst>
                </p14:cNvPr>
                <p14:cNvContentPartPr/>
                <p14:nvPr/>
              </p14:nvContentPartPr>
              <p14:xfrm>
                <a:off x="11277900" y="2809808"/>
                <a:ext cx="100440" cy="16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8DFA15-C78E-6183-7642-5677B1AA27D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268900" y="2801168"/>
                  <a:ext cx="11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CE397E-5CEA-3F83-086F-19E13882C4A1}"/>
                    </a:ext>
                  </a:extLst>
                </p14:cNvPr>
                <p14:cNvContentPartPr/>
                <p14:nvPr/>
              </p14:nvContentPartPr>
              <p14:xfrm>
                <a:off x="11289780" y="2747168"/>
                <a:ext cx="78120" cy="11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CE397E-5CEA-3F83-086F-19E13882C4A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80780" y="2738528"/>
                  <a:ext cx="95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24025-7321-A23C-138C-BAF2320A0810}"/>
                    </a:ext>
                  </a:extLst>
                </p14:cNvPr>
                <p14:cNvContentPartPr/>
                <p14:nvPr/>
              </p14:nvContentPartPr>
              <p14:xfrm>
                <a:off x="11450340" y="2701448"/>
                <a:ext cx="17640" cy="82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24025-7321-A23C-138C-BAF2320A08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441700" y="2692808"/>
                  <a:ext cx="352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6AB104-6450-62AE-5B22-B450AA3935E9}"/>
                    </a:ext>
                  </a:extLst>
                </p14:cNvPr>
                <p14:cNvContentPartPr/>
                <p14:nvPr/>
              </p14:nvContentPartPr>
              <p14:xfrm>
                <a:off x="11487060" y="2716928"/>
                <a:ext cx="26640" cy="59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6AB104-6450-62AE-5B22-B450AA3935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478060" y="2708288"/>
                  <a:ext cx="44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F71E347-39B0-3809-ABC0-A03B64F98E15}"/>
                    </a:ext>
                  </a:extLst>
                </p14:cNvPr>
                <p14:cNvContentPartPr/>
                <p14:nvPr/>
              </p14:nvContentPartPr>
              <p14:xfrm>
                <a:off x="11375100" y="2629448"/>
                <a:ext cx="122400" cy="26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F71E347-39B0-3809-ABC0-A03B64F98E1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66460" y="2620808"/>
                  <a:ext cx="140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B60891-395E-29D6-F1EC-08A2A76FCF71}"/>
                    </a:ext>
                  </a:extLst>
                </p14:cNvPr>
                <p14:cNvContentPartPr/>
                <p14:nvPr/>
              </p14:nvContentPartPr>
              <p14:xfrm>
                <a:off x="11579220" y="2654648"/>
                <a:ext cx="37800" cy="182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B60891-395E-29D6-F1EC-08A2A76FCF7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570580" y="2646008"/>
                  <a:ext cx="55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EB505DF-4536-829B-28A3-BB1996CE930D}"/>
                    </a:ext>
                  </a:extLst>
                </p14:cNvPr>
                <p14:cNvContentPartPr/>
                <p14:nvPr/>
              </p14:nvContentPartPr>
              <p14:xfrm>
                <a:off x="11653380" y="2817008"/>
                <a:ext cx="117000" cy="107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EB505DF-4536-829B-28A3-BB1996CE930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644380" y="2808368"/>
                  <a:ext cx="13464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B4D2066-BAE1-C6FA-83BE-48D6CB528511}"/>
                  </a:ext>
                </a:extLst>
              </p14:cNvPr>
              <p14:cNvContentPartPr/>
              <p14:nvPr/>
            </p14:nvContentPartPr>
            <p14:xfrm>
              <a:off x="9569700" y="2998088"/>
              <a:ext cx="245160" cy="2300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B4D2066-BAE1-C6FA-83BE-48D6CB52851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61060" y="2989088"/>
                <a:ext cx="262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D1D80D8-1E90-0362-19AD-0466732E342C}"/>
                  </a:ext>
                </a:extLst>
              </p14:cNvPr>
              <p14:cNvContentPartPr/>
              <p14:nvPr/>
            </p14:nvContentPartPr>
            <p14:xfrm>
              <a:off x="10780380" y="3288248"/>
              <a:ext cx="239760" cy="241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D1D80D8-1E90-0362-19AD-0466732E342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771380" y="3279248"/>
                <a:ext cx="25740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FEDE847-FFA1-5CE2-AC1D-C64240FFB919}"/>
              </a:ext>
            </a:extLst>
          </p:cNvPr>
          <p:cNvGrpSpPr/>
          <p:nvPr/>
        </p:nvGrpSpPr>
        <p:grpSpPr>
          <a:xfrm>
            <a:off x="7178940" y="3003848"/>
            <a:ext cx="266760" cy="1322640"/>
            <a:chOff x="7178940" y="3003848"/>
            <a:chExt cx="266760" cy="13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6C96EE-566D-3DDE-4982-F9A234F77891}"/>
                    </a:ext>
                  </a:extLst>
                </p14:cNvPr>
                <p14:cNvContentPartPr/>
                <p14:nvPr/>
              </p14:nvContentPartPr>
              <p14:xfrm>
                <a:off x="7299540" y="3168368"/>
                <a:ext cx="56880" cy="1158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6C96EE-566D-3DDE-4982-F9A234F7789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90540" y="3159368"/>
                  <a:ext cx="74520" cy="11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2713E-5B38-82C2-5A91-4CDFBF0E9A1D}"/>
                    </a:ext>
                  </a:extLst>
                </p14:cNvPr>
                <p14:cNvContentPartPr/>
                <p14:nvPr/>
              </p14:nvContentPartPr>
              <p14:xfrm>
                <a:off x="7178940" y="3003848"/>
                <a:ext cx="266760" cy="260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2713E-5B38-82C2-5A91-4CDFBF0E9A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69940" y="2995208"/>
                  <a:ext cx="284400" cy="27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8E5C307-3B7F-92DD-14BB-42326A204CD6}"/>
                  </a:ext>
                </a:extLst>
              </p14:cNvPr>
              <p14:cNvContentPartPr/>
              <p14:nvPr/>
            </p14:nvContentPartPr>
            <p14:xfrm>
              <a:off x="5931540" y="3293288"/>
              <a:ext cx="209880" cy="207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8E5C307-3B7F-92DD-14BB-42326A204CD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922900" y="3284648"/>
                <a:ext cx="22752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95D3FC-B008-E6E9-F1B9-FC102D70908D}"/>
              </a:ext>
            </a:extLst>
          </p:cNvPr>
          <p:cNvGrpSpPr/>
          <p:nvPr/>
        </p:nvGrpSpPr>
        <p:grpSpPr>
          <a:xfrm>
            <a:off x="6104340" y="3381488"/>
            <a:ext cx="1096920" cy="415800"/>
            <a:chOff x="6104340" y="3381488"/>
            <a:chExt cx="109692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6BEAF7-3DBC-4030-57D8-80E8C4D2C12A}"/>
                    </a:ext>
                  </a:extLst>
                </p14:cNvPr>
                <p14:cNvContentPartPr/>
                <p14:nvPr/>
              </p14:nvContentPartPr>
              <p14:xfrm>
                <a:off x="6104340" y="3438368"/>
                <a:ext cx="276840" cy="32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6BEAF7-3DBC-4030-57D8-80E8C4D2C1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95340" y="3429368"/>
                  <a:ext cx="294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017804-EBEC-1CF2-3585-E6B9F3D11CF2}"/>
                    </a:ext>
                  </a:extLst>
                </p14:cNvPr>
                <p14:cNvContentPartPr/>
                <p14:nvPr/>
              </p14:nvContentPartPr>
              <p14:xfrm>
                <a:off x="6140340" y="3433328"/>
                <a:ext cx="167400" cy="36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017804-EBEC-1CF2-3585-E6B9F3D11C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31340" y="3424688"/>
                  <a:ext cx="185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D8710-9CA6-E1D5-2F03-4677C8574CC5}"/>
                    </a:ext>
                  </a:extLst>
                </p14:cNvPr>
                <p14:cNvContentPartPr/>
                <p14:nvPr/>
              </p14:nvContentPartPr>
              <p14:xfrm>
                <a:off x="6404940" y="3381488"/>
                <a:ext cx="144720" cy="38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D8710-9CA6-E1D5-2F03-4677C8574C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96300" y="3372488"/>
                  <a:ext cx="162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07D053-ED28-9749-93F4-A68FEEA8CDE3}"/>
                    </a:ext>
                  </a:extLst>
                </p14:cNvPr>
                <p14:cNvContentPartPr/>
                <p14:nvPr/>
              </p14:nvContentPartPr>
              <p14:xfrm>
                <a:off x="6604380" y="3470408"/>
                <a:ext cx="55800" cy="253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07D053-ED28-9749-93F4-A68FEEA8CD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95380" y="3461408"/>
                  <a:ext cx="73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D2018D-2241-4530-5000-0BA96FB963A2}"/>
                    </a:ext>
                  </a:extLst>
                </p14:cNvPr>
                <p14:cNvContentPartPr/>
                <p14:nvPr/>
              </p14:nvContentPartPr>
              <p14:xfrm>
                <a:off x="6666660" y="3600368"/>
                <a:ext cx="143640" cy="114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D2018D-2241-4530-5000-0BA96FB963A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57660" y="3591368"/>
                  <a:ext cx="161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BA9BB2-2115-A9AE-62B3-A0190696A2D8}"/>
                    </a:ext>
                  </a:extLst>
                </p14:cNvPr>
                <p14:cNvContentPartPr/>
                <p14:nvPr/>
              </p14:nvContentPartPr>
              <p14:xfrm>
                <a:off x="6769620" y="3395528"/>
                <a:ext cx="167760" cy="39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BA9BB2-2115-A9AE-62B3-A0190696A2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60620" y="3386528"/>
                  <a:ext cx="185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60F826-9A27-837F-B297-41126BE42F37}"/>
                    </a:ext>
                  </a:extLst>
                </p14:cNvPr>
                <p14:cNvContentPartPr/>
                <p14:nvPr/>
              </p14:nvContentPartPr>
              <p14:xfrm>
                <a:off x="7097940" y="3618008"/>
                <a:ext cx="10296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60F826-9A27-837F-B297-41126BE42F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89300" y="3609368"/>
                  <a:ext cx="120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B71F3D-75C0-C713-D8B7-97B6BE2C9006}"/>
                    </a:ext>
                  </a:extLst>
                </p14:cNvPr>
                <p14:cNvContentPartPr/>
                <p14:nvPr/>
              </p14:nvContentPartPr>
              <p14:xfrm>
                <a:off x="7089660" y="3558968"/>
                <a:ext cx="111600" cy="10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B71F3D-75C0-C713-D8B7-97B6BE2C90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80660" y="3549968"/>
                  <a:ext cx="1292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AB273FC-4996-C317-7482-390417D43E57}"/>
                  </a:ext>
                </a:extLst>
              </p14:cNvPr>
              <p14:cNvContentPartPr/>
              <p14:nvPr/>
            </p14:nvContentPartPr>
            <p14:xfrm>
              <a:off x="7414380" y="3413168"/>
              <a:ext cx="491400" cy="303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AB273FC-4996-C317-7482-390417D43E5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05740" y="3404528"/>
                <a:ext cx="50904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DB949D9-4C38-5745-DBC8-4B6B35536B3D}"/>
              </a:ext>
            </a:extLst>
          </p:cNvPr>
          <p:cNvGrpSpPr/>
          <p:nvPr/>
        </p:nvGrpSpPr>
        <p:grpSpPr>
          <a:xfrm>
            <a:off x="7464780" y="3885128"/>
            <a:ext cx="556920" cy="109440"/>
            <a:chOff x="7464780" y="3885128"/>
            <a:chExt cx="556920" cy="1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62E2BF-0116-C3CB-993D-D85CC052BA1E}"/>
                    </a:ext>
                  </a:extLst>
                </p14:cNvPr>
                <p14:cNvContentPartPr/>
                <p14:nvPr/>
              </p14:nvContentPartPr>
              <p14:xfrm>
                <a:off x="7464780" y="3888008"/>
                <a:ext cx="126000" cy="96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62E2BF-0116-C3CB-993D-D85CC052BA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56140" y="3879008"/>
                  <a:ext cx="143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33D3B3-D27D-8012-E6A0-C0346C4F0C0A}"/>
                    </a:ext>
                  </a:extLst>
                </p14:cNvPr>
                <p14:cNvContentPartPr/>
                <p14:nvPr/>
              </p14:nvContentPartPr>
              <p14:xfrm>
                <a:off x="7666020" y="3933368"/>
                <a:ext cx="122400" cy="20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33D3B3-D27D-8012-E6A0-C0346C4F0C0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57020" y="3924728"/>
                  <a:ext cx="140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CDDAAD-A093-941B-B040-39B48ADA274E}"/>
                    </a:ext>
                  </a:extLst>
                </p14:cNvPr>
                <p14:cNvContentPartPr/>
                <p14:nvPr/>
              </p14:nvContentPartPr>
              <p14:xfrm>
                <a:off x="7687980" y="3890888"/>
                <a:ext cx="115920" cy="16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CDDAAD-A093-941B-B040-39B48ADA27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78980" y="3881888"/>
                  <a:ext cx="133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0BF631-722E-5ACE-12DF-833C59C8858F}"/>
                    </a:ext>
                  </a:extLst>
                </p14:cNvPr>
                <p14:cNvContentPartPr/>
                <p14:nvPr/>
              </p14:nvContentPartPr>
              <p14:xfrm>
                <a:off x="7890300" y="3885128"/>
                <a:ext cx="131400" cy="10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0BF631-722E-5ACE-12DF-833C59C8858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81300" y="3876128"/>
                  <a:ext cx="1490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DE90EEC-C854-CF4D-7971-3636AD5F6293}"/>
              </a:ext>
            </a:extLst>
          </p:cNvPr>
          <p:cNvGrpSpPr/>
          <p:nvPr/>
        </p:nvGrpSpPr>
        <p:grpSpPr>
          <a:xfrm>
            <a:off x="7335180" y="3148208"/>
            <a:ext cx="473400" cy="138240"/>
            <a:chOff x="7335180" y="3148208"/>
            <a:chExt cx="47340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F694D5-F422-FD9F-B311-AAEDE31CA895}"/>
                    </a:ext>
                  </a:extLst>
                </p14:cNvPr>
                <p14:cNvContentPartPr/>
                <p14:nvPr/>
              </p14:nvContentPartPr>
              <p14:xfrm>
                <a:off x="7335180" y="3148208"/>
                <a:ext cx="183960" cy="138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F694D5-F422-FD9F-B311-AAEDE31CA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26180" y="3139208"/>
                  <a:ext cx="201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DBCB79-0014-298C-8BE5-6041D7838C18}"/>
                    </a:ext>
                  </a:extLst>
                </p14:cNvPr>
                <p14:cNvContentPartPr/>
                <p14:nvPr/>
              </p14:nvContentPartPr>
              <p14:xfrm>
                <a:off x="7595820" y="3236408"/>
                <a:ext cx="103680" cy="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DBCB79-0014-298C-8BE5-6041D7838C1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87180" y="3227408"/>
                  <a:ext cx="121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7D18E5-F3E1-E797-A152-B62920C1A654}"/>
                    </a:ext>
                  </a:extLst>
                </p14:cNvPr>
                <p14:cNvContentPartPr/>
                <p14:nvPr/>
              </p14:nvContentPartPr>
              <p14:xfrm>
                <a:off x="7746300" y="3148208"/>
                <a:ext cx="62280" cy="11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7D18E5-F3E1-E797-A152-B62920C1A6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37300" y="3139568"/>
                  <a:ext cx="7992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D0B1D4-2ABF-F8A7-C96A-F83908C2A12A}"/>
              </a:ext>
            </a:extLst>
          </p:cNvPr>
          <p:cNvGrpSpPr/>
          <p:nvPr/>
        </p:nvGrpSpPr>
        <p:grpSpPr>
          <a:xfrm>
            <a:off x="8084340" y="3366728"/>
            <a:ext cx="565920" cy="270000"/>
            <a:chOff x="8084340" y="3366728"/>
            <a:chExt cx="56592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4FB7A4-FC1C-966D-58D7-A40AA56F5AE3}"/>
                    </a:ext>
                  </a:extLst>
                </p14:cNvPr>
                <p14:cNvContentPartPr/>
                <p14:nvPr/>
              </p14:nvContentPartPr>
              <p14:xfrm>
                <a:off x="8084340" y="3490208"/>
                <a:ext cx="190080" cy="116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4FB7A4-FC1C-966D-58D7-A40AA56F5A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75340" y="3481568"/>
                  <a:ext cx="207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4ABA53-2CAC-4D9A-1D20-10DC23BFF699}"/>
                    </a:ext>
                  </a:extLst>
                </p14:cNvPr>
                <p14:cNvContentPartPr/>
                <p14:nvPr/>
              </p14:nvContentPartPr>
              <p14:xfrm>
                <a:off x="8168220" y="3517208"/>
                <a:ext cx="77400" cy="93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4ABA53-2CAC-4D9A-1D20-10DC23BFF6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59220" y="3508208"/>
                  <a:ext cx="95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EBB70EC-E58D-1605-C0F6-E103DD5A47D3}"/>
                    </a:ext>
                  </a:extLst>
                </p14:cNvPr>
                <p14:cNvContentPartPr/>
                <p14:nvPr/>
              </p14:nvContentPartPr>
              <p14:xfrm>
                <a:off x="8276220" y="3366728"/>
                <a:ext cx="109440" cy="248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EBB70EC-E58D-1605-C0F6-E103DD5A47D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67220" y="3357728"/>
                  <a:ext cx="127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37FCDA-95AB-8797-35A5-71B47B6EE555}"/>
                    </a:ext>
                  </a:extLst>
                </p14:cNvPr>
                <p14:cNvContentPartPr/>
                <p14:nvPr/>
              </p14:nvContentPartPr>
              <p14:xfrm>
                <a:off x="8421660" y="3517208"/>
                <a:ext cx="15192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37FCDA-95AB-8797-35A5-71B47B6EE5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12660" y="3508208"/>
                  <a:ext cx="169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FA1728-CE36-3468-4409-2D894D82CE09}"/>
                    </a:ext>
                  </a:extLst>
                </p14:cNvPr>
                <p14:cNvContentPartPr/>
                <p14:nvPr/>
              </p14:nvContentPartPr>
              <p14:xfrm>
                <a:off x="8577540" y="3375728"/>
                <a:ext cx="72720" cy="26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FA1728-CE36-3468-4409-2D894D82CE0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8540" y="3367088"/>
                  <a:ext cx="903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68F36-DEE9-4C2E-A6C0-C643826CBB56}"/>
              </a:ext>
            </a:extLst>
          </p:cNvPr>
          <p:cNvGrpSpPr/>
          <p:nvPr/>
        </p:nvGrpSpPr>
        <p:grpSpPr>
          <a:xfrm>
            <a:off x="8831340" y="3067208"/>
            <a:ext cx="1519920" cy="523440"/>
            <a:chOff x="8831340" y="3067208"/>
            <a:chExt cx="1519920" cy="5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3A6202-311D-C639-37AC-97F4C7275C1C}"/>
                    </a:ext>
                  </a:extLst>
                </p14:cNvPr>
                <p14:cNvContentPartPr/>
                <p14:nvPr/>
              </p14:nvContentPartPr>
              <p14:xfrm>
                <a:off x="8831340" y="3459968"/>
                <a:ext cx="198360" cy="13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3A6202-311D-C639-37AC-97F4C7275C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22340" y="3450968"/>
                  <a:ext cx="216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BEEE64-32B5-D5D7-8671-BEC831BA3A50}"/>
                    </a:ext>
                  </a:extLst>
                </p14:cNvPr>
                <p14:cNvContentPartPr/>
                <p14:nvPr/>
              </p14:nvContentPartPr>
              <p14:xfrm>
                <a:off x="8967420" y="3341528"/>
                <a:ext cx="171720" cy="19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BEEE64-32B5-D5D7-8671-BEC831BA3A5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58420" y="3332888"/>
                  <a:ext cx="189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0B85CE-0D27-23B6-DF81-BB8A2E41F18A}"/>
                    </a:ext>
                  </a:extLst>
                </p14:cNvPr>
                <p14:cNvContentPartPr/>
                <p14:nvPr/>
              </p14:nvContentPartPr>
              <p14:xfrm>
                <a:off x="9138060" y="3293648"/>
                <a:ext cx="118440" cy="18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00B85CE-0D27-23B6-DF81-BB8A2E41F18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29420" y="3285008"/>
                  <a:ext cx="136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F7F8A1-5904-2F7B-2DA5-4AEB1AD8DA34}"/>
                    </a:ext>
                  </a:extLst>
                </p14:cNvPr>
                <p14:cNvContentPartPr/>
                <p14:nvPr/>
              </p14:nvContentPartPr>
              <p14:xfrm>
                <a:off x="9126540" y="3162608"/>
                <a:ext cx="28080" cy="10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F7F8A1-5904-2F7B-2DA5-4AEB1AD8DA3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17540" y="3153968"/>
                  <a:ext cx="45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A71F1D-400B-5294-DA90-B6FD73DAFCC1}"/>
                    </a:ext>
                  </a:extLst>
                </p14:cNvPr>
                <p14:cNvContentPartPr/>
                <p14:nvPr/>
              </p14:nvContentPartPr>
              <p14:xfrm>
                <a:off x="9289260" y="3189608"/>
                <a:ext cx="164880" cy="11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A71F1D-400B-5294-DA90-B6FD73DAFCC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80620" y="3180608"/>
                  <a:ext cx="182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507597-393B-3E54-E712-5DC2BEB87BF7}"/>
                    </a:ext>
                  </a:extLst>
                </p14:cNvPr>
                <p14:cNvContentPartPr/>
                <p14:nvPr/>
              </p14:nvContentPartPr>
              <p14:xfrm>
                <a:off x="9481500" y="3220928"/>
                <a:ext cx="45000" cy="54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507597-393B-3E54-E712-5DC2BEB87B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72860" y="3212288"/>
                  <a:ext cx="62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7E75A8-D28A-0751-49EB-2F15AF09E37B}"/>
                    </a:ext>
                  </a:extLst>
                </p14:cNvPr>
                <p14:cNvContentPartPr/>
                <p14:nvPr/>
              </p14:nvContentPartPr>
              <p14:xfrm>
                <a:off x="9538740" y="3205448"/>
                <a:ext cx="49320" cy="78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7E75A8-D28A-0751-49EB-2F15AF09E37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29740" y="3196448"/>
                  <a:ext cx="66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A53D67-557F-BD03-D308-908C7FA583B4}"/>
                    </a:ext>
                  </a:extLst>
                </p14:cNvPr>
                <p14:cNvContentPartPr/>
                <p14:nvPr/>
              </p14:nvContentPartPr>
              <p14:xfrm>
                <a:off x="9437220" y="3140288"/>
                <a:ext cx="122760" cy="29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A53D67-557F-BD03-D308-908C7FA583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28220" y="3131648"/>
                  <a:ext cx="140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A833D9-14DC-4DAF-559D-2114AC0FF873}"/>
                    </a:ext>
                  </a:extLst>
                </p14:cNvPr>
                <p14:cNvContentPartPr/>
                <p14:nvPr/>
              </p14:nvContentPartPr>
              <p14:xfrm>
                <a:off x="9616500" y="3107528"/>
                <a:ext cx="84960" cy="176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A833D9-14DC-4DAF-559D-2114AC0FF8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07500" y="3098888"/>
                  <a:ext cx="10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260761-687F-D8B5-FC82-9E43F597873B}"/>
                    </a:ext>
                  </a:extLst>
                </p14:cNvPr>
                <p14:cNvContentPartPr/>
                <p14:nvPr/>
              </p14:nvContentPartPr>
              <p14:xfrm>
                <a:off x="9677700" y="3215528"/>
                <a:ext cx="128520" cy="4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260761-687F-D8B5-FC82-9E43F59787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69060" y="3206528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54F994B-1315-A4E5-1099-1A66CE551220}"/>
                    </a:ext>
                  </a:extLst>
                </p14:cNvPr>
                <p14:cNvContentPartPr/>
                <p14:nvPr/>
              </p14:nvContentPartPr>
              <p14:xfrm>
                <a:off x="9799740" y="3191048"/>
                <a:ext cx="159480" cy="55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54F994B-1315-A4E5-1099-1A66CE5512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90740" y="3182408"/>
                  <a:ext cx="177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EA4992-39B2-EC43-D8BE-919E8FE71907}"/>
                    </a:ext>
                  </a:extLst>
                </p14:cNvPr>
                <p14:cNvContentPartPr/>
                <p14:nvPr/>
              </p14:nvContentPartPr>
              <p14:xfrm>
                <a:off x="9986220" y="3067208"/>
                <a:ext cx="119160" cy="28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EA4992-39B2-EC43-D8BE-919E8FE719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77220" y="3058568"/>
                  <a:ext cx="1368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2D4555-5FC4-1555-A159-F2A737A51FC0}"/>
                    </a:ext>
                  </a:extLst>
                </p14:cNvPr>
                <p14:cNvContentPartPr/>
                <p14:nvPr/>
              </p14:nvContentPartPr>
              <p14:xfrm>
                <a:off x="10125540" y="3197168"/>
                <a:ext cx="225720" cy="149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2D4555-5FC4-1555-A159-F2A737A51FC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116900" y="3188168"/>
                  <a:ext cx="24336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EE07B43-D4C6-3D99-B421-64616F156C4B}"/>
              </a:ext>
            </a:extLst>
          </p:cNvPr>
          <p:cNvGrpSpPr/>
          <p:nvPr/>
        </p:nvGrpSpPr>
        <p:grpSpPr>
          <a:xfrm>
            <a:off x="9034740" y="4187528"/>
            <a:ext cx="675720" cy="249120"/>
            <a:chOff x="9034740" y="4187528"/>
            <a:chExt cx="6757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B81292-B3E2-48FC-8C18-6A57343325F2}"/>
                    </a:ext>
                  </a:extLst>
                </p14:cNvPr>
                <p14:cNvContentPartPr/>
                <p14:nvPr/>
              </p14:nvContentPartPr>
              <p14:xfrm>
                <a:off x="9034740" y="4187528"/>
                <a:ext cx="155160" cy="24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B81292-B3E2-48FC-8C18-6A57343325F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25740" y="4178528"/>
                  <a:ext cx="172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2E12F56-BF53-67FA-A305-2853CC9EDE9C}"/>
                    </a:ext>
                  </a:extLst>
                </p14:cNvPr>
                <p14:cNvContentPartPr/>
                <p14:nvPr/>
              </p14:nvContentPartPr>
              <p14:xfrm>
                <a:off x="9215100" y="4358888"/>
                <a:ext cx="133920" cy="38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2E12F56-BF53-67FA-A305-2853CC9EDE9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06100" y="4349888"/>
                  <a:ext cx="151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3ACBCE-D895-7490-E294-F892F581FCE1}"/>
                    </a:ext>
                  </a:extLst>
                </p14:cNvPr>
                <p14:cNvContentPartPr/>
                <p14:nvPr/>
              </p14:nvContentPartPr>
              <p14:xfrm>
                <a:off x="9367740" y="4291208"/>
                <a:ext cx="97200" cy="125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3ACBCE-D895-7490-E294-F892F581FC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59100" y="4282568"/>
                  <a:ext cx="114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ABB284-60B1-7997-A87F-0228DA6E0B50}"/>
                    </a:ext>
                  </a:extLst>
                </p14:cNvPr>
                <p14:cNvContentPartPr/>
                <p14:nvPr/>
              </p14:nvContentPartPr>
              <p14:xfrm>
                <a:off x="9535500" y="4332968"/>
                <a:ext cx="19080" cy="34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ABB284-60B1-7997-A87F-0228DA6E0B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26860" y="4323968"/>
                  <a:ext cx="36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9A568E-EDDF-39E3-AF6F-E42616AA3493}"/>
                    </a:ext>
                  </a:extLst>
                </p14:cNvPr>
                <p14:cNvContentPartPr/>
                <p14:nvPr/>
              </p14:nvContentPartPr>
              <p14:xfrm>
                <a:off x="9476460" y="4217408"/>
                <a:ext cx="9000" cy="3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9A568E-EDDF-39E3-AF6F-E42616AA34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67460" y="4208408"/>
                  <a:ext cx="26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B6DDFF-3EC0-8302-27F2-35EE07F78A8C}"/>
                    </a:ext>
                  </a:extLst>
                </p14:cNvPr>
                <p14:cNvContentPartPr/>
                <p14:nvPr/>
              </p14:nvContentPartPr>
              <p14:xfrm>
                <a:off x="9635940" y="4265288"/>
                <a:ext cx="74520" cy="130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B6DDFF-3EC0-8302-27F2-35EE07F78A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27300" y="4256288"/>
                  <a:ext cx="921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A551966-6F1F-BD61-A956-33BFC01C2820}"/>
              </a:ext>
            </a:extLst>
          </p:cNvPr>
          <p:cNvGrpSpPr/>
          <p:nvPr/>
        </p:nvGrpSpPr>
        <p:grpSpPr>
          <a:xfrm>
            <a:off x="9876780" y="4005368"/>
            <a:ext cx="1471320" cy="869760"/>
            <a:chOff x="9876780" y="4005368"/>
            <a:chExt cx="147132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9423F9-7618-2B00-987A-B6E59FBD90BF}"/>
                    </a:ext>
                  </a:extLst>
                </p14:cNvPr>
                <p14:cNvContentPartPr/>
                <p14:nvPr/>
              </p14:nvContentPartPr>
              <p14:xfrm>
                <a:off x="9946980" y="4102928"/>
                <a:ext cx="117000" cy="278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9423F9-7618-2B00-987A-B6E59FBD90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38340" y="4094288"/>
                  <a:ext cx="134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25F97F-17E2-CC68-F8C0-37BEF7590E38}"/>
                    </a:ext>
                  </a:extLst>
                </p14:cNvPr>
                <p14:cNvContentPartPr/>
                <p14:nvPr/>
              </p14:nvContentPartPr>
              <p14:xfrm>
                <a:off x="9922860" y="4273568"/>
                <a:ext cx="172080" cy="49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25F97F-17E2-CC68-F8C0-37BEF7590E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14220" y="4264928"/>
                  <a:ext cx="189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6C929A-F894-FBB9-E2BA-F14C08636650}"/>
                    </a:ext>
                  </a:extLst>
                </p14:cNvPr>
                <p14:cNvContentPartPr/>
                <p14:nvPr/>
              </p14:nvContentPartPr>
              <p14:xfrm>
                <a:off x="10105020" y="4249808"/>
                <a:ext cx="181440" cy="27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6C929A-F894-FBB9-E2BA-F14C086366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96020" y="4240808"/>
                  <a:ext cx="199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C547677-26CC-1E58-9D8A-3659D16CB6AE}"/>
                    </a:ext>
                  </a:extLst>
                </p14:cNvPr>
                <p14:cNvContentPartPr/>
                <p14:nvPr/>
              </p14:nvContentPartPr>
              <p14:xfrm>
                <a:off x="10322100" y="4203008"/>
                <a:ext cx="95760" cy="83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C547677-26CC-1E58-9D8A-3659D16CB6A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13460" y="4194008"/>
                  <a:ext cx="113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6ABA37-F53B-666D-7B78-6BFF483FE428}"/>
                    </a:ext>
                  </a:extLst>
                </p14:cNvPr>
                <p14:cNvContentPartPr/>
                <p14:nvPr/>
              </p14:nvContentPartPr>
              <p14:xfrm>
                <a:off x="10416780" y="4005368"/>
                <a:ext cx="219600" cy="27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6ABA37-F53B-666D-7B78-6BFF483FE42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07780" y="3996728"/>
                  <a:ext cx="237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5FCD85-7C02-51EA-DD91-06C2A00AE259}"/>
                    </a:ext>
                  </a:extLst>
                </p14:cNvPr>
                <p14:cNvContentPartPr/>
                <p14:nvPr/>
              </p14:nvContentPartPr>
              <p14:xfrm>
                <a:off x="10583100" y="4036688"/>
                <a:ext cx="9720" cy="2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5FCD85-7C02-51EA-DD91-06C2A00AE2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74100" y="4027688"/>
                  <a:ext cx="27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C6C790-D314-5664-1622-F105E0745764}"/>
                    </a:ext>
                  </a:extLst>
                </p14:cNvPr>
                <p14:cNvContentPartPr/>
                <p14:nvPr/>
              </p14:nvContentPartPr>
              <p14:xfrm>
                <a:off x="10749420" y="4121288"/>
                <a:ext cx="268560" cy="71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C6C790-D314-5664-1622-F105E07457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40780" y="4112288"/>
                  <a:ext cx="286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24A267-9802-9307-B568-C129A3D01EF0}"/>
                    </a:ext>
                  </a:extLst>
                </p14:cNvPr>
                <p14:cNvContentPartPr/>
                <p14:nvPr/>
              </p14:nvContentPartPr>
              <p14:xfrm>
                <a:off x="9876780" y="4738688"/>
                <a:ext cx="152640" cy="136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24A267-9802-9307-B568-C129A3D01E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68140" y="4730048"/>
                  <a:ext cx="170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766C1DD-4336-B70F-7DDC-0818BB3D2D73}"/>
                    </a:ext>
                  </a:extLst>
                </p14:cNvPr>
                <p14:cNvContentPartPr/>
                <p14:nvPr/>
              </p14:nvContentPartPr>
              <p14:xfrm>
                <a:off x="10081980" y="4696568"/>
                <a:ext cx="106560" cy="12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766C1DD-4336-B70F-7DDC-0818BB3D2D7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72980" y="4687928"/>
                  <a:ext cx="124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F484C4-0416-C08F-20A0-E47E818DC859}"/>
                    </a:ext>
                  </a:extLst>
                </p14:cNvPr>
                <p14:cNvContentPartPr/>
                <p14:nvPr/>
              </p14:nvContentPartPr>
              <p14:xfrm>
                <a:off x="10240740" y="4644728"/>
                <a:ext cx="101880" cy="159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F484C4-0416-C08F-20A0-E47E818DC8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31740" y="4635728"/>
                  <a:ext cx="119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304E6E-1944-D3D2-1FFC-800A71F30DBE}"/>
                    </a:ext>
                  </a:extLst>
                </p14:cNvPr>
                <p14:cNvContentPartPr/>
                <p14:nvPr/>
              </p14:nvContentPartPr>
              <p14:xfrm>
                <a:off x="10217340" y="4539608"/>
                <a:ext cx="2520" cy="1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304E6E-1944-D3D2-1FFC-800A71F30D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08340" y="453060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6C3D2B-8BA0-617F-972F-F58F0C42B447}"/>
                    </a:ext>
                  </a:extLst>
                </p14:cNvPr>
                <p14:cNvContentPartPr/>
                <p14:nvPr/>
              </p14:nvContentPartPr>
              <p14:xfrm>
                <a:off x="10333620" y="4518728"/>
                <a:ext cx="129960" cy="111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6C3D2B-8BA0-617F-972F-F58F0C42B44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24620" y="4509728"/>
                  <a:ext cx="14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DA39838-312C-A94C-6A7E-C52BA4529CEC}"/>
                    </a:ext>
                  </a:extLst>
                </p14:cNvPr>
                <p14:cNvContentPartPr/>
                <p14:nvPr/>
              </p14:nvContentPartPr>
              <p14:xfrm>
                <a:off x="10479060" y="4540688"/>
                <a:ext cx="67680" cy="74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DA39838-312C-A94C-6A7E-C52BA4529C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0060" y="4531688"/>
                  <a:ext cx="85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54671DE-1EAC-937D-3A99-22DE61869B93}"/>
                    </a:ext>
                  </a:extLst>
                </p14:cNvPr>
                <p14:cNvContentPartPr/>
                <p14:nvPr/>
              </p14:nvContentPartPr>
              <p14:xfrm>
                <a:off x="10536300" y="4519808"/>
                <a:ext cx="66600" cy="78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54671DE-1EAC-937D-3A99-22DE61869B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27300" y="4511168"/>
                  <a:ext cx="8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9BA4C1-45E0-7451-33C1-CA7A3D729DDD}"/>
                    </a:ext>
                  </a:extLst>
                </p14:cNvPr>
                <p14:cNvContentPartPr/>
                <p14:nvPr/>
              </p14:nvContentPartPr>
              <p14:xfrm>
                <a:off x="10424700" y="4461848"/>
                <a:ext cx="117000" cy="27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9BA4C1-45E0-7451-33C1-CA7A3D729DD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16060" y="4452848"/>
                  <a:ext cx="134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62A5AD-22AB-219C-40B2-6BB5C9894AC3}"/>
                    </a:ext>
                  </a:extLst>
                </p14:cNvPr>
                <p14:cNvContentPartPr/>
                <p14:nvPr/>
              </p14:nvContentPartPr>
              <p14:xfrm>
                <a:off x="10629900" y="4405688"/>
                <a:ext cx="114120" cy="18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62A5AD-22AB-219C-40B2-6BB5C9894AC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20900" y="4396688"/>
                  <a:ext cx="131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708D60D-4C09-0E22-D66E-FF022DE5F60A}"/>
                    </a:ext>
                  </a:extLst>
                </p14:cNvPr>
                <p14:cNvContentPartPr/>
                <p14:nvPr/>
              </p14:nvContentPartPr>
              <p14:xfrm>
                <a:off x="10713780" y="4504328"/>
                <a:ext cx="137880" cy="6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708D60D-4C09-0E22-D66E-FF022DE5F60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04780" y="4495328"/>
                  <a:ext cx="155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BBEAF9-A82C-3E16-BACC-8A953EA129A9}"/>
                    </a:ext>
                  </a:extLst>
                </p14:cNvPr>
                <p14:cNvContentPartPr/>
                <p14:nvPr/>
              </p14:nvContentPartPr>
              <p14:xfrm>
                <a:off x="10811700" y="4464728"/>
                <a:ext cx="160560" cy="65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BBEAF9-A82C-3E16-BACC-8A953EA129A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02700" y="4456088"/>
                  <a:ext cx="178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573F05-7710-5828-599F-307ED2CC56C3}"/>
                    </a:ext>
                  </a:extLst>
                </p14:cNvPr>
                <p14:cNvContentPartPr/>
                <p14:nvPr/>
              </p14:nvContentPartPr>
              <p14:xfrm>
                <a:off x="11045340" y="4338008"/>
                <a:ext cx="52560" cy="31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573F05-7710-5828-599F-307ED2CC56C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36340" y="4329368"/>
                  <a:ext cx="70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68F2B2-2F55-99F5-0860-B849F1CC40FF}"/>
                    </a:ext>
                  </a:extLst>
                </p14:cNvPr>
                <p14:cNvContentPartPr/>
                <p14:nvPr/>
              </p14:nvContentPartPr>
              <p14:xfrm>
                <a:off x="11138580" y="4497128"/>
                <a:ext cx="20952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68F2B2-2F55-99F5-0860-B849F1CC40F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29940" y="4488488"/>
                  <a:ext cx="22716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5AF0020-C55A-049F-8D69-E987EC1135E3}"/>
              </a:ext>
            </a:extLst>
          </p:cNvPr>
          <p:cNvGrpSpPr/>
          <p:nvPr/>
        </p:nvGrpSpPr>
        <p:grpSpPr>
          <a:xfrm>
            <a:off x="10040940" y="2543048"/>
            <a:ext cx="876600" cy="224280"/>
            <a:chOff x="10040940" y="2543048"/>
            <a:chExt cx="87660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888929-91F1-667E-0AF4-6ED934DB17FE}"/>
                    </a:ext>
                  </a:extLst>
                </p14:cNvPr>
                <p14:cNvContentPartPr/>
                <p14:nvPr/>
              </p14:nvContentPartPr>
              <p14:xfrm>
                <a:off x="10040940" y="2543048"/>
                <a:ext cx="67320" cy="224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888929-91F1-667E-0AF4-6ED934DB17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31940" y="2534408"/>
                  <a:ext cx="84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659487-8002-0299-C253-F92CDB8B8525}"/>
                    </a:ext>
                  </a:extLst>
                </p14:cNvPr>
                <p14:cNvContentPartPr/>
                <p14:nvPr/>
              </p14:nvContentPartPr>
              <p14:xfrm>
                <a:off x="10094940" y="2670128"/>
                <a:ext cx="136440" cy="88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659487-8002-0299-C253-F92CDB8B852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86300" y="2661488"/>
                  <a:ext cx="15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DBF6F0-98C5-4940-B611-06C1FD170F3F}"/>
                    </a:ext>
                  </a:extLst>
                </p14:cNvPr>
                <p14:cNvContentPartPr/>
                <p14:nvPr/>
              </p14:nvContentPartPr>
              <p14:xfrm>
                <a:off x="10309500" y="2696408"/>
                <a:ext cx="91800" cy="26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DBF6F0-98C5-4940-B611-06C1FD170F3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00860" y="2687768"/>
                  <a:ext cx="109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ADB69FA-DAAE-2324-5283-FC7121815A74}"/>
                    </a:ext>
                  </a:extLst>
                </p14:cNvPr>
                <p14:cNvContentPartPr/>
                <p14:nvPr/>
              </p14:nvContentPartPr>
              <p14:xfrm>
                <a:off x="10270980" y="2634128"/>
                <a:ext cx="109800" cy="31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ADB69FA-DAAE-2324-5283-FC7121815A7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261980" y="2625128"/>
                  <a:ext cx="127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0D2727-3F7B-E37F-CC18-C79BD39A4AA7}"/>
                    </a:ext>
                  </a:extLst>
                </p14:cNvPr>
                <p14:cNvContentPartPr/>
                <p14:nvPr/>
              </p14:nvContentPartPr>
              <p14:xfrm>
                <a:off x="10455660" y="2586608"/>
                <a:ext cx="129240" cy="142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0D2727-3F7B-E37F-CC18-C79BD39A4A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46660" y="2577608"/>
                  <a:ext cx="146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7C0ABE9-5C96-D4CC-F0C9-D89491C018A4}"/>
                    </a:ext>
                  </a:extLst>
                </p14:cNvPr>
                <p14:cNvContentPartPr/>
                <p14:nvPr/>
              </p14:nvContentPartPr>
              <p14:xfrm>
                <a:off x="10671300" y="2727368"/>
                <a:ext cx="108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7C0ABE9-5C96-D4CC-F0C9-D89491C018A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62300" y="271872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4CA5385-3469-9AA2-465F-418868592982}"/>
                    </a:ext>
                  </a:extLst>
                </p14:cNvPr>
                <p14:cNvContentPartPr/>
                <p14:nvPr/>
              </p14:nvContentPartPr>
              <p14:xfrm>
                <a:off x="10723140" y="2718728"/>
                <a:ext cx="194400" cy="19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4CA5385-3469-9AA2-465F-41886859298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714500" y="2709728"/>
                  <a:ext cx="212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AE21EB-7AF3-7368-9DEF-22C8F7755A3A}"/>
                    </a:ext>
                  </a:extLst>
                </p14:cNvPr>
                <p14:cNvContentPartPr/>
                <p14:nvPr/>
              </p14:nvContentPartPr>
              <p14:xfrm>
                <a:off x="10793340" y="2561048"/>
                <a:ext cx="58680" cy="147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AE21EB-7AF3-7368-9DEF-22C8F7755A3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84340" y="2552408"/>
                  <a:ext cx="7632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C24329C-D9F6-7C81-2856-E65A7CDA05AA}"/>
              </a:ext>
            </a:extLst>
          </p:cNvPr>
          <p:cNvGrpSpPr/>
          <p:nvPr/>
        </p:nvGrpSpPr>
        <p:grpSpPr>
          <a:xfrm>
            <a:off x="11133540" y="2514248"/>
            <a:ext cx="650880" cy="212760"/>
            <a:chOff x="11133540" y="2514248"/>
            <a:chExt cx="65088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E8DC72B-FEED-ACE4-3F7D-D20428B7E8DC}"/>
                    </a:ext>
                  </a:extLst>
                </p14:cNvPr>
                <p14:cNvContentPartPr/>
                <p14:nvPr/>
              </p14:nvContentPartPr>
              <p14:xfrm>
                <a:off x="11133540" y="2667968"/>
                <a:ext cx="187560" cy="33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E8DC72B-FEED-ACE4-3F7D-D20428B7E8D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124900" y="2658968"/>
                  <a:ext cx="205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7A41447-BA22-7BD2-B4B0-F30E23F535AC}"/>
                    </a:ext>
                  </a:extLst>
                </p14:cNvPr>
                <p14:cNvContentPartPr/>
                <p14:nvPr/>
              </p14:nvContentPartPr>
              <p14:xfrm>
                <a:off x="11263860" y="2525768"/>
                <a:ext cx="212400" cy="17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7A41447-BA22-7BD2-B4B0-F30E23F535A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254860" y="2517128"/>
                  <a:ext cx="230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782F7E-079E-623F-05F2-E2C7D95988C8}"/>
                    </a:ext>
                  </a:extLst>
                </p14:cNvPr>
                <p14:cNvContentPartPr/>
                <p14:nvPr/>
              </p14:nvContentPartPr>
              <p14:xfrm>
                <a:off x="11490660" y="2598128"/>
                <a:ext cx="137160" cy="23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782F7E-079E-623F-05F2-E2C7D95988C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481660" y="2589488"/>
                  <a:ext cx="154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6A21DD2-6CA8-6F8E-C0A0-9F71B2984733}"/>
                    </a:ext>
                  </a:extLst>
                </p14:cNvPr>
                <p14:cNvContentPartPr/>
                <p14:nvPr/>
              </p14:nvContentPartPr>
              <p14:xfrm>
                <a:off x="11689740" y="2514248"/>
                <a:ext cx="94680" cy="212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6A21DD2-6CA8-6F8E-C0A0-9F71B298473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680740" y="2505608"/>
                  <a:ext cx="112320" cy="23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at ω=0 the terms 1 and 0.9e^{-jω} nearly cancel in the denominator, making the magnitude large.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2054</Words>
  <Application>Microsoft Office PowerPoint</Application>
  <PresentationFormat>Widescreen</PresentationFormat>
  <Paragraphs>308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7</cp:revision>
  <dcterms:created xsi:type="dcterms:W3CDTF">2026-08-18T14:03:18Z</dcterms:created>
  <dcterms:modified xsi:type="dcterms:W3CDTF">2026-08-27T18:20:59Z</dcterms:modified>
</cp:coreProperties>
</file>