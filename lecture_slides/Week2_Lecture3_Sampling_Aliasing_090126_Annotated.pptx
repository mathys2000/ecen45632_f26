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notesSlides/notesSlide5.xml" ContentType="application/vnd.openxmlformats-officedocument.presentationml.notesSlide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notesSlides/notesSlide6.xml" ContentType="application/vnd.openxmlformats-officedocument.presentationml.notesSlide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notesSlides/notesSlide7.xml" ContentType="application/vnd.openxmlformats-officedocument.presentationml.notesSlide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notesSlides/notesSlide8.xml" ContentType="application/vnd.openxmlformats-officedocument.presentationml.notesSlide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notesSlides/notesSlide9.xml" ContentType="application/vnd.openxmlformats-officedocument.presentationml.notesSlide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notesSlides/notesSlide10.xml" ContentType="application/vnd.openxmlformats-officedocument.presentationml.notesSlide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notesSlides/notesSlide11.xml" ContentType="application/vnd.openxmlformats-officedocument.presentationml.notesSlide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notesSlides/notesSlide12.xml" ContentType="application/vnd.openxmlformats-officedocument.presentationml.notesSlide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notesSlides/notesSlide13.xml" ContentType="application/vnd.openxmlformats-officedocument.presentationml.notesSlide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notesSlides/notesSlide14.xml" ContentType="application/vnd.openxmlformats-officedocument.presentationml.notesSlide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notesSlides/notesSlide15.xml" ContentType="application/vnd.openxmlformats-officedocument.presentationml.notesSlide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notesSlides/notesSlide16.xml" ContentType="application/vnd.openxmlformats-officedocument.presentationml.notesSlide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notesSlides/notesSlide17.xml" ContentType="application/vnd.openxmlformats-officedocument.presentationml.notesSlide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notesSlides/notesSlide18.xml" ContentType="application/vnd.openxmlformats-officedocument.presentationml.notesSlide+xml"/>
  <Override PartName="/ppt/ink/ink2073.xml" ContentType="application/inkml+xml"/>
  <Override PartName="/ppt/ink/ink2074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8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81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82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66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5:54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1608 1408 24575,'3'4'0,"-6"-7"0,-9-8 0,-78-67 0,41 33 0,-179-141 4,129 108-233,-105-82-212,-267-227-246,134 68 493,307 287 461,-46-65-1,71 90-617,-2-2-6475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5:55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3 24575,'-6'-3'0,"5"9"0,6 10 0,3-4 0,1 0 0,0 0 0,0-2 0,2 1 0,11 9 0,60 43 0,-15-18 0,-29-20 0,43 36 0,-35-21 0,-39-35 0,-9-9 0,-9-12 0,-22-28-1365,23 32-5461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5:55.8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0 24575,'0'8'0,"-1"0"0,0 0 0,-1 0 0,0 0 0,0-1 0,0 1 0,-8 13 0,-30 49 0,30-54 0,-59 82 0,27-42 0,40-53 14,0-1-1,0 1 0,0-1 0,0 1 1,-1-1-1,1 0 0,-1 0 1,-4 3-1,6-4-100,-1-1-1,0 1 1,0 0 0,1-1-1,-1 0 1,0 1 0,0-1-1,0 0 1,0 0-1,1 0 1,-1 0 0,0 0-1,0 0 1,0 0 0,0-1-1,-1 0 1,-6-2-6739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5:56.4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8 24575,'-8'-2'0,"1"0"0,-1 1 0,1 0 0,-1 0 0,0 1 0,-14 0 0,18 1 0,0 0 0,0 0 0,0 0 0,0 1 0,0-1 0,1 1 0,-1 0 0,0 0 0,1 0 0,-1 1 0,1-1 0,0 1 0,0-1 0,-4 5 0,2-1 0,0 0 0,0 0 0,0 0 0,1 1 0,0-1 0,0 1 0,1 0 0,0 1 0,-4 10 0,7-15 0,-1 0 0,0 0 0,1 0 0,0 1 0,0-1 0,0 0 0,0 0 0,0 0 0,1 0 0,-1 0 0,1 0 0,0 0 0,0 0 0,0 0 0,0 0 0,0 0 0,1 0 0,-1 0 0,1-1 0,0 1 0,0-1 0,0 1 0,0-1 0,0 0 0,1 0 0,2 2 0,5 3 0,1-1 0,0 0 0,0 0 0,0-1 0,1-1 0,-1 0 0,1 0 0,0-2 0,0 1 0,1-1 0,-1-1 0,23 0 0,-33-1-65,0 0 0,-1 0 0,1-1 0,0 1 0,0 0 0,0-1 0,0 1 0,0-1 0,0 0 0,-1 1 0,1-1 0,0 0 0,-1 0 0,1 0 0,0 0 0,-1-1 0,1 1 0,-1 0 0,0-1 0,3-2 0,0-5-6761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5:57.1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10 24575,'5'-10'0,"-5"12"0,-8 20 0,3-10 0,-14 46 0,-11 32 0,23-73 0,1 1 0,1 0 0,1 0 0,0 1 0,1-1 0,1 1 0,1 0 0,1-1 0,1 1 0,3 23 0,-2-31 0,1 0 0,1 0 0,-1-1 0,2 0 0,-1 1 0,2-2 0,-1 1 0,1-1 0,11 13 0,-7-10 0,0-1 0,1 0 0,0-1 0,1 0 0,0-1 0,18 11 0,-28-19-97,0 0-1,0 0 1,0 0-1,0 0 1,0 0-1,0-1 1,0 1-1,1-1 1,-1 1-1,0-1 1,0 0-1,1 0 0,2 0 1,3-2-6729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5:57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 24575,'0'-2'0,"1"-1"0,-1 1 0,0-1 0,1 1 0,-1-1 0,2-4 0,-2 7 0,0 0 0,0 0 0,1-1 0,-1 1 0,0 0 0,0 0 0,0 0 0,0 0 0,0-1 0,0 1 0,0 0 0,0 0 0,1 0 0,-1 0 0,0 0 0,0 0 0,0 0 0,0-1 0,0 1 0,0 0 0,1 0 0,-1 0 0,0 0 0,0 0 0,0 0 0,0 0 0,1 0 0,-1 0 0,0 0 0,0 0 0,0 0 0,0 0 0,1 0 0,-1 0 0,0 0 0,7 10 0,-1 7 0,-2 0 0,1 0 0,1 23 0,-4-29 0,12 116 0,-11-89 0,-2 49 0,1 23 0,-1-105 0,0 0 0,1 0 0,-1 0 0,1 0 0,1 0 0,-1 0 0,1-1 0,-1 1 0,1-1 0,1 1 0,-1-1 0,1 0 0,-1-1 0,1 1 0,0-1 0,1 1 0,-1-1 0,0 0 0,1-1 0,0 1 0,-1-1 0,1 0 0,6 2 0,-9-4 4,0 1 0,0-1 0,0 0 0,0 1 0,0-1 0,0 0 0,0-1 0,0 1 0,0 0 0,1 0 0,-1-1 0,0 1 0,0-1 0,-1 0 0,1 0 0,0 0 0,0 0 0,0 0 0,0 0 0,-1 0 0,1 0 0,0-1 0,-1 1 0,1-1 0,-1 1 0,0-1 0,1 1 0,-1-1 0,1-3 0,1 0-169,0-1 0,0 0 0,-1 0 0,0 0 0,0-1 0,-1 1 0,1 0 0,-1-9 0,0-1-6661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5:57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218 0 24575,'-20'7'0,"-8"3"0,-3 0 0,2 0 0,4-2 0,3-1 0,3-3 0,2-2 0,2-1 0,3 0-8191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5:58.3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24575,'9'2'0,"1"1"0,0 1 0,-1 0 0,0 0 0,0 1 0,0 0 0,-1 0 0,1 1 0,-1 0 0,9 9 0,-7-4 0,0 0 0,-1 1 0,0 0 0,-1 0 0,-1 0 0,9 19 0,-4-3 0,-2 1 0,9 35 0,7 57 0,-25-118 0,4 22 0,-1 0 0,-1 1 0,-1-1 0,-2 48 0,-1-65 0,0 0 0,-1 0 0,0 0 0,0-1 0,-1 1 0,0 0 0,0-1 0,-6 10 0,5-12 0,1-1 0,-1 1 0,0 0 0,-1-1 0,1 0 0,-1 0 0,1 0 0,-1-1 0,0 1 0,-1-1 0,1 0 0,-8 3 0,-4-1-1365,2-1-5461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04.4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260 42 24575,'-18'-8'0,"-1"0"0,0 1 0,0 1 0,-36-6 0,51 12 0,0-1 0,0 1 0,0 1 0,0-1 0,1 0 0,-1 1 0,0 0 0,0 0 0,1 0 0,-1 1 0,0-1 0,1 1 0,0-1 0,-1 1 0,1 0 0,0 1 0,0-1 0,0 0 0,0 1 0,0 0 0,1 0 0,-3 3 0,-1 2 0,0 0 0,0 1 0,1 0 0,0 0 0,0 1 0,1-1 0,-3 13 0,6-19 0,0 0 0,0 1 0,0-1 0,1 1 0,0-1 0,-1 1 0,1-1 0,0 1 0,1-1 0,-1 1 0,0-1 0,1 1 0,0-1 0,0 1 0,0-1 0,0 0 0,1 0 0,-1 1 0,1-1 0,0 0 0,0 0 0,0-1 0,0 1 0,1 0 0,-1-1 0,1 1 0,-1-1 0,1 0 0,0 0 0,0 0 0,0 0 0,0 0 0,0-1 0,7 3 0,1 0 10,0 0-1,1-1 0,0 0 1,0-1-1,16 1 0,61-2-349,-49-2-741,-25 1-5745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05.2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61 24575,'-19'-1'0,"-1"2"0,1 0 0,-30 7 0,34-6 0,10-1 0,0-1 0,-1 1 0,1 1 0,1-1 0,-10 4 0,13-4 0,0-1 0,0 1 0,0-1 0,1 1 0,-1 0 0,0 0 0,0-1 0,1 1 0,-1 0 0,0 0 0,1 0 0,-1 0 0,0 0 0,1 0 0,0 0 0,-1 0 0,1 0 0,-1 0 0,1 0 0,0 0 0,0 0 0,0 0 0,0 0 0,-1 0 0,1 0 0,1 0 0,-1 0 0,0 0 0,0 0 0,0 0 0,1 0 0,-1 0 0,1 2 0,0-1 0,0 1 0,0-1 0,1 0 0,-1 0 0,1 1 0,0-1 0,0 0 0,0 0 0,0-1 0,0 1 0,0 0 0,0-1 0,0 1 0,1-1 0,-1 1 0,1-1 0,4 1 0,7 3 0,-1 0 0,16 2 0,-19-5 0,-1 0 0,0 0 0,0-1 0,1 0 0,-1 0 0,0-1 0,13-1 0,-20 0 0,0 1 0,0 0 0,0-1 0,-1 1 0,1-1 0,0 0 0,0 0 0,0 1 0,-1-1 0,1 0 0,-1-1 0,1 1 0,0 0 0,-1 0 0,2-3 0,-2 3 0,0-1 0,0 0 0,0 1 0,-1-1 0,1 0 0,-1 0 0,1 0 0,-1 1 0,0-1 0,1 0 0,-1 0 0,0 0 0,0 0 0,-1 0 0,1 0 0,0 1 0,-1-1 0,1 0 0,-1-2 0,-2-3 7,1 1-1,-1-1 0,0 1 0,-1 0 1,0 0-1,0 0 0,0 1 1,0 0-1,-1-1 0,0 1 1,0 1-1,0-1 0,-1 1 0,0 0 1,0 0-1,0 0 0,0 1 1,-7-3-1,4 2-120,0 1 0,0 0-1,0 0 1,-1 1 0,1 0 0,-1 0-1,1 1 1,-1 1 0,0-1 0,0 1-1,1 1 1,-15 3 0,11-1-6712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05.7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78 24575,'0'-1'0,"0"2"0,-1-1 0,1 0 0,0 0 0,0 0 0,-1 0 0,1 0 0,0 0 0,-1 0 0,1 0 0,0 0 0,0 0 0,-1 1 0,1-1 0,0 0 0,0 0 0,0 0 0,-1 0 0,1 1 0,0-1 0,0 0 0,0 0 0,-1 1 0,1-1 0,0 0 0,0 0 0,0 1 0,0-1 0,0 0 0,0 0 0,0 1 0,0-1 0,0 0 0,-1 1 0,1-1 0,0 0 0,0 0 0,0 1 0,1-1 0,-1 0 0,0 1 0,0-1 0,0 0 0,0 0 0,0 1 0,0-1 0,0 0 0,0 0 0,1 1 0,-1-1 0,0 0 0,0 0 0,0 1 0,9 14 0,-5-11 0,0 0 0,0 0 0,1 0 0,-1 0 0,1-1 0,0 1 0,0-1 0,0-1 0,0 1 0,1-1 0,-1 1 0,12 1 0,-15-3 0,1 0 0,0-1 0,0 1 0,0-1 0,0 0 0,0 0 0,-1 0 0,1 0 0,0-1 0,0 1 0,0-1 0,0 1 0,-1-1 0,1 0 0,0 0 0,-1 0 0,1-1 0,-1 1 0,1-1 0,-1 1 0,0-1 0,1 0 0,-1 0 0,0 0 0,0 0 0,0 0 0,-1 0 0,3-3 0,-1-3 0,1 1 0,-1 0 0,-1-1 0,1 0 0,-1 0 0,-1 0 0,0 0 0,0 0 0,0-10 0,0 6 0,-1 11 0,0 0 0,0-1 0,1 1 0,-1 0 0,0 0 0,0 0 0,1 0 0,-1 0 0,1 0 0,-1 0 0,1 0 0,-1 0 0,2-1 0,-2 2 0,0-1 0,1 1 0,-1 0 0,1 0 0,-1-1 0,0 1 0,1 0 0,-1 0 0,1 0 0,-1-1 0,1 1 0,-1 0 0,1 0 0,-1 0 0,1 0 0,-1 0 0,1 0 0,-1 0 0,1 0 0,-1 0 0,1 0 0,2 1 0,1 1 0,-1-1 0,0 1 0,0-1 0,0 1 0,5 3 0,-4-2 0,45 33-65,48 47 0,-54-46-1170,-33-28-5591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06.3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24575,'0'5'0,"1"0"0,0-1 0,0 1 0,1 0 0,-1-1 0,4 6 0,1 5 0,136 351 0,-140-363-195,-1 0 0,0 1 0,1-1 0,-2 1 0,1-1 0,0 5 0,-1 1-6631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06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286 0 24575,'-22'5'0,"-13"2"0,-2-1 0,3-1 0,4-1 0,5-2 0,4 2 0,4-1 0,2 0 0,0 0 0,2-2 0,2-2 0,1-2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06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24575,'0'12'0,"2"5"0,2 1 0,1-3 0,1 0 0,1-4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07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24575,'0'2'0,"3"4"0,0 5 0,0 4 0,-1 1 0,0-2-8191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07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77 24575,'0'3'0,"0"0"0,1-1 0,-1 1 0,1-1 0,0 1 0,0-1 0,0 1 0,0-1 0,0 0 0,0 1 0,1-1 0,-1 0 0,1 0 0,-1 0 0,1 0 0,0 0 0,0 0 0,0-1 0,0 1 0,0-1 0,0 1 0,1-1 0,-1 0 0,4 2 0,-4-2 0,-1 0 0,1-1 0,0 1 0,-1-1 0,1 1 0,0-1 0,0 0 0,0 0 0,-1 0 0,1 0 0,0 0 0,0 0 0,-1 0 0,1 0 0,0-1 0,0 1 0,-1-1 0,1 1 0,0-1 0,-1 0 0,1 0 0,-1 0 0,1 0 0,-1 0 0,1 0 0,-1 0 0,0 0 0,1 0 0,-1-1 0,0 1 0,0 0 0,0-1 0,0 1 0,0-1 0,0 1 0,0-3 0,1-1 0,-1 0 0,1 0 0,-1 0 0,-1-1 0,1 1 0,-1 0 0,0-8 0,0 6 0,0 0 0,0 1 0,3-13 0,-3 18 0,1 0 0,-1 0 0,0 0 0,0 0 0,1 0 0,-1 1 0,0-1 0,1 0 0,-1 0 0,1 0 0,-1 0 0,1 1 0,-1-1 0,1 0 0,0 1 0,-1-1 0,1 0 0,0 1 0,0-1 0,-1 1 0,1-1 0,0 1 0,0-1 0,0 1 0,0 0 0,0-1 0,0 1 0,0 0 0,-1 0 0,1 0 0,0 0 0,0-1 0,0 1 0,0 1 0,0-1 0,0 0 0,0 0 0,0 0 0,0 0 0,0 1 0,0-1 0,0 0 0,-1 1 0,1-1 0,0 1 0,0-1 0,1 1 0,4 3 0,1 0 0,-1 1 0,0-1 0,8 9 0,19 19-93,76 78-1179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08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24575,'5'24'0,"1"3"0,11 34 0,-14-54 0,-1 0 0,1 0 0,1 0 0,-1-1 0,1 1 0,0-1 0,1 0 0,0 0 0,9 9 0,-12-13 0,1 0 0,0 0 0,0 0 0,-1 0 0,1-1 0,0 1 0,0-1 0,1 0 0,-1 0 0,0 0 0,0 0 0,0 0 0,1-1 0,-1 1 0,0-1 0,1 0 0,-1 0 0,1 0 0,-1-1 0,0 1 0,0-1 0,1 0 0,-1 0 0,0 0 0,0 0 0,0 0 0,0-1 0,0 0 0,0 1 0,0-1 0,0 0 0,-1 0 0,1 0 0,-1-1 0,0 1 0,1-1 0,-1 1 0,0-1 0,-1 0 0,1 0 0,1-3 0,2-4 0,-1 0 0,-1-1 0,0 1 0,-1-1 0,1 0 0,-1-15 0,-2 26 0,0-1 0,0 0 0,0 0 0,0 1 0,0-1 0,1 0 0,-1 0 0,0 0 0,0 1 0,0-1 0,1 0 0,-1 0 0,0 1 0,1-1 0,-1 0 0,1 1 0,-1-1 0,1 1 0,-1-1 0,1 0 0,-1 1 0,1-1 0,0 0 0,0 1 0,0 0 0,-1 0 0,1 1 0,0-1 0,-1 0 0,1 0 0,-1 0 0,1 1 0,0-1 0,-1 0 0,1 0 0,-1 1 0,1-1 0,0 1 0,-1-1 0,1 0 0,-1 1 0,0-1 0,1 1 0,0 0 0,4 6 0,0 0 0,8 14 0,-13-21 0,56 91-1365,-49-78-5461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08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127 1 24575,'0'0'0,"0"0"0,0 0 0,-1 1 0,1-1 0,0 0 0,0 0 0,0 1 0,-1-1 0,1 0 0,0 0 0,0 1 0,0-1 0,0 0 0,0 1 0,0-1 0,0 0 0,-1 1 0,1-1 0,0 0 0,0 0 0,0 1 0,0-1 0,0 0 0,0 1 0,1-1 0,-1 1 0,1 14 0,-1-10 0,0-2 0,1 7 0,0 0 0,-2 1 0,1-1 0,-1 0 0,-3 12 0,4-20 0,-1 0 0,1 0 0,-1 1 0,0-1 0,0 0 0,0 0 0,0-1 0,0 1 0,0 0 0,-1 0 0,1 0 0,-1-1 0,1 1 0,-1-1 0,0 1 0,1-1 0,-1 0 0,0 1 0,0-1 0,0 0 0,0 0 0,0 0 0,0-1 0,0 1 0,0 0 0,0-1 0,-1 1 0,1-1 0,0 0 0,-4 0 0,3 0 0,0 0 0,0 0 0,0-1 0,0 1 0,-1-1 0,1 0 0,1 0 0,-1 0 0,0 0 0,0 0 0,0-1 0,1 1 0,-1-1 0,0 0 0,1 1 0,0-1 0,-1-1 0,1 1 0,0 0 0,0 0 0,-2-5 0,2 5 0,1 0 0,0 0 0,0 0 0,0 0 0,1-1 0,-1 1 0,0 0 0,1-1 0,0 1 0,-1 0 0,1-1 0,0 1 0,0-1 0,1 1 0,-1 0 0,0-1 0,1 1 0,-1-1 0,1 1 0,0 0 0,0 0 0,0-1 0,0 1 0,0 0 0,0 0 0,1 0 0,2-3 0,-1 2-85,0 0 0,0 0-1,0 0 1,1 1 0,-1-1-1,1 1 1,0 0 0,-1 0-1,1 0 1,0 0 0,0 1-1,1-1 1,-1 1 0,0 0-1,9 0 1,0 0-6741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09.0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24575,'0'4'0,"0"1"0,1-1 0,0 0 0,0 0 0,0 0 0,0 0 0,0 0 0,1 0 0,0 0 0,0-1 0,0 1 0,0-1 0,1 1 0,-1-1 0,1 0 0,5 5 0,-5-5 0,1 1 0,0-1 0,1 0 0,-1 0 0,1-1 0,-1 1 0,1-1 0,0 0 0,0 0 0,0-1 0,0 1 0,9 0 0,-9-1 0,1-1 0,-1 0 0,1 0 0,-1 0 0,1-1 0,-1 0 0,0 0 0,1-1 0,9-3 0,-6 0 0,0 0 0,0 0 0,-1-1 0,11-8 0,-18 13 8,1-1-1,-1 1 1,1 0-1,-1 0 1,1 0-1,0 0 1,-1 1-1,1-1 1,0 0-1,-1 1 1,1-1-1,0 1 1,0 0-1,0-1 1,1 1-1,-1 0-90,0 1 1,-1-1-1,1 0 1,-1 1-1,1-1 1,-1 1-1,0 0 1,1 0-1,-1-1 1,0 1-1,1 0 1,-1 0-1,0 0 1,0 0-1,0 0 1,0 1-1,2 1 1,3 5-6744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09.4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 0 24575,'1'5'0,"0"1"0,1-1 0,0 0 0,0 0 0,0 0 0,1 0 0,5 8 0,-4-6 0,10 18 0,2-1 0,1-1 0,39 42 0,-55-64 0,0 1 0,1-1 0,-1 0 0,0 1 0,0-1 0,0 1 0,0-1 0,0 1 0,0 0 0,0-1 0,0 1 0,-1 0 0,1 0 0,-1-1 0,1 1 0,-1 0 0,0 0 0,1 0 0,-1 0 0,0 0 0,0-1 0,-1 1 0,1 0 0,0 0 0,-1 0 0,0 2 0,0-2 0,-1 1 0,1 0 0,-1-1 0,0 0 0,0 1 0,0-1 0,0 0 0,0 0 0,0 0 0,-1 0 0,1 0 0,0-1 0,-1 1 0,0-1 0,-4 2 0,-15 6-273,-1 0 0,-1-2 0,0-1 0,-26 3 0,35-7-6553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09.9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7 24575,'-30'-3'0,"-11"0"0,-2 2 0,4 2 0,9 0-8191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10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24575,'13'31'0,"6"17"0,4 6 0,2 2 0,1-4 0,-2-3 0,-2-5 0,-2-6 0,-3-3 0,-1-4 0,-3-4 0,-2-2 0,-3-2 0,-2-4 0,-3-4-8191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10.5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24575,'33'2'0,"1"2"0,-1 1 0,1 1 0,38 14 0,69 13 0,-121-32-97,-16-1 133,1 0 0,0 1 1,-1-1-1,1 1 0,5 2 1,-9-3-99,1 1 0,-1 0 0,0-1 0,0 1 0,0 0 0,0-1 0,0 1 0,0 0 1,0 0-1,0 0 0,0 0 0,0 0 0,-1 0 0,1 0 0,0 0 0,-1 0 0,1 1 0,0-1 0,-1 0 1,0 0-1,1 0 0,-1 1 0,1 1 0,0 7-6764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10.8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 24575,'3'-7'0,"0"0"0,0 3 0,0 5 0,-2 8 0,1 4 0,-2 2 0,0 2 0,0 0 0,0-3-8191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11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24575,'0'2'0,"1"1"0,1-1 0,-1 0 0,0 1 0,0-1 0,1 0 0,-1 0 0,1 0 0,0 0 0,3 3 0,1 2 0,-2-3 0,7 10 0,23 22 0,-31-33 0,0 0 0,1-1 0,-1 1 0,0-1 0,1 0 0,-1 0 0,1 0 0,0 0 0,0 0 0,0-1 0,0 0 0,0 0 0,7 1 0,-9-2 0,0 0 0,-1 0 0,1-1 0,0 1 0,0 0 0,-1-1 0,1 0 0,0 1 0,-1-1 0,1 0 0,-1 0 0,1 0 0,-1 0 0,1 0 0,-1 0 0,1 0 0,-1 0 0,0-1 0,0 1 0,0 0 0,0-1 0,0 1 0,2-4 0,1-3 0,0-1 0,-1 0 0,4-13 0,1-2 0,-8 24 0,0-1 0,0 1 0,0 0 0,1-1 0,-1 1 0,0 0 0,0-1 0,0 1 0,1-1 0,-1 1 0,0 0 0,0-1 0,1 1 0,-1 0 0,0 0 0,1-1 0,-1 1 0,0 0 0,1 0 0,-1-1 0,1 1 0,-1 0 0,0 0 0,1 0 0,-1 0 0,1 0 0,-1 0 0,1-1 0,0 2 0,0-1 0,-1 0 0,1 0 0,0 1 0,0-1 0,-1 1 0,1-1 0,0 0 0,-1 1 0,1-1 0,0 1 0,-1 0 0,1-1 0,0 1 0,18 29 0,-16-25 0,5 9 0,2-1 0,15 18 0,-21-26 0,1 0 0,0 0 0,0-1 0,1 0 0,-1 0 0,1 0 0,0-1 0,10 5 0,-15-8 0,0 1 0,0-1 0,0 1 0,0-1 0,0 0 0,0 1 0,1-1 0,-1 0 0,0 0 0,0 0 0,0 0 0,0 0 0,0 0 0,0 0 0,1 0 0,-1 0 0,0-1 0,0 1 0,0 0 0,0-1 0,0 1 0,0-1 0,0 1 0,0-1 0,0 1 0,0-1 0,0 0 0,1-1 0,0-1 0,0 0 0,-1 0 0,1-1 0,-1 1 0,1 0 0,-1-1 0,1-4 0,-1 4 0,0-1 0,0 1 0,1 0 0,-1 0 0,4-5 0,-5 8 0,1 0 0,0 1 0,-1-1 0,1 0 0,0 0 0,0 1 0,-1-1 0,1 0 0,0 1 0,0-1 0,0 1 0,0-1 0,0 1 0,0 0 0,0-1 0,0 1 0,0 0 0,0-1 0,0 1 0,0 0 0,0 0 0,0 0 0,0 0 0,0 0 0,0 0 0,2 1 0,0 0-114,1 0 1,-1 1-1,1 0 0,-1-1 0,0 1 1,1 0-1,-1 1 0,0-1 0,0 1 1,-1-1-1,5 6 0,1 1-6712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11.9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0 232 24575,'23'-25'0,"29"-36"0,-46 53 0,0 0 0,-1-1 0,0 1 0,-1-1 0,7-17 0,-10 22 0,-1 1 0,1 0 0,-1 0 0,0-1 0,0 1 0,0 0 0,0-1 0,-1 1 0,1 0 0,-1-1 0,0 1 0,0 0 0,0 0 0,-2-5 0,2 6 0,0 1 0,1-1 0,-1 1 0,0 0 0,0-1 0,0 1 0,0 0 0,0 0 0,0 0 0,0 0 0,-1 0 0,1 0 0,0 0 0,-1 0 0,1 0 0,-1 0 0,1 1 0,-1-1 0,1 1 0,-1-1 0,1 1 0,-1 0 0,1-1 0,-1 1 0,1 0 0,-1 0 0,0 0 0,1 0 0,-1 0 0,1 1 0,-4 0 0,3-1 0,0 1 0,0 0 0,0 0 0,1 0 0,-1 1 0,0-1 0,0 0 0,1 1 0,-1-1 0,1 1 0,-1-1 0,1 1 0,0 0 0,0-1 0,-1 1 0,1 0 0,1 0 0,-1 0 0,0 0 0,0 0 0,1 0 0,-1 0 0,1 0 0,-1 3 0,0 7 0,0-1 0,0 1 0,2 14 0,0-15 0,-1-5 0,1 0 0,0 0 0,0 0 0,1 0 0,-1-1 0,1 1 0,1-1 0,-1 1 0,1-1 0,0 0 0,0 0 0,0 0 0,1 0 0,0 0 0,0-1 0,0 0 0,0 0 0,1 0 0,0 0 0,-1-1 0,7 3 0,2 2 0,0-1 0,1-1 0,0 0 0,0-1 0,1 0 0,0-1 0,16 2 0,1-1-3,28 5-1359,-47-9-5464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13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24575,'0'2'0,"1"1"0,-1-1 0,1 0 0,0 0 0,0 0 0,0 0 0,0 0 0,0 0 0,1-1 0,1 3 0,1 3 0,26 37 0,42 49 0,-71-92 0,29 32 0,-28-31 0,0 0 0,1 0 0,-1 0 0,0 0 0,1-1 0,-1 1 0,1-1 0,-1 0 0,1 1 0,0-1 0,0 0 0,4 1 0,-6-2 0,0 0 0,0-1 0,0 1 0,0 0 0,0 0 0,1 0 0,-1-1 0,0 1 0,0-1 0,0 1 0,0-1 0,0 1 0,0-1 0,0 0 0,0 1 0,0-1 0,0 0 0,-1 0 0,1 1 0,0-1 0,0 0 0,-1 0 0,1 0 0,-1 0 0,1 0 0,0 0 0,-1 0 0,0 0 0,1 0 0,-1-1 0,1 0 0,0-6 0,1 1 0,-1-1 0,0-12 0,-1 9 0,12-63 0,-12 74 0,0-1 0,0 1 0,0-1 0,0 0 0,0 1 0,0-1 0,1 1 0,-1-1 0,0 1 0,0-1 0,1 1 0,-1-1 0,0 1 0,1-1 0,-1 1 0,0-1 0,1 1 0,-1-1 0,1 0 0,0 1 0,-1 0 0,1 0 0,-1 0 0,0 0 0,1 0 0,-1 0 0,0 0 0,1 1 0,-1-1 0,1 0 0,-1 0 0,0 0 0,1 0 0,-1 0 0,0 1 0,1-1 0,-1 0 0,0 0 0,0 0 0,1 1 0,-1-1 0,0 0 0,1 1 0,15 23 0,-11-16 0,16 22 0,43 47 0,-55-67 0,1-1 0,0 0 0,0-1 0,1 0 0,0-1 0,0 0 0,1-1 0,17 8 0,-27-14 0,-1 1 0,1 0 0,0-1 0,0 1 0,0-1 0,0 0 0,0 1 0,0-1 0,-1 0 0,1 0 0,0 0 0,0 0 0,0-1 0,0 1 0,0 0 0,0-1 0,0 0 0,-1 1 0,3-2 0,-2 1 0,-1-1 0,1 1 0,-1-1 0,1 1 0,-1-1 0,0 1 0,0-1 0,1 0 0,-1 0 0,-1 0 0,1 0 0,0 0 0,0 0 0,-1 0 0,1 0 0,0-4 0,1-11 0,0 1 0,-1-1 0,0 0 0,-2 0 0,0 0 0,-1 1 0,-7-30 0,8 40-105,0 0 0,0 1 0,-1-1 0,0 0 0,0 1 0,0-1 0,-1 1 0,0-1 0,0 1 0,0 0 0,-1 1 0,-4-6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14.0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17 24575,'-4'-2'0,"0"-1"0,0 1 0,0 0 0,0 1 0,0-1 0,-1 1 0,1-1 0,-7 0 0,10 2 0,0 0 0,0 0 0,-1 0 0,1 1 0,0-1 0,0 0 0,0 0 0,0 1 0,-1-1 0,1 0 0,0 1 0,0-1 0,0 1 0,0 0 0,0-1 0,0 1 0,0 0 0,0 0 0,0-1 0,1 1 0,-1 0 0,0 0 0,0 0 0,1 0 0,-1 0 0,1 0 0,-1 0 0,1 0 0,-1 0 0,1 1 0,-1-1 0,1 0 0,0 0 0,0 0 0,0 0 0,-1 3 0,1 0 0,0 1 0,0 0 0,0 0 0,0-1 0,1 1 0,-1 0 0,1 0 0,0-1 0,1 1 0,-1 0 0,1-1 0,0 0 0,4 7 0,-4-8 0,0 1 0,0-1 0,1 0 0,-1 0 0,1 0 0,0 0 0,0-1 0,0 1 0,0-1 0,0 1 0,0-1 0,1 0 0,-1 0 0,1-1 0,0 1 0,6 1 0,-9-3 0,0 0 0,0 1 0,0-1 0,0 0 0,0 0 0,0 0 0,0 0 0,0 0 0,0 0 0,0-1 0,0 1 0,0 0 0,0 0 0,0-1 0,0 1 0,0-1 0,0 1 0,0-1 0,0 1 0,0-1 0,0 0 0,0 1 0,0-1 0,-1 0 0,1 0 0,0 1 0,-1-1 0,1 0 0,0 0 0,-1 0 0,1 0 0,-1 0 0,0 0 0,1 0 0,-1 0 0,0 0 0,1 0 0,-1 0 0,0-2 0,1-5 0,0 0 0,0-1 0,-1 1 0,-1-10 0,0 10 0,1 4 0,0 0 0,0 0 0,0 1 0,1-1 0,1-6 0,-2 10 0,0 0 0,0-1 0,0 1 0,0 0 0,0-1 0,1 1 0,-1 0 0,0-1 0,0 1 0,1 0 0,-1-1 0,0 1 0,0 0 0,1-1 0,-1 1 0,0 0 0,1 0 0,-1 0 0,0-1 0,1 1 0,-1 0 0,0 0 0,1 0 0,0-1 0,-1 2 0,1-1 0,0 0 0,0 0 0,0 0 0,-1 1 0,1-1 0,0 0 0,0 1 0,-1-1 0,1 0 0,0 1 0,-1-1 0,1 1 0,-1 0 0,1-1 0,0 1 0,0 0 0,133 141-1365,-121-129-5461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14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 24575,'38'73'0,"-24"-44"0,2 0 0,0-2 0,34 43 0,-50-69 0,1 0 0,0 0 0,-1 0 0,1 0 0,0 0 0,0 0 0,0 0 0,0-1 0,0 1 0,0 0 0,0-1 0,0 1 0,0-1 0,0 1 0,0-1 0,0 1 0,0-1 0,1 0 0,-1 0 0,0 1 0,0-1 0,0 0 0,0 0 0,1 0 0,-1 0 0,0 0 0,0-1 0,0 1 0,0 0 0,1 0 0,-1-1 0,1 0 0,0 0 0,-1 0 0,1-1 0,-1 1 0,1-1 0,-1 1 0,0-1 0,0 0 0,0 1 0,0-1 0,0 0 0,0 0 0,0 0 0,0 1 0,-1-1 0,1 0 0,-1 0 0,0 0 0,1-3 0,1-26 0,-4-44 0,1 43 0,2-35 0,1 55-1365,1 2-5461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15.2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19 141 24575,'7'-15'0,"1"-4"0,7-19 0,-14 34 0,1-1 0,-1 0 0,0 0 0,0 1 0,-1-1 0,0 0 0,0 0 0,0 0 0,-1-8 0,1 13 0,0-1 0,0 1 0,0-1 0,0 1 0,0-1 0,0 0 0,-1 1 0,1-1 0,0 1 0,0-1 0,0 1 0,-1-1 0,1 1 0,0 0 0,-1-1 0,1 1 0,0-1 0,-1 1 0,1-1 0,0 1 0,-1 0 0,1-1 0,-1 1 0,1 0 0,-1 0 0,1-1 0,-1 1 0,1 0 0,-1 0 0,1 0 0,-1-1 0,1 1 0,-1 0 0,1 0 0,-1 0 0,0 0 0,1 0 0,-1 0 0,1 0 0,-1 0 0,1 0 0,-1 0 0,1 1 0,-1-1 0,1 0 0,-1 0 0,1 0 0,-1 1 0,1-1 0,-1 0 0,1 1 0,-1-1 0,0 1 0,-1 0 0,0 1 0,0 0 0,0 0 0,0 0 0,0 0 0,0 0 0,0 0 0,1 0 0,-2 4 0,0 0 0,1-1 0,1 1 0,-1 0 0,1 0 0,0 0 0,0 11 0,3 39 0,-1-20 0,-1-34 0,0 0 0,0 0 0,0 0 0,1 0 0,-1 1 0,0-1 0,1 0 0,0 0 0,-1 0 0,1 0 0,0 0 0,0-1 0,0 1 0,2 3 0,-2-4 0,1 0 0,-1 1 0,1-1 0,0 0 0,-1 0 0,1-1 0,0 1 0,0 0 0,-1 0 0,1-1 0,0 1 0,0-1 0,0 0 0,0 1 0,0-1 0,2 0 0,70 5 15,57 2-1395,-119-7-5446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15.9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329 271 24575,'-39'-43'0,"-13"-15"0,-116-100 0,167 157 0,0 0 0,-1 0 0,1 0 0,0 0 0,-1 0 0,1 0 0,-1 0 0,1 1 0,-1-1 0,1 1 0,-1-1 0,1 1 0,-1-1 0,0 1 0,1 0 0,-1 0 0,-2 0 0,3 0 0,0 1 0,0-1 0,0 1 0,-1 0 0,1-1 0,0 1 0,0 0 0,0 0 0,0 0 0,1 0 0,-1 0 0,0 0 0,0 0 0,0 0 0,1 0 0,-1 0 0,1 0 0,-1 0 0,1 0 0,-1 1 0,1-1 0,-1 2 0,-5 19 0,1 1 0,1 0 0,1 0 0,1 1 0,1-1 0,3 43 0,3-22 0,2-1 0,15 53 0,34 81 0,-52-163 0,12 31 0,4 14 0,17 79 0,-27-91 0,-10-42-1365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16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52 24575,'-15'-10'0,"-7"-3"0,-3 0 0,2 3 0,1 6 0,2 3 0,2 1 0,2 4 0,1 1 0,3 2 0,1 0 0,0-1 0,2 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16.6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98 24575,'-6'-6'0,"-34"-30"0,37 33 0,0 0 0,-1 1 0,1 0 0,-1 0 0,0 0 0,0 0 0,0 1 0,0 0 0,0-1 0,-5 1 0,8 0 0,0 1 0,0 0 0,0 0 0,1 0 0,-1 0 0,0 0 0,0 0 0,0 0 0,0 1 0,0-1 0,0 0 0,0 0 0,1 1 0,-1-1 0,0 0 0,0 1 0,0-1 0,1 1 0,-1-1 0,0 1 0,1 0 0,-1-1 0,0 2 0,0-1 0,0 1 0,0-1 0,1 1 0,-1-1 0,1 0 0,-1 1 0,1 0 0,0-1 0,-1 1 0,1-1 0,0 1 0,0 2 0,1 1 0,-1 1 0,1-1 0,0 0 0,1 1 0,-1-1 0,5 9 0,-2-6 0,0 0 0,1 0 0,0-1 0,1 0 0,-1 0 0,2 0 0,11 10 0,-13-13 0,0-1 0,0 1 0,1-1 0,-1 0 0,1 0 0,-1-1 0,1 1 0,0-1 0,0-1 0,0 1 0,0-1 0,8 1 0,-12-2 0,1 0 0,-1 0 0,0 0 0,0 0 0,0 0 0,1-1 0,-1 1 0,0-1 0,0 1 0,0-1 0,0 0 0,0 0 0,0 0 0,0 0 0,0 0 0,0 0 0,0-1 0,2-2 0,-2 2 0,0-1 0,0 1 0,-1-1 0,1 1 0,-1-1 0,0 0 0,0 1 0,0-1 0,0 0 0,0 0 0,0 0 0,0-5 0,-1 2 0,0 0 0,0-1 0,0 1 0,-1 0 0,0-1 0,0 1 0,0 0 0,-1 0 0,0 0 0,0 0 0,-1 0 0,-5-9 0,4 9 15,-1-1 0,0 1 0,-1 1 0,0-1 0,1 1 0,-2 0 0,-6-5 0,10 8-108,-1 0 0,1 0 1,-1 0-1,0 0 0,1 1 0,-1-1 0,0 1 0,0 0 1,0 0-1,0 1 0,0-1 0,0 1 0,0 0 1,0 0-1,-7 1 0,2 1-6733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17.0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115 328 24575,'-20'-34'0,"-41"-74"0,54 94 0,2 1 0,0-1 0,0 0 0,1-1 0,1 1 0,-2-21 0,5 32 0,0-1 0,0 0 0,1 1 0,-1-1 0,1 0 0,0 1 0,0-1 0,0 1 0,0-1 0,1 1 0,-1-1 0,3-3 0,-3 6 0,0 0 0,0 0 0,-1-1 0,1 1 0,0 0 0,0 0 0,0 0 0,1 0 0,-1 0 0,0 1 0,0-1 0,0 0 0,1 1 0,-1-1 0,0 0 0,1 1 0,-1-1 0,0 1 0,1 0 0,-1 0 0,1-1 0,-1 1 0,1 0 0,-1 0 0,1 0 0,-1 0 0,0 1 0,1-1 0,-1 0 0,1 1 0,-1-1 0,0 0 0,3 2 0,9 6-1365,-1 0-5461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17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24575,'0'0'0,"0"0"0,0 0 0,0 0 0,0 0 0,0 0 0,0 0 0,0 0 0,0 0 0,0-1 0,0 1 0,0 0 0,0 0 0,0 0 0,0 0 0,0 0 0,0 0 0,0 0 0,0 0 0,0 0 0,0 0 0,0 0 0,0 0 0,0 0 0,0 0 0,0-1 0,0 1 0,0 0 0,1 0 0,-1 0 0,0 0 0,0 0 0,0 0 0,0 0 0,0 0 0,0 0 0,0 0 0,0 0 0,0 0 0,0 0 0,0 0 0,0 0 0,0 0 0,0 0 0,0 0 0,1 0 0,-1 0 0,0 0 0,0 0 0,0 0 0,0 0 0,0 0 0,0 0 0,0 0 0,0 0 0,0 0 0,0 0 0,0 0 0,0 0 0,0 0 0,1 0 0,-1 0 0,5 5 0,5 8 0,1 7 0,2-1 0,0-1 0,2 1 0,21 20 0,-26-28 0,-8-9 0,-1 0 0,1 0 0,0 0 0,0 0 0,0 0 0,0-1 0,0 1 0,0-1 0,0 1 0,1-1 0,-1 0 0,1 1 0,-1-1 0,1 0 0,-1-1 0,5 2 0,-6-2 0,0-1 0,0 1 0,0 0 0,0-1 0,0 1 0,0-1 0,0 1 0,-1-1 0,1 1 0,0-1 0,0 0 0,-1 1 0,1-1 0,0 0 0,-1 1 0,1-1 0,-1 0 0,1 0 0,-1 0 0,1 0 0,-1 0 0,0 1 0,1-1 0,-1 0 0,0 0 0,0 0 0,0 0 0,1 0 0,-1-2 0,1-32 0,-2 29 0,0-22 0,0 18 0,0-1 0,1 0 0,2-13 0,-2 24 0,0-1 0,0 1 0,0 0 0,0 0 0,0 0 0,0 0 0,0 0 0,0 0 0,0 0 0,0 0 0,0 0 0,0 0 0,0 0 0,0 0 0,0 0 0,0 0 0,0-1 0,0 1 0,0 0 0,0 0 0,0 0 0,0 0 0,0 0 0,0 0 0,0 0 0,0 0 0,0 0 0,0 0 0,0 0 0,0 0 0,0 0 0,0 0 0,0 0 0,1 0 0,-1 0 0,0 0 0,0 0 0,0 0 0,0 0 0,0 0 0,0 0 0,0 0 0,0 0 0,0 0 0,0 0 0,0 0 0,0 0 0,0 0 0,0 0 0,1 0 0,-1 0 0,0 0 0,0 0 0,0 0 0,0 0 0,0 0 0,0 0 0,0 0 0,0 0 0,0 0 0,0 0 0,0 0 0,0 0 0,0 0 0,0 0 0,4 6 0,3 9 0,-2-3 0,1 0 0,0 0 0,1 0 0,9 12 0,-11-18 0,0 0 0,0 0 0,1 0 0,-1-1 0,1 0 0,1 0 0,-1 0 0,11 5 0,-16-9 0,1 0 0,-1 0 0,1-1 0,-1 1 0,1 0 0,0-1 0,-1 1 0,1-1 0,0 0 0,0 0 0,-1 0 0,1 1 0,0-1 0,0-1 0,-1 1 0,1 0 0,0 0 0,-1-1 0,1 1 0,0-1 0,-1 1 0,1-1 0,0 0 0,-1 0 0,1 0 0,-1 0 0,1 0 0,-1 0 0,0 0 0,1 0 0,-1 0 0,0-1 0,0 1 0,0 0 0,0-1 0,0 1 0,1-3 0,3-6 0,-1-1 0,0 1 0,-1 0 0,4-22 0,-3 15 0,-4 15 0,1-1 0,0 1 0,-1-1 0,1 1 0,0-1 0,0 1 0,1 0 0,-1-1 0,0 1 0,1 0 0,1-2 0,-2 3 0,0 1 0,0-1 0,0 1 0,0-1 0,0 1 0,0-1 0,0 1 0,0 0 0,0-1 0,0 1 0,0 0 0,0 0 0,0 0 0,0 0 0,1 0 0,-1 0 0,0 0 0,0 0 0,0 1 0,0-1 0,0 0 0,0 0 0,0 1 0,0-1 0,0 1 0,0-1 0,1 2 0,7 3 0,-1 1 0,0 0 0,-1 1 0,0 0 0,0 0 0,12 15 0,4 5 0,14 14-1365,-28-31-5461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21.1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334 1 24575,'-22'1'0,"-1"1"0,1 1 0,-31 8 0,28-5 0,14-4 0,-1 1 0,1 0 0,0 0 0,-1 1 0,2 1 0,-1 0 0,0 0 0,-14 12 0,17-12 0,0 1 0,1 1 0,1-1 0,-1 1 0,1 1 0,0-1 0,-10 17 0,15-21 0,-1 0 0,1 0 0,0 0 0,-1 0 0,2 0 0,-1 0 0,0 0 0,0 1 0,1-1 0,0 0 0,0 0 0,0 1 0,0-1 0,0 0 0,1 1 0,-1-1 0,1 0 0,0 0 0,0 0 0,0 0 0,0 0 0,1 0 0,-1 0 0,1 0 0,0 0 0,3 4 0,1-2 0,0-1 0,-1 0 0,2 0 0,-1 0 0,0-1 0,1 0 0,-1 0 0,15 3 0,-7-1 0,9 3 0,0-1 0,1-2 0,0 0 0,35 2 0,99-4 0,-131-4 0,-23 1 0,0 0 0,1 0 0,-1-1 0,1 0 0,-1 1 0,0-2 0,7-1 0,-10 2 0,0 1 0,-1-1 0,1 1 0,0-1 0,0 1 0,-1-1 0,1 1 0,0-1 0,-1 0 0,1 1 0,0-1 0,-1 0 0,1 0 0,-1 0 0,1 1 0,-1-1 0,0 0 0,1 0 0,-1 0 0,0 0 0,0 0 0,1 0 0,-1 0 0,0 1 0,0-1 0,0 0 0,0 0 0,0 0 0,0 0 0,-1 0 0,1 0 0,0 0 0,0 0 0,-1 0 0,1 0 0,0 1 0,-1-1 0,1 0 0,-1 0 0,1 0 0,-2-1 0,-7-9-1365,0 1-5461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21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 24575,'0'-1'0,"1"1"0,-1-1 0,0 1 0,0-1 0,1 0 0,-1 1 0,0-1 0,1 1 0,-1-1 0,0 1 0,1-1 0,-1 1 0,1-1 0,-1 1 0,1 0 0,-1-1 0,1 1 0,-1 0 0,1-1 0,-1 1 0,1 0 0,0 0 0,-1-1 0,1 1 0,-1 0 0,1 0 0,1 0 0,-1 0 0,0 1 0,-1-1 0,1 0 0,0 1 0,0-1 0,0 1 0,0 0 0,0-1 0,-1 1 0,1 0 0,0-1 0,-1 1 0,1 0 0,0 0 0,0 1 0,3 5 0,1 1 0,-2 0 0,4 9 0,-6-14 0,90 183 0,-76-157 0,-15-29-16,6 15 154,-6-15-178,0 1 0,1-1-1,-1 0 1,0 1 0,0-1 0,0 0 0,0 1 0,0-1-1,0 0 1,0 1 0,0-1 0,0 1 0,0-1-1,0 0 1,0 1 0,0-1 0,0 0 0,0 1-1,0-1 1,-1 0 0,1 1 0,0-1 0,0 0-1,0 1 1,0-1 0,-1 0 0,1 1 0,0-1-1,0 0 1,-1 0 0,1 1 0,0-1 0,-1 0 0,1 0-1,0 0 1,-1 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21.8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428 55 24575,'-31'-10'0,"-14"-3"0,-4 1 0,2 2 0,4 3 0,4 5 0,1 2 0,0 3 0,2 2 0,2 0 0,6 0-8191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24.3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0 404 24575,'1'-3'0,"1"1"0,-1-1 0,0 0 0,1 1 0,0-1 0,-1 1 0,1-1 0,0 1 0,0 0 0,1 0 0,3-4 0,1 0 0,6-6 0,2 1 0,-1 1 0,1 0 0,1 1 0,0 1 0,26-11 0,121-34 0,-53 19 0,180-54 0,8-3 0,-252 76-1365,-30 10-5461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27.3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205 257 24575,'-4'-3'0,"0"0"0,1 0 0,-1 0 0,0 1 0,-1 0 0,1 0 0,0 0 0,-1 0 0,1 1 0,-1-1 0,1 1 0,-8-1 0,-7 1 0,-33 0 0,40 1 0,9 0 0,1 0 0,-1 0 0,1 0 0,-1 1 0,1-1 0,-1 1 0,1 0 0,-1-1 0,1 1 0,0 0 0,-1 0 0,1 1 0,0-1 0,0 0 0,-4 4 0,4-3 0,0 0 0,1 1 0,-1-1 0,1 1 0,-1-1 0,1 1 0,0-1 0,0 1 0,0 0 0,0-1 0,1 1 0,-1 0 0,1 0 0,-1 3 0,1-3 0,0 1 0,0 0 0,0 0 0,0 0 0,0-1 0,1 1 0,0 0 0,0-1 0,0 1 0,0-1 0,0 1 0,1-1 0,-1 1 0,1-1 0,0 0 0,0 0 0,1 0 0,-1 0 0,0 0 0,1 0 0,0 0 0,0-1 0,0 0 0,0 1 0,0-1 0,0 0 0,0-1 0,1 1 0,3 1 0,3 1 0,-1 0 0,1 0 0,0-2 0,0 1 0,-1-1 0,2 0 0,-1-1 0,0 0 0,13-1 0,-19 0 0,-1-1 0,1 1 0,-1-1 0,0 1 0,1-1 0,-1 0 0,0 0 0,1-1 0,-1 1 0,0-1 0,0 1 0,0-1 0,0 0 0,-1 0 0,1-1 0,0 1 0,-1 0 0,0-1 0,1 0 0,-1 1 0,0-1 0,0 0 0,-1 0 0,1 0 0,-1 0 0,1 0 0,-1-1 0,0 1 0,0 0 0,0-6 0,0 2 0,0-1 0,-1 0 0,0 1 0,0-1 0,-1 0 0,0 0 0,0 1 0,-1-1 0,-4-12 0,-4-7 0,-19-32 0,9 18 0,-38-73 0,99 210 0,46 64 0,-72-134 0,17 20-1365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27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24575,'5'10'0,"2"6"0,-1-1-8191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27.7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24575,'2'7'0,"4"5"0,3 6 0,2 1 0,0 1 0,0-1 0,0-1 0,0-4-8191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28.0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253 1 24575,'-15'-1'0,"0"2"0,-26 4 0,38-5 0,0 1 0,0 0 0,-1-1 0,1 1 0,0 1 0,0-1 0,0 0 0,0 1 0,0-1 0,1 1 0,-1 0 0,0 0 0,1 0 0,-1 0 0,1 1 0,0-1 0,0 1 0,0-1 0,-2 4 0,3-4 0,1 0 0,-1 0 0,1 0 0,0 0 0,0 1 0,-1-1 0,1 0 0,1 0 0,-1 0 0,0 0 0,0 0 0,1 0 0,-1 0 0,1 0 0,0 0 0,0 0 0,-1 0 0,1 0 0,0 0 0,1 0 0,-1-1 0,0 1 0,3 2 0,4 5 0,-1-1 0,1-1 0,10 8 0,95 60 0,-71-49 0,29 12 0,-71-38 0,0 0 0,1 0 0,-1 0 0,0 0 0,0 0 0,0 0 0,0 0 0,0 0 0,0 0 0,1 1 0,-1-1 0,0 0 0,0 0 0,0 0 0,0 0 0,0 0 0,0 0 0,1 0 0,-1 0 0,0 0 0,0 1 0,0-1 0,0 0 0,0 0 0,0 0 0,0 0 0,0 0 0,0 1 0,0-1 0,0 0 0,0 0 0,0 0 0,0 0 0,0 0 0,0 1 0,0-1 0,0 0 0,0 0 0,0 0 0,0 0 0,0 1 0,-7 1 0,-12-2 0,-104-15 0,78 7 0,0 3 0,-87 1 0,105 10-1365,17-3-5461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28.5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1 24575,'-5'2'0,"0"0"0,1 0 0,-1 1 0,0 0 0,1 0 0,0 0 0,0 0 0,0 0 0,0 1 0,0 0 0,1 0 0,-4 5 0,5-6 0,1-1 0,-1 1 0,1 0 0,0 0 0,-1 0 0,2 1 0,-1-1 0,0 0 0,1 0 0,-1 1 0,1-1 0,0 0 0,0 0 0,0 1 0,1-1 0,-1 0 0,1 0 0,-1 1 0,1-1 0,2 5 0,0-2 0,0 0 0,1-1 0,-1 1 0,1 0 0,0-1 0,0 0 0,1 0 0,-1 0 0,10 7 0,4 2 0,30 16 0,-40-25 0,-2-2-170,-1 0-1,1 0 0,0-1 1,0 0-1,0 0 0,0 0 1,12 1-1,-6-2-6655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29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97 151 24575,'9'23'0,"-4"-11"0,-1 1 0,5 17 0,-9-29 0,0-1 0,0 0 0,0 0 0,1 0 0,-1 0 0,0 0 0,0 1 0,0-1 0,0 0 0,0 0 0,0 0 0,0 0 0,0 0 0,0 1 0,0-1 0,0 0 0,0 0 0,0 0 0,0 0 0,0 0 0,0 1 0,-1-1 0,1 0 0,0 0 0,0 0 0,0 0 0,0 0 0,0 0 0,0 1 0,0-1 0,0 0 0,0 0 0,0 0 0,-1 0 0,1 0 0,0 0 0,0 0 0,0 1 0,-7-4 0,-8-10 0,13 12 0,-14-16 0,0-1 0,0 0 0,2-2 0,-16-26 0,29 45 0,1 0 0,-1 0 0,0 0 0,1 0 0,-1 0 0,1 0 0,-1 0 0,1-1 0,0 1 0,-1 0 0,1 0 0,0 0 0,0-1 0,0 1 0,0 0 0,0 0 0,0-2 0,1 2 0,-1 0 0,1 1 0,-1-1 0,1 1 0,-1-1 0,1 0 0,-1 1 0,1 0 0,0-1 0,-1 1 0,1-1 0,0 1 0,0 0 0,-1-1 0,1 1 0,0 0 0,-1 0 0,1 0 0,0-1 0,0 1 0,0 0 0,-1 0 0,1 0 0,0 0 0,0 0 0,-1 1 0,1-1 0,0 0 0,0 0 0,21 4 0,38 11 0,-41-9 0,1-1 0,32 4 0,-40-9 0,2 2 0,0-1 0,0 0 0,0-1 0,0-1 0,24-4 0,-35 4 0,0 0 0,-1-1 0,1 1 0,-1 0 0,1-1 0,-1 0 0,0 1 0,0-1 0,0 0 0,0 0 0,0 0 0,0 0 0,0-1 0,-1 1 0,1-1 0,-1 1 0,1-1 0,-1 1 0,1-5 0,-1 4 0,0 1 0,0 0 0,-1-1 0,1 1 0,-1-1 0,0 1 0,0-1 0,0 1 0,0-1 0,0 1 0,0-1 0,-1 1 0,1 0 0,-1-1 0,1 1 0,-1-1 0,0 1 0,0 0 0,0 0 0,-1-1 0,1 1 0,-3-3 0,4 4 0,-1 1 0,1 0 0,-1-1 0,1 1 0,-1 0 0,1-1 0,0 1 0,-1 0 0,1 0 0,-1-1 0,1 1 0,-1 0 0,1 0 0,-1 0 0,0 0 0,1 0 0,-1 0 0,1 0 0,-1 0 0,1 0 0,-1 0 0,1 0 0,-1 0 0,1 0 0,-1 0 0,1 0 0,-1 0 0,1 1 0,-1-1 0,1 0 0,-1 0 0,1 1 0,-1-1 0,1 0 0,0 1 0,-1-1 0,1 0 0,-1 1 0,1-1 0,0 1 0,-1-1 0,1 1 0,0-1 0,0 0 0,-1 1 0,1-1 0,0 2 0,-2 1 0,0 0 0,1 0 0,-1 1 0,1-1 0,-2 6 0,1 1 0,1-1 0,0 1 0,0 0 0,1-1 0,0 1 0,1 0 0,0 0 0,0-1 0,4 13 0,-3-17 0,0 0 0,0 0 0,0 0 0,0-1 0,1 1 0,0-1 0,0 1 0,0-1 0,1 0 0,-1 0 0,1 0 0,0-1 0,0 1 0,0-1 0,1 0 0,-1 0 0,1-1 0,6 4 0,1-2 0,-1 0 0,0-1 0,1 0 0,0-1 0,22 1 0,-14-2 0,0-2 0,34-4 0,-43 3-273,-1 0 0,1-1 0,-1 0 0,19-9 0,-15 5-6553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29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24575,'8'28'0,"1"-1"0,1-1 0,16 29 0,45 72 0,-38-73 0,28 65 0,-59-115 0,0 0 0,-1 0 0,0 1 0,0-1 0,0 1 0,0 5 0,0-9 0,-1-1 0,0 1 0,0 0 0,0-1 0,0 1 0,-1 0 0,1 0 0,0-1 0,0 1 0,0 0 0,0-1 0,-1 1 0,1 0 0,0-1 0,-1 1 0,1 0 0,0-1 0,-1 1 0,1-1 0,-1 1 0,1-1 0,-1 1 0,1-1 0,-1 1 0,0-1 0,1 1 0,-1-1 0,1 0 0,-1 1 0,0-1 0,1 0 0,-1 0 0,0 1 0,0-1 0,1 0 0,-1 0 0,0 0 0,1 0 0,-1 0 0,0 0 0,0 0 0,1 0 0,-1 0 0,0 0 0,1-1 0,-1 1 0,-1 0 0,-6-3 0,0 1 0,0-1 0,0 0 0,0-1 0,0 1 0,-12-10 0,-40-33 0,56 44 0,-1-3 0,2 3 0,0 1 0,0-1 0,1 0 0,0-1 0,-1 1 0,1 0 0,0-1 0,0 1 0,0-1 0,0 0 0,0 1 0,-1-5 0,3 6 0,0 1 0,0-1 0,0 1 0,1-1 0,-1 1 0,0-1 0,0 1 0,0-1 0,1 1 0,-1-1 0,0 1 0,1-1 0,-1 1 0,0 0 0,1-1 0,-1 1 0,0 0 0,1-1 0,-1 1 0,1 0 0,-1-1 0,1 1 0,-1 0 0,1 0 0,-1 0 0,1-1 0,-1 1 0,1 0 0,-1 0 0,1 0 0,-1 0 0,2 0 0,20-2 0,-19 2 0,48 1 0,54 8 0,-70-6 0,-18-1 0,0-1 0,31-2 0,-44 0 0,1 1 0,0-1 0,0 0 0,0 0 0,-1-1 0,1 1 0,0-1 0,-1 0 0,0 0 0,1-1 0,-1 1 0,0-1 0,0 0 0,5-6 0,-6 6 0,-1 0 0,0-1 0,0 0 0,0 1 0,-1-1 0,1 0 0,-1 0 0,0 0 0,0 0 0,-1 0 0,1 0 0,-1 0 0,0 0 0,0 0 0,0 0 0,0 0 0,-1 0 0,-1-6 0,2 7 0,-1-1 0,0 0 0,0 0 0,0 0 0,-1 1 0,1-1 0,-1 0 0,0 1 0,0-1 0,0 1 0,-1 0 0,1 0 0,-1 0 0,1 0 0,-1 0 0,0 1 0,0-1 0,-7-3 0,9 5 0,0 1 0,-1-1 0,1 1 0,0-1 0,-1 1 0,1 0 0,-1 0 0,1-1 0,0 1 0,-1 0 0,1 0 0,-1 0 0,1 1 0,-1-1 0,1 0 0,0 1 0,-1-1 0,1 0 0,0 1 0,-3 1 0,2-1 0,0 1 0,0-1 0,0 1 0,0 0 0,0 0 0,0 0 0,0 0 0,0 1 0,1-1 0,-2 3 0,-1 2 0,1 0 0,0 0 0,1 0 0,0 0 0,0 1 0,-2 14 0,3-16 0,1 0 0,0 0 0,1-1 0,-1 1 0,1 0 0,0-1 0,1 1 0,-1 0 0,1-1 0,0 0 0,6 10 0,-4-8 0,1 0 0,0 0 0,0-1 0,0 0 0,1 0 0,0 0 0,11 7 0,-2-3 0,0-1 0,1 0 0,0-1 0,1-1 0,0-1 0,33 9 0,-29-10-136,1 0-1,-1-2 1,1 0-1,0-2 1,-1 0-1,1-1 1,0-2-1,0 0 0,40-10 1,-46 7-6690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30.6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 12 24575,'-25'-3'0,"-10"0"0,-2 0 0,4 0 0,3 4 0,6 1 0,4 1 0,3-1 0,4 0-8191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31.0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24575,'14'9'0,"-1"1"0,0 0 0,0 1 0,-1 1 0,-1 0 0,0 0 0,17 25 0,0 7 0,25 53 0,-39-68 0,30 66 0,-39-84 0,-1 1 0,-1 0 0,0 0 0,0 0 0,-1 0 0,0 17 0,-3-15-1365,-3-5-5461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31.4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97 24575,'3'-6'0,"1"1"0,-1 0 0,1 0 0,0 0 0,1 0 0,0 0 0,-1 1 0,1 0 0,0 0 0,8-5 0,-8 7 0,0 0 0,1 0 0,-1 0 0,0 1 0,0-1 0,1 1 0,-1 0 0,1 1 0,-1-1 0,1 1 0,0 0 0,7 2 0,52 8 0,32 4 0,-87-13 0,0-1 0,0 0 0,-1-1 0,1 0 0,0 0 0,0-1 0,15-6 0,-21 6 0,0 0 0,0 0 0,0 0 0,-1-1 0,1 1 0,-1-1 0,5-5 0,7-5 0,-15 13 0,0 0 0,1-1 0,-1 1 0,1 0 0,-1-1 0,1 1 0,-1 0 0,1 0 0,-1 0 0,1-1 0,0 1 0,-1 0 0,1 0 0,-1 0 0,1 0 0,-1 0 0,1 0 0,-1 0 0,1 0 0,0 0 0,-1 1 0,1-1 0,-1 0 0,1 0 0,-1 0 0,1 1 0,-1-1 0,1 0 0,-1 0 0,1 1 0,-1-1 0,0 0 0,1 1 0,-1-1 0,1 1 0,-1-1 0,0 1 0,1-1 0,12 23 0,-9-15 0,50 81-1365,-45-76-5461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31.6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24575,'5'0'0,"4"4"0,0 5 0,-1 3 0,1 5 0,-2 3 0,-1 2 0,-3-1 0,-1-4-8191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32.5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0 156 24575,'116'105'0,"-103"-94"0,-5-3 0,1 0 0,14 9 0,-21-16 0,0 1 0,0-1 0,1 0 0,-1 0 0,0 0 0,0 0 0,1 0 0,-1-1 0,0 1 0,1-1 0,-1 0 0,1 1 0,-1-1 0,0 0 0,1 0 0,-1-1 0,5 0 0,-6 0 0,1 0 0,0 1 0,-1-2 0,1 1 0,-1 0 0,0 0 0,1 0 0,-1-1 0,0 1 0,0-1 0,0 1 0,0-1 0,0 1 0,0-1 0,0 1 0,-1-1 0,1 0 0,0 0 0,0-2 0,6-35 0,-6 3 0,-2 29 0,1-1 0,0 1 0,1-1 0,2-12 0,-3 19 0,0 1 0,0 0 0,0 0 0,0-1 0,0 1 0,0 0 0,0 0 0,1-1 0,-1 1 0,0 0 0,0 0 0,0-1 0,0 1 0,1 0 0,-1 0 0,0 0 0,0-1 0,0 1 0,1 0 0,-1 0 0,0 0 0,0 0 0,1-1 0,-1 1 0,0 0 0,0 0 0,1 0 0,-1 0 0,0 0 0,0 0 0,1 0 0,9 5 0,10 14 0,-17-15 0,11 10 0,-7-5 0,1-1 0,0 0 0,1 0 0,0 0 0,0-1 0,0 0 0,15 7 0,-24-14 0,1 0 0,0 0 0,-1 1 0,1-1 0,0 0 0,-1 0 0,1 0 0,0 0 0,0 0 0,-1 0 0,1 0 0,0 0 0,-1 0 0,1 0 0,0 0 0,0 0 0,-1 0 0,1-1 0,0 1 0,-1 0 0,1-1 0,0 1 0,-1 0 0,1-1 0,-1 1 0,1-1 0,-1 1 0,1-1 0,-1 1 0,1-1 0,-1 1 0,1-1 0,-1 1 0,1-1 0,-1 0 0,1-1 0,1-3 0,0 0 0,0 0 0,-1 0 0,2-7 0,1-5 0,-3 16 0,-1 0 0,0 1 0,1-1 0,-1 0 0,1 0 0,-1 0 0,1 1 0,0-1 0,-1 0 0,1 0 0,0 1 0,-1-1 0,1 1 0,0-1 0,0 0 0,-1 1 0,1 0 0,0-1 0,0 1 0,0-1 0,0 1 0,0 0 0,0 0 0,0-1 0,0 1 0,0 0 0,0 0 0,-1 0 0,1 0 0,0 0 0,0 0 0,0 1 0,0-1 0,0 0 0,0 0 0,0 1 0,0-1 0,0 0 0,1 2 0,5 1 0,-1 1 0,0 0 0,0 1 0,8 6 0,-1 0 0,2-1 0,0-1 0,1-1 0,0 0 0,1-1 0,0-1 0,0 0 0,0-2 0,25 5 0,-37-8 0,1-1 0,-1 0 0,0 0 0,1 0 0,-1 0 0,0-1 0,0 0 0,1 0 0,-1 0 0,0-1 0,0 1 0,0-1 0,0-1 0,-1 1 0,9-6 0,-10 5 0,1 0 0,-1 0 0,0 0 0,0-1 0,0 1 0,0-1 0,0 0 0,-1 0 0,0 0 0,0 0 0,0 0 0,0-1 0,-1 1 0,1 0 0,-1-1 0,0 0 0,-1 1 0,1-7 0,0-2 0,-1 0 0,-1 0 0,0 1 0,0-1 0,-7-24 0,6 30 0,-1 0 0,1 0 0,-1 1 0,0-1 0,-1 1 0,1 0 0,-1-1 0,0 2 0,-1-1 0,0 0 0,0 1 0,-6-6 0,10 10 0,0 0 0,0 1 0,0-1 0,0 0 0,0 0 0,0 1 0,0-1 0,0 0 0,0 1 0,0-1 0,-1 1 0,1 0 0,0-1 0,0 1 0,-1 0 0,1 0 0,0-1 0,0 1 0,-1 0 0,1 0 0,0 1 0,0-1 0,-1 0 0,1 0 0,0 1 0,0-1 0,0 0 0,-1 1 0,1-1 0,0 1 0,0 0 0,0-1 0,0 1 0,0 0 0,0 0 0,0-1 0,0 1 0,0 0 0,0 0 0,1 0 0,-1 0 0,0 0 0,1 0 0,-2 2 0,-1 3 0,0 1 0,1-1 0,0 1 0,0-1 0,0 1 0,-1 13 0,1-7 0,1 0 0,1 0 0,0 0 0,1 1 0,0-1 0,5 20 0,-5-27 0,1 0 0,0 0 0,0-1 0,1 1 0,0-1 0,0 0 0,0 1 0,1-1 0,-1 0 0,1-1 0,0 1 0,1-1 0,-1 0 0,1 0 0,0 0 0,7 4 0,-4-4 0,1 0 0,0 0 0,0-1 0,1 0 0,-1 0 0,1-1 0,-1-1 0,17 2 0,3-2 0,46-5 0,-30-5-1365,-33 6-5461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33.4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24575,'1'10'0,"1"-1"0,0 1 0,0-1 0,0 0 0,1 0 0,5 11 0,0 1 0,3 5 0,1-1 0,1 0 0,1 0 0,1-2 0,1 0 0,34 38 0,-39-48 0,0 1 0,13 22 0,-23-34-36,-2-3 97,-4-4-462,3 2-588,-5-6-5837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33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24575,'39'7'0,"-1"1"0,-1 2 0,61 25 0,-79-27 0,0 1 0,-1 1 0,0 1 0,-1 1 0,0 0 0,-1 1 0,-1 1 0,23 25 0,-33-33 0,0 1 0,0-1 0,-1 1 0,1 0 0,-2 0 0,1 0 0,-1 1 0,0-1 0,3 15 0,-5-18 0,-1-1 0,0 1 0,0 0 0,0 0 0,0 0 0,0-1 0,-1 1 0,1 0 0,-1-1 0,0 1 0,0 0 0,-1-1 0,1 1 0,-1-1 0,0 0 0,1 1 0,-2-1 0,1 0 0,0 0 0,-1 0 0,1 0 0,-6 4 0,-3 1 0,-1 0 0,1-1 0,-1 0 0,-1 0 0,0-2 0,1 1 0,-17 3 0,20-7-273,0 0 0,-1-1 0,1 0 0,-11 0 0,7-1-6553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34.1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24575,'5'20'0,"3"8"0,2 3 0,1 0 0,-2-2 0,0-4 0,0-3 0,-1-4 0,-1-2 0,1-1 0,-1-1 0,-2 0 0,-2 0 0,-1-3-8191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34.4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468 37 24575,'-27'-7'0,"-11"-3"0,-4 1 0,0 1 0,2 5 0,3 3 0,3 4 0,0 1 0,1 2 0,1 3 0,1-1 0,1 1 0,3-2 0,6-1-8191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35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15 24575,'-1'-1'0,"0"0"0,0 0 0,0 0 0,0 0 0,0 0 0,-1 0 0,1 0 0,0 0 0,-1 0 0,1 1 0,0-1 0,-1 0 0,1 1 0,-1-1 0,1 1 0,-1-1 0,1 1 0,-1 0 0,1 0 0,-1 0 0,1 0 0,-1 0 0,1 0 0,-1 0 0,1 0 0,-1 1 0,1-1 0,-1 0 0,1 1 0,-1 0 0,1-1 0,-1 1 0,1 0 0,0-1 0,-3 3 0,1 0 0,-1 1 0,1 0 0,0 0 0,0 0 0,0 0 0,1 0 0,-1 0 0,1 1 0,0-1 0,-1 6 0,-2 4 0,1 1 0,1 0 0,1 0 0,0 0 0,1 0 0,0 0 0,2 0 0,2 22 0,2-2 0,2 0 0,18 50 0,-16-58 15,2-1 0,1-1 0,2 0 0,0 0 0,1-2 0,1 0 0,30 32 0,13 6-758,77 61 1,-120-108-6084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35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24575,'29'19'0,"0"1"0,-2 1 0,0 2 0,-2 1 0,0 0 0,-1 2 0,-2 1 0,-1 1 0,-1 1 0,-2 0 0,0 1 0,17 44 0,-25-50 30,-2 0 0,0 0 0,6 38 0,-12-52-154,-1 1 0,0-1 1,-1 0-1,0 0 0,0 1 0,-1-1 1,-1 0-1,0 0 0,0 0 0,-1 0 1,-5 14-1,-2-6-6702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36.4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61 24575,'-2'-3'0,"1"-1"0,-1 1 0,0 0 0,0-1 0,0 1 0,0 0 0,0 0 0,-1 0 0,1 1 0,-1-1 0,0 1 0,0-1 0,0 1 0,0 0 0,0 0 0,0 0 0,0 0 0,-1 1 0,1-1 0,-1 1 0,1 0 0,-6-1 0,-3 0 0,0 1 0,1 0 0,-1 0 0,0 1 0,-22 3 0,32-3 0,0 1 0,0-1 0,0 0 0,0 1 0,0 0 0,0-1 0,0 1 0,0 0 0,0 0 0,1 0 0,-1 0 0,0 0 0,1 0 0,-1 1 0,0-1 0,1 1 0,0-1 0,-1 1 0,1-1 0,0 1 0,0 0 0,0 0 0,0 0 0,-2 3 0,3-2 0,-1 0 0,0 0 0,1 0 0,0 0 0,-1 0 0,1 0 0,1 0 0,-1 0 0,0 0 0,1 0 0,-1 0 0,1 0 0,0 0 0,0 0 0,0-1 0,2 5 0,3 2 0,-1 0 0,1-1 0,1 1 0,0-1 0,0-1 0,0 1 0,14 9 0,65 40 0,-63-42 0,8 3 0,-16-10 0,0 1 0,-1 0 0,14 13 0,-27-21 0,0-1 0,-1 1 0,1-1 0,0 1 0,-1 0 0,1-1 0,-1 1 0,1 0 0,0 0 0,-1 0 0,0-1 0,1 1 0,-1 0 0,0 0 0,1 0 0,-1 0 0,0 0 0,0 0 0,1 0 0,-1 1 0,-1-2 0,1 1 0,0 0 0,0-1 0,-1 1 0,1 0 0,0-1 0,-1 1 0,1-1 0,-1 1 0,1-1 0,-1 1 0,1-1 0,-1 1 0,1-1 0,-1 0 0,0 1 0,1-1 0,-1 0 0,1 1 0,-2-1 0,-3 2 0,0-1 0,0 1 0,0-1 0,0-1 0,-9 1 0,-8-1 0,0-2 0,0-1 0,-38-10 0,0 1 0,52 11-119,3 0 6,1 1-1,-1-1 1,1 0 0,-1 0 0,1 0-1,-1-1 1,1 1 0,-1-1 0,1 0-1,-6-5 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37.0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47 277 24575,'6'-15'0,"28"-78"0,-29 78 0,-1-1 0,-1 1 0,0-1 0,0-18 0,1 12 0,-2 18 0,-2 1 0,1 0 0,0-1 0,-1 1 0,0 0 0,1-1 0,-1 1 0,-1-5 0,1 7 0,-1 0 0,0 0 0,0 0 0,1 0 0,-1 0 0,0 0 0,0 0 0,0 1 0,0-1 0,0 0 0,0 0 0,0 1 0,0-1 0,0 0 0,0 1 0,-1-1 0,1 1 0,0 0 0,0-1 0,0 1 0,-1 0 0,1 0 0,0 0 0,-1 0 0,0 0 0,-34 1 0,34-1 0,-1 1 0,1-1 0,0 1 0,-1 0 0,1 0 0,0 0 0,0 0 0,-1 0 0,1 1 0,0-1 0,0 0 0,0 1 0,0 0 0,1 0 0,-1-1 0,0 1 0,1 0 0,-1 0 0,1 0 0,0 1 0,0-1 0,0 0 0,0 0 0,0 1 0,0-1 0,0 0 0,1 1 0,-1-1 0,1 1 0,0-1 0,0 4 0,-1-1 0,1-1 0,0 0 0,1 0 0,-1 1 0,1-1 0,-1 0 0,1 0 0,1 0 0,-1 1 0,0-1 0,1-1 0,0 1 0,0 0 0,0 0 0,0-1 0,1 1 0,5 5 0,-1-3 0,-1-2 0,1 1 0,1-1 0,-1 0 0,0 0 0,1-1 0,12 4 0,59 10 0,-48-12 0,-29-5 0,12 3 0,1 0 0,21 0 0,-33-3 0,1 0 0,-1 0 0,0 0 0,1-1 0,-1 1 0,1-1 0,-1 0 0,0 0 0,0 0 0,0 0 0,1-1 0,-1 1 0,0-1 0,0 1 0,-1-1 0,6-4 0,-2-5-1365,-3 1-5461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37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51 24575,'-8'-7'0,"1"2"0,-1-1 0,-1 1 0,1 0 0,-1 0 0,1 1 0,-1 1 0,-1-1 0,-13-2 0,22 6 0,0-1 0,-1 1 0,1 0 0,0 0 0,-1 0 0,1 0 0,0 0 0,-1 1 0,1-1 0,0 0 0,0 1 0,-1-1 0,1 1 0,0-1 0,0 1 0,0-1 0,-1 1 0,1 0 0,0 0 0,0-1 0,0 1 0,0 0 0,0 0 0,1 0 0,-1 0 0,0 0 0,0 0 0,0 0 0,1 1 0,-1-1 0,1 0 0,-1 0 0,1 1 0,0-1 0,-1 0 0,1 0 0,0 1 0,0-1 0,0 2 0,-1 6 0,0 1 0,2-1 0,-1 1 0,3 12 0,-2-14 0,0-1 0,1 0 0,0 0 0,0 0 0,1 0 0,-1 0 0,2 0 0,-1-1 0,1 1 0,0-1 0,0 0 0,0 0 0,11 9 0,-11-10 0,0-1 0,1 0 0,0 0 0,0-1 0,0 1 0,1-1 0,-1 0 0,1-1 0,0 1 0,0-1 0,0 0 0,0 0 0,0-1 0,0 0 0,9 1 0,-13-2 0,-1 0 0,0 0 0,0-1 0,1 1 0,-1 0 0,0 0 0,0-1 0,1 1 0,-1-1 0,0 1 0,0-1 0,0 1 0,0-1 0,0 0 0,0 0 0,0 1 0,0-1 0,0 0 0,0 0 0,0 0 0,0 0 0,-1 0 0,1 0 0,0 0 0,-1 0 0,1 0 0,-1-1 0,1 1 0,-1 0 0,1 0 0,-1-1 0,0-1 0,2-5 0,-2 1 0,1-1 0,-1 0 0,-1-10 0,0 8 0,-1-8 0,0 1 0,-7-22 0,7 30 0,1 51 0,3-14 0,3-1 0,0 0 0,1 0 0,2-1 0,16 38 0,1-9 0,45 73 0,-47-90-1365,-17-27-5461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38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1 175 24575,'2'0'0,"0"1"0,1 0 0,-1 0 0,0 1 0,0-1 0,1 0 0,-1 1 0,0-1 0,0 1 0,2 2 0,0 0 0,46 42 0,-39-34 0,0-1 0,1-1 0,0 0 0,0 0 0,1-1 0,24 12 0,-35-20 0,0 0 0,0-1 0,0 1 0,0 0 0,-1-1 0,1 1 0,0-1 0,0 0 0,0 0 0,0 0 0,0 0 0,0 0 0,0 0 0,0 0 0,0-1 0,0 1 0,0-1 0,3 0 0,-4 0 0,1 0 0,-1 0 0,0 0 0,0-1 0,1 1 0,-1 0 0,0-1 0,0 1 0,0 0 0,0-1 0,0 0 0,0 1 0,-1-1 0,1 1 0,-1-1 0,1 0 0,-1 1 0,1-1 0,-1 0 0,0 0 0,0-1 0,2-20 0,-2 0 0,-3-34 0,-3 37 0,4 13 0,7 15 0,2 4 0,1-1 0,0-1 0,1 1 0,0-1 0,1-1 0,0 0 0,0 0 0,1-1 0,19 11 0,-23-14 0,1-1 0,0-1 0,0 0 0,0 0 0,0 0 0,0-1 0,0 0 0,1-1 0,-1 0 0,1 0 0,-1-1 0,1 0 0,-1 0 0,1-1 0,-1 0 0,12-3 0,-16 3 0,0-1 0,0 0 0,0 1 0,0-1 0,0-1 0,0 1 0,-1-1 0,1 1 0,-1-1 0,0 0 0,6-6 0,-5 3 0,0 0 0,-1 1 0,1-1 0,-1-1 0,-1 1 0,5-13 0,-3 4 0,-1 0 0,-1 0 0,-1 0 0,0 0 0,0 0 0,-3-19 0,1 28 0,1 1 0,-2-1 0,1 0 0,0 1 0,-1-1 0,0 1 0,-1-1 0,1 1 0,-1 0 0,-5-8 0,6 11 0,1 1 0,0-1 0,0 1 0,-1-1 0,1 1 0,-1 0 0,1 0 0,-1 0 0,0 0 0,1 0 0,-1 0 0,0 0 0,0 0 0,1 1 0,-1-1 0,0 1 0,0-1 0,0 1 0,0 0 0,0 0 0,0 0 0,0 0 0,0 0 0,1 0 0,-1 0 0,0 1 0,0-1 0,0 1 0,0-1 0,0 1 0,1 0 0,-1 0 0,0 0 0,1 0 0,-4 2 0,1 0 0,0 1 0,0 0 0,0 0 0,0 0 0,0 0 0,1 1 0,0-1 0,0 1 0,0 0 0,1 0 0,-1 0 0,1 0 0,0 0 0,-1 7 0,2-8 0,0 0 0,0 0 0,0 0 0,1 0 0,-1 0 0,1 0 0,0 0 0,0 1 0,1-1 0,-1 0 0,1 0 0,0 0 0,0 0 0,0 0 0,0 0 0,1 0 0,0 0 0,0-1 0,3 6 0,2-1 0,1-1 0,0 0 0,0 0 0,1-1 0,-1 0 0,1 0 0,1-1 0,-1 0 0,1-1 0,12 5 0,13 1 0,58 10 0,-88-19 0,1 0 0,0 0 0,0 0 0,0 0 0,0-1 0,0 0 0,0-1 0,11-1 0,-14 1 0,-1 1 0,0-1 0,0 0 0,1 0 0,-1 0 0,0-1 0,0 1 0,0 0 0,0-1 0,0 0 0,0 1 0,-1-1 0,1 0 0,0 0 0,-1 0 0,1 0 0,-1 0 0,0 0 0,0 0 0,0 0 0,1-5 0,3-7 0,-2 0 0,0-1 0,-1 0 0,0-17 0,1 6 0,-3 26 0,0-1 0,0 1 0,0-1 0,0 1 0,0-1 0,0 0 0,0 1 0,0-1 0,0 1 0,0-1 0,1 1 0,-1-1 0,0 1 0,0-1 0,1 1 0,-1-1 0,0 1 0,1-1 0,-1 1 0,0-1 0,2 0 0,-2 1 0,1 0 0,-1 0 0,0 0 0,1 0 0,-1 0 0,1 1 0,-1-1 0,1 0 0,-1 0 0,0 0 0,1 0 0,-1 1 0,1-1 0,-1 0 0,0 0 0,1 0 0,-1 1 0,0-1 0,1 0 0,-1 1 0,1 0 0,17 25 0,-15-21 0,5 6 0,0 0 0,1 0 0,17 17 0,-22-25 0,0 0 0,-1 0 0,1 0 0,0-1 0,0 1 0,1-1 0,-1 0 0,0 0 0,1 0 0,-1-1 0,1 1 0,0-1 0,-1 0 0,8 0 0,-11-1 0,1 0 0,0 0 0,-1 0 0,1-1 0,0 1 0,-1 0 0,1-1 0,0 1 0,-1-1 0,1 0 0,-1 0 0,1 1 0,-1-1 0,1 0 0,-1 0 0,0 0 0,0 0 0,1-1 0,0 0 0,1-3 0,0 1 0,0-1 0,0 0 0,3-8 0,-4 9 0,0 0 0,0-1 0,0 1 0,1 0 0,4-6 0,-6 9 0,1 0 0,-1 0 0,0 0 0,0 0 0,0 0 0,1 0 0,-1 1 0,0-1 0,1 0 0,-1 1 0,1 0 0,-1-1 0,0 1 0,1 0 0,-1-1 0,1 1 0,-1 0 0,1 0 0,-1 0 0,1 0 0,-1 1 0,3 0 0,15 4 0,0 1 0,-1 1 0,0 1 0,-1 1 0,0 0 0,17 13 0,-28-18-273,0 0 0,0 1 0,-1-1 0,9 10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39.6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75 103 24575,'-3'-1'0,"0"0"0,-1 1 0,1-1 0,-1 1 0,1 0 0,-1 0 0,1 1 0,-1-1 0,1 1 0,0-1 0,-1 1 0,-3 1 0,6-1 0,-1 0 0,0 0 0,1 1 0,-1-1 0,0 0 0,1 0 0,-1 1 0,1-1 0,0 1 0,0-1 0,-1 1 0,1 0 0,0-1 0,0 1 0,0 0 0,1 0 0,-1 0 0,0 0 0,1 0 0,-1-1 0,1 1 0,0 3 0,-1 0 0,0 1 0,1 0 0,0-1 0,1 1 0,-1 0 0,1-1 0,0 1 0,0-1 0,1 1 0,0-1 0,0 0 0,0 1 0,1-1 0,-1 0 0,1 0 0,0-1 0,1 1 0,-1-1 0,1 1 0,0-1 0,0 0 0,0-1 0,0 1 0,1-1 0,0 1 0,-1-1 0,8 2 0,-4 0 0,0-2 0,0 1 0,1-1 0,-1-1 0,1 1 0,0-1 0,0-1 0,0 0 0,0 0 0,0-1 0,0 0 0,0 0 0,0-1 0,0 0 0,0-1 0,13-4 0,-14 3 0,0 0 0,0-1 0,0 1 0,-1-2 0,0 1 0,0-1 0,0 0 0,-1 0 0,1-1 0,-1 0 0,0 0 0,-1 0 0,9-14 0,-5 7 0,-1-1 0,0 0 0,-1-1 0,5-15 0,-10 23 0,0 0 0,0 1 0,-1-1 0,1 0 0,-2 0 0,1 0 0,-1 0 0,0 0 0,0 0 0,-1 0 0,-3-12 0,4 17 0,0 0 0,-1 1 0,1-1 0,-1 1 0,0-1 0,1 1 0,-1-1 0,0 1 0,0 0 0,0-1 0,0 1 0,0 0 0,0 0 0,-1-1 0,1 1 0,0 0 0,-1 0 0,1 1 0,0-1 0,-1 0 0,1 0 0,-1 1 0,1-1 0,-1 1 0,0-1 0,1 1 0,-1-1 0,0 1 0,1 0 0,-1 0 0,1 0 0,-4 0 0,3 1 0,-1-1 0,0 1 0,0 0 0,0 0 0,0 0 0,1 0 0,-1 0 0,1 1 0,-1-1 0,1 1 0,-1 0 0,1-1 0,0 1 0,0 0 0,-1 0 0,2 1 0,-4 3 0,1 0 0,0 1 0,1-1 0,0 1 0,1-1 0,-1 1 0,1 0 0,1 0 0,-1 0 0,1 0 0,0 0 0,1 1 0,-1-1 0,2 0 0,-1 0 0,1 0 0,0 0 0,0 0 0,1 0 0,0 0 0,0 0 0,1 0 0,0 0 0,0-1 0,0 0 0,1 0 0,0 0 0,0 0 0,7 7 0,-1-2 0,0-1 0,1 0 0,0 0 0,0-1 0,1-1 0,0 0 0,0-1 0,1 0 0,0-1 0,0 0 0,1-1 0,0-1 0,0 0 0,0-1 0,23 3 0,95-4-15,-82-3-1335,-35 1-5476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41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32 24575,'-1'-4'0,"0"-1"0,1 1 0,-1-1 0,1-9 0,14 62 0,65 222 0,-51-193 0,54 105 0,-69-157 0,52 95 0,-63-117 0,-4-3 0,-6-6 0,-10-13 0,7 5-1365,1 1-5461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42.4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24575,'0'-2'0,"1"0"0,0 0 0,0 0 0,-1 0 0,1 0 0,0 0 0,1 1 0,-1-1 0,0 0 0,0 1 0,1-1 0,-1 1 0,1-1 0,-1 1 0,1 0 0,0 0 0,-1 0 0,1-1 0,0 2 0,0-1 0,0 0 0,0 0 0,0 1 0,0-1 0,0 1 0,0-1 0,0 1 0,0 0 0,0 0 0,0 0 0,0 0 0,0 0 0,0 0 0,0 1 0,3 0 0,7 2 0,0 1 0,0 1 0,-1-1 0,20 12 0,-10-5 0,-7-3 0,-22-11 0,-23-7 0,25 9 0,0 0 0,-1 0 0,1 0 0,-1 1 0,1 0 0,0 1 0,-10 1 0,14-2 0,-1 1 0,1 0 0,0 0 0,0-1 0,0 2 0,-1-1 0,1 0 0,0 0 0,1 1 0,-1-1 0,0 1 0,0-1 0,0 1 0,1 0 0,-1 0 0,1 0 0,0 0 0,-1 0 0,1 0 0,0 0 0,0 0 0,0 0 0,0 3 0,-1 2 27,1-1-1,0 1 1,0 0-1,1 12 1,0-11-402,0 0 1,-1-1-1,-1 9 1,-1-7-6452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43.7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3 24575,'-41'-1'0,"22"0"0,0 0 0,1 2 0,-1 0 0,0 1 0,-32 8 0,50-10 0,-1 1 0,0-1 0,0 1 0,1 0 0,-1-1 0,0 1 0,1 0 0,-1 0 0,1 0 0,-1 0 0,1 0 0,0 1 0,-1-1 0,1 0 0,0 1 0,0-1 0,0 1 0,0-1 0,0 1 0,0-1 0,-1 4 0,2-3 0,0 0 0,0 0 0,0 0 0,0 0 0,0-1 0,1 1 0,-1 0 0,0 0 0,1 0 0,0 0 0,-1-1 0,1 1 0,0 0 0,0 0 0,0-1 0,0 1 0,0-1 0,0 1 0,0-1 0,3 3 0,10 9 0,1 1 0,0-2 0,27 18 0,55 25 0,5 4 0,-92-53 0,21 16 0,-30-21 0,0-1 0,0 1 0,0 0 0,0 0 0,0 0 0,-1 0 0,1-1 0,0 1 0,-1 0 0,1 0 0,0 0 0,-1 0 0,0 0 0,1 0 0,-1 1 0,1-1 0,-1 0 0,0 0 0,0 0 0,0 0 0,0 0 0,0 0 0,0 1 0,0-1 0,0 0 0,0 1 0,-1-1 0,0 1 0,0-1 0,0 0 0,1 0 0,-1 0 0,0 0 0,0 0 0,-1 0 0,1-1 0,0 1 0,0 0 0,0 0 0,0-1 0,-1 1 0,1-1 0,0 1 0,-1-1 0,1 1 0,0-1 0,-1 0 0,-1 0 0,-34 2 0,30-2 0,-56 0 0,0-2 0,-88-15 0,148 16 14,0 1-1,0-1 0,0 0 0,0 0 1,0 0-1,0 0 0,0 0 1,-4-4-1,6 5-64,1-1 0,-1 0-1,0 0 1,1 1 0,-1-1 0,1 0 0,-1 0-1,1 0 1,-1 0 0,1 0 0,0 0-1,-1 0 1,1 0 0,0 0 0,0 0 0,-1 0-1,1 0 1,0 0 0,0 0 0,0 0 0,1 0-1,-1 0 1,0 0 0,0 0 0,0 0 0,1 0-1,-1 0 1,1-2 0,4-8-6775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44.2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25 24575,'-18'-4'0,"1"0"0,-23-3 0,36 6 0,-1 1 0,1 0 0,0 0 0,-1 0 0,1 1 0,-1-1 0,1 1 0,0 0 0,-1 0 0,-4 3 0,8-4 0,0 1 0,0-1 0,0 1 0,0-1 0,0 1 0,0-1 0,1 1 0,-1 0 0,0 0 0,0-1 0,1 1 0,-1 0 0,0 0 0,1 0 0,-1 0 0,1 0 0,-1 0 0,1 0 0,-1 0 0,1 0 0,-1 2 0,1-1 0,0 0 0,0 0 0,0 0 0,1 0 0,-1 1 0,0-1 0,1 0 0,0 0 0,-1 0 0,3 3 0,1 2 0,0 0 0,0 0 0,1 0 0,10 10 0,-6-7 0,1-1 0,0-1 0,1 0 0,0 0 0,0-1 0,1 0 0,-1-1 0,2 0 0,-1-1 0,0 0 0,1-1 0,17 3 0,-28-7 0,0 1 0,0-1 0,0 1 0,0-1 0,0 0 0,0 0 0,1 0 0,-1-1 0,0 1 0,0 0 0,0-1 0,0 1 0,0-1 0,0 0 0,0 0 0,0 0 0,0 0 0,-1 0 0,1 0 0,3-2 0,-4 1 0,1-1 0,-1 1 0,1 0 0,-1-1 0,0 1 0,1-1 0,-2 0 0,1 1 0,0-1 0,0 0 0,-1 1 0,1-1 0,-1 0 0,0 0 0,0-3 0,-1-3 0,0 0 0,-1 0 0,0 0 0,0 0 0,-1 1 0,0-1 0,-1 1 0,0-1 0,-8-13 0,-4-8 0,10 20 0,6 14 0,6 18 0,3-2 0,1 1 0,25 37 0,-28-48 0,1 0 0,1-1 0,-1 1 0,2-2 0,-1 1 0,20 12 0,-26-19-64,3 2 102,-1-1 1,1 0-1,0 0 1,7 3-1,-11-6-106,-1 1 1,1-1-1,-1 1 0,1-1 0,0 0 0,-1 0 0,1 0 0,0 0 0,-1 0 0,1 0 1,-1 0-1,1-1 0,0 1 0,-1-1 0,1 1 0,-1-1 0,1 1 0,-1-1 1,1 0-1,-1 0 0,3-1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44.8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24575,'8'16'0,"1"-1"0,0 0 0,1 0 0,1-1 0,0 0 0,1-1 0,0 0 0,1-1 0,1 0 0,0-1 0,22 13 0,-33-23 0,-1 1 0,1-1 0,-1 0 0,1 0 0,-1 0 0,1 0 0,-1-1 0,1 1 0,0-1 0,-1 1 0,1-1 0,0 0 0,-1 0 0,1 0 0,0-1 0,-1 1 0,1-1 0,0 1 0,4-3 0,-5 2 0,0 0 0,0-1 0,0 1 0,0-1 0,0 1 0,0-1 0,-1 0 0,1 0 0,0 0 0,-1 0 0,1 0 0,-1 0 0,0 0 0,0-1 0,0 1 0,0 0 0,0-1 0,0 1 0,-1 0 0,1-1 0,-1-3 0,1-1 0,0-1 0,-1 0 0,0 0 0,-1 0 0,0 0 0,0 1 0,0-1 0,-1 0 0,0 1 0,-7-14 0,15 30 0,-1 1 0,1-1 0,1 0 0,11 12 0,-17-20 0,55 52 0,-50-48 0,1 1 0,0-2 0,1 1 0,-1-1 0,1 0 0,15 5 0,-22-8 0,1-1 0,-1 1 0,1-1 0,-1 0 0,1 1 0,-1-1 0,0 0 0,1 0 0,-1 0 0,1 0 0,-1 0 0,1 0 0,-1 0 0,1-1 0,-1 1 0,0 0 0,1-1 0,-1 1 0,1-1 0,-1 0 0,0 1 0,0-1 0,1 0 0,-1 0 0,0 0 0,0 0 0,0 0 0,0 0 0,0 0 0,1-1 0,-1-1 0,0 1 0,0 0 0,0 0 0,-1-1 0,1 1 0,-1 0 0,1-1 0,-1 1 0,0-1 0,0 1 0,0-1 0,0 1 0,0 0 0,-1-1 0,1 1 0,-1-1 0,-1-3 0,-11-25 0,8 22 0,1 0 0,-4-15 0,8 23 0,-1 1 0,1-1 0,0 1 0,0-1 0,0 1 0,0-1 0,0 0 0,0 1 0,-1-1 0,1 1 0,1-1 0,-1 0 0,0 1 0,0-1 0,0 1 0,0-1 0,0 1 0,0-1 0,1 0 0,-1 1 0,0-1 0,0 1 0,1-1 0,-1 1 0,0-1 0,1 1 0,-1 0 0,1-1 0,-1 1 0,1-1 0,0 0 0,1 1 0,-1 0 0,0 0 0,1-1 0,-1 1 0,0 0 0,0 0 0,1 0 0,-1 0 0,0 0 0,1 1 0,-1-1 0,2 1 0,4 1 0,0 0 0,0 1 0,12 6 0,-8-2 39,18 16-1,-9-7-1480,-7-7-5384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45.5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23 162 24575,'2'3'0,"0"0"0,0 1 0,0-1 0,0 1 0,0 0 0,-1-1 0,0 1 0,1 4 0,3 5 0,5 15 0,13 34 0,48 90 0,-67-145 0,-1 0 0,1 0 0,2 9 0,-7-15 0,-3-5 0,-4-5 0,-19-31 0,-37-76 0,55 95 0,0-1 0,1 0 0,2 0 0,0 0 0,-5-43 0,10 56 0,1 0 0,0-1 0,0 1 0,1 0 0,1-1 0,-1 1 0,6-16 0,-6 22 0,0-1 0,1 1 0,-1 0 0,1 0 0,0 0 0,-1 0 0,1 0 0,1 0 0,-1 1 0,0-1 0,1 1 0,-1-1 0,1 1 0,0 0 0,0 0 0,0 0 0,0 0 0,0 1 0,0-1 0,0 1 0,0 0 0,1 0 0,4-1 0,1 1 0,0 0 0,0 1 0,0 1 0,0-1 0,0 1 0,-1 1 0,1-1 0,0 2 0,-1-1 0,1 1 0,9 5 0,-12-6 0,-1 1 0,1 0 0,-1 1 0,0-1 0,0 1 0,0 0 0,0 0 0,0 1 0,-1-1 0,0 1 0,0 0 0,0 0 0,-1 1 0,0-1 0,0 1 0,4 8 0,-7-11 0,1 0 0,0-1 0,-1 1 0,1 0 0,-1 0 0,0-1 0,0 1 0,0 0 0,0-1 0,-1 1 0,1 0 0,-1 0 0,1-1 0,-1 1 0,0-1 0,0 1 0,0-1 0,0 1 0,-1-1 0,1 1 0,-1-1 0,1 0 0,-1 0 0,0 0 0,0 0 0,0 0 0,0 0 0,0-1 0,0 1 0,-5 2 0,0 0 0,0 0 0,-1-1 0,1 0 0,-1 0 0,0-1 0,0 0 0,0 0 0,0 0 0,-9-1 0,-88-1-36,67-1-1293,20 1-5497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46.2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46 612 24575,'29'-50'0,"-7"11"0,19-45 0,-35 70 0,-1 1 0,-1-2 0,0 1 0,-1 0 0,-1-1 0,0 0 0,0-20 0,-3 17 0,-1 0 0,0 1 0,-2-1 0,0 1 0,-1-1 0,0 1 0,-2 0 0,0 1 0,-1 0 0,0 0 0,-1 0 0,-19-22 0,17 23 0,-11-13 0,21 26 0,-1 0 0,0 0 0,0 1 0,0-1 0,0 0 0,0 1 0,0 0 0,0-1 0,0 1 0,-4-1 0,6 2 0,-1 0 0,1 0 0,-1 0 0,0 0 0,1 0 0,-1 0 0,1 0 0,-1 0 0,0 0 0,1 1 0,-1-1 0,1 0 0,-1 0 0,1 1 0,-1-1 0,1 0 0,-1 1 0,1-1 0,-1 0 0,1 1 0,-1-1 0,1 1 0,-1-1 0,1 1 0,0-1 0,-1 1 0,1-1 0,0 1 0,0-1 0,-1 1 0,1-1 0,0 1 0,0 0 0,0-1 0,0 1 0,0-1 0,-1 1 0,1 0 0,1 0 0,-3 30 0,2-27 0,-1 22 0,2 1 0,0-1 0,2 0 0,1 0 0,1 0 0,13 38 0,2-12 0,2-1 0,38 65 0,-50-101 0,0 0 0,1-1 0,0-1 0,1 0 0,26 21 0,-36-32 0,0-1 0,0 0 0,0 1 0,0-1 0,0 0 0,0 0 0,0 0 0,0 0 0,1 0 0,-1 0 0,0-1 0,1 1 0,-1-1 0,0 1 0,1-1 0,-1 0 0,1 0 0,-1 0 0,1-1 0,3 0 0,-3 0 0,0 0 0,0-1 0,-1 0 0,1 1 0,0-1 0,-1 0 0,1 0 0,-1 0 0,0-1 0,0 1 0,1 0 0,-2-1 0,1 0 0,0 1 0,2-5 0,2-8 0,0 0 0,-1-1 0,-1 1 0,0-1 0,-1-1 0,2-31 0,-3 46 0,1 6 0,1 7 0,5 19 0,-6-18 0,0-1 0,1 1 0,1-1 0,0 1 0,0-1 0,9 12 0,11 10-1365,-17-25-5461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46.4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0 24575,'-2'7'0,"-2"6"0,1 2 0,1-1-8191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46.9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25 24575,'1'3'0,"0"0"0,0-1 0,1 1 0,0 0 0,-1-1 0,1 1 0,0-1 0,0 0 0,0 0 0,3 3 0,-2-1 0,5 4 0,0 1 0,-1-1 0,2 1 0,-1-2 0,1 1 0,0-1 0,13 7 0,-21-13 0,0-1 0,0 0 0,1 1 0,-1-1 0,0 0 0,1 0 0,-1 0 0,0 0 0,0 0 0,1 0 0,-1 0 0,0 0 0,1-1 0,-1 1 0,0-1 0,0 1 0,0-1 0,1 1 0,-1-1 0,0 1 0,0-1 0,0 0 0,0 0 0,0 0 0,0 1 0,0-1 0,0 0 0,-1 0 0,1 0 0,0 0 0,0-1 0,0-1 0,4-5 0,-1 0 0,0 0 0,4-14 0,-5 16 0,-1 0 0,0 0 0,1-1 0,0 1 0,1 1 0,6-11 0,-9 15 0,0 0 0,0-1 0,0 1 0,0 0 0,1 0 0,-1 0 0,0 1 0,0-1 0,1 0 0,-1 0 0,0 1 0,1-1 0,-1 1 0,0-1 0,1 1 0,-1 0 0,1-1 0,-1 1 0,1 0 0,-1 0 0,1 0 0,-1 0 0,1 0 0,-1 0 0,1 1 0,-1-1 0,1 0 0,-1 1 0,1-1 0,-1 1 0,0-1 0,2 2 0,9 6 0,0 0 0,-1 1 0,0 1 0,-1-1 0,11 13 0,-4-3 0,-11-13-151,0 0-1,0 0 0,-1 0 0,0 1 1,0 0-1,-1 0 0,0 0 1,5 12-1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47.6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69 24575,'-7'-9'0,"0"0"0,0 1 0,-1 0 0,-16-13 0,22 19 0,-1 1 0,1-1 0,-1 1 0,1 0 0,-1 0 0,1 0 0,-1 0 0,0 0 0,1 0 0,-7 0 0,8 1 0,-1 0 0,0 0 0,0 0 0,0 1 0,1-1 0,-1 1 0,0-1 0,1 1 0,-1 0 0,0-1 0,1 1 0,-1 0 0,1 0 0,-1 0 0,1 0 0,0 0 0,-1 0 0,1 1 0,-1 1 0,0-2 0,0 1 0,1 1 0,0-1 0,-1 0 0,1 0 0,0 0 0,0 1 0,0-1 0,0 1 0,1-1 0,-1 0 0,0 1 0,1-1 0,0 6 0,0-4 0,0 1 0,1-1 0,0 1 0,0-1 0,0 0 0,0 0 0,4 8 0,3 1 0,-1 0 0,1-1 0,20 23 0,-19-24 0,-2-3 0,-1 0 0,1 0 0,1-1 0,-1 0 0,13 8 0,-18-14 0,0 1 0,0-1 0,1 0 0,-1 0 0,1 0 0,-1 0 0,1-1 0,-1 1 0,1-1 0,-1 1 0,1-1 0,0 0 0,-1 0 0,1 0 0,-1 0 0,1-1 0,-1 1 0,1-1 0,-1 0 0,1 1 0,-1-1 0,1 0 0,-1 0 0,0-1 0,1 1 0,3-3 0,-4 2 0,0 0 0,0 0 0,1 0 0,-1 0 0,-1-1 0,1 1 0,0-1 0,-1 1 0,1-1 0,-1 1 0,1-1 0,-1 0 0,0 0 0,-1 0 0,1 0 0,1-5 0,-1 0 0,-1-1 0,0 0 0,0 0 0,-2-12 0,2 20 0,0 1 0,0-1 0,0 1 0,0-1 0,0 1 0,0-1 0,0 1 0,0-1 0,0 1 0,0-1 0,0 1 0,0-1 0,-1 1 0,1 0 0,0-1 0,0 1 0,-1-1 0,1 1 0,0 0 0,0-1 0,-1 1 0,1 0 0,0-1 0,-1 1 0,1 0 0,-1-1 0,1 1 0,0 0 0,-1-1 0,0 2 0,0-1 0,1 0 0,-1 0 0,0 1 0,1-1 0,-1 1 0,0-1 0,1 0 0,-1 1 0,1-1 0,-1 1 0,1-1 0,-1 1 0,1 0 0,-1-1 0,1 2 0,-16 28 0,-3 39 0,-20 139 0,21-95 0,13-82 0,-16 47 0,17-67 0,-1 0 0,0 0 0,0 0 0,-1-1 0,0 1 0,-1-2 0,-9 13 0,13-19 0,1-1 0,-1 1 0,0-1 0,0 0 0,0 0 0,0 0 0,-1 0 0,1 0 0,0-1 0,-1 0 0,1 1 0,-1-1 0,1 0 0,-1-1 0,0 1 0,1-1 0,-7 1 0,7-2 0,1 1 0,0 0 0,0-1 0,-1 1 0,1-1 0,0 0 0,0 1 0,0-1 0,0 0 0,0 0 0,0-1 0,0 1 0,0 0 0,0-1 0,0 1 0,1-1 0,-1 1 0,1-1 0,-1 0 0,1 0 0,0 0 0,-1 0 0,1 0 0,0 0 0,0 0 0,0 0 0,1 0 0,-1 0 0,0-4 0,0 1 0,0 1 0,0-1 0,1 1 0,0-1 0,0 0 0,0 1 0,0-1 0,1 0 0,0 1 0,0-1 0,0 0 0,0 1 0,1 0 0,2-5 0,-1 3 0,0 1 0,1-1 0,0 1 0,0 1 0,0-1 0,0 0 0,1 1 0,0 0 0,7-6 0,-1 4 0,1-1 0,-1 2 0,1-1 0,0 2 0,0-1 0,0 2 0,1 0 0,-1 0 0,22-1 0,8 3-1365,-25 1-5461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48.6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58 118 24575,'-2'2'0,"1"0"0,0 1 0,-1-1 0,1 0 0,0 0 0,0 0 0,0 1 0,0-1 0,1 1 0,-1-1 0,0 0 0,1 1 0,0-1 0,0 1 0,0-1 0,0 4 0,1 6 0,0-1 0,4 13 0,-5-22 0,3 12 0,1 0 0,1 0 0,6 13 0,-9-21 0,1-1 0,0 1 0,0-1 0,1 0 0,-1 0 0,1-1 0,0 1 0,0-1 0,9 8 0,-11-13 0,-2-3 0,-3-5 0,-33-62 0,-13-28 0,42 83 0,1 0 0,1 0 0,0-1 0,-2-23 0,6 38 0,1 0 0,0 0 0,0 0 0,0-1 0,0 1 0,0 0 0,0 0 0,1 0 0,-1-1 0,1 1 0,0 0 0,-1 0 0,1 0 0,2-3 0,-2 4 0,0 0 0,-1 0 0,1 0 0,0 0 0,0 1 0,0-1 0,0 0 0,0 1 0,1-1 0,-1 0 0,0 1 0,0 0 0,0-1 0,0 1 0,1 0 0,-1-1 0,0 1 0,0 0 0,1 0 0,-1 0 0,0 0 0,0 0 0,1 0 0,-1 0 0,0 1 0,0-1 0,2 1 0,9 3 0,-1 1 0,0 0 0,-1 1 0,1 0 0,12 11 0,-17-14 0,67 55-1365,-64-51-5461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49.0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25 24575,'-13'-6'0,"-1"1"0,-23-5 0,33 9 0,-1 0 0,0 0 0,1 1 0,-1-1 0,0 1 0,0 0 0,0 1 0,1-1 0,-1 1 0,0 0 0,-8 3 0,12-3 0,-1 0 0,1 0 0,-1 0 0,1 0 0,-1 1 0,1-1 0,0 0 0,-1 1 0,1-1 0,0 1 0,0-1 0,0 1 0,0 0 0,1-1 0,-1 1 0,0 0 0,1 0 0,-1 0 0,1-1 0,0 1 0,-1 0 0,1 0 0,0 0 0,0 0 0,0 0 0,0 0 0,1-1 0,0 4 0,0 1 0,0 0 0,0-1 0,1 1 0,0-1 0,0 0 0,0 1 0,1-1 0,4 6 0,0-2 0,0 0 0,1 0 0,-1-1 0,2 0 0,-1 0 0,1-1 0,17 10 0,-22-14 0,0-1 0,0 0 0,0 0 0,1-1 0,-1 1 0,1-1 0,-1 0 0,1 0 0,-1 0 0,1-1 0,-1 1 0,1-1 0,0 0 0,-1-1 0,1 1 0,-1-1 0,1 0 0,-1 0 0,1 0 0,-1-1 0,0 0 0,5-2 0,-6 2 0,1 0 0,-1 0 0,0-1 0,0 0 0,0 0 0,-1 1 0,1-2 0,0 1 0,-1 0 0,0 0 0,0-1 0,0 1 0,0-1 0,-1 0 0,1 1 0,-1-1 0,0 0 0,1-5 0,-1 3 0,-1 0 0,1 0 0,-1 0 0,0 0 0,0 0 0,-1 1 0,1-1 0,-2 0 0,1 0 0,0 0 0,-5-9 0,6 14 0,0 1 0,0 0 0,0 0 0,0 0 0,0 0 0,0 0 0,0 0 0,0 0 0,0 0 0,0-1 0,0 1 0,0 0 0,0 0 0,0 0 0,0 0 0,-1 0 0,1 0 0,0 0 0,0 0 0,0 0 0,0 0 0,0-1 0,0 1 0,0 0 0,0 0 0,0 0 0,0 0 0,0 0 0,0 0 0,-1 0 0,1 0 0,0 0 0,0 0 0,0 0 0,0 0 0,0 0 0,0 0 0,0 0 0,0 0 0,0 0 0,-1 0 0,1 0 0,0 0 0,0 0 0,0 0 0,0 0 0,0 0 0,0 0 0,0 0 0,0 0 0,0 0 0,-1 0 0,-1 7 0,1 10 0,2-7-97,0-1-1,0 1 1,1 0-1,1-1 1,-1 1-1,2-1 1,-1 0-1,1 0 1,1 0-1,-1 0 1,2-1-1,-1 1 0,8 7 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49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24575,'187'438'0,"-177"-413"0,-3-8 0,-1-1 0,8 34 0,-14-50 0,0 0 0,0 0 0,0 0 0,0 0 0,0 0 0,0 0 0,0 0 0,0 0 0,0 0 0,-1-1 0,1 1 0,0 0 0,0 0 0,0 0 0,0 0 0,0 0 0,0 0 0,0 0 0,0 0 0,0 0 0,0 0 0,0 0 0,0 0 0,0 0 0,0 0 0,0 0 0,0 0 0,0 0 0,0 0 0,0 0 0,0 0 0,-1 0 0,1 0 0,0 0 0,0 0 0,0 0 0,0 1 0,0-1 0,0 0 0,0 0 0,0 0 0,0 0 0,0 0 0,0 0 0,0 0 0,0 0 0,0 0 0,0 0 0,0 0 0,0 0 0,0 0 0,0 0 0,0 0 0,0 0 0,0 0 0,0 0 0,0 0 0,0 0 0,0 0 0,0 0 0,0 1 0,0-1 0,-6-6 0,-5-9 0,-8-12 0,11 17 0,1-2 0,-1 1 0,2-1 0,0 0 0,0 0 0,-4-14 0,10 25 0,0 0 0,-1 1 0,1-1 0,0 0 0,0 0 0,0 0 0,0 1 0,0-1 0,-1 0 0,2 0 0,-1 0 0,0 1 0,0-1 0,0 0 0,0 0 0,0 0 0,1 1 0,-1-1 0,0 0 0,1 0 0,-1 1 0,0-1 0,1 0 0,-1 1 0,2-2 0,-1 2 0,0-1 0,0 1 0,0 0 0,0-1 0,0 1 0,0 0 0,0-1 0,0 1 0,0 0 0,0 0 0,0 0 0,0 0 0,1 0 0,-1 0 0,0 1 0,1-1 0,6 2 0,0 1 0,0 0 0,12 6 0,-20-9 0,34 16 0,1-1 0,48 12 0,-60-21 0,1 0 0,0-2 0,0-1 0,41 0 0,-58-4 0,0 1 0,-1-1 0,0 0 0,1 0 0,-1 0 0,1-1 0,-1 0 0,0 0 0,0-1 0,0 0 0,-1 0 0,11-7 0,-12 6 0,0 1 0,0-1 0,-1 0 0,1 0 0,-1 0 0,0-1 0,0 1 0,-1-1 0,1 0 0,-1 1 0,0-1 0,-1 0 0,1 0 0,-1 0 0,0-1 0,1-5 0,-1 2 0,-1 1 0,0-1 0,-1 0 0,1 1 0,-2-1 0,1 1 0,-1 0 0,0-1 0,-1 1 0,0 0 0,-1 0 0,1 0 0,-1 1 0,-1-1 0,1 1 0,-1 0 0,-1 0 0,-9-9 0,12 14 0,1 0 0,0 0 0,-1 1 0,1-1 0,-1 1 0,1 0 0,-1 0 0,1 0 0,-1 0 0,0 0 0,0 1 0,1-1 0,-1 1 0,0 0 0,0-1 0,-5 2 0,6-1 0,0 0 0,0 1 0,1-1 0,-1 1 0,1 0 0,-1-1 0,0 1 0,1 0 0,-1 0 0,1 0 0,0 0 0,-1 0 0,1 1 0,0-1 0,-1 0 0,1 0 0,0 1 0,0-1 0,0 1 0,0-1 0,1 1 0,-1-1 0,0 1 0,1 0 0,-1-1 0,1 1 0,-1 0 0,1 1 0,-2 8 0,2-1 0,-1 0 0,1 1 0,1-1 0,0 1 0,0-1 0,1 0 0,0 0 0,1 0 0,0 0 0,1 0 0,0-1 0,10 19 0,-2-10 0,0 1 0,1-2 0,1 0 0,0 0 0,28 23 0,-31-31-105,1 0 0,0 0 0,0-2 0,1 1 0,0-2 0,0 1 0,1-2 0,-1 0 0,1 0 0,1-2 0,-1 1 0,24 1 0,-26-5-6721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6:59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2273 51 24575,'-61'1'0,"-156"-7"0,15-3 0,19 3 0,-257-4 0,284 12 0,-810-2 0,939-3 0,26 3 0,0 0 0,0 0 0,0-1 0,0 1 0,0 0 0,0 0 0,0-1 0,0 1 0,0-1 0,0 1 0,0-1 0,0 1 0,1-1 0,-1 1 0,0-1 0,0 0 0,1 1 0,-1-1 0,0 0 0,1 0 0,-1 0 0,1 1 0,-1-1 0,0-1 0,3-3-1365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00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245 152 24575,'2'0'0,"-1"1"0,0-2 0,0 1 0,1 0 0,-1 0 0,0 0 0,1-1 0,-1 1 0,0 0 0,0-1 0,0 1 0,1-1 0,-1 0 0,0 1 0,0-1 0,0 0 0,0 0 0,0 1 0,1-2 0,-2 1 0,0 1 0,1-1 0,-1 1 0,0 0 0,0-1 0,0 1 0,0-1 0,0 1 0,1-1 0,-1 1 0,0 0 0,0-1 0,0 1 0,0-1 0,0 1 0,0-1 0,-1 1 0,1 0 0,0-1 0,0 1 0,0-1 0,-1-1 0,0 1 0,1 0 0,-1 1 0,0-1 0,0 0 0,0 0 0,1 0 0,-1 0 0,0 1 0,0-1 0,-2-1 0,-34-18 0,-57-21 0,54 24 0,-45-24 0,83 40 0,2 2 0,7 5 0,10 8 0,15 3 0,0-1 0,1-2 0,43 13 0,14 5 0,-87-31 0,0 1 0,0 0 0,0-1 0,0 1 0,0 0 0,0 1 0,0-1 0,-1 0 0,3 4 0,-4-6 0,-1 1 0,1-1 0,-1 1 0,0-1 0,1 1 0,-1 0 0,0-1 0,1 1 0,-1 0 0,0-1 0,0 1 0,0 0 0,0-1 0,0 1 0,0 0 0,0-1 0,0 1 0,0 0 0,0 0 0,0 0 0,-1 0 0,1 0 0,-1 0 0,1 0 0,-1 0 0,0-1 0,1 1 0,-1 0 0,0 0 0,0-1 0,0 1 0,1-1 0,-1 1 0,0-1 0,0 1 0,0-1 0,0 1 0,0-1 0,-1 1 0,-7 1 0,0 0 0,1-1 0,-1 0 0,0 0 0,-16-1 0,13 0 0,-1 0 0,-13 3 0,17-2-95,-24 7-1175,24-4-5556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01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238 7 24575,'-1'-1'0,"0"1"0,0-1 0,0 0 0,0 1 0,1-1 0,-1 1 0,0-1 0,0 1 0,-1 0 0,1-1 0,0 1 0,0 0 0,0 0 0,0 0 0,0 0 0,0 0 0,0 0 0,0 0 0,0 0 0,0 0 0,-1 0 0,1 0 0,0 1 0,0-1 0,0 0 0,0 1 0,0-1 0,0 1 0,-1 1 0,-4 2 0,0 0 0,0 0 0,-8 9 0,3-3 0,0-3 0,-1 0 0,1 0 0,-1-1 0,-21 7 0,21-8 0,0 0 0,0 0 0,1 1 0,-17 11 0,28-16 0,-1-1 0,1 0 0,-1 0 0,1 1 0,-1-1 0,1 1 0,-1-1 0,1 0 0,-1 1 0,1-1 0,0 1 0,-1-1 0,1 1 0,0-1 0,-1 1 0,1 0 0,0-1 0,0 1 0,-1-1 0,1 1 0,0 0 0,0-1 0,0 1 0,0 0 0,0-1 0,0 1 0,0-1 0,0 1 0,0 0 0,0-1 0,0 1 0,0 0 0,0-1 0,1 1 0,-1-1 0,0 1 0,0-1 0,1 1 0,-1 0 0,1-1 0,-1 1 0,0-1 0,1 1 0,-1-1 0,1 0 0,-1 1 0,1-1 0,-1 1 0,1-1 0,-1 0 0,1 1 0,0-1 0,5 3 0,-1 0 0,1 0 0,-1-1 0,8 2 0,-11-3 0,73 21 0,99 38 0,-169-58-99,-1-1-41,1 1-1,0 1 0,-1-1 0,1 0 1,-1 1-1,0 0 0,1 0 1,5 7-1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02.7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0 24575,'0'0'0,"-1"0"0,1 0 0,-1 0 0,1 1 0,0-1 0,-1 0 0,1 0 0,-1 0 0,1 0 0,0 1 0,-1-1 0,1 0 0,-1 0 0,1 1 0,0-1 0,-1 0 0,1 0 0,0 1 0,0-1 0,-1 0 0,1 1 0,0-1 0,0 1 0,-1-1 0,1 0 0,0 1 0,0-1 0,0 1 0,0-1 0,0 0 0,0 1 0,0-1 0,0 1 0,-1-1 0,2 1 0,-1-1 0,0 0 0,0 1 0,0-1 0,0 1 0,0-1 0,0 1 0,0-1 0,0 0 0,1 1 0,-1 0 0,9 19 0,-6-15 0,1 0 0,0-1 0,0 1 0,0-1 0,0 0 0,1 0 0,-1 0 0,1-1 0,10 6 0,4 1 0,30 9 0,-12-4 0,-30-12 0,5 3 0,1-1 0,0 0 0,25 6 0,-38-11 0,0 0 0,0-1 0,0 1 0,0 0 0,0 0 0,0 0 0,0 0 0,0 0 0,-1 0 0,1-1 0,0 1 0,0 0 0,0 0 0,0 0 0,0 0 0,0 0 0,0-1 0,0 1 0,0 0 0,0 0 0,0 0 0,0 0 0,1 0 0,-1 0 0,0-1 0,0 1 0,0 0 0,0 0 0,0 0 0,0 0 0,0 0 0,0 0 0,0-1 0,0 1 0,0 0 0,1 0 0,-1 0 0,0 0 0,0 0 0,0 0 0,0 0 0,0 0 0,0 0 0,0 0 0,1 0 0,-1 0 0,0 0 0,0 0 0,0-1 0,1 1 0,-13-8 0,-19-6 0,-34-10 0,15 6 0,32 11-85,4 1-342,0 1 1,-15-4-1,18 7-6399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04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1 24575,'-2'0'0,"0"1"0,0 0 0,0 0 0,0-1 0,0 1 0,1 0 0,-1 1 0,0-1 0,1 0 0,-3 3 0,-8 5 0,-51 29 0,49-28 0,0 0 0,-1-2 0,0 0 0,0 0 0,-1-1 0,-30 8 0,17-9-1365,17-2-5461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06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 16 24575,'-1'-1'0,"1"0"0,-1-1 0,0 1 0,0 0 0,0 0 0,0 0 0,0 0 0,0 0 0,0 0 0,0 0 0,0 1 0,0-1 0,0 0 0,-1 1 0,0-2 0,1 2 0,0 1 0,0-1 0,0 0 0,1 0 0,-1 0 0,0 1 0,1-1 0,-1 0 0,0 0 0,1 1 0,-1-1 0,0 1 0,1-1 0,-1 1 0,0-1 0,1 1 0,-1-1 0,1 1 0,-1-1 0,1 1 0,0 0 0,-1-1 0,1 1 0,-1 0 0,1-1 0,0 1 0,0 0 0,-1 0 0,1 0 0,-3 6 0,1 1 0,0-1 0,0 0 0,1 1 0,0-1 0,0 1 0,1 0 0,0-1 0,0 1 0,1-1 0,0 1 0,0-1 0,0 1 0,4 8 0,3 6 0,0 0 0,2-1 0,15 26 0,-25-47 0,1 1 0,-1-1 0,0 0 0,0 0 0,1 1 0,-1-1 0,0 0 0,0 1 0,0-1 0,0 0 0,0 1 0,1-1 0,-1 1 0,0-1 0,0 0 0,0 1 0,0-1 0,0 0 0,0 1 0,0-1 0,0 0 0,0 1 0,0-1 0,0 1 0,-1-1 0,1 0 0,0 1 0,0-1 0,0 0 0,0 1 0,-1-1 0,0 1 0,1-1 0,-1 0 0,0 0 0,1 1 0,-1-1 0,0 0 0,0 0 0,1 0 0,-1 0 0,0 0 0,0 0 0,0 0 0,1 0 0,-2 0 0,-28-9 0,29 9 0,-35-14-1365,20 7-5461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07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389 8 24575,'15'-6'0,"-13"4"0,-9 5 0,-11 4 8,0 0 0,-1-2 0,0 0 0,0-1 0,-37 3 0,-102-6-269,79-3-891,67 2-5674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07.8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11 24575,'-1'-1'0,"1"1"0,0-1 0,0 1 0,0-1 0,-1 0 0,1 1 0,0-1 0,-1 1 0,1-1 0,0 1 0,-1 0 0,1-1 0,-1 1 0,1-1 0,-1 1 0,1 0 0,-1-1 0,1 1 0,-1 0 0,1-1 0,-1 1 0,1 0 0,-2 0 0,1 0 0,1 0 0,-1 0 0,1 0 0,-1 1 0,1-1 0,-1 0 0,1 0 0,-1 1 0,1-1 0,0 0 0,-1 1 0,1-1 0,-1 1 0,1-1 0,0 0 0,-1 1 0,1-1 0,0 1 0,-1 0 0,-1 3 0,0 1 0,1-1 0,-1 0 0,-1 8 0,1 0 0,-9 63 0,10-64 0,1-1 0,0 1 0,1 0 0,0 0 0,3 10 0,0 10 1,-3-25-172,-1 1 0,1-1 1,1 0-1,-1 0 0,1 0 0,0 0 1,3 7-1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09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401 26 24575,'-10'-5'0,"0"1"0,-1 0 0,0 1 0,1 0 0,-1 1 0,0 0 0,-1 0 0,1 2 0,0-1 0,0 1 0,0 1 0,0 0 0,-22 5 0,-100 28 107,56-13-1579,61-17-5354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18.3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5647 30 24575,'52'-4'0,"-1"2"0,96 8 0,-126-1 0,-18-4 0,-1-1 0,1 1 0,0 0 0,-1-1 0,1 1 0,-1-1 0,1 0 0,0 0 0,-1 0 0,1 0 0,0-1 0,-1 1 0,1 0 0,2-2 0,-5 1 0,-6-1 0,-9 2 0,-43 8 0,0-4 0,-1-1 0,-58-7 0,-65-9 0,-71-3 0,155 16 0,-154 1 0,131 6 0,-43 1 0,-26-1 0,-6 0 0,79-6 0,-257 7 0,160-4 0,58-2 0,69 5 0,-17 0 0,112-11 0,8-1 0,29 0 0,-1 2 0,60 4 0,-11-1 0,110-6-284,70-1-160,167 8 444,207-3 0,-421-6 0,-109 2 0,221-9 607,-226 8-475,61 0-143,-268 13 11,24 0 0,-155 6-1,-211 8-460,267-14 359,-219 3 111,-1175-10-20,1335-6 11,17-1 0,-488 8 410,330 1-254,235-9-156,4 1 0,-19-1 0,59 1 0,-96 7 0,81 1 0,-231-1 0,328 1 0,0 0 0,1 0 0,-1 1 0,1 1 0,0-1 0,-1 1 0,-7 4 0,-23 8 0,-24 6 0,-33 8 0,90-28 0,-9 2 0,0 1 0,0 0 0,0 1 0,-16 8 0,30-13 0,1 1 0,0-1 0,0 0 0,-1 0 0,1 0 0,0 0 0,0 0 0,-1 0 0,1 0 0,0 0 0,0 0 0,-1 1 0,1-1 0,0 0 0,0 0 0,0 0 0,-1 1 0,1-1 0,0 0 0,0 0 0,0 0 0,0 1 0,0-1 0,-1 0 0,1 0 0,0 1 0,0-1 0,0 0 0,0 0 0,0 1 0,0-1 0,0 0 0,0 0 0,0 1 0,0-1 0,0 0 0,0 1 0,0-1 0,0 0 0,0 1 0,12 3 0,18-1 0,546-3-612,-253-1-288,1522 1-3226,-1826-1 4598,-12 1-144,0 0 1,0 0-1,1 0 0,-1 1 0,0 0 1,0 0-1,8 3 0,-15-4-310,0 0-1,0 0 0,0 0 0,0 0 0,0 0 0,0 0 1,0 0-1,0 0 0,0 0 0,0 0 0,1 0 1,-1 0-1,0 1 0,0-1 0,0 0 0,0 0 1,0 0-1,0 0 0,0 0 0,0 0 0,0 0 1,0 0-1,0 1 0,0-1 0,0 0 0,0 0 1,0 0-1,0 0 0,0 0 0,0 0 0,0 0 1,0 0-1,0 1 0,0-1 0,0 0 0,0 0 1,0 0-1,0 0 0,0 0 0,-1 0 0,1 0 0,0 0 1,0 0-1,0 1 0,0-1 0,0 0 0,0 0 1,0 0-1,0 0 0,0 0 0,0 0 0,-1 0 1,1 0-1,0 0 0,0 0 0,0 0 0,0 0 1,0 0-1,0 0 0,0 0 0,0 0 0,-1 0 1,1 0-1,0 0 0,0 0 0,-9 4 631,-16 1-456,-1-2 0,1 0 0,-33-1 0,19-1-203,-988 6-934,910-12 945,-272-16 0,-31-3 945,265 17-945,17 0 0,78 7 0,-51-2 0,89 1 0,0-2 0,0-1 0,-22-6 0,8 2 0,94 7 0,500 21-684,-112-6-676,-268-10 1084,638 2 276,-583-7 0,268-19-717,-384 10 2197,50-4 77,-81 9-1557,131-4 0,-178 9 0,319 9 0,-130 6 0,107-8 0,-210-8 0,256-24 0,-275 15 0,105-12 0,82-6 0,-238 25 0,49-5 0,-51 3 0,76 4 0,-67 2 0,-60-1 0,1 0 0,-1 0 0,0 0 0,0 0 0,1 1 0,-1-1 0,3 2 0,-5-2 0,0 0 0,0 0 0,0 0 0,0 0 0,0 0 0,0 0 0,0 0 0,1 0 0,-1 0 0,0 1 0,0-1 0,0 0 0,0 0 0,0 0 0,0 0 0,0 0 0,0 0 0,0 0 0,0 0 0,1 1 0,-1-1 0,0 0 0,0 0 0,0 0 0,0 0 0,0 0 0,0 0 0,0 0 0,0 1 0,0-1 0,0 0 0,0 0 0,0 0 0,0 0 0,0 0 0,0 0 0,0 1 0,0-1 0,0 0 0,0 0 0,-1 0 0,-9 6 0,-5-1 0,-1-1 0,1 0 0,-32 1 0,17-1 0,-109 6 0,62-6 0,-509 6 0,377-12 0,-291 11-556,135-4 556,102-4 0,84 6 213,-68 1 130,152-8-343,-262 8 0,80-2 0,202-6 0,49 2-1365,17 1-5461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19.1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1 118 24575,'366'-41'0,"-60"37"0,-170 6 0,-116-2 0,0-1 0,0-1 0,0 0 0,0-2 0,0 0 0,-1-2 0,0 0 0,35-16 0,-43 17 40,1-1 0,22-5 0,-29 9-175,0 1 0,0 0 0,0 1 0,0-1 0,0 1 0,0 0 0,0 0 0,0 0 0,0 1 0,5 1 0,0 1-6691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41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13 24575,'0'-1'0,"0"1"0,-1-1 0,1 1 0,0 0 0,0-1 0,0 1 0,0-1 0,-1 1 0,1 0 0,0-1 0,0 1 0,-1 0 0,1-1 0,0 1 0,0 0 0,-1-1 0,1 1 0,0 0 0,-1 0 0,1-1 0,-1 1 0,1 0 0,0 0 0,-1 0 0,1 0 0,-1-1 0,-3 11 0,4 18 0,23 117 0,-21-126 0,0 28 0,-14-81 0,7 16 0,-8-47 0,12 58 0,0 0 0,1-1 0,0 1 0,0 0 0,1-1 0,2-12 0,-1 16 0,0 0 0,-1 0 0,1 0 0,1 0 0,-1 0 0,1 1 0,-1-1 0,1 1 0,0 0 0,0-1 0,1 1 0,-1 1 0,0-1 0,1 0 0,0 1 0,0 0 0,0 0 0,0 0 0,0 0 0,4-1 0,-4 2 0,1 0 0,-1-1 0,0 1 0,0 1 0,1-1 0,-1 1 0,0-1 0,1 1 0,-1 0 0,0 1 0,1-1 0,-1 1 0,0 0 0,1 0 0,-1 0 0,0 1 0,0-1 0,0 1 0,0 0 0,4 3 0,9 9 0,-1 1 0,-1 1 0,0 0 0,-1 0 0,-1 2 0,0 0 0,-2 0 0,0 1 0,14 34 0,-23-46-118,-4-5 156,-8-8 162,-11-16-1685,12 11-5341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42.5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331 18 24575,'-35'-7'0,"-46"-2"0,65 8 0,1 1 0,-1 0 0,0 1 0,1 1 0,-23 6 0,32-6 0,0 0 0,0 0 0,1 0 0,0 1 0,-1 0 0,1 0 0,0 0 0,0 1 0,1 0 0,-1-1 0,1 2 0,-1-1 0,1 0 0,1 1 0,-7 9 0,8-10 0,0 1 0,0-1 0,0 1 0,1 0 0,-1-1 0,1 1 0,0 0 0,0 0 0,1 0 0,-1 0 0,1 0 0,0 0 0,1 0 0,-1 0 0,1 0 0,0 0 0,0 0 0,1 0 0,2 5 0,-1-3 0,1-1 0,-1 1 0,2-1 0,-1 0 0,1 0 0,0 0 0,0 0 0,1-1 0,-1 0 0,1 0 0,0-1 0,1 1 0,6 3 0,3 0 0,1 0 0,0-1 0,0 0 0,24 5 0,-28-10-341,0 0 0,0 0-1,23-1 1,-21-1-6485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42.9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66 0 24575,'-6'4'0,"0"0"0,0 0 0,0 1 0,0 0 0,1 0 0,0 0 0,0 0 0,-4 7 0,8-10 0,0 0 0,-1 0 0,1 0 0,0 1 0,0-1 0,0 0 0,0 1 0,1-1 0,-1 0 0,1 1 0,-1-1 0,1 1 0,0 0 0,0-1 0,0 1 0,0-1 0,1 1 0,-1-1 0,0 1 0,1-1 0,0 0 0,0 1 0,0-1 0,0 0 0,0 1 0,2 2 0,2 1 0,0 0 0,0 0 0,1 0 0,0-1 0,0 0 0,13 9 0,-1-3 0,27 13 0,-36-21 0,0 1 0,-1-1 0,1-1 0,0 0 0,0 0 0,1-1 0,-1 0 0,14 0 0,-20-1 0,0 0 0,1-1 0,-1 1 0,0-1 0,0 0 0,0 0 0,0 0 0,0 0 0,0-1 0,0 1 0,5-4 0,-6 3 0,0 0 0,0 1 0,-1-1 0,1 0 0,-1 0 0,1 0 0,-1 0 0,0 0 0,0-1 0,0 1 0,0 0 0,0-1 0,-1 1 0,1 0 0,-1-1 0,1 1 0,-1-5 0,0 2 0,0 1 0,-1-1 0,1 0 0,-1 0 0,0 1 0,0-1 0,-1 1 0,0-1 0,1 1 0,-1 0 0,-1-1 0,1 1 0,-1 0 0,1 0 0,-1 1 0,0-1 0,-5-4 0,4 4 0,0 0 0,-1 1 0,1 0 0,0 0 0,-1 0 0,0 0 0,0 1 0,0-1 0,0 1 0,0 0 0,0 1 0,0-1 0,-1 1 0,-9-1 0,10 2-97,-1 0-1,0 0 1,1 1-1,-1 0 1,1 0-1,-1 0 1,1 0-1,0 1 1,0 0-1,-1 0 1,1 0-1,1 1 0,-10 6 1,4-1-6729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43.3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87 216 24575,'13'18'0,"18"34"0,-40-59 0,-7-7 0,4 1 0,0 0 0,2 0 0,-1-1 0,2-1 0,-13-25 0,17 29 0,0-1 0,0 0 0,2 0 0,-1 0 0,2 0 0,0-1 0,0 1 0,0-20 0,2 31-4,0 0-1,0-1 1,0 1-1,0 0 1,0-1-1,1 1 1,-1 0 0,0-1-1,1 1 1,-1 0-1,1 0 1,-1-1-1,1 1 1,0 0-1,-1 0 1,1 0-1,1-2 1,-1 3 14,0-1 1,0 1-1,0-1 1,0 1-1,0-1 1,0 1 0,-1 0-1,1 0 1,0-1-1,0 1 1,0 0-1,0 0 1,0 0-1,0 0 1,0 0-1,0 0 1,0 0-1,1 1 1,4 0-259,0 1 1,-1 1-1,1-1 1,-1 1-1,10 6 1,-2-1-6579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44.0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111 159 24575,'-6'43'0,"-2"9"0,8-82 0,0 13 0,-1 6 0,0 0 0,0 0 0,-1-1 0,0 1 0,-1 0 0,-1 1 0,-7-19 0,3 13 0,0 0 0,-1 1 0,-1 0 0,-13-16 0,22 31 0,1-1 0,0 1 0,-1-1 0,1 1 0,-1-1 0,1 1 0,-1-1 0,1 1 0,-1 0 0,1-1 0,-1 1 0,1 0 0,-1-1 0,1 1 0,-1 0 0,0 0 0,1-1 0,-1 1 0,-1 0 0,2 0 0,0 1 0,0-1 0,0 0 0,-1 1 0,1-1 0,0 0 0,0 1 0,0-1 0,0 0 0,0 1 0,0-1 0,0 0 0,0 1 0,0-1 0,0 1 0,0-1 0,0 0 0,0 1 0,0-1 0,0 0 0,0 1 0,0-1 0,0 0 0,0 1 0,1-1 0,-1 0 0,0 1 0,0-1 0,0 0 0,1 1 0,-1-1 0,0 0 0,1 1 0,4 7 0,1 0 0,0 0 0,0 0 0,0-1 0,1 0 0,0 0 0,1-1 0,0 0 0,0 0 0,0-1 0,0 0 0,17 7 0,-13-7 0,0 0 0,0-1 0,0-1 0,1 0 0,-1-1 0,1 0 0,0-1 0,0 0 0,17-2 0,-24 0 0,-1-1 0,1 1 0,-1-1 0,0 0 0,1 0 0,-1-1 0,0 0 0,0 0 0,-1 0 0,1 0 0,-1-1 0,1 1 0,-1-1 0,0 0 0,0-1 0,-1 1 0,1-1 0,-1 0 0,0 1 0,4-11 0,-7 14 0,1-1 0,-1 0 0,0 1 0,0-1 0,0 0 0,0 1 0,0-1 0,0 0 0,0 1 0,0-1 0,-1 0 0,1 1 0,-1-1 0,1 1 0,-1-1 0,0 1 0,1-1 0,-1 1 0,0-1 0,0 1 0,0-1 0,0 1 0,0 0 0,0 0 0,-1 0 0,1 0 0,0 0 0,-1 0 0,1 0 0,-1 0 0,1 0 0,-1 0 0,1 1 0,-3-2 0,2 2 0,0-1 0,0 0 0,0 0 0,0 1 0,0-1 0,0 1 0,0 0 0,-1 0 0,1 0 0,0 0 0,0 0 0,0 0 0,0 0 0,0 1 0,0-1 0,0 1 0,0-1 0,0 1 0,0 0 0,0 0 0,0 0 0,0 0 0,0 0 0,0 0 0,1 1 0,-1-1 0,-1 2 0,1-1 0,1 0 0,-1 1 0,1-1 0,0 0 0,-1 1 0,1-1 0,0 1 0,1-1 0,-1 1 0,0 0 0,1-1 0,0 1 0,-1 0 0,1-1 0,0 1 0,0 3 0,1-2 0,0 0 0,0 0 0,0 0 0,1 0 0,-1 0 0,1 0 0,0 0 0,0-1 0,4 6 0,1 0 0,1 0 0,0 0 0,1-1 0,0 0 0,0 0 0,14 8 0,5 2 0,2-1 0,0-2 0,33 12 0,-48-21 0,0-1 0,0-1 0,1 0 0,0-1 0,-1-1 0,1 0 0,0-1 0,26-2 0,-39 0-91,0 1 0,0-1 0,0 0 0,0 0 0,0 0 0,0-1 0,0 1 0,0 0 0,-1-1 0,1 0 0,-1 0 0,1 0 0,-1 0 0,4-3 0,0-3-6735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44.3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270 1 24575,'-1'0'0,"-21"4"0,-26 9 0,43-11 0,-1 0 0,1 0 0,0 1 0,0 0 0,0 0 0,0 0 0,0 0 0,1 0 0,0 1 0,-6 6 0,9-8 0,-1-1 0,1 1 0,0 0 0,0 0 0,0 0 0,1 0 0,-1 0 0,0 0 0,1 0 0,-1 1 0,1-1 0,0 0 0,0 0 0,0 0 0,0 0 0,0 1 0,0-1 0,1 0 0,-1 0 0,0 0 0,1 0 0,0 0 0,0 0 0,-1 0 0,1 0 0,3 4 0,2 4 0,1-1 0,0 1 0,16 14 0,-12-11 0,87 82 0,-94-91 0,-3-4 0,-1 1 0,1-1 0,-1 0 0,1 1 0,0 0 0,-1-1 0,1 1 0,-1-1 0,1 1 0,-1 0 0,0-1 0,1 1 0,-1 0 0,0-1 0,1 1 0,-1 0 0,0 0 0,0-1 0,1 1 0,-1 0 0,0 0 0,0 0 0,-1 0 0,1-1 0,0 1 0,-1-1 0,1 1 0,0-1 0,-1 1 0,1-1 0,-1 1 0,1-1 0,-1 0 0,1 1 0,-1-1 0,1 0 0,-1 1 0,0-1 0,1 0 0,-1 0 0,1 1 0,-1-1 0,-1 0 0,-6 1 0,0 0 0,0 0 0,-10-2 0,12 1 0,-217-12-1365,202 10-5461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45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201 292 24575,'4'41'0,"1"0"0,1-1 0,3 1 0,14 39 0,-22-76 0,1 0 0,-1 1 0,1-1 0,0-1 0,0 1 0,1 0 0,4 5 0,-23-39 0,-21-33 0,-108-197 0,138 246 0,-8-16 0,1 0 0,-16-53 0,29 81 0,0-1 0,1 1 0,-1 0 0,1-1 0,0 1 0,0-1 0,0 1 0,0 0 0,0-1 0,0 1 0,1-1 0,-1 1 0,1 0 0,-1-1 0,3-3 0,-2 4 0,0 1 0,1-1 0,-1 1 0,0 0 0,1-1 0,-1 1 0,1 0 0,-1 0 0,1 0 0,-1 0 0,1 0 0,0 0 0,0 1 0,-1-1 0,1 1 0,0-1 0,0 1 0,0-1 0,0 1 0,2 0 0,7-1 0,0 1 0,-1 1 0,1-1 0,0 2 0,-1-1 0,1 2 0,-1-1 0,0 1 0,0 1 0,0 0 0,0 0 0,11 8 0,1 2 0,0 1 0,-2 1 0,36 34 0,-54-48 0,0 0 0,0 0 0,0 0 0,-1 0 0,1 0 0,-1 0 0,1 1 0,-1-1 0,0 0 0,0 1 0,0-1 0,0 1 0,0-1 0,-1 1 0,2 4 0,-3-5 0,1 0 0,0-1 0,0 1 0,-1 0 0,1 0 0,-1 0 0,0-1 0,0 1 0,1 0 0,-1 0 0,0-1 0,0 1 0,0-1 0,-1 1 0,1-1 0,0 0 0,-1 1 0,1-1 0,-1 0 0,1 0 0,-1 0 0,-2 2 0,-5 1 7,1 0 0,0 0 0,-1-1-1,0 0 1,0 0 0,0-1 0,0-1-1,-13 2 1,-12-2-201,-32-2 0,26 0-844,25 0-5788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45.7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201 117 24575,'0'3'0,"-1"-1"0,1 1 0,0 0 0,-1-1 0,1 1 0,-1-1 0,0 1 0,0 0 0,0-1 0,0 1 0,0-1 0,0 0 0,-1 0 0,1 1 0,-4 3 0,2-4 0,0 1 0,-1 0 0,1-1 0,-1 1 0,1-1 0,-1 0 0,0 0 0,1-1 0,-8 3 0,3-2 0,0 0 0,0-1 0,0 0 0,0 0 0,-1-1 0,1 0 0,0 0 0,0-1 0,-1 0 0,-7-2 0,14 2 0,0 1 0,0-1 0,0 0 0,0 0 0,0 0 0,0 0 0,0-1 0,1 1 0,-1 0 0,0-1 0,1 1 0,-1-1 0,1 0 0,0 1 0,-2-4 0,1 2 0,0-1 0,0 0 0,0 0 0,1 0 0,0 0 0,0-1 0,-1-6 0,1 6 0,0 0 0,1 1 0,0-1 0,0 0 0,0 0 0,1 0 0,0 1 0,0-1 0,0 0 0,0 1 0,1-1 0,0 1 0,0-1 0,0 1 0,3-4 0,-1 3 0,0 1 0,0 0 0,0 1 0,1-1 0,0 1 0,-1-1 0,1 1 0,1 1 0,-1-1 0,0 1 0,1 0 0,-1 0 0,1 1 0,-1-1 0,1 1 0,0 0 0,0 1 0,0 0 0,9 0 0,1 1 0,1 1 0,-1 1 0,0 1 0,1 0 0,24 10 0,8 6 0,-2 2 0,0 3 0,-2 1 0,49 37 0,-64-36 0,-29-34 0,-2-9 0,0 6 0,1 9 0,0 0 0,0 0 0,0 1 0,0-1 0,0 0 0,0 0 0,0 1 0,0-1 0,0 0 0,0 0 0,1 1 0,-1-1 0,0 0 0,0 0 0,1 1 0,-1-1 0,0 0 0,1 1 0,-1-1 0,1 1 0,-1-1 0,1 0 0,-1 1 0,1-1 0,0 1 0,-1-1 0,1 1 0,-1 0 0,1-1 0,0 1 0,-1-1 0,1 1 0,0 0 0,0 0 0,-1 0 0,1-1 0,0 1 0,0 0 0,-1 0 0,1 0 0,0 0 0,0 0 0,-1 0 0,1 0 0,1 1 0,5 0 0,0 1 0,-1 1 0,1-1 0,8 6 0,5 0 0,2-1 0,1-2 0,1-1 0,-1 0 0,0-2 0,1-1 0,40-3 0,-58 2-136,0-1-1,-1-1 1,1 1-1,0-1 1,-1 0-1,0 0 1,0-1-1,1 1 0,7-7 1,-3 2-6690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46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148 498 24575,'-11'0'0,"1"0"0,-1 1 0,1 0 0,-1 0 0,1 2 0,-21 5 0,28-6 0,0-1 0,-1 1 0,1 0 0,0 0 0,0 0 0,0 0 0,0 0 0,1 1 0,-1-1 0,1 1 0,-1 0 0,1 0 0,0 0 0,0 0 0,0 0 0,0 0 0,1 0 0,-1 1 0,1-1 0,0 0 0,0 1 0,0 0 0,0 6 0,0-3 0,1 1 0,1 0 0,-1 0 0,1 0 0,1 0 0,-1 0 0,1 0 0,1-1 0,-1 1 0,1-1 0,1 1 0,-1-1 0,1 0 0,0-1 0,1 1 0,0-1 0,0 1 0,0-2 0,1 1 0,0 0 0,0-1 0,0 0 0,1-1 0,-1 1 0,1-1 0,0-1 0,11 5 0,-16-7 0,0 0 0,0-1 0,0 0 0,0 1 0,0-1 0,0 0 0,0 0 0,0 0 0,0 0 0,0 0 0,0-1 0,0 1 0,0 0 0,0-1 0,0 0 0,0 1 0,0-1 0,-1 0 0,1 0 0,0 0 0,-1 0 0,1 0 0,0-1 0,-1 1 0,1 0 0,-1-1 0,0 1 0,1-1 0,-1 0 0,0 1 0,0-1 0,0 0 0,1-2 0,2-6 0,0 0 0,-1 1 0,0-1 0,-1 0 0,2-13 0,-1-5 0,-1 0 0,-1 0 0,-1-1 0,-9-52 0,-31-112 0,19 106 0,9 35 0,-23-67 0,23 98 0,12 21 0,0-1 0,0 1 0,0 0 0,-1 0 0,1-1 0,0 1 0,0 0 0,0 0 0,-1 0 0,1-1 0,0 1 0,0 0 0,-1 0 0,1 0 0,0 0 0,-1 0 0,1 0 0,0-1 0,0 1 0,-1 0 0,1 0 0,0 0 0,-1 0 0,0 0 0,1 1 0,0-1 0,-1 0 0,1 1 0,-1-1 0,1 1 0,0-1 0,-1 1 0,1-1 0,0 1 0,-1-1 0,1 1 0,0-1 0,0 1 0,0-1 0,-1 1 0,1-1 0,0 1 0,0 0 0,0 0 0,-1 5 0,1 1 0,-1-1 0,1 1 0,0 0 0,1-1 0,1 9 0,12 42 0,-9-38 0,13 42 0,1-2 0,4 0 0,2-2 0,2 0 0,42 62 0,-31-59-1365,-29-45-5461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46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349 1 24575,'-4'3'0,"0"0"0,0 0 0,1 0 0,-1 1 0,1-1 0,0 1 0,0 0 0,0 0 0,1 0 0,-1 1 0,1-1 0,0 0 0,0 1 0,1 0 0,-1-1 0,1 1 0,0 0 0,0 0 0,1 0 0,-1-1 0,1 1 0,0 0 0,1 0 0,-1 0 0,1 0 0,0 0 0,0-1 0,0 1 0,1 0 0,2 4 0,1 3 0,1 0 0,0-1 0,15 21 0,-12-19 0,-1-1 0,8 17 0,-16-28 0,1 0 0,-1-1 0,1 1 0,-1 0 0,0 0 0,1-1 0,-1 1 0,0 0 0,0 0 0,0 0 0,1 0 0,-1-1 0,0 1 0,0 0 0,0 0 0,-1 0 0,1 0 0,0-1 0,0 1 0,0 0 0,0 0 0,-1 0 0,1-1 0,0 1 0,-1 0 0,1 0 0,-1-1 0,1 1 0,-1 0 0,1-1 0,-1 1 0,1 0 0,-1-1 0,0 1 0,1-1 0,-1 1 0,0-1 0,0 1 0,1-1 0,-1 0 0,0 1 0,0-1 0,1 0 0,-1 0 0,0 0 0,0 1 0,0-1 0,-1 0 0,-5 1 0,-1-1 0,0 1 0,1-2 0,-11 0 0,14 1 0,-115-15 60,-51-2-1485,145 16-5401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47.5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24575,'1'3'0,"15"81"0,53 159 0,37 18 0,-106-261-34,6 12 192,-3-9-377,-1-5-1051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47.7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290 60 24575,'-18'-3'0,"-9"-3"0,-4 0 0,-1-2 0,2 0 0,2 2 0,3 0 0,3 0 0,3 1 0,2 2 0,2 2 0,1 0 0,2 3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48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130 116 24575,'-14'-6'0,"-1"0"0,-21-5 0,32 10 0,1 0 0,-1 1 0,0-1 0,1 1 0,-1 0 0,1 0 0,-1 0 0,0 0 0,1 1 0,-1-1 0,1 1 0,-4 1 0,6-2 0,0 1 0,0-1 0,1 1 0,-1-1 0,0 0 0,0 1 0,1 0 0,-1-1 0,0 1 0,1-1 0,-1 1 0,0 0 0,1-1 0,-1 1 0,1 0 0,-1 0 0,1 0 0,0-1 0,-1 1 0,1 0 0,0 0 0,-1 1 0,1 0 0,0-1 0,0 1 0,0 0 0,0 0 0,0 0 0,1-1 0,-1 1 0,1 0 0,-1 0 0,2 2 0,1 3 0,1 0 0,0-1 0,0 1 0,6 6 0,-5-7 0,1 1 0,0-1 0,1 0 0,0-1 0,-1 0 0,2 0 0,-1 0 0,1-1 0,15 7 0,-18-9 0,1 0 0,0 0 0,0-1 0,-1 0 0,1 0 0,0 0 0,0 0 0,0-1 0,0 0 0,0 0 0,0-1 0,0 0 0,-1 0 0,1 0 0,8-4 0,-11 4 0,0 0 0,0-1 0,0 0 0,0 1 0,0-1 0,-1-1 0,1 1 0,-1 0 0,1 0 0,-1-1 0,0 0 0,0 1 0,0-1 0,0 0 0,2-5 0,-2 3 0,0 1 0,-1-1 0,0 1 0,0-1 0,-1 0 0,1 1 0,-1-1 0,0 0 0,0 1 0,-1-8 0,0 5 0,0 1 0,-1-1 0,0 1 0,0 0 0,0-1 0,-1 1 0,0 0 0,0 1 0,0-1 0,-1 1 0,0-1 0,0 1 0,0 0 0,-1 0 0,1 1 0,-8-6 0,3 5-195,1 0 0,-1 1 0,0 0 0,0 0 0,0 1 0,-11-2 0,2 2-6631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49.8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144 381 24575,'0'-1'0,"-1"1"0,1-1 0,0 0 0,0 1 0,-1-1 0,1 0 0,-1 1 0,1-1 0,0 1 0,-1-1 0,1 1 0,-1-1 0,1 1 0,-1 0 0,1-1 0,-1 1 0,0-1 0,1 1 0,-1 0 0,1-1 0,-1 1 0,0 0 0,1 0 0,-1 0 0,0 0 0,1-1 0,-1 1 0,0 0 0,-1 0 0,-20 0 0,16 2 0,0 0 0,0 0 0,1 0 0,-1 1 0,1-1 0,0 1 0,0 1 0,0-1 0,0 1 0,0 0 0,1 0 0,0 0 0,0 0 0,0 1 0,0 0 0,0 0 0,1 0 0,-3 6 0,4-8 0,0 1 0,1-1 0,-1 1 0,1-1 0,0 1 0,0 0 0,0-1 0,0 1 0,1 0 0,-1 0 0,1 0 0,0 0 0,0-1 0,1 1 0,-1 0 0,1 0 0,0 0 0,0-1 0,0 1 0,0 0 0,1-1 0,-1 1 0,1-1 0,0 0 0,0 1 0,0-1 0,0 0 0,6 5 0,-3-3 0,1 0 0,0-1 0,0 0 0,0 0 0,0 0 0,1-1 0,-1 0 0,1 0 0,9 2 0,-13-4 0,0 0 0,-1-1 0,1 1 0,0-1 0,0 0 0,-1 0 0,1 0 0,0 0 0,0 0 0,-1-1 0,1 1 0,0-1 0,-1 0 0,1 0 0,0 0 0,-1 0 0,1 0 0,-1-1 0,0 1 0,1-1 0,-1 1 0,0-1 0,0 0 0,0 0 0,0 0 0,3-4 0,0-2 0,0 0 0,-1-1 0,0 0 0,-1 0 0,1 0 0,-2 0 0,1 0 0,-1 0 0,-1-1 0,1-17 0,-2-1 0,0 0 0,-7-40 0,2 42 0,0-1 0,-2 1 0,-1 0 0,0 0 0,-2 1 0,-1 0 0,-2 1 0,0 0 0,-1 1 0,-30-37 0,43 59 0,0-1 0,0 1 0,0 0 0,-1 0 0,1 0 0,0-1 0,-1 1 0,1 1 0,0-1 0,-1 0 0,0 0 0,1 0 0,-1 1 0,-2-1 0,3 1 0,0 0 0,0 0 0,1 0 0,-1 0 0,0 1 0,0-1 0,0 0 0,1 1 0,-1-1 0,0 0 0,0 1 0,1-1 0,-1 1 0,1-1 0,-1 1 0,0 0 0,1-1 0,-1 1 0,1-1 0,-1 1 0,1 0 0,-1 0 0,1-1 0,0 1 0,-1 0 0,1 0 0,0-1 0,0 1 0,0 0 0,-1 0 0,1 0 0,0 1 0,-1 4 0,0 1 0,0 0 0,1 1 0,0-1 0,0 0 0,0 0 0,3 9 0,13 50 0,-15-61 0,8 22 0,1 0 0,2 0 0,0-1 0,31 47 0,-13-30 0,64 71 0,-64-86-1365,-17-18-5461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50.0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24575,'7'22'0,"5"10"0,1 1 0,0-4 0,-2-5 0,0-6 0,-2-4 0,-1-5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50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24575,'0'7'0,"3"3"0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50.5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156 1 24575,'-9'1'0,"1"2"0,1-1 0,-1 1 0,0 0 0,1 0 0,-1 1 0,1 0 0,0 1 0,0-1 0,1 1 0,-1 0 0,1 1 0,0 0 0,1 0 0,-1 0 0,1 1 0,0-1 0,1 1 0,0 0 0,0 1 0,0-1 0,1 1 0,0 0 0,1-1 0,0 1 0,0 0 0,-2 16 0,3 0 0,0-1 0,2 1 0,0 0 0,2-1 0,1 0 0,11 43 0,-3-29 0,2-1 0,1 0 0,26 46 0,-36-74-227,-1 0-1,2-1 1,-1 1-1,0-1 1,12 10-1,-8-10-6598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50.7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72 24575,'-30'-10'0,"-12"-3"0,-1 1 0,4 2 0,7 3 0,8 0 0,6 1 0,3 2 0,7 2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51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178 2 24575,'-9'-1'0,"0"1"0,0-1 0,0 2 0,0-1 0,0 1 0,0 1 0,0 0 0,0 0 0,-12 5 0,16-5 0,1 0 0,-1 1 0,1 0 0,0-1 0,0 1 0,0 1 0,0-1 0,1 1 0,-1-1 0,1 1 0,0 0 0,0 0 0,0 1 0,1-1 0,-1 0 0,1 1 0,0 0 0,-2 7 0,1 0 0,0 0 0,2 1 0,-1-1 0,1 1 0,1-1 0,0 1 0,3 12 0,17 87 0,8-9 0,47 115 0,-61-190-1365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51.7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269 204 24575,'-113'-46'0,"90"38"0,1 2 0,-2 0 0,-26-2 0,25 8 0,15 5 0,10-5 0,-1 0 0,1 0 0,0 1 0,0-1 0,0 0 0,0 1 0,0-1 0,-1 0 0,1 0 0,0 1 0,0-1 0,0 0 0,0 1 0,0-1 0,0 0 0,0 1 0,0-1 0,0 0 0,0 1 0,0-1 0,0 0 0,0 0 0,1 1 0,-1-1 0,0 0 0,0 1 0,0-1 0,0 0 0,0 0 0,1 1 0,-1-1 0,1 2 0,0-1 0,1 0 0,-1 0 0,0 0 0,1 0 0,-1 0 0,0 0 0,1 0 0,0 0 0,-1 0 0,1 0 0,2 0 0,23 6 0,-23-6 0,75 14 0,1-3 0,0-4 0,0-3 0,104-7 0,-175 2 0,-1-1 0,1 0 0,-1-1 0,1 1 0,-1-2 0,0 1 0,13-6 0,-19 7 0,0-1 0,1 1 0,-1 0 0,0-1 0,0 1 0,0-1 0,-1 0 0,1 0 0,0 1 0,-1-1 0,1 0 0,-1-1 0,1 1 0,-1 0 0,0 0 0,0 0 0,0-1 0,0 1 0,-1-1 0,1 1 0,-1 0 0,1-1 0,-1 1 0,0-1 0,0 1 0,0-1 0,0 1 0,0-1 0,0 1 0,-2-4 0,0-2 0,-1 1 0,-1-1 0,1 1 0,-1-1 0,0 1 0,-1 0 0,0 1 0,0-1 0,0 1 0,-1 0 0,0 0 0,0 1 0,-1-1 0,-10-5 0,14 9 0,-1 0 0,1 0 0,-1 1 0,0 0 0,1-1 0,-1 2 0,0-1 0,0 0 0,0 1 0,0-1 0,0 1 0,0 0 0,-7 1 0,9 0 0,0 0 0,0-1 0,0 1 0,0 0 0,0 0 0,0 0 0,0 0 0,0 0 0,0 0 0,1 1 0,-1-1 0,0 0 0,1 1 0,-1 0 0,1-1 0,0 1 0,-1 0 0,1-1 0,0 1 0,0 0 0,0 0 0,0 0 0,1 0 0,-1 0 0,1 0 0,-1 3 0,0 1 0,0 1 0,1-1 0,0 1 0,0-1 0,0 1 0,1-1 0,0 1 0,0-1 0,1 0 0,0 0 0,0 1 0,3 5 0,4 6 0,0-1 0,20 27 0,-21-34 0,2 1 0,0-2 0,0 1 0,0-2 0,1 1 0,1-1 0,-1-1 0,23 11 0,-18-12 0,0 0 0,0 0 0,1-2 0,-1 0 0,1 0 0,0-2 0,0 0 0,1-1 0,29-3 0,-43 2 0,0 0 0,0-1 0,0 1 0,0-1 0,0 0 0,0-1 0,0 1 0,-1 0 0,1-1 0,-1 0 0,1 0 0,-1 0 0,0 0 0,6-5 0,-8 5 0,1-1 0,0 1 0,-1 0 0,1-1 0,-1 1 0,0-1 0,0 0 0,0 1 0,0-1 0,0 0 0,-1 0 0,1 1 0,-1-1 0,1 0 0,-1 0 0,0 0 0,0 0 0,-1 0 0,1 1 0,-1-1 0,0-3 0,-3-5 0,0-1 0,0 1 0,-1 0 0,0 1 0,-1 0 0,0-1 0,-10-10 0,8 10 0,0 0 0,1-1 0,0 0 0,-9-25 0,15 35 4,1 1-1,-1 0 1,1-1-1,0 1 1,-1 0-1,1-1 1,0 1-1,0-1 1,0 1-1,0 0 1,0-1 0,0 1-1,1-1 1,-1 1-1,0 0 1,1-1-1,-1 1 1,1 0-1,-1-1 1,1 1-1,0 0 1,0 0-1,-1 0 1,1-1-1,0 1 1,0 0-1,0 0 1,0 0-1,0 1 1,0-1-1,1 0 1,-1 0-1,2 0 1,1-1-169,1 0 0,0 0 0,0 1 0,-1-1 0,1 1 0,0 1 0,0-1 0,6 0 0,2 1-6661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52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24575,'-2'7'0,"1"0"0,-1 0 0,1 0 0,1 1 0,-1-1 0,1 0 0,1 1 0,-1-1 0,1 0 0,1 0 0,-1 0 0,1 0 0,0 0 0,1 0 0,0 0 0,0 0 0,0-1 0,1 0 0,0 1 0,7 7 0,3 3 0,-10-11 0,0 0 0,1 0 0,0-1 0,0 0 0,0 0 0,1-1 0,0 1 0,8 4 0,-13-9 0,0 1 0,0-1 0,0 1 0,0-1 0,0 0 0,0 1 0,0-1 0,0 0 0,0 0 0,0 0 0,1 0 0,-1 0 0,0 0 0,0 0 0,0 0 0,0 0 0,0 0 0,0-1 0,0 1 0,0 0 0,0-1 0,2 0 0,-2 0 0,0 0 0,0-1 0,1 1 0,-1 0 0,0-1 0,0 1 0,0 0 0,0-1 0,-1 1 0,1-1 0,0 0 0,0-2 0,1-4 0,0 0 0,-1-1 0,0 1 0,0-14 0,-2 15 0,2 1 0,-1-1 0,1 1 0,0-1 0,2-8 0,-3 14 0,1 0 0,-1 0 0,0 0 0,1 0 0,-1 0 0,1 0 0,-1 0 0,1 0 0,-1 0 0,1 0 0,0 0 0,0 0 0,-1 0 0,1 1 0,0-1 0,0 0 0,0 1 0,0-1 0,0 0 0,0 1 0,0-1 0,0 1 0,0 0 0,0-1 0,0 1 0,0 0 0,0-1 0,1 1 0,-1 0 0,0 0 0,0 0 0,0 0 0,0 0 0,0 0 0,0 0 0,1 1 0,-1-1 0,1 1 0,8 3 0,-1 0 0,0 1 0,0 1 0,0-1 0,0 1 0,-1 1 0,14 13 0,10 8 0,-10-12 0,0-1 0,1 0 0,1-2 0,44 19 0,-45-22-1365,-14-6-5461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53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24575,'10'30'0,"6"16"0,-1 6 0,1 1 0,-1-3 0,0-3 0,0-2 0,0-4 0,-1-1 0,1-1 0,-1-1 0,1 0 0,1-2 0,2-4 0,0-3 0,-1-4 0,-4-4 0,-3-5-8191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53.8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61 24575,'-29'-10'0,"-13"-3"0,-1 1 0,4 1 0,4 4 0,5 3 0,3 2 0,4 1 0,3 3 0,5 2-8191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54.7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24575,'0'0'0,"0"0"0,0-1 0,0 1 0,1 0 0,-1 0 0,0 0 0,0 0 0,0-1 0,1 1 0,-1 0 0,0 0 0,0 0 0,1 0 0,-1 0 0,0 0 0,0 0 0,1 0 0,-1 0 0,0 0 0,0 0 0,1 0 0,-1 0 0,0 0 0,0 0 0,1 0 0,-1 0 0,0 0 0,0 0 0,1 0 0,-1 0 0,0 0 0,0 0 0,0 0 0,1 1 0,-1-1 0,0 0 0,0 0 0,0 0 0,1 0 0,-1 1 0,0-1 0,0 0 0,0 0 0,0 0 0,1 1 0,-1-1 0,0 0 0,0 0 0,0 1 0,0-1 0,0 0 0,0 0 0,0 1 0,0-1 0,0 0 0,0 0 0,0 1 0,4 19 0,-4-17 0,71 285 0,-16-82 0,-51-188 0,-2-6 0,1 1 0,0 0 0,9 19 0,-11-29 0,0 0 0,1-1 0,-1 1 0,1-1 0,0 1 0,-1-1 0,1 0 0,0 0 0,0 0 0,1 0 0,-1 0 0,0 0 0,1 0 0,-1-1 0,1 1 0,-1-1 0,1 0 0,0 0 0,-1 0 0,1 0 0,5 1 0,-2-1 0,0-1 0,1 1 0,-1-1 0,1-1 0,-1 1 0,0-1 0,1 0 0,-1-1 0,0 1 0,0-1 0,11-5 0,-13 5 0,0 0 0,0-1 0,0 1 0,-1-1 0,0 0 0,1 0 0,-1 0 0,0 0 0,0 0 0,-1-1 0,1 1 0,-1-1 0,0 0 0,1 0 0,-2 0 0,1 0 0,0 0 0,0-5 0,2-7-1365,-2 1-5461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54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0 24575,'-29'0'0,"-13"0"0,-4 0 0,4 0 0,4 0 0,3 0 0,6 0 0,2 0 0,1 0 0,3 0 0,5 0-8191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56.6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268 374 24575,'-9'11'0,"0"-1"0,-1-1 0,0 0 0,-1 0 0,0-1 0,0 0 0,-1-1 0,0 0 0,0-1 0,0 0 0,-1-1 0,0-1 0,0 0 0,-18 3 0,30-7 0,-9 2 0,1 0 0,0 1 0,-14 6 0,21-8 0,1 0 0,-1-1 0,1 1 0,-1 0 0,1 0 0,-1 0 0,1 0 0,0 0 0,0 0 0,-1 0 0,1 0 0,0 1 0,0-1 0,0 0 0,0 1 0,0-1 0,1 1 0,-1-1 0,0 1 0,1-1 0,-1 1 0,1-1 0,0 1 0,-1 0 0,1-1 0,0 1 0,0 0 0,0 3 0,1-3 0,-1-1 0,1 1 0,0 0 0,0 0 0,0 0 0,0-1 0,0 1 0,0 0 0,1-1 0,-1 1 0,0-1 0,1 0 0,0 1 0,-1-1 0,1 0 0,-1 0 0,3 1 0,33 16 0,-32-17 0,6 3 0,0 0 0,0-1 0,1 0 0,-1-1 0,1-1 0,-1 0 0,1 0 0,0-1 0,0 0 0,14-3 0,-21 2 0,0 0 0,0-1 0,1 0 0,-2 1 0,1-2 0,0 1 0,0 0 0,-1-1 0,1 0 0,6-6 0,-7 6 0,-2 0 0,1 0 0,0-1 0,-1 1 0,0-1 0,1 1 0,-1-1 0,-1 0 0,1 0 0,-1 0 0,1 0 0,-1 0 0,0 0 0,0-9 0,0 0 0,-1 1 0,-1-1 0,0 0 0,-1 1 0,0-1 0,-1 1 0,0 0 0,-7-17 0,-8-12 0,-22-39 0,37 73 0,-63-104 0,-8-19 0,65 118 0,9 12 0,0 0 0,0 0 0,0 0 0,-1 0 0,1 0 0,0 0 0,0 1 0,0-1 0,0 0 0,0 0 0,0 0 0,-1 0 0,1 0 0,0 1 0,0-1 0,0 0 0,0 0 0,0 0 0,0 1 0,0-1 0,0 0 0,0 0 0,0 0 0,0 1 0,0-1 0,0 0 0,0 0 0,0 0 0,0 1 0,0-1 0,0 0 0,0 0 0,0 0 0,0 1 0,5 28 0,8 23 0,2-1 0,3 0 0,1-2 0,3 0 0,32 52 0,-47-88 0,1-1 0,0-1 0,1 1 0,19 19 0,-21-25 0,0-1 0,0 1 0,0-1 0,1 0 0,0-1 0,0 1 0,0-2 0,17 6 0,-13-5 0,1-1 0,0 0 0,0-1 0,0-1 0,0 0 0,0-1 0,0 0 0,15-2 0,-23 1 0,0 0 0,0 0 0,-1 0 0,1-1 0,0 0 0,-1 0 0,1 0 0,-1 0 0,0-1 0,1 0 0,-1 0 0,0 0 0,-1 0 0,1 0 0,-1-1 0,1 0 0,-1 1 0,0-1 0,0-1 0,-1 1 0,1 0 0,-1-1 0,0 1 0,2-7 0,-3 6 0,0 0 0,0 0 0,0 0 0,-1 0 0,0 0 0,0 0 0,0 0 0,-1 0 0,1 0 0,-1 0 0,0 0 0,-1 1 0,-1-6 0,1 4 0,-1 1 0,1-1 0,-1 1 0,0 0 0,-1 0 0,1 0 0,-1 1 0,0-1 0,0 1 0,-8-7 0,11 10 0,0 0 0,0 1 0,0-1 0,0 0 0,-1 0 0,1 1 0,0-1 0,0 1 0,0-1 0,-1 1 0,1 0 0,0-1 0,-1 1 0,1 0 0,0 0 0,-1 0 0,1 0 0,0 0 0,0 0 0,-1 0 0,1 0 0,0 1 0,-1-1 0,1 0 0,0 1 0,0-1 0,-1 1 0,1 0 0,0-1 0,0 1 0,0 0 0,0 0 0,0-1 0,0 1 0,0 0 0,0 0 0,0 0 0,1 0 0,-2 2 0,-1 1 0,1 0 0,0 0 0,0 0 0,0 0 0,0 0 0,1 1 0,0-1 0,0 1 0,0-1 0,0 6 0,1-5 0,0 1 0,0-1 0,1 0 0,0 1 0,0-1 0,1 0 0,-1 0 0,1 1 0,0-1 0,1-1 0,-1 1 0,1 0 0,0-1 0,0 1 0,0-1 0,1 0 0,0 0 0,6 6 0,8 5 0,0-2 0,1 0 0,21 12 0,-35-22 0,21 11 0,-1 0 0,1-2 0,38 12 0,-46-19 0,-1 0 0,1-2 0,0 0 0,0-1 0,0-1 0,28-1 0,-40-1-227,-1 1-1,0-1 1,1-1-1,-1 1 1,7-3-1,2-3-6598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58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60 160 24575,'-3'38'0,"4"77"0,2-91 0,0-1 0,1-1 0,1 1 0,13 35 0,-15-51 0,0-1 0,0 1 0,1 0 0,-1-1 0,1 0 0,9 11 0,-13-17 0,0 0 0,0 0 0,1 0 0,-1 1 0,0-1 0,0 0 0,0 0 0,0 0 0,0 0 0,0 0 0,1 0 0,-1 0 0,0 0 0,0 0 0,0 1 0,0-1 0,1 0 0,-1 0 0,0 0 0,0 0 0,0 0 0,0 0 0,1 0 0,-1 0 0,0 0 0,0 0 0,0 0 0,0 0 0,1 0 0,-1 0 0,0 0 0,0-1 0,0 1 0,0 0 0,1 0 0,2-7 0,-2-11 0,-1 17 0,0-11 0,-1 0 0,-1 0 0,0 0 0,0 1 0,-9-24 0,-28-55 0,11 26 0,26 61 0,-32-94 0,30 84 0,1 1 0,1-1 0,0 0 0,1 0 0,0-25 0,1 37 0,1-1 0,-1 0 0,0 0 0,1 0 0,-1 0 0,1 0 0,-1 0 0,1 0 0,0 1 0,0-1 0,-1 0 0,2 0 0,-1 1 0,0-1 0,0 1 0,0-1 0,1 1 0,-1 0 0,0-1 0,1 1 0,0 0 0,-1 0 0,1 0 0,3-2 0,-2 3 0,-1-1 0,0 0 0,1 1 0,0 0 0,-1-1 0,1 1 0,-1 0 0,1 0 0,-1 1 0,1-1 0,-1 1 0,1-1 0,-1 1 0,1 0 0,-1-1 0,0 1 0,1 1 0,-1-1 0,2 1 0,3 3 0,1 0 0,-2 1 0,1 0 0,-1 0 0,0 0 0,0 0 0,0 1 0,-1 0 0,5 10 0,-7-13 0,-1 1 0,1 0 0,-1 0 0,-1 0 0,1 0 0,-1 0 0,1 0 0,-1 0 0,-1 0 0,1 0 0,-1 1 0,0-1 0,0 0 0,-1 0 0,1 1 0,-3 7 0,2-9 0,0-1 0,-1 0 0,1 0 0,-1 0 0,1 0 0,-1 0 0,0-1 0,0 1 0,0 0 0,0-1 0,-1 0 0,1 1 0,-1-1 0,1 0 0,-1 0 0,-4 2 0,-2 0 0,0 0 0,0-1 0,-1 0 0,-10 2 0,-22 7 0,37-9 0,5-1 0,12 1 0,16-2 0,68-9 0,-46 2 0,96-12 0,-113 12 0,-1-2 0,45-16 0,-70 22 0,-1-1 0,0 0 0,0 0 0,0-1 0,-1 1 0,1-1 0,-1-1 0,0 1 0,0-1 0,0 1 0,-1-2 0,5-6 0,-7 10 0,0-1 0,-1 0 0,0 0 0,1 0 0,-1 0 0,0 0 0,-1 0 0,1 0 0,0 0 0,-1 0 0,0 0 0,1-1 0,-1 1 0,-1 0 0,1 0 0,0 0 0,-1 0 0,0 0 0,1-1 0,-1 1 0,0 0 0,-1 0 0,1 1 0,0-1 0,-1 0 0,0 0 0,-3-4 0,3 5 0,0-1 0,0 1 0,-1-1 0,1 1 0,-1 0 0,0 0 0,0 0 0,1 0 0,-1 0 0,0 0 0,0 1 0,-1 0 0,1-1 0,0 1 0,0 0 0,-1 1 0,-6-2 0,7 2 0,0 0 0,1 0 0,-1 1 0,0-1 0,0 1 0,0-1 0,1 1 0,-1 0 0,0 0 0,0 0 0,1 1 0,-1-1 0,1 0 0,0 1 0,-1 0 0,1-1 0,0 1 0,0 0 0,0 0 0,0 0 0,-3 5 0,2-3 0,0 1 0,0 0 0,0-1 0,1 1 0,0 1 0,0-1 0,0 0 0,1 0 0,-1 1 0,1-1 0,1 1 0,-1-1 0,1 1 0,0 0 0,0-1 0,0 1 0,1-1 0,0 1 0,0-1 0,0 0 0,3 6 0,-1-3 0,1 0 0,0-1 0,0 0 0,1 0 0,0 0 0,0-1 0,0 1 0,1-1 0,0 0 0,0-1 0,0 1 0,1-1 0,11 6 0,-4-3 0,0-1 0,0 0 0,1-1 0,23 6 0,-30-10 0,-1 0 0,1-1 0,-1 0 0,1 0 0,0-1 0,-1 0 0,1-1 0,0 1 0,-1-1 0,1-1 0,11-3 0,-16 4 0,0-1 0,0 1 0,0-1 0,1 0 0,-2 0 0,1 0 0,0 0 0,0 0 0,-1-1 0,1 1 0,-1-1 0,0 0 0,1 0 0,-1 0 0,-1 0 0,1 0 0,0 0 0,-1 0 0,0-1 0,2-5 0,0-3 0,-1 1 0,-1 0 0,0-1 0,-1 1 0,0-13 0,2 14 0,-2 10 0,0 0 0,0 0 0,0 0 0,1 0 0,-1 0 0,0 0 0,0 0 0,1 0 0,-1 0 0,0 0 0,0 0 0,0 0 0,1 0 0,-1 0 0,0 0 0,0 0 0,0 0 0,1 0 0,-1 0 0,0 0 0,0 1 0,0-1 0,1 0 0,-1 0 0,0 0 0,0 0 0,0 0 0,1 1 0,15 19 0,-9-10 0,3-1 0,0 0 0,0 0 0,1-1 0,0 0 0,0-1 0,1 0 0,0-1 0,1 0 0,-1-1 0,1 0 0,0-1 0,0-1 0,20 3 0,-9 0 0,-20-4 0,1-1 0,-1 0 0,1 0 0,0 0 0,0 0 0,0-1 0,-1 0 0,7 0 0,-6-2-1365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58.7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59 24575,'-1'0'0,"1"0"0,0 0 0,0 0 0,-1 0 0,1-1 0,0 1 0,-1 0 0,1 0 0,0 0 0,-1 0 0,1 0 0,0 0 0,-1 1 0,1-1 0,0 0 0,0 0 0,-1 0 0,1 0 0,0 0 0,-1 0 0,1 0 0,0 1 0,0-1 0,-1 0 0,1 0 0,0 0 0,0 1 0,-1-1 0,1 0 0,0 0 0,0 1 0,0-1 0,0 0 0,-1 0 0,1 1 0,0-1 0,0 0 0,0 1 0,0-1 0,0 0 0,0 1 0,0-1 0,0 1 0,0 0 0,1 0 0,-1 1 0,1-1 0,0 1 0,0-1 0,-1 0 0,1 0 0,0 1 0,2 1 0,27 23 0,-23-20 0,0-1 0,0-1 0,0 0 0,1 0 0,0 0 0,9 3 0,-15-6 0,0-1 0,0 1 0,0-1 0,0 0 0,-1 1 0,1-1 0,0 0 0,0 0 0,0 0 0,0-1 0,0 1 0,0 0 0,-1-1 0,1 1 0,0-1 0,0 1 0,0-1 0,-1 0 0,1 0 0,0 0 0,-1 0 0,1 0 0,-1 0 0,1 0 0,-1-1 0,0 1 0,1 0 0,-1-1 0,0 1 0,0-1 0,0 0 0,0 1 0,1-4 0,1-3 0,1-1 0,2-15 0,-5 18 0,0 0 0,1 1 0,-1-1 0,1 1 0,0-1 0,1 1 0,-1 0 0,1 0 0,6-9 0,-7 13 0,0 0 0,-1-1 0,1 1 0,0 0 0,0 0 0,0 1 0,0-1 0,0 0 0,0 0 0,0 1 0,0 0 0,1-1 0,-1 1 0,0 0 0,0 0 0,0 0 0,0 0 0,0 0 0,1 1 0,-1-1 0,0 1 0,0-1 0,3 2 0,6 2 0,0 1 0,20 11 0,-30-16 0,30 19-455,0 2 0,30 26 0,-51-39-6371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7:59.4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251 539 24575,'-38'-32'0,"13"9"0,-1 2 0,-1 1 0,-39-23 0,63 42 0,0 0 0,0-1 0,0 1 0,1 0 0,-1 0 0,0 0 0,0 1 0,0-1 0,0 1 0,-1 0 0,-3-1 0,6 2 0,0-1 0,0 0 0,-1 1 0,1-1 0,0 1 0,0-1 0,0 1 0,0 0 0,-1-1 0,1 1 0,0 0 0,0 0 0,0 0 0,1 0 0,-1 0 0,0 0 0,0 0 0,0 0 0,1 0 0,-1 0 0,0 0 0,1 0 0,-1 1 0,1-1 0,0 0 0,-1 0 0,1 1 0,0 0 0,-2 16 0,0-1 0,1 0 0,2 1 0,3 32 0,-3-47 0,-1 3 0,1-1 0,1 0 0,-1 1 0,1-1 0,0 0 0,0 0 0,1 0 0,-1-1 0,1 1 0,0 0 0,0-1 0,1 0 0,-1 0 0,1 0 0,0 0 0,0 0 0,9 5 0,-7-5 0,-1-1 0,1 1 0,0-1 0,0-1 0,0 1 0,1-1 0,-1 0 0,1-1 0,-1 1 0,1-1 0,0-1 0,-1 1 0,1-1 0,7-1 0,-11 1 0,1-1 0,-1 0 0,0 0 0,0 0 0,-1 0 0,1-1 0,0 1 0,0-1 0,-1 1 0,1-1 0,-1 0 0,1 0 0,-1 0 0,0-1 0,0 1 0,0 0 0,0-1 0,0 0 0,0 1 0,-1-1 0,1 0 0,-1 0 0,2-5 0,0-2 0,1-1 0,-2 0 0,0 0 0,0 0 0,0-15 0,-2 5 0,0 0 0,-2 0 0,0-1 0,-2 2 0,-6-24 0,-39-100 0,35 106 0,-7-13 0,-44-76 0,63 123 0,1 3 0,1 0 0,0 0 0,-1 0 0,1 1 0,-1-1 0,1 0 0,-1 0 0,0 1 0,1-1 0,-1 0 0,0 1 0,1-1 0,-1 1 0,0-1 0,-1 0 0,2 1 0,0 0 0,-1 0 0,1 0 0,0 0 0,0 0 0,-1 0 0,1 1 0,0-1 0,0 0 0,-1 0 0,1 0 0,0 0 0,0 0 0,-1 1 0,1-1 0,0 0 0,0 0 0,0 0 0,-1 1 0,1-1 0,0 0 0,0 0 0,0 1 0,0-1 0,0 0 0,-1 0 0,1 1 0,0-1 0,0 0 0,0 1 0,-1 3 0,0 0 0,1 0 0,-1 0 0,1 0 0,0 6 0,1 2 0,1 0 0,1 0 0,-1 0 0,2 0 0,0 0 0,0-1 0,1 0 0,10 17 0,1-3 0,0 0 0,29 31 0,2-1 0,108 95 0,-122-120-1365,-20-18-5461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00.2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 24575,'1'2'0,"-1"0"0,1 1 0,0-1 0,1 0 0,-1 0 0,0 1 0,1-1 0,-1 0 0,1 0 0,2 2 0,0 0 0,35 40 0,79 67 0,-118-111 0,0 0 0,0 1 0,0-1 0,0 0 0,1 0 0,-1 1 0,0-1 0,0 0 0,1 0 0,-1 0 0,0 1 0,0-1 0,1 0 0,-1 0 0,0 0 0,1 0 0,-1 0 0,0 0 0,0 0 0,1 0 0,-1 0 0,0 1 0,1-1 0,-1 0 0,0 0 0,1-1 0,-1 1 0,0 0 0,1 0 0,-1 0 0,0 0 0,0 0 0,1 0 0,-1 0 0,0 0 0,0-1 0,1 1 0,-1 0 0,0 0 0,0 0 0,1-1 0,-1 1 0,0 0 0,0 0 0,0 0 0,1-1 0,-1 1 0,0 0 0,0-1 0,0 1 0,0 0 0,0 0 0,1-1 0,-1 1 0,0 0 0,0-1 0,0 1 0,0 0 0,0 0 0,0-1 0,0 1 0,0 0 0,0-1 0,0 0 0,0-25 0,-1 21 0,1-7 0,0 1 0,1 0 0,0 0 0,1 0 0,0 0 0,1 0 0,0 0 0,5-11 0,-6 17 0,1-1 0,-1 1 0,1 0 0,1 0 0,-1 1 0,0-1 0,1 1 0,0-1 0,0 1 0,1 0 0,-1 1 0,1-1 0,0 1 0,-1 0 0,2 0 0,-1 0 0,8-2 0,-9 4 0,1 0 0,0 0 0,0 1 0,-1-1 0,1 1 0,0 1 0,0-1 0,-1 0 0,1 1 0,0 0 0,-1 0 0,10 4 0,5 3 0,30 16 0,-39-18 0,84 51 0,-59-34 0,-32-21-76,-1-1 1,1 1-1,-1-1 0,1 1 0,-1 0 0,1 0 0,-1 0 0,0 1 1,0-1-1,0 0 0,-1 1 0,1-1 0,0 1 0,-1 0 1,0 0-1,1-1 0,0 4 0,-2 3-6750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00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24575,'5'12'0,"4"7"0,3 2 0,2 3 0,1-1 0,0-1 0,0-2 0,1-2 0,-1-2 0,0-3 0,-3-2 0,-1-3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01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24575,'5'10'0,"4"5"0,0 3 0,2 4 0,-2-1 0,-2 0 0,-2-4-8191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01.5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24575,'18'21'0,"5"7"0,0-2 0,33 27 0,-54-51 0,-1-1 0,0 0 0,1 0 0,-1 0 0,1 0 0,-1 0 0,1 0 0,-1-1 0,1 1 0,0 0 0,-1-1 0,1 1 0,0-1 0,0 0 0,-1 0 0,1 1 0,3-1 0,-4-1 0,1 1 0,-1-1 0,1 0 0,-1 1 0,0-1 0,0 0 0,1 0 0,-1 0 0,0 0 0,0 0 0,0 0 0,0 0 0,0 0 0,0 0 0,0-1 0,0 1 0,-1 0 0,1-1 0,0 1 0,-1 0 0,1-2 0,3-10 0,0 1 0,-1-1 0,3-20 0,-4 19 0,0 0 0,7-19 0,-9 31 0,1 0 0,0 0 0,-1 1 0,1-1 0,0 1 0,0-1 0,0 1 0,0-1 0,1 1 0,-1-1 0,0 1 0,1 0 0,-1 0 0,0 0 0,1 0 0,-1 0 0,1 0 0,0 0 0,-1 0 0,1 1 0,0-1 0,-1 0 0,1 1 0,0 0 0,0-1 0,0 1 0,-1 0 0,1 0 0,0 0 0,0 0 0,0 0 0,0 0 0,-1 1 0,4 0 0,4 1 0,1 2 0,0-1 0,-1 1 0,16 8 0,-24-11 0,58 30 0,8 3 0,61 43 0,-101-57-1365,-18-13-5461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02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390 91 24575,'-32'-14'0,"-115"-42"0,129 51 0,0 0 0,0 1 0,-1 1 0,1 1 0,-1 1 0,-23 1 0,39 0 0,0 0 0,1 0 0,-1 1 0,1-1 0,-1 1 0,1 0 0,-1 0 0,1 0 0,-1 0 0,1 0 0,0 0 0,-1 1 0,1-1 0,0 1 0,0-1 0,0 1 0,0 0 0,0 0 0,1 0 0,-1 0 0,-2 4 0,3-4 0,0 1 0,0 0 0,0 0 0,0 0 0,1-1 0,-1 1 0,1 0 0,-1 0 0,1 0 0,0 0 0,0 0 0,1 0 0,-1 0 0,1 0 0,-1 0 0,1-1 0,0 1 0,2 5 0,1-1 0,0 1 0,0-1 0,1 0 0,-1-1 0,2 1 0,-1-1 0,1 0 0,0 0 0,0-1 0,1 0 0,-1 0 0,1 0 0,8 3 0,-6-3 0,0-1 0,1 0 0,-1 0 0,1-1 0,0 0 0,0-1 0,0 0 0,0-1 0,0 0 0,13-1 0,-20 0 0,1 0 0,-1 0 0,0-1 0,0 1 0,0-1 0,1 0 0,-1 0 0,0 0 0,0 0 0,0-1 0,0 1 0,-1-1 0,1 0 0,0 0 0,-1 0 0,1 0 0,-1 0 0,0 0 0,1-1 0,-1 1 0,0-1 0,-1 0 0,1 1 0,2-6 0,-2 4 0,-1-1 0,0 1 0,0 0 0,0-1 0,0 1 0,-1-1 0,0 1 0,0-1 0,0 1 0,0-1 0,-1 1 0,0-1 0,0 1 0,0 0 0,0-1 0,-1 1 0,-2-6 0,2 7 0,1-1 0,-1 0 0,0 1 0,0-1 0,-1 1 0,1 0 0,-6-6 0,12 28 0,9 23 0,28 56 0,-2-6 0,21 52 0,-38-92 0,-18-43 0,0 1 0,2 15 0,-5-22 0,0 0 0,-1 1 0,1-1 0,-1 0 0,0 0 0,0 0 0,0 1 0,-1-1 0,1 0 0,-1 0 0,-1 7 0,1-9 0,1 0 0,-1 0 0,0 0 0,1 0 0,-1 0 0,0 0 0,1-1 0,-1 1 0,0 0 0,0 0 0,0 0 0,0-1 0,0 1 0,0 0 0,0-1 0,0 1 0,0-1 0,0 1 0,-2-1 0,1 1 0,0-1 0,-1 0 0,1 0 0,-1 1 0,1-2 0,-1 1 0,1 0 0,-5-1 0,-3-2 0,0-1 0,1 0 0,-14-7 0,20 10 0,-7-4 0,1-1 0,-1 1 0,1-1 0,1-1 0,-14-12 0,20 17 0,0 0 0,1 0 0,-1 0 0,0 0 0,1-1 0,0 1 0,-1-1 0,1 1 0,0-1 0,0 1 0,-1-6 0,2 6 0,0 0 0,0 0 0,0 0 0,0-1 0,1 1 0,-1 0 0,1 0 0,-1 0 0,1 0 0,0 0 0,-1 1 0,1-1 0,0 0 0,0 0 0,0 0 0,1 1 0,-1-1 0,2-1 0,0-1-26,1 1-1,0 0 1,0 0-1,0 0 0,0 1 1,1-1-1,-1 1 1,1 0-1,-1 0 1,1 1-1,0-1 0,0 1 1,0 0-1,4 0 1,6-2-941,-2 0-5859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04.1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7 24575,'0'0'0,"0"-1"0,0 1 0,0 0 0,0 0 0,0-1 0,0 1 0,1 0 0,-1-1 0,0 1 0,0 0 0,0 0 0,0-1 0,0 1 0,1 0 0,-1 0 0,0-1 0,0 1 0,1 0 0,-1 0 0,0 0 0,0-1 0,1 1 0,-1 0 0,0 0 0,0 0 0,1 0 0,-1 0 0,0 0 0,1-1 0,-1 1 0,0 0 0,1 0 0,-1 0 0,0 0 0,1 0 0,-1 0 0,0 0 0,0 0 0,1 1 0,-1-1 0,0 0 0,1 0 0,-1 0 0,0 0 0,1 0 0,-1 0 0,0 0 0,0 1 0,1-1 0,-1 0 0,0 1 0,16 8 0,-4 1 0,0 2 0,-1 0 0,15 22 0,-6-9 0,-17-22 0,-1 0 0,0-1 0,0 1 0,0 0 0,-1 0 0,1 0 0,-1 1 0,0-1 0,1 0 0,-2 0 0,1 1 0,0-1 0,-1 1 0,1-1 0,-1 0 0,0 1 0,0-1 0,0 1 0,-1-1 0,1 1 0,-1-1 0,0 0 0,0 1 0,0-1 0,0 0 0,-3 6 0,1-5 0,0 0 0,0 0 0,0 0 0,0 0 0,-1-1 0,1 0 0,-1 1 0,0-1 0,0 0 0,0-1 0,-1 1 0,1-1 0,-1 0 0,1 0 0,-1 0 0,1-1 0,-1 0 0,-7 2 0,1-2 0,-1 0 0,0-1 0,1 0 0,-1 0 0,1-2 0,-1 1 0,1-1 0,-1-1 0,1 0 0,0-1 0,0 0 0,1 0 0,-1-1 0,1-1 0,0 0 0,0 0 0,1-1 0,-16-14 0,23 19 0,0 0 0,0 0 0,0 0 0,1 0 0,-1-1 0,1 1 0,-1-1 0,1 1 0,0-1 0,0 0 0,0 1 0,0-1 0,0 0 0,1 0 0,-1 0 0,1 0 0,0 1 0,0-1 0,0 0 0,0 0 0,0 0 0,1 0 0,-1 0 0,1 1 0,0-1 0,0 0 0,0 0 0,0 1 0,2-5 0,0 2 0,0 1 0,0 0 0,0 0 0,1 0 0,-1 0 0,1 0 0,0 1 0,0-1 0,0 1 0,0 0 0,1 0 0,0 1 0,-1-1 0,1 1 0,7-2 0,0 1-136,1 1-1,-1 0 1,1 1-1,0 0 1,-1 1-1,1 1 1,0 0-1,-1 0 0,17 5 1,-17-2-6690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04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8 24575,'-6'-8'0,"2"11"0,3-1 0,1-1 0,0 1 0,-1 0 0,1-1 0,0 1 0,0 0 0,0-1 0,0 1 0,0 1 0,4 10 0,-1 0 0,2-1 0,-1 1 0,2-1 0,-1 0 0,2-1 0,0 1 0,0-1 0,1-1 0,0 1 0,1-2 0,0 1 0,11 8 0,-18-16 0,0 0 0,1 0 0,-1-1 0,1 1 0,0-1 0,-1 1 0,1-1 0,0 0 0,0 0 0,3 0 0,-5-1 0,0 1 0,-1-1 0,1 0 0,0-1 0,0 1 0,0 0 0,0 0 0,0 0 0,0 0 0,0-1 0,-1 1 0,1 0 0,0-1 0,0 1 0,-1-1 0,1 1 0,0-1 0,0 1 0,-1-1 0,1 0 0,0 1 0,-1-1 0,1 0 0,-1 1 0,1-1 0,-1 0 0,1 0 0,-1 1 0,0-1 0,1 0 0,-1 0 0,0 0 0,0 0 0,1 0 0,-1 1 0,0-1 0,0-1 0,2-14 0,-1 1 0,-1-1 0,-2-29 0,1 25 0,1-30 0,0 49 0,0 1 0,0-1 0,0 0 0,0 0 0,0 0 0,0 1 0,0-1 0,1 0 0,-1 0 0,0 1 0,0-1 0,1 0 0,-1 0 0,1 1 0,-1-1 0,1 0 0,-1 1 0,1-1 0,-1 1 0,1-1 0,-1 1 0,1-1 0,1 0 0,-1 0 0,0 1 0,1 0 0,-1 0 0,0 0 0,0 0 0,0 0 0,0 0 0,1 0 0,-1 0 0,0 0 0,0 0 0,0 1 0,0-1 0,2 1 0,5 3 0,-1 0 0,1 0 0,11 9 0,-14-9 0,193 144 0,-181-134-1365,-4-1-5461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07.3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162 155 24575,'0'-10'0,"0"1"0,-1 0 0,-3-18 0,3 24 0,0-1 0,0 1 0,-1-1 0,1 1 0,-1 0 0,0 0 0,0 0 0,0 0 0,-1 0 0,1 0 0,-1 0 0,-4-4 0,-2 0 0,0 0 0,-1 0 0,1 1 0,-1 0 0,0 1 0,-1 0 0,-17-5 0,27 10 0,0-1 0,0 1 0,0 0 0,0 0 0,0 0 0,0 0 0,0 0 0,0 0 0,0 0 0,0 0 0,0 0 0,0 0 0,1 0 0,-1 1 0,0-1 0,0 0 0,0 1 0,0-1 0,0 1 0,0-1 0,0 1 0,0 0 0,0 0 0,0 1 0,0-1 0,0 0 0,0 1 0,1-1 0,-1 0 0,0 1 0,1-1 0,-1 1 0,1-1 0,-1 1 0,1 2 0,-1 4 0,1 1 0,0-1 0,1 0 0,1 10 0,6 24 0,2 0 0,1 0 0,3-1 0,34 73 0,96 146 0,-97-187-682,100 118-1,-139-181-6143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07.5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318 15 24575,'-29'-2'0,"-13"-1"0,-1-1 0,4 2 0,6 0 0,7 1 0,5 0 0,3 1 0,3 0 0,1 0 0,1 0 0,0 1 0,2-1-8191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08.1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173 83 24575,'-19'-21'0,"11"12"0,-1-1 0,0 2 0,-16-13 0,23 19 0,0 0 0,0 1 0,-1 0 0,1-1 0,-1 1 0,1 0 0,-1 0 0,1 1 0,-1-1 0,1 0 0,-1 1 0,0-1 0,1 1 0,-1 0 0,0 0 0,1 0 0,-1 1 0,0-1 0,1 0 0,-1 1 0,0 0 0,-2 0 0,3 0 0,1 0 0,-1-1 0,1 1 0,-1 0 0,1 0 0,-1 0 0,1 0 0,-1 0 0,1 0 0,0 1 0,-1-1 0,1 0 0,0 1 0,0-1 0,0 1 0,0-1 0,0 1 0,1-1 0,-1 1 0,0 0 0,0 1 0,1 0 0,0 0 0,0 0 0,0 0 0,0 0 0,0-1 0,0 1 0,1 0 0,0 0 0,-1 0 0,1-1 0,3 6 0,1 3 0,1-1 0,0-1 0,1 1 0,0-1 0,11 11 0,-2-4 0,24 17 0,-27-23 0,0 0 0,-1 1 0,0 1 0,14 17 0,-25-27 0,0-1 0,0 0 0,0 1 0,0-1 0,0 1 0,0-1 0,0 1 0,-1 0 0,1-1 0,-1 1 0,1 0 0,-1-1 0,0 1 0,1 0 0,-1 0 0,0-1 0,0 1 0,0 0 0,-1-1 0,1 1 0,0 0 0,-1 0 0,0 2 0,-1-1 0,1-1 0,-1 0 0,1 0 0,-1 0 0,0 0 0,0-1 0,0 1 0,0 0 0,0-1 0,0 1 0,-1-1 0,1 0 0,0 0 0,-1 0 0,-2 1 0,-4 1 16,1-1 0,-1 0-1,0 0 1,1-1 0,-1 0 0,-18-1-1,2-2-609,-28-6 0,47 7 307,-7-1-6539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08.5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43 24575,'-27'-7'0,"-12"-3"0,-1 1 0,4 1 0,5 3 0,6 1 0,6 5 0,5 2 0,2 0 0,1-1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08.7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60 24575,'-32'-10'0,"-12"-3"0,-5 1 0,4 2 0,5 3 0,7 2 0,6 3 0,6 1 0,5 1-8191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09.5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68 24575,'-11'-24'0,"8"16"0,0 1 0,-1-1 0,-9-12 0,13 20 0,0 0 0,0 0 0,0 0 0,0 1 0,0-1 0,0 0 0,0 0 0,0 0 0,0 0 0,0 0 0,0 0 0,0 0 0,0 0 0,0 0 0,-1 0 0,1 0 0,0 0 0,0 0 0,0 0 0,0 1 0,0-1 0,0 0 0,0 0 0,0 0 0,0 0 0,0 0 0,-1 0 0,1 0 0,0 0 0,0 0 0,0 0 0,0 0 0,0 0 0,0 0 0,0 0 0,0 0 0,0 0 0,-1 0 0,1 0 0,0-1 0,0 1 0,0 0 0,0 0 0,0 0 0,0 0 0,0 0 0,0 0 0,0 0 0,0 0 0,0 0 0,0 0 0,-1 0 0,1 0 0,0 0 0,0-1 0,0 1 0,0 0 0,0 0 0,0 0 0,0 0 0,0 0 0,0 0 0,0 0 0,0 0 0,0 0 0,0-1 0,0 1 0,0 0 0,0 0 0,1 11 0,5 14 0,5 1 0,1-1 0,20 32 0,2 4 0,-13-26-17,-15-26-207,-1 1-1,1 0 0,-1 0 0,-1 1 1,5 14-1,-7-13-6601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09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581 0 24575,'-65'3'0,"-90"16"0,-50 3 0,158-23-9,22 1-669,-42 3 0,51 0-6148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10.3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24575,'1'21'0,"1"1"0,0-1 0,2 0 0,0 1 0,11 29 0,-2-17 0,2 1 0,25 42 0,-29-54 21,-8-17-299,-1 0 1,2 0 0,-1 0 0,6 7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10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445 14 24575,'0'0'0,"0"-1"0,-1 1 0,1-1 0,0 1 0,0-1 0,0 1 0,-1-1 0,1 1 0,0-1 0,-1 1 0,1-1 0,0 1 0,-1 0 0,1-1 0,0 1 0,-1 0 0,1-1 0,-1 1 0,1 0 0,-1-1 0,1 1 0,-1 0 0,1 0 0,-1 0 0,1 0 0,-1-1 0,0 1 0,-17-3 0,16 3 0,-18-1 0,1 2 0,-1 0 0,-21 4 0,-14 1 0,-106 11 76,80-7-1517,64-8-5385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23.6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769 58 24575,'35'-9'0,"-35"9"0,0 1 0,0-1 0,0 0 0,0 0 0,0 0 0,0 0 0,0 0 0,0 0 0,0 0 0,0 0 0,0 0 0,1 0 0,-1 0 0,0 0 0,0 0 0,0-1 0,0 1 0,0 0 0,0 0 0,0 0 0,0 0 0,0 0 0,0 0 0,0 0 0,0 0 0,0 0 0,0 0 0,0 0 0,0 0 0,0 0 0,0 0 0,1 0 0,-1 0 0,0 0 0,0 0 0,0 0 0,0 0 0,0 0 0,0-1 0,0 1 0,0 0 0,0 0 0,0 0 0,0 0 0,0 0 0,0 0 0,0 0 0,0 0 0,0 0 0,0 0 0,0 0 0,0 0 0,0 0 0,0 0 0,0-1 0,0 1 0,-1 0 0,1 0 0,0 0 0,0 0 0,0 0 0,0 0 0,0 0 0,0 0 0,0 0 0,0 0 0,0 0 0,-7-2 0,-10 0 0,-89 1 0,-115-6 0,132-1 0,-93-5 0,171 12 0,0 0 0,-16-4 0,21 3 0,-1 1 0,0 0 0,0 0 0,0 0 0,0 1 0,0 0 0,1 0 0,-10 2 0,9 2 0,13-1 0,13 0 0,293 14 0,-211-10 0,-53-2 0,78-3 0,-113-5 0,-18-1 0,-24-2 0,-182-10 0,139 10 0,30 2 0,-1 2 0,-63 5 0,-61 20 0,251-23 0,-39 0 0,572 39 0,-616-39 0,21 3 0,-16-2 0,-15 0 0,-65-3 0,1-4 0,-73-15 0,68 8 0,-121-4 0,192 17 0,-84 2 0,78 0 0,0 0 0,0 0 0,0 1 0,-23 9 0,35-11 0,-1-1 0,1 1 0,0-1 0,0 1 0,0-1 0,0 1 0,0 0 0,0 0 0,0 0 0,0-1 0,0 1 0,-1 2 0,1-3 0,1 1 0,0-1 0,0 0 0,0 1 0,0-1 0,0 1 0,0-1 0,-1 0 0,1 1 0,0-1 0,0 1 0,0-1 0,0 0 0,0 1 0,0-1 0,1 1 0,-1-1 0,0 0 0,0 1 0,0-1 0,0 1 0,0-1 0,1 0 0,-1 1 0,0 0 0,2 0 0,-1 0 0,1 0 0,-1 1 0,1-1 0,-1 0 0,1 0 0,0 0 0,-1-1 0,1 1 0,0 0 0,0-1 0,0 1 0,-1-1 0,5 1 0,36 2 0,71-3 0,-44-2 0,-3 3 0,49-1 0,-96-1 0,0-1 0,0-1 0,35-10 0,-52 13 0,0-1 0,0 0 0,-1 0 0,1 1 0,0-1 0,0-1 0,0 1 0,-1 0 0,1 0 0,0-1 0,2-2 0,-4 4 0,0-1 0,0 1 0,1 0 0,-1-1 0,0 1 0,0 0 0,0-1 0,0 1 0,0 0 0,0-1 0,1 1 0,-1-1 0,0 1 0,0 0 0,0-1 0,0 1 0,-1 0 0,1-1 0,0 1 0,0-1 0,0 1 0,0 0 0,0-1 0,-1 0 0,1 0 0,-1 1 0,0-1 0,0 0 0,0 0 0,1 1 0,-1-1 0,0 0 0,0 1 0,0-1 0,0 1 0,0-1 0,-2 0 0,-5-1 0,-1-1 0,1 2 0,0-1 0,-1 1 0,-15 0 0,-45 5 0,65-4 0,-43 6-201,-48 13 0,70-13-762,6-2-5863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24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 24575,'0'0'0,"0"0"0,0 0 0,0 0 0,0-1 0,-1 1 0,1 0 0,0 0 0,0 0 0,0 0 0,0 0 0,-1-1 0,1 1 0,0 0 0,0 0 0,0 0 0,-1 0 0,1 0 0,0 0 0,0 0 0,0 0 0,-1 0 0,1 0 0,0 0 0,0 0 0,0 0 0,-1 0 0,1 0 0,0 0 0,0 0 0,-1 0 0,1 0 0,0 0 0,0 0 0,0 0 0,-1 1 0,-3 7 0,1 12 0,3-19 0,0 10 11,0 0 0,1 0-1,0 0 1,0 0 0,1 0-1,1 0 1,7 18 0,3 2-360,21 36-1,-21-43-402,-9-16-6074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25.2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48 24575,'28'-11'0,"1"2"0,0 1 0,49-8 0,-59 14 0,0 1 0,0 1 0,-1 0 0,1 1 0,0 2 0,36 8 0,-33-5 0,0 1 0,0 1 0,40 22 0,-53-25 0,0 1 0,-1-1 0,0 1 0,0 1 0,-1-1 0,0 1 0,0 1 0,0-1 0,-1 1 0,0 0 0,8 16 0,-12-21 0,-1 1 0,0-1 0,1 1 0,-1-1 0,-1 1 0,1-1 0,0 1 0,-1-1 0,0 1 0,0 0 0,0-1 0,0 1 0,0 0 0,-1-1 0,0 1 0,0 3 0,-1-2 0,0-1 0,0 0 0,-1 1 0,1-1 0,-1 0 0,0 0 0,0 0 0,0-1 0,-1 1 0,-6 4 0,-1 0 0,0 0 0,-1-1 0,1-1 0,-2 0 0,1-1 0,0 0 0,-24 6 0,-6-4-287,0-1 0,-1-2-1,-72-3 1,108-1 71,-5 0-6610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25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24575,'0'7'0,"0"6"0,3 2 0,0 1 0,3 1 0,-1-1 0,3 0 0,1 0 0,2-1 0,-1-1 0,1 1 0,0-1 0,1 1 0,-1-1 0,-3-2-8191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25.8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409 27 24575,'-22'-5'0,"-10"-2"0,-4 1 0,2 1 0,1 1 0,4 5 0,2 1 0,3 3 0,1 3 0,-1 3 0,-1 2 0,-1-2 0,-1 1 0,1-1 0,6-1-8191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26.4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77 24575,'-13'-9'0,"-50"-31"0,54 35 0,-1 0 0,1 1 0,-1 0 0,-19-4 0,27 7 0,0 1 0,1 0 0,-1-1 0,0 1 0,1 0 0,-1 0 0,0 0 0,0 0 0,1 1 0,-1-1 0,0 0 0,1 1 0,-1 0 0,0-1 0,1 1 0,-1 0 0,1-1 0,-1 1 0,-1 1 0,1 0 0,0 0 0,0 0 0,1 0 0,-1 0 0,1 1 0,-1-1 0,1 0 0,0 1 0,0-1 0,0 1 0,-1 2 0,-1 7 0,1 0 0,0 1 0,1-1 0,0 16 0,1-26 0,1 17 0,0-1 0,0 0 0,2 1 0,1-1 0,0 0 0,1-1 0,1 1 0,8 16 0,2-1 0,1-1 0,2-1 0,25 31 0,-27-38 0,1 1 0,2 0 0,26 26 0,-26-28-1365,-14-13-5461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26.6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178 1 24575,'-17'0'0,"-8"0"0,-3 2 0,2 2 0,2-1 0,6 2 0,2 0 0,3-1 0,3-1-8191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27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108 300 24575,'-1'9'0,"-3"-8"0,-8-12 0,-8-12 0,1-2 0,-26-42 0,44 66 0,0 0 0,1 0 0,-1-1 0,0 1 0,1 0 0,-1-1 0,1 1 0,-1-1 0,1 1 0,0-1 0,-1 1 0,1-1 0,0 1 0,0-3 0,0 4 0,1-1 0,-1 1 0,0 0 0,0-1 0,0 1 0,0 0 0,1 0 0,-1-1 0,0 1 0,0 0 0,1 0 0,-1 0 0,0-1 0,0 1 0,1 0 0,-1 0 0,0 0 0,0 0 0,1-1 0,-1 1 0,0 0 0,1 0 0,-1 0 0,1 0 0,14 2 0,41 17 0,-31-10 0,37 9 0,-42-14 0,0 0 0,1-2 0,0 0 0,0-1 0,-1-1 0,1-1 0,34-7 0,-51 7 0,0 0 0,0 0 0,0-1 0,0 1 0,0-1 0,0 0 0,-1 0 0,1-1 0,-1 1 0,0-1 0,1 0 0,-1 0 0,0 0 0,-1 0 0,1 0 0,0 0 0,-1-1 0,0 0 0,0 1 0,0-1 0,0 0 0,-1 0 0,1 0 0,-1 0 0,0 0 0,0 0 0,-1 0 0,1-1 0,-1 1 0,0 0 0,0 0 0,0-1 0,-1 1 0,1 0 0,-1 0 0,0 0 0,0 0 0,0 0 0,-1 0 0,0 0 0,0 0 0,-3-5 0,1 2 0,0 1 0,0 0 0,-1 0 0,0 1 0,0-1 0,-10-7 0,13 12 0,1-1 0,-1 1 0,1 1 0,-1-1 0,1 0 0,-1 0 0,0 0 0,1 1 0,-1-1 0,0 1 0,1 0 0,-1-1 0,0 1 0,0 0 0,0 0 0,1 0 0,-1 0 0,0 0 0,0 1 0,1-1 0,-1 0 0,0 1 0,0-1 0,1 1 0,-1 0 0,0 0 0,1-1 0,-1 1 0,1 0 0,-1 0 0,1 1 0,0-1 0,-3 2 0,0 2 0,0 1 0,0-1 0,0 0 0,1 1 0,-1 0 0,1 0 0,1 0 0,-1 0 0,1 1 0,0-1 0,-1 7 0,1 1 0,0 0 0,0 0 0,2 0 0,0 17 0,1-26 0,-1 0 0,1 0 0,0 0 0,0 0 0,0 0 0,1 0 0,0 0 0,0 0 0,0-1 0,1 1 0,-1-1 0,1 0 0,0 0 0,0 0 0,0 0 0,1 0 0,0-1 0,5 5 0,-2-3 0,0-1 0,0 0 0,0-1 0,0 0 0,0 0 0,1 0 0,-1-1 0,1 0 0,0-1 0,0 1 0,9-1 0,-4 0 17,-1-1 0,0-1 1,1 0-1,-1-1 0,0 0 0,16-5 0,-22 5-110,-1 0 0,1 0 1,-1 0-1,0-1 0,0 1 0,0-2 0,0 1 0,0 0 1,-1-1-1,1 0 0,-1 0 0,0 0 0,0 0 1,-1-1-1,5-7 0,-2 0-6733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27.8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25 24575,'-21'-1'0,"-44"3"0,58-1 0,-1 0 0,1 0 0,0 1 0,0 0 0,0 0 0,-11 5 0,17-6 0,-1 0 0,0 0 0,0 0 0,0 0 0,0 0 0,1 1 0,-1-1 0,0 0 0,1 1 0,0-1 0,-1 1 0,1 0 0,0-1 0,-1 1 0,1 0 0,0 0 0,1 0 0,-1 0 0,-1 4 0,2-4 0,0 1 0,0 0 0,0-1 0,0 1 0,0-1 0,1 1 0,-1-1 0,1 1 0,0-1 0,0 1 0,0-1 0,0 1 0,0-1 0,2 2 0,3 6 0,1-2 0,0 1 0,1-1 0,-1 0 0,2 0 0,10 8 0,-14-12 0,1-1 0,-1 1 0,1-1 0,-1 0 0,1-1 0,0 1 0,0-1 0,0 0 0,0-1 0,0 1 0,12 0 0,-15-2 0,0 0 0,0 0 0,0-1 0,1 1 0,-1-1 0,0 1 0,0-1 0,0 0 0,0 0 0,0-1 0,0 1 0,0-1 0,-1 1 0,1-1 0,0 0 0,-1 0 0,0 0 0,1 0 0,-1-1 0,0 1 0,0 0 0,0-1 0,0 0 0,2-5 0,1 0 0,-1-1 0,-1 0 0,0 1 0,0-1 0,-1 0 0,0-1 0,0 1 0,-1 0 0,0-1 0,-1 1 0,0 0 0,0-1 0,-1 1 0,-1-1 0,1 1 0,-6-16 0,5 27 0,1 6 0,0 11 0,1 2 0,1 1 0,1-1 0,0 0 0,2 0 0,1 0 0,0 0 0,2-1 0,0 0 0,2 0 0,20 37 0,29 36-1365,-50-80-5461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28.0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33.1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24575,'0'0'0,"-1"1"0,0-1 0,1 0 0,-1 0 0,0 1 0,1-1 0,-1 1 0,1-1 0,-1 0 0,1 1 0,-1-1 0,1 1 0,-1-1 0,1 1 0,0-1 0,-1 1 0,1 0 0,-1-1 0,1 1 0,0 0 0,0-1 0,0 1 0,-1 0 0,1-1 0,0 1 0,0 0 0,0 0 0,-3 23 0,3-21 0,0 11 0,0 0 0,1 0 0,1 0 0,4 21 0,21 55 0,-14-49 0,-9-24 0,-2-10 0,-1 0 0,1-1 0,1 1 0,-1 0 0,1-1 0,0 0 0,1 0 0,3 6 0,-6-11 0,0 0 0,-1-1 0,1 1 0,0 0 0,-1-1 0,1 1 0,0-1 0,0 0 0,0 1 0,-1-1 0,1 1 0,0-1 0,0 0 0,0 0 0,0 0 0,0 1 0,0-1 0,0 0 0,-1 0 0,1 0 0,2-1 0,-1 1 0,0-1 0,-1 1 0,1-1 0,0 0 0,0 0 0,-1 0 0,1 0 0,-1 0 0,1 0 0,1-2 0,2-1 0,0-2 0,-1 1 0,1-1 0,5-9 0,1-4 0,-1-1 0,-1 0 0,13-39 0,-22 57 0,0 1 0,0 0 0,1 0 0,-1 0 0,0 0 0,1 0 0,-1 0 0,1 0 0,0 0 0,-1 0 0,1 0 0,0 0 0,-1 0 0,1 0 0,0 0 0,0 1 0,0-1 0,0 0 0,0 1 0,0-1 0,0 0 0,0 1 0,0-1 0,1 0 0,0 1 0,-1 0 0,1 1 0,-1-1 0,1 0 0,0 0 0,-1 1 0,1-1 0,-1 1 0,0-1 0,1 1 0,-1-1 0,1 1 0,-1 0 0,0 0 0,0 0 0,1 0 0,-1 0 0,1 1 0,5 5 0,-1 0 0,0 0 0,9 16 0,-9-13 0,15 17 0,-10-15 0,1-2 0,0 1 0,0-1 0,1-1 0,0 0 0,15 7 0,-18-11 0,0-1 0,0 0 0,0 0 0,0-1 0,1-1 0,-1 0 0,1 0 0,0-1 0,19 0 0,-25-1 0,-1-1 0,1 1 0,-1-1 0,1 0 0,-1-1 0,0 1 0,1-1 0,-1 1 0,0-1 0,0-1 0,0 1 0,-1 0 0,1-1 0,0 0 0,-1 0 0,0 0 0,0 0 0,0 0 0,5-8 0,-5 7 0,0-1 0,-1-1 0,1 1 0,-1 0 0,0-1 0,-1 1 0,1-1 0,-1 1 0,0-1 0,0 0 0,-1 1 0,0-1 0,0 0 0,0 0 0,-2-5 0,0 1-65,0 1 0,-1 0 0,0 0 0,0 1 0,-1-1 0,-1 1 0,1-1 0,-1 1 0,-1 1 0,1-1 0,-1 1 0,0 0 0,-1 0 0,0 1 0,0-1 0,-1 2 0,1-1 0,-1 1 0,0 0 0,-15-6 0,10 7-6761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33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24575,'0'-2'0,"0"1"0,0 4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33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36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 24575,'0'3'0,"1"-1"0,0 1 0,0-1 0,0 0 0,0 1 0,0-1 0,2 2 0,2 6 0,23 66 0,-18-47 0,25 53 0,-30-67 0,-4-12 0,-4-10 0,-1-5 0,0 0 0,1 0 0,0 0 0,1 0 0,0-1 0,1 1 0,1-1 0,0 0 0,3-21 0,-2 27 0,0 1 0,1 0 0,0 0 0,0-1 0,0 1 0,1 1 0,0-1 0,0 0 0,0 1 0,1-1 0,0 1 0,0 0 0,0 0 0,1 1 0,0-1 0,-1 1 0,2 0 0,-1 0 0,0 1 0,11-5 0,-11 5-91,0 1 0,0 0 0,0 0 0,1 1 0,-1 0 0,1 0 0,-1 0 0,1 1 0,0-1 0,-1 1 0,1 0 0,-1 1 0,1 0 0,6 1 0,0 1-6735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37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20 24575,'-26'-6'0,"-52"-6"0,70 11 0,0 0 0,0 1 0,1 1 0,-1-1 0,0 1 0,0 1 0,1-1 0,-1 1 0,1 1 0,-1-1 0,-9 6 0,15-7 0,0 0 0,-1 1 0,1 0 0,0-1 0,0 1 0,0 0 0,0 0 0,0 0 0,1 0 0,-1 0 0,1 1 0,-1-1 0,1 0 0,0 1 0,0-1 0,0 1 0,-1 4 0,1-3 0,0 0 0,1 0 0,0 0 0,0 0 0,0 0 0,1 0 0,-1 0 0,1 0 0,0 0 0,0-1 0,2 6 0,-1-4 0,0 1 0,1-1 0,0 0 0,0 0 0,0-1 0,0 1 0,1-1 0,-1 1 0,1-1 0,0 0 0,1-1 0,-1 1 0,1-1 0,-1 0 0,1 0 0,0 0 0,7 2 0,-9-4 0,0 0 0,1 0 0,-1-1 0,1 1 0,0-1 0,-1 0 0,1 0 0,-1 0 0,1-1 0,-1 1 0,1-1 0,-1 0 0,1 0 0,-1 0 0,0 0 0,1 0 0,-1-1 0,0 0 0,0 0 0,0 0 0,0 0 0,4-3 0,-4 1 0,1 1 0,-1-1 0,0 0 0,0 0 0,0 0 0,-1-1 0,1 1 0,-1 0 0,0-1 0,-1 0 0,1 1 0,-1-1 0,1 0 0,-2 0 0,2-8 0,-3-40 0,1 53 0,0 0 0,0-1 0,0 1 0,0 0 0,0 0 0,0 0 0,0 0 0,0 0 0,0 0 0,0-1 0,0 1 0,1 0 0,-1 0 0,0 0 0,0 0 0,0 0 0,0 0 0,0 0 0,0 0 0,0-1 0,0 1 0,0 0 0,1 0 0,-1 0 0,0 0 0,0 0 0,0 0 0,0 0 0,0 0 0,0 0 0,1 0 0,-1 0 0,0 0 0,0 0 0,0 0 0,0 0 0,0 0 0,1 0 0,-1 0 0,0 0 0,0 0 0,0 0 0,0 0 0,0 0 0,0 0 0,1 0 0,-1 0 0,0 0 0,0 0 0,0 0 0,0 1 0,0-1 0,0 0 0,0 0 0,1 0 0,-1 0 0,0 0 0,0 0 0,0 0 0,0 1 0,0-1 0,0 0 0,0 0 0,0 0 0,0 0 0,0 0 0,7 9 0,15 25 0,27 33 0,-14-24-1365,-25-34-5461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37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90 473 24575,'-9'2'0,"0"1"0,0-1 0,1 2 0,-1-1 0,-12 7 0,20-9 0,-1 1 0,0-1 0,0 0 0,1 1 0,-1-1 0,1 1 0,-1 0 0,1-1 0,0 1 0,-1 0 0,1 0 0,0 0 0,0 0 0,0 0 0,1 0 0,-1 0 0,0 0 0,1 0 0,-1 0 0,1 0 0,0 0 0,0 1 0,0-1 0,0 0 0,0 0 0,0 0 0,1 0 0,-1 1 0,1 2 0,0-3 0,0 1 0,0-1 0,0 1 0,1-1 0,-1 1 0,1-1 0,-1 1 0,1-1 0,0 0 0,0 0 0,0 0 0,0 0 0,0 0 0,0-1 0,0 1 0,1 0 0,-1-1 0,0 0 0,1 0 0,0 1 0,-1-1 0,1-1 0,0 1 0,-1 0 0,6 0 0,-4-1 0,1 1 0,-1-1 0,1 0 0,-1 0 0,1 0 0,0-1 0,-1 0 0,1 0 0,-1 0 0,1 0 0,-1-1 0,0 1 0,0-1 0,8-5 0,-6 2 0,0 0 0,-1 0 0,0-1 0,0 0 0,0 0 0,-1 0 0,0 0 0,0-1 0,0 1 0,-1-1 0,0 0 0,0 0 0,-1 0 0,0-1 0,0 1 0,-1-1 0,1-10 0,0-5 0,-1 0 0,-2-1 0,0 1 0,-7-33 0,-6-10 0,-42-116 0,43 145 0,12 34 0,0 0 0,0 0 0,-1 0 0,1 0 0,-4-6 0,5 9 0,-1 0 0,1 0 0,0 0 0,0 0 0,0 0 0,0 0 0,0 0 0,0-1 0,0 1 0,0 0 0,0 0 0,-1 0 0,1 0 0,0 0 0,0 0 0,0 0 0,0 0 0,0 0 0,0 0 0,-1 0 0,1 0 0,0 0 0,0 0 0,0 0 0,0 0 0,0 0 0,0 0 0,-1 0 0,1 0 0,0 0 0,0 0 0,0 0 0,0 0 0,0 0 0,0 0 0,-1 0 0,1 0 0,0 0 0,0 0 0,0 0 0,0 0 0,0 0 0,0 1 0,0-1 0,0 0 0,-1 0 0,1 0 0,-3 16 0,2 17 0,2 0 0,1 0 0,1-1 0,2 1 0,2-1 0,14 48 0,-3-30 0,2-1 0,2-1 0,37 60 0,-23-49-1365,-30-48-5461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38.8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349 68 24575,'14'-21'0,"11"-25"0,-25 46 0,0 0 0,0 0 0,0 0 0,0 0 0,0 0 0,0 0 0,0 0 0,0 0 0,0 0 0,0 0 0,0 0 0,0 0 0,0 0 0,0 0 0,0 0 0,-1 0 0,1 0 0,0 0 0,0 0 0,0 0 0,0 0 0,0 0 0,0 0 0,0 0 0,0-1 0,0 1 0,0 0 0,0 0 0,0 0 0,0 0 0,0 0 0,0 0 0,0 0 0,0 0 0,0 0 0,0 0 0,0 0 0,0 0 0,0 0 0,-6 6 0,-8 10 0,-7 12 0,-35 49 0,-83 150 0,25 12 0,105-220 0,1 1 0,-6 23 0,13-36 0,-1 0 0,1 0 0,0 0 0,0 1 0,1-1 0,0 0 0,0 0 0,1 0 0,0 0 0,2 8 0,-1-10-273,-1-1 0,1 0 0,1 1 0,4 6 0,2 1-6553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39.3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23 24575,'-15'-5'0,"1"0"0,-1 1 0,1 1 0,-1 1 0,0 0 0,0 1 0,-22 1 0,35 0 0,0 0 0,0 0 0,0 0 0,0 1 0,0-1 0,0 1 0,0 0 0,0-1 0,0 1 0,0 0 0,0 0 0,0 0 0,1 0 0,-1 0 0,0 1 0,1-1 0,-1 0 0,1 1 0,-1-1 0,1 1 0,0 0 0,0-1 0,0 1 0,0 0 0,0 0 0,0 0 0,0 0 0,0 3 0,0-2 0,1 1 0,0 0 0,0-1 0,0 1 0,0 0 0,0-1 0,1 1 0,0-1 0,0 1 0,0 0 0,0-1 0,0 0 0,1 1 0,0-1 0,1 4 0,4 2 0,0 1 0,0-1 0,1 0 0,0-1 0,13 11 0,49 33 0,-59-45 0,72 45 0,-2-2 0,-79-49 0,0 0 0,0 1 0,-1-1 0,1 0 0,-1 1 0,1-1 0,-1 1 0,1-1 0,-1 1 0,0 0 0,2 2 0,-3-3 0,0-1 0,0 1 0,0-1 0,0 0 0,0 1 0,0-1 0,0 1 0,0-1 0,0 0 0,0 1 0,0-1 0,0 1 0,0-1 0,0 1 0,0-1 0,0 0 0,-1 1 0,1-1 0,0 0 0,0 1 0,-1-1 0,1 1 0,-15 8 0,2-6 0,-1 0 0,1-1 0,-1 0 0,1-1 0,-1-1 0,-23-1 0,7 0 0,-109 0-1365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39.8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223 6 24575,'-12'-1'0,"-12"-2"0,1 2 0,-1 0 0,0 1 0,1 2 0,-26 4 0,47-6 0,-1 1 0,1-1 0,0 1 0,0 0 0,0 0 0,0 0 0,-1 0 0,1 0 0,1 0 0,-1 0 0,0 1 0,0-1 0,0 1 0,1-1 0,-1 1 0,0 0 0,1 0 0,0 0 0,-1-1 0,1 1 0,-1 3 0,1-3 0,1 1 0,-1-1 0,1 0 0,0 1 0,0-1 0,0 1 0,0-1 0,0 0 0,0 1 0,1-1 0,-1 0 0,1 1 0,0-1 0,-1 0 0,1 0 0,0 1 0,0-1 0,1 0 0,-1 0 0,2 2 0,3 3 0,-1-1 0,1 0 0,0 0 0,1 0 0,-1-1 0,1 0 0,0 0 0,1-1 0,14 7 0,-16-8 0,1 0 0,-1-1 0,1 0 0,0 0 0,0-1 0,0 0 0,-1 0 0,1 0 0,0-1 0,0 0 0,0 0 0,11-3 0,-16 3 0,1-1 0,-1 0 0,1 0 0,-1 0 0,1-1 0,-1 1 0,1-1 0,-1 1 0,0-1 0,0 0 0,0 0 0,0 0 0,0 0 0,0 0 0,-1 0 0,1 0 0,-1-1 0,1 1 0,-1-1 0,0 1 0,0-1 0,0 1 0,0-1 0,0 0 0,0-4 0,0-1 0,0 0 0,-1-1 0,0 1 0,0 0 0,-1 0 0,0 0 0,-3-13 0,7 29 0,1 0 0,0-1 0,0 1 0,1-1 0,5 7 0,-5-8 0,10 13 12,1 0-1,28 24 1,-8-10-1412,-28-24-5426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40.4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 24575,'0'1'0,"-1"0"0,1 0 0,-1 0 0,1 0 0,-1 0 0,1 0 0,0 1 0,0-1 0,-1 0 0,1 0 0,0 0 0,0 1 0,0-1 0,0 0 0,0 0 0,1 0 0,-1 0 0,0 1 0,1-1 0,-1 0 0,0 0 0,1 0 0,-1 0 0,1 0 0,0 1 0,18 27 0,-10-16 0,2-1 0,0 0 0,0-1 0,1 0 0,0 0 0,15 9 0,-25-19 0,-1 0 0,1 0 0,0 0 0,-1 0 0,1-1 0,0 1 0,-1 0 0,1-1 0,0 1 0,0-1 0,0 0 0,-1 1 0,1-1 0,0 0 0,0 0 0,0 0 0,0 0 0,0-1 0,-1 1 0,1 0 0,0-1 0,2 0 0,-3 0 0,1 0 0,-1 0 0,0-1 0,1 1 0,-1 0 0,0-1 0,0 1 0,1-1 0,-1 1 0,0-1 0,-1 1 0,1-1 0,0 0 0,0 0 0,-1 1 0,1-1 0,-1 0 0,1 0 0,-1 0 0,0 1 0,0-4 0,0 3 0,1-6 0,-1 1 0,2-1 0,-1 0 0,4-11 0,-5 18 0,1 0 0,-1 0 0,0 0 0,1 0 0,-1 0 0,0 1 0,1-1 0,-1 0 0,1 0 0,0 0 0,-1 0 0,1 1 0,0-1 0,-1 0 0,1 1 0,0-1 0,0 0 0,0 1 0,-1-1 0,1 1 0,0-1 0,0 1 0,0 0 0,0-1 0,0 1 0,0 0 0,0 0 0,0 0 0,0 0 0,0-1 0,0 1 0,0 1 0,0-1 0,0 0 0,0 0 0,0 0 0,0 0 0,0 1 0,0-1 0,0 0 0,0 1 0,0-1 0,0 1 0,-1-1 0,2 2 0,18 10 0,26 23 0,0 0 0,-36-28 0,-5-3 0,0 0 0,0-1 0,0 1 0,1-1 0,9 4 0,-14-7 0,0 0 0,0 0 0,0 1 0,0-1 0,0 0 0,0 0 0,0 0 0,0 0 0,0 0 0,0 0 0,0 0 0,0-1 0,1 1 0,-1 0 0,0-1 0,0 1 0,0 0 0,-1-1 0,1 1 0,0-1 0,0 0 0,0 1 0,0-1 0,0 0 0,-1 1 0,1-1 0,0 0 0,0 0 0,-1 0 0,1 0 0,-1 0 0,1 1 0,-1-1 0,1 0 0,-1 0 0,0 0 0,1 0 0,-1-1 0,0 0 0,2-5 0,-1 0 0,0 0 0,0-9 0,-1 11 0,0-1 0,1 1 0,0-1 0,0 1 0,0 0 0,0-1 0,3-5 0,-3 9 0,-1 1 0,1 0 0,0 0 0,0 0 0,-1 1 0,1-1 0,0 0 0,0 0 0,0 0 0,0 1 0,0-1 0,0 0 0,0 1 0,0-1 0,2 0 0,-1 0 0,0 1 0,0 0 0,0-1 0,1 1 0,-1 0 0,0 0 0,0 0 0,0 0 0,1 1 0,-1-1 0,3 1 0,0 1 5,1 0 0,0 1 0,-1-1 0,1 1 0,-1 0 0,0 0-1,0 1 1,0 0 0,4 4 0,7 8-141,16 19 0,-11-10-1006,-11-16-5684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41.0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19 24575,'0'5'0,"3"139"0,0-110 0,1-1 0,10 42 0,-11-62 0,0-1 0,8 17 0,-13-52 0,-21-36 0,12 32 0,1 0 0,-9-37 0,18 56 0,-1 0 0,1 0 0,1 1 0,-1-1 0,1 0 0,1 0 0,0 0 0,0 0 0,0 1 0,1-1 0,0 1 0,0-1 0,5-9 0,-5 14 0,0 0 0,1-1 0,-1 1 0,1 0 0,0 0 0,0 1 0,0-1 0,0 0 0,0 1 0,0 0 0,1 0 0,-1 0 0,1 0 0,0 0 0,0 1 0,-1 0 0,1-1 0,0 2 0,0-1 0,0 0 0,0 1 0,0-1 0,0 1 0,0 1 0,0-1 0,0 0 0,0 1 0,0 0 0,6 2 0,-8-3 0,-1 0 0,0 1 0,0-1 0,0 1 0,0 0 0,0-1 0,0 1 0,0 0 0,0 0 0,0-1 0,0 1 0,-1 0 0,1 0 0,0 0 0,0 0 0,-1 0 0,1 0 0,-1 0 0,1 1 0,-1-1 0,1 0 0,-1 0 0,1 2 0,-1-1 0,0 0 0,0 0 0,-1 0 0,1 1 0,0-1 0,-1 0 0,0 0 0,1 0 0,-1 0 0,0 0 0,-2 4 0,-2 3 0,-2 0 0,1 0 0,-15 14 0,20-22-30,-6 7-193,0-1 1,0 0-1,-1-1 1,1 0-1,-11 6 1,5-5-6604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41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44 690 24575,'17'-29'0,"39"-71"0,-48 83 0,-1 1 0,0-2 0,-2 1 0,5-20 0,-8 23 0,-1 1 0,0 0 0,-1-1 0,-1 1 0,0-1 0,0 1 0,-8-25 0,-3-5 0,-19-41 0,26 72 0,-68-161 0,73 172 0,0 0 0,-1 0 0,1 1 0,0-1 0,0 0 0,-1 1 0,1-1 0,0 1 0,-1-1 0,1 0 0,-1 1 0,1-1 0,-1 1 0,1-1 0,-1 1 0,0-1 0,1 1 0,-2-1 0,2 1 0,-1 0 0,1 0 0,0 0 0,-1 0 0,1 1 0,0-1 0,-1 0 0,1 0 0,0 0 0,0 0 0,-1 1 0,1-1 0,0 0 0,0 0 0,-1 1 0,1-1 0,0 0 0,0 0 0,-1 1 0,1-1 0,0 0 0,0 1 0,0-1 0,0 0 0,-1 1 0,0 3 0,-1 1 0,1-1 0,0 0 0,-1 7 0,1 12 0,0 1 0,1-1 0,2 0 0,5 31 0,28 90 0,-31-129 0,1 0 0,1-1 0,0 0 0,1 0 0,0 0 0,1-1 0,0 0 0,1 0 0,1-1 0,0 0 0,1-1 0,0 0 0,0-1 0,26 17 0,-22-17 0,-1-2 0,2 0 0,-1-1 0,1 0 0,17 3 0,-25-7 0,1-1 0,-1-1 0,1 1 0,-1-1 0,1-1 0,-1 0 0,1 0 0,-1-1 0,1 0 0,-1 0 0,17-5 0,-22 5 0,1-1 0,-1 0 0,1 0 0,-1 0 0,0-1 0,1 1 0,-1-1 0,-1 0 0,1 0 0,0 0 0,-1 0 0,1 0 0,-1-1 0,0 1 0,0 0 0,0-1 0,-1 0 0,2-5 0,-1 4 0,0 0 0,-1-1 0,0 1 0,0-1 0,0 1 0,-1-1 0,0 1 0,0-1 0,0 1 0,-1-1 0,0 1 0,-2-10 0,2 12 0,-1 1 0,1 0 0,0-1 0,0 1 0,-1 0 0,0 0 0,1-1 0,-1 1 0,0 0 0,0 1 0,0-1 0,0 0 0,0 1 0,-1-1 0,1 1 0,0-1 0,-1 1 0,1 0 0,-1 0 0,1 0 0,-1 0 0,1 1 0,-1-1 0,0 1 0,1 0 0,-1-1 0,0 1 0,0 0 0,1 1 0,-1-1 0,0 0 0,1 1 0,-1 0 0,0-1 0,1 1 0,-1 0 0,1 0 0,-1 1 0,1-1 0,0 0 0,0 1 0,-1-1 0,1 1 0,0 0 0,0 0 0,0 0 0,1 0 0,-3 2 0,2 0 0,-1 0 0,1 0 0,0 0 0,0 0 0,0 0 0,1 0 0,-1 0 0,1 1 0,0-1 0,0 0 0,1 1 0,-1-1 0,1 1 0,0-1 0,0 1 0,1-1 0,-1 1 0,1-1 0,0 0 0,0 1 0,0-1 0,1 0 0,-1 0 0,1 0 0,0 0 0,1 0 0,-1 0 0,1 0 0,-1-1 0,1 1 0,0-1 0,0 0 0,1 0 0,-1 0 0,0 0 0,1-1 0,0 1 0,7 3 0,8 3 0,0-2 0,1 0 0,0 0 0,0-2 0,29 4 0,-19-6 0,0-1 0,0-1 0,35-4 0,-34-3-1365,-18 3-5461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48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1433 114 24575,'1'0'0,"0"0"0,0-1 0,0 1 0,0-1 0,0 1 0,1-1 0,-1 0 0,0 1 0,0-1 0,1-1 0,-2 1 0,0 1 0,0 0 0,1 0 0,-1 0 0,0-1 0,0 1 0,0 0 0,0 0 0,0 0 0,0-1 0,0 1 0,0 0 0,0 0 0,0-1 0,0 1 0,0 0 0,0 0 0,0-1 0,0 1 0,0 0 0,0 0 0,0-1 0,0 1 0,0 0 0,0 0 0,0-1 0,0 1 0,-1 0 0,1 0 0,0 0 0,0-1 0,-2 0 0,1 0 0,-1 0 0,0-1 0,1 1 0,-1 1 0,0-1 0,0 0 0,0 0 0,0 1 0,0-1 0,-3 0 0,-15-2 0,-1 2 0,-29 0 0,25 1 0,-29-3 0,-39-5 0,-139 5 0,116 5 0,-359-2 0,590-7 0,-11 0 0,25 5 0,158-5 0,-62 2 0,-147 4 0,-600 1 0,339-7 0,-65-1 0,-43-7 0,289 15 0,-1 0 0,1 0 0,0 0 0,-1-1 0,1 1 0,0-1 0,0 0 0,-1 0 0,1 0 0,0 0 0,-2-1 0,4 2 0,0 0 0,0-1 0,0 1 0,0 0 0,0 0 0,0 0 0,0 0 0,0 0 0,0-1 0,0 1 0,0 0 0,1 0 0,-1 0 0,0 0 0,0 0 0,0 0 0,0-1 0,0 1 0,0 0 0,0 0 0,0 0 0,1 0 0,-1 0 0,0 0 0,0 0 0,0 0 0,0 0 0,0-1 0,1 1 0,-1 0 0,0 0 0,0 0 0,0 0 0,0 0 0,0 0 0,1 0 0,-1 0 0,0 0 0,0 0 0,0 0 0,0 0 0,1 0 0,-1 0 0,0 1 0,0-1 0,0 0 0,0 0 0,0 0 0,1 0 0,-1 0 0,10 0 0,270 32 0,3-19 0,-155-8 0,-84-3 0,57 3 0,109-9 0,-205 4 0,13-2 0,26-5 0,-44 7 0,0 0 0,0 0 0,0 0 0,0 0 0,0 0 0,0 0 0,0 0 0,0 0 0,0 0 0,-1 0 0,1 0 0,0 0 0,0 0 0,0 0 0,0 0 0,0 0 0,0 0 0,0 0 0,0 0 0,0 0 0,0 0 0,0 0 0,0 0 0,0 0 0,0-1 0,0 1 0,0 0 0,0 0 0,0 0 0,0 0 0,0 0 0,0 0 0,0 0 0,0 0 0,0 0 0,0 0 0,0 0 0,0 0 0,0 0 0,0 0 0,0 0 0,0 0 0,0 0 0,0 0 0,0 0 0,0 0 0,0 0 0,0-1 0,1 1 0,-1 0 0,0 0 0,0 0 0,0 0 0,0 0 0,0 0 0,0 0 0,0 0 0,-9-3 0,-12-1 0,-49-3 0,-109 4 0,114 4 0,-13 2-1365,49 0-5461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55.3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0 537 24575,'70'7'0,"6"1"0,23 0 0,-65-4 0,1-1 0,58-4 0,-92 1 0,0 0 0,0 0 0,0 0 0,-1 0 0,1 0 0,0 0 0,0 0 0,0-1 0,0 1 0,0 0 0,0-1 0,-1 1 0,1-1 0,0 1 0,0-1 0,-1 1 0,1-1 0,1-1 0,-2 2 0,0-1 0,0 1 0,1-1 0,-1 1 0,0-1 0,0 1 0,0-1 0,0 1 0,0-1 0,0 1 0,-1-1 0,1 1 0,0-1 0,0 1 0,0-1 0,0 1 0,-1 0 0,1-1 0,0 1 0,0-1 0,-1 1 0,1-1 0,-1 0 0,-3-3 0,1 0 0,-1 1 0,-1-1 0,-7-4 0,4 2 0,-10-5 0,0-1 0,1 0 0,1-2 0,0 0 0,-16-19 0,12 9 0,-29-47 0,43 59 0,0 1 0,1-1 0,0 0 0,0-1 0,2 1 0,-1-1 0,-1-13 0,4 13 0,-1-1 0,1 1 0,1 0 0,1 0 0,0-1 0,4-22 0,-3 31 0,-1 0 0,1 0 0,0 0 0,0 0 0,1 1 0,-1-1 0,1 1 0,0-1 0,0 1 0,0 0 0,1 0 0,0 1 0,-1-1 0,1 1 0,0-1 0,1 1 0,-1 1 0,1-1 0,-1 0 0,6-1 0,0 1 0,0-1 0,0 2 0,0 0 0,0 0 0,18 0 0,53 3 0,-72-1 0,32 4 0,0 2 0,-1 2 0,0 2 0,62 23 0,-75-23 0,47 24 0,-64-28 0,0-1 0,-1 1 0,0 1 0,-1 0 0,0 0 0,0 1 0,14 16 0,-21-21 0,1-1 0,0 1 0,-1-1 0,0 1 0,1-1 0,-1 1 0,0 0 0,-1 0 0,1-1 0,0 1 0,-1 0 0,1 0 0,-1 0 0,0 0 0,0 0 0,0 0 0,-1 0 0,1 0 0,-1 0 0,1-1 0,-1 1 0,0 0 0,0 0 0,0-1 0,0 1 0,-3 3 0,-3 4 0,0 0 0,-1 0 0,0-1 0,-19 16 0,9-8 0,-1-1 0,-23 16 0,-12 11 0,53-42 0,-1 0 0,1 0 0,0 0 0,0 1 0,0-1 0,-1 0 0,1 1 0,1-1 0,-1 1 0,0-1 0,0 1 0,0-1 0,1 1 0,-1 0 0,1-1 0,-1 1 0,1 0 0,0-1 0,0 1 0,0 0 0,0 0 0,0-1 0,0 1 0,0 0 0,0-1 0,1 1 0,0 3 0,0-3 0,1 1 0,-1-1 0,1 0 0,0 0 0,-1 0 0,1 0 0,0 0 0,0 0 0,0 0 0,0-1 0,1 1 0,-1-1 0,0 1 0,1-1 0,-1 0 0,1 0 0,2 1 0,23 5 0,1-1 0,0-1 0,52 2 0,-39-4 0,10-1 0,0-1 0,82-10 0,-116 7-1365,-4 0-5461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56.5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349 29 24575,'-161'-26'0,"153"25"0,-1 0 0,0 1 0,0 0 0,1 0 0,-1 1 0,0 0 0,1 1 0,-17 4 0,21-4 0,-1 0 0,1 0 0,-1 0 0,1 0 0,0 1 0,0-1 0,0 1 0,0 1 0,0-1 0,1 0 0,0 1 0,-1-1 0,1 1 0,0 0 0,1 0 0,-1 1 0,-1 4 0,-2 4 0,2 0 0,0 0 0,0 0 0,1 0 0,1 1 0,0 0 0,1-1 0,1 1 0,1 26 0,0-35 0,1 0 0,-1 0 0,1 0 0,0-1 0,0 1 0,0 0 0,0-1 0,1 1 0,0-1 0,0 0 0,0 0 0,0 0 0,1 0 0,-1-1 0,1 0 0,0 1 0,0-1 0,9 5 0,4 1 0,1 0 0,0-1 0,28 9 0,2-4 0,1-2 0,1-3 0,52 3 0,-100-10-37,8 0 77,-1-1 1,1 1-1,15-3 1,-23 2-103,0 0 0,0-1 0,0 1-1,0-1 1,0 1 0,0-1 0,0 0 0,0 1 0,-1-1 0,1 0 0,0 0 0,-1-1 0,1 1 0,0 0 0,-1-1 0,1 1-1,-1 0 1,0-1 0,0 0 0,1 1 0,-1-1 0,0 0 0,1-2 0,1-6-6764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56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24575,'0'7'0,"1"-1"0,0 0 0,0 1 0,1-1 0,0 0 0,2 7 0,19 36 0,-4-14-455,3 0 0,40 51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57.1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598 58 24575,'-77'-22'0,"-96"-12"0,160 33 0,0 0 0,0 1 0,-1 1 0,1 0 0,-16 4 0,-66 20 0,44-11 0,-33 6-1365,62-16-5461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58.0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363 193 24575,'-62'-52'0,"24"18"0,-1 3 0,-52-33 0,87 62 0,0 1 0,0-1 0,0 0 0,0 1 0,-1 0 0,1 0 0,-1 0 0,1 1 0,0-1 0,-1 1 0,1 0 0,-1 0 0,1 1 0,-1-1 0,-7 3 0,9-2 0,0 0 0,0 0 0,0 0 0,1 0 0,-1 0 0,0 1 0,1-1 0,-1 1 0,1 0 0,-1 0 0,1-1 0,0 2 0,0-1 0,0 0 0,0 0 0,0 1 0,1-1 0,-1 1 0,1-1 0,-1 1 0,1 0 0,0-1 0,0 1 0,0 4 0,-1 4 0,1 1 0,1 0 0,0 0 0,1 0 0,0 0 0,1-1 0,0 1 0,1 0 0,7 19 0,6 9 0,28 50 0,-36-76 0,131 211 0,-15-30 0,-112-174 0,-1 2 0,13 35 0,-23-43 120,-3-13-321,-4-8-1083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58.3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469 46 24575,'-358'-41'0,"343"39"0,7 1 0,1 0 0,0 1 0,-1-1 0,1 1 0,-1 1 0,1-1 0,0 1 0,-1 0 0,-11 4 0,19-4 7,-1-1 0,0 0-1,1 1 1,-1-1-1,0 1 1,1-1 0,-1 0-1,1 1 1,-1-1 0,1 1-1,-1 0 1,1-1 0,-1 1-1,1-1 1,-1 1 0,1 0-1,-1 0 1,1 0-51,0-1 1,0 1-1,0-1 0,0 0 1,0 1-1,0-1 0,0 0 1,1 1-1,-1-1 0,0 1 0,0-1 1,0 0-1,0 1 0,0-1 1,1 0-1,-1 1 0,0-1 1,0 0-1,1 1 0,-1-1 1,0 0-1,1 0 0,-1 1 1,0-1-1,1 0 0,-1 0 1,0 0-1,1 1 0,-1-1 1,0 0-1,1 0 0,-1 0 1,1 0-1,7 3-6782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58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163 363 24575,'0'0'0,"0"1"0,0-1 0,0 1 0,-1-1 0,1 0 0,0 1 0,0-1 0,-1 0 0,1 1 0,0-1 0,-1 0 0,1 1 0,0-1 0,-1 0 0,1 1 0,0-1 0,-1 0 0,1 0 0,0 0 0,-1 1 0,1-1 0,-1 0 0,1 0 0,-1 0 0,1 0 0,0 0 0,-1 0 0,1 0 0,-1 0 0,1 0 0,-1 0 0,0 0 0,0 0 0,-1-1 0,1 0 0,0 1 0,0-1 0,-1 0 0,1 0 0,0 0 0,0 0 0,0 0 0,-2-2 0,-3-5 0,1 0 0,-7-12 0,10 17 0,-39-83 0,-1 0 0,15 33 0,31 55 0,0-1 0,0 1 0,0 0 0,-1 0 0,1 0 0,3 3 0,14 8 0,0-1 0,1-1 0,0 0 0,1-2 0,0-1 0,0 0 0,25 3 0,-27-6 0,1-2 0,0-1 0,0 0 0,0-2 0,0-1 0,1 0 0,41-9 0,-54 7 0,0 1 0,-1-2 0,1 1 0,-1-1 0,0 0 0,14-10 0,-20 12 0,0-1 0,0 1 0,0 0 0,0-1 0,-1 0 0,1 0 0,-1 0 0,0 0 0,0 0 0,0 0 0,0-1 0,-1 1 0,1 0 0,-1-1 0,0 0 0,0 1 0,0-1 0,0 0 0,-1 1 0,1-6 0,-1 5 0,0 0 0,-1 0 0,1 0 0,-1 0 0,0 1 0,0-1 0,0 0 0,-1 1 0,1-1 0,-1 1 0,0-1 0,0 1 0,0 0 0,0 0 0,-1 0 0,1 0 0,-1 0 0,0 0 0,1 1 0,-2-1 0,1 1 0,0 0 0,0 0 0,-5-2 0,5 3 0,0-1 0,0 1 0,0 0 0,0 1 0,0-1 0,0 0 0,0 1 0,-1 0 0,1 0 0,0 0 0,0 0 0,0 0 0,-1 1 0,1-1 0,0 1 0,0 0 0,0 0 0,0 0 0,0 0 0,0 0 0,1 1 0,-1 0 0,0-1 0,0 1 0,1 0 0,0 0 0,-1 0 0,1 1 0,-3 3 0,2-2 0,0 0 0,1 0 0,-1 0 0,1 0 0,0 0 0,1 1 0,-1-1 0,1 1 0,-1-1 0,1 1 0,1-1 0,-1 1 0,1 0 0,0 0 0,0-1 0,0 1 0,0 0 0,1-1 0,0 1 0,3 8 0,-2-6 0,1 0 0,0 0 0,0-1 0,0 1 0,1-1 0,0 1 0,1-1 0,0 0 0,0-1 0,0 1 0,0-1 0,9 6 0,7 4 24,0-1 0,1-1 0,0-1 0,44 16 0,-55-24-138,0 0 0,0-1-1,1 0 1,-1-1 0,1-1 0,-1 0-1,1 0 1,0-1 0,-1 0 0,1-1-1,0-1 1,19-4 0,-15 0-6712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8:59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12 24575,'-2'-1'0,"-15"-2"0,-1 0 0,-25-1 0,39 4 0,0 0 0,0 0 0,0 0 0,0 1 0,0-1 0,0 1 0,0 0 0,0 0 0,0 1 0,0-1 0,0 1 0,1 0 0,-1 0 0,1 0 0,-1 0 0,-4 5 0,6-5 0,0 0 0,1 1 0,-1-1 0,1 1 0,0-1 0,0 1 0,0-1 0,0 1 0,0-1 0,1 1 0,-1 0 0,1 0 0,0-1 0,-1 1 0,1 0 0,0 0 0,1 0 0,-1-1 0,0 1 0,1 0 0,0-1 0,0 1 0,2 5 0,1 3 0,1-1 0,1 1 0,0-1 0,8 12 0,-8-14 0,1 1 0,0-2 0,0 1 0,1-1 0,0 0 0,0-1 0,0 1 0,12 5 0,-15-9 0,0-1 0,0 1 0,0-1 0,0 0 0,1-1 0,-1 1 0,1-1 0,-1 0 0,1 0 0,0-1 0,-1 0 0,1 0 0,0 0 0,-1-1 0,1 1 0,9-4 0,-13 4 0,1-1 0,-1 0 0,0 0 0,0-1 0,1 1 0,-1 0 0,0-1 0,0 1 0,0-1 0,0 0 0,-1 0 0,1 0 0,0 0 0,-1 0 0,3-4 0,-2 2 0,0-1 0,0 1 0,-1-1 0,1 1 0,-1-1 0,0 0 0,-1 1 0,1-6 0,-1-1 0,0 1 0,-1-1 0,0 0 0,0 1 0,-2-1 0,-5-18 0,5 40 0,2 9 0,2 5 0,1 0 0,1-1 0,1 0 0,1 1 0,1-2 0,18 45 0,74 129 0,-96-194 0,6 11 0,-2-1 0,1 0 0,0-1 0,1 0 0,0 0 0,15 14 0,-41-56 0,-5-6-1365,12 20-5461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00.7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1 145 24575,'0'6'0,"1"0"0,0 0 0,0-1 0,1 1 0,-1 0 0,1-1 0,1 1 0,-1-1 0,1 0 0,5 9 0,3 2 0,24 27 0,-32-41 0,12 15 0,22 18 0,-33-31 0,0-1 0,0 1 0,0-1 0,1 0 0,0-1 0,-1 1 0,1-1 0,0 0 0,0 0 0,1-1 0,6 2 0,-11-3 0,1 0 0,-1 0 0,1 0 0,-1 0 0,0 0 0,1 0 0,-1 0 0,1-1 0,-1 1 0,0 0 0,1-1 0,-1 1 0,0-1 0,0 0 0,1 1 0,-1-1 0,0 0 0,0 0 0,1-1 0,0 0 0,0 0 0,-1 0 0,1 0 0,-1-1 0,0 1 0,0 0 0,0-1 0,0 1 0,1-5 0,0-2 0,-1 1 0,0 0 0,-1-1 0,0 1 0,-1-13 0,-4-2 0,4 18 0,0 0 0,0 0 0,0 1 0,0-10 0,1 14 0,0-1 0,0 1 0,0 0 0,0-1 0,0 1 0,0 0 0,0-1 0,0 1 0,0 0 0,1-1 0,-1 1 0,0 0 0,0-1 0,0 1 0,0 0 0,1-1 0,-1 1 0,0 0 0,0 0 0,1-1 0,-1 1 0,0 0 0,0 0 0,1-1 0,-1 1 0,0 0 0,1 0 0,-1 0 0,0 0 0,1 0 0,-1-1 0,0 1 0,1 0 0,-1 0 0,0 0 0,1 0 0,-1 0 0,0 0 0,1 0 0,-1 0 0,0 0 0,1 0 0,-1 0 0,1 0 0,-1 1 0,0-1 0,1 0 0,-1 0 0,0 0 0,0 0 0,1 1 0,-1-1 0,0 0 0,1 0 0,-1 0 0,0 1 0,1-1 0,19 16 0,-19-15 0,13 11 0,1 0 0,1 0 0,-1-2 0,2 0 0,-1 0 0,1-2 0,34 12 0,-48-19 0,1 0 0,-1 0 0,0 0 0,0-1 0,0 1 0,1-1 0,-1 0 0,0 0 0,0 0 0,1-1 0,-1 1 0,0-1 0,0 0 0,0 1 0,0-1 0,1-1 0,3-1 0,-3 0 0,0 1 0,-1-1 0,1 0 0,-1-1 0,0 1 0,0 0 0,0-1 0,0 0 0,0 0 0,-1 0 0,3-4 0,0-5 0,0 1 0,-1-1 0,0 0 0,-1-1 0,0 1 0,-1 0 0,0-20 0,-2 25 0,1-8 0,-1 0 0,-2-16 0,1 28 0,1 1 0,-1-1 0,0 0 0,0 1 0,0-1 0,0 1 0,-1-1 0,0 1 0,1-1 0,-1 1 0,0 0 0,0 0 0,-1 0 0,-3-4 0,5 6 0,0 0 0,0 0 0,0 1 0,-1-1 0,1 0 0,0 0 0,-1 1 0,1-1 0,0 0 0,-1 1 0,1 0 0,-1-1 0,1 1 0,-1 0 0,1 0 0,0-1 0,-1 1 0,1 0 0,-1 1 0,1-1 0,-3 0 0,2 1 0,0 0 0,0 0 0,-1 0 0,1 0 0,0 1 0,0-1 0,1 1 0,-1-1 0,0 1 0,0-1 0,1 1 0,-3 2 0,0 2 0,0 0 0,1 0 0,-1 1 0,1-1 0,0 1 0,1-1 0,0 1 0,-2 7 0,3-5 0,-1 1 0,1-1 0,1 0 0,0 0 0,1 14 0,0-19 0,0 0 0,0 0 0,0 0 0,0 0 0,1-1 0,-1 1 0,1 0 0,0-1 0,0 1 0,0-1 0,0 0 0,1 1 0,0-1 0,5 5 0,2 1 0,1-1 0,0 0 0,1-1 0,-1 0 0,2 0 0,-1-1 0,13 4 0,-5-3 0,1-1 0,-1-1 0,1-1 0,-1-1 0,41 1 0,-51-4 0,0 0 0,0-1 0,0 0 0,0-1 0,13-3 0,-19 3 0,0 1 0,-1-1 0,1 0 0,-1 1 0,1-2 0,-1 1 0,0 0 0,0-1 0,0 1 0,0-1 0,-1 0 0,1 0 0,-1 0 0,0 0 0,1 0 0,2-7 0,-1-2 0,1 1 0,-2-1 0,0 0 0,0 0 0,1-22 0,-3 24 0,-1 9 0,0 1 0,0 0 0,0-1 0,0 1 0,0-1 0,0 1 0,0-1 0,0 1 0,1-1 0,-1 1 0,0-1 0,0 1 0,0-1 0,0 1 0,1 0 0,-1-1 0,0 1 0,0-1 0,1 1 0,-1 0 0,0-1 0,1 1 0,-1 0 0,0 0 0,1-1 0,-1 1 0,1 0 0,-1 0 0,1-1 0,0 1 0,0 0 0,-1 1 0,1-1 0,0 0 0,-1 0 0,1 1 0,0-1 0,-1 0 0,1 1 0,0-1 0,-1 1 0,1-1 0,0 1 0,-1-1 0,2 2 0,19 27 0,-19-27 0,4 9 0,20 27 0,-24-35 0,1-1 0,-1 1 0,0-1 0,1 0 0,-1 1 0,1-1 0,0 0 0,-1-1 0,1 1 0,6 2 0,-8-4 0,-1 1 0,1-1 0,-1 0 0,1 0 0,-1 0 0,1 0 0,0 0 0,-1 0 0,1 0 0,-1 0 0,1 0 0,0 0 0,-1 0 0,1 0 0,-1-1 0,1 1 0,-1 0 0,1 0 0,-1 0 0,1-1 0,-1 1 0,1 0 0,-1-1 0,1 1 0,-1-1 0,1 1 0,-1 0 0,1-1 0,-1 1 0,0-1 0,1 1 0,-1-1 0,0 1 0,0-1 0,1 1 0,-1-2 0,5-25 0,-2 12 0,-3 13 0,1 1 0,-1 0 0,1 0 0,0-1 0,-1 1 0,1 0 0,0 0 0,0 0 0,0 0 0,0 0 0,0 0 0,0 0 0,0 0 0,0 1 0,0-1 0,0 0 0,0 0 0,1 1 0,1-1 0,-1 0 0,1 0 0,0 1 0,0-1 0,0 1 0,0 0 0,0 0 0,-1 0 0,6 1 0,3 1 0,-1 1 0,0 0 0,0 0 0,9 5 0,36 16-31,65 32-1303,-106-49-5492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01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1 24575,'-13'-1'0,"0"1"0,0 1 0,0 1 0,-24 5 0,34-6 0,0 0 0,0 0 0,0 0 0,0 0 0,0 1 0,0 0 0,0-1 0,0 1 0,1 0 0,-1 1 0,1-1 0,-1 0 0,1 1 0,0-1 0,0 1 0,0 0 0,0-1 0,0 1 0,1 0 0,0 0 0,-1 0 0,1 1 0,0-1 0,-1 5 0,1-3 0,1 1 0,-1-1 0,1 1 0,0-1 0,0 1 0,0-1 0,1 0 0,0 1 0,0-1 0,0 0 0,1 1 0,0-1 0,0 0 0,0 0 0,1 0 0,-1-1 0,1 1 0,0-1 0,1 1 0,-1-1 0,1 0 0,0 0 0,0 0 0,0-1 0,0 1 0,1-1 0,5 3 0,-3-2 0,0 0 0,0-1 0,1 0 0,-1-1 0,1 1 0,0-1 0,0-1 0,0 1 0,0-1 0,0-1 0,0 0 0,0 0 0,0 0 0,0-1 0,-1 0 0,1-1 0,0 1 0,8-4 0,-11 3 0,0 0 0,0-1 0,0 1 0,0-1 0,0 0 0,-1 0 0,1 0 0,-1-1 0,0 0 0,7-8 0,-6 5 0,0 0 0,-1-1 0,0 0 0,0 0 0,-1 0 0,3-10 0,6-35 0,-12 54 0,0-1 0,0 0 0,0 0 0,0 0 0,0 0 0,0 0 0,0 0 0,0 0 0,0 0 0,0 0 0,0 0 0,0 0 0,0 0 0,0 0 0,1 0 0,-1 0 0,0 0 0,0 0 0,0 0 0,0 0 0,0 0 0,0 0 0,0 0 0,0 0 0,0 0 0,0 0 0,0 0 0,0 0 0,0 0 0,0 0 0,0 0 0,0 0 0,0 0 0,0 0 0,0 0 0,0 0 0,0 0 0,0 0 0,1 0 0,-1 0 0,0 0 0,0 0 0,0 0 0,0 0 0,0 0 0,0 0 0,0 0 0,0 0 0,0-1 0,0 1 0,0 0 0,0 0 0,0 0 0,0 0 0,0 0 0,0 0 0,0 0 0,0 0 0,0 0 0,0 0 0,0 0 0,0 0 0,0 0 0,0 0 0,0 0 0,3 6 0,2 8 0,-1-3 0,0 0 0,0-1 0,1 1 0,1-1 0,0 0 0,0-1 0,1 0 0,0 0 0,0 0 0,1 0 0,0-1 0,1-1 0,10 8 0,-18-14 0,1 1 0,0-1 0,0 0 0,0 0 0,0 0 0,0 0 0,0 0 0,0-1 0,0 1 0,0 0 0,0-1 0,1 0 0,-1 1 0,0-1 0,0 0 0,1 0 0,-1 0 0,0-1 0,0 1 0,0 0 0,1-1 0,-1 1 0,0-1 0,0 0 0,0 0 0,0 0 0,0 0 0,0 0 0,0 0 0,-1-1 0,1 1 0,0 0 0,-1-1 0,1 0 0,-1 1 0,3-4 0,0-1 0,0 0 0,0-1 0,-1 1 0,0-1 0,0 0 0,-1 0 0,0 0 0,0-1 0,2-13 0,-3 7 0,0 4 0,0 0 0,0 0 0,1 0 0,5-15 0,-7 25 0,0 0 0,0 0 0,0 0 0,0-1 0,0 1 0,0 0 0,0 0 0,0 0 0,0 0 0,1 0 0,-1 0 0,0-1 0,0 1 0,0 0 0,0 0 0,0 0 0,0 0 0,0 0 0,0 0 0,1 0 0,-1 0 0,0 0 0,0-1 0,0 1 0,0 0 0,0 0 0,0 0 0,1 0 0,-1 0 0,0 0 0,0 0 0,0 0 0,0 0 0,0 0 0,1 0 0,-1 0 0,0 0 0,0 0 0,0 0 0,0 0 0,0 0 0,1 0 0,-1 1 0,0-1 0,6 7 0,3 12 0,-9-18 0,27 70 0,-15-36 0,2-1 0,31 57 0,-20-51 0,-9-17 0,15 32 0,-27-47 0,-1 1 0,-1-1 0,0 1 0,0-1 0,0 1 0,0 16 0,-2-2 0,-3 33 0,3-53 0,0-1 0,-1 1 0,1-1 0,-1 1 0,1-1 0,-1 0 0,0 1 0,0-1 0,0 0 0,0 0 0,0 1 0,-1-1 0,1 0 0,-1 0 0,1 0 0,-1-1 0,0 1 0,0 0 0,1 0 0,-1-1 0,-1 0 0,1 1 0,0-1 0,0 0 0,-3 2 0,1-3 0,0 1 0,1 0 0,-1-1 0,0 1 0,0-1 0,1 0 0,-1 0 0,0-1 0,0 1 0,1-1 0,-1 0 0,0 0 0,1 0 0,-1 0 0,1-1 0,-5-2 0,-6-3 0,0-1 0,-15-12 0,25 18 0,1-1 0,0 0 0,0 0 0,0 0 0,0 0 0,0-1 0,0 1 0,1-1 0,0 0 0,0 1 0,0-1 0,0 0 0,-1-5 0,2 7 0,1 0 0,0 0 0,0-1 0,0 1 0,1 0 0,-1-1 0,0 1 0,1 0 0,-1 0 0,1-1 0,0 1 0,0 0 0,0 0 0,0 0 0,0 0 0,0 0 0,1 0 0,-1 1 0,0-1 0,1 0 0,0 1 0,-1-1 0,1 1 0,4-3 0,2-2 0,1 0 0,0 1 0,0 0 0,10-4 0,2 2 59,31-8-1,-7 3-1540,-30 7-5344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03.2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3 149 24575,'1'2'0,"13"28"0,2 0 0,1-2 0,36 48 0,-45-67 0,40 44 0,-48-53 0,0 0 0,0 0 0,0 0 0,0 0 0,0-1 0,0 1 0,0 0 0,0 0 0,0 0 0,0 0 0,0 0 0,0 0 0,0 0 0,0 0 0,0 0 0,0 0 0,0 0 0,0 0 0,0 0 0,0 0 0,0 0 0,0 0 0,0 0 0,0 0 0,0 0 0,0 0 0,0 0 0,0 0 0,0 0 0,0 0 0,0 0 0,0 0 0,0 0 0,0 0 0,0 0 0,0 0 0,0 0 0,0 0 0,0 0 0,0 0 0,0 0 0,-3-8 0,-7-8 0,-10-14 0,-62-98 0,75 114 0,0 0 0,1 0 0,0-1 0,2 0 0,-1 0 0,2-1 0,-3-23 0,6 37 0,0 0 0,-1-1 0,1 1 0,0 0 0,1-1 0,-1 1 0,0 0 0,1 0 0,-1-1 0,1 1 0,0 0 0,-1 0 0,1 0 0,0 0 0,2-3 0,-1 3 0,0 1 0,-1 0 0,1 0 0,0-1 0,-1 1 0,1 0 0,0 1 0,0-1 0,0 0 0,0 0 0,0 1 0,0-1 0,0 1 0,0 0 0,0 0 0,0-1 0,3 2 0,6-1 7,0 1-1,-1 0 1,1 0-1,0 1 0,-1 1 1,0 0-1,0 0 1,0 1-1,19 10 1,0 4-219,49 38 1,-38-25-796,-31-25-5819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03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43 24575,'-14'-9'0,"-2"1"0,-21-9 0,33 16 0,-1-1 0,1 0 0,-1 1 0,0 0 0,1 0 0,-1 1 0,0-1 0,1 1 0,-1 0 0,0 0 0,0 1 0,1-1 0,-8 3 0,10-2 0,1 0 0,-1 0 0,0 0 0,1 1 0,-1-1 0,1 0 0,0 1 0,-1-1 0,1 1 0,0 0 0,0-1 0,0 1 0,0 0 0,0 0 0,1-1 0,-1 1 0,0 0 0,1 0 0,-1 0 0,1 0 0,0 0 0,0 0 0,0 4 0,-1 1 0,1-1 0,1 1 0,-1 0 0,1 0 0,3 12 0,-1-13 0,-1 0 0,1 0 0,0-1 0,0 1 0,1-1 0,-1 0 0,1 0 0,1 0 0,-1 0 0,6 4 0,1 0 0,0-1 0,0 0 0,21 11 0,-28-17 0,1 0 0,-1 0 0,1-1 0,0 1 0,-1-1 0,1 0 0,0 0 0,0-1 0,0 0 0,0 0 0,0 0 0,0 0 0,-1 0 0,1-1 0,6-2 0,-8 2 0,0 0 0,0 0 0,0 0 0,0 0 0,-1-1 0,1 1 0,0-1 0,-1 0 0,0 0 0,1 0 0,-1 0 0,0 0 0,0-1 0,0 1 0,0-1 0,0 1 0,-1-1 0,1 1 0,-1-1 0,0 0 0,0 0 0,0 0 0,0 0 0,1-6 0,-1-1 0,-1 7 0,0 0 0,0 1 0,1-1 0,-1 0 0,1 0 0,0-2 0,-1 4 0,1 1 0,-1 0 0,0-1 0,0 1 0,0 0 0,1 0 0,-1-1 0,0 1 0,0 0 0,0 0 0,1-1 0,-1 1 0,0 0 0,1 0 0,-1 0 0,0-1 0,0 1 0,1 0 0,-1 0 0,0 0 0,1 0 0,-1 0 0,1 0 0,0 0 0,0 0 0,-1 0 0,1 0 0,0 0 0,0 1 0,-1-1 0,1 0 0,0 0 0,-1 1 0,1-1 0,0 1 0,-1-1 0,2 1 0,9 8 34,0 1-1,0 1 0,16 21 1,-14-17-784,19 19 1,-24-27-6077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04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216 617 24575,'-7'-11'0,"-10"-23"0,-3 1 0,-43-57 0,60 86 0,1 1 0,-1 0 0,0 1 0,-1-1 0,1 0 0,0 1 0,-1 0 0,-5-4 0,7 6 0,1 0 0,0-1 0,0 1 0,0 0 0,0 0 0,0-1 0,0 1 0,0 0 0,0 0 0,-1 0 0,1 1 0,0-1 0,0 0 0,0 0 0,0 1 0,0-1 0,0 0 0,0 1 0,0-1 0,0 1 0,0-1 0,0 1 0,0 0 0,0-1 0,0 1 0,0 0 0,1 0 0,-1 0 0,0-1 0,1 1 0,-1 0 0,0 0 0,1 0 0,-1 0 0,0 2 0,-2 3 0,1 1 0,-1 0 0,1 0 0,0 0 0,1 0 0,0 0 0,0 0 0,0 0 0,1 1 0,1 6 0,-1-4 0,1 0 0,1 0 0,0 0 0,0-1 0,1 1 0,7 15 0,-5-14 0,1 0 0,0 0 0,0-1 0,1 0 0,1-1 0,9 10 0,-14-15 0,1-1 0,-1 0 0,1 0 0,0 0 0,0-1 0,0 1 0,1-1 0,-1 0 0,1 0 0,-1 0 0,1-1 0,0 0 0,-1 0 0,1 0 0,0 0 0,0-1 0,9 0 0,-12 0 0,1 0 0,-1-1 0,0 0 0,1 1 0,-1-1 0,0 0 0,0 0 0,1 0 0,-1-1 0,0 1 0,0 0 0,0-1 0,-1 0 0,1 1 0,0-1 0,-1 0 0,1 0 0,-1 0 0,1 0 0,-1 0 0,0 0 0,0 0 0,0 0 0,0 0 0,1-4 0,0-1 0,0 0 0,0-1 0,-1 1 0,0 0 0,0-1 0,-1 1 0,-1-10 0,-1-6 0,-2-1 0,-1 1 0,-12-38 0,-33-66 0,36 94 0,-123-271 0,128 289 0,9 15 0,0 0 0,0 0 0,0 0 0,-1 0 0,1 0 0,0 0 0,0 0 0,0 0 0,0 0 0,0 0 0,0 0 0,0 0 0,0 0 0,0 0 0,-1 0 0,1 0 0,0 0 0,0 0 0,0 0 0,0 0 0,0 0 0,0 0 0,0 0 0,0 0 0,0 0 0,0 0 0,-1 0 0,1 0 0,0 0 0,0 0 0,0 0 0,0 0 0,0 0 0,0 1 0,0-1 0,0 0 0,0 0 0,0 0 0,0 0 0,0 0 0,0 0 0,0 0 0,0 0 0,0 0 0,0 0 0,0 1 0,0-1 0,0 0 0,0 0 0,0 0 0,0 0 0,0 0 0,0 0 0,0 0 0,0 0 0,0 0 0,0 0 0,0 1 0,0-1 0,0 0 0,0 0 0,0 0 0,0 0 0,0 0 0,0 0 0,0 0 0,0 0 0,8 32 0,118 264 0,-114-270 0,116 221 0,-121-236-664,15 17-1,-22-28 629,7 9-6790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04.8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326 16 24575,'0'-1'0,"0"0"0,0 0 0,-1 1 0,1-1 0,0 0 0,0 0 0,-1 0 0,1 1 0,-1-1 0,1 0 0,-1 1 0,1-1 0,-1 0 0,1 1 0,-1-1 0,1 0 0,-1 1 0,0-1 0,1 1 0,-1-1 0,-1 0 0,1 1 0,1 1 0,-1-1 0,0 0 0,1 0 0,-1 0 0,1 1 0,-1-1 0,1 0 0,-1 0 0,1 1 0,-1-1 0,1 1 0,-1-1 0,1 0 0,-1 1 0,1-1 0,0 1 0,-1-1 0,1 1 0,0-1 0,-1 1 0,1 0 0,-3 5 0,0 1 0,0-1 0,-3 13 0,-46 169 0,-102 242 0,134-384 0,2 1 0,2 1 0,-11 60 0,26-97-1365,1-2-5461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05.3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40 24575,'-15'-8'0,"1"1"0,-25-8 0,31 12 0,1 1 0,-1 1 0,1-1 0,-1 1 0,0 1 0,0-1 0,-10 2 0,16-1 0,0 0 0,0 1 0,0-1 0,0 1 0,0-1 0,0 1 0,1 0 0,-1 0 0,0 0 0,0 0 0,1 0 0,-1 0 0,0 0 0,1 1 0,-1-1 0,1 0 0,-2 3 0,1-1 0,0 1 0,0-1 0,0 0 0,1 1 0,0-1 0,-1 1 0,1-1 0,-1 8 0,1-2 0,0 0 0,1 0 0,0 0 0,0 0 0,1 0 0,0 0 0,3 10 0,1-1 0,1 1 0,1-1 0,15 29 0,-16-37 0,0 0 0,1 0 0,0-1 0,0 0 0,1 0 0,0-1 0,14 11 0,-13-13 0,-6-4 0,0-1 0,-1 1 0,1 0 0,-1-1 0,1 1 0,-1 1 0,0-1 0,0 0 0,0 0 0,0 1 0,0-1 0,-1 1 0,3 4 0,-4-6 0,0-1 0,0 1 0,0 0 0,0 0 0,-1 0 0,1-1 0,0 1 0,0 0 0,0 0 0,-1-1 0,1 1 0,-1 0 0,1 0 0,0-1 0,-1 1 0,1-1 0,-1 1 0,1 0 0,-1-1 0,0 1 0,1-1 0,-1 1 0,0-1 0,1 1 0,-1-1 0,0 0 0,1 1 0,-1-1 0,0 0 0,0 0 0,1 1 0,-1-1 0,0 0 0,-1 0 0,-31 3 0,31-2 0,-13-1 0,0-1 0,0 0 0,0-1 0,-21-4 0,1-3-1365,26 6-5461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05.7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1 331 24575,'35'-25'0,"44"-39"0,-70 55 0,1 0 0,-1-1 0,0-1 0,-1 1 0,-1-1 0,0-1 0,0 1 0,9-22 0,-2-16 0,-13 44 0,0 0 0,0-1 0,0 1 0,-1 0 0,0 0 0,0-1 0,-1-7 0,1 12 0,0 0 0,-1 0 0,1-1 0,0 1 0,-1 0 0,1 0 0,-1-1 0,0 1 0,1 0 0,-1 0 0,0 0 0,1 0 0,-1 0 0,0 0 0,0 0 0,0 0 0,0 0 0,0 0 0,0 1 0,0-1 0,0 0 0,-1 1 0,1-1 0,0 0 0,0 1 0,0 0 0,-1-1 0,1 1 0,0 0 0,-1-1 0,1 1 0,0 0 0,-1 0 0,1 0 0,0 0 0,-1 1 0,1-1 0,0 0 0,0 0 0,-1 1 0,-1 0 0,0 0 0,-1 1 0,1-1 0,0 1 0,-1 0 0,1 0 0,0 0 0,0 0 0,0 0 0,0 1 0,1 0 0,-1-1 0,1 1 0,-4 6 0,3-4 0,1 1 0,0-1 0,0 1 0,0 0 0,1 0 0,0-1 0,0 1 0,0 0 0,1 0 0,0 0 0,0 0 0,0 0 0,1 0 0,0 0 0,3 8 0,-3-7 0,2-1 0,-1 0 0,1 0 0,-1 1 0,2-2 0,-1 1 0,1 0 0,0-1 0,0 1 0,0-1 0,1-1 0,-1 1 0,9 6 0,1-2 0,1 0 0,-1-1 0,2-1 0,30 10 0,-19-9 0,0-1 0,33 3 0,-17-7-1365,-31-3-5461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06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54 24575,'-1'-4'0,"1"0"0,-1 0 0,-1 0 0,1 0 0,0 1 0,-1-1 0,0 0 0,0 1 0,-3-5 0,4 7 0,0 0 0,0 0 0,0 0 0,0 0 0,-1 0 0,1 1 0,0-1 0,0 0 0,-1 1 0,1-1 0,0 0 0,-1 1 0,1 0 0,-1-1 0,1 1 0,0 0 0,-1 0 0,1 0 0,-1 0 0,1 0 0,-1 0 0,1 0 0,-1 0 0,1 1 0,0-1 0,-1 1 0,1-1 0,-3 2 0,-3 1 0,0 1 0,-1 0 0,1 0 0,0 0 0,1 1 0,-1 0 0,1 1 0,0-1 0,0 1 0,-9 14 0,11-15 0,0 1 0,0 0 0,1 0 0,0 0 0,0 1 0,0-1 0,1 1 0,0 0 0,0-1 0,1 1 0,0 0 0,0 0 0,0 9 0,2-11 0,0 0 0,0 0 0,0-1 0,1 1 0,-1 0 0,1-1 0,0 0 0,0 1 0,1-1 0,-1 0 0,1 0 0,0 0 0,0 0 0,1-1 0,4 5 0,0 0 0,1-2 0,0 1 0,0-1 0,0 0 0,19 7 0,1-1 0,1-2 0,1-1 0,-1-2 0,1-1 0,46 4 0,-25-9-1365,-38-1-5461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40.7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371 188 24575,'3'-7'0,"-1"1"0,0-1 0,-1 0 0,0 0 0,0-1 0,0 1 0,-1 0 0,0 0 0,-1-9 0,0 12 0,0 0 0,0 1 0,0-1 0,-1 0 0,1 0 0,-1 1 0,0-1 0,0 1 0,-1-1 0,1 1 0,-1 0 0,1 0 0,-1 0 0,0 0 0,0 1 0,0-1 0,-6-3 0,-3-1 0,0 1 0,-1 0 0,1 1 0,-1 0 0,0 1 0,0 0 0,0 1 0,-1 1 0,1 0 0,-1 0 0,-27 2 0,39 1 0,-1-1 0,1 1 0,-1 0 0,1 0 0,-1-1 0,1 2 0,-1-1 0,1 0 0,0 0 0,0 1 0,-1 0 0,1-1 0,0 1 0,0 0 0,1 0 0,-1 0 0,0 0 0,1 0 0,-1 0 0,1 1 0,0-1 0,-1 0 0,1 1 0,0-1 0,1 1 0,-1-1 0,0 5 0,-2 5 0,1 0 0,1 0 0,0 1 0,1 17 0,1-10 0,1 0 0,1-1 0,0 1 0,2-1 0,11 32 0,48 89 0,0-1 0,-56-117 0,10 25 0,-2 0 0,14 74 0,-30-120 0,1-1 0,-1 1 0,0-1 0,0 0 0,0 1 0,0-1 0,0 1 0,0-1 0,0 0 0,0 1 0,0-1 0,0 1 0,0-1 0,0 1 0,0-1 0,0 1 0,0-1 0,0 0 0,0 1 0,-1-1 0,1 1 0,0-1 0,0 1 0,-7-7 0,-6-17 0,-16-27 0,13 23 0,-15-33 0,27 52 0,1-1 0,0 1 0,1-1 0,-1 0 0,2 0 0,-1 0 0,1-1 0,1-12 0,0 18 0,0 1 0,0 0 0,1-1 0,0 1 0,0-1 0,0 1 0,0 0 0,0-1 0,0 1 0,1 0 0,0 0 0,0 0 0,0 0 0,0 1 0,0-1 0,0 0 0,1 1 0,3-4 0,-1 2 0,1 1 0,-1 0 0,0 1 0,1-1 0,-1 1 0,1 0 0,-1 1 0,1-1 0,11-1 0,-58 18 0,22-10 0,-1-1 0,0 0 0,-37 1 0,-61-8 0,102 1-1365,1-1-5461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41.3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24575,'0'3'0,"0"2"0,0 4 0,-2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41.5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24575,'0'0'-8191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44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248 128 24575,'-4'-4'0,"-32"-25"0,-1 1 0,-45-24 0,79 50 0,-1 0 0,0 0 0,0 0 0,0 1 0,0-1 0,-1 1 0,-7-1 0,10 2 0,1 0 0,-1 0 0,1 0 0,-1 0 0,1 1 0,-1-1 0,1 1 0,-1-1 0,1 1 0,0-1 0,-1 1 0,1 0 0,0-1 0,-1 1 0,1 0 0,0 0 0,0 0 0,0 0 0,0 0 0,0 0 0,0 1 0,0-1 0,0 0 0,0 0 0,-1 3 0,0 1 0,-1 1 0,1-1 0,1 1 0,-1-1 0,1 1 0,0 0 0,-1 9 0,2 43 0,0-34 0,2 17-560,2 0 0,2 0 0,1 0 0,2-1 0,2-1 0,19 47 0,115 221-3666,-99-216 5588,-37-75-2442,3 8 4503,19 30-1,-8-25-3768,-11-18-6480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44.6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44 24575,'-27'-5'0,"-11"-2"0,-5 1 0,4 1 0,5-1 0,6 0 0,5 2 0,5 1 0,5 1-8191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45.2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154 357 24575,'0'1'0,"0"-1"0,0 1 0,0-1 0,0 0 0,0 1 0,0-1 0,0 1 0,0-1 0,0 0 0,0 1 0,0-1 0,0 1 0,0-1 0,0 0 0,0 1 0,-1-1 0,1 1 0,0-1 0,0 0 0,-1 1 0,1-1 0,0 0 0,0 1 0,-1-1 0,1 0 0,0 0 0,-1 1 0,1-1 0,0 0 0,-1 0 0,1 0 0,-1 1 0,0-1 0,0 0 0,0 0 0,0 0 0,0-1 0,0 1 0,0 0 0,0 0 0,1-1 0,-1 1 0,0 0 0,0-1 0,0 1 0,-1-2 0,-23-18 0,11 4 0,1-2 0,0 1 0,1-2 0,-12-24 0,5 9 0,17 31 0,0-1 0,0 0 0,0 0 0,1 1 0,0-1 0,-2-5 0,3 9 0,0-1 0,0 1 0,0-1 0,0 1 0,0-1 0,0 1 0,0-1 0,0 1 0,0-1 0,0 1 0,0-1 0,1 1 0,-1-1 0,0 1 0,0-1 0,0 1 0,1-1 0,-1 1 0,0-1 0,0 1 0,1 0 0,0-1 0,0 0 0,0 1 0,-1 0 0,1-1 0,0 1 0,0 0 0,0 0 0,0-1 0,0 1 0,0 0 0,0 0 0,0 0 0,0 0 0,0 0 0,0 1 0,0-1 0,2 0 0,41 8 0,0-2 0,1-3 0,80-3 0,-103-2 0,-1 0 0,0-1 0,0-2 0,0 0 0,-1-1 0,1-1 0,-2-1 0,38-20 0,-51 24 0,-1 0 0,1 0 0,-1-1 0,0 1 0,0-1 0,-1 0 0,7-9 0,-10 12 0,0 1 0,0-1 0,0 0 0,0 0 0,0-1 0,0 1 0,-1 0 0,1 0 0,-1 0 0,1 0 0,-1-4 0,0 4 0,0 1 0,0-1 0,-1 1 0,1 0 0,0 0 0,-1-1 0,1 1 0,-1 0 0,0 0 0,1-1 0,-1 1 0,0 0 0,0 0 0,0 0 0,1 0 0,-1 0 0,0 0 0,-1 0 0,1 0 0,-2-1 0,2 2 0,0-1 0,0 0 0,0 1 0,0-1 0,0 1 0,0 0 0,0-1 0,-1 1 0,1 0 0,0-1 0,0 1 0,0 0 0,-1 0 0,1 0 0,0 0 0,0 0 0,0 1 0,0-1 0,-1 0 0,0 1 0,0 0 0,0 0 0,0 0 0,0 0 0,0 0 0,0 1 0,0-1 0,1 1 0,-1-1 0,0 1 0,-1 1 0,0 2 0,0-1 0,0 1 0,0-1 0,1 1 0,0 0 0,-1 0 0,2 0 0,-3 7 0,3-6 0,0 1 0,0-1 0,1 1 0,0-1 0,0 1 0,1 0 0,0-1 0,0 1 0,0-1 0,1 1 0,0-1 0,0 0 0,4 7 0,-1-4 0,0-1 0,0 0 0,1 0 0,0-1 0,0 1 0,1-2 0,0 1 0,11 8 0,-7-7 0,1-1 0,-1 0 0,1-1 0,0 0 0,1-1 0,-1 0 0,1-1 0,0 0 0,0-1 0,0 0 0,1-2 0,-1 1 0,1-2 0,-1 1 0,1-2 0,23-3 0,-34 3-85,0 0 0,0 0-1,0 0 1,0 0 0,0 0-1,0-1 1,0 1 0,-1-1-1,1 0 1,0 1 0,-1-1-1,0-1 1,1 1 0,-1 0-1,2-3 1,3-6-6741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45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0 24575,'-25'6'0,"6"-3"0,0 1 0,1 2 0,-1-1 0,-33 17 0,50-21 0,1 0 0,-1 0 0,0 1 0,0-1 0,1 0 0,-1 1 0,1-1 0,-1 1 0,1 0 0,0-1 0,-1 1 0,1 0 0,0 0 0,0 0 0,0 0 0,1 0 0,-2 4 0,1-3 0,1 1 0,0-1 0,0 0 0,0 1 0,0-1 0,0 1 0,1-1 0,-1 0 0,1 1 0,2 4 0,-1-2 0,1 0 0,0 0 0,0 0 0,0 0 0,1 0 0,0-1 0,0 0 0,0 0 0,1 0 0,-1 0 0,8 4 0,-10-7 0,0 0 0,1-1 0,0 1 0,-1-1 0,1 0 0,0 0 0,0 0 0,-1 0 0,1-1 0,0 1 0,0-1 0,0 0 0,0 1 0,0-1 0,0-1 0,0 1 0,0 0 0,-1-1 0,1 1 0,0-1 0,0 0 0,0 0 0,-1 0 0,1 0 0,0-1 0,-1 1 0,1-1 0,-1 1 0,0-1 0,1 0 0,-1 0 0,0 0 0,0 0 0,0 0 0,0-1 0,-1 1 0,1 0 0,-1-1 0,1 0 0,-1 1 0,0-1 0,1-3 0,1-5 0,-2 7 0,0 1 0,0-1 0,0 1 0,0-1 0,1 1 0,2-5 0,-4 8 0,0 0 0,0 0 0,0 0 0,1 0 0,-1 0 0,0 0 0,0 0 0,0 0 0,0 0 0,0 0 0,0 0 0,0 0 0,1 0 0,-1 0 0,0 0 0,0 0 0,0 0 0,0 1 0,0-1 0,0 0 0,0 0 0,1 0 0,-1 0 0,0 0 0,0 0 0,0 0 0,0 0 0,0 0 0,0 0 0,0 1 0,0-1 0,0 0 0,0 0 0,0 0 0,0 0 0,0 0 0,0 0 0,0 0 0,0 1 0,0-1 0,1 0 0,-1 0 0,0 0 0,-1 0 0,1 0 0,0 0 0,0 0 0,0 1 0,0-1 0,0 0 0,0 0 0,0 0 0,0 0 0,2 11 0,-2-10 0,5 34 0,2 0 0,14 43 0,31 66 0,-16-49 0,-32-83-1365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46.6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1 135 24575,'2'7'0,"1"0"0,-1 0 0,2 0 0,-1 0 0,1-1 0,0 1 0,0-1 0,1 0 0,0-1 0,9 10 0,-5-7 0,0-1 0,0 0 0,1 0 0,-1-1 0,1 0 0,15 5 0,-23-10 0,-1 0 0,1 0 0,1-1 0,-1 1 0,0-1 0,0 1 0,0-1 0,0 0 0,0 0 0,0 0 0,0 0 0,0 0 0,1-1 0,-1 1 0,0 0 0,0-1 0,0 0 0,0 1 0,0-1 0,3-2 0,-3 2 0,0-1 0,0 0 0,0 0 0,-1 0 0,1 0 0,0 0 0,-1 0 0,1 0 0,-1 0 0,0-1 0,0 1 0,0 0 0,0-1 0,0 1 0,0-1 0,0-3 0,0-16 0,-1 17 0,0 0 0,1 1 0,-1-1 0,1 1 0,1-7 0,-1 10 0,-1 0 0,0 0 0,1 0 0,-1 0 0,1 1 0,-1-1 0,1 0 0,-1 0 0,1 1 0,0-1 0,-1 0 0,1 1 0,0-1 0,0 1 0,-1-1 0,1 1 0,0-1 0,0 1 0,0-1 0,0 1 0,-1 0 0,1-1 0,0 1 0,0 0 0,0 0 0,0 0 0,0 0 0,0 0 0,0 0 0,0 0 0,1 0 0,10 2 0,0 0 0,0 1 0,0 1 0,13 4 0,12 5 0,-16-7 0,0-1 0,0-1 0,0-1 0,28 1 0,-41-4 0,0-1 0,0 1 0,0-1 0,0-1 0,0 1 0,-1-2 0,1 1 0,0-1 0,-1 0 0,0 0 0,1-1 0,-1 0 0,-1 0 0,11-8 0,-11 7 0,0-1 0,-1 1 0,1-1 0,-1 0 0,0 0 0,0-1 0,5-9 0,-9 13 0,0 0 0,0 0 0,0 0 0,0 0 0,-1 0 0,1 1 0,-1-2 0,1 1 0,-1 0 0,0 0 0,0 0 0,-1 0 0,1 0 0,0 0 0,-1 0 0,0 0 0,0 0 0,0 1 0,0-1 0,0 0 0,-1 0 0,-2-4 0,2 5 0,0-1 0,0 0 0,0 1 0,0-1 0,0 1 0,-1 0 0,1 0 0,-1-1 0,0 2 0,0-1 0,1 0 0,-1 1 0,0-1 0,0 1 0,-1 0 0,1 0 0,0 0 0,-4 0 0,4 0 0,1 1 0,0 0 0,-1 0 0,1 1 0,-1-1 0,1 0 0,0 1 0,-1 0 0,1-1 0,0 1 0,0 0 0,0 0 0,0 0 0,0 1 0,0-1 0,0 0 0,0 1 0,0-1 0,0 1 0,1 0 0,-1-1 0,0 1 0,1 0 0,0 0 0,-3 4 0,2-1 0,-1 0 0,1 0 0,0 1 0,1-1 0,-1 1 0,1 0 0,0-1 0,0 1 0,1 0 0,0 0 0,0-1 0,0 1 0,0 0 0,1-1 0,0 1 0,1 0 0,3 10 0,-2-7 0,1-1 0,0 0 0,0 0 0,1 0 0,0 0 0,1-1 0,-1 0 0,2 0 0,-1 0 0,12 9 0,-14-13 0,1 1 0,0-1 0,0 0 0,0 0 0,0-1 0,1 1 0,-1-1 0,1 0 0,-1-1 0,1 1 0,9 0 0,-11-2 0,0 0 0,0 0 0,0 0 0,0-1 0,-1 1 0,1-1 0,0 0 0,0 0 0,-1-1 0,1 1 0,0-1 0,-1 0 0,0 1 0,1-2 0,-1 1 0,0 0 0,0-1 0,3-2 0,-3 1 0,0 1 0,1-1 0,-2 0 0,1 0 0,0 0 0,-1 0 0,0-1 0,0 1 0,0-1 0,-1 1 0,1-1 0,-1 0 0,0 1 0,-1-1 0,1-8 0,0 7 0,-1 6 0,0 0 0,0-1 0,0 1 0,0 0 0,0 0 0,0 0 0,0-1 0,0 1 0,0 0 0,0 0 0,0 0 0,0-1 0,1 1 0,-1 0 0,0 0 0,0 0 0,0 0 0,0-1 0,0 1 0,0 0 0,1 0 0,-1 0 0,0 0 0,0 0 0,0 0 0,0-1 0,0 1 0,1 0 0,-1 0 0,0 0 0,0 0 0,0 0 0,1 0 0,-1 0 0,0 0 0,8 4 0,7 11 0,-13-12 0,3 2 0,1 1 0,0-1 0,0-1 0,0 1 0,1-1 0,-1 0 0,1 0 0,0-1 0,0 0 0,9 3 0,3-1 0,0-1 0,35 3 0,-44-5-273,0 0 0,0 0 0,0 1 0,17 7 0,-19-6-6553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47.7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141 1 24575,'-1'0'0,"-19"0"0,-28 3 0,43-2 0,0 0 0,0 0 0,0 0 0,0 1 0,1-1 0,-1 1 0,0 0 0,1 0 0,0 1 0,0-1 0,-6 5 0,9-6 0,0 0 0,0 0 0,0 0 0,0 1 0,0-1 0,1 0 0,-1 0 0,0 0 0,1 1 0,-1-1 0,1 0 0,0 0 0,-1 1 0,1-1 0,0 1 0,-1-1 0,1 0 0,0 2 0,1 0 0,-1 0 0,0 0 0,1 0 0,0-1 0,0 1 0,0 0 0,0 0 0,2 3 0,1 1 0,0-1 0,1 1 0,0-1 0,0 1 0,8 6 0,-1-2 0,1 0 0,1-1 0,0-1 0,0 0 0,0-1 0,1 0 0,29 9 0,-40-16 0,0 0 0,-1 0 0,1-1 0,0 0 0,0 0 0,0 0 0,0 0 0,-1-1 0,1 1 0,0-1 0,0 0 0,-1 0 0,1 0 0,0-1 0,-1 1 0,1-1 0,-1 0 0,0 0 0,0 0 0,1-1 0,-1 1 0,-1-1 0,1 1 0,5-7 0,-1-1 0,1 0 0,-1 0 0,-1-1 0,0 0 0,0 0 0,5-17 0,22-55 0,-40 100 0,-4 18 0,10-29 0,1 0 0,-1 0 0,1 0 0,1 0 0,-1 0 0,2 6 0,-2-10 0,1 1 0,0-1 0,0 0 0,0 0 0,0 1 0,0-1 0,0 0 0,0 0 0,0 0 0,1 0 0,-1-1 0,1 1 0,0 0 0,0 0 0,-1-1 0,1 1 0,4 1 0,-2-1 0,-1 0 0,1 0 0,0 0 0,-1-1 0,1 0 0,0 0 0,0 0 0,7 1 0,-9-2 0,0 0 0,0 0 0,0-1 0,0 1 0,0-1 0,0 1 0,0-1 0,0 0 0,0 1 0,-1-1 0,1 0 0,0 0 0,0-1 0,-1 1 0,1 0 0,-1 0 0,1-1 0,-1 1 0,2-3 0,3-4 0,1 1 0,-2-2 0,1 1 0,-1-1 0,-1 1 0,1-1 0,-2-1 0,6-15 0,-9 22 0,1 1 0,0-1 0,0 1 0,0-1 0,0 1 0,0 0 0,1-1 0,2-3 0,-4 6 0,1-1 0,-1 1 0,0 0 0,0 0 0,0 0 0,1 0 0,-1-1 0,0 1 0,1 0 0,-1 0 0,0 0 0,0 0 0,1 0 0,-1 0 0,0 0 0,1 0 0,-1 0 0,0 0 0,0 0 0,1 0 0,-1 0 0,0 0 0,1 0 0,-1 0 0,0 0 0,0 0 0,1 0 0,-1 0 0,1 0 0,0 1 0,-1 0 0,1 0 0,0-1 0,0 1 0,0 0 0,-1 0 0,1 0 0,-1 0 0,1 0 0,0 0 0,-1 0 0,1 2 0,38 119 0,-20-57 0,-1-9 0,-4-17 0,-2 0 0,-2 0 0,8 63 0,-17-100 0,-1 1 0,0-1 0,0 1 0,0-1 0,0 0 0,-1 1 0,1-1 0,-1 0 0,1 1 0,-1-1 0,0 0 0,0 0 0,0 0 0,0 1 0,0-1 0,0 0 0,0 0 0,-1-1 0,1 1 0,-1 0 0,-2 1 0,2-1 0,0-1 0,0 0 0,0 0 0,-1 0 0,1 0 0,-1 0 0,1 0 0,-1-1 0,1 1 0,-1-1 0,1 0 0,-1 0 0,1 0 0,-1 0 0,1 0 0,-1 0 0,1-1 0,-1 1 0,-4-3 0,2 1 7,0 0 0,0-1-1,0 1 1,0-1 0,0 0-1,1-1 1,-1 1-1,1-1 1,0 0 0,0 0-1,1 0 1,-1-1 0,1 0-1,0 1 1,0-1 0,0 0-1,-3-9 1,1 1-255,0 0 1,1-1-1,0 0 1,1 0-1,-2-26 1,4 26-6579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08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260 177 24575,'0'-7'0,"0"0"0,0 1 0,-1-1 0,0 1 0,-1-1 0,0 1 0,0-1 0,0 1 0,0 0 0,-1 0 0,0 0 0,-6-9 0,3 9 0,1-1 0,-1 1 0,0 0 0,-1 1 0,1-1 0,-1 1 0,0 0 0,-1 1 0,-9-5 0,8 5 0,1 0 0,-1 0 0,0 1 0,-1 0 0,1 1 0,0 0 0,-1 1 0,1 0 0,-1 0 0,-14 1 0,22 0 0,0 1 0,0-1 0,0 1 0,0 0 0,0 0 0,0 0 0,1 0 0,-1 0 0,0 0 0,1 0 0,-1 0 0,0 0 0,1 1 0,0-1 0,-1 1 0,1-1 0,0 1 0,0 0 0,0-1 0,0 1 0,0 0 0,0 0 0,0 0 0,1 0 0,-1 0 0,1-1 0,-1 5 0,-1 3 0,1-1 0,0 0 0,1 1 0,0-1 0,2 12 0,4 22 0,22 77 0,24 38 0,-39-121 0,73 159 0,-25-64 0,-60-126 0,-2-4 0,-8-10 0,-11-16 0,10 11-227,1-1-1,1 0 1,1 0-1,0-1 1,-6-20-1,9 20-6598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08.2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405 60 24575,'-29'-5'0,"-15"-4"0,-5 0 0,1 1 0,7-1 0,4 2 0,5 1 0,4 3 0,6 1 0,3 1 0,3 1 0,1 0 0,1 3 0,3 0-8191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08.8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598 0 24575,'-25'3'0,"-13"0"0,-4 0 0,-3-1 0,1 0 0,3-1 0,2 0 0,2-1 0,0 0 0,2 0 0,1 0 0,2 0 0,-1-3 0,0 0 0,1 0 0,4 0 0,6 1-8191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09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47 24575,'-7'-3'0,"-6"-4"0,0 0 0,0 1 0,-1 1 0,0 0 0,0 1 0,-25-5 0,37 9 0,1 0 0,-1 0 0,0 0 0,0 0 0,0 0 0,0 0 0,1 0 0,-1 1 0,0-1 0,0 1 0,1-1 0,-1 1 0,0 0 0,1 0 0,-1 0 0,0 0 0,1 0 0,-1 0 0,1 0 0,-3 3 0,3-2 0,-1 0 0,1 0 0,0 1 0,0-1 0,0 1 0,0-1 0,0 1 0,0-1 0,1 1 0,-1 0 0,1-1 0,0 6 0,0 2 0,1 0 0,0 1 0,1-1 0,0 0 0,1 0 0,4 11 0,27 71 0,86 224 0,-76-203 0,-43-111 0,-1-1 0,1 0 0,-1 0 0,1 1 0,-1-1 0,1 0 0,0 0 0,0 0 0,0 0 0,0 0 0,1 1 0,-1-5 0,-4-7 0,-18-39-1365,12 32-5461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09.8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29 24575,'-27'-5'0,"-12"-2"0,-1 1 0,4 1 0,5 2 0,6 0 0,6 5 0,5 3 0,2 1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10.3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1 24575,'-8'0'0,"0"0"0,0 0 0,0 1 0,0 0 0,0 1 0,0 0 0,-8 3 0,14-4 0,0 0 0,0-1 0,0 1 0,1 1 0,-1-1 0,0 0 0,1 0 0,-1 1 0,1-1 0,0 0 0,-1 1 0,1-1 0,0 1 0,0 0 0,0 0 0,0-1 0,0 1 0,0 0 0,1 0 0,-1 0 0,0 0 0,1 0 0,0 0 0,-1 0 0,1 0 0,0 0 0,0 0 0,0 0 0,0 0 0,1 0 0,-1 0 0,0-1 0,1 1 0,0 3 0,2 3 0,0-1 0,0 1 0,0-1 0,1 0 0,0 0 0,9 12 0,36 37 0,-32-37 0,-6-8 0,18 14 0,1 1 0,-30-26 0,1 0 0,-1 1 0,1-1 0,-1 0 0,0 1 0,1-1 0,-1 0 0,0 1 0,1-1 0,-1 1 0,0-1 0,1 1 0,-1-1 0,0 1 0,0-1 0,0 1 0,1-1 0,-1 1 0,0-1 0,0 1 0,0-1 0,0 1 0,0-1 0,0 1 0,0 0 0,-1-1 0,1 1 0,0-1 0,-1 1 0,1-1 0,-1 1 0,1-1 0,-1 0 0,1 1 0,-1-1 0,1 0 0,-1 1 0,1-1 0,-1 0 0,0 0 0,1 0 0,-1 1 0,1-1 0,-2 0 0,-31 2 0,28-3 0,-142-9-1365,128 7-5461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10.9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12 24575,'-5'-5'0,"-2"1"0,4 1 0,1 4 0,4 4 0,1 3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11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24575,'2'0'0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12.7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2 24575,'-2'2'0,"-1"-1"0,1 1 0,0 0 0,0-1 0,0 1 0,1 0 0,-1 0 0,0 0 0,1 0 0,-1 1 0,1-1 0,0 0 0,-1 1 0,1-1 0,0 1 0,1-1 0,-1 1 0,0-1 0,1 1 0,-1 0 0,1-1 0,0 1 0,0-1 0,1 6 0,-1 0 0,1 0 0,0 0 0,1 0 0,0 0 0,0 0 0,6 14 0,19 25 0,-19-34 0,0 0 0,-1 1 0,5 15 0,6 23 0,-18-52 0,0 0 0,0 0 0,0 0 0,0 0 0,0 0 0,0 0 0,0 0 0,-1 0 0,1 0 0,0 0 0,0 0 0,0 0 0,0 0 0,0 0 0,0 0 0,0 0 0,0 0 0,0 0 0,0 0 0,0 0 0,0 0 0,0 0 0,0 0 0,0 0 0,0 0 0,0 0 0,0 0 0,0 0 0,0 1 0,0-1 0,0 0 0,0 0 0,0 0 0,0 0 0,0 0 0,0 0 0,0 0 0,0 0 0,0 0 0,0 0 0,0 0 0,0 0 0,0 0 0,-6-7 0,-4-14 0,3-4 0,-7-49 0,12 60 0,1-1 0,1 1 0,0-1 0,1 1 0,3-15 0,-4 25 0,1 1 0,0-1 0,0 1 0,0-1 0,1 1 0,-1 0 0,1-1 0,0 1 0,0 0 0,0 0 0,0 0 0,1 0 0,-1 1 0,1-1 0,-1 0 0,5-2 0,-3 3 0,1-1 0,-1 1 0,1 0 0,0 0 0,-1 1 0,1-1 0,0 1 0,0 0 0,0 0 0,0 1 0,7-1 0,32 2-1365,-31 0-5461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13.8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24 127 24575,'1'33'0,"-1"32"0,0-59 0,-1 1 0,0-1 0,0 0 0,-1 0 0,1 0 0,-1 0 0,-5 9 0,7-14 0,0-1 0,0 1 0,0-1 0,0 0 0,-1 1 0,1-1 0,0 0 0,0 1 0,0-1 0,-1 1 0,1-1 0,0 0 0,0 0 0,-1 1 0,1-1 0,0 0 0,-1 0 0,1 1 0,-1-1 0,1 0 0,0 0 0,-1 0 0,0 1 0,-2-9 0,4-14 0,6-20 0,2 0 0,24-65 0,-30 100 0,0 0 0,0 0 0,1 1 0,0 0 0,0 0 0,9-11 0,-12 16 0,0 0 0,1-1 0,-1 1 0,0 0 0,0 0 0,0 1 0,1-1 0,-1 0 0,0 0 0,1 1 0,-1-1 0,1 0 0,-1 1 0,1 0 0,-1-1 0,1 1 0,-1 0 0,1 0 0,-1 0 0,1 0 0,0 0 0,-1 0 0,1 0 0,-1 0 0,1 1 0,-1-1 0,1 1 0,-1-1 0,1 1 0,-1-1 0,0 1 0,1 0 0,-1 0 0,0 0 0,1 0 0,-1 0 0,0 0 0,2 2 0,17 18 0,17 25 0,-22-27 0,0-1 0,28 26 0,-18-24 56,11 9-1477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14.4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14 24575,'3'-2'0,"-1"1"0,0-1 0,1 1 0,0 0 0,-1 0 0,1 0 0,0 0 0,-1 0 0,1 0 0,0 1 0,0-1 0,0 1 0,-1 0 0,1 0 0,0 0 0,0 0 0,0 1 0,0-1 0,-1 1 0,1-1 0,4 3 0,-2-1 0,0 1 0,0 0 0,0 0 0,-1 0 0,1 1 0,-1 0 0,0 0 0,0 0 0,0 0 0,2 5 0,4 4 0,-1 1 0,0 0 0,-2 1 0,0 0 0,0 0 0,-1 0 0,-1 1 0,4 22 0,-8-36 0,-1 1 0,1-1 0,-1 1 0,0 0 0,0-1 0,0 1 0,0-1 0,0 1 0,-1 0 0,1-1 0,-1 1 0,0-1 0,0 1 0,0-1 0,0 1 0,0-1 0,0 0 0,-3 4 0,1-3 0,0 0 0,0-1 0,0 1 0,0-1 0,0 0 0,0 0 0,0 0 0,-1 0 0,1-1 0,-1 0 0,-6 3 0,0-2 0,0-1 0,0 1 0,0-1 0,0-1 0,0 0 0,0 0 0,0-1 0,0 0 0,-11-4 0,-49-17 0,62 19 0,0-1 0,0 0 0,0 0 0,1-1 0,-1 0 0,-8-8 0,14 12 0,1-1 0,-1 0 0,1 1 0,-1-1 0,1 0 0,0 0 0,-1 0 0,1 0 0,0 0 0,0 0 0,0 0 0,1 0 0,-1-1 0,1 1 0,-1 0 0,1 0 0,-1-1 0,1-2 0,1 2 0,-1 0 0,1 0 0,-1 0 0,1 0 0,0 0 0,0 0 0,1 0 0,-1 0 0,1 0 0,-1 0 0,5-4 0,0 0 0,0 0 0,1 1 0,0-1 0,1 1 0,-1 1 0,1 0 0,16-9 0,-18 12-170,0-1-1,0 1 0,1 1 1,-1-1-1,1 1 0,-1 0 1,9 0-1,-2 1-6655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15.0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17 174 24575,'42'78'0,"9"14"0,-67-115 0,-42-73 0,52 84 0,1 0 0,0-1 0,0 1 0,1-1 0,1 0 0,0 0 0,-1-14 0,4 21 0,0 1 0,0-1 0,0 0 0,0 1 0,1-1 0,0 1 0,0-1 0,1 0 0,-1 1 0,4-7 0,-3 9 0,-1 0 0,1 0 0,0 0 0,0 1 0,1-1 0,-1 1 0,0 0 0,1 0 0,0-1 0,-1 2 0,1-1 0,0 0 0,0 0 0,0 1 0,0 0 0,0 0 0,0 0 0,0 0 0,4-1 0,0 1-91,0 1 0,0-1 0,0 1 0,0 1 0,-1-1 0,1 1 0,0 0 0,0 1 0,-1 0 0,1 0 0,0 0 0,-1 1 0,0 0 0,12 7 0,-5-2-6735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15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24575,'0'8'0,"1"0"0,0 1 0,0-1 0,0 0 0,1 0 0,0 0 0,1-1 0,0 1 0,0 0 0,8 12 0,-5-11 0,1 0 0,0 0 0,0 0 0,1-1 0,0 0 0,1-1 0,11 9 0,-13-12 0,0 1 0,0-1 0,0 0 0,0-1 0,9 4 0,-14-7 0,0 1 0,-1 0 0,1-1 0,-1 0 0,1 1 0,-1-1 0,1 0 0,0 0 0,-1 0 0,1 0 0,0 0 0,-1 0 0,1 0 0,-1-1 0,1 1 0,0-1 0,-1 1 0,1-1 0,-1 1 0,1-1 0,-1 0 0,0 0 0,1 0 0,-1 0 0,0 0 0,1 0 0,-1 0 0,0 0 0,0 0 0,0-1 0,0 1 0,1-2 0,1-4 0,0-1 0,-1 1 0,0-1 0,0 0 0,0 0 0,-1 1 0,0-1 0,-1 0 0,0-14 0,2-25 0,-2 47 0,-1 0 0,1-1 0,0 1 0,0 0 0,0 0 0,1-1 0,-1 1 0,0 0 0,0 0 0,0 0 0,0 0 0,0-1 0,0 1 0,0 0 0,0 0 0,0 0 0,0-1 0,0 1 0,1 0 0,-1 0 0,0 0 0,0 0 0,0 0 0,0-1 0,0 1 0,1 0 0,-1 0 0,0 0 0,0 0 0,0 0 0,1 0 0,-1 0 0,0 0 0,0 0 0,0 0 0,1 0 0,-1-1 0,0 1 0,9 6 0,8 13 0,-15-17 0,1 2 0,11 14 0,1-1 0,0 0 0,1-1 0,27 20 0,-41-35 0,-1 0 0,1 1 0,0-1 0,0 0 0,0 0 0,0 0 0,0-1 0,0 1 0,0 0 0,1-1 0,-1 1 0,0-1 0,0 0 0,0 0 0,1 0 0,-1 0 0,0 0 0,0 0 0,1-1 0,-1 1 0,0-1 0,0 1 0,0-1 0,0 0 0,3-1 0,-2-1 0,0 1 0,0 0 0,-1-1 0,1 1 0,-1-1 0,1 0 0,-1 0 0,0 0 0,0 0 0,-1 0 0,1 0 0,0-1 0,-1 1 0,2-7 0,-2 6 0,0-1 0,1 0 0,-1 0 0,1 0 0,0 1 0,0-1 0,5-7 0,-6 11 0,0 1 0,0-1 0,0 0 0,0 0 0,0 0 0,0 0 0,0 1 0,0-1 0,0 0 0,0 1 0,0-1 0,1 1 0,-1 0 0,0-1 0,0 1 0,1 0 0,-1 0 0,0-1 0,1 1 0,-1 0 0,0 0 0,0 1 0,1-1 0,-1 0 0,0 0 0,1 1 0,-1-1 0,0 0 0,0 1 0,0 0 0,2 0 0,12 7 0,-1 1 0,0 1 0,-1 0 0,0 0 0,17 19 0,-16-14-1365,-3-2-5461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16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159 556 24575,'-77'32'0,"68"-28"0,1 1 0,0 0 0,0 1 0,0 0 0,1 0 0,-11 11 0,17-16 0,-1 1 0,1-1 0,-1 1 0,1 0 0,0 0 0,0-1 0,0 1 0,0 0 0,0 0 0,0 0 0,1 0 0,-1 0 0,0 1 0,1-1 0,0 0 0,-1 0 0,1 0 0,0 0 0,0 1 0,0-1 0,1 0 0,-1 0 0,0 0 0,1 0 0,0 0 0,-1 0 0,1 0 0,1 2 0,0 0 0,1 0 0,0-1 0,0 1 0,0-1 0,0 0 0,0 0 0,1 0 0,-1 0 0,1-1 0,0 1 0,0-1 0,6 3 0,-5-3 0,-1 0 0,0-1 0,0 0 0,0 1 0,1-1 0,-1-1 0,1 1 0,-1-1 0,1 0 0,-1 0 0,6 0 0,-8-1 0,1 1 0,-1-1 0,0 0 0,0 1 0,0-1 0,0 0 0,0 0 0,0-1 0,0 1 0,0 0 0,0-1 0,0 1 0,-1-1 0,1 1 0,-1-1 0,1 0 0,-1 0 0,0 0 0,1 0 0,-1 0 0,0 0 0,0 0 0,-1 0 0,2-2 0,0-7 0,0 1 0,0-1 0,-1 1 0,-1-1 0,1 1 0,-3-18 0,5 40 0,2-1 0,-1 1 0,2-1 0,-1 0 0,1 0 0,9 10 0,-13-18 0,0-1 0,0 1 0,0 0 0,1-1 0,-1 0 0,1 1 0,0-1 0,0 0 0,0-1 0,0 1 0,0 0 0,0-1 0,0 1 0,0-1 0,1 0 0,-1 0 0,0-1 0,1 1 0,-1-1 0,1 1 0,6-2 0,-6 1 0,0-1 0,0 0 0,0 0 0,1 0 0,-1-1 0,0 1 0,0-1 0,-1 0 0,1 0 0,0-1 0,-1 1 0,1-1 0,-1 1 0,0-1 0,0 0 0,0-1 0,3-3 0,3-6 0,0-1 0,-1 0 0,-1-1 0,0 1 0,-1-1 0,0-1 0,-2 1 0,0-1 0,0 0 0,1-24 0,-2-2 0,-2 0 0,-8-77 0,-12-26 0,14 119 0,-1 0 0,-2 0 0,-15-36 0,22 60 0,0-1 0,0 1 0,-1 0 0,1-1 0,-1 1 0,0 0 0,1 0 0,-1 0 0,-2-2 0,3 4 0,1 0 0,0-1 0,0 1 0,-1 0 0,1 0 0,0 0 0,0 0 0,-1 0 0,1-1 0,0 1 0,-1 0 0,1 0 0,0 0 0,0 0 0,-1 0 0,1 0 0,0 0 0,-1 0 0,1 0 0,0 0 0,0 0 0,-1 0 0,1 1 0,0-1 0,-1 0 0,1 0 0,0 0 0,0 0 0,-1 0 0,1 0 0,0 1 0,-1 0 0,0 0 0,1 0 0,-1 0 0,1 0 0,-1 0 0,1 1 0,-1-1 0,1 0 0,0 0 0,-1 0 0,1 1 0,0 1 0,-1 16 0,0 1 0,2 0 0,0 0 0,1-1 0,9 38 0,37 94 0,-38-123 0,8 20 0,3-1 0,2-1 0,2-1 0,49 68 0,-63-98 0,22 23 0,-29-34 0,0-1 0,0 1 0,1 0 0,-1-1 0,1 0 0,-1 0 0,1-1 0,0 1 0,0-1 0,7 2 0,-11-4 0,1 0 0,0 1 0,-1-1 0,1 0 0,0 0 0,0 0 0,-1 0 0,1 0 0,0 0 0,0-1 0,-1 1 0,1 0 0,0-1 0,-1 0 0,1 1 0,-1-1 0,3-1 0,-2 0 0,1 0 0,-1 0 0,0 0 0,0 0 0,0 0 0,0 0 0,-1-1 0,1 1 0,2-5 0,1-4 0,-1-1 0,0 1 0,5-24 0,-7 25 0,1-4 0,-3 11 0,1 0 0,-1 0 0,1 0 0,0-1 0,0 1 0,2-4 0,-3 6 0,0 1 0,0 0 0,0 0 0,1 0 0,-1 0 0,0 0 0,0-1 0,0 1 0,0 0 0,0 0 0,0 0 0,0 0 0,0 0 0,1 0 0,-1 0 0,0 0 0,0 0 0,0 0 0,0 0 0,0-1 0,1 1 0,-1 0 0,0 0 0,0 0 0,0 0 0,0 0 0,0 0 0,1 0 0,-1 0 0,0 0 0,0 0 0,0 0 0,0 0 0,0 1 0,1-1 0,-1 0 0,0 0 0,0 0 0,0 0 0,0 0 0,0 0 0,1 0 0,5 8 0,4 13 0,-9-20 0,11 28 0,14 31 0,-23-54 0,0 0 0,1-1 0,0 1 0,0-1 0,0 0 0,0 0 0,8 6 0,1-5 120,-13-5-158,0-1 0,1 0 0,-1 0 0,0 0 0,1 0 0,-1 0-1,0 0 1,1 0 0,-1 0 0,0 0 0,1 0 0,-1 0 0,0 0 0,0 0 0,1-1 0,-1 1 0,0 0 0,1 0 0,-1 0-1,0 0 1,0 0 0,1-1 0,-1 1 0,0 0 0,0 0 0,1 0 0,-1-1 0,0 1 0,0 0 0,0 0 0,1-1 0,-1 1-1,0 0 1,0-1 0,0 1 0,0 0 0,0 0 0,0-1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16.8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28 24575,'0'-10'0,"0"-1"0,-3 5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17.3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86 24575,'7'-11'0,"1"0"0,1 0 0,15-14 0,-22 22 0,1 1 0,0-1 0,0 1 0,0 0 0,1-1 0,-1 2 0,0-1 0,1 0 0,0 1 0,-1-1 0,1 1 0,0 0 0,-1 0 0,1 0 0,0 1 0,0 0 0,4-1 0,-5 2 0,-1 0 0,1-1 0,0 1 0,-1 0 0,1 1 0,-1-1 0,0 0 0,1 1 0,-1-1 0,0 1 0,0 0 0,0 0 0,0-1 0,0 1 0,0 1 0,-1-1 0,1 0 0,-1 0 0,3 5 0,2 4 0,-1 1 0,7 22 0,-11-31 0,4 14 0,-1 0 0,-1 0 0,3 29 0,-5 53 0,-1-59 0,-1-37 0,1 0 0,1 0 0,-1 0 0,0 0 0,1 0 0,-1 0 0,1 0 0,0 0 0,0-1 0,0 1 0,1 0 0,-1 0 0,0-1 0,4 5 0,-2-4 0,0 0 0,1 0 0,-1-1 0,1 1 0,-1-1 0,1 0 0,0 0 0,0 0 0,6 2 0,20 7 0,0-2 0,32 6 0,-43-12 0,0 0 0,1-1 0,-1-1 0,30-3 0,-37 0-1365,-3-2-5461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17.8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1 203 24575,'67'-19'0,"-40"11"0,0 0 0,0-2 0,30-14 0,-52 21 0,0-1 0,0 1 0,-1-1 0,1 0 0,-1 0 0,0 0 0,-1 0 0,1-1 0,0 0 0,-1 0 0,3-5 0,-5 8 0,0 0 0,0 0 0,0 0 0,-1 1 0,1-2 0,0 1 0,-1 0 0,1 0 0,-1 0 0,0 0 0,0 0 0,0 0 0,0 0 0,0 0 0,0-1 0,0 1 0,-1 0 0,1 0 0,-1 0 0,1 0 0,-1 0 0,0 0 0,0 0 0,0 0 0,0 0 0,0 1 0,-1-1 0,1 0 0,0 1 0,-1-1 0,1 1 0,-1-1 0,-1 0 0,1 0 0,0 1 0,0 0 0,1-1 0,-1 1 0,0 0 0,0 0 0,0 1 0,0-1 0,0 0 0,0 1 0,-1-1 0,1 1 0,0 0 0,0-1 0,0 1 0,0 0 0,0 0 0,-1 1 0,1-1 0,0 0 0,0 1 0,0-1 0,0 1 0,0 0 0,0 0 0,0-1 0,0 1 0,0 1 0,0-1 0,0 0 0,1 0 0,-1 1 0,0-1 0,1 1 0,-1-1 0,1 1 0,0 0 0,-1-1 0,1 1 0,0 0 0,0 0 0,0 0 0,0 0 0,1 0 0,-1 0 0,1 0 0,-1 3 0,-1 5 0,0 0 0,1 1 0,1-1 0,-1 1 0,2-1 0,0 1 0,0-1 0,1 1 0,0-1 0,0 0 0,8 17 0,-6-16 0,0-1 0,1 0 0,1 0 0,-1-1 0,2 1 0,-1-1 0,1-1 0,1 1 0,-1-1 0,18 13 0,-21-18-76,0 0 1,0-1-1,0 0 0,0 0 0,1 0 0,-1 0 0,1-1 0,-1 1 1,1-1-1,0 0 0,0-1 0,-1 1 0,1-1 0,0 0 1,0 0-1,0-1 0,5 0 0,3-3-6750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18.3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134 508 24575,'-5'1'0,"-14"1"0,-29 6 0,44-7 0,-1 0 0,1 0 0,0 1 0,0-1 0,0 1 0,0 0 0,1 0 0,-1 0 0,0 1 0,1-1 0,0 1 0,-6 6 0,8-8 0,0 1 0,0-1 0,1 1 0,-1-1 0,0 1 0,1-1 0,0 1 0,-1-1 0,1 1 0,0-1 0,0 1 0,0 0 0,0-1 0,0 1 0,0-1 0,0 1 0,0-1 0,1 1 0,-1 0 0,1-1 0,-1 1 0,1-1 0,-1 0 0,3 3 0,1 4 0,1-1 0,0 1 0,8 7 0,-5-4 0,-3-5 0,0 0 0,0 0 0,0 0 0,1-1 0,0 1 0,0-1 0,7 4 0,-11-8 0,0 0 0,0 0 0,0 0 0,0-1 0,0 1 0,0 0 0,0-1 0,0 0 0,0 1 0,0-1 0,1 0 0,-1 0 0,0 0 0,0 0 0,0 0 0,0-1 0,0 1 0,1-1 0,-1 1 0,0-1 0,0 0 0,0 0 0,-1 0 0,1 0 0,0 0 0,0 0 0,0-1 0,-1 1 0,1 0 0,2-3 0,0-1 0,0 0 0,-1 0 0,1 0 0,-1-1 0,0 1 0,0-1 0,-1 0 0,0 0 0,0 0 0,0 0 0,-1 0 0,0 0 0,1-11 0,-1-8 0,-1 1 0,-3-29 0,-1 16 0,-2-1 0,-2 1 0,-17-53 0,4 36 0,-41-81 0,52 115 0,0 1 0,-18-29 0,27 47 0,1 1 0,0 0 0,0-1 0,0 1 0,0 0 0,-1-1 0,1 1 0,0 0 0,0-1 0,-1 1 0,1 0 0,0-1 0,0 1 0,-1 0 0,1 0 0,0-1 0,-1 1 0,1 0 0,0 0 0,-1 0 0,1 0 0,-1-1 0,1 1 0,0 0 0,-1 0 0,1 0 0,0 0 0,-1 0 0,1 0 0,-1 0 0,1 0 0,0 0 0,-1 0 0,0 1 0,1 0 0,-1-1 0,1 1 0,-1 0 0,1 0 0,0-1 0,-1 1 0,1 0 0,0 0 0,0 0 0,0 0 0,-1 0 0,1-1 0,0 2 0,1 37 0,-1-36 0,2 18 0,2 0 0,0 0 0,8 25 0,26 61 0,-26-75 0,8 19-341,2-2 0,1-1-1,59 88 1,-69-119-6485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19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251 257 24575,'-3'-9'0,"-5"-25"0,-17-43 0,21 67 0,-1 0 0,0 0 0,0 1 0,-1 0 0,0 0 0,0 0 0,-1 1 0,-14-13 0,16 16 0,-1 0 0,-1 0 0,1 0 0,-1 1 0,1 0 0,-1 0 0,-10-3 0,14 6 0,1 1 0,0-1 0,-1 1 0,1 0 0,-1-1 0,1 1 0,0 0 0,-1 1 0,1-1 0,-1 0 0,1 1 0,0-1 0,-1 1 0,1 0 0,0-1 0,0 1 0,-1 0 0,1 1 0,0-1 0,0 0 0,0 0 0,0 1 0,1 0 0,-1-1 0,0 1 0,1 0 0,-3 3 0,0 0 0,1 0 0,0 0 0,1 0 0,-1 1 0,1-1 0,0 1 0,0 0 0,1-1 0,0 1 0,0 0 0,0 0 0,1 0 0,0 0 0,0 0 0,1 6 0,1 9 0,1 0 0,12 38 0,21 49 0,4-1 0,79 147 0,-112-241 0,62 128 0,-54-104 0,22 72 0,-36-105 0,0-2 0,-1 0 0,1-1 0,0 1 0,-1 0 0,0 0 0,1 0 0,-1 0 0,0 0 0,0 0 0,0 0 0,0 0 0,-1 0 0,1 0 0,0 0 0,-1-1 0,0 3 0,1-3-39,-1-1 0,1 0 0,0 0 0,0 0 0,-1 0 0,1 1 0,0-1 0,-1 0 0,1 0 0,0 0 0,-1 0 0,1 0 0,0 0 0,-1 0 0,1 0 0,0 0 0,0 0 0,-1 0 0,1 0 0,0 0 0,-1 0 0,1 0 0,0 0 0,-1 0 0,1 0 0,0-1 0,-1 1 0,1 0 0,0 0 0,0 0 0,-1 0 0,1-1 0,0 1 0,-1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19.7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308 31 24575,'-29'-5'0,"-15"-2"0,-3 1 0,3 1 0,5 1 0,8 2 0,6 1 0,5 3 0,4 1 0,4 3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20.3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151 306 24575,'34'27'0,"-53"-52"0,-30-26 0,24 26 0,-32-41 0,49 55 0,2 0 0,-1 0 0,-4-13 0,11 24 0,-1-1 0,1 1 0,0-1 0,-1 1 0,1-1 0,0 1 0,0-1 0,0 1 0,0-1 0,0 1 0,0-1 0,0 0 0,0 1 0,0-1 0,0 1 0,0-1 0,0 1 0,0-1 0,0 1 0,0-1 0,0 1 0,1-1 0,-1 1 0,0-1 0,0 1 0,1-2 0,0 2 0,0-1 0,-1 1 0,1 0 0,0-1 0,0 1 0,0 0 0,-1-1 0,1 1 0,0 0 0,0 0 0,0 0 0,0 0 0,-1 0 0,1 0 0,1 0 0,4 1 0,0 0 0,1 0 0,7 3 0,100 30 0,-90-28 0,1-2 0,44 2 0,-57-6 0,11 1 0,0-1 0,37-5 0,-54 4 0,0 0 0,-1 0 0,1 0 0,-1-1 0,1 0 0,-1 0 0,0-1 0,0 1 0,0-1 0,0 0 0,0-1 0,-1 1 0,1-1 0,-1 0 0,0 0 0,4-5 0,-6 7 0,-1-1 0,1 1 0,-1-1 0,0 0 0,0 1 0,0-1 0,0 0 0,0 0 0,-1 1 0,1-1 0,-1 0 0,0 0 0,0 0 0,0 0 0,0 0 0,0 0 0,-1 1 0,1-1 0,-2-3 0,2 4 0,-1 0 0,0 0 0,0 0 0,0 0 0,0 0 0,0 0 0,0 0 0,-1 1 0,1-1 0,-1 0 0,1 1 0,-1-1 0,0 1 0,1 0 0,-1 0 0,0-1 0,0 1 0,0 0 0,0 0 0,0 1 0,0-1 0,0 0 0,0 1 0,0-1 0,-3 0 0,2 1 0,0 0 0,0 0 0,0 0 0,-1 0 0,1 0 0,0 1 0,0-1 0,0 1 0,0 0 0,0 0 0,0 0 0,0 0 0,0 1 0,0-1 0,1 1 0,-1-1 0,0 1 0,1 0 0,-1 0 0,1 0 0,0 1 0,0-1 0,0 1 0,0-1 0,0 1 0,0-1 0,1 1 0,-1 0 0,1 0 0,0 0 0,0 0 0,-1 4 0,0-1 0,1 1 0,0-1 0,0 0 0,0 0 0,1 1 0,0-1 0,0 1 0,1-1 0,0 0 0,0 0 0,0 1 0,1-1 0,0 0 0,0 0 0,4 9 0,3-1 0,1-1 0,0 1 0,1-1 0,0-1 0,18 15 0,-5-7 0,51 33 0,-64-47 0,0 1 0,1-2 0,-1 0 0,1 0 0,0-1 0,0 0 0,1-1 0,-1-1 0,0 0 0,21 1 0,-31-3 5,0 0 0,1 0 0,-1-1 0,0 1 0,0-1 0,1 1 0,-1-1 0,0 0 0,0 0 0,0 0 0,0 0 0,0 0 0,0 0 0,0 0 0,0-1 0,0 1 0,-1-1 0,1 0 0,-1 1 0,1-1 0,-1 0 0,1 0 0,1-3 0,-1 0-170,0-1 0,0 1 0,-1-1 0,1 1 0,-1-1 0,0 0 0,-1 1 0,1-8 0,-1 0-6661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20.9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104 117 24575,'-9'-58'0,"7"51"0,0 0 0,0 1 0,0-1 0,-1 0 0,-7-11 0,10 18 0,0-1 0,0 1 0,0 0 0,-1-1 0,1 1 0,0-1 0,-1 1 0,1 0 0,0-1 0,-1 1 0,1 0 0,0 0 0,-1-1 0,1 1 0,0 0 0,-1 0 0,1-1 0,-1 1 0,1 0 0,-1 0 0,1 0 0,0 0 0,-1 0 0,1 0 0,-1 0 0,1 0 0,-1 0 0,1 0 0,-1 0 0,0 0 0,0 1 0,0-1 0,0 1 0,0-1 0,0 1 0,1 0 0,-1-1 0,0 1 0,0 0 0,1 0 0,-1-1 0,0 3 0,-3 3 0,1 1 0,-6 13 0,8-17 0,-9 22 0,-8 34 0,16-52 0,0 1 0,1 0 0,0 0 0,1 0 0,0 0 0,0 0 0,0 0 0,1-1 0,2 10 0,-2-14 0,-1 0 0,1-1 0,0 1 0,1-1 0,-1 1 0,0-1 0,1 1 0,-1-1 0,1 0 0,0 0 0,0 0 0,0 0 0,4 4 0,-5-6 0,0 1 0,0 0 0,0-1 0,0 1 0,1-1 0,-1 0 0,0 1 0,0-1 0,1 0 0,-1 0 0,0 1 0,0-1 0,1 0 0,-1 0 0,0-1 0,0 1 0,1 0 0,-1 0 0,0-1 0,0 1 0,1 0 0,-1-1 0,0 1 0,0-1 0,0 0 0,0 1 0,0-1 0,0 0 0,0 0 0,0 1 0,2-3 0,1-3 0,1 1 0,-1-1 0,0 0 0,0 0 0,-1 0 0,1 0 0,-2-1 0,4-9 0,2-3 0,-8 19 0,0 0 0,0 0 0,0 0 0,0 0 0,0 0 0,0 0 0,0-1 0,0 1 0,0 0 0,0 0 0,0 0 0,0 0 0,0 0 0,0 0 0,0-1 0,0 1 0,0 0 0,0 0 0,0 0 0,0 0 0,0 0 0,0 0 0,0 0 0,0 0 0,0 0 0,0-1 0,1 1 0,-1 0 0,0 0 0,0 0 0,0 0 0,0 0 0,0 0 0,0 0 0,0 0 0,0 0 0,1 0 0,-1 0 0,0 0 0,0 0 0,0 0 0,0 0 0,0 0 0,0 0 0,0 0 0,1 0 0,-1 0 0,0 0 0,0 0 0,0 0 0,0 0 0,0 0 0,0 0 0,1 0 0,1 9 0,0 21 0,-2-24 0,4 50 0,17 87 0,-14-110 0,2 1 0,2-2 0,26 59 0,-36-89-105,0 1 0,1-1 0,-1 1 0,0-1 0,1 0 0,0 0 0,-1 1 0,1-1 0,0 0 0,0 0 0,0-1 0,5 4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22.0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4 148 24575,'-1'2'0,"0"1"0,1-1 0,0 0 0,-1 1 0,1-1 0,0 0 0,0 1 0,0-1 0,0 0 0,0 1 0,1-1 0,-1 0 0,1 1 0,0-1 0,-1 0 0,1 0 0,2 4 0,2 2 0,-1 1 0,1-2 0,7 10 0,0-2 0,0-1 0,17 15 0,-23-24 0,0 1 0,1-2 0,-1 1 0,1-1 0,0 0 0,0 0 0,15 5 0,-21-9 0,0 1 0,1-1 0,-1 1 0,1-1 0,-1 1 0,1-1 0,-1 0 0,1 0 0,-1 0 0,1 0 0,-1 0 0,1 0 0,-1 0 0,1-1 0,-1 1 0,1 0 0,-1-1 0,1 1 0,-1-1 0,0 0 0,1 1 0,-1-1 0,0 0 0,0 0 0,1 0 0,-1 0 0,0 0 0,0 0 0,0 0 0,0 0 0,0 0 0,0-1 0,-1 1 0,1 0 0,0-1 0,0 1 0,-1 0 0,1-1 0,-1 1 0,0-1 0,1-1 0,1-7 0,-1 0 0,0-1 0,0 1 0,-3-21 0,2 17 0,0 10 0,0 0 0,0 0 0,0-1 0,1 1 0,0 0 0,1-6 0,-1 9 0,-1 1 0,0-1 0,0 0 0,1 0 0,-1 1 0,1-1 0,-1 0 0,0 1 0,1-1 0,-1 0 0,1 1 0,-1-1 0,1 1 0,0-1 0,-1 0 0,1 1 0,0 0 0,-1-1 0,1 1 0,0-1 0,-1 1 0,1 0 0,0 0 0,0-1 0,-1 1 0,1 0 0,0 0 0,0 0 0,0 0 0,-1 0 0,1 0 0,0 0 0,0 0 0,0 0 0,-1 0 0,1 0 0,0 1 0,0-1 0,-1 0 0,1 0 0,1 1 0,4 3 0,1 0 0,-1 0 0,0 0 0,0 1 0,0 0 0,8 10 0,-6-7 0,0 0 0,10 7 0,-2-4 0,0 0 0,1-1 0,26 11 0,-38-19 0,1 1 0,-1-2 0,1 1 0,0-1 0,-1 1 0,1-2 0,0 1 0,0-1 0,0 1 0,-1-2 0,1 1 0,0-1 0,0 1 0,0-2 0,-1 1 0,7-3 0,-8 2 0,0-1 0,0 1 0,-1-1 0,1 0 0,-1 0 0,0 0 0,0 0 0,0-1 0,0 1 0,-1-1 0,1 0 0,-1 0 0,0 0 0,0 0 0,0 0 0,1-6 0,0 0 0,0 0 0,-1 0 0,0 0 0,-1 0 0,0 0 0,0-13 0,-2 12 0,0-1 0,-1 1 0,-1 0 0,1 0 0,-7-14 0,6 17 0,0 1 0,0 0 0,-1 0 0,0 1 0,0-1 0,0 1 0,-1 0 0,-9-9 0,13 14 0,1 1 0,-1-1 0,1 1 0,-1-1 0,1 1 0,-1 0 0,0-1 0,1 1 0,-1 0 0,0-1 0,1 1 0,-1 0 0,1 0 0,-1 0 0,0 0 0,1 0 0,-1 0 0,0 0 0,1 0 0,-1 0 0,0 0 0,1 0 0,-1 0 0,0 0 0,1 0 0,-1 1 0,0-1 0,-1 1 0,1 0 0,-1 0 0,1 0 0,0 0 0,-1 1 0,1-1 0,0 0 0,0 1 0,0-1 0,-1 3 0,-2 2 0,1 0 0,0 1 0,1-1 0,-3 10 0,4-10 0,0 1 0,0 0 0,1 0 0,0 0 0,0 0 0,1 0 0,0 0 0,0 0 0,1 0 0,-1-1 0,1 1 0,1-1 0,0 1 0,-1-1 0,9 12 0,-6-9 0,1-1 0,0 0 0,1 0 0,0 0 0,0-1 0,1 0 0,0 0 0,0-1 0,0 0 0,12 6 0,-6-6 0,-1-1 0,1-1 0,1 0 0,-1 0 0,0-2 0,1 0 0,0 0 0,27-2 0,-37 0 0,0 0 0,0 0 0,0-1 0,0 0 0,0 0 0,0 0 0,0-1 0,0 0 0,-1 1 0,1-2 0,0 1 0,7-6 0,-9 6 0,-1 0 0,1-1 0,-1 0 0,1 0 0,-1 1 0,0-1 0,0-1 0,0 1 0,0 0 0,-1 0 0,1-1 0,-1 1 0,0-1 0,0 1 0,0-1 0,0 1 0,-1-1 0,1-4 0,-1-5 0,0 10 0,0 0 0,0-1 0,0 1 0,0 0 0,1 0 0,0-4 0,-1 7 0,0 0 0,0 0 0,0 0 0,0 0 0,1 0 0,-1 0 0,0-1 0,0 1 0,0 0 0,0 0 0,0 0 0,0 0 0,0 0 0,0 0 0,0 0 0,1 0 0,-1-1 0,0 1 0,0 0 0,0 0 0,0 0 0,0 0 0,0 0 0,1 0 0,-1 0 0,0 0 0,0 0 0,0 0 0,0 0 0,0 0 0,1 0 0,-1 0 0,0 0 0,0 0 0,0 0 0,0 0 0,0 0 0,1 0 0,-1 0 0,0 0 0,0 1 0,8 4 0,5 10 0,-13-15 0,19 26 0,-13-16 0,1-1 0,0 0 0,0-1 0,1 1 0,0-2 0,11 10 0,-19-17 0,1 1 0,-1-1 0,1 0 0,0 1 0,-1-1 0,1 0 0,0 1 0,-1-1 0,1 0 0,0 0 0,-1 1 0,1-1 0,0 0 0,0 0 0,-1 0 0,1 0 0,0 0 0,0 0 0,-1 0 0,1 0 0,0 0 0,-1-1 0,1 1 0,0 0 0,0 0 0,-1-1 0,1 1 0,-1 0 0,1-1 0,0 1 0,-1 0 0,1-1 0,-1 1 0,1-1 0,-1 1 0,1-1 0,-1 0 0,1 0 0,2-3 0,-1-1 0,0 1 0,0-1 0,0 0 0,1-4 0,5-11 0,-8 18 0,1 1 0,1-1 0,-1 1 0,0-1 0,0 1 0,0 0 0,1 0 0,-1-1 0,1 1 0,-1 0 0,1 0 0,-1 1 0,1-1 0,0 0 0,-1 0 0,1 1 0,0-1 0,1 1 0,1-1 0,-1 1 0,0 0 0,0 0 0,0 0 0,1 1 0,-1-1 0,0 1 0,0 0 0,5 1 0,2 2 0,0 1 0,0 0 0,-1 1 0,16 11 0,4 3 13,-17-12-472,0 1-1,13 12 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23.2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263 54 24575,'-181'-51'0,"178"50"0,-1 1 0,0-1 0,0 0 0,0 1 0,1 0 0,-1 0 0,0 0 0,0 1 0,0-1 0,1 1 0,-1 0 0,0 0 0,-3 2 0,5-3 0,0 1 0,1 1 0,-1-1 0,0 0 0,1 0 0,-1 1 0,1-1 0,0 1 0,-1-1 0,1 1 0,0-1 0,0 1 0,0 0 0,0 0 0,0 0 0,0-1 0,1 1 0,-1 0 0,1 0 0,-1 0 0,1 0 0,0 0 0,0 0 0,-1 0 0,2 0 0,-1 3 0,0-1 0,1 0 0,0 0 0,0 1 0,0-1 0,1 0 0,0 0 0,-1 0 0,1-1 0,1 1 0,-1 0 0,0-1 0,6 6 0,4 5 0,23 19 0,-27-25 0,4 2 0,-1 0 0,1-1 0,1 0 0,0-1 0,0 0 0,0-1 0,16 5 0,-24-10 0,-1-1 0,1 0 0,0 0 0,0 0 0,0-1 0,0 1 0,0-1 0,0 0 0,0 0 0,0-1 0,4-1 0,-5 1 0,0 0 0,0-1 0,-1 1 0,1-1 0,-1 0 0,1 0 0,-1-1 0,0 1 0,0-1 0,0 1 0,0-1 0,0 0 0,0 0 0,-1 0 0,4-6 0,-2 2 0,0 0 0,0-1 0,-1 1 0,0-1 0,0 0 0,-1 0 0,2-10 0,-1-6 0,1-28 0,-3 26 0,3 8 0,1 16 0,2 9 0,26 55 0,-20-37 0,0-1 0,1-1 0,2 0 0,31 36 0,-33-45 0,0 0 0,25 17 0,-34-27 0,-1-1 0,1 0 0,0 0 0,1-1 0,-1 0 0,0 0 0,1 0 0,-1 0 0,1-1 0,-1 0 0,1 0 0,0-1 0,8 1 0,-11-2 0,0 0 0,0 1 0,0-1 0,0-1 0,0 1 0,0 0 0,0-1 0,-1 1 0,1-1 0,0 0 0,-1 0 0,0 0 0,1 0 0,-1-1 0,0 1 0,0-1 0,0 1 0,0-1 0,2-4 0,3-7 0,0 0 0,8-24 0,-14 35 0,16-58 0,-13 42 0,13-35 0,-17 54 0,0 0 0,0 0 0,0-1 0,0 1 0,0 0 0,0 0 0,0 0 0,1-1 0,-1 1 0,0 0 0,0 0 0,0 0 0,0-1 0,0 1 0,0 0 0,1 0 0,-1 0 0,0 0 0,0-1 0,0 1 0,0 0 0,1 0 0,-1 0 0,0 0 0,0 0 0,0 0 0,1 0 0,-1-1 0,0 1 0,0 0 0,1 0 0,-1 0 0,0 0 0,0 0 0,1 0 0,5 8 0,2 17 0,-8-23 0,12 55 0,-3 0 0,3 73 0,-8-76 0,4 69 0,-9 175 0,0-291 0,0 18 0,-7 28 0,7-46 0,-1-1 0,1 1 0,-2-1 0,1 0 0,-1 1 0,1-1 0,-2-1 0,1 1 0,-7 8 0,9-12 0,-1 0 0,1-1 0,-1 1 0,0-1 0,1 1 0,-1-1 0,0 1 0,0-1 0,0 0 0,0 0 0,0 0 0,0 0 0,0-1 0,0 1 0,-1 0 0,1-1 0,0 0 0,0 1 0,-3-1 0,2-1 0,0 1 0,0-1 0,0 1 0,0-1 0,0 0 0,0-1 0,0 1 0,0 0 0,0-1 0,1 1 0,-1-1 0,-2-2 0,-5-5 0,1 0 0,0-1 0,1 1 0,0-2 0,-10-15 0,10 11 0,-1-1 0,2 0 0,0 0 0,1-1 0,0 0 0,1 0 0,1 0 0,1 0 0,-1-24 0,3 29 0,1 1 0,0-1 0,1 1 0,0-1 0,1 1 0,0-1 0,1 1 0,0 0 0,1 0 0,0 0 0,1 1 0,0-1 0,1 1 0,0 0 0,8-10 0,-9 15-195,-1 0 0,1 1 0,0-1 0,0 1 0,0 0 0,11-6 0,-3 4-6631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35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1 24575,'-9'1'0,"1"1"0,-1 1 0,1-1 0,0 1 0,0 1 0,-13 7 0,13-7 0,0 1 0,0 0 0,0 0 0,1 1 0,-1 0 0,2 0 0,-1 1 0,-8 9 0,13-11 0,-3 2 0,0-1 0,1 2 0,0-1 0,1 0 0,-5 12 0,8-17 0,-1 0 0,1 0 0,0 0 0,0 0 0,-1 1 0,1-1 0,1 0 0,-1 0 0,0 1 0,0-1 0,1 0 0,-1 0 0,1 0 0,0 0 0,0 0 0,0 0 0,0 0 0,0 0 0,0 0 0,0 0 0,1 0 0,-1-1 0,1 1 0,-1-1 0,2 2 0,3 2 0,0 0 0,0-1 0,1 0 0,-1-1 0,1 1 0,0-1 0,0-1 0,9 3 0,63 12 0,-51-12 0,-27-5 0,10 2 0,0-1 0,19 1 0,-28-2 0,0 1 0,0-1 0,0 0 0,0-1 0,0 1 0,-1 0 0,1-1 0,0 1 0,0-1 0,0 1 0,0-1 0,-1 0 0,1 0 0,0 0 0,-1 0 0,1 0 0,0 0 0,-1 0 0,0 0 0,1-1 0,-1 1 0,0-1 0,2-2 0,-2 3-105,-1 0 0,1 0 0,-1 0 0,0-1 0,0 1 0,0 0 0,0 0 0,0 0 0,0-1 0,0 1 0,0 0 0,-1-2 0,-1-6-6721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55.5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51 24575,'0'-4'0,"0"0"0,0 0 0,-1 1 0,1-1 0,-1 0 0,0 0 0,0 0 0,-1 1 0,1-1 0,-1 0 0,-3-4 0,5 8 0,0 0 0,0 0 0,0 0 0,0 0 0,0 0 0,0 0 0,0 0 0,0 0 0,0 0 0,0 0 0,0 0 0,0 0 0,0 0 0,0 0 0,0 0 0,0 0 0,0 0 0,0 1 0,-1-1 0,1 0 0,0 0 0,0 0 0,0 0 0,0 0 0,0 0 0,0 0 0,0 0 0,0 0 0,0 0 0,0 0 0,0 0 0,0 0 0,0 0 0,0 0 0,-1 0 0,1 0 0,0 0 0,0 0 0,0 0 0,0 0 0,0 0 0,0 0 0,0 0 0,0-1 0,0 1 0,0 0 0,0 0 0,0 0 0,0 0 0,0 0 0,0 0 0,0 0 0,0 0 0,-1 0 0,1 0 0,0 0 0,0 0 0,0 0 0,0 0 0,0 0 0,0 0 0,0 0 0,0-1 0,0 1 0,0 10 0,3 12 0,0-15 0,0 0 0,0 0 0,0 0 0,1-1 0,0 1 0,0-1 0,1 0 0,-1 0 0,1 0 0,1-1 0,-1 0 0,1 0 0,0 0 0,0 0 0,0-1 0,1 0 0,0-1 0,-1 1 0,1-1 0,0-1 0,1 1 0,-1-1 0,0 0 0,1-1 0,-1 0 0,1 0 0,13-1 0,-18 0 0,-1 0 0,1 0 0,0 0 0,-1-1 0,1 0 0,0 1 0,-1-1 0,1 0 0,-1 0 0,1 0 0,-1-1 0,0 1 0,0-1 0,1 1 0,-1-1 0,0 0 0,0 0 0,0 1 0,-1-1 0,1-1 0,0 1 0,-1 0 0,2-4 0,1-2 0,-1-1 0,0 0 0,0 0 0,-1 0 0,1-12 0,3-9 0,-6 29 0,0 1 0,0-1 0,0 0 0,1 0 0,-1 1 0,0-1 0,0 0 0,0 0 0,1 1 0,-1-1 0,1 1 0,-1-1 0,0 0 0,1 1 0,-1-1 0,1 1 0,-1-1 0,1 1 0,-1-1 0,1 1 0,0-1 0,0 1 0,-1 0 0,1 0 0,-1 0 0,1 0 0,-1 0 0,1 0 0,-1 1 0,1-1 0,-1 0 0,1 0 0,-1 1 0,1-1 0,-1 0 0,1 0 0,-1 1 0,0-1 0,1 1 0,-1-1 0,0 0 0,1 1 0,-1-1 0,1 1 0,3 6 0,-1 0 0,7 14 0,-9-18 0,39 97 0,50 193 0,-85-269 0,0 0 0,-2 1 0,-1 0 0,-1 0 0,-2 35 0,1-59 0,0 1 0,0-1 0,0 0 0,0 0 0,0 0 0,-1 0 0,1 1 0,0-1 0,-1 0 0,1 0 0,-1 0 0,1 0 0,-1 0 0,1 0 0,-1 0 0,0 0 0,1 0 0,-1 0 0,0-1 0,0 1 0,0 0 0,1 0 0,-1-1 0,0 1 0,0 0 0,0-1 0,0 1 0,0-1 0,-1 1 0,1-1 0,0 0 0,0 1 0,0-1 0,0 0 0,0 0 0,-1 0 0,1 0 0,0 0 0,0 0 0,0 0 0,0 0 0,0 0 0,-1-1 0,1 1 0,-1-1 0,-4-1 0,0 0 0,1 0 0,-1-1 0,1 0 0,-1 0 0,1-1 0,-6-4 0,-3-5 0,1-1 0,0-1 0,1 0 0,0-1 0,1 0 0,1 0 0,-16-36 0,22 43 0,0-1 0,1 1 0,0-1 0,0 0 0,1 0 0,-1-12 0,3 19 0,0-1 0,-1 1 0,2 0 0,-1-1 0,0 1 0,1 0 0,-1-1 0,1 1 0,0 0 0,0 0 0,0-1 0,1 1 0,-1 0 0,1 0 0,-1 1 0,1-1 0,0 0 0,0 0 0,1 1 0,-1-1 0,0 1 0,4-3 0,21-10-1365,-14 10-5461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56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143 551 24575,'-3'-2'0,"1"1"0,-1-1 0,1 1 0,-1 0 0,0 0 0,1 0 0,-1 0 0,0 0 0,0 0 0,0 1 0,0 0 0,1-1 0,-1 1 0,0 0 0,0 0 0,0 1 0,0-1 0,0 1 0,0-1 0,1 1 0,-1 0 0,0 0 0,0 0 0,1 0 0,-1 1 0,-3 2 0,1-1 0,1 1 0,-1 0 0,1 0 0,0 0 0,1 0 0,-1 1 0,1 0 0,0-1 0,0 1 0,0 0 0,1 0 0,-4 9 0,5-11 0,-2 8 0,-1-1 0,2 1 0,-3 15 0,5-22 0,0-1 0,0 1 0,0-1 0,0 0 0,1 1 0,-1-1 0,1 1 0,0-1 0,0 0 0,0 1 0,1-1 0,-1 0 0,1 0 0,0 0 0,2 3 0,1 1 0,1-1 0,0 0 0,1 0 0,-1 0 0,1-1 0,0 0 0,0 0 0,1-1 0,0 0 0,-1 0 0,1 0 0,0-1 0,1-1 0,-1 1 0,17 1 0,-6-1 0,0-2 0,0-1 0,1 0 0,-1-1 0,0-1 0,22-5 0,-33 5 0,0 0 0,0 0 0,-1-1 0,1 0 0,-1 0 0,1-1 0,-1 0 0,0 0 0,-1-1 0,1 0 0,-1 0 0,0 0 0,10-12 0,-11 9 0,1 1 0,-1-1 0,-1 0 0,0 0 0,0-1 0,0 1 0,-1-1 0,-1 0 0,1 0 0,-1 0 0,1-18 0,-2-16 0,-3-1 0,-1 0 0,-13-63 0,3 28 0,-26-193 0,39 269 0,-1 0 0,1 0 0,-1 0 0,0 0 0,0 0 0,-2-3 0,3 6 0,0-1 0,0 1 0,0 0 0,-1-1 0,1 1 0,0 0 0,0-1 0,-1 1 0,1 0 0,0 0 0,-1-1 0,1 1 0,0 0 0,-1 0 0,1 0 0,0-1 0,-1 1 0,1 0 0,0 0 0,-1 0 0,1 0 0,-1 0 0,0 0 0,1 0 0,-1 0 0,1 0 0,-1 1 0,1-1 0,-1 0 0,0 1 0,1-1 0,-1 0 0,1 1 0,-1-1 0,1 1 0,0-1 0,-1 1 0,1-1 0,-1 1 0,1-1 0,0 1 0,-1 0 0,-4 8 0,0 1 0,0 0 0,1 0 0,0 0 0,-5 20 0,4-3 0,-3 32 0,5-27 0,-1 8 0,1 59 0,4-86 0,0 0 0,1 0 0,0 0 0,1 0 0,1-1 0,0 1 0,0-1 0,11 19 0,-2-9 0,2-1 0,0 0 0,1-1 0,1-1 0,1-1 0,25 21 0,-13-15 0,0-2 0,2-1 0,53 26 0,-66-37 0,-9-5 0,0 1 0,0-2 0,1 1 0,0-2 0,0 1 0,15 2 0,-23-6 0,1 0 0,-1 0 0,0-1 0,1 1 0,-1-1 0,1 0 0,-1 1 0,0-2 0,0 1 0,1 0 0,-1 0 0,0-1 0,0 0 0,0 0 0,-1 0 0,1 0 0,0 0 0,-1 0 0,1-1 0,1-2 0,0 0 0,0 0 0,-1 0 0,0 0 0,0 0 0,0 0 0,-1-1 0,0 1 0,0-1 0,0 0 0,1-10 0,-1 1 0,-1 0 0,0-1 0,-2 1 0,0 0 0,0-1 0,-2 1 0,1 0 0,-2 0 0,0 0 0,-1 1 0,-1-1 0,0 1 0,-11-18 0,17 32 0,0-1 0,0 1 0,0-1 0,-1 1 0,1 0 0,0-1 0,0 1 0,-1-1 0,1 1 0,0 0 0,-1-1 0,1 1 0,-1 0 0,1-1 0,0 1 0,-1 0 0,1 0 0,-1-1 0,1 1 0,-1 0 0,1 0 0,-1 0 0,1 0 0,-1-1 0,1 1 0,-1 0 0,1 0 0,-1 0 0,1 0 0,-1 0 0,1 0 0,-1 1 0,1-1 0,-1 0 0,1 0 0,-1 0 0,1 0 0,-1 0 0,1 1 0,0-1 0,-1 0 0,1 0 0,-1 1 0,1-1 0,0 0 0,-1 1 0,1-1 0,0 1 0,-1-1 0,1 0 0,0 1 0,-1-1 0,1 1 0,0-1 0,0 1 0,0-1 0,-1 1 0,-2 6 0,-1 0 0,2 0 0,-4 9 0,3-6 0,1-6 0,0 1 0,1 0 0,0 0 0,0 0 0,0 0 0,0 0 0,1 0 0,0 1 0,0-1 0,0 0 0,2 8 0,-1-10 0,0 1 0,0-1 0,0 1 0,0-1 0,1 1 0,-1-1 0,1 0 0,0 0 0,0 0 0,1 0 0,-1 0 0,0 0 0,1 0 0,0-1 0,-1 1 0,7 3 0,-3-3 0,0 0 0,1 0 0,-1 0 0,1-1 0,-1 0 0,1 0 0,13 2 0,2-2 0,26-1 0,4 0 0,20 12-1365,-60-12-5461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57.2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27 24575,'-4'-4'0,"2"1"0,-1 1 0,1-1 0,-1 1 0,0-1 0,0 1 0,0 0 0,0 0 0,-3-1 0,5 3 0,1 0 0,0 0 0,0 0 0,0 0 0,-1-1 0,1 1 0,0 0 0,0 0 0,-1 0 0,1 0 0,0 0 0,0 0 0,-1 0 0,1 0 0,0 0 0,0 1 0,-1-1 0,1 0 0,0 0 0,0 0 0,-1 0 0,1 0 0,0 0 0,0 0 0,0 1 0,-1-1 0,1 0 0,0 0 0,0 0 0,0 0 0,0 1 0,-1-1 0,1 0 0,0 0 0,0 0 0,0 1 0,0-1 0,0 0 0,0 0 0,0 1 0,-1-1 0,1 0 0,0 0 0,0 1 0,0-1 0,0 0 0,0 0 0,0 1 0,0-1 0,0 0 0,0 0 0,1 1 0,-1-1 0,0 0 0,3 15 0,4 0 0,-1-1 0,2-1 0,0 1 0,0-1 0,15 17 0,59 57 0,-34-37 0,-42-44 0,-2-3 0,-1 1 0,0-1 0,0 1 0,0 0 0,3 5 0,-6-8 0,1 0 0,-1-1 0,0 1 0,0-1 0,0 1 0,0-1 0,1 1 0,-1 0 0,0-1 0,0 1 0,0-1 0,0 1 0,0 0 0,0-1 0,-1 1 0,1-1 0,0 1 0,0 0 0,-1 0 0,1 0 0,-1 0 0,1-1 0,-1 1 0,0 0 0,0-1 0,1 1 0,-1-1 0,0 1 0,0-1 0,0 1 0,1-1 0,-1 0 0,0 1 0,0-1 0,0 0 0,-2 1 0,-8 1 0,-1 0 0,-1-1 0,1 0 0,-17-2 0,-51-7 0,25 1 0,36 6 0,0 0 0,-1 1 0,1 0 0,0 2 0,0 1 0,-32 7 0,33-5-1365,3-1-5461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58.1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430 12 24575,'18'-2'0,"-5"0"0,0 0 0,15-4 0,-36 10 0,0 0 0,0 0 0,0 1 0,1-1 0,0 2 0,0-1 0,0 1 0,-7 8 0,-7 8 0,-24 33 0,17-14 0,-36 68 0,-12 48 0,12-22 0,-12 36 0,50-110 0,19-45 0,2-6 0,0 1 0,-5 19 0,10-21-1365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58.7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274 94 24575,'-26'-20'0,"-34"-20"0,52 35 0,-1 0 0,0 1 0,-1 0 0,1 1 0,-1-1 0,1 2 0,-1-1 0,-12 0 0,18 3 0,0 0 0,1 0 0,-1 1 0,1-1 0,-1 1 0,1 0 0,-1 0 0,1 0 0,0 0 0,-1 1 0,1-1 0,0 1 0,0 0 0,0 0 0,0 0 0,0 0 0,0 1 0,1-1 0,-1 1 0,1-1 0,0 1 0,0 0 0,0 0 0,-3 5 0,3-5 0,0 1 0,1 0 0,-1 0 0,1 0 0,-1 1 0,1-1 0,0 0 0,1 0 0,-1 1 0,1-1 0,0 1 0,0-1 0,0 0 0,0 1 0,1-1 0,0 0 0,0 0 0,0 1 0,3 6 0,1-3 0,-1-1 0,2 1 0,-1-1 0,1 0 0,0 0 0,13 11 0,48 32 0,-23-18 0,-21-15 0,-14-11 0,0 1 0,0 0 0,-1 0 0,0 0 0,0 1 0,10 14 0,-18-21 0,1 0 0,-1-1 0,1 1 0,-1 0 0,0 0 0,1-1 0,-1 1 0,0 0 0,0 0 0,1 0 0,-1-1 0,0 1 0,0 0 0,0 0 0,0 0 0,0 0 0,0-1 0,0 1 0,0 0 0,-1 0 0,1 0 0,0 0 0,0-1 0,-1 1 0,0 1 0,0 0 0,0-1 0,-1 0 0,1 1 0,0-1 0,-1 0 0,1 0 0,-1 0 0,1 0 0,-1 0 0,0 0 0,-2 0 0,-4 2 0,-1 0 0,0-1 0,-16 1 0,4-1 0,1-1 0,-1-1 0,0-1 0,0 0 0,1-2 0,-22-5 0,41 8-54,0 0-1,0-1 0,0 1 1,0 0-1,0 0 1,0-1-1,0 1 0,0 0 1,0-1-1,0 1 1,0-1-1,1 1 0,-1-1 1,0 0-1,0 1 0,1-1 1,-1 0-1,0 1 1,1-1-1,-1 0 0,1 0 1,-1 0-1,1 1 1,-2-3-1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59.3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84 24575,'-26'-16'0,"-49"-26"0,65 38 0,0-1 0,0 2 0,0-1 0,0 1 0,-17-2 0,25 4 0,0 1 0,1 0 0,-1 0 0,0 0 0,1 0 0,-1 0 0,0 0 0,0 0 0,1 1 0,-1-1 0,1 0 0,-1 1 0,0 0 0,1-1 0,-1 1 0,1 0 0,-1 0 0,1 0 0,-1-1 0,1 2 0,-2 0 0,2 0 0,0 0 0,0 0 0,0 0 0,0 0 0,0 0 0,0 0 0,1 0 0,-1 0 0,1 0 0,0 0 0,-1 0 0,1 0 0,0 0 0,0 4 0,1 3 0,1 1 0,0-1 0,0 1 0,1-1 0,0 0 0,5 11 0,-4-11 0,1 0 0,1 0 0,0-1 0,0 0 0,0 0 0,1 0 0,0-1 0,1 1 0,7 5 0,-9-9 0,0 0 0,0 0 0,0-1 0,0 0 0,0 0 0,1 0 0,-1 0 0,1-1 0,0-1 0,0 1 0,-1-1 0,1 0 0,0 0 0,8-1 0,-12 0 0,-1 0 0,0 0 0,0-1 0,0 1 0,1-1 0,-1 1 0,0-1 0,0 0 0,0 1 0,0-1 0,0 0 0,0-1 0,0 1 0,0 0 0,0 0 0,-1-1 0,1 1 0,0-1 0,-1 0 0,0 1 0,1-1 0,-1 0 0,0 0 0,0 0 0,0 0 0,0 0 0,1-4 0,1-3 0,-2 0 0,1 0 0,-1 0 0,0-1 0,-2-12 0,2-13 0,-1 35 0,0 0 0,0 0 0,0 0 0,0-1 0,0 1 0,0 0 0,0 0 0,0 0 0,0 0 0,0 0 0,0 0 0,0 0 0,0 0 0,0 0 0,0 0 0,1 0 0,-1 0 0,0 0 0,0 0 0,0 0 0,0-1 0,0 1 0,0 0 0,0 0 0,0 0 0,0 0 0,0 0 0,0 0 0,0 0 0,0 0 0,0 0 0,0 0 0,0 0 0,0 0 0,0 0 0,0 0 0,1 0 0,-1 0 0,0 0 0,0 0 0,0 0 0,0 0 0,0 0 0,0 0 0,0 0 0,0 0 0,0 0 0,0 0 0,0 0 0,0 0 0,0 0 0,0 0 0,0 0 0,1 0 0,-1 0 0,0 0 0,0 0 0,0 0 0,0 0 0,0 0 0,0 0 0,0 1 0,0-1 0,0 0 0,5 6 0,3 8 0,3 7-227,1-2-1,1 1 1,0-1-1,2-1 1,19 20-1,-22-26-6598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0:59.9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30 24575,'-1'0'0,"1"0"0,0 0 0,-1 0 0,1 0 0,0 0 0,0 0 0,-1 1 0,1-1 0,0 0 0,0 0 0,-1 0 0,1 0 0,0 0 0,0 0 0,-1 1 0,1-1 0,0 0 0,0 0 0,-1 0 0,1 1 0,0-1 0,0 0 0,0 0 0,0 1 0,0-1 0,-1 0 0,1 0 0,0 1 0,0-1 0,0 0 0,0 0 0,0 1 0,0-1 0,0 0 0,0 1 0,0-1 0,0 0 0,0 0 0,0 1 0,0-1 0,0 0 0,0 1 0,0-1 0,0 0 0,0 0 0,0 1 0,1-1 0,-1 0 0,0 0 0,0 1 0,0-1 0,0 0 0,1 1 0,8 13 0,-3-6 0,28 33 0,-29-36 0,-1-1 0,1 0 0,-1 0 0,1 0 0,0-1 0,8 5 0,-12-8 0,0 0 0,0 1 0,-1-1 0,1 1 0,0-1 0,0 0 0,0 0 0,-1 0 0,1 1 0,0-1 0,0 0 0,0 0 0,0 0 0,0 0 0,-1 0 0,1 0 0,0-1 0,0 1 0,0 0 0,0 0 0,-1-1 0,1 1 0,0 0 0,0-1 0,0 1 0,-1-1 0,1 1 0,0-1 0,-1 1 0,1-1 0,0 1 0,-1-1 0,1 0 0,-1 1 0,1-1 0,-1 0 0,1 1 0,-1-1 0,0 0 0,1 0 0,-1 0 0,0 1 0,1-1 0,-1 0 0,0 0 0,0 0 0,0 0 0,0-1 0,1-6 0,0 0 0,-1-1 0,-1-16 0,1 17 0,-1-8 0,1-23 0,0 39 0,0 0 0,0-1 0,0 1 0,0 0 0,0 0 0,0-1 0,0 1 0,0 0 0,0-1 0,1 1 0,-1 0 0,0 0 0,0 0 0,0-1 0,0 1 0,1 0 0,-1 0 0,0 0 0,0-1 0,1 1 0,-1 0 0,0 0 0,0 0 0,1 0 0,-1 0 0,0 0 0,0 0 0,1-1 0,-1 1 0,0 0 0,0 0 0,1 0 0,-1 0 0,0 0 0,1 0 0,-1 0 0,0 0 0,0 0 0,1 1 0,-1-1 0,0 0 0,0 0 0,1 0 0,-1 0 0,0 0 0,0 0 0,1 0 0,-1 1 0,0-1 0,0 0 0,1 0 0,-1 0 0,0 1 0,0-1 0,16 13 0,-14-11 0,15 15 0,19 23 0,-25-25 0,1-2 0,1 1 0,23 18 0,-35-31 0,-1 0 0,1-1 0,0 1 0,0-1 0,-1 1 0,1 0 0,0-1 0,0 1 0,0-1 0,0 0 0,0 1 0,0-1 0,0 0 0,0 1 0,0-1 0,0 0 0,0 0 0,0 0 0,0 0 0,0 0 0,0 0 0,0 0 0,0 0 0,0 0 0,0-1 0,0 1 0,0 0 0,0-1 0,0 1 0,-1-1 0,1 1 0,0-1 0,0 1 0,0-1 0,0 1 0,-1-1 0,1 0 0,0 0 0,-1 1 0,1-1 0,0 0 0,-1 0 0,1 0 0,-1 0 0,1 1 0,0-3 0,2-5 0,-1 1 0,0-1 0,0 0 0,2-15 0,-2 11 0,-2 8 0,1 0 0,0 0 0,0 0 0,1 0 0,-1 0 0,1 1 0,0-1 0,0 0 0,4-6 0,-4 9 0,-1 0 0,0 0 0,1-1 0,-1 1 0,1 0 0,-1 0 0,1 0 0,-1 1 0,1-1 0,0 0 0,-1 1 0,1-1 0,0 1 0,0-1 0,-1 1 0,1 0 0,0 0 0,0 0 0,0 0 0,-1 0 0,1 0 0,0 0 0,0 1 0,3 0 0,2 2 0,1 0 0,-1 1 0,0 0 0,0 0 0,0 0 0,-1 1 0,1 0 0,5 6 0,11 8 0,5 4-70,44 48-1,-44-42-1153,-16-16-5602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00.7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55 219 24575,'-1'20'0,"1"31"0,9 77 0,-7-114 0,1-1 0,0 1 0,0-1 0,2 0 0,-1 0 0,2 0 0,0 0 0,0-1 0,1 0 0,14 18 0,-21-29 0,0-1 0,0 0 0,1 0 0,-1 1 0,0-1 0,0 0 0,0 0 0,0 1 0,1-1 0,-1 0 0,0 0 0,0 0 0,0 1 0,1-1 0,-1 0 0,0 0 0,0 0 0,1 0 0,-1 1 0,0-1 0,1 0 0,-1 0 0,0 0 0,0 0 0,1 0 0,-1 0 0,0 0 0,1 0 0,-1 0 0,0 0 0,1 0 0,-1 0 0,0 0 0,0 0 0,1 0 0,-1 0 0,0 0 0,1-1 0,2-11 0,-5-20 0,-7 4 0,0 0 0,-23-44 0,-2-8 0,24 53 0,1 0 0,1-1 0,2 0 0,1 0 0,1 0 0,1-1 0,1-40 0,2 65 0,1 1 0,-1 0 0,1 0 0,-1 0 0,1 0 0,0 0 0,0 0 0,0 0 0,1 0 0,-1 0 0,1 0 0,0 1 0,-1-1 0,1 0 0,0 1 0,1 0 0,-1-1 0,3-1 0,-3 3 0,0 0 0,0-1 0,0 1 0,1 0 0,-1 0 0,0 1 0,1-1 0,-1 0 0,1 1 0,-1 0 0,1-1 0,-1 1 0,1 0 0,-1 0 0,1 1 0,-1-1 0,1 0 0,-1 1 0,0-1 0,1 1 0,-1 0 0,1 0 0,2 2 0,5 2 0,-1 0 0,0 1 0,0 0 0,-1 1 0,1 0 0,-1 0 0,9 12 0,-12-14 0,-1 0 0,-1 0 0,1 0 0,-1 1 0,0-1 0,0 1 0,-1 0 0,1-1 0,-1 1 0,-1 0 0,1 1 0,-1-1 0,0 0 0,0 7 0,-1-10 0,-1 1 0,1-1 0,-1 0 0,0 0 0,0 1 0,0-1 0,0 0 0,0 0 0,-1 0 0,0 0 0,1 0 0,-1-1 0,0 1 0,0 0 0,-1-1 0,1 1 0,0-1 0,-1 0 0,1 0 0,-1 0 0,0 0 0,0 0 0,0-1 0,-5 3 0,-7 2 0,1-1 0,-1 0 0,-29 4 0,44-9 0,-60 7-1365,44-6-5461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01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30 788 24575,'2'-4'0,"25"-48"0,-3-1 0,30-93 0,-49 121 0,-2 0 0,0 0 0,-2 0 0,-4-49 0,1 49 0,-1 0 0,-2 1 0,-12-43 0,-34-69 0,33 90 0,16 43 0,-6-17 0,7 19 0,1 0 0,-1 0 0,1 1 0,-1-1 0,1 0 0,-1 0 0,1 1 0,-1-1 0,0 0 0,1 1 0,-1-1 0,0 1 0,1-1 0,-1 1 0,0-1 0,0 1 0,0-1 0,-1 1 0,2 0 0,-1 0 0,1 0 0,0 0 0,-1 0 0,1 0 0,-1 1 0,1-1 0,0 0 0,-1 0 0,1 0 0,0 1 0,-1-1 0,1 0 0,0 1 0,-1-1 0,1 0 0,0 0 0,0 1 0,-1-1 0,1 1 0,0-1 0,0 0 0,-1 1 0,1-1 0,0 1 0,0-1 0,0 0 0,0 1 0,0-1 0,0 1 0,-3 17 0,3-13 0,-5 24 0,1-10 0,2 0 0,-1 20 0,5 2 0,3-1 0,1 1 0,13 45 0,-16-75 0,2 12 0,1 0 0,1 0 0,1 0 0,2-1 0,21 38 0,-24-48 0,0-1 0,1 0 0,0 0 0,1 0 0,1-1 0,20 17 0,-1-4 0,-13-9 0,25 15 0,-36-25 0,1-1 0,-1 0 0,1-1 0,0 0 0,0 0 0,-1 0 0,1 0 0,1-1 0,7 1 0,-11-2 0,1 0 0,-1 0 0,1 0 0,-1-1 0,1 0 0,-1 1 0,1-1 0,-1 0 0,0-1 0,0 1 0,1 0 0,-1-1 0,5-3 0,-4 1 0,0 1 0,0-1 0,0 0 0,0 0 0,0-1 0,-1 1 0,0-1 0,3-5 0,-2 2 0,0 1 0,-1-1 0,0 0 0,0 0 0,-1-1 0,0 1 0,0-1 0,-1 1 0,0-1 0,-1 1 0,0-11 0,-1 13 0,-1-1 0,1 1 0,-1 0 0,0 0 0,-1 0 0,0 0 0,0 1 0,0-1 0,0 1 0,-7-9 0,8 12 0,0 0 0,0 0 0,0 1 0,0-1 0,0 0 0,0 1 0,0-1 0,0 1 0,-1 0 0,1 0 0,-1 0 0,-3-1 0,4 1 0,0 1 0,0 0 0,1 0 0,-1 0 0,0 0 0,0 0 0,0 1 0,0-1 0,0 1 0,1-1 0,-1 1 0,0-1 0,0 1 0,1 0 0,-1 0 0,0 0 0,1 0 0,-1 0 0,-1 2 0,0 0 0,0 0 0,0 0 0,1 1 0,-1-1 0,1 1 0,0 0 0,0-1 0,0 1 0,1 0 0,-1 0 0,1 0 0,0 0 0,0 0 0,0 0 0,1 1 0,0-1 0,-1 0 0,2 6 0,-1-2 0,1 1 0,0 0 0,0-1 0,1 1 0,0-1 0,1 0 0,0 0 0,4 9 0,1-3 0,1 0 0,0-1 0,1 0 0,0 0 0,1-1 0,0 0 0,17 13 0,-9-11 0,-1-1 0,1 0 0,1-2 0,35 16 0,-48-25-170,1 1-1,0-1 0,0 0 1,0-1-1,0 0 0,0 0 1,12-1-1,-8 0-6655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05.3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162 127 24575,'-9'-15'0,"0"-1"0,-1 1 0,-1 1 0,-1 0 0,0 1 0,-19-18 0,30 31 0,0-1 0,0 0 0,0 0 0,-1 0 0,1 1 0,0-1 0,0 0 0,-1 1 0,1-1 0,0 1 0,0-1 0,-1 1 0,1 0 0,-1 0 0,1 0 0,0 0 0,-1 0 0,1 0 0,0 0 0,-1 0 0,-1 0 0,2 1 0,-1 0 0,1 0 0,0 0 0,-1-1 0,1 1 0,0 0 0,0 1 0,0-1 0,0 0 0,0 0 0,0 0 0,0 0 0,0 1 0,1-1 0,-1 1 0,0-1 0,1 0 0,-2 3 0,-2 11 0,0 1 0,1 0 0,0 0 0,1-1 0,1 2 0,1-1 0,0 0 0,4 24 0,4 14 0,19 61 0,-13-60 0,50 174 0,-4-14 0,-48-176 0,3 12 0,-19-57-1365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05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69 24575,'-30'-7'0,"-14"-5"0,-2-1 0,4 2 0,6 1 0,8 2 0,6 2 0,4 4 0,2 4 0,5 2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07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197 37 24575,'-14'-7'0,"-6"-1"0,-22-8 0,37 15 0,0 0 0,0 0 0,0 0 0,0 0 0,0 1 0,0-1 0,0 1 0,0 1 0,0-1 0,-7 2 0,9-1 0,1 0 0,-1 0 0,1 0 0,0 0 0,-1 0 0,1 1 0,0-1 0,0 1 0,0 0 0,0-1 0,0 1 0,0 0 0,0 0 0,1 0 0,-1 1 0,1-1 0,-1 0 0,1 1 0,0-1 0,-1 5 0,-2 4 0,2-1 0,0 1 0,-2 20 0,0 0 0,4-28 0,-1-1 0,1 0 0,0 0 0,0 0 0,0 0 0,0 0 0,0 0 0,0 0 0,0 1 0,1-1 0,-1 0 0,1 0 0,0 0 0,-1 0 0,1 0 0,0 0 0,2 2 0,-1-1 0,0-1 0,1 0 0,-1 0 0,0 0 0,1 0 0,-1-1 0,1 1 0,0-1 0,0 1 0,-1-1 0,7 2 0,16 4-273,0-2 0,1 0 0,0-2 0,51 1 0,-62-4-6553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08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17 24575,'-4'-3'0,"0"1"0,0 0 0,0 0 0,-1 1 0,1-1 0,0 1 0,-1 0 0,1 0 0,0 0 0,-1 1 0,1-1 0,-1 1 0,-6 1 0,9-1 0,-1 1 0,1-1 0,-1 1 0,1 0 0,-1 0 0,1 0 0,-1 0 0,1 0 0,0 1 0,0-1 0,-1 1 0,1 0 0,0-1 0,0 1 0,1 0 0,-1 0 0,0 0 0,1 0 0,-1 1 0,1-1 0,0 0 0,-1 1 0,0 3 0,0 0 0,-7 20 0,9-25 0,-1 0 0,1 0 0,0-1 0,0 2 0,0-1 0,0 0 0,0 0 0,0 0 0,0 0 0,0 0 0,0 0 0,0 0 0,1-1 0,-1 1 0,0 0 0,1 0 0,-1 0 0,1 0 0,-1 0 0,1 0 0,1 1 0,-2-2 0,0 0 0,0 1 0,0-1 0,1 0 0,-1 0 0,0 0 0,0 1 0,0-1 0,1 0 0,-1 0 0,0 0 0,1 0 0,-1 0 0,0 0 0,0 0 0,1 1 0,-1-1 0,0 0 0,1 0 0,-1 0 0,0 0 0,0 0 0,1 0 0,-1 0 0,0 0 0,1-1 0,-1 1 0,0 0 0,0 0 0,1 0 0,-1 0 0,1 0 0,5-10 0,-1-14 0,-3-16 0,21 86 0,-15-32 0,1-1 0,0 0 0,1-1 0,0 0 0,1-1 0,0 0 0,22 17 0,-17-17 0,0 0 0,1-1 0,0-1 0,1 0 0,34 11 0,-49-19 0,0 0 0,0 0 0,0 0 0,1-1 0,-1 0 0,0 1 0,0-1 0,1 0 0,-1 0 0,0-1 0,0 1 0,1-1 0,-1 0 0,0 1 0,0-1 0,4-2 0,-4 1 0,0 0 0,0 0 0,0-1 0,0 1 0,-1-1 0,1 1 0,-1-1 0,1 0 0,-1 0 0,0 0 0,0 0 0,0-1 0,-1 1 0,2-4 0,2-7 0,-1 0 0,0 0 0,-1-1 0,-1 1 0,0-1 0,-1 0 0,0 1 0,-1-1 0,-3-18 0,-2 13 0,2 18 0,4 12 0,2 10 0,1 0 0,13 35 0,22 38 0,-23-56 0,9 21 0,87 236 0,-111-291 0,0 2 0,0-1 0,0 0 0,-1 0 0,1 0 0,-1 0 0,0 0 0,0 1 0,-2 6 0,2-9 0,-1-1 0,1 0 0,-1 1 0,1-1 0,-1 0 0,0 1 0,0-1 0,0 0 0,0 0 0,0 0 0,0 0 0,0 0 0,0 0 0,0 0 0,0 0 0,-1 0 0,1 0 0,0-1 0,-1 1 0,1 0 0,0-1 0,-1 1 0,1-1 0,-1 0 0,1 1 0,-1-1 0,1 0 0,-1 0 0,1 0 0,-2 0 0,-2 0 0,1-1 0,0 0 0,0 1 0,0-2 0,0 1 0,0 0 0,0-1 0,0 1 0,0-1 0,1 0 0,-1-1 0,1 1 0,-1-1 0,1 1 0,0-1 0,-4-4 0,-6-7 0,1-1 0,-12-19 0,22 32 0,-9-15-195,2-1 0,0 0 0,0 0 0,2 0 0,1-1 0,-7-31 0,9 34-6631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09.8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105 564 24575,'-5'-1'0,"-1"1"0,1-1 0,0 1 0,0 0 0,-1 0 0,1 0 0,0 1 0,0 0 0,-1 0 0,1 0 0,0 1 0,-6 2 0,9-3 0,0 0 0,0 0 0,0 0 0,0 1 0,0-1 0,1 0 0,-1 1 0,1 0 0,-1-1 0,1 1 0,-1 0 0,1-1 0,0 1 0,0 0 0,0 0 0,0 0 0,0 0 0,0 0 0,1 0 0,-1 1 0,1-1 0,-1 0 0,1 0 0,0 0 0,0 1 0,0-1 0,0 0 0,0 0 0,1 0 0,-1 0 0,0 1 0,2 1 0,-1-1 0,-1 0 0,2 0 0,-1 0 0,0 0 0,0-1 0,1 1 0,0 0 0,-1-1 0,1 1 0,0-1 0,0 1 0,1-1 0,-1 0 0,0 0 0,3 2 0,0-2 0,-1 1 0,1-1 0,-1 0 0,1 0 0,0 0 0,0-1 0,0 1 0,8 0 0,-4-1 0,0-1 0,0 1 0,-1-2 0,1 1 0,0-1 0,-1-1 0,1 1 0,-1-2 0,1 1 0,12-6 0,-15 5 0,-1-1 0,0 0 0,0 1 0,0-2 0,0 1 0,-1 0 0,1-1 0,-1 0 0,-1 0 0,1 0 0,0-1 0,-1 1 0,0-1 0,-1 0 0,1 0 0,-1 0 0,3-12 0,0-5 0,-1-1 0,-2 0 0,1-33 0,-3 12 0,-3 0 0,-1 1 0,-2-1 0,-2 1 0,-2 0 0,-2 1 0,-2 0 0,-19-40 0,33 82 0,0 0 0,-1 0 0,1 0 0,-1 0 0,1 0 0,-1 0 0,1 0 0,-1 0 0,1 0 0,-1 1 0,0-1 0,1 0 0,-1 0 0,0 1 0,0-1 0,0 1 0,-1-2 0,1 2 0,1 0 0,-1 0 0,1 0 0,0 1 0,-1-1 0,1 0 0,-1 0 0,1 0 0,0 1 0,-1-1 0,1 0 0,0 1 0,-1-1 0,1 0 0,0 1 0,-1-1 0,1 0 0,0 1 0,0-1 0,-1 0 0,1 1 0,0-1 0,0 1 0,0-1 0,0 1 0,-1 0 0,0 5 0,-1 0 0,1 1 0,-1 12 0,2 11 0,1-1 0,1 1 0,1 0 0,2-1 0,1 0 0,2 0 0,20 52 0,-15-51 0,2 0 0,0-2 0,2 0 0,1 0 0,1-2 0,1 0 0,25 23 0,-31-36 0,0 0 0,1-1 0,0-1 0,1 0 0,19 10 0,-27-17 0,-1-1 0,0 1 0,1-2 0,0 1 0,0-1 0,0 0 0,0-1 0,0 0 0,0 0 0,0 0 0,0-1 0,0-1 0,1 1 0,12-4 0,-16 3 0,0-1 0,0-1 0,0 1 0,0 0 0,0-1 0,-1 0 0,1 0 0,-1-1 0,0 1 0,0-1 0,0 0 0,0 0 0,-1 0 0,1-1 0,-1 1 0,0-1 0,0 0 0,-1 0 0,0 0 0,0 0 0,0 0 0,2-8 0,-1 1 0,-1-1 0,0 0 0,0 0 0,-1 0 0,-1 0 0,0 0 0,-1 0 0,-3-19 0,3 27 0,-1 1 0,1-1 0,-1 1 0,0-1 0,0 1 0,0-1 0,0 1 0,-5-6 0,6 9 0,0 0 0,0 0 0,1 0 0,-1 0 0,0 0 0,0 0 0,0 1 0,0-1 0,0 0 0,0 0 0,0 1 0,0-1 0,-1 1 0,1-1 0,0 1 0,0-1 0,0 1 0,-1 0 0,1 0 0,0-1 0,0 1 0,-1 0 0,1 0 0,0 0 0,0 1 0,-1-1 0,1 0 0,0 0 0,0 1 0,0-1 0,-1 0 0,1 1 0,0-1 0,0 1 0,0 0 0,0-1 0,-2 2 0,1 1 0,0-1 0,0 0 0,0 1 0,0 0 0,0-1 0,0 1 0,1 0 0,-1 0 0,1 0 0,0 0 0,0 0 0,0 0 0,0 0 0,0 0 0,1 1 0,0-1 0,-1 0 0,1 5 0,1 4 0,-1 0 0,1-1 0,5 21 0,-3-22 0,0-1 0,1 1 0,0-1 0,0 0 0,1-1 0,0 1 0,1-1 0,0 1 0,0-2 0,1 1 0,-1-1 0,11 8 0,0-1 0,0-1 0,1-1 0,0-1 0,33 16 0,-43-23 0,0-1 0,1 0 0,-1 0 0,1-1 0,0 0 0,10 1 0,-16-2 0,-1-1 0,1 0 0,0 0 0,0 0 0,0-1 0,0 1 0,-1-1 0,1 0 0,0 1 0,0-1 0,-1 0 0,1-1 0,0 1 0,-1 0 0,0-1 0,1 1 0,-1-1 0,0 0 0,0 0 0,1 0 0,-2 0 0,4-4 0,1-4-1365,-1 1-5461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10.1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28 24575,'-4'-2'0,"-4"-2"0,0 0 0,0 0 0,-1 1 0,1 1 0,-1-1 0,0 1 0,0 1 0,1-1 0,-13 1 0,20 1 0,0 0 0,0 0 0,0 0 0,0 1 0,-1-1 0,1 0 0,0 0 0,0 1 0,0-1 0,0 1 0,0-1 0,0 1 0,0-1 0,0 1 0,0 0 0,0-1 0,1 1 0,-1 0 0,0 0 0,0 0 0,1-1 0,-2 3 0,1-1 0,1-1 0,-1 1 0,1 0 0,-1 0 0,1-1 0,0 1 0,0 0 0,0 0 0,0 0 0,0-1 0,0 1 0,1 3 0,2 4 0,0 0 0,0 0 0,0 0 0,7 9 0,13 21 0,32 41 0,4 6 0,-58-85 0,-1 0 0,1 0 0,-1 0 0,1 0 0,-1-1 0,0 1 0,1 0 0,-1 0 0,0 0 0,1 0 0,-1 0 0,0 0 0,0 0 0,0 0 0,0 0 0,0 0 0,0 0 0,-1 2 0,1-3 0,0 1 0,-1 0 0,1-1 0,-1 1 0,1 0 0,-1-1 0,1 1 0,-1-1 0,1 1 0,-1-1 0,0 1 0,1-1 0,-1 1 0,0-1 0,1 1 0,-1-1 0,0 0 0,0 1 0,-5 0 0,0 0 0,0 0 0,0 0 0,-11-1 0,12 1 0,-135-2-1365,108 0-5461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10.9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332 43 24575,'1'-2'0,"0"0"0,0-1 0,0 1 0,-1-1 0,1 1 0,-1-1 0,1 1 0,-1-1 0,0 1 0,0-1 0,0 0 0,0 1 0,-1-6 0,1 8 0,0 0 0,0 0 0,-1-1 0,1 1 0,0 0 0,0 0 0,-1 0 0,1-1 0,0 1 0,0 0 0,-1 0 0,1 0 0,0 0 0,0 0 0,-1-1 0,1 1 0,0 0 0,-1 0 0,1 0 0,0 0 0,-1 0 0,1 0 0,0 0 0,-1 0 0,1 0 0,0 0 0,0 0 0,-1 1 0,1-1 0,0 0 0,-1 0 0,1 0 0,0 0 0,-1 1 0,-10 5 0,-3 6 0,0 1 0,1 1 0,0 1 0,1 0 0,-16 25 0,5 2 0,1 0 0,1 2 0,-20 69 0,18-35 0,-20 135 0,33-160 0,6-19 0,3-23 0,0 0 0,-1 0 0,0-1 0,-1 1 0,0 0 0,-6 11 0,9-22-20,0 0 0,0 0 0,0-1 0,0 1 0,0 0 0,0 0 0,0 0 0,0-1 0,0 1-1,-1 0 1,1 0 0,0-1 0,0 1 0,0 0 0,0 0 0,0 0 0,0-1 0,-1 1 0,1 0 0,0 0 0,0 0 0,0-1-1,-1 1 1,1 0 0,0 0 0,0 0 0,0 0 0,-1 0 0,1 0 0,0 0 0,0 0 0,-1-1 0,1 1 0,0 0 0,0 0-1,-1 0 1,1 0 0,0 0 0,0 0 0,-1 0 0,1 0 0,0 0 0,0 1 0,-1-1 0,1 0 0,0 0 0,0 0 0,-1 0-1,1 0 1,0 0 0,0 0 0,0 1 0,-1-1 0,1 0 0,0 0 0,0 0 0,0 0 0,0 1 0,-1-1 0,1 0 0,0 0-1,0 0 1,0 1 0,0-1 0,0 0 0,0 0 0,0 1 0,-2-9-6806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11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3 24575,'-6'-1'0,"1"1"0,-1-1 0,0 1 0,0 0 0,1 0 0,-1 1 0,0 0 0,1 0 0,-12 3 0,15-3 0,0 0 0,0 0 0,-1 1 0,1-1 0,0 1 0,0-1 0,0 1 0,1 0 0,-1 0 0,0-1 0,1 1 0,-1 0 0,1 1 0,0-1 0,-1 0 0,1 0 0,0 1 0,0-1 0,1 0 0,-1 1 0,0-1 0,1 1 0,-1-1 0,1 6 0,0-1 0,0 0 0,1 0 0,0 0 0,0 0 0,1 0 0,0-1 0,0 1 0,1 0 0,-1-1 0,1 1 0,7 10 0,3 3 0,1-1 0,19 21 0,1-7 0,-25-24 0,1-1 0,-2 1 0,14 18 0,-22-26 0,1-1 0,-1 0 0,0 1 0,0-1 0,1 0 0,-1 1 0,0-1 0,0 1 0,0-1 0,1 0 0,-1 1 0,0-1 0,0 1 0,0-1 0,0 0 0,0 1 0,0-1 0,0 1 0,0-1 0,0 1 0,0-1 0,0 0 0,0 1 0,0-1 0,-1 1 0,1-1 0,0 0 0,0 1 0,0-1 0,0 0 0,-1 1 0,1 0 0,-1-1 0,0 1 0,0 0 0,0-1 0,0 0 0,0 1 0,-1-1 0,1 1 0,0-1 0,0 0 0,0 0 0,-2 0 0,-4 1 0,1-1 0,0-1 0,-10-1 0,1-2 0,-1-1 0,1 0 0,-1-1 0,-25-15 0,67 18 0,25 3 0,1-2 0,-1-2 0,0-3 0,73-19 0,-112 23 0,0-2 0,0 1 0,0-2 0,-1 1 0,18-13 0,-26 16 0,1-1 0,0 0 0,-1 1 0,0-1 0,0-1 0,0 1 0,0 0 0,0-1 0,0 0 0,-1 1 0,0-1 0,0 0 0,0 0 0,0 0 0,-1-1 0,1 1 0,-1 0 0,0 0 0,0-7 0,-1 9 0,0-1 0,0 1 0,0 0 0,0 0 0,-1-1 0,1 1 0,-1 0 0,0 0 0,0 0 0,1 0 0,-1 0 0,0 0 0,-1 0 0,1 0 0,0 0 0,-1 1 0,1-1 0,-1 0 0,1 1 0,-1-1 0,0 1 0,1 0 0,-1-1 0,0 1 0,0 0 0,0 0 0,0 0 0,0 0 0,0 1 0,0-1 0,-1 0 0,1 1 0,0 0 0,0-1 0,0 1 0,-1 0 0,1 0 0,0 0 0,0 1 0,-1-1 0,1 0 0,0 1 0,0-1 0,0 1 0,0 0 0,0 0 0,0 0 0,0 0 0,0 0 0,0 0 0,0 1 0,0-1 0,1 0 0,-3 3 0,1-1 0,0 0 0,0 0 0,1 0 0,-1 1 0,1-1 0,0 1 0,0 0 0,0-1 0,0 1 0,1 0 0,-1 0 0,1 0 0,0 0 0,0 0 0,1 1 0,-1-1 0,1 0 0,0 0 0,0 0 0,0 1 0,1-1 0,0 0 0,-1 0 0,1 0 0,1 0 0,-1 0 0,4 7 0,-1-3 0,0 1 0,1-1 0,0-1 0,1 1 0,-1-1 0,2 0 0,-1 0 0,1 0 0,0-1 0,0 0 0,13 8 0,-8-7 0,1-1 0,-1 0 0,1 0 0,0-1 0,0-1 0,1 0 0,-1-1 0,1 0 0,0-1 0,0-1 0,0 0 0,-1-1 0,1 0 0,27-5 0,-35 4-227,-1-1-1,1 0 1,-1 0-1,1 0 1,5-4-1,-2 1-6598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12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0 24575,'-6'0'0,"1"0"0,0 1 0,0-1 0,-1 1 0,1 0 0,0 1 0,0-1 0,0 1 0,0 0 0,0 0 0,0 0 0,1 1 0,-1 0 0,1 0 0,-8 6 0,9-6 0,0 1 0,0-1 0,0 1 0,1 0 0,-1 0 0,1 0 0,0 1 0,0-1 0,0 0 0,1 1 0,0-1 0,0 1 0,0 0 0,0-1 0,0 1 0,1 0 0,0-1 0,1 6 0,-1-2 0,2 0 0,-1-1 0,1 1 0,0 0 0,1-1 0,0 0 0,0 1 0,0-1 0,1-1 0,0 1 0,1 0 0,-1-1 0,1 0 0,11 11 0,-10-12 0,0 1 0,1-1 0,0 0 0,0 0 0,0-1 0,0 0 0,1 0 0,0-1 0,-1 1 0,1-2 0,1 1 0,-1-1 0,15 1 0,-6-2-195,1-2 0,0 0 0,-1-1 0,1-1 0,-1 0 0,20-8 0,-22 7-6631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13.2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280 142 24575,'-31'-26'0,"2"2"0,-1 1 0,-52-32 0,78 53 0,1 0 0,-1 0 0,0 1 0,0-1 0,0 1 0,0 0 0,0 0 0,0 0 0,-1 1 0,1 0 0,-8 0 0,10 0 0,-1 0 0,1 1 0,0 0 0,0-1 0,0 1 0,0 0 0,0 0 0,0 0 0,0 0 0,0 1 0,0-1 0,1 0 0,-1 1 0,0-1 0,1 1 0,-1 0 0,1-1 0,0 1 0,-1 0 0,1 0 0,0 0 0,0 0 0,-1 4 0,-1 4 0,1 0 0,0 0 0,1 0 0,0 1 0,1-1 0,0 1 0,0-1 0,3 12 0,-3-13 0,3 16 0,1 0 0,2 1 0,15 46 0,38 70 0,-22-58 0,71 187 0,-102-258 0,-5-19 0,-6-23 0,5 25 0,-3-13-1365,0 0-5461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13.3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272 30 24575,'-22'-3'0,"-10"-3"0,-2 0 0,3 0 0,1 2 0,4 1 0,3 2 0,4 2 0,2 2 0,1 0 0,5 3 0,0-1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13.7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4 24575,'-21'-3'0,"-31"2"0,46 2 0,0-1 0,0 1 0,0 0 0,0 0 0,0 0 0,0 1 0,1 0 0,-1 0 0,-9 6 0,13-7 0,0 0 0,1 1 0,-1-1 0,1 0 0,-1 1 0,1-1 0,-1 1 0,1-1 0,0 1 0,0 0 0,0 0 0,0-1 0,0 1 0,0 0 0,0 0 0,0 0 0,1 0 0,-1 2 0,1 0 0,0-1 0,0 0 0,0 0 0,0 1 0,0-1 0,1 0 0,0 1 0,0-1 0,0 0 0,1 4 0,4 5 0,1 0 0,0-1 0,0 0 0,13 14 0,-11-14 0,1-1 0,1 0 0,-1-1 0,2 0 0,18 11 0,-30-19 0,1-1 0,0 0 0,-1 1 0,1-1 0,-1 0 0,1 1 0,-1-1 0,1 1 0,0-1 0,-1 1 0,1-1 0,-1 1 0,0 0 0,1-1 0,-1 1 0,0-1 0,1 1 0,-1 0 0,0-1 0,1 1 0,-1 0 0,0 1 0,0-2 0,0 1 0,-1-1 0,1 1 0,0-1 0,-1 1 0,1-1 0,0 1 0,-1-1 0,1 1 0,0-1 0,-1 0 0,1 1 0,-1-1 0,1 0 0,-1 1 0,1-1 0,-1 0 0,1 1 0,-1-1 0,-1 0 0,-4 2 0,0 0 0,-1-1 0,-9 2 0,-61 5-1365,62-5-5461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17.1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40 24575,'-11'-6'0,"1"0"0,-1 0 0,0 1 0,-1 1 0,1 0 0,-15-3 0,23 7 0,-1-1 0,1 1 0,-1 0 0,1 0 0,-1 0 0,1 0 0,-1 1 0,1-1 0,0 1 0,-1 0 0,-4 1 0,6 0 0,0-1 0,-1 0 0,1 1 0,0 0 0,0-1 0,0 1 0,0 0 0,0 0 0,1 0 0,-1 0 0,0 0 0,1 1 0,0-1 0,-1 0 0,1 1 0,-1 4 0,0-3 0,0 1 0,1 0 0,0 0 0,0 0 0,0 0 0,1 0 0,0 0 0,0 0 0,0 0 0,0 0 0,1-1 0,0 1 0,0 0 0,0 0 0,1 0 0,-1 0 0,1-1 0,0 1 0,4 5 0,1 1 0,1-1 0,0 0 0,1 0 0,0-1 0,0 0 0,13 9 0,2-1 0,-16-12 0,0 1 0,10 9 0,-17-15 0,0 1 0,-1 0 0,1-1 0,0 1 0,-1 0 0,1-1 0,-1 1 0,1 0 0,-1-1 0,1 1 0,-1 0 0,1 0 0,-1 0 0,0 0 0,1 0 0,-1-1 0,0 1 0,0 0 0,0 0 0,1 0 0,-1 0 0,0 0 0,-1 1 0,1-1 0,-1 0 0,1 0 0,-1 0 0,1-1 0,-1 1 0,0 0 0,1-1 0,-1 1 0,0-1 0,0 1 0,0-1 0,1 1 0,-1-1 0,0 1 0,0-1 0,0 0 0,0 1 0,-1-1 0,-6 2 0,0-1 0,0 0 0,-16 0 0,-1-2 0,-40-1 0,64 2-76,0 0 1,0 0-1,0 0 0,0 0 0,0 0 0,0-1 0,0 1 0,0 0 1,0-1-1,0 1 0,0-1 0,0 1 0,0-1 0,1 1 1,-1-1-1,0 0 0,-1-1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17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11 24575,'-16'-3'0,"-34"-4"0,46 7 0,-1 0 0,0 0 0,0 0 0,0 1 0,1-1 0,-1 1 0,0 0 0,1 1 0,-1-1 0,1 1 0,-7 3 0,9-4 0,0 1 0,0-1 0,0 1 0,1 0 0,-1 0 0,0-1 0,1 1 0,0 0 0,-1 0 0,1 0 0,0 1 0,0-1 0,0 0 0,0 0 0,0 1 0,1-1 0,-1 0 0,1 1 0,-1-1 0,1 1 0,0-1 0,0 0 0,0 1 0,0-1 0,1 1 0,-1-1 0,1 0 0,1 4 0,-1 0 0,1-1 0,0 0 0,0 1 0,0-1 0,1 0 0,0 0 0,0-1 0,0 1 0,1-1 0,0 1 0,5 4 0,-2-4 0,0 0 0,0 0 0,1-1 0,0 1 0,0-2 0,0 1 0,0-1 0,1-1 0,-1 1 0,1-2 0,0 1 0,0-1 0,-1 0 0,1-1 0,0 0 0,15-2 0,-22 2 0,0 0 0,0 0 0,0-1 0,0 1 0,0-1 0,-1 1 0,1-1 0,0 0 0,0 1 0,-1-1 0,1 0 0,-1 0 0,1 0 0,0 0 0,-1-1 0,0 1 0,1 0 0,-1-1 0,0 1 0,0-1 0,0 1 0,0-1 0,0 0 0,0 1 0,0-1 0,0 0 0,0-2 0,1-3 0,-1-1 0,0 1 0,-1-1 0,1 1 0,-2-13 0,0-6 0,1 25 0,0 1 0,0-1 0,0 1 0,0 0 0,0-1 0,0 1 0,1-1 0,-1 1 0,0-1 0,0 1 0,0-1 0,0 1 0,0 0 0,1-1 0,-1 1 0,0-1 0,0 1 0,1 0 0,-1-1 0,0 1 0,1 0 0,-1-1 0,0 1 0,1 0 0,-1-1 0,0 1 0,1 0 0,0 0 0,0-1 0,0 1 0,0 0 0,0 0 0,0 1 0,-1-1 0,1 0 0,0 0 0,0 0 0,0 0 0,-1 1 0,1-1 0,0 0 0,1 1 0,4 3 0,0 0 0,11 10 0,-12-10 0,13 10 0,1 0 0,25 13 0,-35-23 0,-1 0 0,1 0 0,1-1 0,-1 0 0,0 0 0,1-1 0,-1 0 0,11 0 0,-18-2 0,0 0 0,1 0 0,-1 0 0,0 0 0,0 0 0,0-1 0,1 1 0,-1-1 0,0 1 0,0-1 0,0 0 0,0 0 0,0 0 0,0 0 0,0 0 0,0 0 0,-1 0 0,1-1 0,0 1 0,-1-1 0,1 1 0,-1-1 0,1 0 0,-1 0 0,0 1 0,0-1 0,0 0 0,2-3 0,-1-2 0,0 1 0,-1-1 0,0 0 0,0 1 0,0-1 0,0 0 0,-2-13 0,2 9 0,-1 10 0,0 1 0,1 0 0,-1 0 0,0 0 0,0 0 0,0 0 0,0 0 0,0-1 0,0 1 0,0 0 0,0 0 0,1 0 0,-1 0 0,0 0 0,0 0 0,0 0 0,0 0 0,0 0 0,1-1 0,-1 1 0,0 0 0,0 0 0,0 0 0,0 0 0,1 0 0,-1 0 0,0 0 0,0 0 0,0 0 0,0 0 0,1 0 0,-1 0 0,0 1 0,15 10 0,-8-5 0,2 3 0,5 3 0,1 0 0,-1 0 0,22 11 0,-32-20 0,0-1 0,0 0 0,0-1 0,0 1 0,0-1 0,0 1 0,1-1 0,-1 0 0,0-1 0,1 1 0,-1-1 0,0 0 0,1 0 0,-1 0 0,1-1 0,-1 1 0,0-1 0,1 0 0,6-3 0,-8 2 0,0 0 0,-1 0 0,1 0 0,-1 0 0,0-1 0,0 1 0,0-1 0,0 1 0,0-1 0,0 0 0,0 1 0,-1-1 0,0 0 0,2-4 0,-1 3 0,0 0 0,0-1 0,0 1 0,7-7 0,-8 10 0,0-1 0,0 1 0,0 1 0,0-1 0,0 0 0,1 0 0,-1 0 0,0 1 0,1-1 0,-1 1 0,0-1 0,1 1 0,-1-1 0,1 1 0,-1 0 0,1 0 0,-1-1 0,1 1 0,-1 0 0,3 1 0,10 1 0,1 1 0,-1 1 0,25 9 0,-21-6 0,26 5 0,2 1-1365,-35-12-5461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18.5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55 188 24575,'8'37'0,"1"0"0,3-1 0,1 0 0,1-1 0,26 45 0,-32-69 0,-8-11 0,1 0 0,-1 0 0,0 0 0,0 0 0,0 0 0,0 0 0,0 0 0,0 0 0,0 0 0,0 0 0,0 0 0,0 0 0,1 0 0,-1 0 0,0 0 0,0 0 0,0 0 0,0 0 0,0 0 0,0 0 0,0 0 0,0 0 0,0 0 0,0 0 0,1 0 0,-1-1 0,0 1 0,0 0 0,0 0 0,0 0 0,0 0 0,0 0 0,0 0 0,0 0 0,0 0 0,0 0 0,0 0 0,0 0 0,0 0 0,0-1 0,0 1 0,0 0 0,0 0 0,0 0 0,0 0 0,0 0 0,0 0 0,0 0 0,0 0 0,0 0 0,0-1 0,0 1 0,0 0 0,0 0 0,0 0 0,0 0 0,-4-24 0,-20-45 0,9 28 0,-16-68 0,28 96 0,1-1 0,1 1 0,0-1 0,1 1 0,0-1 0,1 1 0,1-1 0,0 1 0,6-20 0,-7 29 0,0 0 0,0 1 0,1-1 0,0 1 0,0 0 0,0-1 0,0 1 0,0 0 0,0 0 0,1 0 0,0 1 0,-1-1 0,1 1 0,0-1 0,6-3 0,-6 5 0,-1 0 0,1 0 0,0 0 0,-1 0 0,1 1 0,0-1 0,0 1 0,0-1 0,0 1 0,0 0 0,-1 0 0,1 1 0,0-1 0,0 0 0,0 1 0,0 0 0,-1-1 0,1 1 0,0 0 0,-1 1 0,4 1 0,-1 0 0,1 0 0,-1 0 0,-1 1 0,1-1 0,0 1 0,-1 1 0,0-1 0,0 0 0,0 1 0,-1 0 0,1 0 0,-1 0 0,0 0 0,2 8 0,-3-10 0,-1 1 0,-1-1 0,1 0 0,0 0 0,-1 1 0,0-1 0,0 0 0,0 1 0,0-1 0,0 0 0,0 1 0,-1-1 0,0 0 0,0 1 0,0-1 0,0 0 0,0 0 0,-1 0 0,1 0 0,-1 0 0,0 0 0,0-1 0,0 1 0,0 0 0,0-1 0,-5 4 0,2-2 0,0-1 0,0 1 0,0-1 0,0-1 0,-1 1 0,0-1 0,1 0 0,-1 0 0,0 0 0,-9 1 0,-5-1 0,-36 1 0,-22-3-1365,62 0-5461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19.2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31 687 24575,'16'-61'0,"24"-118"0,-20-7 0,-20 160 0,0 1 0,-1 0 0,-2 0 0,-1 0 0,-9-34 0,12 54 0,-13-34 0,13 37 0,0-1 0,0 1 0,0 0 0,-1 0 0,1 0 0,0 0 0,-1 0 0,0 0 0,1 0 0,-1 1 0,0-1 0,0 1 0,-4-3 0,5 3 0,1 1 0,-1 0 0,0 0 0,0-1 0,1 1 0,-1 0 0,0 0 0,1 0 0,-1 0 0,0 0 0,0 0 0,1 0 0,-1 0 0,0 0 0,0 0 0,1 0 0,-1 1 0,0-1 0,1 0 0,-1 1 0,0-1 0,1 0 0,-1 1 0,0-1 0,0 1 0,0 1 0,-1-1 0,1 1 0,-1-1 0,1 1 0,0 0 0,0 0 0,0 0 0,-1 4 0,-1 2 0,1 0 0,0 0 0,-2 13 0,2 6 0,0-1 0,2 0 0,1 1 0,1-1 0,1 0 0,2 0 0,0 0 0,15 40 0,-12-46 0,0 0 0,2-1 0,0 0 0,1-1 0,1 0 0,1-1 0,0 0 0,1-1 0,1-1 0,0 0 0,19 14 0,-30-27 0,18 15 0,1-1 0,32 18 0,-48-31 0,-1 0 0,0 0 0,1-1 0,-1 1 0,1-1 0,0-1 0,0 1 0,0-1 0,0-1 0,0 1 0,0-1 0,0 0 0,0-1 0,12-2 0,-15 2 0,0 0 0,-1-1 0,1 1 0,-1-1 0,1 0 0,-1 0 0,0 0 0,0 0 0,1-1 0,-2 1 0,1-1 0,4-5 0,-3 3 0,-1 0 0,0-1 0,0 1 0,0 0 0,-1-1 0,0 0 0,3-8 0,-2-1 0,-1 1 0,-1-1 0,0 0 0,0 0 0,-4-28 0,2 36 0,0 1 0,0-1 0,-1 0 0,0 1 0,0-1 0,-6-11 0,7 17 0,1 0 0,-1 0 0,0-1 0,1 1 0,-1 0 0,0 0 0,0 0 0,0 0 0,0 0 0,0 0 0,0 0 0,0 0 0,0 0 0,0 1 0,-1-1 0,1 0 0,0 1 0,0-1 0,-1 1 0,1-1 0,0 1 0,-1 0 0,1 0 0,0-1 0,-1 1 0,1 0 0,-1 0 0,1 0 0,0 0 0,-1 1 0,1-1 0,0 0 0,-1 1 0,1-1 0,0 0 0,-1 1 0,1 0 0,0-1 0,-2 2 0,0 1 0,0-1 0,1 0 0,0 1 0,-1-1 0,1 1 0,0-1 0,1 1 0,-1 0 0,0 0 0,1 0 0,0 0 0,-1 0 0,1 0 0,-1 6 0,1-3 0,-1 1 0,1-1 0,0 1 0,1 0 0,-1 0 0,2 8 0,0-8 0,1-1 0,0 0 0,0 1 0,1-1 0,0 0 0,0 0 0,0-1 0,1 1 0,-1-1 0,1 1 0,1-1 0,-1-1 0,1 1 0,6 5 0,10 7 0,47 29 0,-62-42 0,3 2 20,-1-2 0,1 1 0,-1-1 0,1 0 0,15 4 0,-21-8-88,0 1 1,0 0-1,0-1 1,0 0-1,0 0 1,0 0-1,1 0 1,-1 0-1,0-1 1,0 1-1,0-1 1,0 0-1,0 0 1,0 0-1,0 0 1,-1 0-1,1-1 1,0 1-1,-1-1 1,1 0-1,2-2 1,4-5-6759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19.6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0 24575,'-14'4'0,"0"1"0,1 0 0,0 0 0,0 1 0,0 1 0,-15 11 0,25-16 0,0 1 0,0 0 0,0-1 0,0 1 0,0 1 0,0-1 0,1 0 0,0 1 0,-1-1 0,2 1 0,-1 0 0,0-1 0,1 1 0,-1 0 0,1 0 0,0 0 0,0 0 0,1 0 0,-1 0 0,1 1 0,0-1 0,0 0 0,0 0 0,1 0 0,-1 0 0,2 5 0,3 5 0,0 0 0,0-1 0,2 1 0,-1-1 0,11 14 0,14 30 0,-30-55 0,0-1 0,0 0 0,-1 1 0,1 0 0,-1-1 0,0 1 0,1-1 0,-1 1 0,0-1 0,0 1 0,0 0 0,0-1 0,0 1 0,0-1 0,0 1 0,-1 1 0,0-1 0,1-1 0,-1 0 0,0 0 0,0 0 0,0 0 0,0 0 0,0 0 0,0 0 0,0 0 0,0 0 0,0 0 0,0-1 0,-1 1 0,1 0 0,0-1 0,0 1 0,-1-1 0,1 1 0,-2-1 0,-17 5-80,0-2 0,0 0 0,-1-2 0,-37-1 0,33 0-885,-3 0-5861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20.3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345 0 24575,'-4'0'0,"0"1"0,-1 0 0,1 0 0,0 0 0,0 0 0,0 1 0,0-1 0,0 1 0,0 0 0,1 0 0,-1 0 0,1 1 0,-1-1 0,1 1 0,0 0 0,0 0 0,-5 6 0,-4 6 0,1 1 0,-15 28 0,17-29 0,-24 44 0,3 1 0,3 1 0,-29 93 0,29-74 0,-12 44 0,38-121-195,1 1 0,-1-1 0,1 1 0,0-1 0,0 0 0,0 5 0,2 4-6631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20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1 24575,'-4'0'0,"1"0"0,-1 0 0,1 0 0,-1 1 0,1-1 0,-1 1 0,1 0 0,0 0 0,-1 1 0,1-1 0,0 0 0,0 1 0,0 0 0,0 0 0,0 0 0,0 0 0,1 0 0,-1 1 0,-3 3 0,3-2 0,1 1 0,-1-1 0,1 1 0,0-1 0,0 1 0,0 0 0,1 0 0,-1 0 0,1 0 0,0 0 0,1 0 0,-1 9 0,1-7 0,0 0 0,1-1 0,-1 1 0,1 0 0,1-1 0,-1 1 0,1-1 0,1 1 0,-1-1 0,1 0 0,0 0 0,0 0 0,1 0 0,-1 0 0,1-1 0,1 0 0,-1 0 0,1 0 0,0 0 0,8 6 0,-11-10 0,0 1 0,0-1 0,0 1 0,-1 0 0,1 0 0,-1-1 0,1 1 0,-1 0 0,1 0 0,1 5 0,-3-7 0,0 1 0,0 0 0,0 0 0,0 0 0,0 0 0,0 0 0,0 0 0,0 0 0,0 0 0,-1-1 0,1 1 0,0 0 0,0 0 0,-1 0 0,1 0 0,-1-1 0,1 1 0,-1 0 0,1 0 0,-1-1 0,1 1 0,-1 0 0,0-1 0,1 1 0,-1-1 0,0 1 0,1-1 0,-1 1 0,0-1 0,0 1 0,0-1 0,-1 1 0,-9 3 0,0 0 0,-1 0 0,1-1 0,-1-1 0,0 0 0,0 0 0,1-1 0,-15-1 0,-10 2 0,24 0-1365,2 1-5461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21.2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1 318 24575,'13'-31'0,"-1"2"0,1 1 0,1 1 0,1 0 0,24-31 0,-15 36 0,-19 18 0,1-1 0,-1 0 0,7-7 0,-11 10 0,0 1 0,0-1 0,0 1 0,0-1 0,0 1 0,-1-1 0,1 1 0,-1-1 0,1 0 0,-1 0 0,1 1 0,-1-1 0,0 0 0,0 1 0,0-1 0,0 0 0,0 0 0,0-2 0,-1 2 0,0 1 0,0-1 0,0 0 0,0 1 0,0-1 0,0 1 0,0-1 0,0 1 0,-1-1 0,1 1 0,-1 0 0,1-1 0,-1 1 0,1 0 0,-1 0 0,0 0 0,1 0 0,-1 1 0,0-1 0,0 0 0,-2 0 0,-3-1 0,1 1 0,-1-1 0,1 1 0,-1 1 0,-6-1 0,10 1 0,-1 0 0,1 1 0,0 0 0,0-1 0,0 1 0,0 0 0,0 0 0,0 1 0,0-1 0,0 1 0,0-1 0,0 1 0,1 0 0,-1 0 0,1 0 0,-1 0 0,1 1 0,0-1 0,0 1 0,0-1 0,0 1 0,1 0 0,-1-1 0,1 1 0,-1 0 0,1 0 0,0 0 0,-1 4 0,0 1 0,0-1 0,1 1 0,0 0 0,0 0 0,0 0 0,1 0 0,0-1 0,1 1 0,0 0 0,3 13 0,-3-17 0,1 0 0,0 0 0,0-1 0,0 1 0,0 0 0,0-1 0,1 0 0,0 1 0,0-1 0,0 0 0,0 0 0,0-1 0,0 1 0,1-1 0,-1 1 0,1-1 0,0 0 0,-1 0 0,7 1 0,8 3 0,0 0 0,1-2 0,19 3 0,-10-2 0,8 1-455,0-1 0,67-2 0,-88-3-6371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21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218 27 24575,'-12'-5'0,"0"0"0,0 1 0,-1 0 0,-19-3 0,29 7 0,0-1 0,-1 1 0,1 0 0,-1 0 0,1 0 0,0 0 0,-1 1 0,1-1 0,0 1 0,-1 0 0,1 0 0,0 0 0,0 1 0,0-1 0,0 1 0,0-1 0,0 1 0,0 0 0,1 0 0,-1 1 0,0-1 0,-2 4 0,-6 8 0,2-1 0,-15 27 0,21-34 0,0 1 0,1-1 0,-1 0 0,1 1 0,1 0 0,-1-1 0,1 1 0,0 0 0,1 11 0,0-17 0,0 1 0,1 0 0,-1-1 0,1 1 0,0 0 0,-1-1 0,1 1 0,0-1 0,0 1 0,0-1 0,0 0 0,1 1 0,-1-1 0,0 0 0,0 0 0,1 1 0,-1-1 0,1 0 0,-1 0 0,1-1 0,-1 1 0,1 0 0,-1 0 0,1-1 0,0 1 0,3 0 0,6 1 0,-1 0 0,1 0 0,11 0 0,-17-2 0,35 3 0,2-1 0,56 11 0,-76-8-1365,-3-2-5461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48.2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24575,'5'15'0,"2"7"0,1 2 0,3-2 0,1-4 0,2-1 0,0-4 0,1-4 0,0-4 0,-3-3-8191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48.4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24575,'2'0'0,"4"5"0,0 4 0,3 3 0,1 4 0,-1 2 0,1 1 0,-2-1 0,-2-4-8191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48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24575,'5'16'0,"2"1"0,0-1 0,11 17 0,-14-25 0,2 0 0,-1-1 0,1 0 0,0 0 0,0-1 0,1 1 0,14 9 0,-20-14 0,1-1 0,0 0 0,0 0 0,0 0 0,0 0 0,0 0 0,1 0 0,-1 0 0,0-1 0,0 1 0,0-1 0,1 0 0,-1 1 0,0-1 0,1 0 0,-1 0 0,0-1 0,0 1 0,1 0 0,-1-1 0,0 1 0,0-1 0,0 0 0,5-2 0,0-1 0,-1-1 0,1-1 0,-1 1 0,1-1 0,7-11 0,20-16 0,-32 31 0,1 0 0,-1 0 0,1 0 0,0 0 0,-1 1 0,1 0 0,0-1 0,0 1 0,0 0 0,0 0 0,5 0 0,-1 1 0,0 0 0,0 0 0,1 1 0,-1 0 0,0 1 0,0-1 0,0 1 0,-1 1 0,1-1 0,7 5 0,10 5 0,29 21 0,-45-28 0,16 11-455,-1 0 0,33 32 0,-46-38-6371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49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24575,'13'12'0,"-2"-1"0,1 1 0,18 26 0,23 46 0,-34-51 0,142 253 0,-155-274 0,1 0 0,0 0 0,-1 1 0,-1-1 0,0 1 0,-1 0 0,4 20 0,-9-21-1365,-1-3-5461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49.7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1 374 24575,'232'66'0,"-226"-64"0,0 0 0,0-1 0,0 0 0,1 0 0,-1-1 0,0 0 0,1 0 0,8-1 0,-12 0 0,-1 1 0,0-1 0,1 0 0,-1 0 0,0 0 0,0 0 0,1 0 0,-1 0 0,0-1 0,0 1 0,0-1 0,-1 0 0,1 1 0,0-1 0,-1 0 0,1 0 0,-1 0 0,1 0 0,-1 0 0,0 0 0,0 0 0,0-1 0,0 1 0,1-3 0,-1-2 0,0 1 0,0-1 0,0 0 0,-1 1 0,0-1 0,0 0 0,-1 1 0,0-1 0,0 0 0,-3-10 0,-4-8 0,-15-33 0,14 36 0,-80-182 0,84 194 0,5 15 0,7 18 0,18 53 0,4-2 0,67 123 0,-20-78 0,-20-42-510,-47-65-345,-2-3-5971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50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66 24575,'2'-2'0,"18"-13"0,25-12 0,-39 23 0,0 1 0,1 1 0,-1-1 0,0 1 0,1 0 0,0 0 0,-1 1 0,1 0 0,8 0 0,-12 1 0,-1 0 0,1 1 0,0-1 0,-1 1 0,1 0 0,0 0 0,-1 0 0,1 0 0,-1 0 0,1 0 0,-1 1 0,0-1 0,1 1 0,-1 0 0,0 0 0,3 3 0,2 4 0,0 0 0,10 18 0,-10-17 0,-2 0 0,1 1 0,-2-1 0,1 1 0,-1 0 0,-1 0 0,0 0 0,-1 0 0,0 1 0,0-1 0,-1 1 0,-1-1 0,0 1 0,0-1 0,-2 1 0,1-1 0,-1 0 0,-1 1 0,0-1 0,0 0 0,-8 15 0,6-16 0,-2 5 0,-8 21 0,14-33 0,-1 1 0,1 0 0,0-1 0,1 1 0,-1 0 0,1 0 0,0 0 0,0-1 0,0 1 0,0 0 0,2 6 0,-1-8 0,0 1 0,0-1 0,0 1 0,1-1 0,-1 0 0,1 0 0,-1 0 0,1 0 0,0 0 0,0 0 0,0-1 0,0 1 0,0 0 0,0-1 0,1 0 0,-1 1 0,0-1 0,1 0 0,3 1 0,7 2 0,-1-1 0,24 3 0,-18-4 0,-1 1 30,0-1 0,0-1 0,24-1 0,-32-1-195,-1 1 0,1-2 0,0 0 0,-1 0 0,1 0 0,-1-1 0,1 0 0,9-6 0,-8 3-6661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50.4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91 24575,'27'-15'0,"13"-4"0,4 0 0,-5 4 0,-5 4 0,-7 4 0,-5 4 0,-7 2-8191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55.5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34 24575,'-2'-3'0,"0"1"0,1-1 0,-1 1 0,0 0 0,-1-1 0,1 1 0,0 0 0,-1 0 0,1 1 0,-1-1 0,1 0 0,-1 1 0,0 0 0,1-1 0,-1 1 0,0 0 0,-5-1 0,5 2 0,0 0 0,0 0 0,0 0 0,1 1 0,-1-1 0,0 1 0,0-1 0,1 1 0,-1 0 0,0 0 0,1 0 0,-1 0 0,1 1 0,-1-1 0,1 1 0,0-1 0,0 1 0,-1 0 0,-1 2 0,-1 1 0,1 0 0,0 0 0,0 0 0,1 0 0,-1 0 0,1 1 0,0 0 0,1 0 0,-1 0 0,1 0 0,1 0 0,-3 10 0,3-13 0,1 1 0,0 0 0,0-1 0,0 1 0,0-1 0,0 1 0,1 0 0,0-1 0,-1 1 0,1-1 0,1 1 0,-1-1 0,0 0 0,1 1 0,0-1 0,0 0 0,0 0 0,0 0 0,0 0 0,0-1 0,1 1 0,-1 0 0,6 2 0,14 11 0,0-2 0,2-1 0,0-1 0,34 13 0,-4-7 0,56 12 0,-109-30-19,9 3-173,0-1 0,0 0-1,1 0 1,-1-1 0,0-1-1,16 0 1,-12-3-6634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56.2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35 24575,'0'-1'0,"0"1"0,-1-1 0,1 1 0,0-1 0,-1 1 0,1-1 0,0 1 0,0-1 0,-1 0 0,1 1 0,0-1 0,0 1 0,0-1 0,0 1 0,0-1 0,0 0 0,0 1 0,0-1 0,0 1 0,0-2 0,9 6 0,13 17 0,-16-16 0,52 50 0,-52-50 0,1 0 0,-1 0 0,1-1 0,0 0 0,1 0 0,-1-1 0,13 5 0,-19-8 0,0 0 0,0 0 0,0 0 0,0 0 0,0 1 0,0-2 0,0 1 0,0 0 0,0 0 0,0 0 0,0 0 0,0-1 0,0 1 0,0 0 0,0-1 0,0 1 0,0-1 0,0 1 0,0-1 0,-1 0 0,1 1 0,0-1 0,0 0 0,-1 1 0,1-1 0,0 0 0,-1 0 0,1 0 0,-1 0 0,1 0 0,-1 0 0,1 0 0,-1 1 0,0-1 0,1 0 0,-1-2 0,2-5 0,0 0 0,0 0 0,0-14 0,0 8 0,-1-6 0,-1 16 0,0-1 0,1 1 0,-1-1 0,1 1 0,0-1 0,2-5 0,-3 10 0,0-1 0,1 1 0,-1-1 0,0 1 0,0 0 0,1-1 0,-1 1 0,0-1 0,1 1 0,-1 0 0,0-1 0,1 1 0,-1 0 0,1 0 0,-1-1 0,1 1 0,-1 0 0,1 0 0,-1 0 0,1-1 0,-1 1 0,1 0 0,-1 0 0,1 0 0,-1 0 0,1 0 0,-1 0 0,1 0 0,-1 0 0,1 0 0,-1 0 0,1 0 0,-1 0 0,1 1 0,-1-1 0,0 0 0,1 0 0,-1 0 0,1 1 0,-1-1 0,1 0 0,-1 1 0,0-1 0,1 0 0,0 1 0,17 17 0,-8-6 0,-2 0 0,0 1 0,0 0 0,8 19 0,19 59 0,-16-39 0,2 0 0,21 59 0,-36-91 0,0 1 0,-2 0 0,4 31 0,-8-49 0,0 1 0,0-1 0,0 0 0,0 0 0,0 0 0,-1 0 0,0 0 0,1 0 0,-1 0 0,0 0 0,0 0 0,-1-1 0,-1 5 0,2-6 0,0 0 0,0 0 0,0 0 0,0 0 0,0 0 0,0 0 0,-1 0 0,1-1 0,0 1 0,0 0 0,-1-1 0,1 1 0,0-1 0,-1 1 0,1-1 0,0 0 0,-1 0 0,1 1 0,-1-1 0,1 0 0,0 0 0,-1 0 0,1-1 0,-1 1 0,1 0 0,0 0 0,-1-1 0,1 1 0,0-1 0,-1 1 0,0-2 0,-9-3-57,0 0 0,1-1 1,-1 0-1,1-1 0,1 0 0,-1-1 0,2 0 0,-1 0 0,1-1 0,0 0 0,0 0 1,1-1-1,1 0 0,0 0 0,0-1 0,1 0 0,0 0 0,1 0 0,0-1 1,1 1-1,0-1 0,1 0 0,-2-22 0,4 21-6769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57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70 537 24575,'-1'-2'0,"0"0"0,-1-1 0,1 1 0,0 0 0,-1 1 0,1-1 0,-1 0 0,0 0 0,0 1 0,1-1 0,-1 1 0,-2-2 0,3 3 0,0-1 0,0 1 0,0 0 0,0-1 0,0 1 0,0 0 0,1 0 0,-1 0 0,0 0 0,0 0 0,0 0 0,0 0 0,0 0 0,0 0 0,0 1 0,0-1 0,1 0 0,-1 0 0,0 1 0,0-1 0,0 1 0,0-1 0,1 0 0,-1 1 0,0 0 0,0-1 0,1 1 0,-1-1 0,1 1 0,-1 0 0,0 0 0,1-1 0,-1 1 0,0 1 0,-1 1 0,0 1 0,0-1 0,0 1 0,0 0 0,0 0 0,1 0 0,-1 0 0,1 0 0,0 0 0,0 0 0,1 0 0,-1 0 0,1 1 0,0-1 0,0 0 0,1 0 0,-1 0 0,1 0 0,0 1 0,0-1 0,0 0 0,0 0 0,1 0 0,0-1 0,-1 1 0,1 0 0,1-1 0,-1 1 0,1-1 0,4 6 0,2 0 0,-1-1 0,1 0 0,1 0 0,0-1 0,11 7 0,-14-11 0,1 1 0,0-1 0,-1 0 0,1-1 0,0 1 0,1-2 0,-1 1 0,11 0 0,-12-2 0,-1 0 0,1 0 0,-1 0 0,1-1 0,-1 0 0,1-1 0,-1 1 0,0-1 0,0 0 0,1-1 0,-1 1 0,-1-1 0,1 0 0,0-1 0,6-5 0,-6 4 0,0-1 0,-1 0 0,1 0 0,-1 0 0,0-1 0,-1 0 0,0 0 0,0 0 0,0 0 0,-1 0 0,5-16 0,-3 1 0,-1-1 0,0 0 0,-2 0 0,0 0 0,-2 0 0,-1-1 0,0 1 0,-9-37 0,-5-8 0,-37-101 0,48 155 0,-5-11 0,0 1 0,-13-25 0,22 49 0,0 0 0,0-1 0,-1 1 0,1 0 0,0 0 0,0-1 0,0 1 0,0 0 0,0 0 0,0 0 0,-1-1 0,1 1 0,0 0 0,0 0 0,0 0 0,-1-1 0,1 1 0,0 0 0,0 0 0,0 0 0,-1 0 0,1 0 0,0 0 0,0-1 0,-1 1 0,1 0 0,0 0 0,-1 0 0,1 0 0,0 0 0,0 0 0,-1 0 0,1 0 0,0 0 0,0 0 0,-1 0 0,1 0 0,0 0 0,0 1 0,-1-1 0,1 0 0,0 0 0,-9 13 0,-1 18 0,5-7 0,2 1 0,0 0 0,2 0 0,1 0 0,0 0 0,8 44 0,-3-47 0,1 0 0,0-1 0,2 0 0,0 0 0,1-1 0,1 0 0,1 0 0,1-1 0,18 22 0,-3-9 0,0-1 0,2-2 0,1-1 0,39 28 0,-58-48 0,1 0 0,0-1 0,0 0 0,0-1 0,1 0 0,0-1 0,15 4 0,-24-8 0,1 0 0,0 0 0,0-1 0,-1 0 0,1 0 0,0 0 0,0 0 0,-1-1 0,1 1 0,7-3 0,-9 2 0,0-1 0,0 1 0,1-1 0,-1 0 0,-1 0 0,1 0 0,0 0 0,0 0 0,-1-1 0,1 1 0,-1-1 0,0 0 0,0 0 0,0 1 0,3-8 0,1-2 0,-2 0 0,1-1 0,-2 0 0,1 0 0,-2-1 0,0 1 0,0 0 0,-2-1 0,1 1 0,-2-1 0,0 1 0,0-1 0,-1 1 0,-6-19 0,8 31 0,-1-1 0,1 1 0,-1-1 0,1 1 0,-1 0 0,0-1 0,0 1 0,0 0 0,1-1 0,-1 1 0,0 0 0,0 0 0,-2-1 0,2 1 0,1 1 0,-1 0 0,1-1 0,-1 1 0,1 0 0,-1 0 0,0 0 0,1-1 0,-1 1 0,0 0 0,1 0 0,-1 0 0,0 0 0,1 0 0,-1 0 0,1 0 0,-1 0 0,0 0 0,1 1 0,-1-1 0,-1 1 0,1 0 0,-1 0 0,1 0 0,-1 0 0,1 0 0,-1 1 0,1-1 0,0 0 0,-1 1 0,1-1 0,0 1 0,0 0 0,0-1 0,1 1 0,-1 0 0,0 0 0,0-1 0,1 1 0,-1 0 0,1 2 0,-1 3 0,0 0 0,0 0 0,1 1 0,0-1 0,0 0 0,1 0 0,0 0 0,0 0 0,1 0 0,0 0 0,0 0 0,4 7 0,-2-5 0,1 0 0,1 0 0,-1-1 0,2 0 0,-1 0 0,1 0 0,13 11 0,0-3 0,1-1 0,0-1 0,1-1 0,1-1 0,47 17 0,-64-26-105,1 0 0,0-1 0,0 0 0,1 0 0,-1 0 0,0-1 0,1 0 0,-1-1 0,0 0 0,1 0 0,-1 0 0,13-3 0,-10-1-6721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57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292 0 24575,'-4'0'0,"1"0"0,-1 1 0,1-1 0,-1 0 0,1 1 0,-1 0 0,1 0 0,0 0 0,-1 0 0,1 1 0,-5 2 0,6-3 0,1 0 0,0 1 0,-1-1 0,1 0 0,0 1 0,0-1 0,0 1 0,0-1 0,0 1 0,0-1 0,0 1 0,0 0 0,1-1 0,-1 1 0,1 0 0,-1 0 0,1 0 0,0-1 0,0 1 0,-1 0 0,1 0 0,1 0 0,-1 2 0,1 5 0,1 0 0,0-1 0,0 0 0,1 1 0,0-1 0,0 0 0,1 0 0,0-1 0,5 8 0,9 10 0,25 28 0,-8-12 0,-26-31 0,8 11 0,-16-20 0,0 0 0,-1 0 0,1 0 0,0 0 0,-1 0 0,1 0 0,-1 1 0,1-1 0,-1 0 0,1 0 0,-1 1 0,0-1 0,0 0 0,0 2 0,0-2 0,0-1 0,-1 1 0,1 0 0,-1-1 0,1 1 0,0-1 0,-1 1 0,1-1 0,-1 1 0,0-1 0,1 1 0,-1-1 0,1 1 0,-1-1 0,0 0 0,1 1 0,-1-1 0,0 0 0,1 0 0,-1 0 0,0 1 0,0-1 0,1 0 0,-1 0 0,0 0 0,-1 0 0,-24 0 0,20 0 0,-115-8 0,20 0 0,16 6-1365,50 2-5461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58.0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95 24575,'20'-95'0,"-53"241"0,-15 283 0,27-188 0,19-221 0,0-12 0,1 0 0,0 1 0,0-1 0,1 1 0,0-1 0,1 0 0,2 16 0,-3-23-47,0-1 0,0 0 0,1 1 0,-1-1 0,0 0 0,0 1 0,0-1 0,1 0 0,-1 1-1,0-1 1,0 0 0,1 1 0,-1-1 0,0 0 0,1 1 0,-1-1 0,0 0 0,1 0 0,-1 0 0,0 1 0,1-1 0,-1 0-1,0 0 1,1 0 0,-1 0 0,1 0 0,-1 0 0,1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58.7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18 24575,'-5'-2'0,"1"-1"0,-1 1 0,1 0 0,-1 0 0,0 0 0,0 1 0,0 0 0,-8-1 0,12 2 0,-1 0 0,1 0 0,0 0 0,-1 0 0,1 0 0,-1 0 0,1 0 0,-1 1 0,1-1 0,0 1 0,-1-1 0,1 1 0,0-1 0,-1 1 0,1 0 0,0-1 0,0 1 0,0 0 0,0 0 0,0 0 0,0 0 0,0 0 0,0 0 0,0 1 0,0-1 0,0 0 0,1 0 0,-1 1 0,0-1 0,1 0 0,-1 1 0,1-1 0,0 0 0,-1 3 0,0 1 0,1 0 0,0 0 0,0 0 0,0-1 0,1 1 0,-1 0 0,1 0 0,0-1 0,1 1 0,-1 0 0,4 6 0,3 6 0,16 26 0,-18-34 0,36 50 0,-27-39 0,16 26 0,-30-44 0,-1-1 0,1 0 0,0 0 0,-1 0 0,1 0 0,-1 0 0,0 1 0,1-1 0,-1 0 0,0 0 0,0 1 0,1-1 0,-1 0 0,0 1 0,0-1 0,-1 0 0,1 0 0,0 3 0,-1-3 0,1-1 0,-1 1 0,1 0 0,-1 0 0,0 0 0,1 0 0,-1-1 0,0 1 0,0 0 0,0-1 0,1 1 0,-1 0 0,0-1 0,0 1 0,0-1 0,0 0 0,-2 1 0,-2 1 0,0-1 0,0-1 0,0 1 0,0-1 0,0 0 0,0 0 0,-9-1 0,7-1 0,0 1 0,1-1 0,-1 0 0,-9-4 0,15 6 0,-1-1 0,1 1 0,0-1 0,-1 0 0,1 0 0,0 1 0,0-1 0,0 0 0,-1 0 0,1 0 0,0 0 0,0 0 0,0 0 0,0-1 0,1 1 0,-1 0 0,0 0 0,0-1 0,1 1 0,-1 0 0,1-1 0,-1 1 0,1-1 0,0 1 0,-1-1 0,1-2 0,0 3 0,1-1 0,-1 1 0,1 0 0,0-1 0,-1 1 0,1 0 0,0 0 0,0-1 0,0 1 0,0 0 0,0 0 0,0 0 0,0 0 0,0 0 0,0 0 0,0 1 0,0-1 0,1 0 0,-1 0 0,0 1 0,1-1 0,-1 1 0,3-1 0,4-2 0,1 1 0,13-2 0,-17 3 0,69-9 0,-40 7 0,0-2 0,64-19 0,-93 23 0,0-1 0,0 0 0,-1-1 0,1 1 0,-1-1 0,1 0 0,-1 0 0,0 0 0,0 0 0,-1-1 0,1 0 0,-1 0 0,1 0 0,2-5 0,-4 5 0,0 0 0,0 0 0,-1 0 0,1 0 0,-1 0 0,0 0 0,-1 0 0,1-1 0,-1 1 0,1 0 0,-1 0 0,-1-1 0,1 1 0,0 0 0,-1 0 0,0 0 0,-3-9 0,2 8 0,0 0 0,0-1 0,-1 1 0,0 0 0,0 0 0,-1 1 0,1-1 0,-1 1 0,-6-6 0,8 8 0,0 0 0,0 0 0,0 1 0,-1-1 0,1 1 0,0-1 0,-1 1 0,1 0 0,-1 0 0,1 0 0,-1 0 0,0 1 0,1-1 0,-1 1 0,0-1 0,1 1 0,-1 0 0,0 0 0,0 0 0,1 1 0,-1-1 0,-3 2 0,4-2 0,0 1 0,0 0 0,1-1 0,-1 1 0,0 0 0,1 0 0,-1 0 0,1 1 0,-1-1 0,1 0 0,-1 1 0,1-1 0,0 0 0,0 1 0,0 0 0,-2 2 0,1 0 0,1-1 0,0 0 0,0 0 0,0 1 0,1-1 0,-1 0 0,1 1 0,0-1 0,0 4 0,0 0 0,1 0 0,0-1 0,0 1 0,1 0 0,-1-1 0,2 1 0,-1-1 0,1 0 0,4 8 0,4 3 0,1 0 0,0-1 0,2-1 0,0 0 0,0-1 0,2 0 0,0-1 0,0-1 0,1 0 0,0-1 0,1-1 0,33 13 0,-45-21 10,1 0 0,-1 0 0,1-1 0,0 1 0,0-2 0,0 1 0,-1-1 0,1 0 0,0 0 0,0-1 0,9-2 0,-11 2-97,0-1-1,-1 1 1,1-1 0,-1 0-1,1-1 1,-1 1 0,0-1-1,0 0 1,0 0-1,0 0 1,-1 0 0,1-1-1,-1 0 1,0 1 0,0-1-1,4-6 1,-1-2-6739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39:59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0 24575,'-9'0'0,"0"1"0,1-1 0,-1 1 0,1 1 0,0 0 0,-1 0 0,1 0 0,-10 5 0,15-5 0,0 0 0,0-1 0,0 1 0,0 0 0,0 0 0,0 1 0,1-1 0,0 0 0,-1 1 0,1 0 0,0-1 0,0 1 0,0 0 0,0 0 0,1 0 0,-1 0 0,1 0 0,0 1 0,0-1 0,0 0 0,0 1 0,1-1 0,-1 5 0,1 1 0,0-1 0,1 0 0,0 0 0,1 0 0,0 0 0,0 0 0,0 0 0,1-1 0,0 1 0,8 12 0,-1-3 0,1 0 0,1-1 0,17 19 0,-21-27-62,1-1 0,0 0 0,0 0 0,1 0 0,-1-1 0,1-1 0,1 0 0,-1 0 0,1-1 0,0 0 0,0-1 0,0 0-1,0-1 1,1 0 0,-1-1 0,1 0 0,-1-1 0,1 0 0,-1-1 0,1 0 0,11-3 0,-9 0-6764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36.1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 24575,'0'15'0,"0"-1"0,2 1 0,-1 0 0,6 19 0,-4-26 0,-1 0 0,1-1 0,1 0 0,-1 0 0,1 0 0,0 0 0,1-1 0,0 1 0,10 10 0,-9-11 0,1 1 0,0-1 0,0-1 0,1 0 0,0 0 0,15 8 0,-19-12 0,0 1 0,-1-1 0,1 0 0,0 0 0,0 0 0,0 0 0,0-1 0,1 0 0,-1 0 0,0 0 0,0 0 0,0-1 0,0 1 0,0-1 0,0 0 0,0 0 0,6-4 0,-2 2 0,-2-1 0,1 0 0,0 0 0,-1-1 0,0 0 0,0 0 0,0-1 0,0 1 0,-1-1 0,0 0 0,0-1 0,-1 1 0,0-1 0,0 0 0,0 0 0,-1 0 0,0-1 0,2-8 0,-5 15 0,0 1 0,0 0 0,0-1 0,0 1 0,0-1 0,0 1 0,0-1 0,0 1 0,1 0 0,-1-1 0,0 1 0,0-1 0,0 1 0,1 0 0,-1-1 0,0 1 0,1 0 0,-1-1 0,0 1 0,1 0 0,-1 0 0,0-1 0,1 1 0,0 0 0,-1 0 0,0 0 0,1 0 0,-1 0 0,1 0 0,-1 1 0,0-1 0,1 0 0,-1 0 0,0 0 0,1 1 0,-1-1 0,0 0 0,1 0 0,-1 1 0,0-1 0,1 0 0,-1 1 0,0-1 0,1 1 0,15 28 0,-9-16 0,-2-5 0,1-1 0,0-1 0,0 1 0,0-1 0,1 0 0,0 0 0,1-1 0,-1 0 0,1 0 0,0-1 0,0 0 0,15 5 0,-13-5 0,-1-1 0,1-1 0,-1 0 0,1 0 0,0-1 0,0-1 0,0 1 0,-1-1 0,1-1 0,0 0 0,16-4 0,-22 4 0,1-1 0,-1 1 0,0-1 0,0 0 0,1-1 0,-1 1 0,0-1 0,-1 1 0,1-1 0,0-1 0,-1 1 0,0 0 0,0-1 0,0 0 0,3-4 0,-4 5 0,0 0 0,-1-1 0,1 1 0,-1 0 0,0 0 0,0-1 0,0 1 0,-1-1 0,1 1 0,-1 0 0,0-1 0,0 1 0,0-1 0,0 1 0,-1-1 0,1 1 0,-1-1 0,0 1 0,0 0 0,0-1 0,-2-3 0,-4-4-114,0 0 1,0 0-1,-1 1 0,0 0 0,-1 1 1,0 0-1,0 0 0,-1 1 0,0 1 1,-1-1-1,-17-9 0,15 11-6712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36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187 1 24575,'-3'0'0,"-3"0"0,-2 0 0,-4 0 0,-1 0 0,-1 0 0,-1 2 0,0 2 0,0-1 0,0-1 0,0 0 0,0-1 0,1 0 0,-1-1 0,3 0-8191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36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261 45 24575,'-20'-8'0,"-9"-2"0,-4 1 0,1 1 0,4 3 0,3 2 0,2 1 0,2 4 0,2 1 0,2 0 0,4 0-8191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38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21 117 24575,'-2'-1'0,"0"-1"0,1 0 0,-1 0 0,0 0 0,1 0 0,0 0 0,-1 0 0,1 0 0,0-1 0,0 1 0,0 0 0,0-1 0,1 1 0,-1-1 0,1 1 0,-1-1 0,1-2 0,0 2 0,1 1 0,-1-1 0,1 0 0,0 1 0,0-1 0,0 0 0,0 1 0,0 0 0,0-1 0,1 1 0,-1 0 0,1-1 0,0 1 0,-1 0 0,5-3 0,-3 2 0,0 0 0,1 0 0,-1 0 0,1 1 0,0-1 0,0 1 0,0 0 0,0 0 0,8-2 0,-4 2 0,0 0 0,0 1 0,0 1 0,14 0 0,-15 0 0,0 0 0,0 0 0,0 1 0,0 1 0,0-1 0,0 1 0,11 4 0,-14-3 0,1-1 0,0 1 0,-1 0 0,0 0 0,0 0 0,0 1 0,0 0 0,0 0 0,-1 0 0,6 8 0,-4-4 0,0 0 0,0 0 0,-1 0 0,0 0 0,-1 1 0,1 0 0,-2-1 0,1 1 0,-1 0 0,-1 0 0,0 1 0,0-1 0,-1 0 0,0 0 0,0 0 0,-3 13 0,-1-3 0,-2 0 0,-7 19 0,9-30 0,0 0 0,0 0 0,-1 0 0,0-1 0,0 0 0,-12 13 0,15-18 0,0 0 0,0 0 0,0 0 0,0 1 0,0-1 0,-1 4 0,3-6 0,-1 0 0,1 1 0,0-1 0,0 0 0,0 1 0,0-1 0,0 0 0,0 1 0,0-1 0,0 0 0,0 1 0,0-1 0,0 0 0,0 1 0,0-1 0,0 0 0,0 1 0,0-1 0,0 0 0,1 1 0,-1-1 0,0 0 0,0 1 0,1 0 0,0-1 0,-1 1 0,1-1 0,0 0 0,-1 1 0,1-1 0,0 1 0,0-1 0,-1 0 0,1 0 0,0 0 0,0 1 0,0-1 0,1 0 0,18 1 25,0-1 0,0 0 0,0-2 0,23-4 0,39-3-1515,-70 8-5336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39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24575,'0'8'0,"0"4"0,0 3 0,0 1 0,0 1 0,3 0 0,0-1 0,2-1 0,1 0 0,1 0 0,3-3 0,-1-1 0,0-2 0,-1 0 0,1-2 0,-2-5 0,-1-4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39.4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24575,'0'14'0,"0"14"0,0 0 0,7 38 0,-5-57 0,0-1 0,0 1 0,1-1 0,0 0 0,0 0 0,1 0 0,0 0 0,0-1 0,1 0 0,0 0 0,0 0 0,7 7 0,-9-11-114,0-1 1,0 0-1,-1 1 0,2-1 0,-1-1 1,0 1-1,0 0 0,0-1 0,1 1 1,-1-1-1,6 1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39.6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414 30 24575,'-32'-2'0,"-15"-4"0,-5 0 0,1 0 0,8 2 0,6 1 0,4 1 0,5 2 0,3-1 0,0 4 0,3 0 0,4 1-8191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40.6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74 24575,'-14'-10'0,"1"0"0,-1 1 0,0 0 0,0 1 0,0 0 0,-24-8 0,36 16 0,1-1 0,-1 1 0,1-1 0,-1 1 0,0-1 0,1 1 0,-1 0 0,0 0 0,1 0 0,-1 0 0,0 0 0,1 0 0,-1 0 0,0 1 0,1-1 0,-1 0 0,1 1 0,-1 0 0,0-1 0,1 1 0,-1 0 0,1 0 0,0-1 0,-1 1 0,1 0 0,0 1 0,-1-1 0,1 0 0,0 0 0,0 0 0,0 1 0,0-1 0,0 1 0,0-1 0,1 1 0,-1-1 0,0 1 0,1-1 0,-1 1 0,1-1 0,0 1 0,-1 3 0,-1 10 0,0 1 0,2 0 0,0-1 0,2 20 0,13 62 0,-7-63 0,2 0 0,1-1 0,23 49 0,-8-31 0,44 65 0,-60-100-273,0-1 0,1-1 0,1 0 0,17 16 0,-21-24-6553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40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29 24575,'-27'-5'0,"-12"-2"0,-1 1 0,2 1 0,3 2 0,7 0 0,5 5 0,4 3 0,2 1 0,5 0-8191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41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449 16 24575,'-30'-3'0,"-14"0"0,-4 0 0,0 0 0,4 2 0,4-1 0,5 2 0,5 0 0,3 0 0,3 0 0,4 0 0,3 0 0,1 0 0,2 0 0,2 0-8191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41.5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1 24575,'-44'-1'0,"-43"1"0,76 1 0,1 0 0,0 1 0,-1 0 0,1 0 0,-19 8 0,26-9 0,1 0 0,0 1 0,0-1 0,0 0 0,0 1 0,0-1 0,0 1 0,1-1 0,-1 1 0,1 0 0,-1 0 0,1 0 0,-1 0 0,1 0 0,0 0 0,-2 4 0,2-3 0,0 1 0,0 0 0,1 0 0,-1 0 0,1 0 0,0 0 0,0-1 0,0 1 0,1 6 0,2 3 0,0 0 0,1 0 0,1 0 0,10 21 0,42 78 0,39 88 0,-94-197-88,1 7-338,1 0 1,7 12-1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41.7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361 45 24575,'-27'-5'0,"-13"-1"0,-4-1 0,2 2 0,6 2 0,5-2 0,5 1 0,3 0 0,3 2 0,3 0 0,2 1 0,0 1 0,2 0 0,1 0-8191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1:42.1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0 24575,'-9'5'0,"0"-1"0,1 2 0,-1-1 0,1 1 0,1 1 0,-14 12 0,19-17 0,0 1 0,0-1 0,1 0 0,-1 0 0,0 1 0,1-1 0,0 1 0,0-1 0,0 1 0,0 0 0,0-1 0,0 1 0,0 0 0,1 0 0,0 0 0,-1-1 0,1 1 0,0 0 0,1 0 0,-1 0 0,0 0 0,1-1 0,-1 1 0,1 0 0,0 0 0,0-1 0,0 1 0,2 3 0,2 1 0,0 0 0,0 0 0,1 0 0,0 0 0,0-1 0,12 9 0,48 30 0,-15-11 0,-49-34 0,-1 1 0,0 0 0,1 1 0,-1-1 0,0 0 0,0 0 0,0 0 0,0 1 0,1 1 0,-3 3 0,-8-3 0,-6-2-14,0 0 0,0-1-1,0-1 1,0-1 0,-16-3-1,-3 0-1264,17 3-5547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2:13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86 24575,'1'-1'0,"0"0"0,0 0 0,0 0 0,0 0 0,0 0 0,-1 0 0,1 0 0,0 0 0,-1 0 0,1 0 0,-1 0 0,1 0 0,-1-1 0,0 1 0,1 0 0,-1 0 0,0-1 0,0 1 0,0 0 0,0 0 0,0-1 0,0 1 0,0 0 0,0 0 0,-1-1 0,1 1 0,0 0 0,-1 0 0,1 0 0,-1-1 0,1 1 0,-1 0 0,0 0 0,1 0 0,-1 0 0,0 0 0,0 0 0,-2-1 0,0-1 0,-1-1 0,0 2 0,0-1 0,0 0 0,0 1 0,0-1 0,-1 1 0,-7-2 0,2 1 0,3 0 0,0 1 0,0 0 0,0 0 0,-1 1 0,-8 0 0,15 0 0,-1 1 0,1 1 0,-1-1 0,1 0 0,-1 0 0,1 0 0,-1 1 0,1-1 0,-1 1 0,1-1 0,-1 1 0,1 0 0,0 0 0,-1-1 0,1 1 0,0 0 0,0 0 0,0 0 0,0 0 0,-1 0 0,1 1 0,1-1 0,-1 0 0,0 0 0,0 1 0,0-1 0,1 1 0,-1-1 0,1 0 0,-1 1 0,0 1 0,-1 7 0,1-1 0,0 1 0,0 0 0,1-1 0,0 1 0,1 0 0,2 13 0,18 66 0,-17-77 0,74 328 0,-74-319 0,3 29 0,-5-34 0,1 1 0,0-2 0,7 24 0,-10-39 0,0 0 0,0 0 0,0 1 0,0-1 0,0 0 0,0 1 0,0-1 0,1 0 0,-1 0 0,0 1 0,0-1 0,0 0 0,0 0 0,0 0 0,1 1 0,-1-1 0,0 0 0,0 0 0,0 0 0,1 1 0,-1-1 0,0 0 0,0 0 0,0 0 0,1 0 0,-1 0 0,0 0 0,0 1 0,1-1 0,-1 0 0,5-8 0,0-20 0,-4 21 0,5-23-1365,-4 16-5461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2:13.3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347 35 24575,'-30'-2'0,"-14"-2"0,-2-1 0,4-1 0,6 1 0,8 1 0,6 2 0,4 1 0,2 0 0,2 1 0,1 0 0,0 0 0,0-2 0,2-1-8191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2:14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191 101 24575,'-28'-22'0,"11"8"0,0 2 0,-1-1 0,0 2 0,-27-13 0,43 23 0,1 1 0,-1-1 0,1 0 0,-1 1 0,0-1 0,1 1 0,-1 0 0,0 0 0,1 0 0,-1-1 0,0 1 0,1 1 0,-1-1 0,0 0 0,1 0 0,-1 1 0,0-1 0,1 1 0,-1-1 0,-2 2 0,3-1 0,0 0 0,0 0 0,1 0 0,-1 0 0,0 1 0,0-1 0,1 0 0,-1 0 0,0 1 0,1-1 0,-1 0 0,1 1 0,0-1 0,-1 1 0,1-1 0,0 0 0,0 1 0,0-1 0,0 1 0,0-1 0,0 0 0,0 1 0,1-1 0,0 3 0,3 15 0,2 0 0,10 24 0,-8-21 0,7 27 0,50 306 0,-65-350 0,1 5 0,0 1 0,1-1 0,0 1 0,0-1 0,9 20 0,-11-29 0,1 0 0,0 0 0,0 0 0,0 0 0,0 0 0,0 0 0,0 0 0,0 0 0,0 0 0,1-1 0,-1 1 0,0 0 0,0-1 0,1 1 0,-1-1 0,0 0 0,0 1 0,1-1 0,-1 0 0,1 0 0,-1 0 0,0 0 0,1 0 0,-1 0 0,3-1 0,4 0 0,0-1 0,0 0 0,9-3 0,-7 2 0,6-2-97,-7 3-157,0-1 1,0 0-1,-1 0 1,11-6-1,-10 3-6572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2:14.6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4 24575,'-1'-3'0,"0"5"0,-2 11 0,-3 21 0,4-1 0,1-1 0,2 1 0,5 39 0,3-19 0,18 60 0,-24-102-455,1 0 0,7 13 0,-6-14-6371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2:15.0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1 24575,'-29'48'0,"20"-33"0,0 0 0,-12 28 0,21-41 0,-1 0 0,0 0 0,1 0 0,-1 0 0,1 1 0,0-1 0,-1 0 0,1 0 0,0 0 0,1 0 0,-1 1 0,0-1 0,0 0 0,1 0 0,-1 0 0,1 0 0,2 4 0,-2-4 0,1 1 0,0 0 0,0-1 0,0 0 0,0 1 0,0-1 0,1 0 0,-1 0 0,1 0 0,-1-1 0,4 2 0,4 2 0,1 0 0,-1-1 0,1-1 0,0 0 0,19 2 0,2 1-117,53 6 364,-76-12-434,-1 0 0,1 0 1,-1 0-1,1-1 0,-1 0 0,0-1 0,14-4 0,-8 0-6639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2:15.3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 24575,'1'-5'0,"0"2"0,-1 1 0,1-1 0,0 1 0,-1 0 0,1-1 0,3-3 0,-2 6 0,-1 6 0,1 7 0,-2-12 0,9 69 0,2-1 0,3 0 0,26 75 0,28 28-1365,-61-157-5461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2:15.5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41 24575,'20'0'0,"8"3"0,3 0 0,0 0 0,-2 0 0,-4-2 0,-3 1 0,-4-2 0,-2 0 0,-1 0 0,-1-2 0,0-2 0,-3-1 0,0-1 0,-3-2 0,-2-1 0,-2-2 0,-2 1-8191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2:15.8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24575,'6'10'0,"0"1"0,0 1 0,-1-1 0,0 1 0,4 20 0,10 66 0,-5-18 0,-3-34 0,3 0 0,32 71 0,-28-73-1365,-12-35-5461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2:16.3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82 24575,'63'-34'0,"-43"23"0,0 0 0,33-11 0,-51 21 0,1 0 0,0 1 0,-1-1 0,1 1 0,0 0 0,0 0 0,-1 0 0,1 0 0,0 0 0,0 1 0,-1 0 0,1-1 0,0 1 0,-1 0 0,1 0 0,-1 0 0,1 0 0,-1 1 0,1-1 0,-1 1 0,0-1 0,0 1 0,3 3 0,4 4 0,-1 0 0,0 1 0,12 20 0,-10-15 0,57 81 0,-64-92 0,-1 1 0,1-1 0,-1 0 0,0 1 0,0-1 0,-1 1 0,1 0 0,-1 0 0,0-1 0,0 1 0,-1 0 0,1 8 0,-2-5 0,0 1 0,0-1 0,0 0 0,-1 0 0,0-1 0,-6 15 0,8-21 0,0 0 0,-1-1 0,1 1 0,0 0 0,-1-1 0,1 1 0,0 0 0,0-1 0,0 1 0,0 0 0,0 0 0,0-1 0,0 1 0,0 0 0,0 0 0,0-1 0,0 1 0,1 0 0,-1-1 0,0 1 0,0 0 0,1-1 0,-1 1 0,0 0 0,1-1 0,-1 1 0,1 0 0,1 0 0,-1 0 0,0 0 0,1 0 0,-1 0 0,1-1 0,-1 1 0,1 0 0,-1-1 0,1 1 0,0-1 0,2 1 0,5 0 0,0-1 0,1 0 0,11-1 0,-8-1-227,0 0-1,-1-2 1,1 1-1,-1-1 1,20-10-1,-17 7-6598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2:16.5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24575,'8'2'0,"4"1"0,3 1 0,1-2 0,4 0 0,-1-1 0,0 0 0,-1-1 0,2 0 0,-1 0 0,-1 0 0,-1-1 0,-3 1-8191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2:17.2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24575,'7'-3'0,"-1"0"0,1 1 0,0-1 0,0 1 0,0 0 0,0 1 0,0 0 0,9-1 0,-11 2 0,0 1 0,1-1 0,-1 1 0,0 0 0,0 0 0,1 0 0,-1 1 0,0 0 0,0 0 0,-1 0 0,9 6 0,8 5 0,-9-7 0,-1 1 0,0 1 0,-1-1 0,0 2 0,9 9 0,-17-15 0,1 1 0,-1 0 0,-1-1 0,1 1 0,-1 0 0,1 0 0,-1 0 0,0 0 0,-1 0 0,1 0 0,-1 1 0,0-1 0,0 6 0,-1 9 0,-4 27 0,5-45 0,-9 78 0,4 141 0,6-153 0,0-34 0,1-1 0,2 1 0,1-1 0,17 57 0,-20-81 0,1 1 0,0 0 0,-1 0 0,0-1 0,0 11 0,-2-16 0,0 0 0,0 0 0,0 0 0,0-1 0,-1 1 0,0 0 0,1 0 0,-1 0 0,0 0 0,-1-1 0,1 1 0,0-1 0,-1 1 0,1-1 0,-1 1 0,-3 2 0,2-1 4,-1 0-1,0-1 0,0 0 1,0 0-1,0 0 0,-1 0 1,1 0-1,-1-1 0,1 0 1,-9 3-1,-1-2-61,1-1-1,-22 3 0,-3-1-1167,22-1-5600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2:20.8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29 24575,'-1'0'0,"0"-1"0,1 0 0,-1 1 0,0-1 0,0 0 0,0 1 0,1-1 0,-1 1 0,0-1 0,0 1 0,0-1 0,0 1 0,0 0 0,-1-1 0,1 1 0,1 0 0,0 0 0,-1 0 0,1 0 0,-1 0 0,1 1 0,0-1 0,-1 0 0,1 0 0,0 0 0,-1 0 0,1 1 0,0-1 0,-1 0 0,1 0 0,0 0 0,0 1 0,-1-1 0,1 0 0,0 1 0,0-1 0,-1 0 0,1 0 0,0 1 0,0 0 0,-1 1 0,0 0 0,1 1 0,-1-1 0,1 0 0,0 1 0,0-1 0,0 0 0,0 1 0,0-1 0,1 4 0,21 76 0,-8-31 0,-13-47 0,1 1 0,-1 0 0,1-1 0,0 0 0,0 1 0,1-1 0,-1 0 0,1 0 0,0 0 0,0-1 0,0 1 0,1-1 0,-1 1 0,1-1 0,-1 0 0,1-1 0,0 1 0,1-1 0,-1 1 0,9 2 0,-8-3 0,0-1 0,1 1 0,-1-2 0,0 1 0,1 0 0,-1-1 0,1 0 0,-1 0 0,1-1 0,-1 1 0,1-1 0,-1-1 0,0 1 0,1-1 0,-1 1 0,0-2 0,9-4 0,-9 4 0,1-1 0,-1 0 0,0 0 0,0 0 0,0 0 0,-1-1 0,0 0 0,0 0 0,0 0 0,0-1 0,-1 1 0,0-1 0,0 1 0,0-1 0,-1 0 0,0-1 0,0 1 0,1-9 0,-3 20 0,0 0 0,1 0 0,-1 0 0,1 0 0,0-1 0,1 1 0,-1 0 0,1 0 0,2 5 0,0-1 0,0 0 0,1-1 0,0 1 0,9 11 0,-9-15 0,0-1 0,0 0 0,0 0 0,0 0 0,0 0 0,1-1 0,0 0 0,0 0 0,0-1 0,0 1 0,0-1 0,9 1 0,-11-2 0,0 0 0,0 0 0,0-1 0,0 1 0,0-1 0,0 0 0,0-1 0,0 1 0,0-1 0,0 1 0,0-1 0,0 0 0,0-1 0,0 1 0,0-1 0,-1 0 0,1 0 0,-1 0 0,1 0 0,4-4 0,-5 2 0,-1 1 0,1-1 0,-1 1 0,0-1 0,0 0 0,0 0 0,-1 0 0,1 0 0,-1 0 0,0-1 0,0 1 0,-1 0 0,1 0 0,-1-1 0,0-5 0,0-3 0,-1 1 0,-1 0 0,0-1 0,-4-13 0,3 15-114,-1 1 1,0-1-1,-1 1 0,0 0 0,-1 0 1,0 0-1,0 1 0,-1 0 0,0 0 1,-1 1-1,-10-10 0,1 5-6712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2:21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586 0 24575,'73'0'0,"-121"6"0,-277 29 0,288-32 0,0-2 0,0-1 0,-73-10 0,89 7 38,-13-3-1441,25 3-5423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2:22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62 24575,'-1'-4'0,"-4"-8"0,-1 0 0,1 1 0,-9-11 0,13 21 0,1 6 0,2 5 0,36 95 0,3 11 0,-41-116-4,0 1 1,1-1-1,-1 1 0,0-1 0,0 1 0,0-1 0,0 1 0,0-1 0,0 1 0,0-1 1,0 1-1,0-1 0,0 1 0,0-1 0,0 1 0,0-1 0,0 1 0,0-1 0,-1 2 1,-5-6 196,-8-14-1674,8 6-5345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2:22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24575,'0'3'0,"0"2"0,0 4 0,0 2 0,0 3 0,0 0 0,0 1 0,2 0 0,1 0 0,3 0 0,0 0 0,1-3 0,0-1 0,1 0 0,1 1 0,0-4 0,-2-6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2:22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500 60 24575,'-133'-40'0,"106"34"0,0 0 0,-1 3 0,-27-2 0,33 6 0,1 1 0,-1 1 0,1 1 0,-27 9 0,-8 0 0,35-8-1365,2-2-5461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2:44.1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12 24575,'-2'0'0,"-4"0"0,-3 0 0,-2 0 0,-10 0 0,-3 0 0,0 0 0,1 0 0,3 0 0,2 0 0,4-3 0,2 0 0,0-3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2:44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43 24575,'-20'-7'0,"-8"-3"0,-3 1 0,2 1 0,4 3 0,3 1 0,3 5 0,5 2-8191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2:45.9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85 24575,'-1'-2'0,"1"0"0,-1 1 0,0-1 0,0 0 0,1 0 0,-1 1 0,1-1 0,0 0 0,0 0 0,-1 0 0,1 0 0,0 0 0,0 0 0,1 1 0,-1-1 0,0 0 0,1 0 0,-1 0 0,1-1 0,1 0 0,-1 1 0,0 0 0,1 0 0,0 0 0,-1 0 0,1 0 0,0 0 0,0 1 0,0-1 0,0 0 0,0 1 0,4-2 0,1-1 0,1 1 0,0 0 0,-1 0 0,2 1 0,-1 0 0,0 1 0,14-2 0,-18 4 0,0-1 0,0 1 0,0-1 0,0 1 0,0 0 0,0 1 0,-1-1 0,1 1 0,0-1 0,0 1 0,-1 0 0,0 1 0,1-1 0,-1 0 0,0 1 0,4 4 0,3 3 0,0 1 0,-1 0 0,9 16 0,-15-23 0,0 1 0,-1-1 0,0 1 0,0 0 0,0 0 0,-1 0 0,1 0 0,-1 0 0,0 0 0,-1 0 0,1 1 0,-1-1 0,0 0 0,0 0 0,-1 0 0,1 1 0,-1-1 0,-1 0 0,-2 9 0,0-4 0,0-1 0,-1 1 0,-1-1 0,1 0 0,-1-1 0,-1 1 0,1-1 0,-15 13 0,21-21 0,-1 0 0,1 1 0,-1-1 0,1 1 0,-1-1 0,1 1 0,-1-1 0,1 1 0,-1-1 0,1 1 0,0 0 0,-1-1 0,1 1 0,0-1 0,-1 1 0,1 0 0,0-1 0,0 1 0,0 0 0,0-1 0,0 1 0,-1 0 0,1-1 0,1 2 0,-1-1 0,0-1 0,1 1 0,-1-1 0,1 1 0,-1 0 0,1-1 0,0 0 0,-1 1 0,1-1 0,-1 1 0,1-1 0,0 0 0,-1 1 0,1-1 0,0 0 0,0 0 0,-1 0 0,2 1 0,7 0 0,-1 0 0,1-1 0,8 0 0,-12 0 0,31 0 0,46-2 0,-79 2-124,0 0 0,-1-1 0,1 1 0,0-1 0,-1 0 0,1 0-1,-1 0 1,1 0 0,-1 0 0,4-3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2:46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163 171 24575,'-29'-85'0,"25"76"0,0 0 0,-1 0 0,0 0 0,0 1 0,-1 0 0,-13-14 0,18 21 0,1 0 0,-1 0 0,0 0 0,0 0 0,0 1 0,0-1 0,0 0 0,0 0 0,0 1 0,-1-1 0,1 1 0,0-1 0,0 1 0,0 0 0,-1-1 0,1 1 0,0 0 0,0 0 0,-1 0 0,1 0 0,0 0 0,0 0 0,-3 0 0,2 1 0,1 0 0,-1 0 0,0 0 0,0 0 0,1 0 0,-1 1 0,1-1 0,-1 0 0,1 1 0,-1-1 0,1 1 0,0-1 0,-2 3 0,-1 4 0,-1 1 0,1-1 0,1 0 0,0 1 0,-3 12 0,2 5 0,1 0 0,2 0 0,0 1 0,5 33 0,-4-54 0,5 28 0,0 0 0,3-1 0,21 62 0,7 28 0,-17-19 0,-18-96-341,1 0 0,0 0-1,4 9 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2:46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15 24575,'-27'-5'0,"-12"-1"0,-1 2 0,4 5 0,5 2 0,8 0-8191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2:47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505 30 24575,'-39'-11'0,"25"6"0,-1 1 0,0 1 0,0 0 0,-17-1 0,3 5 0,-1 1 0,-47 9 0,55-7 0,-28 3-455,1-3 0,-55-3 0,91-1-6371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2:47.9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99 24575,'-22'-18'0,"0"0"0,-2 2 0,-48-25 0,71 40 0,0 0 0,-1 1 0,1-1 0,0 0 0,-1 1 0,1 0 0,-1-1 0,1 1 0,-1 0 0,1 0 0,-1 0 0,1 0 0,-1 0 0,1 0 0,-1 0 0,1 0 0,-1 1 0,1-1 0,-2 1 0,2 0 0,-1 0 0,1 0 0,0 0 0,0 0 0,0 0 0,0 0 0,0 0 0,0 0 0,1 0 0,-1 1 0,0-1 0,0 0 0,1 0 0,-1 1 0,1-1 0,-1 2 0,-1 7 0,1-1 0,0 0 0,0 1 0,2 17 0,0-17 0,0 4 0,0 1 0,1-1 0,1 1 0,7 19 0,24 56 0,-17-49 0,25 54 0,14 37 0,-54-124 0,14 44 0,-15-47 0,0 0 0,0 0 0,-1 0 0,1 0 0,-1 0 0,0 0 0,-2 10 0,2-14 2,0-1 0,0 0 0,0 1 1,0-1-1,0 0 0,0 1 0,0-1 0,0 1 0,0-1 0,-1 0 0,1 1 0,0-1 0,0 0 0,0 0 0,0 1 0,-1-1 0,1 0 0,0 1 0,0-1 1,-1 0-1,1 0 0,0 1 0,-1-1 0,1 0 0,0 0 0,0 0 0,-1 0 0,1 1 0,0-1 0,-1 0 0,1 0 0,0 0 0,-1 0 0,1 0 1,-1 0-1,1 0 0,0 0 0,-1 0 0,1 0 0,0 0 0,-1 0 0,1 0 0,0 0 0,-1 0 0,1 0 0,0 0 0,-1-1 0,1 1 0,0 0 0,-1 0 1,1 0-1,0-1 0,0 1 0,-1 0 0,1 0 0,-1-1 0,-12-15-1485,7 6-5343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2:48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59 24575,'-15'-5'0,"-7"-4"0,-5 0 0,0 0 0,2 3 0,3 2 0,2 0 0,3-1 0,1 2 0,1 1 0,1 0 0,0 1 0,1 1 0,1 0-8191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2:48.6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 44 24575,'-18'-7'0,"-41"-18"0,51 22 0,1 1 0,-1 0 0,0 1 0,0-1 0,-14 1 0,20 1 0,1 0 0,-1 0 0,0 0 0,1 0 0,-1 0 0,0 0 0,1 1 0,-1-1 0,1 1 0,-1-1 0,0 1 0,1 0 0,-1 0 0,1 0 0,0 0 0,-1-1 0,1 2 0,-2 1 0,2-2 0,0 0 0,0 1 0,0-1 0,1 1 0,-1-1 0,1 1 0,-1-1 0,1 1 0,0-1 0,-1 1 0,1-1 0,0 1 0,0-1 0,0 1 0,0 0 0,1 1 0,0 2 0,0 0 0,0 0 0,1 0 0,0-1 0,0 1 0,0-1 0,1 0 0,-1 1 0,1-1 0,0 0 0,5 5 0,36 28 0,-35-30 0,0 0 0,0 0 0,0 1 0,-1 0 0,0 1 0,-1 0 0,12 18 0,-18-26-4,0 1 1,0-1-1,-1 1 0,1-1 0,-1 1 0,1-1 0,-1 1 1,1-1-1,-1 1 0,0 0 0,0-1 0,0 1 0,0-1 1,0 1-1,0 0 0,0-1 0,0 1 0,-1-1 1,1 1-1,-2 2 0,1-2 16,0-1 1,0 0-1,0 1 1,0-1-1,-1 0 1,1 1-1,-1-1 1,1 0-1,-1 0 1,1 0-1,-1 0 1,0-1-1,1 1 1,-1 0-1,-2 0 1,-7 1-310,1 0 0,-1-1 0,0 0 0,-18 0 0,11-2-6529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3:04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456 0 24575,'-19'25'0,"1"0"0,-19 38 0,13-23 0,-34 62 0,5 1 0,-53 145 0,-26 111-1365,123-334-5461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3:14.1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1426 492 24575,'13'-26'0,"82"-181"0,-93 200 0,0-1 0,0 0 0,-1 1 0,0-1 0,0 0 0,0 0 0,-1 0 0,-1 0 0,1 0 0,-1 0 0,-1 0 0,1 0 0,-5-9 0,5 13 0,0 0 0,1 0 0,-1 0 0,0 0 0,1 0 0,0 0 0,0 0 0,0 0 0,1 1 0,-1-1 0,1 0 0,0 0 0,0 0 0,2-5 0,0 4 0,1-1 0,-1 1 0,1 0 0,0-1 0,0 2 0,0-1 0,11-8 0,14-13 0,-39 35 0,0 1 0,0 0 0,1 1 0,1 0 0,0 1 0,-10 18 0,-9 12 0,6-8 0,2 1 0,1 0 0,-26 76 0,26-64 0,1-4 0,-23 66 0,26-62 0,-3 0 0,-24 48 0,22-58 0,3 1 0,-20 65 0,26-63 0,-14 44 0,-60 150 0,20-49 0,43-126 0,-18 42 0,36-92 0,-12 23 0,-22 39 0,-30 47 0,-7 38 0,53-115 0,7-14 0,1 0 0,-18 54 0,-44 149 0,56-177 0,-43 86 0,33-87 0,2 2 0,-20 59 0,-48 141 0,78-204 0,12-31 0,-13 27 0,-40 84 0,36-74 0,15-36 0,-11 19 0,-25 30 0,21-28 0,2 0 0,2 1 0,-21 68 0,38-104-151,-1 0-1,0 0 0,0 0 0,0 0 1,-1 0-1,0 0 0,0-1 1,-7 9-1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3:15.3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3349 24575,'23'-95'0,"18"-58"0,112-222 0,-41 121 0,-45 71 0,-51 136 0,7-25 0,14-40 0,-23 75 0,25-63 0,-7 41 0,-8 16 0,-6 12 0,24-33 0,-7 13 0,86-175 0,-84 150 0,-22 45 0,45-82 0,-29 60 0,-2 0 0,22-62 0,-16 40 0,-10 25 0,66-162 0,-64 146 0,24-81 0,-39 110 0,13-41 0,64-133 0,-77 183-143,13-40 1,-17 46-938,-4 10-5746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3:26.0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218 233 24575,'6'-9'0,"7"-10"0,13-22 0,-23 35 0,0 1 0,-1-1 0,1 1 0,-1-1 0,-1 0 0,1 0 0,-1 0 0,0 0 0,0-8 0,-1 11 0,0 0 0,0 0 0,-1 0 0,1 0 0,-1 0 0,0 0 0,0 0 0,0 0 0,0 0 0,-1 1 0,1-1 0,-1 1 0,-3-6 0,2 5 0,-1-1 0,0 1 0,0-1 0,0 1 0,0 0 0,0 0 0,-8-3 0,1 2 0,1 0 0,0 0 0,-1 1 0,1 1 0,-1-1 0,-22 0 0,29 3 0,0 0 0,0 0 0,0 1 0,0 0 0,0-1 0,0 1 0,1 1 0,-1-1 0,0 1 0,1-1 0,-1 1 0,-4 3 0,2-1 0,1 0 0,0 1 0,0-1 0,1 1 0,-1 0 0,1 0 0,-4 7 0,3-4 0,1-1 0,0 1 0,0 1 0,0-1 0,1 0 0,1 1 0,-1 0 0,2-1 0,-1 1 0,1 0 0,0 13 0,1-15 0,1-1 0,0 0 0,0 1 0,1-1 0,0 0 0,0 0 0,0 0 0,1 0 0,0 0 0,0 0 0,1-1 0,-1 1 0,1-1 0,0 0 0,1 0 0,8 7 0,-5-5 0,0-1 0,0-1 0,1 1 0,0-1 0,0-1 0,0 0 0,0 0 0,1-1 0,0 0 0,10 2 0,19 2 0,1-2 0,0-2 0,79-3 0,-104-2-1365,-4-2-5461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3:26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1 24575,'0'17'0,"2"0"0,0 0 0,0 0 0,2-1 0,0 1 0,1-1 0,1 0 0,0 0 0,10 18 0,30 67 0,-41-87 0,0 1 0,-1 0 0,-1 0 0,0 0 0,0 18 0,-2-30 0,-1 0 0,0-1 0,0 1 0,-1 0 0,1 0 0,-1-1 0,1 1 0,-1 0 0,0-1 0,0 1 0,0-1 0,0 1 0,0-1 0,-1 0 0,1 1 0,-1-1 0,0 0 0,-3 4 0,2-4 0,0 0 0,0 0 0,-1 0 0,1 0 0,0 0 0,-1-1 0,0 1 0,1-1 0,-1 0 0,0 0 0,0-1 0,-7 1 0,0 0 0,0-1 0,0 0 0,0-1 0,0-1 0,0 1 0,0-2 0,0 0 0,-11-4 0,18 6 0,1-1 0,-1 0 0,0 0 0,1 0 0,0 0 0,-1-1 0,1 1 0,0-1 0,0 0 0,0 0 0,-2-4 0,3 5 0,1 0 0,0-1 0,0 1 0,0-1 0,0 1 0,0-1 0,0 0 0,1 1 0,-1-1 0,1 0 0,0 1 0,0-1 0,0 0 0,0 0 0,0 1 0,1-1 0,-1 0 0,2-3 0,-1 3 0,0 0 0,1-1 0,-1 1 0,1 0 0,0 0 0,0 0 0,0 0 0,1 0 0,-1 1 0,1-1 0,-1 1 0,1-1 0,0 1 0,0 0 0,0 0 0,0 0 0,0 1 0,0-1 0,5-1 0,7-2 0,0 0 0,31-6 0,-36 10 0,33-7-6,40-9-1353,-65 11-5467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3:26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 24575,'3'-7'0,"0"-1"0,0 5 0,0 4 0,-2 5 0,0 4 0,0 0-8191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3:27.7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82 24575,'6'-10'0,"0"1"0,0 1 0,1-1 0,0 1 0,13-12 0,-17 18 0,0 0 0,-1 0 0,1 0 0,0 1 0,0-1 0,0 1 0,1-1 0,-1 1 0,6-1 0,-7 2 0,0-1 0,0 1 0,0 0 0,0 1 0,0-1 0,0 0 0,0 0 0,0 1 0,0-1 0,0 1 0,0 0 0,0-1 0,0 1 0,-1 0 0,1 0 0,0 0 0,2 2 0,2 2 0,0 1 0,0-1 0,-1 1 0,0-1 0,0 2 0,0-1 0,-1 0 0,0 1 0,0 0 0,5 12 0,-8-15 0,0 0 0,1 0 0,-2 0 0,1 0 0,0 0 0,-1 1 0,0-1 0,0 0 0,0 1 0,0-1 0,-1 0 0,0 0 0,0 0 0,0 1 0,0-1 0,0 0 0,-1 0 0,0-1 0,0 1 0,0 0 0,-3 3 0,-2 1 0,0 0 0,-9 8 0,10-10 0,0 0 0,1 0 0,-1 0 0,-4 8 0,9-13 0,1-1 0,0 1 0,-1-1 0,1 1 0,0 0 0,-1 0 0,1-1 0,0 1 0,0 0 0,-1-1 0,1 1 0,0 0 0,0 0 0,0-1 0,0 1 0,0 0 0,0 0 0,0-1 0,0 1 0,1 0 0,-1 0 0,0-1 0,0 1 0,0 0 0,1-1 0,-1 1 0,0 0 0,1-1 0,-1 1 0,1 0 0,-1-1 0,1 1 0,-1-1 0,1 1 0,-1-1 0,1 1 0,0-1 0,-1 1 0,1-1 0,0 0 0,-1 1 0,1-1 0,0 0 0,-1 0 0,1 1 0,0-1 0,0 0 0,-1 0 0,2 0 0,5 2 0,0-1 0,0 0 0,13 0 0,-18-1 0,-2 0-5,22 0 68,36-3 0,-52 2-178,-1 0 1,1 0 0,0 0 0,-1-1-1,0 0 1,1 0 0,-1 0-1,0-1 1,0 1 0,0-1 0,-1 0-1,5-5 1,0-1-6712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3:27.9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24575,'0'2'0,"0"4"0,0 3 0,2 2 0,4 2 0,0 1 0,3 1 0,1 0 0,1 0 0,2 0 0,1 0 0,1 0 0,-1-1 0,1 1 0,0-3 0,-3-4-8191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3:28.1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24575,'13'17'0,"5"8"0,4 5 0,-1 0 0,-1-3 0,-1-4 0,-4-2 0,-3-4 0,-2-4-8191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3:28.3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 0 24575,'-20'3'0,"-11"2"0,-3 4 0,0 3 0,3-2 0,1 1 0,2-2 0,3 1 0,0-3 0,3 2 0,2-3 0,4 0-8191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3:28.9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 24575,'6'12'0,"31"58"0,-31-61 0,0 0 0,1-1 0,0 1 0,0-1 0,10 8 0,-16-14 0,1 0 0,0-1 0,0 1 0,0-1 0,0 0 0,0 0 0,0 0 0,0 0 0,1 0 0,-1 0 0,0 0 0,0-1 0,1 1 0,-1-1 0,0 0 0,1 0 0,-1 0 0,1 0 0,-1 0 0,0 0 0,1 0 0,-1-1 0,0 1 0,1-1 0,2-1 0,-1 0 0,-1 0 0,0 0 0,0 0 0,0-1 0,-1 1 0,1-1 0,0 0 0,-1 0 0,0 1 0,1-2 0,-1 1 0,-1 0 0,1 0 0,0-1 0,1-4 0,-1 1 0,0 0 0,-1-1 0,0 1 0,0 0 0,-1-14 0,0 15 0,0-1 0,0 0 0,1 1 0,0-1 0,0 1 0,4-12 0,-5 17 0,1 0 0,0 0 0,-1 0 0,1 0 0,0 0 0,0 0 0,0 0 0,0 0 0,0 0 0,0 0 0,0 1 0,0-1 0,0 0 0,0 0 0,0 1 0,0-1 0,1 1 0,-1-1 0,0 1 0,0 0 0,1-1 0,-1 1 0,0 0 0,1 0 0,-1 0 0,0 0 0,1 0 0,-1 0 0,0 0 0,0 1 0,1-1 0,-1 0 0,0 1 0,3 0 0,4 2 0,1 0 0,-1 1 0,14 8 0,-20-10 0,139 92 0,-118-78 0,15 18-1365,-29-26-5461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3:29.6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21 24575,'-19'0'0,"-10"-2"0,-1-2 0,1 1 0,3 1 0,4 0 0,3 1 0,5-2 0,5-1-8191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3:29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333 61 24575,'-27'-10'0,"-11"-3"0,-4 0 0,2 3 0,6 3 0,4 3 0,4 1 0,4 2 0,4 1 0,2 3 0,2 1 0,0 2 0,3 0-8191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3:30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24575,'12'31'0,"7"19"0,5 5 0,1 1 0,0-2 0,2-5 0,-1-6 0,-4-3 0,-2-3 0,-2-6 0,-2-3 0,-4-4 0,-3-6-8191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4:02.4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24575,'3'0'0,"3"0"0,2 0 0,4 0 0,-2 0-8191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4:02.8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 24575,'77'-2'0,"82"4"0,-111 5 0,-32-4 0,31 2 0,343-6 0,-372 2 0,30 5 0,-28-2 0,22 0 0,46 3 0,14 0 0,-94-6-341,0-1 0,0 1-1,10 3 1,-5-1-6485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4:03.2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24575,'0'0'-8191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4:04.6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24575,'42'0'0,"14"0"0,87 9 0,-32-1 0,-11-1 0,50 0 0,4 0 0,81 22 0,-185-24 0,-1-2 0,54-4 0,-24-1 0,-59 1 0,0-1 0,1-1 0,-1-1 0,20-7 0,-17 5 0,0 0 0,37-3 0,15 2 0,44-2 0,-78 8 0,45-6 0,-21 1 0,105 5 0,-82 2 0,74 8 0,144 11 0,-289-19 0,0 1 0,16 3 0,-15-2 0,29 1 0,329-4 0,-359-1 0,0-1 0,1-1 0,23-6 0,-24 5 0,0 0 0,0 1 0,25-1 0,28 4 0,120 1 0,103 34 0,-262-30 0,458 66 0,-201-65 0,-173-8 0,-32 2-1365,-70 0-5461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4:07.6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155 112 24575,'-1'-2'0,"0"0"0,0 0 0,1 0 0,-1 0 0,1-1 0,0 1 0,0 0 0,-1 0 0,1-1 0,1 1 0,-1 0 0,0 0 0,0-1 0,1 1 0,-1 0 0,1 0 0,2-4 0,-2 4 0,0 1 0,0 0 0,0 0 0,1-1 0,-1 1 0,1 0 0,-1 0 0,1 0 0,-1 0 0,1 0 0,-1 1 0,1-1 0,0 0 0,0 1 0,-1 0 0,1-1 0,0 1 0,0 0 0,-1 0 0,1-1 0,0 1 0,3 1 0,-3-1 0,0 0 0,0 0 0,1 1 0,-1-1 0,0 1 0,0-1 0,0 1 0,0 0 0,-1-1 0,1 1 0,0 0 0,0 0 0,0 0 0,-1 1 0,1-1 0,0 0 0,-1 1 0,1-1 0,1 3 0,-2-2 0,0-1 0,-1 1 0,1-1 0,0 1 0,-1-1 0,1 1 0,-1-1 0,0 1 0,0-1 0,1 1 0,-1 0 0,0-1 0,0 1 0,0-1 0,-1 1 0,1 0 0,0-1 0,0 1 0,-1-1 0,1 1 0,-1-1 0,0 1 0,1-1 0,-1 0 0,-2 3 0,-2 3 0,0 0 0,-1-1 0,1 0 0,-2 0 0,1 0 0,-1-1 0,0 0 0,0 0 0,0 0 0,0-1 0,-1 0 0,0-1 0,0 0 0,0 0 0,0-1 0,0 0 0,-9 2 0,15-4 0,1 0 0,0 0 0,-1 0 0,1-1 0,0 1 0,-1 0 0,1 0 0,0-1 0,0 1 0,-1 0 0,1-1 0,0 0 0,0 1 0,0-1 0,-1 0 0,1 1 0,0-1 0,0 0 0,-1-1 0,0-1 0,0 1 0,1 0 0,-1-1 0,1 1 0,0-1 0,0 1 0,0-1 0,-2-4 0,1-4 0,1 0 0,0 0 0,0-18 0,1 21 0,0 1 0,1-1 0,0 1 0,0-1 0,0 0 0,1 1 0,5-11 0,-7 16 0,1 1 0,0-1 0,0 0 0,0 1 0,0-1 0,0 1 0,0 0 0,0-1 0,0 1 0,1 0 0,-1 0 0,0 0 0,1 0 0,-1 0 0,1 0 0,-1 0 0,1 0 0,0 0 0,-1 1 0,1-1 0,0 1 0,-1-1 0,1 1 0,0 0 0,0-1 0,-1 1 0,1 0 0,0 0 0,0 1 0,-1-1 0,1 0 0,0 0 0,0 1 0,-1-1 0,1 1 0,0 0 0,-1-1 0,3 2 0,7 3 0,-1 1 0,1 0 0,-1 1 0,0 0 0,9 8 0,41 45 0,-56-56 0,-1 0 0,0 1 0,0-1 0,0 1 0,-1-1 0,1 1 0,-1 0 0,-1 0 0,1 0 0,0 0 0,-1 0 0,0 0 0,0 0 0,-1 1 0,0-1 0,0 0 0,0 0 0,-1 10 0,0-12 0,0 1 0,0-1 0,0 1 0,0 0 0,-1-1 0,0 0 0,1 1 0,-1-1 0,0 0 0,-1 0 0,1 0 0,0 0 0,-1 0 0,0-1 0,1 1 0,-1-1 0,0 0 0,0 0 0,-1 0 0,1 0 0,0 0 0,-1-1 0,1 1 0,-1-1 0,1 0 0,-7 1 0,2-1 0,1 0 0,0-1 0,-1 0 0,1 0 0,-1-1 0,1 0 0,0 0 0,0-1 0,-1 0 0,1 0 0,0-1 0,1 0 0,-1 0 0,0 0 0,1-1 0,0 0 0,0 0 0,-8-8 0,7 6 0,1 0 0,-1 0 0,1-1 0,1 0 0,-1 0 0,1-1 0,0 1 0,1-1 0,0 0 0,0-1 0,1 1 0,0-1 0,0 1 0,-2-17 0,4 22-76,1 0 1,0-1-1,0 1 0,1-1 0,-1 1 0,1 0 0,-1-1 0,1 1 1,0 0-1,0-1 0,0 1 0,1 0 0,-1 0 0,1 0 1,0 0-1,0 0 0,3-3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4:09.4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171 73 24575,'-1'-2'0,"-1"1"0,1-1 0,0 0 0,0 1 0,-1-1 0,2 0 0,-1 0 0,0 0 0,0 0 0,0 0 0,1 1 0,-1-2 0,1 1 0,0 0 0,-1 0 0,1 0 0,0 0 0,0 0 0,0 0 0,1 0 0,-1 0 0,1-3 0,0 3 0,-1 1 0,1-1 0,0 1 0,-1 0 0,1-1 0,0 1 0,0 0 0,-1 0 0,1 0 0,0 0 0,0 0 0,0 0 0,1 0 0,-1 0 0,0 0 0,0 0 0,0 0 0,1 1 0,-1-1 0,0 0 0,1 1 0,-1-1 0,1 1 0,-1 0 0,1-1 0,-1 1 0,1 0 0,-1 0 0,0 0 0,1 0 0,2 0 0,2 2 0,0-1 0,1 1 0,-1 0 0,0 0 0,0 0 0,0 1 0,0 0 0,0 0 0,-1 1 0,0-1 0,1 1 0,-1 1 0,-1-1 0,1 1 0,-1-1 0,1 1 0,3 7 0,-6-9 0,0 0 0,0 1 0,0-1 0,0 1 0,-1-1 0,1 1 0,-1-1 0,0 1 0,0 0 0,-1 0 0,1-1 0,-1 1 0,0 0 0,0 0 0,0 0 0,0-1 0,-1 1 0,1 0 0,-1 0 0,0 0 0,0-1 0,0 1 0,-1-1 0,1 1 0,-1-1 0,0 1 0,0-1 0,0 0 0,-1 0 0,-2 3 0,0-1 0,0 0 0,0-1 0,-1 0 0,1 0 0,-1 0 0,0-1 0,0 1 0,0-1 0,-1-1 0,1 1 0,-1-1 0,1-1 0,-1 1 0,0-1 0,0 0 0,0 0 0,-10-1 0,9 0 0,1-1 0,-1 0 0,1 0 0,-1 0 0,1-1 0,-1 0 0,1-1 0,0 0 0,0 0 0,0 0 0,1-1 0,-1 0 0,1 0 0,-1-1 0,-7-7 0,12 9 0,-1 0 0,1 0 0,-1 0 0,1 0 0,0 0 0,0-1 0,0 1 0,1 0 0,-1-1 0,1 0 0,0 1 0,0-1 0,0 0 0,1 0 0,-1 1 0,1-1 0,0 0 0,0 0 0,0 0 0,0 0 0,1 1 0,0-1 0,-1 0 0,1 0 0,1 1 0,-1-1 0,1 1 0,-1-1 0,1 1 0,0-1 0,0 1 0,0 0 0,1 0 0,-1 0 0,1 0 0,0 1 0,-1-1 0,1 1 0,0-1 0,1 1 0,-1 0 0,0 0 0,1 1 0,-1-1 0,1 0 0,-1 1 0,1 0 0,4-1 0,2 1 0,0-1 0,1 2 0,-1 0 0,0 0 0,0 0 0,0 1 0,0 1 0,19 5 0,-23-6 0,0 1 0,0 0 0,-1 1 0,1 0 0,-1-1 0,1 2 0,-1-1 0,0 1 0,0-1 0,0 1 0,-1 1 0,0-1 0,1 1 0,-1-1 0,5 10 0,-8-12 0,0 0 0,0 1 0,0-1 0,0 0 0,-1 0 0,1 0 0,-1 1 0,1-1 0,-1 0 0,0 0 0,0 1 0,0-1 0,0 0 0,0 0 0,-1 1 0,1-1 0,-1 0 0,1 0 0,-1 1 0,0-1 0,0 0 0,0 0 0,0 0 0,0 0 0,0 0 0,-1 0 0,1-1 0,-1 1 0,1 0 0,-1-1 0,0 1 0,1-1 0,-1 1 0,-3 0 0,-1 2 0,-1 0 0,1 0 0,-1-1 0,0 0 0,0 0 0,0 0 0,-1-1 0,1 0 0,-9 0 0,0 0 0,0-1 0,0-1 0,-30-3 0,38 2 0,0 0 0,0-1 0,0-1 0,1 1 0,-1-1 0,0 0 0,1-1 0,0 0 0,-9-6 0,15 9 0,0 0 0,0 0 0,-1 0 0,1 0 0,0 0 0,0 0 0,1 0 0,-1 0 0,0 0 0,0 0 0,0 0 0,1-1 0,-1 1 0,1 0 0,-1 0 0,1-1 0,-1 1 0,1-1 0,0 1 0,0 0 0,-1-3 0,2 2 0,-1-1 0,1 1 0,-1 0 0,1 0 0,0-1 0,0 1 0,0 0 0,0 0 0,0 0 0,0 0 0,1 0 0,1-2 0,2-1 0,0 0 0,0-1 0,1 2 0,0-1 0,0 1 0,0 0 0,9-5 0,-4 4-273,1 1 0,-1-1 0,1 2 0,16-4 0,-15 6-6553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4:10.6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89 174 24575,'0'-6'0,"0"-1"0,0 1 0,1-1 0,0 1 0,0-1 0,0 1 0,4-10 0,-3 14 0,-1-1 0,0 1 0,1-1 0,0 1 0,-1 0 0,1 0 0,0 0 0,0 0 0,0 0 0,1 0 0,-1 0 0,0 1 0,1-1 0,-1 1 0,1-1 0,-1 1 0,1 0 0,0 0 0,4-1 0,2 1 0,0 0 0,1 0 0,-1 1 0,0 1 0,0-1 0,0 1 0,0 1 0,0 0 0,0 0 0,0 1 0,0 0 0,-1 0 0,1 1 0,-1 0 0,0 0 0,0 1 0,0 0 0,7 7 0,-13-9 0,0-1 0,0 1 0,0-1 0,0 1 0,0 0 0,-1 0 0,1 0 0,-1 0 0,0 0 0,0 0 0,0 0 0,0 0 0,-1 0 0,1 0 0,-1 1 0,0-1 0,0 0 0,0 0 0,0 1 0,0-1 0,-1 0 0,-1 6 0,0-4 0,1 0 0,-1-1 0,0 1 0,0 0 0,0-1 0,-1 0 0,1 1 0,-1-1 0,0 0 0,-1 0 0,1-1 0,-1 1 0,1-1 0,-6 4 0,1-2 0,0 0 0,-1 0 0,0-1 0,0 0 0,0 0 0,0-1 0,-1 0 0,-11 1 0,14-3 0,0-1 0,-1 1 0,1-1 0,-1-1 0,1 1 0,0-1 0,-1-1 0,1 1 0,0-1 0,0 0 0,-10-5 0,9 3 0,0 0 0,0-1 0,0 0 0,0 0 0,1 0 0,0-1 0,-9-10 0,12 12 0,1 0 0,0 0 0,0-1 0,0 1 0,1-1 0,0 0 0,0 0 0,0 1 0,0-2 0,1 1 0,-1 0 0,2 0 0,-1 0 0,0-7 0,1 2 0,0 0 0,0 0 0,1 0 0,0 0 0,1 1 0,0-1 0,7-17 0,-8 23 0,1 0 0,0 0 0,1 0 0,-1 1 0,1-1 0,-1 1 0,1 0 0,0-1 0,0 1 0,1 1 0,-1-1 0,0 0 0,1 1 0,0 0 0,0 0 0,-1 0 0,1 0 0,0 0 0,1 1 0,5-2 0,1 2 0,-1 0 0,1 0 0,-1 0 0,0 2 0,1-1 0,-1 1 0,0 1 0,1 0 0,-1 0 0,0 1 0,0 0 0,0 1 0,-1 0 0,0 1 0,1 0 0,15 11 0,-22-13 0,0-1 0,-1 1 0,1 0 0,0 0 0,-1 0 0,1 0 0,-1 1 0,0-1 0,0 1 0,-1-1 0,1 1 0,-1 0 0,1 0 0,-1 0 0,0-1 0,-1 1 0,1 0 0,-1 0 0,0 0 0,1 0 0,-2 0 0,0 6 0,1-7 0,-1 0 0,1 1 0,-1-1 0,0 0 0,0 0 0,0 0 0,-1 0 0,1 0 0,-1 0 0,1 0 0,-1 0 0,0 0 0,0-1 0,-1 1 0,1-1 0,0 0 0,-1 1 0,1-1 0,-1 0 0,0-1 0,0 1 0,0 0 0,0-1 0,0 1 0,0-1 0,-6 2 0,-2-2 0,1 1 0,-1-1 0,1-1 0,-1 0 0,1 0 0,-1-1 0,1-1 0,-1 0 0,-14-4 0,19 4 0,0 0 0,0 0 0,0-1 0,0 0 0,1 0 0,0 0 0,-1-1 0,1 0 0,1 0 0,-1 0 0,0 0 0,1-1 0,0 0 0,0 0 0,0 0 0,1 0 0,-4-7 0,7 12 0,-1-1 0,1 0 0,-1 1 0,1-1 0,0 0 0,-1 0 0,1 0 0,0 1 0,0-1 0,-1 0 0,1 0 0,0 0 0,0 1 0,0-1 0,0 0 0,0 0 0,0 0 0,0 0 0,0 1 0,1-1 0,-1 0 0,0 0 0,0 0 0,1 1 0,-1-1 0,0 0 0,1 0 0,-1 1 0,1-1 0,-1 0 0,1 1 0,-1-1 0,1 1 0,-1-1 0,1 0 0,0 1 0,-1-1 0,1 1 0,0 0 0,-1-1 0,1 1 0,0 0 0,0-1 0,0 1 0,-1 0 0,1 0 0,1-1 0,2 1 0,0-1 0,0 1 0,0 0 0,-1 0 0,1 1 0,0-1 0,0 1 0,-1 0 0,7 2 0,9 5-1365,0 1-5461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4:11.9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186 74 24575,'-1'-2'0,"0"-1"0,1 0 0,-1 1 0,0-1 0,1 0 0,0 1 0,0-1 0,0 0 0,0 1 0,0-1 0,0 0 0,1 1 0,-1-1 0,1 1 0,-1-1 0,3-3 0,-2 4 0,0 0 0,0 1 0,1-1 0,-1 0 0,1 1 0,-1-1 0,1 1 0,0-1 0,0 1 0,-1 0 0,1 0 0,0 0 0,0 0 0,0 0 0,0 0 0,1 0 0,-1 1 0,0-1 0,0 1 0,3-1 0,-1 1 0,1 0 0,0 0 0,-1 0 0,1 1 0,-1-1 0,1 1 0,-1 0 0,1 0 0,-1 1 0,0-1 0,0 1 0,1 0 0,5 4 0,5 4 0,0 1 0,13 12 0,-21-17 0,-4-4 0,0 1 0,0 0 0,0 1 0,-1-1 0,1 0 0,-1 1 0,0 0 0,0-1 0,0 1 0,0 0 0,-1 0 0,0 0 0,1 0 0,-2 0 0,1 0 0,0 0 0,-1 1 0,0-1 0,0 0 0,0 0 0,0 1 0,-1-1 0,1 0 0,-1 0 0,-3 7 0,2-4 0,0 0 0,-1 0 0,0-1 0,-1 1 0,1-1 0,-1 0 0,-1 0 0,1-1 0,-1 1 0,0-1 0,0 0 0,0 0 0,-1 0 0,-8 4 0,7-5 0,0 0 0,0-1 0,0 0 0,-1 0 0,1-1 0,-1 0 0,0 0 0,0-1 0,-14 1 0,17-2 0,1 0 0,-1 0 0,0-1 0,1 1 0,-1-1 0,1-1 0,-1 1 0,1 0 0,0-1 0,-1 0 0,1 0 0,0 0 0,0-1 0,0 1 0,1-1 0,-1 0 0,0 0 0,-3-4 0,-1-3 0,-1-1 0,2 1 0,-1-1 0,1-1 0,-8-17 0,14 25 0,-1 0 0,1 0 0,0-1 0,0 1 0,0 0 0,1 0 0,0 0 0,-1 0 0,2-7 0,-1 8 0,1 1 0,0-1 0,-1 1 0,1-1 0,0 1 0,0-1 0,0 1 0,1-1 0,-1 1 0,1 0 0,-1 0 0,1-1 0,0 1 0,0 0 0,0 1 0,2-3 0,-1 2 0,0 0 0,1 1 0,-1-1 0,0 1 0,1-1 0,-1 1 0,0 0 0,1 1 0,0-1 0,-1 1 0,1-1 0,-1 1 0,1 0 0,-1 0 0,1 1 0,0-1 0,-1 1 0,1 0 0,-1 0 0,5 2 0,9 3 0,-1 0 0,27 17 0,-37-20 0,-1 0 0,0 0 0,0 0 0,0 1 0,0-1 0,-1 1 0,1 0 0,-1 1 0,0-1 0,3 6 0,-6-8 0,0-1 0,0 1 0,0-1 0,-1 1 0,1-1 0,-1 1 0,1-1 0,-1 1 0,1-1 0,-1 1 0,0 0 0,0-1 0,0 1 0,0 0 0,0-1 0,0 1 0,0 0 0,-1-1 0,1 1 0,-1-1 0,1 1 0,-1-1 0,1 1 0,-1-1 0,0 1 0,0-1 0,0 1 0,0-1 0,0 0 0,0 0 0,0 1 0,0-1 0,0 0 0,-1 0 0,1 0 0,-2 1 0,-2 1 0,0 0 0,-1 0 0,1-1 0,0 0 0,-1 0 0,1 0 0,-1-1 0,0 1 0,0-1 0,-10 0 0,-3-1 0,-37-3 0,46 2 0,0-1 0,0 0 0,0-1 0,0 0 0,1-1 0,-14-7 0,16 8 0,0-1 0,1 0 0,-1-1 0,1 1 0,0-1 0,1-1 0,-1 1 0,1-1 0,-5-7 0,9 12-49,-1-1 1,1-1-1,0 1 0,0 0 0,1 0 1,-1 0-1,0 0 0,1-1 0,0 1 1,-1 0-1,1 0 0,0-1 0,0 1 1,0 0-1,0-1 0,1 1 0,-1 0 1,0 0-1,1-1 0,0 1 0,0 0 1,-1 0-1,1 0 0,0 0 0,1 0 0,-1 0 1,3-3-1,5-7-6777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4:13.2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14 24575,'23'-4'0,"35"-5"0,-51 8 0,0 1 0,0 0 0,0 0 0,0 1 0,0 0 0,8 2 0,-12-2 0,0 1 0,0-1 0,0 1 0,0-1 0,0 1 0,0 0 0,-1 0 0,1 0 0,-1 0 0,0 1 0,1-1 0,-1 0 0,0 1 0,0 0 0,-1 0 0,1-1 0,0 1 0,-1 0 0,0 0 0,0 0 0,2 6 0,-2-4 0,0 0 0,0 0 0,-1 0 0,1 0 0,-1 0 0,0 0 0,0 0 0,-1 0 0,0 0 0,0 0 0,0 0 0,0 0 0,-4 7 0,4-9 0,0-1 0,-1 0 0,1 0 0,-1 0 0,1-1 0,-1 1 0,0 0 0,0-1 0,0 1 0,0-1 0,0 1 0,0-1 0,0 0 0,0 0 0,0 0 0,-1 0 0,1 0 0,0-1 0,-1 1 0,1-1 0,-1 1 0,1-1 0,-3 0 0,-1 0 0,1 0 0,-1 0 0,1-1 0,0 1 0,-1-1 0,1-1 0,0 1 0,0-1 0,-7-2 0,4-1 0,0 1 0,0-1 0,1 0 0,-1-1 0,-9-9 0,14 12 0,0 0 0,0 0 0,0 0 0,1-1 0,-1 1 0,1-1 0,0 0 0,0 1 0,1-1 0,-1 0 0,1 0 0,0 0 0,0 0 0,-1-5 0,2 8 0,0-1 0,0 1 0,0 0 0,0-1 0,0 1 0,1 0 0,-1-1 0,0 1 0,1 0 0,-1-1 0,1 1 0,-1 0 0,1 0 0,-1-1 0,1 1 0,0 0 0,0 0 0,0 0 0,1-1 0,0 0 0,0 1 0,0-1 0,0 1 0,0-1 0,1 1 0,-1 0 0,1 0 0,-1 0 0,4-1 0,5 0 0,0 0 0,0 1 0,19 0 0,-26 1 0,12 0 0,1 1 0,-1 1 0,0 0 0,0 1 0,0 1 0,21 8 0,-27-8 0,-1 0 0,1 0 0,-1 1 0,0 0 0,0 1 0,-1 0 0,0 0 0,0 1 0,0 0 0,-1 1 0,7 8 0,-12-13 0,0 0 0,0-1 0,-1 1 0,1 0 0,-1 0 0,0 0 0,0 0 0,0 0 0,0 0 0,0 0 0,-1 0 0,0 1 0,1-1 0,-1 0 0,0 0 0,0 0 0,-2 6 0,2-7 0,-1 0 0,0 0 0,0 1 0,0-1 0,0 0 0,0 0 0,0 0 0,-1 0 0,1 0 0,-1-1 0,1 1 0,-1 0 0,0 0 0,0-1 0,1 0 0,-1 1 0,0-1 0,0 0 0,-1 0 0,1 0 0,0 0 0,0 0 0,-5 1 0,-4 0 0,-1-1 0,1 1 0,0-2 0,-1 0 0,1 0 0,-1-1 0,1-1 0,-1 0 0,1 0 0,0-1 0,0-1 0,0 1 0,1-2 0,-1 0 0,1 0 0,0-1 0,1 0 0,-1 0 0,1-1 0,0-1 0,1 1 0,-12-14 0,17 18 0,1-1 0,-1 0 0,1-1 0,0 1 0,0 0 0,0-1 0,0 1 0,1-1 0,-1 1 0,0-8 0,2 10 0,0 0 0,-1 0 0,1 0 0,0 0 0,0 0 0,0 0 0,1 0 0,-1 0 0,0 0 0,1 0 0,0 0 0,-1 0 0,1 0 0,0 0 0,0 1 0,0-1 0,0 0 0,0 0 0,0 1 0,0-1 0,1 1 0,-1-1 0,1 1 0,-1 0 0,1-1 0,-1 1 0,3-1 0,-3 2-105,0-1 0,0 1 0,1-1 0,-1 1 0,0 0 0,0 0 0,0 0 0,0 0 0,1 0 0,-1 0 0,0 0 0,2 0 0,5 2-6721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4:14.5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60 24575,'7'-7'0,"0"1"0,1-1 0,-1 1 0,1 0 0,14-6 0,-16 9 0,0 0 0,0 1 0,0 0 0,1 1 0,-1-1 0,1 1 0,-1 0 0,1 1 0,7 0 0,-8 0 0,0 0 0,0 0 0,-1 1 0,1 0 0,-1 1 0,1-1 0,-1 1 0,1 0 0,-1 0 0,6 4 0,-8-4 0,0-1 0,-1 1 0,1 0 0,-1 1 0,0-1 0,0 0 0,0 1 0,0-1 0,0 1 0,0-1 0,-1 1 0,1 0 0,-1 0 0,0 0 0,1 0 0,-1 0 0,-1 0 0,1 0 0,0 6 0,0-4 0,-1-1 0,0 1 0,0-1 0,0 1 0,-1-1 0,1 1 0,-1-1 0,0 1 0,0-1 0,-1 0 0,1 1 0,-1-1 0,0 0 0,0 0 0,-4 5 0,4-7 0,0 1 0,-1-1 0,1 0 0,-1 0 0,1 0 0,-1 0 0,0 0 0,0 0 0,0-1 0,0 1 0,0-1 0,0 0 0,0 0 0,-1 0 0,1 0 0,0-1 0,-1 1 0,1-1 0,0 0 0,-1 0 0,-3 0 0,0-1 0,1 0 0,-1-1 0,1 1 0,-1-1 0,1-1 0,-1 1 0,1-1 0,0 0 0,0-1 0,1 1 0,-1-1 0,-5-5 0,7 6 0,1 0 0,-1 0 0,1-1 0,-1 0 0,1 1 0,0-1 0,0 0 0,1-1 0,-1 1 0,1 0 0,0-1 0,0 1 0,1-1 0,-1 0 0,1 0 0,0 1 0,0-7 0,1 8 0,0 0 0,1 1 0,0-1 0,0 0 0,-1 1 0,2-1 0,-1 0 0,0 1 0,0 0 0,1-1 0,-1 1 0,1 0 0,0 0 0,0-1 0,0 2 0,0-1 0,0 0 0,0 0 0,0 0 0,0 1 0,1 0 0,-1-1 0,1 1 0,-1 0 0,1 0 0,0 0 0,-1 0 0,1 1 0,4-1 0,3 0 0,0 1 0,0 1 0,-1-1 0,1 2 0,-1-1 0,1 1 0,-1 1 0,1 0 0,-1 0 0,0 1 0,0 0 0,-1 0 0,1 1 0,-1 1 0,0-1 0,-1 1 0,1 0 0,-1 1 0,11 12 0,-15-15 0,0-1 0,0 1 0,0 0 0,0 0 0,-1 0 0,0 1 0,0-1 0,0 1 0,0-1 0,-1 1 0,0-1 0,0 1 0,0 0 0,0 0 0,-1-1 0,0 1 0,0 0 0,0 0 0,-1 4 0,0-3 0,0-1 0,-1 0 0,0 0 0,0 0 0,0 0 0,-1 0 0,1 0 0,-1-1 0,0 1 0,-1-1 0,1 0 0,-1 0 0,1 0 0,-1 0 0,-1-1 0,-6 5 0,6-4 0,-1-1 0,1-1 0,-1 1 0,0-1 0,1 0 0,-1 0 0,0-1 0,0 0 0,-7 1 0,0-1 0,0-1 0,0 0 0,-17-3 0,26 3-59,0-2 0,-1 1-1,1 0 1,0-1-1,0 0 1,0 0 0,0 0-1,0 0 1,0-1 0,0 0-1,1 1 1,-1-1 0,1-1-1,0 1 1,0 0-1,0-1 1,0 1 0,1-1-1,0 0 1,-1 0 0,1 0-1,-2-8 1,-1-1-6767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4:20.0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59 50 24575,'-3'-10'0,"2"7"0,1 0 0,-1-1 0,0 1 0,-1 0 0,1 0 0,0 0 0,-1 0 0,0 0 0,0 0 0,0 0 0,-2-3 0,3 6 0,1 0 0,0 0 0,-1 0 0,1 0 0,0 0 0,0 0 0,-1 0 0,1 0 0,0 1 0,-1-1 0,1 0 0,0 0 0,0 0 0,-1 0 0,1 0 0,0 0 0,-1 1 0,1-1 0,0 0 0,0 0 0,0 0 0,-1 1 0,1-1 0,0 0 0,0 0 0,0 0 0,-1 1 0,1-1 0,0 0 0,0 1 0,0-1 0,0 0 0,0 0 0,0 1 0,-5 10 0,5-10 0,-6 22 0,1 1 0,2 0 0,-2 43 0,4-52 0,-3 259 0,5-177 0,7 70 0,-1 14 0,-7-124-1365,0-45-5461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4:21.5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77 24575,'5'-32'0,"3"-12"0,-6 88 0,-9 21 0,-1 35 0,1 70 0,-1 24 0,8-73 0,1 242 0,14-143 88,-1 51-1541,-14-255-5373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4:22.9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59 24575,'7'-20'0,"-6"14"0,1 1 0,0-1 0,1 1 0,4-9 0,-7 14 0,0 0 0,0 0 0,0-1 0,0 1 0,0 0 0,0 0 0,0 0 0,0 0 0,0 0 0,0 0 0,1 0 0,-1 0 0,0 0 0,0 0 0,0-1 0,0 1 0,0 0 0,0 0 0,0 0 0,0 0 0,0 0 0,0 0 0,0 0 0,1 0 0,-1 0 0,0 0 0,0 0 0,0 0 0,0 0 0,0 0 0,0 0 0,0 0 0,0 0 0,1 0 0,-1 0 0,0 0 0,0 0 0,0 0 0,0 0 0,0 0 0,0 0 0,0 0 0,0 0 0,1 0 0,-1 0 0,0 0 0,0 0 0,0 0 0,0 1 0,2 6 0,0 9 0,-2 433 0,-1-195 0,-1-142 0,4 121 0,3-192-1365,-2-26-5461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4:24.2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36 24575,'3'-6'0,"-2"3"0,0-1 0,1 1 0,-1 0 0,1-1 0,0 1 0,4-5 0,-6 8 0,0-1 0,0 1 0,0 0 0,0 0 0,0 0 0,0 0 0,1 0 0,-1 0 0,0 0 0,0 0 0,0 0 0,0-1 0,0 1 0,0 0 0,0 0 0,1 0 0,-1 0 0,0 0 0,0 0 0,0 0 0,0 0 0,0 0 0,1 0 0,-1 0 0,0 0 0,0 0 0,0 0 0,0 0 0,0 0 0,1 0 0,-1 0 0,0 0 0,0 0 0,0 1 0,0-1 0,0 0 0,0 0 0,1 0 0,-1 0 0,3 7 0,0 10 0,-1 203 0,-4-120 0,26 513 0,-18-432-1365,-6-168-5461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4:25.3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41 24575,'1'-2'0,"19"-24"0,-19 25 0,0 0 0,-1 0 0,1 0 0,0 0 0,0 0 0,0 0 0,0 1 0,0-1 0,0 0 0,0 1 0,0-1 0,1 1 0,-1-1 0,0 1 0,0-1 0,0 1 0,1 0 0,-1-1 0,0 1 0,0 0 0,2 0 0,-2 0 0,-1 1 0,1-1 0,0 1 0,0-1 0,-1 1 0,1-1 0,-1 1 0,1 0 0,0-1 0,-1 1 0,1 0 0,-1-1 0,0 1 0,1 0 0,-1 0 0,0-1 0,1 1 0,-1 0 0,0 0 0,1 1 0,3 20 0,-3-16 0,6 61 0,-1 77 0,-2-38 0,0-27 0,31 344 0,-25-366 0,-4-24 0,-1-1 0,-1 2 0,-2 42 0,-2-75-50,1 1-1,-1-1 1,0 0-1,0 0 0,-1 0 1,1 1-1,0-1 1,0 0-1,-1 0 1,1 0-1,0 0 0,-1 0 1,1 0-1,-1 0 1,1 0-1,-1 0 1,0 0-1,1 0 0,-1 0 1,0 0-1,0 0 1,0 0-1,0-1 1,0 1-1,0 0 1,-1 0-1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4:26.3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 24575,'1'0'0,"-1"0"0,0-1 0,0 1 0,0 0 0,0 0 0,0 0 0,1 0 0,-1 0 0,0-1 0,0 1 0,0 0 0,0 0 0,1 0 0,-1 0 0,0 0 0,0 0 0,0 0 0,1 0 0,-1 0 0,0 0 0,0-1 0,0 1 0,1 0 0,-1 0 0,0 0 0,0 1 0,1-1 0,-1 0 0,0 0 0,0 0 0,0 0 0,1 0 0,-1 0 0,0 0 0,1 0 0,3 9 0,-1 12 0,-3-21 0,-7 287 0,1-194 0,7 124 0,27-22 0,-6-60 0,-16-91 0,0-6 0,-1-1 0,-2 74 0,-9-81-1365,3-18-5461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01.6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0 24575,'-1'0'0,"0"1"0,1-1 0,-1 0 0,1 1 0,-1-1 0,0 0 0,1 1 0,-1-1 0,1 0 0,-1 1 0,1-1 0,-1 1 0,1-1 0,0 1 0,-1 0 0,1-1 0,-1 1 0,1-1 0,0 1 0,0 0 0,-1-1 0,1 1 0,0 0 0,0-1 0,0 1 0,0 0 0,-1 0 0,-1 23 0,2-21 0,-1 10 0,1 0 0,0 0 0,1 0 0,1 0 0,4 17 0,-3-13 0,3 34 0,0 5 0,25 131 0,-19-86 0,-7-64 0,-2-1 0,-4 69 0,0-37 0,1 220 0,-1-273 0,-1-1 0,-3 17 0,2-15 0,-1 24 0,3 293 0,2-161 0,0-159 0,0-1 0,4 18 0,2 16 0,2 21 0,-2-19 0,-1-5 0,-3-23 0,2 33 0,-6 524 0,1-569-248,-1 0 0,0 0-1,-1 0 1,-2 8 0,4-15 124,-3 9-6702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04.8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10385 74 24575,'11'-7'0,"-7"5"0,0-1 0,0 1 0,0-1 0,0 0 0,0 0 0,-1 0 0,1-1 0,3-5 0,-7 9 0,1 0 0,-1-1 0,0 1 0,0 0 0,0 0 0,0 0 0,0-1 0,0 1 0,0 0 0,0 0 0,0 0 0,0-1 0,0 1 0,0 0 0,-1 0 0,1 0 0,0 0 0,0-1 0,0 1 0,0 0 0,0 0 0,0 0 0,0 0 0,0-1 0,-1 1 0,1 0 0,0 0 0,0 0 0,0 0 0,0 0 0,0 0 0,-1-1 0,1 1 0,0 0 0,0 0 0,0 0 0,0 0 0,-1 0 0,1 0 0,0 0 0,0 0 0,0 0 0,-1 0 0,1 0 0,0 0 0,-1 0 0,-10-1 0,10 1 0,-112 2 0,50 0 0,-88-9 0,128 4 0,-238-18 0,182 21 0,-117 1 0,160 2 0,1 1 0,-42 11 0,-67 24 0,4-1 0,133-36 0,-29 7 0,-1-1 0,-1-3 0,-42 3 0,-12-12 0,-167-27 0,31-2 0,133 22 0,-112 2 0,-86 9 0,279 1 0,0 0 0,-17 5 0,16-3 0,-25 1 0,-34 3 0,47-3 0,-31 0 0,-33 3 0,0 0 0,-25-6 0,-121-3 0,151-5 0,-30 0 0,113 7 0,-170-9 0,98 3 0,-106 5 0,85 3 0,-32-1 0,-145-3 0,176-5 0,-31 0 0,-451 7 0,451 8 0,3-1 0,25 0 0,5 0 0,-52 1 0,-22-1 0,-37-16 0,53 1 0,8 1 0,60 3 0,-158 13 0,227-8 0,-201 11 0,-94-5 0,201-8 0,-10-7 0,9 1 0,-603 6 0,346 2 0,166 8 0,0 6 0,74-8 0,-4 0 0,-80-1 0,164-7 0,35 1 0,1-1 0,-18-5 0,-15-1 0,22 5 0,-40-10 0,43 7 0,1 1 0,0 1 0,-25-1 0,25 3-6,-29-5 1,29 3 47,-29-1 0,42 4-202,0 1 0,0-1 1,-1 1-1,1 0 0,0 0 0,0 1 1,0 0-1,-10 4 0,7-1-6666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20.4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26 24575,'0'-2'0,"0"0"0,0 0 0,-1 0 0,1 0 0,-1 0 0,1 0 0,-1 0 0,0 0 0,0 0 0,0 1 0,-1-3 0,6 40 0,1 20 0,-4 84 0,-3-65 0,7 46 0,24 134 0,-17-159 0,-2-3 0,-5 1 0,-8 108 0,2-192 0,-1 0 0,1 0 0,-2 0 0,1-1 0,-1 1 0,-1-1 0,1 0 0,-2 0 0,1 0 0,-1-1 0,-8 11 0,6-13 0,7-12 0,8-15 0,1 5 0,0-2 0,-1 1 0,-1-1 0,-1 0 0,0 0 0,-2-1 0,0 0 0,-1 0 0,2-34 0,-15 90 0,4 41 0,5 109 0,2-88 0,-2-89 120,1-11-142,0 1-1,0 0 1,0 0 0,0 0 0,0 0 0,0 0 0,0 0-1,0 0 1,0 0 0,0-1 0,0 1 0,0 0 0,0 0-1,0 0 1,0 0 0,0 0 0,-1 0 0,1 0 0,0 0 0,0 0-1,0 0 1,0 0 0,0-1 0,0 1 0,0 0 0,0 0-1,0 0 1,0 0 0,-1 0 0,1 0 0,0 0 0,0 0-1,0 0 1,0 0 0,0 0 0,0 0 0,0 0 0,-1 0-1,1 0 1,0 0 0,0 0 0,0 0 0,0 0 0,0 0-1,0 0 1,0 0 0,0 0 0,-1 0 0,1 0 0,0 1 0,0-1-1,0 0 1,0 0 0,0 0 0,0 0 0,0 0 0,0 0-1,0 0 1,0 0 0,0 0 0,0 0 0,-1 1 0,1-1-1,0 0 1,0 0 0,0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21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42 213 24575,'-1'-4'0,"-2"-4"0,1-1 0,1 1 0,-1-1 0,1 0 0,1 0 0,0 1 0,0-1 0,2-10 0,-2 18 0,0 1 0,0 0 0,0-1 0,0 1 0,0 0 0,0-1 0,1 1 0,-1 0 0,0-1 0,0 1 0,0 0 0,0-1 0,1 1 0,-1 0 0,0 0 0,0-1 0,1 1 0,-1 0 0,0 0 0,1-1 0,-1 1 0,0 0 0,0 0 0,1 0 0,-1-1 0,0 1 0,1 0 0,-1 0 0,0 0 0,1 0 0,-1 0 0,1 0 0,-1 0 0,0 0 0,1 0 0,-1 0 0,0 0 0,1 0 0,-1 0 0,0 0 0,1 0 0,-1 0 0,0 1 0,1-1 0,-1 0 0,0 0 0,1 0 0,-1 0 0,0 1 0,1-1 0,-1 0 0,0 0 0,0 1 0,1-1 0,-1 0 0,0 0 0,1 1 0,16 19 0,-15-18 0,15 20 0,1 1 0,0 0 0,2-1 0,38 33 0,-42-47 0,-11-9 0,-5-9 0,-5-4 0,-1 0 0,-12-22 0,2 4 0,11 23 0,-71-143 0,75 150 0,-1 0 0,1 0 0,0 0 0,-1 0 0,1 1 0,-1-1 0,0 0 0,0 1 0,1 0 0,-1-1 0,-4-1 0,5 3 0,1 0 0,-1-1 0,0 1 0,1 0 0,-1 0 0,0 0 0,0-1 0,1 1 0,-1 0 0,0 0 0,1 0 0,-1 0 0,0 0 0,0 1 0,1-1 0,-1 0 0,0 0 0,0 0 0,1 1 0,-1-1 0,0 0 0,1 1 0,-1-1 0,1 0 0,-1 1 0,0-1 0,1 1 0,-1-1 0,1 1 0,-1 0 0,1-1 0,-1 1 0,1-1 0,0 1 0,-1 0 0,1-1 0,0 1 0,-1 0 0,1 0 0,-1 1 0,1-1 0,0 0 0,-1 1 0,1-1 0,0 0 0,0 1 0,0-1 0,0 1 0,0-1 0,0 0 0,0 1 0,0-1 0,1 1 0,-1-1 0,1 0 0,-1 1 0,1-1 0,-1 0 0,1 1 0,0-1 0,-1 0 0,1 0 0,2 2 0,2 3 0,0-1 0,1 1 0,8 5 0,0 1 0,9 13 0,-1 1 0,33 50 0,-7-9 0,-39-54 0,-7-10 0,0 1 0,0-1 0,1 0 0,0 0 0,5 6 0,-7-9 0,-1 0 0,0 0 0,0 0 0,0 0 0,0 0 0,0 0 0,0 0 0,0 0 0,0 0 0,0 0 0,0 0 0,0 0 0,0 0 0,0 0 0,0 0 0,0 0 0,1 0 0,-1 0 0,0 0 0,0-1 0,0 1 0,0 0 0,0 0 0,0 0 0,0 0 0,0 0 0,0 0 0,0 0 0,0 0 0,0 0 0,0 0 0,0 0 0,0 0 0,0 0 0,0 0 0,0 0 0,0 0 0,0 0 0,0 0 0,0 0 0,0-1 0,0 1 0,0 0 0,0 0 0,0 0 0,0 0 0,0 0 0,0 0 0,0 0 0,0 0 0,0 0 0,0 0 0,0 0 0,0 0 0,0 0 0,0 0 0,0 0 0,0-1 0,0 1 0,0 0 0,0 0 0,0 0 0,0 0 0,0 0 0,0 0 0,0 0 0,-2-9 0,-5-10 0,-5-7 0,-2 0 0,0 1 0,-2 1 0,-1 0 0,-1 1 0,0 1 0,-44-39 0,61 61 0,1-1 0,0 0 0,-1 1 0,1-1 0,-1 1 0,0-1 0,1 1 0,-1-1 0,1 1 0,-1 0 0,0-1 0,1 1 0,-1 0 0,0-1 0,1 1 0,-1 0 0,0 0 0,0 0 0,1 0 0,-1-1 0,0 1 0,0 0 0,1 0 0,-1 0 0,0 1 0,0-1 0,1 0 0,-1 0 0,0 0 0,1 0 0,-1 1 0,0-1 0,0 0 0,1 1 0,-2 0 0,0 1 0,1 0 0,-1 1 0,0-1 0,1 1 0,0-1 0,0 1 0,0 0 0,-1 4 0,-12 33 0,-23 48 0,32-77-1365,2-1-5461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26.3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30 24575,'-23'-2'0,"23"2"0,-1 0 0,1 0 0,0 0 0,-1 0 0,1 0 0,0 0 0,-1 0 0,1 0 0,-1 0 0,1 0 0,0-1 0,-1 1 0,1 0 0,0 0 0,-1 0 0,1 0 0,0-1 0,-1 1 0,1 0 0,0 0 0,0-1 0,-1 1 0,1 0 0,0-1 0,0 1 0,0 0 0,-1-1 0,1 1 0,0 0 0,0-1 0,0 1 0,0 0 0,0-1 0,-1 1 0,1 0 0,0-1 0,0 1 0,0 0 0,0-1 0,0 1 0,0-1 0,0 1 0,0 0 0,1-1 0,-1 1 0,0 0 0,0-1 0,0 1 0,0 0 0,0-1 0,1 1 0,-1 0 0,0-1 0,0 1 0,1-1 0,0 0 0,1 0 0,-1 0 0,1-1 0,-1 1 0,1 1 0,-1-1 0,1 0 0,0 0 0,0 0 0,-1 1 0,1-1 0,0 1 0,0 0 0,0-1 0,2 1 0,32-1 0,-27 1 0,9 0 0,1 1 0,-1 1 0,34 7 0,-44-7 0,1 1 0,-1 0 0,1 0 0,-1 1 0,0 0 0,0 1 0,-1 0 0,1 0 0,12 12 0,-18-15 0,0 1 0,0 0 0,0 0 0,0 0 0,-1 0 0,1 0 0,-1 0 0,1 0 0,-1 0 0,0 1 0,-1-1 0,1 0 0,-1 1 0,1-1 0,-1 1 0,0-1 0,0 1 0,0-1 0,-1 0 0,1 1 0,-2 5 0,0-4 0,1 1 0,-1-1 0,0 1 0,-1-1 0,1 1 0,-1-1 0,0 0 0,0 0 0,-1-1 0,1 1 0,-1-1 0,-5 5 0,4-6 0,0 1 0,0-1 0,-1-1 0,0 1 0,1-1 0,-1 0 0,0 0 0,0 0 0,0-1 0,0 0 0,0 0 0,-9 0 0,-5-1 0,0-1 0,-30-4 0,26 2 0,5 1 0,-33-8 0,47 9 0,1-1 0,-1 1 0,1-1 0,0 0 0,-1 0 0,1 0 0,0-1 0,0 0 0,0 0 0,1 0 0,-1 0 0,-4-5 0,7 7 0,0-1 0,0 0 0,0 1 0,0-1 0,0 0 0,1 0 0,-1 1 0,0-1 0,1 0 0,0 0 0,-1 0 0,1 0 0,0 0 0,0 0 0,0 0 0,0 0 0,0 1 0,0-1 0,1 0 0,-1 0 0,1 0 0,-1 0 0,1 0 0,0 1 0,-1-1 0,1 0 0,0 0 0,0 1 0,3-4 0,3-3 0,1-1 0,0 1 0,0 0 0,11-7 0,0-2 0,6-8-1365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28.7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0 24575,'-3'1'0,"1"0"0,0 0 0,0 0 0,0 0 0,0 0 0,0 0 0,0 0 0,0 1 0,0-1 0,0 1 0,1 0 0,-1-1 0,1 1 0,-1 0 0,1 0 0,0 0 0,-1 0 0,0 2 0,1 0 0,0 0 0,0 0 0,0 0 0,0 0 0,1 0 0,-1 0 0,1 0 0,0 0 0,1 7 0,3 5 0,-1-1 0,2 1 0,0-1 0,8 17 0,-1-4 0,0 1 0,-2 0 0,10 48 0,-16-59 0,-3-13 0,0-1 0,0 0 0,0 1 0,-1-1 0,0 10 0,1-14 0,-1 0 0,0 0 0,0 1 0,0-1 0,0 0 0,0 0 0,0 0 0,0 0 0,0 1 0,0-1 0,0 0 0,0 0 0,0 0 0,0 1 0,-1-1 0,1 0 0,0 0 0,0 0 0,0 0 0,0 1 0,0-1 0,0 0 0,0 0 0,0 0 0,-1 0 0,1 0 0,0 1 0,0-1 0,0 0 0,0 0 0,0 0 0,-1 0 0,1 0 0,0 0 0,0 0 0,0 0 0,0 0 0,-1 0 0,1 0 0,0 0 0,0 0 0,0 0 0,-1 0 0,1 0 0,-8-7 0,-5-14 0,-14-24-1365,20 32-5461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29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733 30 24575,'-87'-14'0,"0"4"0,-1 4 0,-120 7 0,79 13 129,13 0-1623,99-13-5332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29.9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45 24575,'0'-1'0,"-1"0"0,1-1 0,-1 1 0,1 0 0,0 0 0,0-1 0,-1 1 0,1 0 0,0 0 0,0-1 0,0 1 0,1 0 0,-1 0 0,0-1 0,0 1 0,1 0 0,-1 0 0,0-1 0,1 1 0,-1 0 0,1 0 0,0 0 0,-1 0 0,2-1 0,0 0 0,0 1 0,-1 0 0,1-1 0,0 1 0,0 0 0,0 0 0,0 1 0,0-1 0,0 0 0,0 1 0,0-1 0,0 1 0,3-1 0,3 1 0,0 0 0,1 0 0,-1 0 0,0 1 0,0 0 0,14 4 0,-15-2 0,-1-1 0,1 1 0,0 0 0,-1 0 0,1 1 0,-1 0 0,0 0 0,0 1 0,-1-1 0,1 1 0,4 6 0,-7-8 0,-1 1 0,1-1 0,-1 1 0,0 0 0,0 0 0,-1 0 0,1-1 0,-1 2 0,0-1 0,0 0 0,0 0 0,-1 0 0,1 0 0,-1 0 0,0 1 0,0-1 0,0 0 0,-1 0 0,0 1 0,-1 5 0,0-3 0,-1 0 0,0 0 0,0-1 0,0 1 0,-1-1 0,0 0 0,0 0 0,0 0 0,-1 0 0,-7 6 0,-5 4 0,-37 24 0,-1 2 0,54-41 0,0-1 0,0 1 0,0 0 0,0 0 0,0 0 0,0 0 0,0 0 0,0 0 0,1 0 0,-1 0 0,0 0 0,1 0 0,-1 0 0,1 0 0,-1 0 0,1 1 0,0-1 0,-1 0 0,1 0 0,0 1 0,0-1 0,0 2 0,1-2 0,-1 0 0,1 0 0,-1 0 0,1 0 0,0 0 0,0 0 0,-1-1 0,1 1 0,0 0 0,0 0 0,0-1 0,0 1 0,0-1 0,0 1 0,0-1 0,0 1 0,0-1 0,0 0 0,0 1 0,0-1 0,1 0 0,-1 0 0,0 0 0,2 0 0,15 2 0,1-1 0,35-3 0,-44 1 0,-1-1 0,0 1 0,0-2 0,1 1 0,-1-1 0,-1-1 0,15-6 0,-20 8-76,0-1 1,0 1-1,0-1 0,0 1 0,0-1 0,0 0 0,-1 0 0,1 0 1,-1 0-1,0 0 0,0-1 0,0 1 0,-1-1 0,1 1 1,-1-1-1,1 0 0,0-5 0,0-3-6750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30.2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24575,'5'20'0,"1"8"0,3 3 0,-1 0 0,1-2 0,2-4 0,-2-3 0,1-4 0,-2-2 0,-2-1 0,0-1 0,0 0 0,-2 0 0,1 0 0,0 0 0,-1-5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30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290 40 24575,'-27'-7'0,"-11"-3"0,-2 1 0,3 1 0,7 3 0,4 4 0,5 3 0,4 0 0,2 3 0,1 0 0,1 2 0,2 0-8191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31.3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0 24575,'-10'0'0,"-3"3"0,1 2 0,-1 2 0,0-2 0,3 2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31.4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0 24575,'-10'0'0,"-6"0"0,-4 0 0,-2 0 0,3 0-8191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31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0 24575,'-5'0'0,"-4"0"0,-3 0 0,1 0-8191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31.7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0 24575,'-27'3'0,"-11"0"0,0 0-8191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32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159 1 24575,'-15'0'0,"-7"0"0,-3 0 0,2 0 0,1 0 0,2 0 0,2 0 0,4 0-8191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32.9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173 0 24575,'-10'0'0,"-5"0"0,-4 0 0,1 3 0,-1 0 0,2 0 0,0 0 0,1 1 0,1 0 0,1 0 0,2-1-8191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33.0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228 14 24575,'-25'-3'0,"-10"0"0,-2 0 0,3 0 0,5 1 0,3 4 0,2 0 0,6 1-8191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34.0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1 24575,'-15'0'0,"-7"0"0,0 2 0,1 1 0,2 3 0,2 0 0,1 1 0,1 0 0,1-1 0,2-3-8191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34.4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24575,'-2'12'0,"1"0"0,0 0 0,1 0 0,1-1 0,-1 1 0,2 0 0,0 0 0,4 15 0,2-2 0,0-1 0,21 42 0,12 0 0,-6-10 0,-34-54-118,-1-2 77,0 0-1,0 0 0,1 0 1,-1 1-1,0-1 1,0 0-1,0 0 1,0 0-1,0 1 0,1-1 1,-1 0-1,0 0 1,0 1-1,0-1 1,0 0-1,0 0 0,0 1 1,0-1-1,0 0 1,0 0-1,0 1 1,0-1-1,0 0 0,0 0 1,0 1-1,0-1 1,0 0-1,0 0 1,-1 1-1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34.7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443 27 24575,'-27'-5'0,"-14"-2"0,-4 1 0,-1 1 0,2 2 0,2 3 0,1 2 0,-1 1 0,-3-1 0,6 0 0,8-1-8191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35.4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389 0 24575,'-30'5'0,"-14"2"0,-2-1 0,1-1 0,7-2 0,7 0 0,6-2 0,5-1 0,3 0 0,3 0 0,0 0 0,1 0 0,0-1 0,0 1 0,-1 0 0,3 0-8191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36.0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36 24575,'3'-4'0,"0"1"0,1 0 0,0 0 0,0 0 0,0 0 0,0 1 0,0 0 0,0 0 0,1 0 0,-1 0 0,1 0 0,-1 1 0,1 0 0,-1 0 0,1 0 0,6 0 0,-4 2 0,-1-1 0,0 1 0,1 0 0,-1 1 0,0 0 0,0 0 0,0 0 0,0 0 0,-1 1 0,1 0 0,10 7 0,-9-5 0,0 1 0,0-1 0,0 1 0,-1 1 0,1-1 0,-2 1 0,1 0 0,-1 1 0,7 11 0,-9-13 0,-1 0 0,0-1 0,0 1 0,0 0 0,0 0 0,-1 0 0,0 1 0,-1-1 0,1 0 0,-1 0 0,0 0 0,-1 1 0,1-1 0,-4 11 0,-1-1 0,-1 0 0,-1 0 0,0-1 0,-1 0 0,-11 15 0,-16 33 0,34-63 0,0 1 0,1 0 0,0 0 0,-1 0 0,1 0 0,0 0 0,-1 0 0,1 0 0,0 0 0,0 0 0,0 0 0,0 0 0,0 0 0,0 0 0,0 0 0,0 0 0,0 0 0,0 0 0,0 0 0,1-1 0,-1 1 0,0 0 0,1 0 0,0 1 0,0-1 0,0 0 0,0 0 0,0 0 0,0 0 0,1 0 0,-1-1 0,0 1 0,1 0 0,-1-1 0,0 1 0,1-1 0,-1 1 0,1-1 0,1 1 0,6-1 0,1 1 0,-1-1 0,0 0 0,10-2 0,-10 1-85,-1-1 0,1-1-1,0 1 1,-1-1 0,0 0-1,0-1 1,0 0 0,0-1-1,0 1 1,-1-1 0,0-1-1,0 1 1,-1-1 0,1-1-1,7-8 1,-6 4-6741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36.3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24575,'1'0'0,"0"0"0,0 0 0,-1 1 0,1-1 0,0 1 0,0-1 0,-1 0 0,1 1 0,-1-1 0,1 1 0,0-1 0,-1 1 0,1 0 0,-1-1 0,1 1 0,-1 0 0,1-1 0,-1 1 0,0 0 0,1-1 0,-1 1 0,1 1 0,6 20 0,-6-17 0,20 57 0,52 112 0,-66-160-1365,-3-2-5461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36.5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47 24575,'-27'-9'0,"-14"-4"0,-2 0 0,1 6 0,3 3 0,3 5 0,5 2 0,5 4 0,8-1-8191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08.8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13 24575,'0'0'0,"-1"0"0,1-1 0,0 1 0,0-1 0,0 1 0,0-1 0,0 1 0,0-1 0,0 1 0,0-1 0,0 1 0,1 0 0,-1-1 0,0 1 0,0-1 0,0 1 0,0-1 0,1 1 0,-1 0 0,0-1 0,0 1 0,1 0 0,-1-1 0,0 1 0,1 0 0,-1-1 0,0 1 0,1 0 0,-1-1 0,1 1 0,-1 0 0,1 0 0,-1 0 0,1 0 0,-1 0 0,1 1 0,-1-1 0,0 0 0,1 1 0,-1-1 0,0 0 0,1 1 0,-1-1 0,0 0 0,1 1 0,-1-1 0,0 1 0,0-1 0,1 1 0,-1-1 0,0 1 0,0-1 0,0 0 0,0 1 0,0-1 0,1 1 0,-1-1 0,0 1 0,0-1 0,0 1 0,0-1 0,-1 2 0,1 12 0,-1 1 0,-4 14 0,-1 20 0,-1 66 0,-1 55 0,29 404 0,-19-558 0,1 15 0,0 31 0,-3-52 0,-1 0 0,0 0 0,0 0 0,-1 0 0,-1-1 0,0 1 0,-4 11 0,4-15-68,1 0 0,0 0-1,1 0 1,0 1 0,0-1 0,0 0-1,1 1 1,-1-1 0,1 0 0,1 1-1,-1-1 1,1 0 0,1 0 0,-1 1-1,1-1 1,0 0 0,0 0 0,1-1-1,3 7 1,-2-4-6758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10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190 186 24575,'-1'-4'0,"0"1"0,1-1 0,-1 0 0,1 0 0,0 0 0,1 1 0,0-8 0,-1 11 0,0-1 0,1 0 0,-1 0 0,0 1 0,1-1 0,-1 0 0,0 1 0,1-1 0,-1 0 0,1 1 0,-1-1 0,1 0 0,-1 1 0,1-1 0,-1 1 0,1-1 0,0 1 0,-1 0 0,1-1 0,0 1 0,-1-1 0,1 1 0,0 0 0,-1 0 0,1-1 0,0 1 0,0 0 0,-1 0 0,1 0 0,0 0 0,0 0 0,-1 0 0,1 0 0,0 0 0,0 0 0,0 0 0,-1 1 0,1-1 0,0 0 0,-1 0 0,1 1 0,0-1 0,0 0 0,0 2 0,8 2 0,-2 1 0,1 1 0,0 0 0,-1 0 0,0 0 0,9 11 0,0 0 0,76 69 0,51 52 0,-129-120 0,-13-17 0,-1-1 0,1 0 0,-1 1 0,0-1 0,1 1 0,-1-1 0,0 1 0,1-1 0,-1 1 0,0 0 0,1-1 0,-1 1 0,0-1 0,0 1 0,0 0 0,0-1 0,0 1 0,0-1 0,0 1 0,0 0 0,0-1 0,0 1 0,0 0 0,0-1 0,0 1 0,0-1 0,0 1 0,-1-1 0,1 1 0,0 0 0,-1 0 0,0-1 0,1 0 0,-1 0 0,0 1 0,0-1 0,1 0 0,-1 0 0,0 0 0,0 0 0,0 0 0,1-1 0,-1 1 0,0 0 0,0 0 0,1 0 0,-1-1 0,0 1 0,1 0 0,-1-1 0,0 1 0,1 0 0,-1-1 0,0 0 0,-18-13 0,17 12 0,-19-18 0,1 0 0,1 0 0,-32-45 0,-37-78 0,6 9 0,81 133 0,-2-5 0,-1 1 0,0-1 0,0 1 0,-1 0 0,0 0 0,-7-6 0,11 11 0,0 0 0,0-1 0,0 1 0,0 0 0,0 0 0,0 0 0,1 0 0,-1 0 0,0 0 0,0 1 0,0-1 0,0 0 0,0 0 0,0 1 0,1-1 0,-1 0 0,0 1 0,0-1 0,0 1 0,1-1 0,-1 1 0,0-1 0,1 1 0,-1 0 0,0-1 0,1 1 0,-1 0 0,0 0 0,-18 27 0,16-22 0,-8 11 0,-18 28 0,-38 79 0,60-109 0,1 0 0,1 0 0,0 1 0,1 0 0,1 0 0,0 0 0,1 0 0,1 0 0,1 32 0,1-42-273,0 0 0,1 0 0,0 0 0,4 12 0,0-6-6553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39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 24575,'0'-13'0,"0"10"0,0 9 0,2 11 0,0 0 0,1 0 0,0 0 0,2 0 0,11 27 0,6 26 0,-19-58 0,0 0 0,8 19 0,-9-29-1365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40.3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 24575,'2'-3'0,"0"1"0,1 0 0,-1 0 0,1 0 0,-1 0 0,1 0 0,0 0 0,0 1 0,0-1 0,0 1 0,0 0 0,0 0 0,0 0 0,0 0 0,0 1 0,1-1 0,-1 1 0,0 0 0,0 0 0,0 0 0,1 0 0,-1 0 0,0 1 0,0 0 0,0-1 0,1 1 0,-1 0 0,0 1 0,0-1 0,0 0 0,-1 1 0,1 0 0,4 3 0,6 5 0,0 0 0,-1 1 0,-1 1 0,1 0 0,17 26 0,-6-3 0,21 42 0,-37-63 0,0 0 0,-1 1 0,-1 0 0,-1-1 0,0 2 0,0-1 0,-2 0 0,2 28 0,-5-37-72,0 0 1,0-1-1,0 1 0,-1 0 0,1-1 0,-2 0 0,1 1 0,0-1 1,-1 0-1,0 0 0,0 0 0,-1-1 0,1 1 0,-1-1 0,0 0 1,0 0-1,0 0 0,-8 5 0,0 0-6754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40.8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0 24575,'0'4'0,"-1"0"0,0 0 0,0 0 0,0 0 0,-2 3 0,-1 8 0,-2 6 0,2 1 0,0 0 0,2 0 0,0 0 0,2 27 0,1-40 0,0 1 0,0-1 0,1 0 0,0 0 0,1 1 0,0-2 0,0 1 0,1 0 0,0-1 0,1 1 0,0-1 0,0-1 0,1 1 0,11 12 0,3-3 0,1 0 0,42 25 0,-16-11 0,-14-8-1365,-19-14-5461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52 24575,'10'-15'0,"6"-8"0,-15 21 0,0 1 0,-1 0 0,1 0 0,1 0 0,-1 0 0,0 0 0,0 0 0,0 1 0,0-1 0,1 0 0,-1 0 0,0 1 0,1-1 0,1 0 0,-2 1 0,-1 0 0,1 0 0,-1 0 0,1 1 0,-1-1 0,1 0 0,-1 0 0,1 0 0,-1 0 0,1 1 0,-1-1 0,1 0 0,-1 0 0,0 1 0,1-1 0,-1 0 0,1 1 0,-1-1 0,0 0 0,1 1 0,-1-1 0,0 1 0,1-1 0,-1 1 0,0-1 0,0 1 0,0-1 0,1 1 0,-1-1 0,0 1 0,0-1 0,0 1 0,0 0 0,3 19 0,-3-19 0,69 686 0,-57-589 0,7 79 0,-5 191 0,-14-311 0,0-49 0,0-12 0,-1-16-682,-4-33-1,2 35-6143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14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74 185 24575,'-9'-16'0,"4"10"0,1-1 0,1 0 0,-1 0 0,1 0 0,0 0 0,1-1 0,-4-14 0,6 22 0,0 0 0,0 0 0,0 0 0,0 0 0,0 0 0,0 0 0,0-1 0,0 1 0,0 0 0,0 0 0,0 0 0,0 0 0,0 0 0,0 0 0,0-1 0,0 1 0,0 0 0,0 0 0,0 0 0,0 0 0,0 0 0,0 0 0,0-1 0,0 1 0,0 0 0,0 0 0,0 0 0,1 0 0,-1 0 0,0 0 0,0 0 0,0 0 0,0-1 0,0 1 0,0 0 0,0 0 0,0 0 0,1 0 0,-1 0 0,0 0 0,0 0 0,0 0 0,0 0 0,0 0 0,1 0 0,-1 0 0,0 0 0,0 0 0,0 0 0,0 0 0,0 0 0,0 0 0,1 0 0,-1 0 0,0 0 0,0 0 0,0 0 0,0 0 0,0 0 0,1 0 0,7 6 0,14 17 0,-1 0 0,19 26 0,0 1 0,137 136 0,-175-185 0,-1 1 0,1-1 0,0 1 0,-1-1 0,1 0 0,0 0 0,0 0 0,4 1 0,-6-1 0,0-1 0,0 0 0,1 0 0,-1 0 0,0 0 0,0 0 0,0 0 0,0 0 0,1 0 0,-1 0 0,0 0 0,0 0 0,0-1 0,0 1 0,1 0 0,-1 0 0,0 0 0,0 0 0,0 0 0,0 0 0,1 0 0,-1 0 0,0 0 0,0-1 0,0 1 0,0 0 0,0 0 0,0 0 0,1 0 0,-1 0 0,0-1 0,0 1 0,0 0 0,0 0 0,-1-13 0,-11-21 0,-2 1 0,-1 1 0,-22-34 0,19 33 0,-9-18 0,12 21 0,-1 0 0,-2 1 0,-35-44 0,52 72 0,0-1 0,0 1 0,0 0 0,0 0 0,0 0 0,-1 0 0,1 0 0,0 0 0,-1 0 0,1 0 0,0 0 0,-1 1 0,1-1 0,-1 1 0,1-1 0,-1 1 0,0-1 0,1 1 0,-1 0 0,1 0 0,-3 0 0,2 0 0,1 1 0,-1 0 0,0 0 0,0-1 0,0 1 0,1 0 0,-1 1 0,0-1 0,1 0 0,-1 0 0,1 1 0,-1-1 0,1 1 0,0-1 0,0 1 0,-2 2 0,-9 15 0,1 1 0,-14 36 0,-3 6 0,28-62 0,0 0 0,-1 0 0,1 1 0,0-1 0,0 0 0,0 0 0,0 0 0,0 1 0,0-1 0,0 0 0,0 0 0,0 0 0,0 1 0,-1-1 0,1 0 0,0 0 0,0 0 0,0 0 0,0 1 0,0-1 0,-1 0 0,1 0 0,0 0 0,0 0 0,0 0 0,-1 0 0,1 0 0,0 1 0,0-1 0,0 0 0,-1 0 0,1 0 0,0 0 0,0 0 0,-1 0 0,1 0 0,0 0 0,-1 0 0,-1-10 0,1-17 0,1 25 0,1-39 0,-1 142-1365,0-84-5461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41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0 24575,'-1'0'0,"0"0"0,0 0 0,0 0 0,0 1 0,0-1 0,0 0 0,0 0 0,0 1 0,1-1 0,-1 0 0,0 1 0,0-1 0,0 1 0,0-1 0,1 1 0,-1 0 0,0-1 0,0 1 0,1 0 0,-1 0 0,0-1 0,0 2 0,0 0 0,0 1 0,0-1 0,0 1 0,0-1 0,0 0 0,1 1 0,-1-1 0,1 5 0,-1 2 0,1 1 0,1-1 0,2 16 0,0-14 0,-1 0 0,2-1 0,-1 1 0,2-1 0,7 15 0,33 44 0,-3-6 0,-37-52-1365,-2-2-5461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41.9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39 24575,'2'-4'0,"1"1"0,0 0 0,1 0 0,-1 0 0,0 0 0,1 0 0,0 0 0,-1 1 0,1 0 0,0 0 0,6-2 0,-8 3 0,1 0 0,0 1 0,0-1 0,-1 1 0,1 0 0,0 0 0,0 0 0,-1 0 0,1 0 0,0 1 0,0-1 0,-1 1 0,1 0 0,0 0 0,-1 0 0,1 0 0,-1 0 0,1 0 0,3 3 0,3 3 0,0 0 0,0 1 0,-1 0 0,0 1 0,13 16 0,28 53 0,-37-55 0,-1 0 0,-2 1 0,0 0 0,-1 1 0,-1 0 0,-2 0 0,0 0 0,1 34 0,-6-56-41,0 1 0,0-1-1,0 1 1,0-1-1,0 1 1,-1-1 0,1 0-1,-1 1 1,0-1 0,0 1-1,0-1 1,-1 0-1,1 0 1,-1 0 0,0 0-1,1 0 1,-2 0 0,1 0-1,0-1 1,0 1-1,-1-1 1,1 1 0,-1-1-1,0 0 1,0 0 0,0 0-1,0 0 1,0-1-1,0 1 1,0-1 0,-1 0-1,-3 1 1,-9 2-6785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42.3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1 24575,'-9'2'0,"1"0"0,0 1 0,0 1 0,0-1 0,0 1 0,1 0 0,-1 1 0,-7 6 0,12-9 0,1 0 0,-1 1 0,1-1 0,-1 1 0,1-1 0,0 1 0,0 0 0,0 0 0,1 0 0,-1 0 0,1 0 0,-1 0 0,1 1 0,0-1 0,0 0 0,1 1 0,-1-1 0,1 1 0,-1-1 0,1 1 0,0-1 0,1 7 0,1-1 0,1 0 0,0 0 0,0 0 0,1 0 0,0-1 0,0 0 0,1 0 0,0 0 0,7 8 0,10 10 0,28 26 0,-37-40 0,63 57 134,-17-17-1633,-50-43-5327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16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78 24575,'8'-21'0,"-7"16"0,0-1 0,1 1 0,0 0 0,0 0 0,1 0 0,-1 0 0,1 0 0,0 1 0,5-6 0,-8 10 0,0 0 0,0 0 0,0 0 0,0-1 0,1 1 0,-1 0 0,0 0 0,0 0 0,0 0 0,0 0 0,0 0 0,0 0 0,1 0 0,-1 0 0,0 0 0,0 0 0,0 0 0,0 0 0,0 0 0,1 0 0,-1 0 0,0 0 0,0 0 0,0 0 0,0 0 0,1 0 0,-1 0 0,0 0 0,0 0 0,0 0 0,0 0 0,0 0 0,0 0 0,1 0 0,-1 0 0,0 0 0,0 0 0,0 0 0,0 1 0,0-1 0,0 0 0,3 8 0,-1 11 0,-2-19 0,-1 37 0,-6 38 0,-1 18 0,9 6 0,17 135 0,33 95 0,-14-104 0,-35-212 0,7 61 0,-8-65 0,-1-1 0,-1 0 0,1 1 0,-1-1 0,-1 0 0,-3 14 0,-3-7 0,3-13 0,4-11 0,10-55 0,-4 29 0,1-39 0,-8 3 0,-2 1 0,-24-118 0,17 121 0,12 119 0,13 296 0,24-69 0,-38-279 0,3 22 0,0 0 0,-2 0 0,-1 24 0,0-46 0,0 1 0,0-1 0,0 0 0,0 1 0,0-1 0,0 1 0,0-1 0,0 0 0,0 1 0,0-1 0,0 1 0,0-1 0,0 0 0,0 1 0,0-1 0,-1 0 0,1 1 0,0-1 0,0 0 0,0 1 0,-1-1 0,1 0 0,0 1 0,0-1 0,-1 0 0,1 0 0,0 1 0,0-1 0,-1 0 0,1 0 0,0 1 0,-1-1 0,0 0 0,1 0 0,-1-1 0,0 1 0,0-1 0,1 1 0,-1-1 0,1 0 0,-1 1 0,0-1 0,1 1 0,-1-1 0,1 0 0,-1 0 0,1-1 0,-15-29 0,-11-49-1365,19 56-5461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16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57 270 24575,'0'-13'0,"-1"4"0,1-1 0,0 0 0,1 0 0,0 1 0,1-1 0,0 1 0,5-15 0,-7 23 0,0 0 0,0 1 0,1-1 0,-1 0 0,1 1 0,-1-1 0,0 0 0,1 1 0,-1-1 0,1 1 0,0-1 0,-1 1 0,1-1 0,-1 1 0,1-1 0,0 1 0,-1 0 0,1-1 0,0 1 0,0 0 0,-1-1 0,1 1 0,0 0 0,0 0 0,-1 0 0,1 0 0,0 0 0,0 0 0,-1 0 0,1 0 0,0 0 0,0 0 0,-1 0 0,1 0 0,0 1 0,0-1 0,-1 0 0,1 1 0,0-1 0,-1 0 0,1 1 0,0-1 0,-1 1 0,2 0 0,4 3 0,-1 1 0,1-1 0,9 11 0,-9-8 0,18 17 0,21 22 0,80 61 0,-117-100 0,-6-6 0,-1 1 0,1-1 0,0 1 0,0-1 0,0 0 0,0 1 0,0-1 0,0 0 0,0 0 0,0-1 0,4 2 0,-6-2 0,1 0 0,-1 0 0,0 0 0,1 0 0,-1 0 0,0 0 0,0 0 0,1 0 0,-1-1 0,0 1 0,1 0 0,-1 0 0,0 0 0,0 0 0,1 0 0,-1-1 0,0 1 0,0 0 0,1 0 0,-1-1 0,0 1 0,0 0 0,0 0 0,1-1 0,-1 1 0,0 0 0,0 0 0,0-1 0,0 1 0,0 0 0,0-1 0,0 1 0,0 0 0,1-1 0,-1 1 0,0 0 0,0 0 0,0-1 0,0 1 0,-1 0 0,1-1 0,0 1 0,0 0 0,0-1 0,-4-15 0,-8-9 0,-1 1 0,0 0 0,-2 0 0,-19-21 0,5 4 0,-90-121 0,117 160 0,1 0 0,-1 0 0,0 1 0,1-1 0,-1 0 0,0 1 0,0-1 0,0 1 0,0-1 0,0 1 0,-5-2 0,6 3 0,0 0 0,0 0 0,0 0 0,0 0 0,0 0 0,0 0 0,0 0 0,0 0 0,0 0 0,0 1 0,0-1 0,0 0 0,0 1 0,0-1 0,0 1 0,0-1 0,0 1 0,0-1 0,0 1 0,0 0 0,1-1 0,-1 1 0,0 0 0,0 0 0,1-1 0,-1 1 0,1 0 0,-1 0 0,0 1 0,-3 5 0,0 1 0,0-1 0,0 1 0,1-1 0,1 1 0,-1 0 0,-1 14 0,0 4 0,1 29 0,0-14 0,3-36-80,-1-1 0,0 1-1,0-1 1,-1 1 0,1-1-1,-1 0 1,0 0 0,0 0-1,0 0 1,-1 0 0,1 0 0,-1-1-1,0 1 1,0-1 0,-1 0-1,-5 5 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43.0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24575,'-4'13'0,"1"0"0,0 0 0,1 0 0,0 0 0,1 1 0,1-1 0,0 0 0,1 1 0,0-1 0,1 0 0,0 0 0,1 0 0,1 0 0,0 0 0,1-1 0,0 1 0,1-1 0,10 16 0,-1 0-1365,-9-16-5461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43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24575,'24'22'0,"0"1"0,-2 2 0,-1 0 0,36 55 0,-47-62 0,0 0 0,-1 1 0,-1 0 0,-1 0 0,0 1 0,-2-1 0,0 2 0,-1-1 0,1 23 0,-5-40 0,0 0 0,0 0 0,0-1 0,0 1 0,0 0 0,-1-1 0,1 1 0,-1 0 0,1-1 0,-1 1 0,0 0 0,0-1 0,-1 1 0,1-1 0,0 0 0,-1 1 0,1-1 0,-1 0 0,0 0 0,0 0 0,0 0 0,0 0 0,0 0 0,0-1 0,0 1 0,-1-1 0,1 1 0,0-1 0,-1 0 0,1 0 0,-1 0 0,0 0 0,1-1 0,-1 1 0,0-1 0,1 1 0,-1-1 0,-3 0 0,-10 1-1365,1-1-5461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43.6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 1 24575,'-11'13'0,"2"1"0,0 1 0,0 0 0,1 0 0,1 0 0,1 1 0,-6 22 0,10-31 0,0 1 0,1-1 0,0 1 0,1 0 0,0-1 0,0 1 0,0 0 0,1-1 0,0 1 0,1-1 0,0 1 0,0-1 0,0 0 0,1 1 0,0-1 0,1-1 0,-1 1 0,8 10 0,3-1-195,0 0 0,0-1 0,2 0 0,0-2 0,1 1 0,20 11 0,-28-19-6631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18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16 24575,'1'-1'0,"-1"0"0,0 0 0,0 0 0,0 1 0,0-1 0,0 0 0,0 0 0,0 0 0,-1 0 0,1 0 0,0 0 0,0 1 0,-1-1 0,1 0 0,0 0 0,-1-1 0,0 2 0,1 1 0,-1-1 0,1 0 0,-1 1 0,1-1 0,-1 1 0,1-1 0,0 1 0,-1-1 0,1 1 0,0-1 0,0 1 0,-1-1 0,1 1 0,0-1 0,0 1 0,-1 0 0,-10 34 0,6-1 0,1 1 0,2-1 0,3 63 0,0-34 0,21 246 0,1-20 0,-23-271 0,-2 260 0,2-262-227,-2 0-1,1-1 1,-2 0-1,0 1 1,-7 17-1,6-24-6598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18.9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142 194 24575,'-4'-10'0,"0"0"0,1-1 0,0 1 0,0-1 0,1 0 0,-1-21 0,3 32 0,0-1 0,0 1 0,0-1 0,0 1 0,0-1 0,0 1 0,0-1 0,0 1 0,0-1 0,0 0 0,0 1 0,0-1 0,1 1 0,-1 0 0,0-1 0,0 1 0,1-1 0,-1 1 0,0-1 0,1 1 0,-1 0 0,0-1 0,1 0 0,0 1 0,-1 0 0,1 0 0,-1 0 0,1 0 0,-1 0 0,1 0 0,-1 0 0,1 0 0,-1 0 0,1 1 0,-1-1 0,1 0 0,-1 0 0,1 0 0,-1 1 0,0-1 0,1 0 0,-1 0 0,1 1 0,18 19 0,144 205 0,-152-209 0,-10-12 0,-9-10 0,-35-40 0,3-1 0,-68-105 0,87 114 0,16 27 0,0 1 0,-1 1 0,-14-19 0,20 28 0,-1-1 0,1 0 0,-1 1 0,1-1 0,-1 1 0,0-1 0,1 1 0,-1-1 0,0 1 0,1-1 0,-1 1 0,0 0 0,1-1 0,-1 1 0,0 0 0,0 0 0,1-1 0,-1 1 0,0 0 0,0 0 0,0 0 0,1 0 0,-1 0 0,-1 0 0,1 1 0,0-1 0,0 1 0,0-1 0,0 1 0,0 0 0,0-1 0,0 1 0,0 0 0,1 0 0,-1 0 0,0-1 0,0 1 0,1 0 0,-2 2 0,-1 4 0,0 1 0,0-1 0,-4 14 0,6-16 0,-2 11 0,0 0 0,-2 31 0,4-21 0,0-23-124,1-1 0,0 1 0,-1 0 0,1-1 0,-1 1 0,0 0-1,0-1 1,0 1 0,0-1 0,-3 4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44.8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31 24575,'-12'-31'0,"13"38"0,0 0 0,0 0 0,1-1 0,0 1 0,0-1 0,5 10 0,-3-7 0,29 56 0,-23-45 0,0 0 0,11 31 0,-20-49-151,0 1-1,-1-1 0,1 1 0,-1-1 1,0 1-1,0-1 0,0 1 1,0 2-1,-2 4-6674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45.1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24575,'36'18'0,"-1"2"0,43 32 0,-66-43 0,0 1 0,-1 0 0,0 1 0,0 0 0,-1 1 0,-1 0 0,0 0 0,0 1 0,7 17 0,-12-21 0,-1 1 0,0-1 0,0 1 0,-1 0 0,0 0 0,-1 0 0,0 0 0,0 0 0,-2 13 0,1-15 0,-1 0 0,-1 0 0,1 0 0,-1 0 0,-1-1 0,1 1 0,-1 0 0,-1-1 0,1 0 0,-1 0 0,-9 13 0,10-17-195,1-1 0,-1 1 0,1-1 0,-1 1 0,0-1 0,-5 3 0,-3 1-6631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45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24575,'2'27'0,"12"100"0,-10-104 0,1 1 0,1-1 0,11 30 0,-11-41 0,1 1 0,0-1 0,0 0 0,1 0 0,1-1 0,0-1 0,0 1 0,16 12 0,-4-5 0,2-1 0,0-1 0,30 16 0,-42-26-341,0-1 0,1 0-1,13 4 1,-10-5-6485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57.4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39 24575,'-1'0'0,"1"0"0,0 0 0,0-1 0,0 1 0,0 0 0,0 0 0,0 0 0,0 0 0,0 0 0,0 0 0,0 0 0,0 0 0,0-1 0,0 1 0,0 0 0,0 0 0,0 0 0,0 0 0,0 0 0,-1 0 0,1 0 0,0 0 0,0 0 0,0 0 0,0 0 0,0 0 0,0 0 0,0 0 0,0 0 0,-1 0 0,1-1 0,0 1 0,0 0 0,0 0 0,0 0 0,0 0 0,0 0 0,0 1 0,0-1 0,-1 0 0,1 0 0,0 0 0,0 0 0,0 0 0,0 0 0,0 0 0,0 0 0,0 0 0,0 0 0,-1 0 0,1 0 0,0 0 0,0 0 0,0 0 0,0 0 0,0 1 0,1 7 0,6 12 0,14 25 0,2-2 0,3-1 0,1 0 0,1-2 0,40 42 0,-67-82 0,0 1 0,-1 0 0,1 0 0,0 0 0,0-1 0,0 1 0,-1 0 0,1-1 0,0 1 0,0 0 0,2 0 0,-3-1 0,0 0 0,1 0 0,-1 0 0,0-1 0,0 1 0,0 0 0,0 0 0,0 0 0,1 0 0,-1 0 0,0-1 0,0 1 0,0 0 0,0 0 0,0 0 0,0 0 0,0-1 0,0 1 0,0 0 0,0 0 0,0 0 0,1-1 0,-1 1 0,0 0 0,0 0 0,0 0 0,-1 0 0,1-1 0,0 1 0,0 0 0,0 0 0,0 0 0,0-1 0,0 1 0,0 0 0,0 0 0,0 0 0,-1-4 0,0 0 0,-1 0 0,1 1 0,-1-1 0,-2-4 0,-6-5 0,-1 0 0,0 1 0,-21-18 0,-11-12 0,35 33 0,-9-10 0,-29-39 0,37 42 0,-27-43 0,32 52 0,1-1 0,0 1 0,0 0 0,1-1 0,0 1 0,-2-13 0,-6 78 0,-17 111 0,24-152-103,-4 18 329,6-33-350,1 0 0,-1 0 0,0 0 0,0 0 0,0 1 0,0-1 0,-1-1 0,1 1 0,-1 0 0,1 0 0,-4 3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5:59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31 24575,'3'-3'0,"1"0"0,-1 0 0,1 1 0,0-1 0,-1 1 0,1 0 0,0 0 0,0 1 0,1-1 0,-1 1 0,6-1 0,1 0 0,1 1 0,22-1 0,-55 3 0,0 0 0,0 1 0,0 1 0,-34 10 0,16 1 0,-71 35 0,109-49 0,0 0 0,1 0 0,-1 0 0,1 1 0,-1-1 0,1 0 0,-1 0 0,0 1 0,1-1 0,-1 0 0,1 1 0,0-1 0,-1 1 0,1-1 0,-1 0 0,1 1 0,0-1 0,-1 1 0,1-1 0,0 1 0,-1-1 0,1 1 0,0 0 0,0-1 0,-1 1 0,1-1 0,0 1 0,0 0 0,0-1 0,0 1 0,0-1 0,0 1 0,0 0 0,0-1 0,0 1 0,0-1 0,0 1 0,1-1 0,-1 1 0,0 0 0,0-1 0,1 1 0,-1-1 0,0 1 0,0-1 0,1 1 0,-1-1 0,1 1 0,-1-1 0,0 1 0,1-1 0,-1 0 0,1 1 0,-1-1 0,2 1 0,4 3 0,0 1 0,1-1 0,12 5 0,-7-3 0,97 47 0,-81-42 0,0 2 0,0 1 0,48 35 0,-74-48 0,0 0 0,-1 1 0,1-1 0,0 1 0,-1 0 0,0-1 0,1 1 0,-1 0 0,0 0 0,0 0 0,0 0 0,0 0 0,0 0 0,0 0 0,-1 0 0,1 0 0,-1 0 0,1 1 0,-1-1 0,0 0 0,0 4 0,0-4 0,-1 0 0,1 0 0,-1 0 0,0 0 0,0 0 0,0 0 0,0 0 0,0-1 0,0 1 0,0 0 0,0-1 0,-1 1 0,1-1 0,-1 1 0,1-1 0,-1 0 0,1 0 0,-1 0 0,0 1 0,0-2 0,1 1 0,-1 0 0,-4 1 0,-8 2 17,0 0 0,-1-1 1,1 0-1,-1-1 0,0-1 0,-28-1 0,17-2-388,0-1-1,0-2 1,-27-8 0,42 10-6455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00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3 24575,'-1'-3'0,"-1"6"0,-5 13 0,-6 23 0,5-14 0,-27 109 0,32-119 0,1 1 0,1-1 0,0 0 0,1 0 0,0 1 0,6 29 0,-3-35 0,1 1 0,0-1 0,0 0 0,1 0 0,0 0 0,1-1 0,0 1 0,0-1 0,11 10 0,-7-7 0,1-1 0,1-1 0,0 0 0,0 0 0,1-1 0,14 7 0,-22-13-136,0 0-1,1 0 1,-1-1-1,1 0 1,-1 0-1,1 0 1,0 0-1,-1-1 0,13 1 1,-9-4-6690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01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24575,'0'0'0,"0"0"0,0-1 0,1 1 0,-1 0 0,0-1 0,0 1 0,0 0 0,0-1 0,1 1 0,-1 0 0,0-1 0,1 1 0,-1 0 0,0 0 0,0-1 0,1 1 0,-1 0 0,0 0 0,1 0 0,-1-1 0,0 1 0,1 0 0,-1 0 0,1 0 0,-1 0 0,0 0 0,1 0 0,-1 0 0,1 0 0,0 0 0,-1 0 0,1 0 0,0 1 0,0-1 0,0 1 0,-1-1 0,1 1 0,0-1 0,-1 1 0,1 0 0,0-1 0,-1 1 0,2 1 0,14 28 0,-15-28 0,15 38 0,-2 0 0,15 77 0,2 4 0,11 34 0,-41-153 0,-1-1 0,1 1 0,0 0 0,-1-1 0,1 1 0,0-1 0,0 1 0,1-1 0,-1 1 0,0-1 0,0 0 0,1 0 0,-1 1 0,0-1 0,1 0 0,-1 0 0,1 0 0,1 0 0,1 0 0,-1 1 0,0-2 0,1 1 0,-1 0 0,1-1 0,-1 1 0,0-1 0,8-1 0,-2 0 0,0 0 0,0-1 0,-1 0 0,1-1 0,0 0 0,11-6 0,4-5-1365,-15 9-5461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01.3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345 9 24575,'-27'-3'0,"-11"0"0,-2 0 0,4 3 0,5 2 0,5 2 0,5 4 0,4 0 0,2 1 0,1 1 0,1 3 0,-1 0 0,1-2 0,-1 0 0,0-2 0,3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01.6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24575,'43'40'0,"-3"2"0,55 73 0,-69-78 0,-2 1 0,-1 1 0,32 77 0,-47-96 0,-2 0 0,0 0 0,3 26 0,-7-34 0,-1 1 0,0 0 0,-1-1 0,-1 1 0,0-1 0,-4 21 0,4-28 9,-1 0-1,1 0 1,-1-1-1,0 1 1,-1-1 0,1 1-1,-1-1 1,0 0-1,0 0 1,0 0-1,-1-1 1,1 1-1,-6 3 1,1-1-257,-1 0 1,0 0-1,-1-1 1,1 0-1,-12 3 1,4-1-6579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03.9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2735 29 24575,'15'-9'0,"-5"2"0,-12 5 0,-7 3 0,-58 3 0,-74-4 0,58-1 0,-776 1 0,751-7 0,3-1 0,-182 9 0,261 0 0,-29 5 0,-25 2 0,47-8 0,-52 8 0,38-3 0,0-2 0,-58-4 0,31-1 0,-264 2 0,315 2 0,1 1 0,0 0 0,-40 12 0,15-3 0,30-8-1365,1-2-5461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05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3188 146 24575,'-26'-7'0,"-125"-31"0,120 32 0,0 2 0,-63-1 0,54 6 0,-135 9 0,108-4 0,-111-5 0,85-3 0,-452 2 0,416-7 0,4-1 0,-363 9 0,372 6 0,8 1 0,-224-9 0,232-6 0,-3 0 0,99 7 0,-20-1 0,1 2 0,0 0 0,-1 2 0,-36 9 0,22-4 0,27-6 0,1 0 0,0 1 0,-19 7 0,58-7 0,-26-3 0,293 8 0,165 22 0,-23-10 0,-158-30 0,177 3 0,-279 9 0,101-11 0,-85 3 0,20-3 0,122-40 0,-264 38 0,84-4 0,36 3 0,-5 8 0,-48 3 0,-48-7 0,-32 2 0,-1 0 0,88-3 0,22 1 0,13-7 0,-104 9 0,96 5 0,-77 2 0,-51 2 0,82 14 0,-64-7 0,-30-4 0,-22-3 0,1-1 0,18 1 0,-10-4-65,-16 1-43,0-1-1,0 1 1,0 0 0,1 0-1,-1 0 1,0 1 0,0-1-1,0 1 1,0 0 0,0 0-1,6 3 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16.1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427 232 24575,'1'1'0,"0"-1"0,0 1 0,0-1 0,0 0 0,0 0 0,0 0 0,0 0 0,0 1 0,0-1 0,0 0 0,0-1 0,0 1 0,0 0 0,2 0 0,-3-4 0,-7-4 0,-11-3 0,-1 0 0,0 0 0,-32-10 0,21 8 0,-39-18 0,-68-43 0,54 28 0,73 43 0,13 8 0,13 11 0,9-1 0,0-2 0,1 0 0,41 14 0,-31-13 0,268 92 0,-281-99 0,-2-1 0,-1 0 0,0 2 0,0 0 0,-1 1 0,25 16 0,-43-24 0,0-1 0,0 1 0,0 0 0,-1-1 0,1 1 0,0 0 0,0-1 0,-1 1 0,1 0 0,-1 0 0,1 0 0,0-1 0,-1 1 0,0 0 0,1 0 0,-1 0 0,0 0 0,1 0 0,-1 0 0,0 0 0,0 0 0,0 0 0,0 2 0,0-2 0,0 0 0,-1 1 0,1-1 0,-1 0 0,0 1 0,1-1 0,-1 0 0,0 0 0,0 0 0,0 1 0,0-1 0,0 0 0,0 0 0,-2 1 0,-3 2 0,-1 0 0,0 0 0,1 0 0,-15 5 0,-15 1 0,1-2 0,-1-1 0,-56 4 0,41-5 0,-96-1-1365,134-6-5461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17.1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47 24575,'5'-7'0,"0"1"0,1 0 0,0 1 0,12-10 0,-16 14 0,-1 0 0,0 0 0,1 0 0,-1 1 0,1-1 0,-1 1 0,1-1 0,-1 1 0,1-1 0,-1 1 0,1 0 0,0 0 0,2 0 0,-3 0 0,0 0 0,0 1 0,0-1 0,0 1 0,0-1 0,0 1 0,0-1 0,0 1 0,0-1 0,0 1 0,0 0 0,-1 0 0,1-1 0,0 1 0,0 0 0,-1 0 0,1 0 0,-1 0 0,1 0 0,-1 0 0,1 0 0,-1 0 0,1 1 0,7 22 0,6 32 0,0 0 0,15 48 0,20 142 0,-46-220 0,-2 42 0,1 2 0,-2-69 0,0 0 0,0 1 0,0-1 0,1 0 0,-1 1 0,0-1 0,1 0 0,0 0 0,-1 0 0,1 1 0,-1-1 0,1 0 0,0 0 0,0 0 0,0 0 0,0 0 0,0 0 0,0 0 0,0-1 0,0 1 0,0 0 0,0 0 0,0-1 0,0 1 0,1-1 0,-1 1 0,0-1 0,1 1 0,-1-1 0,0 0 0,0 0 0,1 1 0,-1-1 0,0 0 0,1 0 0,1-1 0,7 1 0,-1-2 0,1 1 0,-1-1 0,10-3 0,-9 2 0,15-4 0,0-1 0,-1-1 0,28-14 0,-41 17 0,-1 0 0,1 0 0,-1-1 0,-1-1 0,1 1 0,-1-2 0,-1 1 0,1-1 0,6-10 0,-6 4-1365,-4 3-5461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17.4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403 46 24575,'-31'-5'0,"-17"-4"0,-4 0 0,4 0 0,6 3 0,7 2 0,7 2 0,6 1 0,4 1 0,3 0 0,1 0 0,1 1 0,0 2 0,0 0 0,2 0-8191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27.2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418 305 24575,'20'11'0,"-15"-9"0,0 1 0,0-1 0,0 1 0,-1 0 0,8 7 0,-9-5 0,-7-5 0,-8-3 0,-9-8 0,-1-1 0,1-1 0,1 0 0,-25-23 0,19 16 0,-193-144 0,146 104-1365,60 49-5461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28.1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 3 24575,'-1'0'0,"0"-1"0,0 1 0,0 0 0,-1-1 0,1 1 0,0 0 0,0 0 0,0 0 0,-1 0 0,1 0 0,0 0 0,0 0 0,0 0 0,0 0 0,-1 1 0,1-1 0,0 0 0,0 1 0,0-1 0,0 1 0,0-1 0,-2 2 0,2-1 0,1 0 0,0 0 0,-1-1 0,1 1 0,0 0 0,-1 0 0,1 0 0,0 0 0,0-1 0,0 1 0,0 0 0,0 0 0,0 0 0,0 0 0,0 0 0,0 0 0,0-1 0,0 1 0,0 0 0,1 0 0,-1 0 0,0 0 0,1-1 0,-1 1 0,0 0 0,1 0 0,-1-1 0,1 1 0,-1 0 0,1-1 0,0 1 0,0 0 0,9 10 0,0-1 0,1-1 0,0 1 0,1-2 0,19 12 0,5 4 0,85 51 0,-11-7 0,-107-66 0,-4-2 0,-10-5 0,-15-9 0,16 7-455,-1-1 0,-15-17 0,17 17-6371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28.5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212 8 24575,'-2'-1'0,"0"0"0,0 0 0,-1 0 0,1 0 0,0 0 0,0 1 0,-1-1 0,1 1 0,0 0 0,-1-1 0,1 1 0,0 0 0,-1 0 0,1 1 0,0-1 0,-1 0 0,1 1 0,0-1 0,0 1 0,-1 0 0,1 0 0,0 0 0,0 0 0,0 0 0,-3 2 0,0 1 0,1 1 0,0-1 0,0 1 0,0 0 0,0 0 0,1 1 0,-1-1 0,-2 9 0,-71 133 0,47-95-1365,24-43-5461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29.0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96 1 24575,'-1'1'0,"-1"0"0,0 0 0,0 0 0,0 0 0,1 0 0,-1 1 0,0-1 0,1 1 0,0-1 0,-1 1 0,1 0 0,0-1 0,-2 5 0,-1-1 0,-19 20 0,18-20 0,0 0 0,0 1 0,0-1 0,0 1 0,1 0 0,0 1 0,1-1 0,-6 11 0,9-15 0,0-1 0,-1 1 0,1-1 0,0 1 0,0 0 0,0-1 0,0 1 0,0-1 0,0 1 0,1-1 0,-1 1 0,1-1 0,-1 1 0,1-1 0,-1 1 0,1-1 0,0 1 0,1 1 0,0 0 0,0-1 0,0 1 0,1-1 0,-1 1 0,1-1 0,0 0 0,0 0 0,3 2 0,4 1 0,1 0 0,0-1 0,22 7 0,-18-8 0,1 0 0,0-1 0,-1-1 0,1 0 0,0-1 0,19-3 0,-34 3-28,0 0-1,0 0 1,0 0-1,0 0 1,1 0 0,-1-1-1,0 1 1,0 0-1,0-1 1,0 1-1,0-1 1,0 1-1,0-1 1,0 0 0,0 1-1,0-1 1,0 0-1,0 0 1,0 0-1,-1 0 1,1 0-1,0 0 1,-1 0 0,1 0-1,0 0 1,-1 0-1,0 0 1,1 0-1,-1 0 1,1 0-1,-1 0 1,0 0 0,0-1-1,0 1 1,0 0-1,0 0 1,0 0-1,0-1 1,0 1-1,0 0 1,0 0 0,-1 0-1,1 0 1,0 0-1,-1-1 1,1 1-1,-2-1 1,-4-10-6798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29.6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45 9 24575,'-1'-1'0,"1"0"0,-1 1 0,0-1 0,1 0 0,-1 1 0,0-1 0,0 1 0,1-1 0,-1 1 0,0-1 0,0 1 0,0-1 0,0 1 0,1 0 0,-1 0 0,0-1 0,-2 1 0,3 0 0,-1 0 0,1 1 0,-1-1 0,1 0 0,-1 0 0,1 1 0,-1-1 0,1 0 0,-1 0 0,1 1 0,0-1 0,-1 1 0,1-1 0,0 0 0,-1 1 0,1-1 0,0 1 0,-1-1 0,1 1 0,0-1 0,0 1 0,-1 0 0,0 4 0,0 0 0,-1 1 0,2-1 0,-1 10 0,0-8 0,-5 45 0,-1 39 0,6-38 0,3 84 0,-2-134 0,0 0 0,1 1 0,-1-1 0,1 0 0,0 0 0,0 0 0,0 0 0,0 0 0,0 0 0,1 0 0,0 0 0,-1 0 0,1 0 0,0-1 0,0 1 0,1-1 0,2 3 0,-2-3 0,1 1 0,-1-1 0,1 0 0,0-1 0,0 1 0,0-1 0,0 1 0,0-1 0,0 0 0,0-1 0,0 1 0,0-1 0,5 0 0,-5 1-114,1-1 1,-1 0-1,1 0 0,-1-1 0,0 1 1,1-1-1,-1 0 0,0 0 0,1 0 1,-1-1-1,4-1 0,2-4-6712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30.1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 24575,'0'-1'0,"1"0"0,-1 0 0,1 0 0,-1 1 0,1-1 0,-1 0 0,1 0 0,0 0 0,0 1 0,-1-1 0,1 0 0,0 1 0,0-1 0,0 1 0,0-1 0,-1 1 0,1-1 0,0 1 0,0-1 0,0 1 0,0 0 0,0 0 0,0-1 0,0 1 0,0 0 0,1 0 0,0 1 0,-1 0 0,0-1 0,0 1 0,0 0 0,0 0 0,0 0 0,0 0 0,0 0 0,0 0 0,0 0 0,0 0 0,0 0 0,-1 1 0,1-1 0,0 0 0,-1 0 0,1 1 0,-1-1 0,1 2 0,4 17 0,0-1 0,-1 1 0,-1 0 0,0 26 0,-5 82 0,-6-68 0,5-43 0,1 0 0,0 0 0,2 31 0,0-46 0,0 0 0,1 0 0,-1 0 0,1-1 0,-1 1 0,1 0 0,0 0 0,-1-1 0,1 1 0,0 0 0,0-1 0,0 1 0,0-1 0,1 0 0,-1 1 0,0-1 0,0 0 0,3 2 0,-2-1 0,1-1 0,0 1 0,0-1 0,0 0 0,0 0 0,0 0 0,0 0 0,0 0 0,7 0 0,-3-1 0,-1 1 0,1-2 0,0 1 0,0-1 0,-1 0 0,1 0 0,0-1 0,-1 0 0,11-4 0,-13 4-227,-1 0-1,1-1 1,0 1-1,-1-1 1,5-4-1,1-3-6598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30.2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214 0 24575,'-27'0'0,"-9"3"0,-1 0 0,4 0 0,4 2 0,6 0 0,6 2 0,6-1-8191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30.6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24575,'20'11'0,"0"1"0,-1 1 0,0 0 0,-1 2 0,-1 0 0,0 1 0,24 30 0,-34-37 0,0 1 0,-1 0 0,0 1 0,0-1 0,-1 1 0,-1 0 0,0 0 0,0 1 0,-1-1 0,-1 1 0,0 0 0,0-1 0,-1 1 0,-1 0 0,0 0 0,-2 20 0,0-22 9,0-1-1,-1 0 1,0 0-1,0 0 1,0-1 0,-1 1-1,-1-1 1,0 1-1,0-1 1,0-1-1,-1 1 1,0-1-1,-8 7 1,3-3-195,-1-2 1,-1 1-1,1-2 0,-2 1 1,1-2-1,-1 0 1,-17 7-1,6-5-6640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42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24575,'77'139'0,"-61"-114"0,2 0 0,0-2 0,28 28 0,-31-36 0,-1 0 0,-1 1 0,0 1 0,-2 0 0,1 1 0,-2 0 0,12 28 0,-10-22-1365,-5-13-5461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4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24575,'22'2'0,"10"2"0,-1-1-8191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44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775 1 24575,'-12'87'0,"7"-42"0,-20 77 0,17-101 0,0-1 0,-2 0 0,0-1 0,-2 0 0,-13 17 0,13-19 0,1 0 0,1 0 0,0 1 0,1 0 0,-8 26 0,11-23 0,-7 45 0,12-64 0,1 1 0,-1 0 0,1 0 0,-1-1 0,0 1 0,0 0 0,0-1 0,-1 1 0,1-1 0,-1 1 0,1-1 0,-1 0 0,0 0 0,0 0 0,0 0 0,0 0 0,0 0 0,0 0 0,-1 0 0,-2 1 0,-4 1 0,0 0 0,0-1 0,-1 0 0,-14 3 0,15-4 0,0 0 0,0 1 0,0 0 0,1 0 0,-12 6 0,-30 27 0,32-23 0,0-1 0,0 0 0,-22 9 0,11-9-195,-2-1 0,1-2 0,-1-1 0,-1-1 0,1-2 0,-35 1 0,47-5-6631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43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29 24575,'-22'-7'0,"-10"-3"0,-2 3 0,3 3 0,6 4 0,5 3 0,4 2 0,1 4 0,4 2 0,4 0-8191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44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 24575,'-26'78'0,"15"-42"0,-25 56 0,28-78 0,2 1 0,0 0 0,0 1 0,2-1 0,0 1 0,1 0 0,-3 32 0,6-40 4,-1 1 0,0-1 0,-1 0-1,0 0 1,0 0 0,0 0 0,-1 0-1,-6 12 1,-3 1-81,-24 31-1,6-7-1166,23-34-5582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45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24575,'19'-5'0,"10"-2"0,-1 3 0,-2 3 0,-6 3 0,-7 1-8191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46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24575,'7'27'0,"3"14"0,-1 2 0,1-1 0,-1-5 0,-3-7 0,1-5 0,-2-3 0,0-3 0,0-1 0,0-2 0,-1-3-8191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46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24575,'137'358'0,"-100"-265"-1365,-32-82-5461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46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48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48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1 278 24575,'29'-17'0,"13"-8"0,1-3 0,-4 2 0,-6 2 0,-9 3 0,-6 3 0,-4 4 0,-4 2 0,-1 1 0,-2-1 0,-3 0 0,1-1 0,-1 0 0,2 2 0,0 0 0,1 2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47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0 24575,'-20'0'0,"-9"0"0,1 0-8191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49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1332 24575,'29'-58'0,"42"-88"0,-67 135 0,0 0 0,-1-1 0,-1 0 0,0 0 0,0 0 0,-1 0 0,-1 0 0,-1-20 0,2-35 0,0 59 0,0 0 0,0 0 0,1 1 0,0-1 0,1 1 0,5-13 0,21-34 0,8-17 0,30-78 0,-53 117 0,2 0 0,30-46 0,-30 54 0,-2-1 0,0 0 0,-1-1 0,16-50 0,-22 54 0,1 1 0,2 0 0,21-37 0,-13 24 0,-13 23 0,0 0 0,3-15 0,-5 16 0,1 0 0,0 0 0,6-12 0,-3 11-1365,-2 2-5461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49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 24575,'27'-17'0,"11"-6"0,2-1 0,-4 3 0,-5 5 0,-5 6 0,-6 2 0,-2 2 0,-5 2-8191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51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24575,'48'40'0,"149"115"0,-145-121 0,-32-22 0,-1 1 0,32 28 0,-45-35 0,0-1 0,-1-1 0,2 1 0,-1-1 0,0 0 0,1-1 0,0 1 0,0-1 0,11 3 0,-5-3 0,-1-1 0,1 0 0,-1-1 0,25 0 0,-27-1 0,20-1 0,60-8 0,-61 5-1365,-17 3-5461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52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24575,'3'-10'0,"2"-3"0,4 1 0,3 2 0,1 3 0,1 5 0,1 2 0,-3 5 0,0 1 0,-2-1-8191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52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24575,'93'199'0,"-45"-90"0,-40-91 0,0-2 0,1 1 0,1-1 0,1 0 0,22 25 0,-22-32-195,0 0 0,1-1 0,0 0 0,1-1 0,0-1 0,21 9 0,-19-9-6631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53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1 434 24575,'76'-40'0,"-35"17"0,2 2 0,58-21 0,-75 34 0,1 1 0,0 1 0,1 1 0,-1 1 0,39 0 0,-47 4 0,0 0 0,0-2 0,22-5 0,-29 5 0,-1-2 0,0 0 0,0 0 0,-1-1 0,1 0 0,13-9 0,-11 4 0,1 1 0,0 1 0,0 0 0,0 1 0,1 1 0,31-9 0,-7 7 0,109-27 0,-134 30 0,-1-1 0,-1-1 0,1 0 0,14-11 0,-13 9 0,1 0 0,21-10 0,-16 11-227,0 0-1,1 2 1,0 0-1,0 1 1,28-2-1,-33 6-6598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38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24575,'2'0'0,"1"3"0,3 0 0,0 2 0,1 1 0,2 2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38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24575,'83'65'0,"-52"-41"0,56 51 0,-79-66 0,0 0 0,0-1 0,1 0 0,0-1 0,1 0 0,-1 0 0,2-1 0,18 9 0,-14-10 0,0 0 0,0-2 0,0 0 0,0-1 0,1 0 0,-1-1 0,19-1 0,-13 1 0,39 6 0,-19-1 0,-23-3 0,1 0 0,-1 2 0,1 0 0,-1 1 0,-1 1 0,33 17 0,6 3-1365,-44-20-5461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39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39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24575,'15'5'0,"7"1"0,2 1 0,0-2 0,-2 1 0,-2-1 0,-2 0 0,-4 0 0,-5 0-8191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39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24575,'17'8'0,"9"1"0,-1 3 0,-2-1 0,-5-3-8191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40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24575,'17'-10'0,"8"-3"0,3 0 0,-4 1 0,-6-1 0,-6 2-8191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41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1027 24575,'15'-23'0,"2"-4"0,2 1 0,0 1 0,25-25 0,-33 38 0,19-25 0,-2 0 0,-2 7 0,63-67 0,-88 96 0,104-90 0,-97 84 0,0 1 0,0-1 0,-1-1 0,0 0 0,-1 0 0,0 0 0,0 0 0,0-1 0,-1 0 0,-1 0 0,4-11 0,1 1 0,0 0 0,1 1 0,13-18 0,-16 27 0,1-1 0,1 1 0,-1 0 0,2 0 0,-1 1 0,15-9 0,15-13 0,-30 22 0,1 1 0,0 0 0,1 0 0,-1 1 0,13-6 0,-6 7 0,24-6 0,16-4 0,-52 13 0,0 0 0,1 0 0,-1-1 0,0 0 0,0 0 0,0 0 0,7-7 0,-4 0 0,1 1 0,8-15 0,-11 15 0,0 1 0,1 0 0,0 0 0,10-10 0,-9 13 0,0-1 0,0 1 0,0 1 0,0-1 0,1 1 0,0 1 0,0 0 0,10-3 0,8 0 0,40-2 0,-30 1 0,-25 5 0,-1 0 0,15-1 0,-9 2 0,-1 1 0,1 0 0,-1 2 0,0 0 0,1 0 0,-1 2 0,23 7 0,-28-7 0,0-1 0,19 2 0,-20-3 0,1 0 0,21 7 0,-27-7 0,8 3 0,0 0 0,-1 1 0,1 0 0,-2 1 0,22 15 0,-31-20-151,-1 0-1,1-1 0,-1 1 0,0 0 1,1 0-1,-1 0 0,0 0 1,1 3-1,1 5-6674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42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24575,'7'26'0,"3"13"0,0 1 0,-3-6-8191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56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21 24575,'-10'-7'0,"-3"-1"0,0 2-8191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57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24575,'20'29'0,"6"13"0,-1 1 0,-5-4 0,-3-7 0,-5-5 0,-4-6 0,-4-3 0,-2-3 0,-2-1 0,0-1 0,-1 0 0,0 0 0,0 1 0,-2-2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6:58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58 24575,'1'-3'0,"0"0"0,1 0 0,-1 1 0,1-1 0,-1 0 0,1 1 0,0 0 0,0-1 0,0 1 0,0 0 0,5-4 0,0 0 0,-6 4 0,1 0 0,0 1 0,0-1 0,1 0 0,-1 1 0,0-1 0,0 1 0,1 0 0,2-2 0,-4 3 0,-1 0 0,0 0 0,1 0 0,-1 0 0,1 0 0,-1 0 0,1 0 0,-1 0 0,0 0 0,1 0 0,-1 0 0,1 0 0,-1 0 0,1 0 0,-1 1 0,0-1 0,1 0 0,-1 0 0,1 0 0,-1 1 0,0-1 0,1 0 0,-1 1 0,1 0 0,0 0 0,-1 0 0,1 0 0,-1 0 0,1 0 0,-1 0 0,0 0 0,1 0 0,-1 0 0,0 0 0,0 0 0,0 0 0,0 2 0,0 19 0,-2-1 0,0 1 0,-2 0 0,-6 23 0,5-25-273,-1 0 0,0-1 0,-1 0 0,-16 29 0,15-34-6553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35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29 24575,'-1'-2'0,"0"0"0,0-1 0,0 1 0,-1 0 0,1 0 0,0 0 0,-1 0 0,0 0 0,1 0 0,-1 1 0,0-1 0,-3-2 0,5 4 0,0 0 0,0 0 0,0 0 0,0 0 0,0 0 0,0 0 0,0 0 0,0 0 0,0 0 0,0 0 0,0 0 0,0 0 0,-1 0 0,1 0 0,0 0 0,0 0 0,0 0 0,0 0 0,0 0 0,0 0 0,0 0 0,0 0 0,0 0 0,0 0 0,0 0 0,0 0 0,0 0 0,0 0 0,0 0 0,-1 0 0,1 0 0,0 0 0,0 0 0,0 0 0,0 0 0,0 0 0,0 0 0,0 0 0,0 0 0,0 0 0,0 0 0,0 0 0,0 0 0,0 0 0,0 0 0,0 0 0,0 0 0,0 0 0,0 0 0,0 0 0,0 0 0,0 0 0,0 1 0,0-1 0,0 0 0,0 0 0,0 0 0,0 0 0,0 0 0,0 0 0,0 0 0,0 0 0,0 0 0,0 0 0,0 0 0,0 0 0,0 0 0,0 1 0,3 6 0,5 6 0,13 15 0,2-2 0,1-1 0,0-1 0,32 24 0,38 34 0,-39-32 0,-151-135-1365,83 75-5461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36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4 24575,'0'-1'0,"1"1"0,-1 0 0,0-1 0,1 1 0,-1 0 0,0 0 0,1-1 0,-1 1 0,1 0 0,-1 0 0,1 0 0,-1 0 0,1-1 0,-1 1 0,0 0 0,1 0 0,-1 0 0,1 0 0,-1 0 0,1 0 0,-1 0 0,1 1 0,-1-1 0,1 0 0,-1 0 0,1 0 0,-1 0 0,1 1 0,1 14 0,-2-14 0,0 7 0,-1 1 0,0-1 0,-1 0 0,1 0 0,-2 0 0,1 0 0,-1 0 0,-6 11 0,2-5 0,-1 0 0,0-1 0,-17 21 0,-82 83 0,105-115-114,0 1 1,0 0-1,0-1 0,0 1 0,0 0 1,1 0-1,-1 0 0,1 0 0,0 0 1,0 0-1,-1 5 0,1 1-6712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36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7 24575,'-15'-2'0,"0"0"0,0 0 0,-19 1 0,30 1 0,1 0 0,-1 1 0,1-1 0,-1 1 0,1 0 0,-1-1 0,1 2 0,0-1 0,-1 0 0,1 1 0,0-1 0,0 1 0,0 0 0,0 0 0,-3 3 0,5-4 0,0 1 0,0-1 0,0 0 0,0 0 0,0 0 0,0 1 0,1-1 0,-1 0 0,0 1 0,1-1 0,-1 1 0,1-1 0,0 1 0,-1-1 0,1 1 0,0-1 0,0 1 0,0 2 0,1-1 0,-1 0 0,1 0 0,0-1 0,0 1 0,0 0 0,0 0 0,1-1 0,-1 1 0,2 2 0,4 4 0,0-1 0,1 1 0,17 13 0,10 5 0,-26-22 0,-1 0 0,-1 1 0,1 0 0,-1 0 0,0 1 0,0 0 0,9 14 0,-15-20 0,-1 0 0,1 0 0,-1 0 0,1 0 0,-1 0 0,0 0 0,1 0 0,-1 0 0,0 0 0,0 0 0,0 0 0,0 0 0,0 0 0,0 0 0,0 0 0,0 0 0,0 0 0,-1 0 0,1 1 0,0-1 0,-1 0 0,1 0 0,-1 0 0,1-1 0,-1 1 0,1 0 0,-1 0 0,0 0 0,1 0 0,-1 0 0,0-1 0,0 1 0,0 0 0,1-1 0,-1 1 0,0 0 0,0-1 0,0 1 0,0-1 0,-2 1 0,-2 1 0,-1 0 0,1 0 0,-1 0 0,1-1 0,-1 1 0,-7-1 0,-46 5 19,-42 3-1403,88-9-5442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37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8 24575,'-5'-2'0,"1"1"0,-1-1 0,0 1 0,0 1 0,1-1 0,-1 1 0,0-1 0,0 1 0,0 1 0,-6 0 0,8 0 0,-1 0 0,1 0 0,0 0 0,1 1 0,-1-1 0,0 1 0,0-1 0,1 1 0,-1 0 0,0 0 0,1 0 0,0 0 0,0 1 0,0-1 0,0 1 0,-3 4 0,-5 12 0,1 0 0,0 0 0,-7 27 0,7-18 0,4-11 0,1 1 0,1 1 0,0-1 0,1 0 0,1 1 0,1-1 0,1 1 0,4 27 0,-3-37-72,0 0 1,0-1-1,1 1 0,0-1 0,0 1 0,1-1 0,0 0 0,1-1 1,0 1-1,0-1 0,1 0 0,-1 0 0,2 0 0,-1-1 0,1 0 1,0 0-1,0-1 0,8 5 0,-3-4-6754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37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24575,'0'-2'0,"1"-10"0,1 10 0,1 8 0,0 3 0,0 1 0,-1 0 0,2 19 0,-1-4 0,3 24 0,-3-1 0,-4 97 0,-6-84 0,4-43 0,0 0 0,2 0 0,1 30 0,0-46 0,0 1 0,1 0 0,-1-1 0,1 1 0,0-1 0,0 1 0,0-1 0,0 0 0,0 1 0,0-1 0,1 0 0,-1 0 0,1 1 0,-1-1 0,1 0 0,0-1 0,0 1 0,0 0 0,0-1 0,0 1 0,1-1 0,-1 1 0,0-1 0,1 0 0,-1 0 0,0 0 0,1 0 0,3 0 0,3 1 0,0-1 0,1 0 0,-1 0 0,0-1 0,1 0 0,15-3 0,-21 2-136,0 0-1,1 0 1,-1 0-1,0-1 1,0 0-1,0 1 1,0-1-1,0-1 0,6-3 1,0-3-6690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37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0 24575,'-27'3'0,"-11"0"0,-2 0 0,6 2 0,6 0 0,6-1 0,4 2 0,2-1 0,4-1-8191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38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24575,'26'13'0,"-1"2"0,-1 0 0,0 1 0,-1 1 0,-1 1 0,0 2 0,-1 0 0,-2 1 0,0 1 0,-1 0 0,-1 2 0,-1 0 0,12 26 0,-9-9 0,-1 0 0,18 63 0,-28-74 0,-1 0 0,-2 1 0,-1-1 0,1 46 0,-5-68 0,0 0 0,-1 0 0,1 0 0,-2-1 0,1 1 0,-1 0 0,0-1 0,0 1 0,-1-1 0,0 0 0,-1 0 0,1 0 0,-1 0 0,-1-1 0,1 1 0,-1-1 0,0 0 0,-1 0 0,1-1 0,-1 0 0,0 0 0,-7 4 0,4-3-151,0 0-1,-1-1 0,0-1 0,0 1 1,0-2-1,0 1 0,-1-1 1,-11 1-1,5-2-6674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39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2 24575,'-22'0'0,"-10"0"0,-2 0 0,3 0 0,3 0 0,5 0 0,4 0 0,2 0 0,2 0 0,3 2 0,1 1 0,1-2 0,-1-4 0,1-2-8191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39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31 24575,'-27'-5'0,"-11"-2"0,-2 1 0,3 1 0,7 2 0,4 0 0,5 2 0,4 1 0,2 0 0,3 0-8191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40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24575,'6'9'0,"0"1"0,1-1 0,10 13 0,13 16 0,-11-11 0,2 0 0,47 45 0,18 9 0,-68-64-341,0-2 0,1 0-1,37 22 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41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0 24575,'-15'8'0,"1"0"0,0 2 0,1-1 0,0 1 0,0 1 0,1 1 0,0-1 0,1 2 0,1 0 0,0 0 0,1 1 0,0 0 0,-7 15 0,14-23-97,-1-1-1,0 0 1,0-1-1,0 1 1,-1 0-1,0-1 1,0 0-1,0 0 1,0 0-1,0 0 1,-1 0-1,0-1 0,-6 4 1,-1-2-6729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41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 24575,'-28'0'0,"-43"1"0,64 0 0,0 0 0,1 0 0,-1 0 0,0 1 0,0 0 0,1 1 0,-12 5 0,17-7 0,-1-1 0,0 1 0,1 0 0,-1 0 0,1 0 0,-1 0 0,1 1 0,-1-1 0,1 0 0,0 1 0,0-1 0,-1 1 0,1-1 0,0 1 0,0-1 0,1 1 0,-1 0 0,0-1 0,0 1 0,1 0 0,-1 0 0,1 0 0,0-1 0,0 1 0,-1 0 0,1 0 0,0 0 0,0 0 0,1 0 0,-1-1 0,0 1 0,1 0 0,-1 0 0,1 0 0,-1-1 0,1 1 0,0 0 0,0 0 0,0-1 0,2 4 0,1 0 0,-1-1 0,1 1 0,1-1 0,-1 1 0,1-1 0,0 0 0,0-1 0,0 1 0,0-1 0,0 0 0,9 3 0,5 0 0,1-1 0,0 0 0,0-2 0,1 0 0,-1-1 0,1-1 0,40-4 0,-58 3-124,0 0 0,0-1 0,0 1 0,0-1 0,-1 0 0,1 0-1,0 0 1,0 0 0,0 0 0,3-3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42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 24575,'-4'0'0,"1"0"0,-1 1 0,0 0 0,0 0 0,0 0 0,0 0 0,1 1 0,-1-1 0,0 1 0,1 0 0,0 0 0,-1 0 0,1 1 0,0-1 0,0 1 0,0 0 0,1 0 0,-1 0 0,0 0 0,1 0 0,-2 4 0,-6 9 0,1 1 0,1 0 0,-7 22 0,6-16 0,-5 10 0,2 2 0,1 0 0,-10 66 0,20-90 0,1-1 0,0 1 0,0 0 0,1-1 0,1 1 0,0-1 0,0 1 0,1-1 0,0 0 0,1 0 0,0 0 0,1 0 0,0-1 0,0 0 0,1 0 0,0 0 0,1-1 0,11 12 0,-16-18-91,0-1 0,0 1 0,0 0 0,1-1 0,-1 0 0,1 1 0,-1-1 0,1 0 0,-1 0 0,1-1 0,0 1 0,-1 0 0,1-1 0,3 1 0,5-1-6735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42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26 24575,'-1'-5'0,"0"2"0,1 1 0,-1-1 0,0 1 0,1 0 0,-1-1 0,-3-3 0,2 6 0,1 6 0,-1 6 0,0 234 0,4-124 0,-3-80 0,2 49 0,-1-90 0,0 1 0,0 0 0,1 0 0,-1-1 0,0 1 0,1 0 0,-1 0 0,1-1 0,0 1 0,-1-1 0,1 1 0,0 0 0,0-1 0,0 1 0,0-1 0,0 0 0,1 1 0,-1-1 0,0 0 0,1 0 0,-1 0 0,0 0 0,1 0 0,-1 0 0,1 0 0,0 0 0,-1-1 0,4 2 0,-1-2 0,0 1 0,0-1 0,-1 0 0,1 0 0,0 0 0,0-1 0,0 1 0,0-1 0,-1 0 0,1 0 0,0-1 0,5-2 0,6-3-227,0-2-1,-1 0 1,1-1-1,-2-1 1,14-12-1,-17 13-6598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42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1 24575,'-29'5'0,"-11"4"0,1 0 0,3 2 0,6-2 0,5 1 0,5-2 0,3-2 0,2 0 0,1-1 0,1 2 0,-1-1 0,3-1-8191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43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24575,'42'43'-226,"71"93"-1,-95-109 157,-1-1 0,-1 2 0,-2 0-1,-1 1 1,15 44 0,-16-27 195,-1-1 0,-3 1 0,-1 1 0,-3 0-1,-1 0 1,-5 51 0,2-92-125,0-1 0,-1 1 0,0 0 0,-1 0 0,1 0 0,-1 0 0,0-1 0,0 1 0,-1-1 0,1 0 0,-1 0 0,-1 1 0,1-2 0,-1 1 0,1 0 0,-1-1 0,-1 0 0,1 0 0,-1 0 0,1 0 0,-1-1 0,0 0 0,0 0 0,-1 0 0,-9 4 0,-8 1-1365,3-2-5461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44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24575,'-5'2'0,"-1"4"0,-1 3 0,2-3 0,2-4 0,3-3 0,2 1 0,3 1 0,1 3 0,2 0 0,-1 2 0,1 1 0,-1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45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1138 1 24575,'84'0'0,"-84"0"0,0 0 0,0 0 0,0 0 0,0 0 0,0 0 0,0 0 0,0 0 0,0 0 0,0 0 0,0 0 0,0 0 0,0 0 0,0 0 0,0 0 0,0 0 0,0 0 0,0 0 0,0 0 0,0 0 0,0 0 0,0 0 0,0 0 0,0 1 0,0-1 0,0 0 0,0 0 0,0 0 0,0 0 0,0 0 0,0 0 0,0 0 0,0 0 0,0 0 0,0 0 0,0 0 0,0 0 0,0 0 0,-7 3 0,-14 1 0,-52 2 0,-109-4 0,91-4 0,-179-7 0,-7 3 0,190 7 0,86-1 0,-1 0 0,1 0 0,0 0 0,-1 0 0,1 0 0,0 0 0,0 0 0,-1 1 0,1-1 0,0 1 0,0-1 0,0 1 0,0-1 0,-1 1 0,0 1 0,2-2 0,0 0 0,-1 0 0,1 1 0,0-1 0,0 0 0,0 0 0,0 1 0,0-1 0,0 0 0,0 0 0,0 0 0,0 1 0,0-1 0,0 0 0,0 0 0,0 1 0,0-1 0,0 0 0,0 0 0,0 1 0,0-1 0,0 0 0,0 0 0,0 1 0,0-1 0,0 0 0,0 0 0,1 1 0,9 8 0,35 13 0,1-1 0,76 22 0,-60-22 0,-12-5 0,-21-8 0,33 15 0,-54-19 0,-1-1 0,0 1 0,0 0 0,0 1 0,0 0 0,-1 0 0,0 0 0,0 1 0,7 8 0,-12-13 0,1 1 0,-1 0 0,0-1 0,0 1 0,0 0 0,0 0 0,0-1 0,0 1 0,-1 0 0,1 0 0,0 0 0,-1 0 0,0 0 0,1 0 0,-1 0 0,0 0 0,0 0 0,0 0 0,0 0 0,0 0 0,-1 0 0,1 0 0,-1 0 0,1 0 0,-1 0 0,0 0 0,0 0 0,0 0 0,0 0 0,0-1 0,0 1 0,0 0 0,0-1 0,-1 1 0,1-1 0,-1 1 0,-2 1 0,-5 4 0,0-1 0,-1-1 0,1 0 0,-1 0 0,-20 7 0,-164 41 0,63-20 0,96-24 0,0 3 0,1 1 0,1 1 0,-61 36 0,81-42 0,9-6 0,-1 1 0,0 0 0,0 1 0,1-1 0,0 1 0,-6 5 0,10-8 0,0-1 0,-1 0 0,1 1 0,0-1 0,0 0 0,0 0 0,0 1 0,-1-1 0,1 0 0,0 1 0,0-1 0,0 1 0,0-1 0,0 0 0,0 1 0,0-1 0,0 0 0,0 1 0,0-1 0,0 0 0,0 1 0,0-1 0,0 1 0,0-1 0,0 0 0,0 1 0,0-1 0,1 0 0,-1 1 0,0-1 0,0 0 0,0 1 0,1-1 0,-1 0 0,0 0 0,0 1 0,1-1 0,-1 0 0,0 0 0,1 1 0,-1-1 0,0 0 0,0 0 0,1 0 0,-1 0 0,1 0 0,-1 1 0,0-1 0,1 0 0,-1 0 0,0 0 0,1 0 0,-1 0 0,0 0 0,1 0 0,24 2 0,-23-2 0,430-2 0,-199-6 0,-9 1 0,-110 7-1365,-99 0-5461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46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24575,'0'0'0,"0"0"0,0 0 0,0 0 0,0 0 0,0 0 0,0 0 0,0 0 0,0 1 0,0-1 0,0 0 0,0 0 0,0 0 0,0 0 0,0 0 0,0 0 0,0 0 0,-1 0 0,1 0 0,0 0 0,0 0 0,0 0 0,0 0 0,0 0 0,0 0 0,0 0 0,0 0 0,0 0 0,0 0 0,0 0 0,-1 0 0,1 0 0,0 0 0,0 0 0,0 0 0,0 0 0,0 0 0,0 0 0,0 0 0,0 0 0,0 0 0,0 0 0,0 0 0,0 0 0,-1 0 0,1 0 0,0 0 0,0 0 0,0 0 0,0 0 0,0 0 0,0 0 0,0 0 0,0-1 0,0 1 0,0 0 0,0 0 0,0 0 0,0 0 0,0 0 0,0 0 0,0 0 0,0 0 0,2 10 0,8 12 0,3 9 0,-8-18 0,1 0 0,13 22 0,-19-35 0,1 1 0,-1-1 0,0 1 0,0-1 0,1 0 0,-1 0 0,0 1 0,0-1 0,1 0 0,-1 1 0,0-1 0,1 0 0,-1 0 0,0 0 0,1 1 0,-1-1 0,1 0 0,-1 0 0,0 0 0,1 0 0,-1 0 0,0 0 0,1 0 0,-1 0 0,1 0 0,-1 0 0,0 0 0,2 0 0,-2 0 0,1-1 0,0 1 0,0 0 0,0-1 0,-1 0 0,1 1 0,0-1 0,-1 1 0,1-1 0,-1 0 0,1 0 0,0-1 0,13-27 0,-13 25 0,2-3 0,-1 1 0,1 0 0,1 0 0,-1 1 0,1-1 0,0 1 0,0 0 0,0 0 0,8-7 0,-8 9 0,0 0 0,0 1 0,0-1 0,0 1 0,0 0 0,0 0 0,1 0 0,-1 1 0,1 0 0,-1 0 0,1 0 0,-1 0 0,1 0 0,7 1 0,-6 1 0,0-1 0,0 1 0,0 0 0,-1 1 0,1-1 0,-1 1 0,1 1 0,-1-1 0,0 1 0,1-1 0,5 6 0,6 5 0,29 27 0,-31-25 0,22 15 0,-23-21-1365,-1-2-5461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48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452 101 24575,'-273'-91'0,"266"88"0,1 2 0,-1-1 0,0 1 0,-12-1 0,17 2 0,-1 0 0,0 0 0,0 1 0,1-1 0,-1 1 0,0 0 0,1 0 0,-1 0 0,1 0 0,-1 0 0,1 0 0,-1 1 0,1-1 0,-3 3 0,-5 5 0,0 0 0,1 0 0,0 1 0,1 0 0,0 1 0,-11 18 0,16-25 0,1 1 0,0 0 0,0-1 0,0 1 0,0 0 0,1 0 0,-1 0 0,2 0 0,-1 0 0,0 0 0,1 1 0,0-1 0,0 0 0,0 0 0,1 0 0,0 0 0,0 0 0,0 0 0,4 9 0,-1-7 0,0 0 0,0 0 0,1 0 0,0-1 0,1 0 0,-1 0 0,1 0 0,0-1 0,8 6 0,10 5 0,32 16 0,-42-24 0,28 15 0,49 28 0,-76-41 0,-1 0 0,-1 0 0,1 2 0,10 12 0,-22-23 0,0 1 0,-1 0 0,1 0 0,-1 0 0,1 0 0,-1 0 0,0 0 0,0 0 0,0 0 0,0 1 0,0-1 0,-1 0 0,1 1 0,0-1 0,-1 0 0,0 1 0,0-1 0,0 1 0,0-1 0,0 1 0,0-1 0,-1 3 0,0-2 0,0-1 0,0 1 0,-1-1 0,1 1 0,-1-1 0,0 1 0,1-1 0,-1 0 0,0 0 0,0 0 0,-1 0 0,1 0 0,0 0 0,-1-1 0,1 1 0,-1-1 0,1 0 0,-4 2 0,-2 0 0,0-1 0,-1 1 0,0-1 0,1-1 0,-1 0 0,0 0 0,-12-1 0,3 0 0,-1-2 0,-27-5 0,25 2 0,-31-10 0,45 12 0,0 1 0,0-1 0,0-1 0,1 0 0,-1 0 0,1 0 0,0 0 0,-5-7 0,10 11 0,0-1 0,0 0 0,0 0 0,0 0 0,0 0 0,0 0 0,0-1 0,1 1 0,-1 0 0,1 0 0,-1 0 0,1-1 0,-1 1 0,1 0 0,-1 0 0,1-1 0,0 1 0,0 0 0,0-1 0,0 1 0,0-1 0,0 1 0,0 0 0,0-1 0,1 1 0,-1 0 0,0 0 0,1-1 0,-1 1 0,1 0 0,0 0 0,-1-1 0,1 1 0,0 0 0,-1 0 0,1 0 0,0 0 0,0 0 0,0 0 0,0 0 0,0 1 0,2-2 0,4-4 0,2 1 0,-1 0 0,1 0 0,15-5 0,-17 7 0,95-40-1365,-89 38-5461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48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26 24575,'0'-1'0,"0"0"0,0 0 0,0 0 0,0 0 0,0-1 0,-1 1 0,1 0 0,0 0 0,0 0 0,-1 0 0,1 0 0,0 0 0,-1 0 0,1 0 0,-1 0 0,0 0 0,1 0 0,-1 0 0,0 0 0,1 1 0,-1-1 0,0 0 0,0 0 0,0 1 0,-1-2 0,1 2 0,0 0 0,0 0 0,0 0 0,0 0 0,0 0 0,0 0 0,0 0 0,0 1 0,0-1 0,1 0 0,-1 1 0,0-1 0,0 0 0,0 1 0,0-1 0,0 1 0,1-1 0,-1 1 0,0-1 0,0 1 0,1 0 0,-1 0 0,0-1 0,1 1 0,-1 0 0,1 0 0,-1-1 0,1 1 0,-1 0 0,1 1 0,-34 53 0,-51 95 0,73-127 0,1 2 0,2 0 0,0 0 0,-7 36 0,14-51 0,1-1 0,0 1 0,1-1 0,0 1 0,1-1 0,-1 0 0,2 1 0,-1-1 0,2 1 0,-1-1 0,1 0 0,0 0 0,1-1 0,0 1 0,0-1 0,1 1 0,0-1 0,1-1 0,6 9 0,-6-9-80,-1 0 0,1-1-1,0 0 1,0 0 0,1 0-1,0-1 1,0 0 0,0 0-1,1 0 1,-1-1 0,1 0 0,0-1-1,0 0 1,1 0 0,-1-1-1,12 2 1,-8-3-6746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49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39 24575,'-2'-5'0,"-7"-16"0,9 20 0,0 0 0,-1 1 0,1-1 0,-1 0 0,1 0 0,-1 0 0,1 1 0,-1-1 0,0 0 0,1 1 0,-1-1 0,0 0 0,1 1 0,-1-1 0,0 1 0,0-1 0,-1 1 0,2 0 0,0 0 0,-1 0 0,1 1 0,-1-1 0,1 0 0,0 1 0,-1-1 0,1 0 0,-1 1 0,1-1 0,0 0 0,0 1 0,-1-1 0,1 1 0,0-1 0,0 1 0,-1-1 0,1 1 0,0-1 0,0 1 0,0-1 0,0 1 0,0-1 0,0 1 0,0-1 0,0 1 0,0-1 0,0 1 0,-1 19 0,1-18 0,0 82 0,1-28 0,-10 83 0,5-108 0,2 0 0,1 0 0,3 35 0,-2-63 0,0-1 0,1 1 0,-1-1 0,1 0 0,0 1 0,-1-1 0,1 0 0,0 1 0,0-1 0,1 0 0,-1 0 0,0 0 0,1 0 0,-1 0 0,1-1 0,2 3 0,-1-2 0,0 0 0,0 0 0,0 0 0,0 0 0,0-1 0,1 1 0,-1-1 0,1 0 0,5 1 0,5 0 0,0-1 0,0 0 0,-1-1 0,22-3 0,0-3-1365,-20 3-5461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49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16 24575,'-29'-2'0,"-13"-2"0,-1 1 0,2 1 0,5 0 0,6 1 0,4 0 0,3 1 0,4 0 0,-1 0 0,2 0 0,1 3 0,0 0 0,4 0-8191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49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46 24575,'-15'-7'0,"-7"-3"0,-2 0 0,0 3 0,2 2 0,2 1 0,0 2 0,1 2 0,-2 0 0,1 0 0,-2 0 0,1 1 0,2-1 0,1 0 0,4 1-8191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50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 24575,'0'0'0,"0"-1"0,0 1 0,0 0 0,0 0 0,0 0 0,-1-1 0,1 1 0,0 0 0,0 0 0,0 0 0,0 0 0,-1 0 0,1 0 0,0-1 0,0 1 0,0 0 0,-1 0 0,1 0 0,0 0 0,0 0 0,0 0 0,-1 0 0,1 0 0,0 0 0,0 0 0,-1 0 0,1 0 0,0 0 0,0 0 0,0 0 0,-1 0 0,1 0 0,0 0 0,0 0 0,-1 1 0,-2 7 0,2 13 0,5 1 0,1-1 0,0 0 0,2 0 0,1 0 0,0-1 0,15 25 0,-21-42 0,0 1 0,0-1 0,0 0 0,1 0 0,-1 0 0,1 0 0,0 0 0,0 0 0,5 3 0,-7-6 0,-1 0 0,0 0 0,1 0 0,-1 0 0,1 0 0,-1 0 0,1 0 0,-1 0 0,1-1 0,-1 1 0,1 0 0,-1 0 0,1 0 0,-1 0 0,0-1 0,1 1 0,-1 0 0,1 0 0,-1-1 0,0 1 0,1 0 0,-1-1 0,0 1 0,1-1 0,-1 1 0,0 0 0,0-1 0,1 1 0,-1-1 0,0 1 0,0 0 0,0-1 0,0 1 0,1-1 0,4-17 0,3-20 0,-6 23 0,1 1 0,0-1 0,1 1 0,1 0 0,9-19 0,-14 33 0,0-1 0,1 0 0,-1 0 0,1 1 0,-1-1 0,1 0 0,0 1 0,-1-1 0,1 1 0,0-1 0,-1 1 0,1-1 0,0 1 0,0-1 0,-1 1 0,1-1 0,0 1 0,0 0 0,0 0 0,-1-1 0,1 1 0,1 0 0,0 0 0,0 0 0,-1 0 0,1 1 0,-1-1 0,1 0 0,0 1 0,-1-1 0,1 1 0,-1 0 0,1 0 0,1 1 0,4 3 0,0 1 0,0 0 0,10 10 0,-12-10 0,4 2-151,-1 1-1,0 1 0,-1-1 0,0 1 1,-1 0-1,0 1 0,0-1 1,6 18-1,-9-15-6674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50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24575,'0'47'0,"3"86"0,-1-114 0,0 0 0,2 0 0,0 0 0,13 34 0,1-5-1365,-14-39-5461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51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590 13 24575,'-3'-2'0,"-1"0"0,1 1 0,0-1 0,-1 1 0,1 0 0,-1 0 0,1 0 0,-1 0 0,0 1 0,1-1 0,-1 1 0,0 0 0,-6 1 0,-4 1 0,-1 1 0,-16 5 0,-6 1 0,-13-1 29,-71 2 0,-52-9-389,98-1-703,58-1-5763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51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24575,'1'-1'0,"0"0"0,0 0 0,0 1 0,0-1 0,0 0 0,0 0 0,0 1 0,1-1 0,-1 1 0,0-1 0,0 1 0,1-1 0,-1 1 0,0 0 0,1-1 0,-1 1 0,0 0 0,1 0 0,-1 0 0,2 0 0,0 1 0,-1 0 0,1 0 0,0-1 0,-1 1 0,1 1 0,-1-1 0,1 0 0,-1 1 0,3 1 0,4 5 0,0 0 0,-1 0 0,11 15 0,-19-23 0,54 67 0,62 102 0,-100-142 0,-1 2 0,-1 0 0,-1 1 0,-2 0 0,-1 1 0,12 62 0,-20-80 0,-1 0 0,-1 0 0,0 0 0,0 0 0,-2 0 0,1-1 0,-2 1 0,1 0 0,-2-1 0,0 1 0,0-1 0,-1 0 0,-1-1 0,0 1 0,0-1 0,-1 0 0,-1-1 0,-9 11 0,1-2-682,-20 16-1,12-13-6143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22.3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325 57 24575,'-60'-21'0,"36"12"0,0 2 0,0 0 0,-27-4 0,49 11 0,-1-1 0,1 1 0,-1 0 0,1 0 0,0 0 0,-1 0 0,1 1 0,-1-1 0,1 1 0,0-1 0,-1 1 0,1 0 0,0 0 0,0 0 0,-1 0 0,1 0 0,0 0 0,0 1 0,0-1 0,1 1 0,-1-1 0,-2 3 0,0 2 0,0 1 0,0-1 0,0 1 0,1-1 0,-4 13 0,-6 11 0,12-28 0,0 0 0,1-1 0,-1 1 0,1 0 0,-1 0 0,1 0 0,0 0 0,0 0 0,0 0 0,0 0 0,0 0 0,0 0 0,0 0 0,0 0 0,1 0 0,-1-1 0,1 1 0,0 0 0,-1 0 0,1 0 0,0-1 0,0 1 0,0 0 0,0-1 0,1 1 0,-1-1 0,0 1 0,1-1 0,2 3 0,5 3 0,-1 0 0,2-1 0,-1 0 0,11 4 0,-13-6 0,28 14 0,-20-12 0,-1 1 0,-1 1 0,1 0 0,19 17 0,-31-24 0,-1 0 0,0 0 0,0 0 0,0 0 0,0 0 0,-1 0 0,1 0 0,0 0 0,0 1 0,-1-1 0,1 0 0,-1 0 0,1 1 0,-1-1 0,1 0 0,-1 1 0,0-1 0,0 1 0,0-1 0,0 0 0,0 1 0,0-1 0,0 2 0,-1-1 0,1-1 0,-1 0 0,0 1 0,1-1 0,-1 0 0,0 1 0,0-1 0,0 0 0,0 0 0,0 0 0,-1 0 0,1 0 0,0 0 0,0 0 0,-1 0 0,1-1 0,-1 1 0,1 0 0,0-1 0,-4 1 0,-12 3 0,0-1 0,0 0 0,-1-2 0,1 0 0,-34-3 0,13 1 0,33 1-136,0 0-1,1 0 1,-1-1-1,0 0 1,0 0-1,0 0 1,0 0-1,1-1 0,-6-2 1,1-2-6690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22.7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0 24575,'-5'0'0,"1"3"0,1 2 0,3 4 0,3 3 0,2-2 0,0 1 0,-2-1 0,-5-4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23.0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12 24575,'-2'-5'0,"1"-2"0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23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4 24575,'-2'-1'0,"0"0"0,1 1 0,-1 0 0,0-1 0,1 1 0,-1 0 0,0 0 0,1 0 0,-1 0 0,0 0 0,1 0 0,-1 1 0,0-1 0,1 0 0,-1 1 0,0-1 0,1 1 0,-1 0 0,1-1 0,-1 1 0,1 0 0,-2 2 0,1-2 0,1 1 0,-1 0 0,1 0 0,0 1 0,0-1 0,0 0 0,0 0 0,1 0 0,-1 1 0,1-1 0,-1 0 0,1 1 0,0-1 0,0 1 0,0 3 0,1 14 0,0 1 0,2-1 0,0 0 0,2 0 0,10 31 0,46 93 0,86 127 0,-142-262 0,21 40 0,-24-45 0,0 1 0,0-1 0,-1 1 0,0-1 0,0 1 0,0-1 0,0 1 0,-1 0 0,0 5 0,0-9-65,0 0 0,0 1 0,-1-1 0,1 0 0,0 1 0,-1-1 0,1 0 0,-1 0 0,1 0 0,-1 1 0,0-1 0,1 0 0,-1 0 0,0 0 0,0 0 0,0 0 0,0 0 0,0 0 0,0-1 0,-2 3 0,-5 1-6761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23.5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278 30 24575,'-27'-5'0,"-14"-2"0,-2 1 0,3 1 0,7 1 0,6 2 0,5 1 0,4 3 0,3 1 0,3 1-8191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23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24575,'0'3'0,"0"0"0,1 0 0,0 0 0,0 0 0,0 0 0,0 0 0,0 0 0,3 5 0,3 6 0,17 54 0,47 109 0,-64-163-116,3 7-300,0-1-1,25 34 1,-29-45-6410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24.2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44 24575,'88'-11'0,"14"-2"0,-71 7 0,-13 2 0,0 1 0,0 0 0,0 1 0,21 1 0,-38 1 0,1 0 0,-1 0 0,0 0 0,1 1 0,-1-1 0,0 0 0,0 1 0,1-1 0,-1 1 0,0-1 0,0 1 0,0 0 0,0 0 0,0-1 0,0 1 0,0 0 0,0 0 0,0 0 0,0 0 0,0 0 0,0 0 0,-1 0 0,1 0 0,0 1 0,-1-1 0,1 0 0,-1 0 0,1 1 0,-1 1 0,2 4 0,-1 0 0,-1 0 0,0 0 0,0 11 0,0 11 0,0-26-59,0-1 0,1 0-1,-1 0 1,1 0-1,-1 0 1,1 0 0,0 0-1,-1 0 1,1 0 0,0 0-1,0-1 1,0 1 0,1 0-1,-1 0 1,0-1-1,1 1 1,-1-1 0,1 1-1,-1-1 1,1 0 0,0 0-1,2 2 1,6 1-6767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24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24575,'3'0'0,"0"5"0,3 4 0,2 3 0,0-1-8191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24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 24575,'3'15'0,"1"1"0,12 27 0,-14-37 0,1 0 0,0-1 0,0 1 0,0-1 0,1 0 0,-1 0 0,1 0 0,1-1 0,-1 0 0,8 7 0,-11-10 0,0 0 0,1 0 0,-1-1 0,1 1 0,-1 0 0,1 0 0,-1-1 0,1 1 0,-1-1 0,1 1 0,0-1 0,-1 0 0,1 0 0,-1 1 0,1-1 0,0 0 0,-1-1 0,1 1 0,0 0 0,-1 0 0,3-1 0,-2 0 0,0 0 0,-1 0 0,1-1 0,0 1 0,-1 0 0,1-1 0,0 1 0,-1-1 0,0 0 0,1 1 0,-1-1 0,0 0 0,0 0 0,1-2 0,2-4 0,-1 0 0,-1 0 0,0 0 0,0 0 0,0-1 0,0-16 0,-2 8 0,-1 13 0,1-1 0,0 1 0,0 0 0,0 0 0,1 0 0,0 0 0,1-6 0,-2 10 0,1-1 0,-1 1 0,0-1 0,1 1 0,-1-1 0,1 1 0,-1-1 0,1 1 0,-1-1 0,1 1 0,-1 0 0,1 0 0,0-1 0,-1 1 0,1 0 0,0 0 0,-1-1 0,1 1 0,-1 0 0,1 0 0,0 0 0,-1 0 0,1 0 0,0 0 0,-1 0 0,1 0 0,0 0 0,-1 0 0,1 1 0,-1-1 0,1 0 0,0 0 0,-1 1 0,1-1 0,-1 0 0,1 1 0,-1-1 0,2 1 0,24 16 0,-23-15 0,0 0 0,26 20 0,1-1 0,0-2 0,40 18 0,-42-28-1365,-15-7-5461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25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3 24575,'-3'-1'0,"0"1"0,0-1 0,0 1 0,-1-1 0,1 1 0,0 0 0,0 0 0,0 1 0,0-1 0,-1 1 0,1-1 0,0 1 0,0 0 0,0 0 0,0 0 0,0 1 0,1-1 0,-1 1 0,0 0 0,0-1 0,1 1 0,-1 0 0,1 1 0,0-1 0,0 0 0,0 1 0,0-1 0,-2 4 0,2-3 0,-1 0 0,1 1 0,0 0 0,0-1 0,1 1 0,-1 0 0,1 0 0,0 0 0,0 0 0,0 0 0,0 0 0,1 0 0,0 0 0,0 1 0,0-1 0,0 0 0,0 0 0,1 0 0,0 0 0,0 0 0,2 5 0,-3-8 0,0 0 0,1 0 0,-1 0 0,1 0 0,-1 0 0,1 0 0,0 0 0,-1 0 0,1 0 0,0-1 0,0 1 0,-1 0 0,1 0 0,0-1 0,0 1 0,0-1 0,0 1 0,0-1 0,0 1 0,0-1 0,0 1 0,0-1 0,2 1 0,-2-2 0,1 1 0,0 0 0,-1 0 0,1 0 0,-1-1 0,1 1 0,-1-1 0,1 1 0,-1-1 0,1 0 0,-1 0 0,1 0 0,2-1 0,2-4 0,-1 1 0,1 0 0,-1-1 0,0 0 0,6-9 0,2-12 0,-11 23 0,0-1 0,0 1 0,0-1 0,1 1 0,0 0 0,-1 0 0,7-6 0,-9 10 0,0-1 0,1 1 0,-1 0 0,1 0 0,-1-1 0,1 1 0,-1 0 0,1 0 0,-1 0 0,1 0 0,-1-1 0,1 1 0,-1 0 0,1 0 0,-1 0 0,1 0 0,0 0 0,-1 0 0,1 0 0,-1 1 0,1-1 0,-1 0 0,1 0 0,-1 0 0,1 0 0,-1 1 0,1-1 0,-1 0 0,0 1 0,1-1 0,-1 0 0,1 1 0,-1-1 0,0 0 0,1 1 0,-1-1 0,0 1 0,1-1 0,-1 0 0,0 1 0,1-1 0,-1 2 0,11 22 0,-9-21 0,11 32 0,-2 1 0,-1-1 0,-1 2 0,-3-1 0,0 1 0,-3 0 0,-1 63 0,-3-92 0,0-1 0,-1 1 0,0 0 0,0-1 0,0 1 0,-1-1 0,0 0 0,-1 0 0,0 0 0,-8 11 0,6-9 0,-1-1 0,0-1 0,0 1 0,-1-1 0,0-1 0,-1 1 0,-14 8 0,22-14 0,0-1 0,0 1 0,0-1 0,0 1 0,0-1 0,0 1 0,0-1 0,0 0 0,0 1 0,0-1 0,0 0 0,0 0 0,0 0 0,-1 0 0,1 0 0,0 0 0,-1 0 0,1 0 0,1-1 0,-1 1 0,1 0 0,-1-1 0,1 1 0,0 0 0,-1-1 0,1 1 0,0-1 0,-1 1 0,1-1 0,0 1 0,-1 0 0,1-1 0,0 1 0,0-1 0,0 1 0,0-1 0,-1 0 0,1 1 0,0-1 0,0 1 0,0-1 0,0 0 0,0-3 0,1 0 0,-1 1 0,1-1 0,0 1 0,0-1 0,0 0 0,0 1 0,4-6 0,6-10-151,1 2-1,1-1 0,1 2 0,0-1 1,1 2-1,1 0 0,0 1 1,29-19-1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26.5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77 104 24575,'61'154'0,"-12"-35"0,-49-119 0,0 0 0,0 1 0,0-1 0,1 0 0,-1 0 0,0 0 0,0 0 0,0 0 0,0 1 0,0-1 0,0 0 0,0 0 0,0 0 0,0 0 0,0 1 0,0-1 0,0 0 0,0 0 0,0 0 0,0 0 0,0 1 0,0-1 0,0 0 0,0 0 0,0 0 0,0 0 0,0 0 0,0 1 0,-1-1 0,1 0 0,0 0 0,0 0 0,0 0 0,0 0 0,0 1 0,-7-2 0,-6-7 0,-5-5 0,0-2 0,1 0 0,1-1 0,1-1 0,0 0 0,1-1 0,0 0 0,-10-23 0,20 32 0,1 0 0,1 0 0,0-1 0,0 1 0,1-1 0,0 1 0,1-1 0,0 1 0,0-1 0,2-11 0,-1 17 0,0 0 0,0 0 0,0 1 0,0-1 0,1 0 0,-1 0 0,1 1 0,0-1 0,0 1 0,0 0 0,1-1 0,-1 1 0,1 0 0,0 0 0,0 1 0,0-1 0,0 1 0,0-1 0,0 1 0,1 0 0,-1 0 0,1 0 0,-1 1 0,8-3 0,0 1 0,-1 0 0,1 1 0,0 0 0,0 1 0,0 0 0,-1 1 0,1 0 0,11 1 0,-20-1 0,-1 1 0,0-1 0,1 0 0,-1 0 0,0 1 0,0-1 0,1 1 0,-1-1 0,0 1 0,0-1 0,0 1 0,2 1 0,-2-2 0,-1 1 0,0-1 0,1 1 0,-1-1 0,0 1 0,1-1 0,-1 1 0,0-1 0,0 1 0,1-1 0,-1 1 0,0-1 0,0 1 0,0 0 0,0-1 0,0 1 0,0-1 0,0 1 0,0 0 0,0 0 0,0 1 0,-1 0 0,0 0 0,1-1 0,-1 1 0,0 0 0,0 0 0,0-1 0,0 1 0,-1-1 0,1 1 0,0-1 0,-1 1 0,1-1 0,-1 0 0,-1 2 0,-10 5-1365,0 0-5461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26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27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112 190 24575,'28'50'0,"38"97"0,-65-141 0,1-1 0,0 0 0,-1 1 0,0 0 0,0 8 0,-1-13 0,0 0 0,0 0 0,0-1 0,0 1 0,0 0 0,0 0 0,0 0 0,0-1 0,-1 1 0,1 0 0,0 0 0,-1-1 0,1 1 0,0 0 0,-1-1 0,1 1 0,-1 0 0,1-1 0,-1 1 0,1-1 0,-1 1 0,1-1 0,-1 1 0,0-1 0,1 1 0,-1-1 0,0 1 0,1-1 0,-1 0 0,0 1 0,0-1 0,1 0 0,-1 0 0,0 0 0,0 1 0,1-1 0,-1 0 0,0 0 0,0 0 0,1 0 0,-1 0 0,0-1 0,0 1 0,0 0 0,1 0 0,-1 0 0,0-1 0,0 1 0,0-1 0,-4-1 0,0 0 0,1 0 0,-1 0 0,1-1 0,-1 0 0,1 0 0,-4-4 0,-28-26 0,26 22 0,0-2 0,0 1 0,1-1 0,1 0 0,-13-28 0,11 20 0,2-1 0,1 0 0,-7-31 0,13 46 0,0-1 0,0 1 0,1-1 0,0 1 0,0 0 0,0-1 0,1 1 0,0 0 0,1-1 0,0 1 0,0 0 0,5-11 0,-5 14 0,0 0 0,1 0 0,-1 0 0,1 0 0,0 0 0,0 1 0,0 0 0,0-1 0,1 1 0,0 0 0,-1 1 0,1-1 0,0 1 0,0-1 0,0 1 0,1 0 0,-1 1 0,0-1 0,1 1 0,-1 0 0,7-1 0,-3 1 0,0 1 0,0 0 0,0 0 0,0 0 0,0 1 0,15 3 0,-19-2 0,1-1 0,0 1 0,0-1 0,0 2 0,-1-1 0,1 0 0,-1 1 0,0 0 0,0 0 0,0 0 0,0 0 0,4 5 0,-7-6 0,1 0 0,-1-1 0,0 2 0,0-1 0,1 0 0,-1 0 0,-1 0 0,1 0 0,0 1 0,0-1 0,-1 0 0,1 1 0,-1-1 0,0 0 0,0 1 0,0-1 0,0 1 0,0-1 0,0 0 0,-1 1 0,1-1 0,-1 0 0,0 1 0,0 1 0,-1 0 0,0-1 0,0 1 0,0-1 0,-1 1 0,1-1 0,-1 0 0,1 0 0,-1 0 0,0 0 0,0-1 0,-1 1 0,1-1 0,-5 3 0,-5 0-234,0 0-1,0 0 1,-1-1-1,-18 3 1,30-7 41,-11 3-6633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28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46 234 24575,'7'17'0,"8"11"0,-19-47 0,-19-40 0,-8-25 0,29 75 0,-1-1 0,2 0 0,-1 0 0,1 0 0,1 0 0,1-17 0,-1 25 0,0 1 0,0 0 0,0-1 0,0 1 0,1 0 0,-1-1 0,1 1 0,-1 0 0,1 0 0,-1 0 0,1-1 0,0 1 0,0 0 0,-1 0 0,1 0 0,0 0 0,0 0 0,0 0 0,0 1 0,0-1 0,2-1 0,-2 1 0,2 1 0,-1-1 0,0 0 0,0 1 0,0-1 0,0 1 0,0 0 0,0 0 0,1 0 0,-1 0 0,4 0 0,1 2 0,1-1 0,0 1 0,-1 1 0,0-1 0,0 1 0,9 5 0,19 13-1365,-19-13-5461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28.4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90 24575,'-6'-2'0,"-1"1"0,0 0 0,0 1 0,0-1 0,1 1 0,-1 1 0,-9 0 0,14 0 0,0-1 0,0 1 0,0 0 0,0-1 0,0 1 0,0 0 0,0 0 0,0 0 0,1 1 0,-1-1 0,0 0 0,1 1 0,-1-1 0,1 1 0,-1 0 0,1-1 0,0 1 0,0 0 0,-1 0 0,1-1 0,1 1 0,-1 0 0,0 0 0,0 0 0,1 0 0,-1 1 0,1 2 0,-1-2 0,1 0 0,0 0 0,0 0 0,0 1 0,0-1 0,0 0 0,1 0 0,-1 0 0,1 0 0,0 0 0,0 0 0,0 0 0,1 0 0,-1 0 0,1 0 0,-1-1 0,1 1 0,0 0 0,0-1 0,0 0 0,0 1 0,1-1 0,-1 0 0,1 0 0,-1 0 0,1 0 0,3 1 0,-1 0 0,0-1 0,-1 0 0,1 0 0,0-1 0,0 1 0,0-1 0,0 0 0,0 0 0,0-1 0,0 0 0,0 0 0,0 0 0,0 0 0,0-1 0,0 0 0,8-2 0,-11 3 0,0-1 0,-1 0 0,1 0 0,0 0 0,-1 0 0,1 0 0,-1 0 0,1 0 0,-1 0 0,1-1 0,-1 1 0,0-1 0,0 1 0,0-1 0,0 1 0,1-3 0,0 1 0,-1-1 0,0 1 0,0 0 0,0-1 0,0 0 0,-1 1 0,1-1 0,-1-3 0,0 0 0,0-1 0,-1 1 0,0 0 0,0 0 0,-1 0 0,0 0 0,0 1 0,-4-10 0,3 9 15,-1 1 0,-1-1 0,1 1 0,-1-1 0,0 1 0,0 0 0,-12-9 0,12 12-129,1-1 0,-1 1-1,1 1 1,-1-1 0,0 1 0,0 0-1,0 0 1,0 0 0,-1 0 0,1 1-1,0 0 1,-7 0 0,0 0-6712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28.9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0 116 24575,'33'74'0,"-17"-38"0,21 37 0,42 51 0,-84-129 0,-12-11 0,1-1 0,2 0 0,-1-1 0,2-1 0,-18-31 0,23 32 0,-1-2 0,-8-34 0,15 45 0,0 0 0,0-1 0,1 1 0,0-1 0,1 1 0,0-1 0,1 1 0,1-13 0,0 17 0,-1 0 0,1 1 0,-1-1 0,1 1 0,0-1 0,1 1 0,-1 0 0,1 0 0,0 0 0,0 0 0,0 0 0,0 1 0,1-1 0,0 1 0,-1 0 0,1 0 0,0 1 0,8-5 0,-6 4 0,0 1 0,-1 0 0,1 0 0,0 0 0,0 1 0,0 0 0,1 0 0,-1 0 0,0 1 0,0 0 0,1 0 0,-1 1 0,0 0 0,7 1 0,-8 0 0,0-1 0,0 1 0,-1 0 0,1 0 0,-1 0 0,1 0 0,-1 1 0,0 0 0,0 0 0,0 0 0,5 5 0,-8-6 0,0-1 0,1 1 0,-1 0 0,0 0 0,0-1 0,0 1 0,0 0 0,0 0 0,-1 0 0,1 0 0,0 0 0,-1 0 0,0 1 0,1-1 0,-1 0 0,0 0 0,0 0 0,0 0 0,0 0 0,-1 1 0,1-1 0,-1 0 0,1 0 0,-1 0 0,0 0 0,1 0 0,-1 0 0,-3 3 0,1 1 8,-1-1-1,0 0 1,0 1-1,-1-2 0,0 1 1,1-1-1,-2 1 1,1-1-1,0-1 1,-1 1-1,0-1 0,-7 4 1,-7 1-303,-1-1 0,-28 6 0,34-9-282,0 0-6249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29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28 249 24575,'12'-18'0,"-2"0"0,0-1 0,-1-1 0,-1 1 0,0-1 0,4-24 0,-11 41 0,-1 0 0,0 0 0,1 0 0,-1 0 0,0 0 0,-1 0 0,1 0 0,-1 0 0,0-4 0,1 7 0,-1-1 0,1 0 0,0 1 0,0-1 0,-1 1 0,1-1 0,0 1 0,-1-1 0,1 1 0,-1-1 0,1 1 0,-1 0 0,1-1 0,-1 1 0,1-1 0,-1 1 0,1 0 0,-1-1 0,0 1 0,0 0 0,0 0 0,0 0 0,0 0 0,1 0 0,-1 0 0,0 0 0,0 0 0,0 0 0,0 0 0,0 1 0,0-1 0,1 0 0,-1 1 0,0-1 0,0 0 0,0 1 0,0 0 0,-4 3 0,0 0 0,1 0 0,0 0 0,0 1 0,0-1 0,0 1 0,1 0 0,-6 10 0,3-3 0,1 0 0,-8 25 0,12-34 0,0 0 0,0 0 0,0 1 0,1-1 0,0 1 0,0-1 0,0 0 0,0 1 0,0-1 0,0 1 0,1-1 0,0 0 0,1 5 0,-1-6 0,0 0 0,0 0 0,1 0 0,-1 0 0,0 0 0,1 0 0,0-1 0,-1 1 0,1 0 0,0-1 0,0 0 0,0 1 0,0-1 0,0 0 0,0 0 0,0 0 0,0 0 0,0 0 0,1 0 0,1 0 0,29 5 0,1-1 0,48 2 0,-62-7 0,1 0 0,-1-2 0,0 0 0,0-1 0,0-1 0,-1-1 0,1-1 0,23-10 0,-42 15 0,0 1 0,1-1 0,-1 1 0,0-1 0,0 0 0,0 0 0,0 1 0,0-1 0,0 0 0,0 0 0,0 0 0,0 0 0,0 0 0,-1 0 0,1 0 0,0 0 0,-1 0 0,1-1 0,-1 1 0,1 0 0,0-2 0,-1 1 0,0 0 0,0 0 0,0 0 0,0 0 0,0 0 0,-1 0 0,1 0 0,0 0 0,-1 0 0,0 0 0,1 0 0,-2-2 0,-2-3 0,-1-1 0,1 1 0,-1 1 0,0-1 0,-9-8 0,-6-7-455,0-1 0,-30-48 0,45 62-6371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29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0 24575,'27'181'0,"-18"-142"0,2 1 0,23 54 0,-28-78 0,-5-12 0,0-1 0,0 1 0,0-1 0,0 1 0,1-1 0,0 0 0,-1 0 0,1 0 0,0 0 0,4 4 0,-6-7 0,0 0 0,0 0 0,0 0 0,0 0 0,1 0 0,-1 0 0,0 0 0,0 0 0,0 0 0,0 0 0,0 0 0,0 0 0,1 1 0,-1-1 0,0 0 0,0 0 0,0-1 0,0 1 0,0 0 0,1 0 0,-1 0 0,0 0 0,0 0 0,0 0 0,0 0 0,0 0 0,0 0 0,1 0 0,-1 0 0,0 0 0,0 0 0,0 0 0,0 0 0,0-1 0,0 1 0,0 0 0,0 0 0,0 0 0,1 0 0,-1 0 0,0 0 0,0-1 0,3-8 0,-2-9 0,-1 18 0,1-19 0,0 3 0,-1-1 0,0 1 0,-1 0 0,-3-19 0,3 32 0,0 1 0,1-1 0,-1 1 0,0 0 0,0-1 0,0 1 0,-1 0 0,1 0 0,0 0 0,-1 0 0,0 0 0,1 0 0,-1 0 0,0 0 0,0 1 0,0-1 0,-4-2 0,3 3 0,-1-1 0,1 1 0,-1 0 0,1 0 0,-1 0 0,0 1 0,1-1 0,-1 1 0,0 0 0,1 0 0,-6 1 0,0 0 0,0 1 0,0 0 0,0 0 0,1 1 0,-1 0 0,1 1 0,-1 0 0,1 0 0,-9 7 0,3 0-1365,2-1-5461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30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 24575,'3'8'0,"0"0"0,1-1 0,0 1 0,0-1 0,1 0 0,0 0 0,0-1 0,0 1 0,1-1 0,0 0 0,0-1 0,1 1 0,0-1 0,0-1 0,0 1 0,10 4 0,-14-8 0,1 0 0,-1 0 0,1 0 0,0 0 0,-1-1 0,1 1 0,0-1 0,-1 0 0,1 0 0,0-1 0,0 1 0,-1-1 0,1 1 0,0-1 0,5-2 0,-7 1 0,1 1 0,-1-1 0,1 1 0,-1-1 0,0 0 0,0 0 0,0 0 0,0 0 0,0 0 0,0-1 0,0 1 0,-1 0 0,1-1 0,-1 0 0,0 1 0,0-1 0,0 0 0,0 1 0,0-1 0,0-4 0,1-4 0,-1 0 0,-1 0 0,-1-18 0,1-13 0,0 41 0,0 1 0,0-1 0,0 0 0,0 0 0,0 0 0,0 0 0,0 0 0,1 0 0,-1 1 0,0-1 0,1 0 0,-1 0 0,0 0 0,1 1 0,-1-1 0,1 0 0,-1 1 0,2-2 0,-2 2 0,1-1 0,-1 1 0,1 0 0,-1 0 0,0 0 0,1 0 0,-1 0 0,1 0 0,-1 0 0,1 0 0,-1 0 0,1 0 0,-1 1 0,0-1 0,1 0 0,-1 0 0,1 0 0,-1 0 0,1 1 0,-1-1 0,0 0 0,1 0 0,-1 1 0,1 0 0,2 1 0,0 1 0,0 1 0,-1-1 0,1 0 0,-1 1 0,3 4 0,182 397 0,-186-402 0,15 46 0,-15-45 0,0 0 0,0 0 0,-1 0 0,1 0 0,-1 0 0,0 0 0,0 0 0,0 0 0,-1 1 0,0 3 0,0-7 0,0 1 0,0-1 0,1 0 0,-1 0 0,0 1 0,0-1 0,0 0 0,0 0 0,-1 0 0,1 0 0,0 0 0,0 0 0,-1-1 0,1 1 0,0 0 0,-1-1 0,1 1 0,0 0 0,-1-1 0,1 0 0,-1 1 0,1-1 0,-1 0 0,1 0 0,-1 0 0,1 0 0,-1 0 0,-2 0 0,-1-1 0,-1 1 0,1-1 0,0 0 0,-1-1 0,1 1 0,-10-5 0,8 3 0,0-1 0,1 0 0,-1-1 0,1 0 0,0 0 0,0 0 0,0 0 0,1-1 0,0 0 0,0 0 0,-5-8 0,8 10 0,0 0 0,0 0 0,0 0 0,1-1 0,-1 1 0,1 0 0,0-1 0,0 1 0,1-1 0,-1 1 0,1-1 0,0 1 0,0-1 0,0 1 0,1-1 0,0 1 0,0-1 0,0 1 0,0-1 0,4-7 0,-2 6-91,1 1 0,-1-1 0,1 1 0,0-1 0,0 1 0,1 0 0,-1 1 0,1-1 0,0 1 0,0 0 0,1 0 0,-1 1 0,1-1 0,8-2 0,-4 0-6735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31.8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0 24575,'14'1'0,"0"-1"0,-1 2 0,1 0 0,0 0 0,-1 1 0,0 1 0,22 8 0,-28-9 0,-1 1 0,1-1 0,-1 1 0,0 1 0,1-1 0,-2 1 0,1 0 0,-1 0 0,0 0 0,0 1 0,0 0 0,-1 0 0,1 0 0,-2 1 0,7 12 0,-8-14 0,0 1 0,0-1 0,-1 1 0,0 0 0,0 0 0,0 0 0,-1 0 0,0 0 0,0 0 0,0-1 0,-1 1 0,0 0 0,-3 11 0,3-13 0,-1 0 0,1-1 0,-1 1 0,0-1 0,0 1 0,0-1 0,-1 0 0,1 0 0,-1 0 0,0 0 0,0 0 0,1-1 0,-2 1 0,1-1 0,0 0 0,0 0 0,-1 0 0,0 0 0,1-1 0,-1 0 0,-7 3 0,-1-2 0,0 0 0,0-1 0,0 0 0,0-1 0,-1 0 0,1-1 0,0 0 0,0-1 0,0 0 0,0-1 0,-16-6 0,26 8 0,-1 0 0,0 0 0,1-1 0,-1 1 0,1-1 0,-1 1 0,1-1 0,0 0 0,0 0 0,0 0 0,0-1 0,0 1 0,0 0 0,1-1 0,-1 1 0,1-1 0,-1 1 0,1-1 0,0 0 0,0 0 0,0 0 0,1 1 0,-1-1 0,1 0 0,-1 0 0,1 0 0,0 0 0,0 0 0,0 0 0,1 0 0,-1 0 0,1 0 0,1-4 0,0-2 0,2 0 0,-1 0 0,1 0 0,1 0 0,0 1 0,0 0 0,0 0 0,1 0 0,7-7 0,3 0-1365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32.3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118 110 24575,'-8'-13'0,"-1"0"0,0 0 0,-1 1 0,0 0 0,-1 0 0,-19-16 0,29 27 0,1 1 0,-1-1 0,0 0 0,0 1 0,1-1 0,-1 1 0,0 0 0,0-1 0,0 1 0,1 0 0,-1-1 0,0 1 0,0 0 0,0 0 0,0 0 0,0 0 0,0 0 0,1 0 0,-1 0 0,-1 0 0,1 1 0,0-1 0,1 0 0,-1 1 0,0-1 0,1 1 0,-1-1 0,1 1 0,-1-1 0,1 1 0,-1 0 0,1-1 0,0 1 0,-1-1 0,1 1 0,0 0 0,-1-1 0,1 1 0,-1 1 0,0 3 0,1 0 0,-1 1 0,1-1 0,0 0 0,0 9 0,3 8 0,1 0 0,1 0 0,1 0 0,15 38 0,48 80 0,-39-87 0,2-1 0,3-1 0,1-2 0,3-2 0,50 47 0,-65-69 28,16 13-1421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32.4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199 0 24575,'-30'0'0,"-11"2"0,-5 2 0,1 1 0,9 1-8191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33.7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258 49 24575,'-3'-5'0,"-1"1"0,0 0 0,0 1 0,0-1 0,0 1 0,-1 0 0,1 0 0,-1 0 0,0 1 0,0-1 0,0 1 0,0 0 0,0 1 0,0-1 0,-1 1 0,1 0 0,-10 0 0,8 0 0,0 0 0,0 1 0,0 0 0,0 1 0,-1 0 0,1 0 0,0 0 0,0 1 0,0 0 0,0 0 0,1 1 0,-1 0 0,-6 4 0,8-3 0,0 0 0,0 1 0,0 0 0,1 0 0,0 0 0,0 0 0,0 1 0,0 0 0,1-1 0,0 1 0,0 1 0,1-1 0,0 0 0,0 1 0,0-1 0,1 1 0,-1 10 0,2-13 0,0-1 0,0 1 0,1-1 0,-1 1 0,1-1 0,0 1 0,0-1 0,1 1 0,-1-1 0,1 0 0,-1 0 0,1 0 0,0 0 0,0 0 0,1 0 0,-1 0 0,6 4 0,4 4 0,0-1 0,25 15 0,-23-16 0,72 43 0,12 9 0,-80-49 0,-1 1 0,0 1 0,18 20 0,-32-30 0,0-1 0,0 1 0,0 0 0,-1 0 0,0 0 0,0 1 0,0-1 0,0 0 0,0 1 0,-1-1 0,0 1 0,0 0 0,0 6 0,-1-9 0,1 1 0,-2-1 0,1 1 0,0-1 0,0 0 0,-1 1 0,1-1 0,-1 1 0,0-1 0,0 0 0,0 1 0,0-1 0,0 0 0,0 0 0,-1 0 0,1 0 0,-1 0 0,1 0 0,-1 0 0,0 0 0,0-1 0,0 1 0,0-1 0,0 1 0,0-1 0,-4 2 0,-4 1 0,-1 0 0,1 0 0,-1-2 0,0 1 0,0-1 0,0-1 0,0 0 0,-1 0 0,1-1 0,0-1 0,0 0 0,0 0 0,0-1 0,0-1 0,0 0 0,0 0 0,-15-8 0,25 11 0,0 0 0,0 0 0,1-1 0,-1 1 0,0-1 0,0 1 0,1-1 0,-1 1 0,0-1 0,1 1 0,-1-1 0,0 0 0,1 1 0,-1-1 0,1 0 0,-1 1 0,1-1 0,-1 0 0,1 0 0,0 0 0,-1 1 0,1-1 0,0 0 0,0 0 0,-1-1 0,2 1 0,-1-1 0,0 1 0,1 0 0,-1 0 0,1-1 0,-1 1 0,1 0 0,-1 0 0,1 0 0,0 0 0,0 0 0,0 0 0,0 0 0,-1 0 0,3-1 0,3-3 0,0 1 0,0-1 0,1 1 0,10-4 0,2 0-90,-10 5-123,-2-1 1,1 1-1,0-1 1,-1-1-1,14-9 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34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 24575,'0'-1'0,"1"-13"0,-1 14 0,0 0 0,0 0 0,0 0 0,0 1 0,0-1 0,0 0 0,0 0 0,0 0 0,0 0 0,1 0 0,-1 0 0,0 0 0,0 0 0,0 0 0,0 0 0,0 0 0,0 0 0,1 0 0,-1 0 0,0 0 0,0 0 0,0 0 0,0 0 0,0 0 0,0 0 0,1 0 0,-1 0 0,0 0 0,0 0 0,0 0 0,0 0 0,0 0 0,0 0 0,0 0 0,1 0 0,-1 0 0,0 0 0,0 0 0,0-1 0,0 1 0,0 0 0,0 0 0,0 0 0,0 0 0,0 0 0,0 0 0,0 0 0,1 0 0,-1-1 0,0 1 0,0 0 0,0 0 0,2 7 0,1-1 0,-1 1 0,-1 0 0,1 1 0,-1 8 0,2 5 0,2 15 0,-2 0 0,-1 53 0,-3-46 0,7 49 0,-3-63 0,0 0 0,2 0 0,8 31 0,-10-51 0,0 0 0,1-1 0,-1 1 0,1-1 0,1 0 0,0 0 0,0-1 0,0 1 0,1-1 0,0-1 0,8 8 0,5 2 0,33 21 0,-43-31 0,0-1 0,0 0 0,1-1 0,0 0 0,0 0 0,14 2 0,-9-5-1365,-2-2-5461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34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 24575,'-1'-5'0,"1"-15"0,0 19 0,0 1 0,0-1 0,0 0 0,0 1 0,0-1 0,0 1 0,1-1 0,-1 1 0,0-1 0,0 0 0,0 1 0,0-1 0,1 1 0,-1-1 0,0 1 0,1-1 0,-1 1 0,0-1 0,1 1 0,-1 0 0,0-1 0,1 1 0,-1-1 0,2 0 0,-2 2 0,1-1 0,0 0 0,-1 0 0,1 0 0,-1 1 0,1-1 0,0 0 0,-1 1 0,1-1 0,-1 0 0,1 1 0,-1-1 0,1 1 0,-1-1 0,1 1 0,-1-1 0,0 1 0,1-1 0,-1 1 0,0-1 0,1 1 0,-1 0 0,0 0 0,9 18 0,-8-14 0,10 25 0,-1 1 0,5 35 0,0 0 0,-11-46 0,-1 0 0,1 26 0,-3-27 0,1-1 0,8 35 0,-5-30 0,8 20 0,-12-40 0,0 1 0,1-1 0,-1 1 0,1-1 0,0 0 0,0 0 0,1 0 0,-1 0 0,3 3 0,-3-5 0,0 0 0,-1 0 0,1 0 0,0 1 0,0-2 0,0 1 0,0 0 0,-1 0 0,1-1 0,0 1 0,0-1 0,0 1 0,0-1 0,1 0 0,1 0 0,0 0 0,0 0 0,0-1 0,0 0 0,0 0 0,0 0 0,0 0 0,5-3 0,-2 0 0,1 0 0,-1 0 0,-1 0 0,1-1 0,-1 0 0,0-1 0,7-7 0,16-29-1365,-21 31-5461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35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0 24575,'-20'12'0,"-8"7"0,-3 2 0,2 1 0,3-2 0,4-4 0,3-2 0,3-3 0,3-5-8191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35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24575,'62'129'0,"38"88"0,-72-148 0,24 85 0,-46-129 30,0 1 0,-2 0 0,2 30 0,-6-46-165,0 1 0,0 0 0,-1-1 0,0 1 0,-1-1 0,0 1 0,-1-1 0,0 0 0,0 0 0,-8 15 0,3-13-6691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57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 24575,'22'4'0,"-17"-4"0,0 1 0,0 0 0,0 0 0,0 1 0,0 0 0,0-1 0,7 5 0,-12-6 0,0 1 0,0-1 0,1 0 0,-1 0 0,0 0 0,0 1 0,0-1 0,1 0 0,-1 0 0,0 1 0,0-1 0,0 0 0,0 1 0,0-1 0,0 0 0,0 0 0,0 1 0,1-1 0,-1 0 0,0 1 0,0-1 0,0 0 0,0 0 0,-1 1 0,1-1 0,0 0 0,0 1 0,0-1 0,0 0 0,0 0 0,0 1 0,0-1 0,0 0 0,-1 0 0,1 1 0,0-1 0,0 0 0,0 0 0,-1 1 0,1-1 0,0 0 0,0 0 0,0 0 0,-1 0 0,1 1 0,0-1 0,0 0 0,-1 0 0,1 0 0,0 0 0,-1 0 0,1 0 0,0 0 0,-1 0 0,-16 7 0,2-4 0,0 0 0,-1-2 0,1 0 0,-1 0 0,-28-4 0,33 1-341,-1 0 0,1-1-1,-14-6 1,14 5-6485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7:58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30 24575,'-2'-2'0,"0"1"0,0-1 0,1 1 0,-1 0 0,0 0 0,0 0 0,0 0 0,0 1 0,0-1 0,0 0 0,-4 0 0,-26-2 0,5 1 0,-6-3-455,-1 1 0,-59 1 0,80 3-6371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00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664 16 24575,'1'-2'0,"1"1"0,0 0 0,0 0 0,0 0 0,-1 0 0,1 0 0,0 0 0,1 1 0,-1-1 0,0 0 0,4 1 0,2-2 0,-57 0 0,-29 1 0,-66 3 0,75 4 0,-20 2 0,-12 2 0,59-5 0,30-4 0,1 1 0,-1 0 0,0 1 0,1 0 0,-1 1 0,1 1 0,-17 8 0,28-13 0,0 0 0,0 0 0,-1 0 0,1 0 0,0 0 0,0 1 0,0-1 0,-1 0 0,1 0 0,0 0 0,0 0 0,-1 1 0,1-1 0,0 0 0,0 0 0,0 0 0,0 1 0,-1-1 0,1 0 0,0 0 0,0 1 0,0-1 0,0 0 0,0 0 0,0 1 0,0-1 0,0 0 0,0 0 0,0 1 0,0-1 0,0 0 0,0 0 0,0 1 0,0-1 0,0 0 0,0 1 0,0-1 0,0 0 0,0 0 0,0 1 0,0-1 0,0 0 0,1 0 0,-1 0 0,0 1 0,0-1 0,0 0 0,0 0 0,1 0 0,-1 1 0,0-1 0,0 0 0,1 0 0,-1 0 0,0 0 0,0 1 0,0-1 0,1 0 0,-1 0 0,0 0 0,0 0 0,1 0 0,20 7 0,-19-7 0,136 30 0,-84-20 0,98 31 0,-147-40 0,0 1 0,-1 0 0,0 0 0,1 1 0,-1-1 0,0 1 0,0 0 0,0 0 0,6 7 0,-9-8 0,0-1 0,0 0 0,0 1 0,-1-1 0,1 1 0,0-1 0,-1 1 0,1-1 0,-1 1 0,1-1 0,-1 1 0,0 0 0,1-1 0,-1 1 0,0 0 0,0-1 0,0 1 0,-1-1 0,1 1 0,0 0 0,-1-1 0,1 1 0,-1-1 0,1 1 0,-1-1 0,0 1 0,1-1 0,-1 1 0,0-1 0,0 0 0,0 1 0,-2 1 0,-13 13 0,-2 0 0,1 0 0,-2-2 0,-32 20 0,43-29 0,-31 19 0,-1-1 0,-1-2 0,-56 21 0,19-13 0,78-29 0,0 0 0,-1 0 0,1 0 0,-1 0 0,1 1 0,0-1 0,-1 0 0,1 0 0,-1 0 0,1 1 0,0-1 0,-1 0 0,1 1 0,0-1 0,-1 0 0,1 0 0,0 1 0,0-1 0,-1 1 0,1-1 0,0 1 0,4 4 0,16 1 0,19-2 0,75-4 0,-51-1 0,298-11 0,-279 8-1365,-70 4-5461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01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18 24575,'0'0'0,"0"-1"0,0 1 0,0 0 0,0 0 0,0 0 0,-1 0 0,1-1 0,0 1 0,0 0 0,0 0 0,0 0 0,-1 0 0,1 0 0,0 0 0,0 0 0,0 0 0,-1-1 0,1 1 0,0 0 0,0 0 0,-1 0 0,1 0 0,0 0 0,0 0 0,0 0 0,-1 0 0,1 0 0,0 0 0,0 0 0,0 1 0,-1-1 0,1 0 0,0 0 0,0 0 0,-1 0 0,-3 9 0,2 11 0,5 0 0,-2-19 0,-1 0 0,0 0 0,1 0 0,-1 0 0,0 0 0,1 0 0,-1-1 0,1 1 0,-1 0 0,1 0 0,0 0 0,-1-1 0,1 1 0,0-1 0,-1 1 0,1 0 0,0-1 0,1 2 0,-1-2 0,-1-1 0,1 1 0,-1 0 0,0 0 0,1 0 0,-1 0 0,1 0 0,-1 0 0,0 0 0,1-1 0,-1 1 0,1 0 0,-1 0 0,0 0 0,1-1 0,-1 1 0,0 0 0,1-1 0,-1 1 0,0 0 0,0-1 0,1 1 0,-1 0 0,0-1 0,0 1 0,1 0 0,-1-1 0,0 1 0,0-1 0,0 1 0,0-1 0,0 1 0,0 0 0,0-1 0,0 0 0,3-18 0,-3 18 0,0-1 0,0-1 0,0 1 0,1 0 0,-1-1 0,1 1 0,0-1 0,-1 1 0,1 0 0,0-1 0,0 1 0,0 0 0,1 0 0,-1 0 0,1 0 0,1-2 0,-1 2 0,-1 1 0,1 0 0,0 0 0,0 0 0,0 0 0,0 0 0,1 0 0,-1 0 0,0 1 0,0-1 0,0 1 0,1 0 0,-1-1 0,0 1 0,0 0 0,1 0 0,2 1 0,3 0 0,0 1 0,0-1 0,0 2 0,0-1 0,0 1 0,13 7 0,1 2 0,19 14 0,-39-25-62,0 0 0,0 1 0,-1-1 0,1 0 0,0 1 0,-1-1 0,1 1 0,-1 0 0,1-1 0,-1 1 0,0 0 0,0 0-1,0 0 1,0 0 0,0 0 0,0 0 0,0 0 0,-1 0 0,1 0 0,-1 0 0,1 3 0,-3 4-6764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02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 24575,'0'0'0,"0"0"0,-1-1 0,1 1 0,-1 0 0,1-1 0,-1 1 0,0 0 0,1 0 0,-1 0 0,1 0 0,-1-1 0,1 1 0,-1 0 0,1 0 0,-1 0 0,0 0 0,1 0 0,-1 0 0,1 1 0,-1-1 0,1 0 0,-1 0 0,0 1 0,1-1 0,-1 0 0,1 1 0,0-1 0,0 1 0,0-1 0,0 1 0,0-1 0,0 1 0,0-1 0,0 1 0,1-1 0,-1 0 0,0 1 0,0-1 0,0 1 0,0-1 0,1 1 0,-1-1 0,0 0 0,0 1 0,1-1 0,-1 0 0,0 1 0,1-1 0,-1 0 0,0 1 0,1-1 0,-1 0 0,1 1 0,29 24 0,1-1 0,0-1 0,52 27 0,-15-9 0,-19-13 0,-32-20 0,0 2 0,23 16 0,-35-22-59,-7-5 206,-8-6-1600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02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1 24575,'-4'-1'0,"-1"2"0,1-1 0,-1 0 0,1 1 0,0 0 0,-1 0 0,1 0 0,0 1 0,0 0 0,-1-1 0,1 2 0,-5 2 0,3 0 0,0 0 0,0 1 0,1-1 0,-1 1 0,1 0 0,-5 9 0,-14 22 0,12-19 0,0 0 0,-26 28 0,36-44-103,-1 1-108,0 0 1,1 0 0,0 0 0,-1 0-1,-2 4 1,2 2-6616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03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2 24575,'-20'-1'0,"4"1"0,0 0 0,1 1 0,-29 5 0,40-5 0,-1 0 0,1 0 0,0 1 0,0 0 0,-1 0 0,1 0 0,0 0 0,0 1 0,1 0 0,-1 0 0,1 0 0,-1 0 0,1 0 0,0 0 0,0 1 0,0 0 0,-3 5 0,3-3 0,0 0 0,0-1 0,1 1 0,0 0 0,0 0 0,0 0 0,1 1 0,-2 12 0,3-16 0,0 0 0,0 0 0,1 0 0,-1 0 0,1-1 0,-1 1 0,1 0 0,0 0 0,0 0 0,0 0 0,1-1 0,-1 1 0,1-1 0,-1 1 0,1-1 0,0 1 0,0-1 0,0 0 0,0 0 0,0 0 0,3 2 0,5 3 10,0-2 0,0 1 0,0-2 0,1 1-1,-1-1 1,1-1 0,0 0 0,0 0 0,16 1 0,12-1-469,53-2 0,-72-1-87,-6 0-6280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03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20 24575,'-1'-1'0,"0"0"0,1-1 0,-1 1 0,0 0 0,0 0 0,0 0 0,0 0 0,0 0 0,0 0 0,0 0 0,-1 0 0,1 0 0,0 0 0,0 0 0,-1 1 0,1-1 0,-1 1 0,1-1 0,0 1 0,-1-1 0,1 1 0,-3 0 0,3 0 0,-1 1 0,1-1 0,-1 1 0,0-1 0,1 1 0,-1 0 0,1 0 0,-1 0 0,1 0 0,0 0 0,-1 0 0,1 0 0,0 1 0,0-1 0,0 0 0,0 1 0,0-1 0,0 0 0,-1 3 0,-8 13 0,1 1 0,1 0 0,0 1 0,-5 22 0,-15 82 0,15-64 0,7-30 0,2 0 0,0 0 0,2 1 0,1-1 0,4 35 0,-2-61 0,0 1 0,0 0 0,0-1 0,0 1 0,1-1 0,-1 1 0,1-1 0,0 0 0,0 0 0,0 0 0,1 0 0,-1 0 0,1 0 0,0 0 0,-1-1 0,1 0 0,0 1 0,0-1 0,1 0 0,-1 0 0,5 1 0,6 4 0,0-2 0,0 0 0,29 6 0,-8-5-1365,-22-5-5461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04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9 24575,'0'-1'0,"0"1"0,-1 0 0,1-1 0,0 1 0,0-1 0,0 1 0,0 0 0,0-1 0,-1 1 0,1 0 0,0-1 0,0 1 0,-1 0 0,1-1 0,0 1 0,-1 0 0,1-1 0,0 1 0,-1 0 0,1 0 0,0 0 0,-1-1 0,1 1 0,0 0 0,-1 0 0,1 0 0,-1 0 0,-4 9 0,3 21 0,2-29 0,-1 64 0,2-28 0,-2 1 0,-2-1 0,-8 46 0,0-44 0,7-27 0,0-1 0,2 1 0,-1 0 0,1 0 0,0 17 0,2-27 0,0-1 0,0 1 0,1-1 0,-1 1 0,0-1 0,1 0 0,-1 1 0,1-1 0,-1 0 0,1 1 0,0-1 0,0 0 0,-1 0 0,1 0 0,0 0 0,0 1 0,2 0 0,0 0 0,-1 0 0,1-1 0,-1 1 0,1-1 0,0 0 0,0 0 0,-1 0 0,5 1 0,4 0 0,0 0 0,0-1 0,17 0 0,-18-2-170,1 0-1,-1 0 0,0 0 1,0-2-1,0 1 0,0-1 1,17-8-1,-12 4-6655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04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1 24575,'-29'5'0,"-13"1"0,-1 3 0,4-1 0,4 1 0,5-1 0,6-2 0,4 1 0,3-2 0,2 0 0,1-3 0,3 0-8191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04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24575,'6'-4'0,"1"0"0,0 1 0,0 0 0,1 0 0,-1 1 0,0 0 0,1 0 0,-1 1 0,1 0 0,0 0 0,7 1 0,-9 0 0,0 1 0,0 0 0,0 0 0,0 1 0,-1-1 0,1 1 0,-1 1 0,1-1 0,-1 1 0,0 0 0,0 0 0,0 0 0,0 1 0,7 7 0,-2-1 0,-1 0 0,-1 1 0,0 0 0,-1 1 0,0 0 0,0 0 0,-2 0 0,9 23 0,-2 5 0,10 64 0,-16-70 0,1 42 0,-6-59 0,-1 0 0,-1 0 0,-1 0 0,-5 24 0,5-32 17,-2 1 0,0-1 1,0 0-1,0 0 0,-1-1 0,-12 16 0,5-9-512,0-1 0,-25 22 0,28-28-6331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05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59 24575,'-25'-9'0,"-70"-24"0,78 29 0,1 0 0,-1 1 0,-30-2 0,45 5 0,0 0 0,1 0 0,-1 0 0,0 0 0,1 0 0,-1 1 0,0-1 0,1 0 0,-1 1 0,0 0 0,1-1 0,-1 1 0,1 0 0,-1 0 0,1 0 0,0 0 0,-1 0 0,-1 2 0,2-1 0,-1 0 0,1 0 0,-1 1 0,1-1 0,0 0 0,0 1 0,0-1 0,0 1 0,0-1 0,0 6 0,0 3 0,0 1 0,1 0 0,1-1 0,2 15 0,-3-25 0,0 3 0,1 1 0,0-1 0,0 0 0,0 0 0,1 0 0,-1 0 0,1 0 0,0-1 0,0 1 0,0 0 0,1-1 0,-1 1 0,1-1 0,0 0 0,3 3 0,4 2 0,0-1 0,0-1 0,20 11 0,-6-4 0,4 2 0,-2 2 0,47 39 0,-68-51 0,0 0 0,0 1 0,-1-1 0,1 1 0,-2 0 0,1 0 0,0 0 0,-1 0 0,0 1 0,2 9 0,-4-14 0,0 1 0,0 0 0,-1-1 0,0 1 0,1 0 0,-1-1 0,0 1 0,0 0 0,0-1 0,-1 1 0,1 0 0,-1-1 0,1 1 0,-1-1 0,0 1 0,0-1 0,0 1 0,0-1 0,-1 1 0,1-1 0,0 0 0,-1 0 0,0 0 0,0 0 0,1 0 0,-1 0 0,0 0 0,0-1 0,-1 1 0,-1 1 0,-5 1 0,1 0 0,-1 0 0,0-1 0,0 0 0,0-1 0,0 1 0,-19 0 0,5-1 0,-47-4 0,54 0 0,-23-4 0,36 6 0,0-1 0,0 0 0,0 1 0,0-1 0,0-1 0,0 1 0,1 0 0,-1-1 0,0 1 0,1-1 0,-1 0 0,1 0 0,0 0 0,-1 0 0,-1-3 0,4 5 0,-1-1 0,1 0 0,0 0 0,-1 0 0,1 0 0,0 0 0,0 0 0,0 0 0,0 0 0,0 0 0,0 0 0,0 0 0,0 0 0,0 0 0,0 0 0,1 0 0,-1 0 0,0 0 0,1 0 0,-1 0 0,1 0 0,-1 0 0,1 0 0,-1 0 0,1 0 0,-1 1 0,1-1 0,0 0 0,0 0 0,-1 1 0,1-1 0,0 1 0,0-1 0,2 0 0,2-3 0,0 1 0,1 0 0,0 0 0,7-2 0,18-5-455,1 2 0,53-6 0,-72 12-6371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06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27 24575,'-1'-2'0,"-1"0"0,1 0 0,-1 0 0,0 0 0,1 0 0,-1 0 0,0 0 0,0 1 0,0-1 0,-1 1 0,1-1 0,-5-1 0,6 3 0,0-1 0,-1 1 0,1 0 0,-1 0 0,1 0 0,0 0 0,-1 0 0,1 0 0,-1 0 0,1 0 0,0 1 0,-1-1 0,1 1 0,0-1 0,-1 1 0,1-1 0,0 1 0,0 0 0,0-1 0,-1 1 0,1 0 0,0 0 0,0 0 0,0 0 0,-1 1 0,-9 12 0,1 0 0,1 0 0,0 1 0,1 0 0,-8 21 0,7-17 0,1-2 0,2 1 0,0 0 0,1 0 0,1 1 0,-3 22 0,4-10 0,2-1 0,2 46 0,0-67 0,1-1 0,-1 1 0,2 0 0,-1-1 0,1 1 0,0-1 0,1 0 0,-1 0 0,2 0 0,-1 0 0,1-1 0,0 0 0,1 0 0,0 0 0,0-1 0,7 7 0,3-1 0,0 0 0,1-1 0,0 0 0,0-2 0,1 0 0,20 7 0,-26-11-118,-4-2-131,0 0-1,0 0 1,0-1-1,15 3 1,-12-4-6577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07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27 24575,'-1'-4'0,"-1"1"0,0-1 0,-1 1 0,-4-6 0,7 9 0,0-1 0,0 1 0,0 0 0,-1 0 0,1-1 0,0 1 0,0 0 0,-1 0 0,1 0 0,0 0 0,0 0 0,-1-1 0,1 1 0,0 0 0,-1 0 0,1 0 0,0 0 0,0 0 0,-1 0 0,1 0 0,0 0 0,-1 0 0,1 0 0,0 0 0,-1 0 0,1 0 0,-1 0 0,1 1 0,-1-1 0,1 1 0,-1 0 0,1-1 0,0 1 0,-1 0 0,1-1 0,-1 1 0,1 0 0,0-1 0,0 1 0,0 0 0,-1 0 0,1 0 0,0-1 0,0 2 0,-2 32 0,2 58 0,2-33 0,-1-33 0,5 29 0,2 26 0,-8-74 0,0 1 0,1-1 0,0 1 0,0-1 0,0 0 0,5 12 0,-5-17 0,0 1 0,0-1 0,0 0 0,0 0 0,1 0 0,-1 0 0,1 0 0,-1 0 0,1 0 0,-1-1 0,1 1 0,0-1 0,0 1 0,0-1 0,0 1 0,0-1 0,0 0 0,0 0 0,1 0 0,-1 0 0,0-1 0,1 1 0,-1-1 0,3 1 0,15 0 22,30-2 0,-19 0-1431,-18 1-5417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07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4 24575,'-30'-3'0,"-11"3"0,-2 0 0,4 0 0,6 4 0,7 2 0,4 1 0,5 1 0,1 0 0,5-2-8191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07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10 24575,'-32'-3'0,"-13"0"0,-1 0 0,4 3 0,8 1 0,6 1 0,9 0-8191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08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24575,'-1'19'0,"1"4"0,3 26 0,-2-41 0,1 0 0,-1-1 0,1 1 0,1 0 0,0-1 0,0 0 0,4 9 0,-2-7 0,1 0 0,-1 0 0,1 0 0,1-1 0,0 0 0,0 0 0,10 8 0,-17-16 0,1 1 0,0-1 0,0 1 0,0-1 0,0 1 0,-1-1 0,1 0 0,0 1 0,0-1 0,0 0 0,0 0 0,0 1 0,0-1 0,0 0 0,0 0 0,0 0 0,-1 0 0,1-1 0,0 1 0,0 0 0,0 0 0,0 0 0,1-1 0,0 0 0,0 0 0,-1 0 0,1-1 0,-1 1 0,1 0 0,-1-1 0,0 1 0,1 0 0,-1-1 0,2-3 0,0-1 0,0 0 0,0 0 0,-1 0 0,1 0 0,-2-1 0,2-6 0,0-4 0,-2 7 0,1 0 0,-1 1 0,2-1 0,6-16 0,-9 25 0,1 0 0,-1 0 0,1 0 0,-1 0 0,1 0 0,0 0 0,0 0 0,0 1 0,-1-1 0,1 0 0,0 0 0,0 1 0,0-1 0,0 0 0,0 1 0,0-1 0,0 1 0,0 0 0,0-1 0,1 1 0,-1 0 0,0 0 0,0-1 0,0 1 0,0 0 0,0 0 0,1 0 0,-1 0 0,0 1 0,0-1 0,0 0 0,0 0 0,0 1 0,0-1 0,1 1 0,-1-1 0,0 1 0,0-1 0,0 1 0,1 0 0,5 4 0,0 0 0,0 0 0,0 1 0,6 7 0,-10-11 0,95 91 0,-93-89-136,-1 0-1,0 1 1,0-1-1,-1 1 1,1 0-1,-1 0 1,0 0-1,0 0 0,2 8 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08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24575,'0'0'0,"0"0"0,1-1 0,-1 1 0,0 0 0,0 0 0,0 0 0,0 0 0,0 0 0,1 0 0,-1-1 0,0 1 0,0 0 0,0 0 0,1 0 0,-1 0 0,0 0 0,0 0 0,0 0 0,0 0 0,1 0 0,-1 0 0,0 0 0,0 0 0,0 0 0,1 0 0,-1 0 0,0 0 0,0 0 0,0 0 0,1 0 0,-1 0 0,0 0 0,0 1 0,5 6 0,0 15 0,-4-16 0,13 76 0,-9-46 0,14 53 0,-13-68 0,-1-4 0,1 0 0,0 0 0,1 0 0,9 16 0,-6-14-1365,-7-10-5461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09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585 92 24575,'-1'-6'0,"0"1"0,0 0 0,0 0 0,-1 0 0,0 0 0,0 0 0,0 0 0,-1 1 0,0-1 0,0 1 0,0-1 0,-4-4 0,4 7 0,0-1 0,0 1 0,0 0 0,0 0 0,0 0 0,0 1 0,0-1 0,-1 1 0,1-1 0,-1 1 0,1 0 0,-1 1 0,1-1 0,-1 0 0,0 1 0,1 0 0,-1 0 0,-6 1 0,-91 15 0,33-9 0,-39 2 0,70-7 0,0 1 0,-70 16 0,92-14-1365,3 0-5461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8:10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24575,'5'-1'0,"0"0"0,0 0 0,0 0 0,0 0 0,0 1 0,0 0 0,0 0 0,0 1 0,0-1 0,0 1 0,0 0 0,0 0 0,0 1 0,0-1 0,-1 1 0,1 0 0,-1 0 0,9 6 0,3 4 0,0 0 0,-1 1 0,21 22 0,-22-20 0,27 28 0,-2 0 0,33 52 0,-51-64 0,-1 1 0,-2 1 0,-1 1 0,15 44 0,-28-68 0,-1 0 0,0 1 0,-1-1 0,0 1 0,-1 0 0,0-1 0,-1 16 0,-1-20 0,0 1 0,0-1 0,0 0 0,-1 0 0,0 1 0,0-1 0,-1-1 0,1 1 0,-1 0 0,-1-1 0,1 1 0,-1-1 0,-7 8 0,-8 6 52,-36 27 0,12-11-1521,30-23-5357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9:41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1 24575,'-3'0'0,"-3"0"0,-2 0 0,-6 0 0,-5 0 0,-2 0 0,-1 0 0,-4 0 0,-15 0 0,-2 2 0,7 1-8191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9:42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12 24575,'-11'0'0,"0"2"0,-19 3 0,19-2 0,-1-1 0,-14 1 0,-4-4-180,1-2 0,-1 0 0,-39-11-1,53 11-463,4 0-6182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9:43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538 27 24575,'1'-1'0,"-1"0"0,-1 0 0,1-1 0,0 1 0,0 0 0,0 0 0,0 0 0,-1 0 0,1 0 0,-1 0 0,1 0 0,0 0 0,-1 0 0,0 0 0,1 1 0,-1-1 0,0 0 0,1 0 0,-1 0 0,0 1 0,0-1 0,1 0 0,-1 1 0,0-1 0,0 1 0,0-1 0,0 1 0,0-1 0,0 1 0,0-1 0,0 1 0,0 0 0,0 0 0,0 0 0,0-1 0,-2 1 0,-5 0 0,1 1 0,0-1 0,-1 1 0,-9 3 0,4-2 0,-83 12 0,-61 9 0,112-14 0,-64 22 0,98-28 0,8-2 0,0-1 0,1 1 0,-1 0 0,0-1 0,1 1 0,-1 0 0,1 1 0,0-1 0,-1 0 0,1 1 0,0-1 0,-3 3 0,5-3 0,0-1 0,0 0 0,1 1 0,-1-1 0,0 0 0,0 1 0,0-1 0,0 0 0,0 1 0,0-1 0,1 0 0,-1 0 0,0 1 0,0-1 0,0 0 0,1 1 0,-1-1 0,0 0 0,1 0 0,-1 0 0,0 1 0,0-1 0,1 0 0,-1 0 0,0 0 0,1 0 0,-1 1 0,0-1 0,1 0 0,-1 0 0,0 0 0,1 0 0,-1 0 0,0 0 0,1 0 0,18 4 0,-16-3 0,46 9 0,24 4 0,80 28 0,-149-40 0,0-1 0,0 1 0,0 0 0,-1-1 0,1 2 0,-1-1 0,1 0 0,-1 1 0,0 0 0,0-1 0,0 1 0,3 4 0,-5-5 0,0 0 0,0 0 0,0 0 0,0 0 0,0 1 0,0-1 0,-1 0 0,1 0 0,-1 1 0,1-1 0,-1 0 0,0 0 0,0 1 0,0-1 0,0 0 0,-1 1 0,1-1 0,-1 0 0,1 0 0,-1 1 0,0-1 0,0 0 0,-1 3 0,-2 2 0,0 0 0,-1 0 0,0 0 0,0 0 0,-1-1 0,0 0 0,0 0 0,-9 7 0,-60 38 0,62-43 0,-14 9 0,-45 25 0,72-42 0,-1 0 0,0 1 0,1-1 0,-1 0 0,1 0 0,-1 0 0,0 1 0,1-1 0,-1 0 0,1 1 0,-1-1 0,1 1 0,-1-1 0,1 0 0,0 1 0,-1-1 0,1 1 0,-1-1 0,1 1 0,0-1 0,0 1 0,-1 0 0,1-1 0,0 1 0,0 0 0,0-1 0,1 1 0,-1-1 0,1 1 0,-1-1 0,1 0 0,-1 1 0,1-1 0,-1 0 0,1 1 0,-1-1 0,1 0 0,-1 0 0,1 1 0,-1-1 0,1 0 0,0 0 0,-1 0 0,1 0 0,35 3 0,37-10 0,19-1 0,127 8-1365,-200 0-5461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9:44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24575,'0'9'0,"1"0"0,0 0 0,1 0 0,0 0 0,0 0 0,4 9 0,-4-12 0,1 0 0,0 0 0,0 0 0,0 0 0,1-1 0,-1 0 0,1 1 0,1-1 0,5 5 0,-9-9 0,0-1 0,-1 1 0,1 0 0,0-1 0,0 1 0,-1-1 0,1 0 0,0 1 0,0-1 0,0 0 0,0 1 0,-1-1 0,1 0 0,0 0 0,0 0 0,0 0 0,0 0 0,0 0 0,0 0 0,0 0 0,0 0 0,-1 0 0,1 0 0,0-1 0,0 1 0,0 0 0,0-1 0,0 1 0,-1-1 0,1 1 0,0-1 0,0 1 0,-1-1 0,1 1 0,0-1 0,-1 0 0,1 1 0,-1-1 0,1 0 0,-1 1 0,1-1 0,0-2 0,3-3 0,0-1 0,-1-1 0,5-14 0,-5 14 0,-2 6 0,0-1 0,0 0 0,0 1 0,1-1 0,-1 1 0,1 0 0,-1-1 0,1 1 0,0 0 0,0 0 0,0 0 0,0 0 0,0 1 0,0-1 0,0 0 0,1 1 0,-1 0 0,0-1 0,1 1 0,3-1 0,-3 1 0,0 1 0,0 0 0,1-1 0,-1 1 0,0 0 0,1 0 0,-1 1 0,0-1 0,0 1 0,0 0 0,1 0 0,-1 0 0,0 0 0,0 0 0,0 1 0,4 2 0,21 15-514,45 41-1,-68-56 179,3 3-6490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9:45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24575,'4'4'0,"1"0"0,-1 0 0,11 7 0,140 82 0,-80-51 0,18 17 0,-119-79-1365,17 11-5461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9:46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0 24575,'-1'3'0,"0"-1"0,0 1 0,0-1 0,0 0 0,0 1 0,0-1 0,-1 0 0,-2 3 0,0 1 0,-12 17 0,-30 31 0,-10 16 0,51-63-455,-1 0 0,-10 10 0,6-7-6371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9:46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 24575,'-19'0'0,"6"0"0,0 0 0,1 0 0,-23 5 0,31-4 0,1 0 0,-1 0 0,0 0 0,1 1 0,-1-1 0,1 1 0,-1 0 0,1 0 0,0 1 0,0-1 0,0 0 0,0 1 0,0 0 0,1 0 0,-1 0 0,-3 6 0,3-5 0,1 1 0,-1-1 0,1 1 0,0 0 0,0 0 0,0 0 0,1 0 0,-2 9 0,3-12 0,0 0 0,0 0 0,0 0 0,0-1 0,1 1 0,-1 0 0,0 0 0,1 0 0,0-1 0,-1 1 0,1 0 0,0-1 0,0 1 0,0 0 0,0-1 0,0 1 0,0-1 0,0 0 0,0 1 0,1-1 0,-1 0 0,0 0 0,1 0 0,-1 0 0,1 0 0,0 0 0,-1 0 0,4 1 0,5 2 0,1-1 0,0 1 0,0-2 0,0 0 0,23 2 0,59-4 0,-46-2 0,-31 2-1365,-4 0-5461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9:48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17 24575,'1'-1'0,"-1"1"0,0-1 0,1 1 0,-1 0 0,0-1 0,0 1 0,1-1 0,-1 1 0,0-1 0,0 1 0,0-1 0,1 0 0,-1 1 0,0-1 0,0 1 0,0-1 0,0 1 0,0-1 0,0 1 0,0-1 0,0 1 0,-1-1 0,1 1 0,0-1 0,0 1 0,0-1 0,0 1 0,-1-2 0,0 2 0,1 0 0,-1 0 0,0 0 0,0 0 0,1-1 0,-1 1 0,0 0 0,0 0 0,1 1 0,-1-1 0,0 0 0,0 0 0,1 0 0,-1 0 0,0 1 0,-1-1 0,-30 17 0,24-12 0,1 1 0,-1 0 0,1 1 0,0-1 0,1 2 0,-1-1 0,1 0 0,1 1 0,0 0 0,0 1 0,0-1 0,1 1 0,0 0 0,1 0 0,0 0 0,1 1 0,-3 16 0,3-13 0,1 0 0,0 0 0,1 0 0,1 0 0,0 0 0,0 0 0,2 0 0,-1-1 0,2 1 0,0-1 0,0 1 0,10 19 0,-8-23-77,8 17 180,24 33 1,-34-52-240,1-1 0,0 0 0,0-1 0,1 1 0,0-1 1,0 0-1,0 0 0,1-1 0,-1 0 0,11 5 0,-7-6-6690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9:48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24575,'-1'31'0,"0"-10"0,3 22 0,-2-37 0,1-1 0,0 1 0,0-1 0,0 1 0,1-1 0,0 0 0,0 0 0,5 10 0,-6-14 0,-1 0 0,0-1 0,1 1 0,-1 0 0,1 0 0,-1-1 0,1 1 0,-1-1 0,1 1 0,-1 0 0,1-1 0,0 1 0,-1-1 0,1 1 0,0-1 0,-1 0 0,1 1 0,0-1 0,-1 0 0,1 1 0,0-1 0,0 0 0,0 0 0,-1 0 0,1 0 0,0 1 0,0-1 0,0 0 0,-1-1 0,1 1 0,0 0 0,0 0 0,0 0 0,-1 0 0,1-1 0,0 1 0,0 0 0,-1-1 0,1 1 0,0 0 0,0-1 0,-1 1 0,1-1 0,-1 1 0,1-1 0,0 1 0,-1-1 0,1-1 0,2-1 0,-1 0 0,1 0 0,-1-1 0,0 1 0,-1-1 0,1 1 0,0-1 0,1-7 0,1-11 0,4-17 0,-7 35 0,0 1 0,0 0 0,0 0 0,0 0 0,1 0 0,0 0 0,-1 0 0,1 0 0,3-2 0,-4 4 0,0 0 0,0 1 0,0-1 0,0 0 0,0 1 0,1-1 0,-1 1 0,0-1 0,0 1 0,1-1 0,-1 1 0,0 0 0,1 0 0,-1 0 0,0 0 0,1 0 0,-1 0 0,0 0 0,1 0 0,-1 0 0,0 1 0,0-1 0,1 0 0,-1 1 0,0-1 0,0 1 0,0 0 0,2 0 0,6 4 0,-1 0 0,0 1 0,7 6 0,-4-2 0,24 12 0,-26-17 0,0 0 0,-1 0 0,0 1 0,0 1 0,0-1 0,10 13 0,-17-18-114,0 0 1,0 1-1,0-1 0,0 1 0,-1 0 1,1-1-1,0 1 0,-1-1 0,1 1 1,-1 0-1,1 2 0,-2 4-6712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9:49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24575,'1'28'0,"1"0"0,1 0 0,1 0 0,2 0 0,0-1 0,16 39 0,-3-15 0,-19-51-32,0 1-1,1-1 1,-1 0-1,0 1 1,0-1-1,0 1 1,1-1-1,-1 0 1,0 1-1,0-1 1,0 1-1,0-1 1,0 1-1,0-1 1,0 1-1,0-1 1,0 1-1,0-1 1,0 0-1,0 1 1,-1-1-1,1 1 1,0-1-1,0 1 1,0-1-1,0 0 1,-1 1-1,1-1 1,0 0-1,-1 1 1,1-1-1,0 0 1,-1 1-1,1-1 1,0 0-1,-1 1 1,1-1-1,0 0 0,-1 0 1,1 1-1,-1-1 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9:49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449 41 24575,'-1'-3'0,"0"1"0,0 0 0,0 0 0,0-1 0,0 1 0,-1 0 0,1 0 0,-1 0 0,1 1 0,-1-1 0,0 0 0,0 1 0,0-1 0,1 1 0,-2-1 0,1 1 0,0 0 0,0 0 0,0 0 0,0 0 0,-1 0 0,1 0 0,0 1 0,-1-1 0,-3 1 0,-5-1 0,-1 1 0,1 0 0,0 1 0,-16 3 0,9-1 0,-63 6 0,-98 0 0,144-10-1365,22 1-5461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9:51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24575,'1'-1'0,"1"0"0,0 0 0,-1 0 0,1 0 0,0 0 0,0 0 0,0 0 0,0 1 0,0-1 0,0 1 0,0-1 0,0 1 0,0 0 0,0 0 0,0 0 0,0 0 0,0 0 0,0 0 0,0 0 0,-1 1 0,1-1 0,0 1 0,0 0 0,0-1 0,0 1 0,2 1 0,2 1 0,1 1 0,-1 0 0,1 0 0,-1 0 0,9 9 0,5 8 0,30 43 0,-26-32 0,-12-16 0,-1 1 0,-1 0 0,-1 1 0,0 0 0,-1 1 0,-1-1 0,-1 1 0,4 22 0,-4-10 0,-2-1 0,-1 1 0,-1 0 0,-4 48 0,1-69 12,0 0 0,-1-1 0,0 1 0,-1-1 0,0 1 0,0-1 0,-1 0 0,0 0 0,-9 13 0,6-12-224,-1 0 0,0 0 0,0-1-1,-1 0 1,0 0 0,-21 14 0,17-15-6614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9:52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24575,'-2'2'0,"1"1"0,1 3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9:53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15 24575,'-7'-3'0,"0"0"0,0 1 0,0 0 0,0 0 0,0 1 0,-1 0 0,1 1 0,-1-1 0,-11 2 0,14 0 0,0 0 0,0 0 0,0 0 0,0 1 0,0 0 0,0 0 0,1 0 0,-1 1 0,1 0 0,-1 0 0,1 0 0,0 0 0,0 0 0,-5 7 0,6-7 0,0 0 0,0 0 0,1 1 0,-1 0 0,1-1 0,0 1 0,0 0 0,0 0 0,0 0 0,1 0 0,-1 1 0,1-1 0,0 0 0,1 1 0,-1-1 0,1 0 0,0 1 0,0-1 0,0 1 0,0-1 0,1 1 0,0-1 0,0 0 0,0 0 0,0 1 0,1-1 0,2 4 0,4 8 0,1 0 0,1-1 0,1 0 0,0 0 0,1-2 0,17 18 0,29 33 0,-42-43 0,2 1 0,-2 1 0,0 1 0,25 49 0,-40-71 0,-1 0 0,1 1 0,0-1 0,-1 0 0,1 0 0,-1 0 0,1 0 0,-1 1 0,0-1 0,0 0 0,0 0 0,0 1 0,0-1 0,-1 0 0,1 0 0,-1 0 0,1 1 0,-1-1 0,0 0 0,0 0 0,0 0 0,0 0 0,0 0 0,-1-1 0,1 1 0,0 0 0,-1 0 0,1-1 0,-1 1 0,-1 1 0,-2 0 0,1-1 0,0 1 0,-1-1 0,1 0 0,-1 0 0,1 0 0,-1-1 0,0 1 0,0-1 0,0 0 0,0-1 0,-7 1 0,9-1 0,-20 1 0,-40-5 0,57 3 0,0 0 0,0 0 0,0 0 0,1-1 0,-1 0 0,1 0 0,-1 0 0,1-1 0,0 0 0,0 0 0,0 0 0,-7-6 0,11 8 0,0 0 0,0 0 0,1 0 0,-1 0 0,0 0 0,0 0 0,0 0 0,1 0 0,-1 0 0,0 0 0,1 0 0,-1-1 0,1 1 0,0 0 0,-1 0 0,1-1 0,0 1 0,0 0 0,0 0 0,0-1 0,0 1 0,0-2 0,1 1 0,-1 0 0,1 1 0,0-1 0,0 1 0,0-1 0,0 1 0,0-1 0,0 1 0,0 0 0,0 0 0,1-1 0,-1 1 0,0 0 0,3-1 0,4-3 0,0 1 0,0 1 0,1-1 0,-1 2 0,12-4 0,56-6 84,-37 7-1533,-24 2-5377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9:54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13 24575,'0'0'0,"1"-1"0,-1 1 0,0-1 0,1 1 0,-1-1 0,0 1 0,0-1 0,0 1 0,1-1 0,-1 1 0,0-1 0,0 0 0,0 1 0,0-1 0,0 1 0,0-1 0,0 0 0,0 0 0,-1 1 0,1 0 0,0-1 0,0 1 0,-1 0 0,1 0 0,0 0 0,0 0 0,0 0 0,-1 0 0,1 0 0,0-1 0,-1 1 0,1 0 0,0 0 0,0 0 0,-1 0 0,1 0 0,0 0 0,0 0 0,-1 0 0,1 0 0,0 1 0,0-1 0,-1 0 0,1 0 0,0 0 0,-1 0 0,-1 1 0,0 0 0,0 0 0,-1 0 0,1 1 0,0-1 0,0 1 0,-3 2 0,-4 6 0,1 1 0,0 1 0,0-1 0,1 1 0,1 0 0,0 1 0,0 0 0,-4 18 0,4-10 0,1 0 0,1 0 0,1 1 0,-1 36 0,5-35 0,1 0 0,1 0 0,1-1 0,9 30 0,-3-18 0,32 66 0,-37-90 0,1 0 0,0-1 0,0 0 0,1 0 0,0 0 0,1-1 0,0 0 0,17 13 0,-22-19-68,0-1 0,0 1-1,0-1 1,1 0 0,-1 1 0,0-1-1,1-1 1,-1 1 0,1 0 0,-1-1-1,1 0 1,-1 0 0,1 0 0,-1 0-1,1-1 1,-1 1 0,1-1-1,-1 0 1,5-1 0,1-2-6758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9:54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24575,'1'22'0,"-10"190"0,5-187 0,2-1 0,0 1 0,2 0 0,4 44 0,-3-65 0,0 0 0,0-1 0,0 1 0,0-1 0,0 1 0,1-1 0,-1 0 0,1 0 0,0 0 0,0 1 0,0-2 0,1 1 0,-1 0 0,1 0 0,-1-1 0,1 1 0,0-1 0,5 3 0,-5-3 0,1 0 0,1-1 0,-1 1 0,0-1 0,0 0 0,0 0 0,1 0 0,-1-1 0,1 0 0,-1 1 0,0-1 0,1-1 0,-1 1 0,0-1 0,5-1 0,5-1-1365,-1 0-5461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9:55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29 24575,'-30'-5'0,"-11"-2"0,-5 1 0,4 1 0,6 1 0,7 2 0,6 3 0,4 2 0,4 3 0,0 0 0,2 1 0,3 0-8191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9:55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10 24575,'-27'-3'0,"-11"0"0,-2 0 0,6 3 0,6 1 0,6 1 0,6 0-8191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9:56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24575,'0'8'0,"0"0"0,1 0 0,-1 0 0,2 0 0,-1 0 0,1 0 0,0 0 0,1-1 0,0 1 0,0-1 0,1 1 0,-1-1 0,2 0 0,-1-1 0,8 10 0,-5-8 0,1 1 0,-1-2 0,17 13 0,-22-18 0,1 0 0,0-1 0,-1 1 0,1-1 0,0 0 0,0 0 0,0 0 0,4 1 0,-6-2 0,1 0 0,-1 0 0,1 0 0,-1 0 0,1 0 0,-1 0 0,1 0 0,-1-1 0,0 1 0,1 0 0,-1-1 0,0 1 0,1-1 0,-1 0 0,0 1 0,0-1 0,1 0 0,1-2 0,-2 2 0,1-1 0,-1 0 0,0 0 0,1 0 0,-1 0 0,0 0 0,0 0 0,-1 0 0,1 0 0,0 0 0,-1-1 0,1 1 0,-1 0 0,1-4 0,-2-37 0,0 29 0,1 5 0,-1 0 0,1 0 0,0 0 0,0 0 0,1 0 0,3-13 0,-3 20 0,-1 1 0,1-1 0,-1 1 0,1-1 0,0 1 0,0-1 0,-1 1 0,1 0 0,0 0 0,0-1 0,0 1 0,0 0 0,1 0 0,-1 0 0,0 0 0,0 0 0,1 0 0,-1 0 0,0 1 0,1-1 0,-1 0 0,1 1 0,-1-1 0,1 1 0,-1-1 0,1 1 0,0 0 0,-1 0 0,1 0 0,-1 0 0,1 0 0,0 0 0,-1 0 0,1 0 0,-1 1 0,1-1 0,-1 0 0,3 2 0,5 1 0,-1 0 0,1 1 0,-1 0 0,0 0 0,0 1 0,-1 0 0,0 0 0,9 9 0,50 53 0,-66-66 0,5 4-341,-1 0 0,0 0-1,4 9 1,-2-2-6485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9:56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24575,'1'18'0,"0"-1"0,1 1 0,1-1 0,6 18 0,24 67 0,-29-91 0,21 47-1365,-21-46-5461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9:56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505 34 24575,'-5'-5'0,"-1"2"0,0-1 0,0 0 0,-1 1 0,1 1 0,-1-1 0,1 1 0,-1 0 0,-11-2 0,6 3 0,1 0 0,0 1 0,0 0 0,0 1 0,-16 3 0,-39 4-138,-1-2-1,-82-5 1,98-2-812,36 1-5876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49:57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24575,'7'-1'0,"0"0"0,0 0 0,0 1 0,0 0 0,0 0 0,0 1 0,0 0 0,0 0 0,0 1 0,7 2 0,-4-1 0,0 1 0,-1 1 0,0 0 0,0 0 0,0 1 0,9 7 0,1 5 0,0 0 0,-2 1 0,0 1 0,24 36 0,-23-30 0,-2 1 0,-1 2 0,21 51 0,-31-66 0,0 1 0,-1-1 0,-1 1 0,0 0 0,-2 0 0,1 0 0,-2 0 0,0 0 0,0 0 0,-4 18 0,2-24 10,-1 0 0,0 0 0,0-1 0,-1 1 0,0-1 0,0 0 0,-1 0 0,0 0 0,0-1 0,-1 0 0,-11 12 0,7-9-196,-1-1 1,0-1-1,0 0 0,-1 0 1,0-1-1,-1-1 1,-13 6-1,10-6-6640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03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 24575,'1'0'0,"-1"1"0,0 0 0,0-1 0,1 1 0,-1-1 0,1 1 0,-1 0 0,0-1 0,1 1 0,-1-1 0,1 1 0,-1-1 0,1 1 0,0-1 0,-1 0 0,1 1 0,-1-1 0,1 1 0,0-1 0,-1 0 0,1 0 0,0 1 0,-1-1 0,1 0 0,0 0 0,-1 0 0,2 0 0,24 3 0,-23-3 0,198 20 0,369 32 0,-489-46 0,124 3 0,-195-10 0,0 0 0,19-4 0,-19 2 0,1 1 0,16-1 0,-22 3 0,0 0 0,0-1 0,0 1 0,1-1 0,-1 0 0,0-1 0,0 1 0,9-5 0,-14 6 0,0 0 0,0-1 0,0 1 0,0 0 0,0-1 0,0 1 0,0 0 0,0-1 0,0 1 0,0 0 0,0-1 0,0 1 0,0 0 0,0-1 0,0 1 0,0 0 0,0 0 0,0-1 0,0 1 0,0 0 0,-1-1 0,1 1 0,0 0 0,0 0 0,0-1 0,-1 1 0,1 0 0,0 0 0,0-1 0,0 1 0,-1 0 0,1 0 0,0 0 0,-1-1 0,1 1 0,0 0 0,0 0 0,-1 0 0,1 0 0,-1 0 0,-15-10 0,15 10 0,-69-29 0,52 22 0,0 0 0,0-1 0,-31-19 0,49 27 0,1 0 0,-1 0 0,0 0 0,0 0 0,0 0 0,0 0 0,0 0 0,0 0 0,1 0 0,-1 0 0,0 0 0,0 0 0,0 0 0,0 0 0,0 0 0,0 0 0,0 0 0,0 0 0,1 0 0,-1 0 0,0 0 0,0 0 0,0-1 0,0 1 0,0 0 0,0 0 0,0 0 0,0 0 0,0 0 0,0 0 0,0 0 0,0-1 0,0 1 0,0 0 0,1 0 0,-1 0 0,0 0 0,0 0 0,0 0 0,0 0 0,0-1 0,0 1 0,-1 0 0,1 0 0,0 0 0,0 0 0,0 0 0,0 0 0,0 0 0,0-1 0,0 1 0,0 0 0,0 0 0,0 0 0,0 0 0,0 0 0,0 0 0,12 0 0,21 7 0,0 1 0,-1 2 0,0 0 0,40 21 0,-67-29 0,0 1 0,0 0 0,0 0 0,-1 0 0,1 1 0,-1 0 0,5 5 0,-8-8 0,0-1 0,0 1 0,-1 0 0,1 0 0,0 0 0,-1 0 0,1 0 0,-1 0 0,1 0 0,-1 0 0,1 0 0,-1 0 0,0 1 0,1-1 0,-1 0 0,0 0 0,0 0 0,0 0 0,0 1 0,0-1 0,0 0 0,0 0 0,-1 0 0,1 0 0,0 0 0,-1 1 0,1-1 0,0 0 0,-1 0 0,1 0 0,-1 0 0,0 0 0,1 0 0,-1 0 0,0-1 0,0 1 0,0 0 0,1 0 0,-1 0 0,0-1 0,-2 2 0,-6 3 0,1-1 0,-1 0 0,0-1 0,0 0 0,0 0 0,-1-1 0,1 0 0,-10 0 0,-8 3 0,-64 14-1365,74-15-5461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09.2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 24575,'0'0'0,"0"-1"0,0 0 0,1 1 0,-1-1 0,0 1 0,1-1 0,-1 0 0,1 1 0,-1-1 0,0 1 0,1-1 0,-1 1 0,1-1 0,0 1 0,-1 0 0,1-1 0,-1 1 0,1 0 0,0-1 0,-1 1 0,1 0 0,-1 0 0,1-1 0,0 1 0,-1 0 0,1 0 0,1 0 0,22-3 0,-22 3 0,14 0 0,0 0 0,0 1 0,0 0 0,0 2 0,0-1 0,0 2 0,-1 0 0,0 1 0,0 1 0,0 0 0,0 1 0,-1 1 0,0 0 0,25 20 0,-2-2 0,59 31 0,-77-46 0,37 27 0,-39-25 0,12 9 0,-2 1 0,0 1 0,-2 2 0,0 1 0,30 44 0,121 216 0,-104-129 0,-59-135 0,14 34 0,-9-11 0,54 131 0,-29-99 0,-6-11 0,56 135 0,-64-137 0,-17-36 0,22 36 0,15 32 0,-38-73 0,15 38 0,19 69 0,-33-93 0,-2-13 0,1-1 0,23 38 0,-3-6 0,36 103 0,6 9 0,-64-151 0,159 347 0,-150-322 0,42 71 0,-40-78 0,22 35 0,-22-40 0,26 54 0,-35-60 0,1-1 0,26 38 0,-2-5 0,13 18 0,50 76 0,-48-69 0,42 83 0,-51-86 0,71 102 0,-49-97 0,9 12 0,-40-48 0,-4-8 0,33 62 0,-34-51 0,39 51 0,-41-64 0,110 135 0,-101-130 0,-27-32 0,1-1 0,0 0 0,0 0 0,1 0 0,0-2 0,0 1 0,1-1 0,0 0 0,0-1 0,1-1 0,-1 0 0,19 6 0,4-3 0,-1 2 0,0 1 0,37 18 0,-37-12 0,43 19 0,-84-41 0,0 0 0,1-1 0,0 0 0,-7-7 0,-38-42 0,25 21 0,-26-29 0,47 56 0,0 0 0,1-1 0,0 0 0,0 1 0,-6-15 0,-13-43 0,24 65 0,-1-1 0,1 1 0,0 0 0,0 0 0,0 0 0,0-1 0,0 1 0,0 0 0,0 0 0,-1-1 0,1 1 0,0 0 0,0 0 0,0-1 0,0 1 0,0 0 0,0 0 0,0-1 0,0 1 0,0 0 0,0 0 0,0-1 0,0 1 0,1 0 0,-1 0 0,0-1 0,0 1 0,0 0 0,0 0 0,0 0 0,1-1 0,6 6 0,14 18 0,-17-18 0,59 63 0,24 26 0,-70-75 0,30 26 0,-19-19 0,-28-26 0,0 0 0,0 1 0,0-1 0,0 0 0,1 0 0,-1 0 0,0 0 0,0 0 0,0 0 0,0 0 0,1 0 0,-1 1 0,0-1 0,0 0 0,0 0 0,0 0 0,0 0 0,0 1 0,0-1 0,1 0 0,-1 0 0,0 0 0,0 0 0,0 1 0,0-1 0,0 0 0,0 0 0,0 0 0,0 1 0,0-1 0,0 0 0,0 0 0,0 0 0,0 1 0,0-1 0,0 0 0,0 0 0,0 0 0,0 0 0,-1 1 0,1-1 0,0 0 0,0 0 0,0 0 0,0 0 0,0 1 0,0-1 0,-1 0 0,-12 2 0,-16-7 0,23 4 0,-46-13 0,-65-9 0,78 16-1365,23 4-5461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10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327 1 24575,'-8'0'0,"1"0"0,-1 1 0,1 0 0,0 1 0,0-1 0,-11 5 0,2 1 0,-24 14 0,31-16 15,0-1 0,-1 0 0,0-1 0,1 1 0,-1-2 0,0 0 0,-17 2 0,9-3-386,0 0-1,-1-2 1,-22-3 0,22 2-6455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11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24575,'1'3'0,"0"0"0,0 0 0,0-1 0,0 1 0,1 0 0,-1-1 0,1 1 0,0-1 0,0 1 0,0-1 0,0 0 0,3 3 0,1 1 0,12 13 0,1-2 0,30 23 0,48 26 0,-73-50 0,21 13 0,31 20 0,-76-48-3,1-1-1,-1 0 0,1 0 1,-1 1-1,0-1 0,1 0 1,-1 0-1,0 1 0,1-1 1,-1 0-1,0 1 0,0-1 1,1 1-1,-1-1 1,0 0-1,0 1 0,1-1 1,-1 1-1,0-1 0,0 1 1,-7 1 193,-13-5-1669,8-1-5347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12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0 24575,'-6'19'0,"1"-7"0,-4 14 0,0 0 0,-2-1 0,-18 33 0,-32 37 0,58-92-114,0 1 1,0 0-1,0-1 0,-1 1 0,1-1 1,-1 0-1,0 0 0,0 0 0,0-1 1,0 1-1,-5 1 0,-1-1-6712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12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348 75 24575,'-120'-46'0,"95"38"0,0 1 0,-51-6 0,72 13 0,0-1 0,0 2 0,0-1 0,0 0 0,0 1 0,0 0 0,0 0 0,0 0 0,0 0 0,1 0 0,-1 1 0,0 0 0,1 0 0,-1 0 0,1 0 0,-1 1 0,1-1 0,0 1 0,0 0 0,0-1 0,1 1 0,-1 1 0,1-1 0,-1 0 0,1 1 0,0-1 0,0 1 0,1 0 0,-1-1 0,1 1 0,0 0 0,0 0 0,0 0 0,0 0 0,1 0 0,0 0 0,0 0 0,0 7 0,1-6 0,-1 0 0,1-1 0,1 1 0,-1 0 0,1-1 0,-1 1 0,1-1 0,4 6 0,24 35 0,-9-15 0,-12-16 0,0 1 0,-1 0 0,0 1 0,-1 0 0,-1 0 0,-1 1 0,0 0 0,3 24 0,-6-25 0,4 28 0,0 55 0,-7-73 0,0 30 0,1-52 0,1 0 0,-1 0 0,1 0 0,0 0 0,0-1 0,0 1 0,1 0 0,-1 0 0,1-1 0,4 7 0,-5-8 0,1-1 0,0 1 0,0-1 0,0 0 0,0 1 0,0-1 0,0 0 0,0 0 0,0 0 0,0 0 0,1-1 0,-1 1 0,0-1 0,1 1 0,-1-1 0,5 0 0,4 1 0,0-2 0,13-1 0,-20 2-227,0-1-1,0 0 1,0 0-1,0-1 1,5-1-1,4-4-6598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13.3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9 24575,'0'-1'0,"0"1"0,-1-1 0,1 1 0,0-1 0,0 1 0,0-1 0,0 1 0,-1 0 0,1-1 0,0 1 0,0 0 0,-1-1 0,1 1 0,0 0 0,-1-1 0,1 1 0,0 0 0,-1-1 0,1 1 0,-1 0 0,1 0 0,-1 0 0,1-1 0,-1 1 0,1 0 0,-1 1 0,1-1 0,0 0 0,-1 1 0,1-1 0,0 0 0,0 1 0,-1-1 0,1 0 0,0 1 0,0-1 0,0 1 0,0-1 0,-1 1 0,1-1 0,0 0 0,0 1 0,0-1 0,0 1 0,0 26 0,2-17 0,0 1 0,2-1 0,-1 1 0,8 14 0,-8-19 0,0 0 0,1-1 0,-1 1 0,1-1 0,0 0 0,1 0 0,-1 0 0,11 7 0,-14-10 0,1-1 0,0 0 0,-1 0 0,1 0 0,0 0 0,0-1 0,0 1 0,0 0 0,0-1 0,0 1 0,0-1 0,0 0 0,0 1 0,0-1 0,0 0 0,0 0 0,0-1 0,0 1 0,0 0 0,0-1 0,0 1 0,0-1 0,-1 1 0,1-1 0,0 0 0,0 0 0,0 0 0,-1 0 0,1 0 0,0 0 0,-1-1 0,1 1 0,-1 0 0,1-1 0,-1 1 0,0-1 0,0 0 0,0 1 0,0-1 0,0 0 0,0 0 0,0 0 0,0 1 0,-1-1 0,1 0 0,-1 0 0,1-3 0,3-21 0,-4 17 0,1 1 0,1-1 0,0 0 0,0 1 0,4-9 0,-6 16 0,0 0 0,1 0 0,-1 0 0,1 0 0,-1 0 0,1 0 0,0 1 0,-1-1 0,1 0 0,0 0 0,0 1 0,0-1 0,-1 0 0,1 1 0,0-1 0,0 1 0,0-1 0,0 1 0,0-1 0,0 1 0,2-1 0,-1 1 0,-1 0 0,1 0 0,0 0 0,0 1 0,-1-1 0,1 0 0,0 1 0,-1-1 0,1 1 0,0-1 0,-1 1 0,2 1 0,5 2 0,-1 1 0,0 0 0,-1 1 0,7 6 0,-12-11 0,80 83 0,-60-62 0,-19-20-117,-1-1-7,0 0-1,0 1 0,0-1 0,0 0 0,0 0 0,0 0 1,0 1-1,-1-1 0,2 3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13.8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66 24575,'15'-11'0,"2"2"0,-1 0 0,1 1 0,1 0 0,30-8 0,-43 15 0,0 0 0,0 0 0,0 0 0,0 1 0,0 0 0,0 0 0,0 0 0,0 0 0,0 1 0,0 0 0,0 0 0,0 0 0,0 1 0,0 0 0,-1 0 0,1 0 0,-1 0 0,1 1 0,-1-1 0,0 1 0,0 0 0,0 1 0,-1-1 0,1 1 0,-1-1 0,5 8 0,-4-6 0,0 0 0,-1 1 0,0 0 0,0-1 0,-1 1 0,1 0 0,-1 1 0,-1-1 0,3 10 0,-3-6 0,-1 1 0,0 0 0,0-1 0,-5 22 0,2-8 0,0 0 0,2 0 0,0 1 0,2-1 0,0 0 0,2 0 0,1 0 0,1 0 0,0-1 0,2 1 0,12 27 0,1-10 0,-14-30 0,-1 0 0,0 0 0,0 1 0,-1 0 0,0 0 0,2 15 0,-6-24-4,0-1-1,0 1 0,0-1 0,0 1 1,0-1-1,-1 1 0,1-1 0,-1 0 1,0 1-1,1-1 0,-1 0 0,0 1 1,0-1-1,-1 0 0,1 0 1,-3 3-1,1-2 25,0 0 0,0 0 0,0 0 0,0-1 0,-1 1 0,1-1 0,-1 0 0,0 0 0,-4 2 0,-3-1-232,0 1 0,0-2 0,0 1-1,0-2 1,-1 1 0,-15-1 0,15-1-6614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14.3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17 24575,'-2'0'0,"-4"0"0,-3 3 0,-2 0 0,-2 0 0,-1 0 0,-1-2 0,0 1 0,0-2 0,0-2 0,0-1 0,0-3 0,-2 0 0,0-1 0,1 0-8191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14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52 24575,'-14'-10'0,"-8"-3"0,-3 1 0,1 2 0,2 5 0,3 4 0,1 2 0,2 3 0,0 1 0,2 2 0,-3 0 0,0-2 0,-2-1 0,-1-1 0,1-2 0,3 0-8191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15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2 24575,'-5'-2'0,"5"4"0,10 7 0,15 12 0,270 184 0,-256-177 0,14 7 0,-85-60-1365,22 19-5461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15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215 0 24575,'-12'2'0,"-1"1"0,1 0 0,-22 10 0,30-11 0,0 0 0,0 1 0,0 0 0,0-1 0,0 2 0,0-1 0,1 0 0,0 1 0,0-1 0,0 1 0,0 0 0,0 0 0,-2 5 0,-6 15 0,-7 24 0,-10 21 0,25-65-195,1 0 0,0 0 0,-1 0 0,0 0 0,0-1 0,-6 7 0,-1-2-6631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16.7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305 53 24575,'-2'-4'0,"0"0"0,0 0 0,-1 1 0,1-1 0,-1 1 0,0-1 0,0 1 0,0 0 0,0 0 0,-1 0 0,1 1 0,-8-4 0,9 4 0,-1 1 0,1 0 0,-1 1 0,1-1 0,-1 0 0,0 1 0,1 0 0,-1-1 0,0 1 0,1 0 0,-1 0 0,0 1 0,1-1 0,-1 0 0,0 1 0,1 0 0,-1-1 0,1 1 0,-1 0 0,1 1 0,-4 1 0,-5 4 0,0 0 0,0 1 0,1 0 0,0 1 0,0 0 0,1 1 0,-9 11 0,7-5 0,0 1 0,1 0 0,1 1 0,-8 20 0,6-10 0,1 1 0,2 0 0,1 1 0,1 0 0,1 0 0,2 0 0,1 38 0,2-48 0,1 1 0,1-1 0,1-1 0,0 1 0,10 28 0,-10-38 0,1-1 0,0 0 0,0-1 0,1 1 0,0-1 0,0 0 0,1 0 0,0 0 0,1-1 0,-1 0 0,1 0 0,1-1 0,10 9 0,-14-13-124,0-1 0,-1 1 0,1-1 0,0 1 0,0-1 0,0 0-1,0 0 1,0-1 0,0 1 0,7-1 0,1 0-6702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17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24575,'0'16'0,"1"0"0,3 21 0,-3-31 0,1 1 0,0 0 0,0-1 0,1 0 0,0 1 0,0-1 0,0 0 0,5 5 0,-7-9 0,4 5 0,0 0 0,0 0 0,1 0 0,12 10 0,-17-16 0,0 0 0,0 0 0,0 0 0,1-1 0,-1 1 0,0 0 0,0-1 0,1 1 0,-1 0 0,0-1 0,1 0 0,-1 1 0,0-1 0,1 0 0,-1 0 0,0 0 0,1 0 0,-1 0 0,1 0 0,-1 0 0,0 0 0,1 0 0,-1-1 0,0 1 0,1 0 0,-1-1 0,0 1 0,1-1 0,-1 0 0,0 0 0,0 1 0,0-1 0,0 0 0,1 0 0,-1 0 0,0 0 0,-1 0 0,3-2 0,0-3 0,1 0 0,-1 1 0,0-1 0,-1-1 0,0 1 0,0 0 0,0 0 0,0-1 0,-1 1 0,0-8 0,0 6 0,0-1 0,1 1 0,0 0 0,0 0 0,1 1 0,4-9 0,-7 15 0,1 0 0,-1 0 0,1 0 0,0 0 0,-1 0 0,1 0 0,0 0 0,0 1 0,0-1 0,0 0 0,-1 0 0,1 1 0,0-1 0,1 0 0,-1 1 0,0-1 0,0 1 0,0 0 0,0-1 0,0 1 0,0 0 0,1-1 0,-1 1 0,0 0 0,0 0 0,0 0 0,0 0 0,1 0 0,-1 1 0,0-1 0,0 0 0,0 0 0,0 1 0,1-1 0,-1 1 0,0-1 0,0 1 0,0-1 0,0 1 0,1 1 0,6 3 0,0 1 0,-1 0 0,1 1 0,6 8 0,-5-5 0,14 9-69,-18-15-49,1 1 0,-1-1 1,0 1-1,0 0 0,-1 0 0,1 0 0,-1 1 0,0 0 1,0 0-1,3 7 0,-5-4-6708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17.8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15 24575,'0'-2'0,"-1"1"0,1 0 0,0 0 0,-1 0 0,1 0 0,0 0 0,-1 0 0,0 0 0,1 0 0,-1 0 0,1 1 0,-1-1 0,-1-1 0,2 2 0,0 0 0,-1 0 0,1 0 0,0 1 0,0-1 0,0 0 0,-1 0 0,1 0 0,0 0 0,0 0 0,-1 1 0,1-1 0,0 0 0,0 0 0,0 0 0,0 1 0,0-1 0,-1 0 0,1 0 0,0 0 0,0 1 0,0-1 0,0 0 0,0 0 0,0 1 0,0-1 0,0 0 0,0 0 0,0 1 0,0-1 0,0 0 0,0 1 0,-3 33 0,3-16 0,2 1 0,0 0 0,1 0 0,7 26 0,31 70 0,-39-111-95,8 25 322,-10-28-320,1 1-1,-1 0 0,0-1 1,0 1-1,0-1 1,0 1-1,0 0 1,0-1-1,0 1 0,0-1 1,0 1-1,-1 0 1,1-1-1,-1 1 1,0 1-1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18.3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520 56 24575,'-1'-6'0,"-2"0"0,1 1 0,-1 0 0,1-1 0,-8-8 0,9 13 0,1 0 0,-1 0 0,0 0 0,0 0 0,0 0 0,1 0 0,-1 1 0,0-1 0,0 0 0,0 0 0,0 1 0,0-1 0,0 1 0,-1-1 0,1 1 0,0 0 0,0-1 0,0 1 0,0 0 0,0 0 0,-1 0 0,1-1 0,0 1 0,0 0 0,0 1 0,-1-1 0,1 0 0,0 0 0,0 0 0,0 1 0,0-1 0,0 1 0,-1-1 0,1 1 0,-2 1 0,-4 3 0,-12 8 0,-23 11 0,34-20 0,-1-1 0,1 0 0,0 0 0,-1 0 0,1-2 0,-12 3 0,-191-1 49,115-5-1463,83 2-5412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18.9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55 24575,'0'-4'0,"0"0"0,1 1 0,-1-1 0,1 1 0,0-1 0,-1 1 0,2-1 0,-1 1 0,0-1 0,2-2 0,-2 5 0,0 0 0,-1 0 0,1 0 0,0 0 0,-1 1 0,1-1 0,0 0 0,0 0 0,0 1 0,0-1 0,-1 1 0,1-1 0,0 1 0,0-1 0,0 1 0,0-1 0,0 1 0,1 0 0,-1 0 0,0-1 0,0 1 0,0 0 0,0 0 0,0 0 0,0 0 0,0 0 0,0 1 0,0-1 0,0 0 0,0 0 0,0 1 0,0-1 0,0 1 0,0-1 0,0 1 0,0-1 0,1 1 0,10 6 0,-1 1 0,0 0 0,0 0 0,-1 1 0,15 16 0,40 56 0,-51-62 0,10 12 0,-3 2 0,0 0 0,15 36 0,-26-45 0,0-1 0,-2 2 0,-1-1 0,0 1 0,4 41 0,-10-58 8,-1 1 0,0 0 0,-1-1 0,1 1 0,-2-1 0,1 1 0,-1-1 0,0 0 0,-1 1 0,0-1 0,0 0 0,-1-1 0,0 1 0,-7 10 0,5-10-122,0 0 0,-1-1-1,0 0 1,0 0 0,-1-1 0,1 0-1,-2 0 1,1 0 0,0-1 0,-1 0-1,0-1 1,-11 4 0,2-2-6712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22.9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664 45 24575,'23'-15'0,"-23"15"0,1 0 0,-1 0 0,0-1 0,0 1 0,1 0 0,-1 0 0,0-1 0,0 1 0,1 0 0,-1-1 0,0 1 0,0 0 0,0-1 0,0 1 0,1 0 0,-1-1 0,0 1 0,0-1 0,0 1 0,0 0 0,0-1 0,0 1 0,0-1 0,0 1 0,-1-1 0,1 1 0,-1-1 0,1 1 0,-1-1 0,1 1 0,-1 0 0,1-1 0,-1 1 0,1 0 0,-1-1 0,1 1 0,-1 0 0,0 0 0,1 0 0,-1 0 0,1 0 0,-1-1 0,0 1 0,0 0 0,-29-2 0,0 0 0,-38 4 0,-11-1 0,-62-8 0,-58 0 0,79 7-1365,109 0-5461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23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547 26 24575,'-135'-9'0,"-61"-6"0,170 13-227,-1 2-1,1 1 1,0 1-1,-1 1 1,-43 11-1,56-11-6598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23.7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10 24575,'0'0'0,"-1"0"0,1-1 0,0 1 0,0 0 0,-1-1 0,1 1 0,0 0 0,0-1 0,0 1 0,0 0 0,0-1 0,0 1 0,0 0 0,0-1 0,0 1 0,0 0 0,0-1 0,0 1 0,0-1 0,0 1 0,0 0 0,0-1 0,0 1 0,0 0 0,0-1 0,1 0 0,8 1 0,16 11 0,-22-10 0,149 88 0,-66-35 0,1-7 0,27 17 0,-109-61 0,-1 0 0,0 0 0,1 0 0,-1 1 0,-1-1 0,1 1 0,4 6 0,-7-9 0,0 0 0,-1 0 0,1 0 0,-1 0 0,1 0 0,-1 1 0,0-1 0,1 0 0,-1 0 0,0 0 0,0 0 0,0 1 0,0-1 0,0 0 0,0 0 0,0 0 0,0 1 0,-1-1 0,1 0 0,0 0 0,-1 0 0,1 0 0,-1 1 0,1-1 0,-1 0 0,1 0 0,-1 0 0,0 0 0,0 0 0,1 0 0,-1-1 0,0 1 0,0 0 0,0 0 0,0-1 0,-2 2 0,-5 4 0,0-1 0,-1-1 0,1 1 0,-1-1 0,-10 3 0,-48 11 0,63-17 0,-39 9 0,-86 7 0,97-15-341,1 3 0,0 0-1,-46 15 1,65-16-6485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30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68 24575,'-1'-1'0,"0"1"0,0 0 0,0 0 0,0-1 0,0 1 0,0 0 0,0-1 0,0 1 0,0-1 0,0 0 0,0 1 0,0-1 0,1 0 0,-1 1 0,0-1 0,1 0 0,-2-1 0,-11-18 0,9 14 0,-10-17 0,9 15 0,11 18 0,17 23 0,1 0 0,2-2 0,35 34 0,98 77 0,-113-108 0,-30-23 0,21 18 0,-23-17 120,-5-9-321,-9-3 172,0 0 1,0 1-1,0-1 1,1 0-1,-1 0 1,0 0-1,0-1 1,0 1-1,0 0 1,0 0-1,1 0 1,-1 0-1,0 0 0,0 0 1,0 0-1,0 0 1,0 0-1,0 0 1,1 0-1,-1 0 1,0 0-1,0 0 1,0 0-1,0-1 1,0 1-1,0 0 1,0 0-1,0 0 0,0 0 1,0 0-1,1 0 1,-1-1-1,0 1 1,0 0-1,0 0 1,0 0-1,0 0 1,0 0-1,0 0 1,0-1-1,0 1 1,0 0-1,0 0 0,0 0 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31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9 24575,'0'0'0,"0"-1"0,0 1 0,0 0 0,0 0 0,0-1 0,0 1 0,0 0 0,0-1 0,0 1 0,0 0 0,0-1 0,0 1 0,0 0 0,0-1 0,0 1 0,0 0 0,-1 0 0,1-1 0,0 1 0,0 0 0,0-1 0,0 1 0,-1 0 0,1 0 0,0 0 0,0-1 0,-1 1 0,1 0 0,0 0 0,0 0 0,-1-1 0,1 1 0,-10 4 0,-9 14 0,1 6 0,-78 89 0,45-51 0,34-40 0,-33 34 0,43-49-341,0 1 0,0-1-1,-7 14 1,6-10-6485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32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12 24575,'-19'-4'0,"0"1"0,0 0 0,0 2 0,0 0 0,0 1 0,-20 3 0,37-3 0,0 1 0,0-1 0,0 1 0,0-1 0,0 1 0,0 0 0,0 0 0,1 0 0,-1 0 0,0 0 0,0 0 0,1 0 0,-1 1 0,1-1 0,-1 1 0,1-1 0,0 1 0,-1-1 0,1 1 0,0 0 0,0 0 0,0 0 0,0-1 0,0 1 0,0 3 0,0-2 0,1-1 0,0 1 0,-1 0 0,1 0 0,0 0 0,0 0 0,1-1 0,-1 1 0,0 0 0,1 0 0,0 0 0,0-1 0,0 1 0,0-1 0,0 1 0,0 0 0,1-1 0,1 3 0,12 14 0,0-1 0,0-1 0,24 20 0,59 38 0,-94-72 0,0 0 0,-1 0 0,1 0 0,-1 0 0,0 1 0,0-1 0,0 1 0,2 4 0,-5-7 0,1 0 0,-1-1 0,1 1 0,-1 0 0,1 0 0,-1 0 0,0 0 0,0 0 0,0 0 0,1 0 0,-1 0 0,0 0 0,0 0 0,0 0 0,0 0 0,-1 0 0,1 0 0,0-1 0,0 1 0,0 0 0,-1 0 0,1 0 0,-1 0 0,1 0 0,0 0 0,-1 0 0,0-1 0,1 1 0,-1 0 0,1 0 0,-1-1 0,0 1 0,0 0 0,1-1 0,-1 1 0,0-1 0,0 1 0,0-1 0,1 1 0,-1-1 0,0 0 0,0 1 0,0-1 0,-1 0 0,-5 2 0,0 0 0,0-1 0,0 1 0,0-2 0,0 1 0,-8-1 0,-42-4 0,54 4 0,-10-2 5,-1-1 0,-22-8 0,10 3-1385,14 5-5446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32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27 24575,'0'-1'0,"1"-1"0,0 1 0,-1 0 0,1 0 0,-1-1 0,1 1 0,-1-1 0,0 1 0,0 0 0,1-1 0,-1 1 0,0 0 0,0-1 0,0 1 0,-1-3 0,1 4 0,0-1 0,0 1 0,0 0 0,-1 0 0,1 0 0,0 0 0,0 0 0,0-1 0,0 1 0,0 0 0,0 0 0,-1 0 0,1 0 0,0 0 0,0 0 0,0 0 0,0 0 0,-1 0 0,1 0 0,0 0 0,0-1 0,0 1 0,-1 0 0,1 0 0,0 0 0,0 0 0,0 0 0,0 1 0,-1-1 0,1 0 0,0 0 0,0 0 0,0 0 0,0 0 0,-1 0 0,1 0 0,0 0 0,-11 11 0,0 3 0,2 0 0,0 1 0,0 0 0,2 0 0,0 1 0,0 0 0,2 0 0,-5 18 0,4-3 0,2 0 0,0 0 0,2 48 0,2-60 0,1 0 0,1 0 0,1 0 0,6 24 0,-5-32 0,0 0 0,0 0 0,1-1 0,0 0 0,1 0 0,0 0 0,0-1 0,12 13 0,-8-10 0,1 0 0,1-1 0,0 0 0,0-1 0,1 0 0,0-1 0,17 8 0,-29-16-124,1 0 0,-1-1 0,1 1 0,-1-1 0,1 1 0,-1-1-1,1 0 1,-1 0 0,1 0 0,1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33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35 24575,'-2'-6'0,"1"1"0,1-1 0,-1-11 0,9 31 0,-3 7 0,-2 0 0,0 0 0,-1 1 0,-2-1 0,-2 31 0,1-7 0,1-25 0,-1 29 0,11 86 0,-6-105 0,-3-18 0,0 1 0,2-1 0,6 23 0,-7-31 0,0 0 0,0 0 0,0 0 0,0 0 0,1-1 0,0 1 0,-1-1 0,1 1 0,0-1 0,1 0 0,-1 0 0,1 0 0,-1-1 0,1 0 0,4 3 0,-4-3 0,0 0 0,0 0 0,1 0 0,-1-1 0,0 1 0,1-1 0,-1 0 0,1-1 0,-1 1 0,1-1 0,0 0 0,-1 0 0,1 0 0,6-2 0,-7 1 0,-1 0 0,1 0 0,-1-1 0,0 1 0,0-1 0,0 0 0,0 0 0,0 0 0,0-1 0,0 1 0,-1-1 0,1 1 0,-1-1 0,0 0 0,0 0 0,0 0 0,0 0 0,0 0 0,1-4 0,0 1-341,-1 0 0,-1 0-1,3-11 1,-1 1-6485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33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1 24575,'-27'7'0,"-11"3"0,-2 2 0,4-1 0,5-3 0,5 0 0,3-1 0,2-2 0,6-2-8191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34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24575,'15'-1'0,"0"2"0,0 0 0,0 1 0,23 6 0,-30-5 0,0 0 0,0 0 0,0 1 0,0-1 0,-1 2 0,0-1 0,1 1 0,-2 0 0,11 10 0,-1 3 0,-1 0 0,0 1 0,-1 0 0,-2 1 0,14 26 0,40 113 0,-53-122 0,-2 1 0,-1 0 0,-2 1 0,-2 0 0,2 47 0,-8-78 0,0 0 0,0 0 0,-1 0 0,0 0 0,0 0 0,-1 0 0,0 0 0,-1 0 0,0 0 0,0-1 0,0 0 0,-1 1 0,0-1 0,0-1 0,-1 1 0,0-1 0,0 1 0,-1-1 0,0-1 0,0 1 0,0-1 0,0 0 0,-1-1 0,0 1 0,0-1 0,0 0 0,-1-1 0,-12 4 0,-2-1-1365,3-2-5461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34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0 24575,'-7'0'0,"-6"0"0,-2 0 0,-1 0 0,-1 0 0,1 0 0,0 0 0,0 0 0,1 0 0,1 0 0,-1 0 0,1 0 0,-1 0 0,1 0 0,0 0 0,2 0-8191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35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15 24575,'-27'-2'0,"-11"-1"0,-2-1 0,4 2 0,5 0 0,5 1 0,5 0 0,7 1-8191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36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830 34 24575,'15'-21'0,"-6"10"0,-9 11 0,0 0 0,0 0 0,0 0 0,0 0 0,0 0 0,0 0 0,0 0 0,0 0 0,0 0 0,0 0 0,0 0 0,-1 0 0,1 0 0,0 0 0,0 0 0,0 0 0,0 0 0,0 0 0,0 0 0,0 0 0,0 0 0,0 0 0,0 0 0,0 0 0,0 0 0,0 0 0,0 0 0,0 0 0,-1 0 0,1 0 0,0 0 0,0 0 0,0-1 0,0 1 0,0 0 0,0 0 0,0 0 0,0 0 0,0 0 0,0 0 0,-17 8 0,0-1 0,-1-1 0,0 0 0,0-1 0,-1-1 0,-30 3 0,-115-2 0,148-5 0,-466-1 0,459 4 0,13 2 0,10-5 0,0 0 0,0 1 0,0-1 0,0 0 0,0 0 0,-1 1 0,1-1 0,0 0 0,0 1 0,0-1 0,0 0 0,0 1 0,0-1 0,0 0 0,0 0 0,0 1 0,1-1 0,-1 0 0,0 1 0,0-1 0,0 0 0,0 1 0,0-1 0,0 0 0,1 0 0,-1 1 0,0-1 0,0 0 0,0 0 0,1 0 0,-1 1 0,4 2 0,0-1 0,0 1 0,0-1 0,0 0 0,1 0 0,-1-1 0,1 1 0,8 1 0,2 1 0,102 30 0,-71-22 0,0 2 0,78 35 0,-118-47 0,-1 1 0,0 0 0,-1 0 0,1 0 0,0 1 0,-1 0 0,0 0 0,7 8 0,-10-10 0,0-1 0,1 1 0,-1 0 0,0 0 0,-1 1 0,1-1 0,0 0 0,-1 0 0,1 0 0,-1 0 0,0 1 0,1-1 0,-1 0 0,0 0 0,0 1 0,-1-1 0,1 0 0,0 0 0,-1 1 0,1-1 0,-1 0 0,0 0 0,0 0 0,0 0 0,-1 2 0,-2 2 0,1-1 0,-1 1 0,-1-1 0,1 0 0,-1 0 0,1-1 0,-1 0 0,-1 0 0,-8 6 0,-8 3 0,-28 11 0,25-12 0,-180 84 0,194-91 0,-23 7 0,-5 2 0,68-12 0,618-3 0,-596-1-1365,-35-1-5461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37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24575,'1'16'0,"1"0"0,0 0 0,2 0 0,-1 0 0,2-1 0,0 0 0,10 20 0,-15-34 0,1 0 0,-1 0 0,1 1 0,0-1 0,-1 0 0,1 0 0,0 0 0,0 0 0,-1 0 0,1 0 0,0 0 0,0 0 0,2 0 0,-3 0 0,0-1 0,0 0 0,0 0 0,0 0 0,1 0 0,-1 0 0,0 0 0,0 0 0,0 0 0,1 0 0,-1 0 0,0 0 0,0 0 0,0 0 0,0 0 0,1 0 0,-1 0 0,0-1 0,0 1 0,0 0 0,0 0 0,1 0 0,-1 0 0,0 0 0,0 0 0,0 0 0,0 0 0,0-1 0,1 1 0,-1 0 0,0 0 0,3-12 0,-3-22 0,0-6 0,0 37 0,1 1 0,-1-1 0,1 1 0,-1-1 0,1 1 0,0-1 0,0 1 0,0 0 0,0-1 0,0 1 0,3-4 0,-2 4 0,1 0 0,-1 1 0,0-1 0,1 1 0,-1 0 0,1-1 0,-1 1 0,1 0 0,0 1 0,-1-1 0,1 0 0,0 1 0,-1-1 0,1 1 0,0 0 0,0 0 0,3 1 0,3-1 0,0 1 0,-1 0 0,1 1 0,10 3 0,-9-1 6,-1 1-1,1 0 1,-1 0-1,0 1 0,0 0 1,-1 1-1,0 0 1,0 0-1,11 14 1,23 20-1426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39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24575,'42'42'0,"72"70"0,-61-68 0,78 49 0,-99-71 0,-5-2 120,-22-15-321,-17-15-1083,1 2-5542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39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 24575,'-2'0'0,"0"0"0,-1 1 0,1-1 0,0 1 0,0 0 0,0 0 0,0 0 0,0 0 0,0 0 0,0 0 0,0 0 0,1 1 0,-1-1 0,0 1 0,1-1 0,-1 1 0,-1 2 0,-2 3 0,0 0 0,0 0 0,-4 9 0,-5 15 0,-10 35 0,6-18 0,-20 44-1365,35-83-5461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40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53 24575,'-3'-5'0,"1"-1"0,-1 1 0,0-1 0,0 1 0,-4-6 0,6 10 0,0-1 0,0 1 0,0 0 0,0 0 0,-1 0 0,1 0 0,0 0 0,0 1 0,0-1 0,-1 0 0,1 1 0,-1-1 0,1 0 0,0 1 0,-1 0 0,1-1 0,-1 1 0,1 0 0,-1 0 0,1 0 0,-1 0 0,1 0 0,-1 0 0,1 0 0,-1 0 0,-1 1 0,-11 4 0,0 1 0,-22 13 0,14-7 0,12-7 0,3-2 0,0 1 0,0 0 0,0 0 0,-10 9 0,15-11 0,1-1 0,-1 1 0,0 0 0,1 0 0,-1 1 0,1-1 0,0 0 0,0 0 0,0 1 0,0-1 0,0 0 0,0 1 0,1-1 0,-1 1 0,1-1 0,0 1 0,0-1 0,0 6 0,1 3 0,1 1 0,1-1 0,0 1 0,9 19 0,-7-16 0,8 29 0,-8-7 0,-2 0 0,-4 74 0,-1-40 0,2-50 0,-1 24 0,1-42 0,0-1 0,1 1 0,-1 0 0,1-1 0,0 1 0,-1-1 0,1 1 0,0 0 0,0-1 0,1 0 0,-1 1 0,3 3 0,-2-5 0,0 1 0,0-1 0,0 1 0,0-1 0,1 0 0,-1 0 0,0 0 0,1 0 0,-1 0 0,1 0 0,-1-1 0,1 1 0,-1-1 0,1 0 0,-1 0 0,1 1 0,-1-2 0,1 1 0,3-1 0,6-1 0,0 0 0,19-7 0,-30 8 0,2 0-112,-1 0 0,1 0-1,-1-1 1,1 1 0,-1-1-1,0 0 1,1 0 0,2-3-1,-4 4-241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40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24575,'0'20'0,"4"34"0,-3-48 0,0 0 0,1 0 0,0 0 0,0 0 0,0 0 0,0-1 0,1 1 0,0-1 0,0 1 0,4 4 0,-6-9 0,-1 0 0,0-1 0,1 1 0,0 0 0,-1-1 0,1 1 0,-1-1 0,1 1 0,0-1 0,-1 1 0,1-1 0,0 1 0,0-1 0,-1 0 0,1 1 0,0-1 0,0 0 0,0 1 0,-1-1 0,1 0 0,0 0 0,0 0 0,0 0 0,0 0 0,0 0 0,-1 0 0,1 0 0,0 0 0,0-1 0,0 1 0,0 0 0,-1 0 0,1-1 0,0 1 0,0 0 0,-1-1 0,1 1 0,0-1 0,-1 1 0,1-1 0,0 0 0,-1 1 0,1-1 0,-1 1 0,1-1 0,-1 0 0,1 0 0,0-1 0,4-5 0,-1 0 0,0-1 0,-1 1 0,3-9 0,-3 7 0,0 3 0,0 0 0,0 0 0,1 0 0,-1 0 0,1 1 0,9-11 0,-11 15 0,-1-1 0,0 1 0,1 0 0,-1 0 0,1-1 0,0 1 0,-1 0 0,1 0 0,0 0 0,0 1 0,0-1 0,-1 0 0,1 1 0,0-1 0,0 1 0,0 0 0,0-1 0,0 1 0,0 0 0,0 0 0,0 0 0,0 1 0,0-1 0,0 0 0,0 1 0,0-1 0,3 2 0,2 3 0,1 0 0,-1 0 0,0 0 0,-1 1 0,1 0 0,-1 0 0,7 9 0,21 21 0,-27-30 0,7 5 0,-1 1 0,0 0 0,16 20 0,-29-32-45,0 0-1,0 1 1,1-1-1,-1 0 1,0 1-1,0-1 1,1 1-1,-1-1 1,0 0-1,0 1 1,0-1-1,0 1 1,0-1-1,0 0 1,0 1-1,0-1 1,1 1-1,-1-1 1,-1 0-1,1 1 1,0-1-1,0 1 1,0-1-1,0 0 0,0 1 1,0-1-1,0 1 1,0-1-1,-1 1 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41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24575,'28'-9'0,"0"0"0,45-6 0,-66 14 0,1 0 0,0 0 0,0 1 0,0 0 0,0 1 0,0-1 0,0 2 0,0-1 0,0 1 0,0 0 0,-1 1 0,1 0 0,-1 0 0,11 6 0,-16-8 0,-1 1 0,1-1 0,-1 0 0,0 1 0,1-1 0,-1 1 0,0 0 0,0-1 0,0 1 0,0 0 0,0 0 0,0-1 0,-1 1 0,2 3 0,3 30 0,-3-15 0,6 53 0,-6-44 0,7 31 0,30 92 0,-26-107 0,1 3 0,9 38 0,-19-70 0,-2-7 0,0-1 0,0 1 0,-1 0 0,0 0 0,-1 14 0,0-21 0,-1 0 0,1 0 0,-1 0 0,1 0 0,-1 0 0,0 0 0,0 0 0,1 0 0,-1 0 0,-1 0 0,1-1 0,0 1 0,0 0 0,-1-1 0,1 1 0,-1-1 0,1 1 0,-1-1 0,1 0 0,-1 0 0,0 0 0,0 0 0,0 0 0,0 0 0,0 0 0,0 0 0,0-1 0,0 1 0,-2 0 0,-13 1 8,0 0 0,0-2-1,-32-2 1,6 1-1404,30 1-5430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42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20 24575,'-2'0'0,"-4"0"0,-3-3 0,-2 0 0,-2 0 0,-1-2 0,1 0-8191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43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287 117 24575,'-17'-25'0,"10"13"0,-2 0 0,1 0 0,-21-20 0,27 30 0,-1-1 0,0 1 0,0 0 0,0 0 0,0 0 0,0 0 0,0 1 0,0-1 0,-1 1 0,1 0 0,-1 0 0,1 0 0,0 0 0,-1 1 0,0 0 0,1-1 0,-1 1 0,1 0 0,-1 1 0,1-1 0,-5 1 0,-2 2 0,0 0 0,0 1 0,0 0 0,1 1 0,-1-1 0,1 2 0,0 0 0,0 0 0,-8 8 0,13-10 0,0 0 0,1 0 0,0 1 0,0-1 0,0 1 0,0 0 0,1-1 0,-1 1 0,2 0 0,-1 0 0,0 1 0,-1 8 0,3-10 0,-1 0 0,1 0 0,0 0 0,0 1 0,0-1 0,1 0 0,-1 0 0,1 0 0,0 0 0,0 0 0,1 0 0,-1 0 0,1 0 0,0-1 0,0 1 0,5 6 0,6 5 0,1 0 0,19 14 0,0 1 0,-18-15 0,90 92 0,-89-89 0,-1 2 0,-1 0 0,0 0 0,11 24 0,-22-38 0,-1-1 0,0 1 0,0 0 0,0 0 0,1 12 0,-2-17 0,-1 1 0,0 0 0,0-1 0,0 1 0,0 0 0,0-1 0,0 1 0,-1 0 0,1-1 0,-1 1 0,1 0 0,-1-1 0,1 1 0,-1-1 0,0 1 0,0-1 0,0 0 0,1 1 0,-2-1 0,1 0 0,0 1 0,0-1 0,0 0 0,0 0 0,-3 2 0,-1-1 0,1 0 0,-1 0 0,0-1 0,0 1 0,0-1 0,0 0 0,0 0 0,0-1 0,0 1 0,-1-1 0,1 0 0,0-1 0,0 1 0,0-1 0,0 0 0,0 0 0,0-1 0,-9-3 0,-5-4 0,0 0 0,1-1 0,-21-17 0,34 24 0,0-1 0,1 1 0,0-1 0,0 0 0,0 0 0,0 0 0,-5-9 0,8 12 0,0 0 0,1 0 0,-1-1 0,1 1 0,-1 0 0,1 0 0,-1-1 0,1 1 0,0 0 0,0-1 0,-1 1 0,1 0 0,0-1 0,0 1 0,0-1 0,1 1 0,-1 0 0,0-1 0,0 1 0,1 0 0,-1-1 0,1 1 0,-1 0 0,1 0 0,0 0 0,-1-1 0,1 1 0,0 0 0,0 0 0,0 0 0,0 0 0,0 0 0,0 0 0,0 0 0,0 1 0,0-1 0,2-1 0,2-1 11,0 1 0,1-1-1,-1 1 1,0 0 0,1 0-1,-1 0 1,1 1 0,9-1-1,5 0-448,23 2 0,-32 0-147,5 1-6241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44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28 24575,'1'-1'0,"1"-1"0,-1 0 0,0 1 0,0-1 0,0 0 0,0 0 0,-1 1 0,1-1 0,0 0 0,-1 0 0,1 0 0,-1 0 0,0-2 0,-1 4 0,-1 1 0,1 0 0,-1 1 0,1-1 0,-1 0 0,1 0 0,0 0 0,0 1 0,-2 1 0,-9 12 0,1 0 0,1 1 0,1 0 0,0 0 0,1 1 0,0 1 0,1-1 0,2 1 0,0 0 0,0 0 0,2 1 0,0-1 0,0 36 0,2-19 0,3 0 0,0 0 0,12 55 0,-11-78 0,1 0 0,0 0 0,0 0 0,1 0 0,0-1 0,1 0 0,1 0 0,0 0 0,0-1 0,1 0 0,0 0 0,1-1 0,13 12 0,-7-10 60,25 16 0,-34-23-246,0-1 1,1 0-1,-1-1 0,1 0 1,-1 1-1,1-2 1,10 2-1,-5-2-6640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45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24575,'0'-20'0,"0"15"0,0 15 0,0 335 0,0-334 0,1 0 0,0 0 0,1-1 0,0 1 0,5 17 0,-5-23 0,1 1 0,-1 0 0,1 0 0,0-1 0,0 1 0,1-1 0,0 0 0,0 0 0,0-1 0,9 9 0,-9-10 14,1 1-1,0-1 0,-1 0 0,1-1 1,0 1-1,0-1 0,0 0 1,8 2-1,-10-3-106,1-1 0,-1 1 1,0-1-1,0 0 0,1 0 0,-1 0 0,0 0 0,0-1 1,1 0-1,-1 1 0,0-1 0,0 0 0,0 0 1,0-1-1,5-2 0,1-2-6733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45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0 24575,'-30'0'0,"-11"0"0,-2 0 0,4 3 0,6 0 0,7 0 0,4 2 0,5 0 0,2 2 0,1-1 0,3-1-8191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45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29 24575,'-10'-5'0,"-6"-1"0,-2-1 0,-1 2 0,-2 2 0,1 1 0,0 3 0,2 2 0,-2 0 0,1-1 0,1 1 0,1-2 0,1 0 0,1-1 0,3 0-8191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46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24575,'0'1'0,"-1"-1"0,0 0 0,1 0 0,-1 1 0,0-1 0,1 0 0,-1 1 0,1-1 0,-1 1 0,1-1 0,-1 1 0,1-1 0,-1 1 0,1-1 0,-1 1 0,1-1 0,0 1 0,-1-1 0,1 1 0,0 0 0,0-1 0,-1 1 0,1 0 0,0-1 0,0 1 0,0 0 0,0 1 0,-3 21 0,3-20 0,0 8 0,0-1 0,1 1 0,0-1 0,1 1 0,3 10 0,20 52 0,-19-57 0,1-1 0,0 1 0,1-1 0,17 24 0,-25-39 0,0 0 0,0 1 0,1-1 0,-1 0 0,0 0 0,0 1 0,1-1 0,-1 0 0,0 0 0,0 1 0,1-1 0,-1 0 0,0 0 0,1 0 0,-1 0 0,0 1 0,1-1 0,-1 0 0,1 0 0,-1 0 0,0 0 0,1 0 0,-1 0 0,0 0 0,1 0 0,-1 0 0,1 0 0,-1 0 0,1-1 0,8-8 0,4-21 0,-11 25 0,8-23 0,-5 13 0,1 0 0,0 0 0,12-19 0,-17 31 0,1 0 0,0 0 0,1 0 0,-1 1 0,0-1 0,1 0 0,-1 1 0,1 0 0,0 0 0,0 0 0,0 0 0,0 0 0,0 0 0,0 1 0,1-1 0,-1 1 0,0 0 0,1 0 0,-1 0 0,6 0 0,-5 1 0,-1 0 0,1 1 0,-1 0 0,1-1 0,0 1 0,-1 0 0,0 1 0,1-1 0,-1 0 0,0 1 0,0 0 0,0 0 0,0 0 0,5 4 0,5 6 0,20 23 0,-17-17 0,31 36 120,-41-46-368,-1-1 1,0 1-1,0 0 1,-1 0-1,5 16 1,-5-12-6579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4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24575,'0'7'0,"-1"31"0,2 0 0,2 0 0,9 50 0,48 122 0,-57-192-1365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47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520 44 24575,'2'-3'0,"0"0"0,-1 1 0,1-1 0,-1 0 0,1 0 0,-1 0 0,0 0 0,0 0 0,0 0 0,0-1 0,0-3 0,-1 7 0,0 0 0,0-1 0,0 1 0,0 0 0,0 0 0,0 0 0,0 0 0,0 0 0,0 0 0,0-1 0,0 1 0,0 0 0,0 0 0,0 0 0,0 0 0,-1 0 0,1 0 0,0-1 0,0 1 0,0 0 0,0 0 0,0 0 0,0 0 0,0 0 0,0 0 0,-1 0 0,1 0 0,0 0 0,0 0 0,0-1 0,0 1 0,0 0 0,0 0 0,-1 0 0,1 0 0,0 0 0,0 0 0,0 0 0,-8 2 0,-9 9 0,14-9 0,-12 6 0,1-1 0,-1 0 0,-1-1 0,1-1 0,-1 0 0,-30 4 0,1-3 0,-57-1 0,-106-5-1365,196 0-5461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0:48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15 24575,'-1'0'0,"1"-1"0,0 1 0,0-1 0,-1 1 0,1 0 0,0-1 0,0 1 0,0-1 0,-1 1 0,1-1 0,0 1 0,0-1 0,0 1 0,0-1 0,0 1 0,0 0 0,0-1 0,0 1 0,0-1 0,0 1 0,0-1 0,0 1 0,0-1 0,0 1 0,1-1 0,-1 1 0,0-1 0,0 1 0,0 0 0,1-1 0,-1 0 0,1 1 0,-1 0 0,1 0 0,0 0 0,-1 0 0,1 0 0,0 0 0,-1 0 0,1 1 0,-1-1 0,1 0 0,0 0 0,-1 0 0,1 1 0,-1-1 0,1 0 0,-1 0 0,1 1 0,-1-1 0,1 1 0,-1-1 0,1 0 0,-1 1 0,1-1 0,-1 2 0,24 24 0,37 53 0,-45-56 0,22 31 0,-3 1 0,-2 3 0,-3 0 0,38 103 0,-61-140 0,0 1 0,-2 0 0,0 1 0,-2-1 0,2 34 0,-5-46 0,0 1 0,-1-1 0,0 1 0,-1-1 0,0 0 0,-1 0 0,0 0 0,0 0 0,-1 0 0,0-1 0,-1 1 0,0-1 0,0 0 0,-8 9 0,-6 3-103,-2-1-1,-39 31 0,37-32-950,7-7-5772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1:00.7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5267 1 24575,'119'-1'0,"132"2"0,-156 6 0,28 1 0,101-9 0,-286 0 0,-69 3 0,128-2 0,0 1 0,1 0 0,-1 0 0,0 0 0,0 0 0,0 1 0,1-1 0,-1 0 0,-2 3 0,2-2 0,0 0 0,0 0 0,0 0 0,0-1 0,-1 0 0,-6 3 0,-13-2 0,-1 0 0,1-1 0,-30-3 0,-1 0 0,-158-6 0,-155 1 0,227 8 0,118-1 0,-211 9 0,-20 20 0,135-19 0,57-5 0,-298-1 0,276-10 0,-26-2 0,91 8 0,-265 1 0,184 6 0,-33 0 0,89-6 0,-47 6 0,-69 8 0,30-2 0,-260-6 0,96-31 0,90 5 0,161 16 0,-217-9 0,-662 12 0,904 1 0,1 1 0,-22 4 0,9 0 0,-3 0 0,21-3 0,-1-1 0,-20 2 0,20-4 0,0-1 0,0 0 0,0 0 0,-18-6 0,23 6 0,0 0 0,0 0 0,0 1 0,0-1 0,0 1 0,0 1 0,0 0 0,-13 2 0,-2 3 0,-30 13 0,21-7 0,-14 7-455,2 1 0,-42 27 0,72-39-6371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1:03.5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3422 132 24575,'-7'-3'0,"-1"1"0,1-1 0,0 1 0,-1 0 0,1 1 0,-16-2 0,-48 4 0,35 0 0,-182-10 0,-53 2 0,38 3 0,-111-14 0,-386-26 0,395 40 0,260 11 0,-16 0 0,84-6 0,-1 0 0,1 0 0,0 1 0,-1 0 0,1 0 0,-10 4 0,-22 7 0,-19 1 0,23-5 0,-1-2 0,0-1 0,-58 3 0,73-9 0,-1 0 0,-36 8 0,-8-1 0,2 0 0,37-3 0,-1-2 0,1-1 0,-30-2 0,-49 1 0,101 1 0,0 0 0,1 0 0,-1 0 0,1 1 0,-1 0 0,1 0 0,0 0 0,-1 0 0,-6 5 0,-16 9 0,4-14 0,12-5 0,11 3 0,0 0 0,0 0 0,-1-1 0,1 1 0,0 0 0,0 0 0,0 0 0,-1-1 0,1 1 0,0 0 0,0 0 0,0-1 0,0 1 0,0 0 0,0-1 0,0 1 0,0 0 0,0 0 0,-1-1 0,1 1 0,0 0 0,0-1 0,0 1 0,1 0 0,-1 0 0,0-1 0,0 1 0,0 0 0,0-1 0,0 1 0,0-1 0,1 1 0,0-1 0,-1 0 0,1 0 0,0 0 0,0 0 0,0 1 0,0-1 0,0 0 0,0 1 0,0-1 0,0 0 0,0 1 0,0 0 0,0-1 0,0 1 0,0-1 0,0 1 0,0 0 0,2 0 0,26-2 0,-24 1 0,72 1 0,56-4 0,230-7 0,-78 7 0,140-3 0,-143 5 0,-123-5 0,64-1 0,-42 0 0,100 2 0,-183 7 0,11 6 0,-4 1 0,-21-1 0,-1 0 0,-62-8 0,42-7 0,-43 5 0,47-6 0,116 0 0,-158 8 0,32-5 0,16-1 0,395 6 0,-228 2 0,625-1 0,-670-9 0,-113 4 0,69-9 0,62-2 0,-98 9 0,6 0 0,118 8 0,163-2 0,-280-6 0,45-1 0,-12 1 0,-1 0 0,-30 6 0,211 3 0,-233 5 0,35 1 0,-8-1 0,1 0 0,444-8 0,-549 0 0,30-5 0,-30 2 0,32 0 0,-2 4 0,62 1 0,-106 3 0,-17 0 0,-21 4 0,25-7 0,-42 8 0,-73 6 0,-20-12 0,85-4 0,-55 7 0,-15 7 0,-65 8 0,-22 18-1365,176-34-5461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1:04.8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1272 73 24575,'-294'-31'0,"239"25"0,-29-1 0,-306 7 0,379 1 0,0 0 0,-19 5 0,18-4 0,1 0 0,-15 1 0,-34 3 0,49-4 0,0 0 0,-1-1 0,1-1 0,0 1 0,-1-2 0,1 0 0,0 0 0,0-1 0,-16-4 0,14 2 0,-1 0 0,0 2 0,0-1 0,-23 1 0,14 0 0,-2-4 0,23 6 0,1-1 0,0 1 0,-1-1 0,1 0 0,-1 0 0,1 1 0,0-1 0,0 0 0,0 0 0,-1 0 0,1 0 0,0 0 0,0-1 0,-1 0 0,2 1 0,0 1 0,0 0 0,0 0 0,1-1 0,-1 1 0,0 0 0,0 0 0,0-1 0,0 1 0,0 0 0,0 0 0,0-1 0,0 1 0,1 0 0,-1 0 0,0 0 0,0-1 0,0 1 0,1 0 0,-1 0 0,0 0 0,0 0 0,0-1 0,1 1 0,-1 0 0,0 0 0,0 0 0,1 0 0,-1 0 0,0 0 0,0 0 0,1 0 0,-1 0 0,0 0 0,0 0 0,1 0 0,-1 0 0,1 0 0,12-2 0,-12 2 0,27 0-207,1 1-1,30 5 0,-45-4-534,10 1-6084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2:21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1881 59 24575,'-360'-16'4,"-1"16"-408,148 1-35,89 1 403,-254-13 279,353 9-214,-12-2 172,0-1 0,-57-16 0,128 18-201,360 33-559,-294-19 363,830 89-1750,-818-89 2049,249 30-1109,-350-39 1132,0 0-1,-1 0 1,1 1-1,13 5 1,-14-1 290,-10-7-389,0 1-1,0-1 1,0 0-1,0 0 1,0 0-1,0 1 1,0-1-1,0 0 1,0 0-1,0 0 1,0 1-1,0-1 1,0 0-1,0 0 1,0 0-1,-1 0 0,1 1 1,0-1-1,0 0 1,0 0-1,0 0 1,0 0-1,0 1 1,0-1-1,-1 0 1,1 0-1,0 0 1,0 0-1,0 0 1,0 1-1,-1-1 1,1 0-1,-2 1 85,-1 0-1,1 0 0,0 0 0,-1-1 0,1 1 0,-5 0 0,-43 3 238,-64-3 1,64-1-418,-466-19-2317,-2-22 1004,207 15 764,111 9-449,-190-12 3531,318 28-805,57 1-8233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2:22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1295 130 24575,'-8'-5'0,"0"1"0,1 0 0,-2 1 0,1 0 0,-14-3 0,-45-6 0,-358-24 0,289 27 0,113 7 0,-247-25 0,257 25 0,-16-3 0,29 5 0,0 0 0,0 0 0,0 0 0,0 0 0,0 0 0,-1 0 0,1 0 0,0 0 0,0 0 0,0 0 0,0 0 0,0 0 0,0-1 0,-1 1 0,1 0 0,0 0 0,0 0 0,0 0 0,0 0 0,0 0 0,0 0 0,0 0 0,-1 0 0,1 0 0,0 0 0,0-1 0,0 1 0,0 0 0,0 0 0,0 0 0,0 0 0,0 0 0,0 0 0,0-1 0,0 1 0,0 0 0,0 0 0,0 0 0,0 0 0,0 0 0,0 0 0,0-1 0,0 1 0,0 0 0,0 0 0,0 0 0,0 0 0,0 0 0,0-1 0,0 1 0,9-3 0,15 0 0,45 3 0,120 15 0,-146-10 0,367 30-1020,-43-4 957,-349-29 63,-3-2 0,-1 2 0,0 0 0,0 1 0,26 8 0,-39-10-2,0-1 0,0 0 0,0 0-1,0 1 1,0-1 0,-1 1 0,1-1 0,0 1 0,0-1 0,-1 1 0,1 0 0,0-1 0,-1 1 0,1 0 0,-1-1 0,1 1 0,0 1 0,-1-2 7,0 1-1,0-1 1,0 1 0,0-1-1,0 1 1,0-1-1,0 1 1,0-1 0,0 1-1,0-1 1,-1 0-1,1 1 1,0-1 0,0 1-1,0-1 1,-1 0 0,1 1-1,0-1 1,0 1-1,-1-1 1,1 0 0,0 1-1,-1-1 1,0 0-1,-2 3 114,0-1 0,-1 0 0,1 0-1,-1 0 1,0 0 0,-5 1 0,-20 5-50,-1-1 0,-46 5 1,-63-2-767,123-9 514,-517-3-31,0-39 258,446 31-1237,58 5-4774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2:25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6087 117 24575,'0'0'0,"0"0"0,0 0 0,0 0 0,1-1 0,-1 1 0,0 0 0,0 0 0,0 0 0,0 0 0,0-1 0,1 1 0,-1 0 0,0 0 0,0 0 0,0-1 0,0 1 0,0 0 0,0 0 0,0 0 0,0-1 0,0 1 0,0 0 0,0 0 0,0 0 0,0-1 0,0 1 0,0 0 0,0 0 0,0-1 0,0 1 0,0 0 0,0 0 0,0 0 0,0-1 0,-1 1 0,-7-4 0,-12 1 0,19 3 0,-75-2 0,-22-2 0,-161-30 0,-215-13 0,282 50 0,141 1 0,-87 18 0,73-11 0,0-2 0,0-3 0,-88-3 0,95-3 0,-170-9 0,143 3 0,-102 5 0,84 2 0,102-1 0,-209 9 0,13 6 0,74-7 0,11-2 0,-174 1 0,182-8 0,-52-7 0,93 3 0,-106 5 0,-75 13 0,232-12 0,-208 12 0,128-7 0,-119 3 0,-303-28 0,153-15 0,-29 27 0,237 9 0,131-1 0,0 2 0,0 1 0,1 0 0,-24 8 0,33-8 0,33-9 0,0 1 0,0 2 0,40-1 0,271 26 0,-111-3 0,201-5 0,-231-14 0,148-2 0,-199-6 0,42-1 0,-92 8 0,209-8 0,-219 2 0,139-14 0,-125 8 0,112 0 0,508 13 0,-577-9 0,-12 1 0,289 7 0,-196 0 0,-182-2 0,1-1 0,37-9 0,-10 1 0,-1 1 0,-13 2 0,87-4 0,-116 12 0,70-1 0,126 16 0,-94 1 0,192-2 0,-289-14 0,-1-1 0,1-2 0,0-1 0,-1 0 0,42-15 0,-65 19-105,-1 0 31,0 0 0,0-1 0,0 1-1,0 0 1,-1-1 0,1 1 0,0-1 0,0 1 0,0-1 0,0 1 0,0-1 0,0 0-1,-1 1 1,1-1 0,0 0 0,1-1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00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24575,'1'22'0,"0"1"0,2-1 0,0 0 0,1 0 0,1 0 0,2 0 0,0-1 0,16 35 0,-19-50 0,16 40 0,-19-42 0,1 0 0,-1-1 0,0 1 0,-1 1 0,1-1 0,0 0 0,-1 0 0,0 0 0,-1 5 0,1-8 2,0-1-1,0 0 0,0 1 1,0-1-1,0 0 1,0 1-1,0-1 0,0 0 1,0 0-1,0 1 0,0-1 1,0 0-1,0 1 1,-1-1-1,1 0 0,0 0 1,0 1-1,0-1 0,0 0 1,-1 0-1,1 1 1,0-1-1,0 0 0,-1 0 1,1 0-1,0 1 1,-1-1-1,1 0 0,0 0 1,0 0-1,-1 0 0,1 0 1,0 0-1,-1 1 1,1-1-1,0 0 0,-1 0 1,1 0-1,0 0 0,-1 0 1,1 0-1,0 0 1,-1-1-1,1 1 0,0 0 1,-1 0-1,1 0 1,0 0-1,0 0 0,-1-1 1,-14-10-510,11 7-420,-5-3-5898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00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24575,'5'-7'0,"1"0"0,0 0 0,1 0 0,-1 1 0,1 0 0,1 0 0,-1 0 0,1 1 0,0 1 0,0-1 0,0 1 0,1 0 0,-1 1 0,1 0 0,0 1 0,0 0 0,0 0 0,18-1 0,21 1 0,70 7 0,-107-2 116,-9-1-322,-7 1-1069,-4 0-5551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01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24575,'38'-3'0,"104"-11"0,-150 16 0,0 1 0,0 0 0,0 0 0,1 0 0,0 1 0,-1 0 0,1 1 0,-6 5 0,8-6 0,1-1 0,0 2 0,0-1 0,0 0 0,0 1 0,1 0 0,0 0 0,0 0 0,0 0 0,0 0 0,1 1 0,0-1 0,0 1 0,1-1 0,0 1 0,-1 0 0,2-1 0,-1 1 0,1 0 0,0 0 0,0 0 0,1 6 0,0-10 0,-1 0 0,0 0 0,1 0 0,0 0 0,-1 0 0,1 0 0,0 0 0,0 0 0,0-1 0,0 1 0,1 0 0,-1 0 0,0-1 0,1 1 0,2 2 0,-1-2 0,1 1 0,-1-1 0,1 0 0,0 0 0,0 0 0,0-1 0,6 2 0,2 0 0,1-1 0,0 0 0,27 0 0,13-3 0,39 2 0,-58 7-1365,-24-5-5461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01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24575,'8'-2'0,"1"0"0,-1 1 0,1 0 0,-1 1 0,1-1 0,-1 2 0,16 1 0,-5 3 0,-1-1 0,26 12 0,103 45 103,21 8-1571,-155-65-5358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01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0 24575,'-22'15'0,"-7"7"0,-2 3 0,3-2 0,5-1 0,5-2 0,5-2 0,3-4 0,2-2 0,1-1 0,1 1 0,0-3 0,0 1 0,-1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02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5 24575,'-2'-1'0,"1"0"0,-1 1 0,0-1 0,1 1 0,-1 0 0,0-1 0,1 1 0,-1 0 0,0 0 0,1 0 0,-1 0 0,0 0 0,1 0 0,-1 1 0,0-1 0,1 1 0,-1-1 0,1 1 0,-1-1 0,0 1 0,1 0 0,0 0 0,-1 0 0,1 0 0,-1 0 0,1 0 0,0 0 0,0 0 0,0 0 0,-1 1 0,1-1 0,-1 3 0,-1 0 0,0 1 0,1-1 0,-1 1 0,1 0 0,0 0 0,0 0 0,1 0 0,-1 0 0,0 7 0,2-9 0,0 0 0,0 0 0,0 0 0,0 0 0,0 0 0,1 0 0,-1-1 0,1 1 0,0 0 0,0 0 0,0 0 0,0 0 0,0-1 0,1 1 0,-1-1 0,4 5 0,-2-4 0,0 1 0,0-2 0,1 1 0,-1 0 0,1-1 0,-1 1 0,1-1 0,0 0 0,0 0 0,7 2 0,-3-2 0,0 0 0,0-1 0,0 1 0,0-1 0,0-1 0,1 0 0,-1 0 0,0 0 0,0-1 0,0 0 0,16-5 0,-22 5 0,0 1 0,-1-1 0,1 0 0,0 0 0,-1 0 0,1 0 0,0 0 0,-1 0 0,1-1 0,-1 1 0,0 0 0,0-1 0,1 1 0,-1-1 0,0 1 0,0-1 0,0 0 0,0 1 0,-1-1 0,1 0 0,0 0 0,-1 1 0,1-1 0,-1 0 0,1-3 0,-1-3 0,0 0 0,0 0 0,-1 0 0,-3-14 0,1 5 0,5 21 0,0 0 0,0 0 0,1 0 0,-1 0 0,4 3 0,-1-1 0,-1 0 0,1 0 0,0-1 0,0 0 0,1 0 0,-1 0 0,1 0 0,0-1 0,1 0 0,-1-1 0,0 1 0,1-1 0,0 0 0,0-1 0,0 0 0,0 0 0,0 0 0,0-1 0,1 0 0,-1-1 0,11 1 0,-16-2 0,0 1 0,0 0 0,1 0 0,-1-1 0,0 1 0,0-1 0,0 0 0,0 0 0,0 0 0,0 0 0,0 0 0,0 0 0,0 0 0,0 0 0,0-1 0,-1 1 0,1-1 0,0 0 0,-1 1 0,0-1 0,1 0 0,-1 0 0,2-3 0,0-2 0,-1 1 0,0-1 0,0 0 0,0 0 0,-1 0 0,1-8 0,-2 14 0,0 0 0,0 0 0,0 0 0,0 1 0,0-1 0,0 0 0,1 0 0,-1 0 0,0 0 0,0 1 0,1-1 0,-1 0 0,1 0 0,-1 1 0,1-1 0,-1 0 0,1 1 0,-1-1 0,1 0 0,0 1 0,0-2 0,0 2 0,0 0 0,0 0 0,0 0 0,-1 0 0,1 0 0,0 0 0,0 0 0,0 0 0,-1 0 0,1 0 0,0 0 0,0 0 0,0 0 0,-1 1 0,1-1 0,0 0 0,0 1 0,0 0 0,6 3 0,-1 0 0,0 1 0,0 0 0,5 6 0,-4-5 0,-3-2 0,4 4 0,1-1 0,0 0 0,1 0 0,9 5 0,-17-11 0,0 0 0,0 0 0,0 0 0,0 0 0,0 0 0,0-1 0,0 1 0,0-1 0,1 1 0,-1-1 0,0 0 0,0 0 0,0 0 0,1 0 0,-1 0 0,0 0 0,0-1 0,0 1 0,0-1 0,0 1 0,1-1 0,-1 0 0,0 0 0,0 0 0,-1 0 0,1 0 0,0 0 0,2-2 0,-3 0 0,1 1 0,0 0 0,-1-1 0,0 1 0,0 0 0,0-1 0,0 0 0,0 1 0,0-1 0,0 0 0,-1 1 0,0-1 0,1 0 0,-1 0 0,0 1 0,0-1 0,0 0 0,-1-3 0,0 2 0,1 0 0,0 0 0,0 0 0,1 0 0,-1 0 0,2-7 0,-1 11 0,-1 0 0,0-1 0,0 1 0,1-1 0,-1 1 0,0-1 0,0 1 0,1-1 0,-1 1 0,0 0 0,1-1 0,-1 1 0,1 0 0,-1-1 0,1 1 0,-1 0 0,0 0 0,1-1 0,-1 1 0,1 0 0,-1 0 0,1 0 0,-1 0 0,1-1 0,-1 1 0,1 0 0,-1 0 0,1 0 0,-1 0 0,1 0 0,0 0 0,-1 1 0,1-1 0,-1 0 0,1 0 0,-1 0 0,1 0 0,-1 0 0,0 1 0,1-1 0,-1 0 0,1 1 0,-1-1 0,1 0 0,0 1 0,21 18 0,-19-16 0,5 5 0,0 0 0,1-1 0,0 0 0,0 0 0,12 5 0,-17-10 0,-1 0 0,1-1 0,0 0 0,0 0 0,0 0 0,-1 0 0,1 0 0,0-1 0,0 0 0,0 1 0,0-2 0,0 1 0,0 0 0,0-1 0,0 0 0,0 0 0,7-2 0,51-31-1365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03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60 106 24575,'137'410'0,"-136"-407"0,0 0 0,-1-1 0,1 1 0,-1 0 0,0-1 0,0 5 0,0-7 0,0 0 0,0 0 0,0 0 0,0 1 0,0-1 0,0 0 0,0 0 0,0 1 0,0-1 0,0 0 0,0 0 0,0 0 0,-1 1 0,1-1 0,0 0 0,0 0 0,0 0 0,0 0 0,0 1 0,-1-1 0,1 0 0,0 0 0,0 0 0,0 0 0,0 0 0,-1 0 0,1 1 0,0-1 0,0 0 0,-1 0 0,1 0 0,-1 0 0,0-1 0,0 1 0,1 0 0,-1 0 0,0-1 0,1 1 0,-1 0 0,0-1 0,1 1 0,-1-1 0,1 1 0,-1-1 0,0 0 0,-16-15 0,1-1 0,1-1 0,0 0 0,1-1 0,2 0 0,0-1 0,0-1 0,2 0 0,1 0 0,-9-32 0,9 28 0,2-1 0,1 0 0,1 0 0,1 0 0,1 0 0,2-41 0,1 64 0,0 0 0,0 0 0,1-1 0,-1 1 0,1 0 0,0 0 0,0 0 0,0 0 0,0 0 0,1 0 0,-1 0 0,1 0 0,0 0 0,0 0 0,0 1 0,0-1 0,0 1 0,1 0 0,2-3 0,-2 3 0,0 1 0,0-1 0,1 1 0,-1-1 0,0 1 0,1 0 0,-1 1 0,1-1 0,-1 0 0,1 1 0,-1 0 0,1 0 0,-1 0 0,1 0 0,-1 1 0,1-1 0,5 3 0,4 0 0,0 1 0,-1 1 0,0 0 0,0 0 0,0 1 0,13 9 0,-21-12 0,0 0 0,-1-1 0,1 1 0,0 1 0,-1-1 0,1 1 0,-1-1 0,0 1 0,0 0 0,-1 0 0,1 0 0,-1 0 0,0 1 0,0-1 0,0 1 0,-1-1 0,1 1 0,-1 0 0,0-1 0,0 7 0,-1-9 5,-1 1 1,1-1-1,-1 1 0,1-1 0,-1 1 0,0-1 1,0 1-1,0-1 0,0 0 0,0 1 1,-1-1-1,1 0 0,-1 0 0,1 0 0,-1 0 1,0 0-1,0 0 0,0-1 0,0 1 0,0 0 1,0-1-1,-3 2 0,-1 0-217,-1 1 0,0-2 0,1 1-1,-1-1 1,0 0 0,-13 2 0,4-2-6614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04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162 680 24575,'37'-125'0,"-32"103"0,-1 0 0,0 0 0,-1-40 0,-4 47 0,0 1 0,-1-1 0,-1 0 0,-1 1 0,0 0 0,-9-21 0,-45-80 0,33 68 0,10 19 0,-1 0 0,-2 1 0,-23-28 0,41 54 0,0 1 0,-1 0 0,1 0 0,0-1 0,0 1 0,0 0 0,0 0 0,0 0 0,-1-1 0,1 1 0,0 0 0,0 0 0,0 0 0,-1-1 0,1 1 0,0 0 0,0 0 0,-1 0 0,1 0 0,0 0 0,0 0 0,-1-1 0,1 1 0,0 0 0,-1 0 0,1 0 0,0 0 0,0 0 0,-1 0 0,1 0 0,0 0 0,-1 0 0,1 0 0,0 0 0,0 1 0,-1-1 0,1 0 0,0 0 0,-1 0 0,-2 13 0,3 21 0,1-33 0,2 24 0,1 0 0,1-1 0,1 1 0,16 37 0,48 91 0,-64-140 0,2 2 0,0-1 0,1 1 0,1-1 0,0-1 0,1 0 0,20 19 0,-21-23 0,1-1 0,0 0 0,0 0 0,0-2 0,1 1 0,0-1 0,0-1 0,25 7 0,-34-11 0,12 3 0,-1 0 0,24 1 0,-34-4 0,1-1 0,0 0 0,-1-1 0,1 1 0,0-1 0,-1 0 0,1 0 0,-1 0 0,1-1 0,-1 1 0,0-1 0,7-4 0,-4 2 0,1-1 0,-1-1 0,0 1 0,-1-1 0,1-1 0,-1 1 0,9-13 0,-11 13 0,-1 1 0,0-1 0,-1 1 0,1-1 0,-1 0 0,0 0 0,-1 0 0,0 0 0,1 0 0,-2 0 0,1-12 0,-1 12 0,0 1 0,0 0 0,-1 0 0,0 0 0,0 0 0,0 0 0,0 0 0,-1 0 0,-3-6 0,4 9 0,0-1 0,-1 1 0,0 0 0,1 0 0,-1 0 0,0 1 0,0-1 0,0 0 0,0 1 0,0-1 0,0 1 0,-1-1 0,1 1 0,-1 0 0,1 0 0,0 0 0,-1 1 0,1-1 0,-1 0 0,-3 1 0,3-1 0,0 0 0,0 1 0,-1 0 0,1 0 0,0 0 0,0 0 0,-1 0 0,1 1 0,0-1 0,0 1 0,-1 0 0,1 0 0,0 0 0,0 0 0,0 1 0,0-1 0,1 1 0,-1 0 0,0 0 0,1 0 0,-1 0 0,1 0 0,-1 1 0,1-1 0,0 1 0,0-1 0,0 1 0,1 0 0,-1 0 0,-2 4 0,3-3 0,-1 1 0,0-1 0,1 0 0,0 1 0,0-1 0,0 1 0,1-1 0,-1 1 0,1-1 0,0 1 0,1-1 0,-1 1 0,1 0 0,-1-1 0,2 0 0,-1 1 0,0-1 0,1 0 0,0 1 0,0-1 0,0 0 0,0 0 0,1-1 0,5 8 0,2-1 0,0 0 0,0-1 0,1 0 0,0 0 0,1-2 0,0 1 0,0-2 0,23 10 0,-7-5 0,1-2 0,58 12 0,-59-18 120,-27-3-166,-1 0-1,1 0 1,0 0-1,0 0 1,-1-1 0,1 1-1,0 0 1,0 0-1,-1 0 1,1-1 0,0 1-1,-1 0 1,1-1-1,0 1 1,-1 0-1,1-1 1,0 1 0,-1-1-1,1 1 1,-1-1-1,1 0 1,-1 1 0,1-1-1,-1 1 1,1-1-1,-1 0 1,0 1 0,1-1-1,-1 0 1,0 0-1,1 0 1,-2-8-6780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04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38 24575,'-5'-10'0,"1"-3"0,1 3 0,1 5 0,1 7 0,0 5 0,1 4 0,0 2 0,1-1-8191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04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24575,'-5'8'0,"-1"2"-8191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07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24575,'-1'0'0,"1"0"0,-1 0 0,0 0 0,1 1 0,-1-1 0,1 0 0,0 0 0,-1 1 0,1-1 0,-1 0 0,1 1 0,-1-1 0,1 1 0,0-1 0,-1 0 0,1 1 0,0-1 0,-1 1 0,1-1 0,0 1 0,0-1 0,-1 1 0,1-1 0,0 1 0,0-1 0,0 1 0,0-1 0,0 1 0,0 0 0,0-1 0,0 1 0,0-1 0,0 1 0,0-1 0,0 1 0,0-1 0,0 1 0,0-1 0,1 2 0,5 21 0,-2-15 0,1 0 0,-1-1 0,1 1 0,1-1 0,-1-1 0,1 1 0,1-1 0,-1 0 0,11 8 0,9 4 0,36 19 0,-35-22 0,161 90 0,-186-104-116,-2-1 50,1 0 0,-1 1 0,1-1 1,-1 0-1,1 0 0,-1 1 1,1-1-1,-1 0 0,0 1 0,1-1 1,-1 0-1,0 1 0,1-1 1,-1 1-1,0-1 0,1 1 0,-1-1 1,1 1-1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07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0 24575,'-19'13'0,"2"-2"0,-18 15 0,29-20 0,0-1 0,0 1 0,1 0 0,0 1 0,0-1 0,-4 9 0,-19 45 0,-2 3 0,20-40-1365,6-12-5461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08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11 24575,'-37'-4'0,"-38"-3"0,64 7 0,0 0 0,0 1 0,0 0 0,-19 5 0,29-5 0,-1-1 0,0 1 0,0-1 0,0 1 0,1 0 0,-1 0 0,0 0 0,1 0 0,-1 0 0,1 0 0,-1 1 0,1-1 0,-1 0 0,1 1 0,0-1 0,0 1 0,0 0 0,0-1 0,0 1 0,0 0 0,0-1 0,0 1 0,1 0 0,-1 0 0,0 2 0,1 2 0,-1 1 0,1-1 0,0 1 0,0-1 0,1 1 0,1 6 0,-1-8 0,0 0 0,0 0 0,0 0 0,1 0 0,-1 0 0,1-1 0,0 1 0,1-1 0,-1 1 0,1-1 0,0 0 0,0 0 0,0 0 0,1 0 0,-1-1 0,1 0 0,0 1 0,0-1 0,0 0 0,0-1 0,0 1 0,1-1 0,0 0 0,-1 0 0,1 0 0,0-1 0,0 1 0,-1-1 0,10 1 0,84-2-17,-61 0-1331,-21 0-5478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08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1 24575,'-5'0'0,"1"0"0,0 0 0,0 1 0,0-1 0,0 1 0,0 0 0,0 0 0,0 1 0,0-1 0,0 1 0,1 0 0,-1 0 0,-5 4 0,5-2 0,0 0 0,0 0 0,0 0 0,1 0 0,0 0 0,-1 1 0,2 0 0,-1 0 0,-2 5 0,-2 8 0,1 1 0,1-1 0,1 1 0,-3 32 0,3-21 0,2 0 0,1 0 0,1 0 0,2 0 0,0 0 0,3 0 0,0-1 0,18 54 0,-20-76-85,0-1 0,0 0-1,0 0 1,1-1 0,0 1-1,0-1 1,1 0 0,-1 0-1,1 0 1,1 0 0,-1-1-1,0 0 1,1 0 0,0-1-1,9 5 1,-3-3-6741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09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27 24575,'-2'-4'0,"0"0"0,0 1 0,0-1 0,-5-4 0,7 7 0,0 1 0,0 0 0,-1 0 0,1 0 0,0-1 0,0 1 0,-1 0 0,1 0 0,0 0 0,0-1 0,-1 1 0,1 0 0,0 0 0,0 0 0,-1 0 0,1 0 0,0 0 0,-1 0 0,1 0 0,0 0 0,-1 0 0,1 0 0,0 0 0,0 0 0,-1 0 0,1 0 0,0 0 0,-1 0 0,0 1 0,1-1 0,-1 1 0,1 0 0,0-1 0,-1 1 0,1 0 0,-1-1 0,1 1 0,0 0 0,0 0 0,-1 0 0,1-1 0,0 1 0,0 0 0,0 0 0,0 1 0,-1 22 0,1 1 0,1-1 0,1 0 0,9 39 0,2 23 0,-6-20 0,3 45 0,-10-102 0,1-1 0,-1 1 0,1-1 0,1 1 0,0-1 0,3 10 0,-5-17 0,1 1 0,0-1 0,-1 1 0,1-1 0,0 0 0,-1 1 0,1-1 0,0 0 0,0 1 0,0-1 0,0 0 0,1 0 0,-1 0 0,0 0 0,0 0 0,1 0 0,-1 0 0,1 0 0,-1-1 0,0 1 0,1 0 0,-1-1 0,1 0 0,0 1 0,-1-1 0,1 0 0,-1 1 0,1-1 0,-1 0 0,1 0 0,0 0 0,-1-1 0,1 1 0,-1 0 0,1-1 0,-1 1 0,1-1 0,-1 1 0,4-2 0,2-2-151,1 0-1,-1-1 0,0 0 0,0 0 1,0-1-1,-1 1 0,0-1 1,6-8-1,-1 2-6674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09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0 24575,'-30'0'0,"-11"0"0,-2 3 0,4 0 0,6 0 0,7 2 0,4 0 0,5 0 0,4 0 0,2 0 0,1 0 0,2 0 0,0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09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24575,'149'300'0,"-132"-260"0,12 43 0,-23-61 0,-1 0 0,-1 0 0,3 40 0,-7-57 7,0 1 0,-1 0-1,1-1 1,-1 1 0,0-1-1,-1 1 1,1-1-1,-1 1 1,0-1 0,0 0-1,-1 0 1,1 0 0,-1 0-1,-1 0 1,1-1 0,0 1-1,-9 7 1,5-6-156,-1 0 1,0-1-1,0 1 1,0-2-1,-1 1 1,1-1-1,-1 0 1,0-1-1,-16 4 1,4-3-6678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10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29 24575,'-27'-2'0,"-12"-2"0,-1 1 0,4-2 0,5 0 0,6 1 0,4 1 0,4 1 0,4 3 0,2 2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10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43 24575,'-27'-8'0,"-11"-1"0,-5-1 0,4 3 0,5 1 0,8 3-8191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12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1 24575,'-44'-1'0,"-43"1"0,77 1 0,-1 0 0,1 1 0,0 0 0,-1 0 0,-18 8 0,27-9 0,0 0 0,0 0 0,1 0 0,-1 0 0,0 0 0,1 0 0,-1 0 0,1 0 0,-1 1 0,1-1 0,0 1 0,-1-1 0,1 1 0,0-1 0,0 1 0,0 0 0,0-1 0,0 1 0,1 0 0,-1 0 0,0 0 0,1 0 0,-1 0 0,1 0 0,0-1 0,0 1 0,0 0 0,0 3 0,0-1 0,1 0 0,0 0 0,0-1 0,1 1 0,-1 0 0,1-1 0,-1 1 0,1-1 0,0 1 0,0-1 0,1 0 0,-1 0 0,4 4 0,7 4 14,0 0-1,0-1 0,1-1 0,0 0 1,1 0-1,0-2 0,0 0 1,19 6-1,1-2-508,1-1 0,58 7 0,-72-14-6331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13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16 24575,'-7'2'0,"0"1"0,1 0 0,0 0 0,-1 0 0,-6 6 0,12-9 0,0 1 0,0 0 0,0-1 0,0 1 0,0 0 0,0 0 0,0-1 0,1 1 0,-1 0 0,0 0 0,1 0 0,-1 0 0,0 0 0,1 0 0,-1 0 0,1 0 0,0 0 0,-1 0 0,1 1 0,0-1 0,0 0 0,-1 0 0,1 0 0,0 0 0,0 0 0,0 1 0,0-1 0,1 0 0,-1 0 0,0 0 0,0 0 0,1 0 0,-1 0 0,1 1 0,-1-1 0,1 0 0,-1 0 0,1 0 0,-1 0 0,2 0 0,3 5 0,1-1 0,-1 0 0,1 0 0,0-1 0,0 0 0,1 0 0,-1 0 0,1-1 0,10 4 0,7 1 0,35 8 0,-41-12 0,0-1 0,1-1 0,-1 0 0,0-1 0,23-2 0,-39 1 0,-1-1 0,0 1 0,1 0 0,-1 0 0,1-1 0,-1 1 0,0 0 0,1-1 0,-1 0 0,0 1 0,0-1 0,1 0 0,-1 1 0,0-1 0,0 0 0,0 0 0,2-2 0,-2 2 0,-1 0 0,1 0 0,-1 0 0,1 0 0,-1 0 0,0-1 0,1 1 0,-1 0 0,0 0 0,0 0 0,0-1 0,0 1 0,0 0 0,0 0 0,0 0 0,0 0 0,-1-2 0,0-1 0,0 1 0,-1-1 0,1 0 0,-1 1 0,0-1 0,0 1 0,0 0 0,-1-1 0,1 1 0,-1 0 0,-4-3 0,-7-7 0,-2 2 0,1 0 0,-28-14 0,35 21 0,0 1 0,0-1 0,0 1 0,0 1 0,0 0 0,-1 0 0,1 0 0,-1 1 0,0 0 0,-11 1 0,18 0-114,-1 1 1,1-1-1,0 1 0,-1-1 0,1 1 1,-1 0-1,1 0 0,0 0 0,0 0 1,-1 0-1,-2 3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13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49 24575,'-1'-1'0,"-3"-7"0,-1 1 0,-9-11 0,13 17 0,0 0 0,0 0 0,0 0 0,0 0 0,0 0 0,0 0 0,0 0 0,0 0 0,-1 0 0,1 1 0,0-1 0,0 1 0,-1-1 0,1 1 0,-1-1 0,1 1 0,0-1 0,-1 1 0,1 0 0,-1 0 0,1 0 0,-1 0 0,-1 0 0,2 1 0,0-1 0,0 1 0,0-1 0,0 1 0,0 0 0,0-1 0,0 1 0,1 0 0,-1 0 0,0-1 0,0 1 0,1 0 0,-1 0 0,1 0 0,-1 0 0,1 0 0,-1 0 0,1 0 0,-1 0 0,1 0 0,0 0 0,0 0 0,0 0 0,-1 0 0,1 1 0,0-1 0,0 0 0,0 0 0,1 0 0,-1 1 0,0 4 0,1-1 0,0 1 0,0-1 0,4 8 0,3 7 0,2-1 0,0-1 0,1 0 0,1 0 0,17 18 0,9 14 0,-36-48 0,-1 1 0,1 0 0,-1-1 0,1 1 0,-1 0 0,0 0 0,0 0 0,0 0 0,0 0 0,-1 0 0,1 0 0,-1 0 0,0 0 0,0 4 0,0-5 0,0 0 0,-1 0 0,1-1 0,-1 1 0,0 0 0,1 0 0,-1 0 0,0-1 0,0 1 0,0 0 0,0-1 0,0 1 0,-1-1 0,1 1 0,0-1 0,-1 0 0,1 0 0,-1 1 0,1-1 0,-1 0 0,1 0 0,-1 0 0,-3 1 0,-14 4 0,-1-1 0,0-1 0,0 0 0,0-2 0,-31 1 0,8-2-1365,26-1-5461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14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24575,'36'-13'0,"44"-9"0,-65 18 0,0 1 0,0 1 0,1 1 0,-1 0 0,28 3 0,-41-2 0,0 0 0,0 0 0,0 1 0,1-1 0,-1 1 0,0-1 0,-1 1 0,1 0 0,0 0 0,0 0 0,0 0 0,0 0 0,-1 0 0,1 0 0,0 1 0,-1-1 0,1 1 0,-1-1 0,0 1 0,1-1 0,1 4 0,-2-2 0,-1-1 0,1 1 0,0-1 0,-1 1 0,0-1 0,1 1 0,-1 0 0,0-1 0,0 1 0,-1-1 0,1 1 0,-1 0 0,1-1 0,-1 1 0,0-1 0,-2 5 0,-4 8 0,-1-1 0,-1 0 0,0 0 0,-1-1 0,-20 21 0,-1 2 0,27-31 0,0-1 0,1 0 0,0 0 0,0 0 0,-3 6 0,5-9 0,1-1 0,0 1 0,0-1 0,0 1 0,0 0 0,-1-1 0,1 1 0,0-1 0,0 1 0,0-1 0,0 1 0,0-1 0,0 1 0,0-1 0,0 1 0,0-1 0,1 1 0,-1-1 0,0 2 0,1-2 0,-1 1 0,1-1 0,-1 1 0,1-1 0,-1 1 0,1-1 0,0 0 0,-1 1 0,1-1 0,0 0 0,-1 1 0,1-1 0,0 0 0,-1 0 0,1 0 0,0 0 0,-1 0 0,1 0 0,1 0 0,5 0 0,1 0 0,0-1 0,-1 0 0,10-3 0,13-1 0,82-13 0,-89 13-1365,-14 1-5461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15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24575,'0'8'0,"0"4"0,0 3 0,2 1 0,2 1 0,1-1 0,3 3 0,1 0 0,0-1 0,1-1 0,2-1 0,1 0 0,1-1 0,1-1 0,-3 1 0,-3-6 0,-3-6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15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24575,'5'14'0,"4"9"0,1 1 0,0 0 0,2-2 0,1-2 0,-2-3 0,0 0 0,0 0 0,1 1 0,1-1 0,-2 0 0,0-4 0,-2-1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15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498 31 24575,'-30'-5'0,"-14"-2"0,-5 1 0,2 1 0,3 1 0,4 2 0,4 1 0,4 0 0,-1 1 0,1 1 0,1-1 0,0 3 0,4 0 0,6 0-8191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16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 24575,'0'0'0,"0"-1"0,-1 1 0,1 0 0,0 0 0,0 0 0,0-1 0,0 1 0,-1 0 0,1 0 0,0 0 0,0 0 0,0 0 0,-1 0 0,1-1 0,0 1 0,0 0 0,0 0 0,-1 0 0,1 0 0,0 0 0,0 0 0,-1 0 0,1 0 0,0 0 0,0 0 0,0 0 0,-1 0 0,1 0 0,0 0 0,0 0 0,-1 0 0,1 0 0,0 0 0,0 1 0,0-1 0,-1 0 0,1 0 0,0 0 0,0 0 0,0 0 0,-1 0 0,1 1 0,0-1 0,0 0 0,0 0 0,0 0 0,0 1 0,-1-1 0,1 0 0,0 0 0,0 0 0,0 1 0,0-1 0,0 0 0,0 0 0,0 0 0,0 1 0,0-1 0,0 0 0,0 0 0,0 1 0,0-1 0,0 0 0,0 1 0,-1 16 0,5 1 0,0 1 0,1-1 0,1 0 0,1-1 0,0 0 0,2 0 0,18 29 0,60 81 0,-85-124-115,-2-3 31,1 1 1,-1 0 0,0-1-1,1 1 1,-1 0 0,1-1-1,0 1 1,-1 0 0,1-1 0,-1 1-1,1-1 1,0 1 0,-1-1-1,2 1 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16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14 24575,'4'-2'0,"0"0"0,0 0 0,1 0 0,-1 1 0,0 0 0,1 0 0,-1 0 0,0 1 0,1-1 0,-1 1 0,10 1 0,-9 0 0,1 0 0,-1 1 0,1-1 0,-1 1 0,1 1 0,-1-1 0,0 1 0,9 6 0,-2-1 0,-1 1 0,0 0 0,0 1 0,-1 1 0,0-1 0,0 2 0,-2-1 0,1 1 0,-1 0 0,-1 1 0,8 18 0,-14-28 0,0 1 0,0-1 0,0 1 0,0-1 0,0 1 0,-1-1 0,0 1 0,0 0 0,0-1 0,0 1 0,0-1 0,-1 1 0,1 0 0,-1-1 0,-2 7 0,1-7 0,1-1 0,-1 0 0,1 1 0,-1-1 0,0 0 0,0 0 0,0 0 0,0 0 0,0 0 0,0 0 0,-1-1 0,1 1 0,0-1 0,-1 1 0,0-1 0,1 0 0,-1 0 0,0 0 0,1-1 0,-6 2 0,-4-1 0,1 0 0,0 0 0,-1-1 0,1-1 0,0 1 0,-1-2 0,1 0 0,0 0 0,-20-8 0,15 4 0,0-1 0,1-1 0,0 0 0,0-1 0,-24-19 0,36 25 0,0 1 0,1 0 0,-1-1 0,1 0 0,0 0 0,0 0 0,0 0 0,0 0 0,1 0 0,-1 0 0,1 0 0,0-1 0,0 1 0,0-1 0,0 1 0,0-1 0,1-5 0,0 6 0,0 0 0,0 0 0,0 0 0,1 0 0,-1 1 0,1-1 0,0 0 0,0 0 0,0 1 0,0-1 0,0 1 0,1-1 0,-1 1 0,1-1 0,0 1 0,-1 0 0,1 0 0,0 0 0,0 0 0,1 0 0,-1 0 0,3-1 0,1 0-91,0 0 0,0 0 0,1 1 0,-1 0 0,1 0 0,0 1 0,-1-1 0,1 2 0,0-1 0,0 1 0,0 0 0,-1 0 0,1 1 0,8 1 0,1 2-6735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17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46 24575,'12'-8'0,"0"1"0,0 1 0,1 0 0,25-8 0,-35 13 0,0 0 0,1 0 0,-1 0 0,1 1 0,-1-1 0,0 1 0,1 0 0,-1 0 0,1 1 0,-1-1 0,0 0 0,1 1 0,-1 0 0,0 0 0,0 0 0,1 0 0,-1 1 0,0-1 0,0 1 0,0 0 0,0 0 0,-1 0 0,1 0 0,-1 0 0,4 4 0,0 1 0,-1 1 0,0 0 0,0 0 0,-1 0 0,0 1 0,0-1 0,-1 1 0,0 0 0,-1 0 0,0 0 0,0 0 0,-1 0 0,0 0 0,-1 1 0,0-1 0,0 0 0,-1 1 0,-2 10 0,2-18 0,1 0 0,-1 0 0,0 0 0,0 1 0,0-1 0,-1 0 0,1 0 0,0 0 0,-1-1 0,1 1 0,-1 0 0,0 0 0,0-1 0,1 1 0,-4 0 0,2 1 0,-1-1 0,0-1 0,0 1 0,0 0 0,-1-1 0,1 0 0,-8 1 0,0-1 0,0 0 0,0-1 0,0 0 0,0-1 0,-13-3 0,15 2 0,1 0 0,0-1 0,0 0 0,0-1 0,0 0 0,0 0 0,-8-6 0,13 7 0,-1 0 0,1 0 0,0 0 0,0-1 0,1 1 0,-1-1 0,1 0 0,0 0 0,0 0 0,0-1 0,0 1 0,1-1 0,-1 0 0,-1-7 0,3 9 0,0 1 0,1-1 0,0 0 0,-1 0 0,1 1 0,0-1 0,1 0 0,-1 1 0,0-1 0,1 0 0,-1 1 0,1-1 0,0 0 0,0 1 0,0-1 0,0 1 0,0 0 0,1-1 0,-1 1 0,1 0 0,-1 0 0,1 0 0,4-4 0,-3 3 0,0 1 0,1-1 0,-1 1 0,1-1 0,0 1 0,0 0 0,0 1 0,0-1 0,0 1 0,0 0 0,0 0 0,1 0 0,7-1 0,17 2-1365,-17 1-5461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18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52 24575,'8'-6'0,"1"-1"0,-1 2 0,1-1 0,0 1 0,1 0 0,-1 1 0,20-7 0,-24 10 0,-1 1 0,1-1 0,-1 0 0,1 1 0,-1 0 0,1 0 0,0 1 0,-1-1 0,1 1 0,-1 0 0,0 0 0,1 0 0,-1 1 0,0-1 0,1 1 0,-1 0 0,0 1 0,0-1 0,-1 1 0,6 4 0,-5-4 0,0 1 0,0 0 0,0 0 0,-1 0 0,0 1 0,0-1 0,0 1 0,0-1 0,-1 1 0,0 0 0,0 0 0,0 0 0,0 0 0,-1 1 0,0-1 0,0 0 0,0 1 0,-1 10 0,0-12 0,-1 1 0,0 0 0,1 0 0,-2-1 0,1 1 0,0-1 0,-1 1 0,0-1 0,0 1 0,-1-1 0,1 0 0,-1 0 0,0 0 0,0 0 0,0-1 0,0 1 0,0-1 0,-1 0 0,0 0 0,0 0 0,-6 3 0,2-1 0,-1-1 0,0-1 0,-1 0 0,1 0 0,-1-1 0,1 0 0,-1 0 0,0-1 0,1-1 0,-1 1 0,0-2 0,-19-2 0,20 2 0,0-1 0,-1 0 0,1 0 0,0-1 0,1-1 0,-1 1 0,0-2 0,1 1 0,0-1 0,0 0 0,0-1 0,1 1 0,-11-12 0,16 14-31,0 1 0,0-1 0,0-1 0,0 1 0,0 0 0,1 0 0,-1 0 0,1-1 0,0 1 0,0-1 0,0 1 0,0-1 0,1 0 0,0 1 0,0-1 0,0 1 0,0-1 0,0 0 0,0 1 0,1-1 0,0 1 0,0-1 0,0 1 0,0-1 0,0 1-1,1 0 1,0-1 0,0 1 0,-1 0 0,2 0 0,-1 0 0,0 1 0,1-1 0,-1 0 0,1 1 0,0 0 0,-1-1 0,1 1 0,0 0 0,1 1 0,-1-1 0,0 0 0,4 0 0,6-3-6795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18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35 24575,'-9'-35'0,"9"36"0,0-1 0,0 0 0,0 0 0,0 0 0,0 0 0,0 0 0,0 0 0,0 0 0,-1 0 0,1 0 0,0 0 0,0 0 0,0 0 0,0 0 0,0 0 0,0 0 0,0 0 0,0 0 0,0 0 0,0 0 0,0 0 0,0 0 0,0 0 0,0 0 0,0 0 0,0 0 0,0 0 0,0 0 0,-1 0 0,1 0 0,0 0 0,0 0 0,0 0 0,0 0 0,0 0 0,0 0 0,0 0 0,0 0 0,0 0 0,0 0 0,0 0 0,0 0 0,0 0 0,0 0 0,0 0 0,0 0 0,0 0 0,0 0 0,0 0 0,0 0 0,-1 0 0,1 0 0,0-1 0,0 1 0,0 0 0,0 0 0,0 0 0,-1 9 0,1 13 0,21 117 0,-12-74 0,-6-44 0,2 12 0,0 1 0,14 41 0,-17-71 5,0 0 0,0 1 0,0-1-1,0 0 1,1 0 0,0 0 0,0 0 0,0-1-1,0 1 1,1-1 0,-1 0 0,1 0 0,0 0-1,0 0 1,0-1 0,0 1 0,0-1-1,1 0 1,-1-1 0,1 1 0,-1-1 0,1 1-1,-1-1 1,9 0 0,-7 0-83,1-1 0,-1 0 0,0 0-1,0-1 1,0 1 0,1-2 0,-1 1 0,0 0 0,0-1-1,0 0 1,-1-1 0,1 1 0,-1-1 0,1 0 0,-1-1-1,0 1 1,0-1 0,8-7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18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0 24575,'-30'0'0,"-11"0"0,-5 0 0,2 0 0,2 3 0,7 0 0,4 3 0,-1 0 0,4 1 0,1 0 0,5-2-8191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19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39 24575,'-1'-3'0,"-1"0"0,1 0 0,-1 0 0,0 1 0,0-1 0,0 0 0,0 1 0,0-1 0,-1 1 0,1 0 0,-6-4 0,6 6 0,1-1 0,-1 0 0,0 1 0,0-1 0,0 1 0,1 0 0,-1-1 0,0 1 0,0 0 0,0 0 0,0 0 0,0 1 0,1-1 0,-1 0 0,0 1 0,0-1 0,0 1 0,1-1 0,-1 1 0,0 0 0,1 0 0,-3 1 0,-1 2 0,-1 0 0,1 0 0,-1 0 0,1 1 0,1 0 0,-1 0 0,1 1 0,0-1 0,0 1 0,0 0 0,1 0 0,-4 8 0,2-2 0,0 1 0,1-1 0,1 0 0,0 1 0,-2 21 0,4-18 0,0-1 0,1 1 0,0-1 0,2 1 0,0-1 0,0 1 0,2-1 0,0 0 0,0 0 0,1-1 0,12 23 0,0-7 24,2 0 0,1-2 0,1 0 0,30 29 0,107 88-1509,-139-129-5341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20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24575,'3'0'0,"0"1"0,0-1 0,0 1 0,1-1 0,-1 1 0,-1 0 0,1 1 0,0-1 0,0 0 0,3 3 0,26 19 0,-25-18 0,21 20 0,0 1 0,-2 1 0,-1 1 0,-1 2 0,28 44 0,-35-46 0,-1 0 0,-1 0 0,-2 1 0,13 41 0,-21-53 0,0 1 0,-1 1 0,-1-1 0,-1 0 0,-1 1 0,0-1 0,-1 1 0,-5 34 0,1-39-195,0 0 0,-1 0 0,-1 0 0,0-1 0,0 0 0,-16 22 0,12-20-6631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24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248 119 24575,'-28'-30'0,"17"18"0,-1-1 0,0 2 0,0 0 0,-18-13 0,26 22 0,0 0 0,0 0 0,0 0 0,0 0 0,0 0 0,-1 1 0,1 0 0,-1 0 0,1 0 0,-1 0 0,1 1 0,-1 0 0,1-1 0,-1 2 0,0-1 0,1 1 0,-1-1 0,1 1 0,-1 0 0,-5 3 0,8-3 0,-1 0 0,1 1 0,-1-1 0,1 1 0,-1-1 0,1 1 0,0 0 0,0 0 0,0 0 0,0 0 0,0 0 0,0 0 0,1 1 0,-1-1 0,1 0 0,-1 1 0,1 0 0,0-1 0,0 1 0,0 0 0,0 3 0,-1 6 0,0-1 0,1 1 0,2 22 0,-1-19 0,2 15 0,0 0 0,2 0 0,12 41 0,32 85 0,-48-154 0,133 339 0,-127-328 0,-1 0 0,0 1 0,-1 0 0,-1 0 0,4 25 0,-9-87-1365,1 34-5461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24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57 24575,'-32'-5'0,"-13"-4"0,-4 0 0,4 1 0,8 2 0,7 2 0,6-1 0,5 0 0,3 2 0,2 1 0,4 3 0,0 1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24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17 24575,'-25'-5'0,"-50"-6"0,66 11 0,1-1 0,-1 2 0,1-1 0,-1 1 0,1 0 0,-14 4 0,20-4 0,0-1 0,0 1 0,0 0 0,1 0 0,-1-1 0,0 2 0,0-1 0,0 0 0,1 0 0,-1 0 0,1 1 0,-1-1 0,1 1 0,-1-1 0,1 1 0,0 0 0,0 0 0,0-1 0,-2 4 0,3-3 0,-1 1 0,0 0 0,1 0 0,0 0 0,-1-1 0,1 1 0,0 0 0,0 0 0,1 0 0,-1 0 0,1 0 0,1 4 0,0 1 0,1 0 0,1-1 0,0 1 0,0-1 0,0 0 0,1 0 0,0 0 0,10 10 0,33 23 0,-11-9 0,-36-31 0,-1 0 0,1 1 0,-1-1 0,1 0 0,-1 1 0,0-1 0,1 1 0,-1-1 0,1 0 0,-1 1 0,0-1 0,1 1 0,-1-1 0,0 1 0,0-1 0,1 1 0,-1-1 0,0 1 0,0 0 0,0-1 0,0 1 0,0-1 0,0 1 0,0-1 0,0 1 0,0 0 0,0-1 0,0 2 0,-1-2 0,1 1 0,-1 0 0,0-1 0,1 1 0,-1-1 0,0 1 0,0-1 0,1 1 0,-1-1 0,0 1 0,0-1 0,0 0 0,0 1 0,0-1 0,-1 0 0,-8 2 0,0-1 0,-15-1 0,20 0 0,-58-1-1365,46 1-5461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25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0 24575,'3'2'0,"-3"2"0,-2-1 0,-4-1 0,-4 0 0,-2-1 0,-2 0 0,0-1 0,-1 0 0,-1 0 0,1 2 0,0 1 0,1 0 0,-1 0 0,3-4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25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10 24575,'-24'-3'0,"-11"0"0,-2 0 0,3 3 0,5 1 0,7 1-8191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26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248 160 24575,'0'-20'0,"-4"-27"0,3 41 0,0-1 0,-1 0 0,1 1 0,-1-1 0,-1 1 0,1-1 0,-7-9 0,7 14 0,0-1 0,0 1 0,0 0 0,-1 0 0,1 0 0,-1 0 0,1 1 0,-1-1 0,0 1 0,1-1 0,-1 1 0,0 0 0,0 0 0,0 0 0,0 1 0,-5-2 0,-6 0 0,-1 1 0,-17 1 0,23 0 0,1 0 0,-1 0 0,1 0 0,0 1 0,0 0 0,0 0 0,-9 4 0,14-4 0,1-1 0,0 2 0,0-1 0,0 0 0,0 0 0,0 1 0,0-1 0,0 1 0,1-1 0,-1 1 0,0 0 0,1 0 0,-1 0 0,1 0 0,0 0 0,0 0 0,0 0 0,0 0 0,0 0 0,0 1 0,0-1 0,1 0 0,-1 1 0,1-1 0,-1 4 0,1 0 0,-1-1 0,1 1 0,0 0 0,1-1 0,0 1 0,-1 0 0,2-1 0,-1 1 0,1-1 0,-1 1 0,4 5 0,-1-4 0,0 0 0,1-1 0,-1 0 0,1 0 0,0 0 0,1 0 0,10 8 0,4 2 0,0 0 0,26 14 0,-39-26 0,-1 0 0,1-1 0,0 0 0,0 0 0,1-1 0,-1 0 0,0 0 0,1-1 0,-1 0 0,1 0 0,14-1 0,-20 0 0,-1 0 0,0 0 0,1-1 0,-1 1 0,0 0 0,0-1 0,1 1 0,-1 0 0,0-1 0,0 0 0,1 1 0,-1-1 0,0 0 0,0 0 0,0 1 0,0-1 0,0 0 0,0 0 0,0 0 0,-1 0 0,2-2 0,-1 1 0,0 1 0,-1-1 0,1-1 0,0 1 0,-1 0 0,0 0 0,1 0 0,-1 0 0,0 0 0,0 0 0,0 0 0,-1-3 0,0-2 0,0 0 0,-1 0 0,0 0 0,-1 0 0,0 0 0,-5-10 0,-1 2-1365,2 3-5461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26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0 24575,'-1'0'0,"-1"1"0,0-1 0,1 1 0,-1-1 0,0 1 0,1 0 0,-1 0 0,1 0 0,-1-1 0,1 1 0,0 1 0,-1-1 0,1 0 0,0 0 0,0 0 0,-2 2 0,-15 23 0,16-23 0,1 1 0,-1 0 0,0 0 0,1 0 0,0 0 0,0 0 0,0 0 0,0 0 0,1 0 0,0 0 0,0 0 0,0 0 0,0 0 0,2 8 0,-1-6 0,1 0 0,0 0 0,1 0 0,-1 0 0,1 0 0,0-1 0,1 1 0,7 8 0,-1-2 0,2 0 0,0-1 0,0-1 0,1 0 0,0 0 0,26 13 0,-35-21 0,1 1 0,0-1 0,-1 0 0,1-1 0,0 1 0,0-1 0,0 0 0,1 0 0,-1-1 0,7 1 0,-10-2 0,0 1 0,0 0 0,-1 0 0,1-1 0,0 1 0,0-1 0,-1 0 0,1 1 0,0-1 0,-1 0 0,1 0 0,-1 0 0,1 0 0,-1 0 0,1-1 0,-1 1 0,0 0 0,0-1 0,1 1 0,-1 0 0,0-1 0,0 0 0,0 1 0,-1-1 0,1 0 0,0 1 0,-1-1 0,1 0 0,-1 0 0,1 1 0,-1-5 0,1-2 8,-1-1 0,0 1 0,0-1 0,-1 1 0,0-1 0,0 1 0,-1 0 0,0-1 0,-1 1 0,0 0 0,0 0 0,-1 1 0,0-1 0,-7-10 0,6 11-107,1 0 0,-2 0 0,1 1 0,-1-1 0,0 1 0,-1 1 0,1-1 0,-1 1 0,0 0 0,0 1 0,-1 0 0,1 0 0,-1 0 0,-11-3 0,4 4-6727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27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61 24575,'-6'-3'0,"0"0"0,0 1 0,0-1 0,-1 1 0,1 1 0,-1-1 0,-11 0 0,16 2 0,0 0 0,0 0 0,0 0 0,0 0 0,0 1 0,0-1 0,0 1 0,0-1 0,0 1 0,0-1 0,0 1 0,0 0 0,0 0 0,1 0 0,-1 0 0,0 1 0,0-1 0,1 0 0,-1 1 0,1-1 0,0 1 0,-1-1 0,1 1 0,0 0 0,0-1 0,0 1 0,0 0 0,-1 3 0,0 0 0,1 0 0,-1 0 0,1 0 0,1 0 0,-1 1 0,1-1 0,0 0 0,0 0 0,1 1 0,-1-1 0,1 0 0,3 10 0,-2-7 0,1-1 0,1 1 0,-1-1 0,1 1 0,0-1 0,1 0 0,0 0 0,6 6 0,-6-7 0,0-1 0,1 0 0,0 0 0,0 0 0,0-1 0,0 0 0,1 0 0,13 5 0,-16-7 0,1-1 0,-1 1 0,1-1 0,0 0 0,-1-1 0,1 1 0,0-1 0,0 0 0,-1 0 0,1 0 0,0-1 0,0 0 0,-1 0 0,8-2 0,-10 2 0,0 0 0,0 0 0,0 0 0,0-1 0,-1 1 0,1-1 0,0 1 0,-1-1 0,1 1 0,-1-1 0,1 0 0,-1 0 0,0 0 0,1 0 0,-1 0 0,0 0 0,-1 0 0,1 0 0,0 0 0,0 0 0,-1-1 0,0 1 0,1-4 0,0-5 0,-1-1 0,0 1 0,-2-16 0,2 21 0,-2-4 0,0 0 0,-1 0 0,0 0 0,0 0 0,-1 1 0,0-1 0,-1 1 0,0 0 0,0 1 0,-1-1 0,0 1 0,-1 0 0,-14-14 0,18 20-72,0 0 1,0 0-1,0 0 0,-1 1 0,1-1 0,0 1 0,-1 0 0,1 0 1,-1 0-1,1 0 0,-1 0 0,1 1 0,-1 0 0,0 0 0,1 0 1,-1 0-1,1 0 0,-6 2 0,-4 1-6754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27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46 24575,'-9'-2'0,"-1"0"0,0 0 0,0 1 0,0 1 0,0-1 0,0 2 0,-10 0 0,18 0 0,-1-1 0,1 1 0,-1 0 0,1-1 0,-1 1 0,1 0 0,0 1 0,-1-1 0,1 0 0,0 1 0,0-1 0,0 1 0,-3 3 0,4-4 0,0 1 0,-1 0 0,1 0 0,0 0 0,1 0 0,-1 0 0,0 0 0,1 0 0,-1 0 0,1 0 0,-1 0 0,1 1 0,0-1 0,0 0 0,0 0 0,0 0 0,1 1 0,0 3 0,1 0 0,0 1 0,0-1 0,1 1 0,0-1 0,0 0 0,0 0 0,1 0 0,0 0 0,0-1 0,1 0 0,0 0 0,-1 0 0,2 0 0,10 7 0,-12-8 0,1-1 0,-1 0 0,1-1 0,0 1 0,0-1 0,0 0 0,0 0 0,0 0 0,1-1 0,-1 0 0,0 0 0,1 0 0,-1-1 0,1 1 0,-1-2 0,0 1 0,1 0 0,-1-1 0,8-2 0,-9 2 0,-1-1 0,0 0 0,0 0 0,1 0 0,-1 0 0,-1-1 0,1 1 0,0-1 0,-1 0 0,1 1 0,-1-1 0,0 0 0,0-1 0,0 1 0,0 0 0,0-1 0,-1 1 0,0 0 0,1-1 0,0-4 0,-1 3 0,0 0 0,0-1 0,0 1 0,-1-1 0,1 1 0,-1-1 0,0 1 0,-1-1 0,0 1 0,0-1 0,0 1 0,0-1 0,-3-4 0,2 5-57,-1 0 0,0 0 1,0 0-1,-1 1 0,1-1 0,-1 1 0,0 0 0,-1 0 0,1 0 0,0 1 1,-1-1-1,0 1 0,0 0 0,0 1 0,0-1 0,0 1 0,-1 0 0,1 0 0,-1 1 1,1-1-1,-1 1 0,0 1 0,-11-1 0,5 1-6769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28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161 102 24575,'-7'-7'0,"-44"-41"0,46 44 0,-1-1 0,-1 1 0,1 0 0,-1 0 0,1 1 0,-14-5 0,18 7 0,1 1 0,0 0 0,0 0 0,0-1 0,0 1 0,0 0 0,0 0 0,0 0 0,-1 0 0,1 0 0,0 1 0,0-1 0,0 0 0,0 0 0,0 1 0,0-1 0,0 1 0,0-1 0,0 1 0,0-1 0,-1 2 0,0-1 0,1 1 0,-1-1 0,1 1 0,0 0 0,0-1 0,0 1 0,0 0 0,0 0 0,0 0 0,-1 4 0,0 1 0,1 1 0,-1 0 0,1-1 0,1 1 0,0 10 0,1-8 0,0 0 0,0 0 0,2 0 0,-1 0 0,1 0 0,0-1 0,1 1 0,0-1 0,1 0 0,0 0 0,0 0 0,8 9 0,-9-13 0,0 0 0,1-1 0,-1 1 0,1-1 0,0 0 0,0 0 0,0 0 0,1-1 0,0 1 0,-1-1 0,1-1 0,0 1 0,0-1 0,0 0 0,0-1 0,1 1 0,-1-1 0,0 0 0,1-1 0,8 0 0,-13 0 0,1 0 0,0-1 0,0 1 0,0-1 0,0 1 0,-1-1 0,1 0 0,0 0 0,-1-1 0,1 1 0,0-1 0,-1 1 0,0-1 0,1 0 0,-1 1 0,2-4 0,-1 2 0,-1 0 0,1-1 0,-1 0 0,0 0 0,0 0 0,0 0 0,0 0 0,-1 0 0,2-7 0,0-4 0,-1 1 0,-1-1 0,0 0 0,-1 0 0,-3-17 0,3 27-47,-1-1 0,-1 1 0,1-1 0,-1 1 0,0 0 0,0-1 0,0 1 0,-1 0 0,0 0-1,0 0 1,0 1 0,0-1 0,-1 1 0,0 0 0,0 0 0,0 0 0,0 0 0,-1 1 0,1 0 0,-1 0 0,0 0 0,0 0-1,0 1 1,0 0 0,-1 0 0,1 0 0,-1 0 0,-5 0 0,-8-1-6779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29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49 24575,'-12'-8'0,"-1"0"0,0 1 0,0 1 0,0 0 0,-20-5 0,30 10 0,-1 1 0,1-1 0,-1 1 0,0 0 0,1-1 0,-1 2 0,1-1 0,-1 0 0,1 1 0,-1-1 0,-5 3 0,6-2 0,0 1 0,1-1 0,-1 1 0,1-1 0,0 1 0,0 0 0,-1 0 0,1 0 0,0 0 0,1 1 0,-1-1 0,0 0 0,1 1 0,-1-1 0,1 1 0,-2 4 0,1-4 0,1 0 0,0 0 0,0 0 0,0 1 0,1-1 0,-1 0 0,1 1 0,0-1 0,-1 0 0,2 1 0,-1-1 0,0 0 0,1 1 0,-1-1 0,1 0 0,0 0 0,0 1 0,0-1 0,0 0 0,1 0 0,0 0 0,2 4 0,1-1 0,1 0 0,0 0 0,0 0 0,0 0 0,0-1 0,1 0 0,14 7 0,1 1 0,85 51 0,-105-63 0,-1 0 0,1 0 0,-1 0 0,0 0 0,0 0 0,1 0 0,-1 1 0,0-1 0,0 0 0,0 1 0,0-1 0,-1 0 0,1 1 0,0-1 0,0 1 0,-1-1 0,1 1 0,-1 0 0,0-1 0,1 1 0,-1 1 0,0-1 0,0-1 0,-1 0 0,1 0 0,0 0 0,-1 0 0,1 0 0,-1 0 0,1 1 0,-1-1 0,0 0 0,1 0 0,-1-1 0,0 1 0,0 0 0,1 0 0,-1 0 0,0 0 0,0-1 0,0 1 0,0 0 0,0-1 0,0 1 0,0-1 0,0 1 0,-1-1 0,1 0 0,0 1 0,0-1 0,-2 0 0,-15 3 0,0-1 0,0-1 0,-31-3 0,13 1 0,-2-1 0,-41-9 0,61 9 0,5-1-1365,4 0-5461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30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50 24575,'-11'-8'0,"0"1"0,-1 1 0,0-1 0,-1 2 0,1 0 0,-15-4 0,23 8 0,1 0 0,-1 1 0,1 0 0,-1-1 0,1 1 0,-1 0 0,1 1 0,-1-1 0,1 1 0,0-1 0,-1 1 0,-4 2 0,6-2 0,-1 1 0,1-1 0,-1 1 0,1 0 0,0 0 0,0 0 0,-1 0 0,1 0 0,1 0 0,-1 0 0,0 1 0,1-1 0,-1 1 0,1-1 0,-1 1 0,-1 5 0,3-5 0,-1-1 0,0 1 0,1 0 0,-1-1 0,1 1 0,0 0 0,0-1 0,0 1 0,0 0 0,0-1 0,0 1 0,1-1 0,0 1 0,1 4 0,0-2 0,0-1 0,0 0 0,1 0 0,-1-1 0,1 1 0,0 0 0,0-1 0,4 4 0,0-1 0,1 0 0,-1 0 0,1-1 0,1 0 0,-1 0 0,1-1 0,16 6 0,-15-8 0,0 0 0,0 0 0,19 0 0,-24-1 0,-1-1 0,0 0 0,1-1 0,-1 1 0,0-1 0,0 0 0,1 0 0,-1 0 0,0 0 0,0-1 0,5-3 0,-7 4 0,0-1 0,0 0 0,0 0 0,-1 0 0,1 0 0,-1 0 0,1 0 0,-1 0 0,0 0 0,0 0 0,0-1 0,0 1 0,0-1 0,-1 1 0,1 0 0,-1-1 0,0 1 0,1-1 0,-1 1 0,-1-6 0,1-4 0,-2 0 0,0 0 0,-3-12 0,2 13 0,-11-29 0,21 55 0,0-1 0,1 0 0,1 0 0,0-1 0,1 0 0,15 15 0,-5-9 0,0 0 0,44 29 0,-62-46 0,1-1 0,-1 1 0,0-1 0,1 0 0,-1 0 0,1 0 0,0 0 0,-1 0 0,1 0 0,0-1 0,-1 1 0,5 0 0,-5-2 0,-1 1 0,1 0 0,-1-1 0,1 1 0,-1-1 0,0 1 0,1-1 0,-1 0 0,0 1 0,0-1 0,0 0 0,1 0 0,-1 0 0,0 0 0,0 0 0,0 0 0,0 0 0,0 0 0,-1 0 0,1-1 0,0 1 0,0 0 0,-1-1 0,1 1 0,0-2 0,1-4 0,0-1 0,0 1 0,-1-1 0,0 0 0,0 1 0,-1-1 0,0-11 0,0-12 0,0 30 0,0 1 0,0-1 0,0 0 0,0 0 0,0 0 0,1 0 0,-1 0 0,0 0 0,0 1 0,1-1 0,-1 0 0,0 0 0,1 0 0,-1 1 0,1-1 0,-1 0 0,1 1 0,-1-1 0,2-1 0,-1 2 0,-1 0 0,1 0 0,0-1 0,-1 1 0,1 0 0,-1 0 0,1 0 0,0 0 0,-1 0 0,1 0 0,0 0 0,-1 0 0,1 0 0,-1 1 0,1-1 0,0 0 0,-1 0 0,1 0 0,-1 1 0,2 0 0,4 2 0,-1 1 0,1 1 0,-1-1 0,5 7 0,-2-4 0,7 6 0,0-1 0,27 16 0,-35-24 0,1 0 0,-1 0 0,1-1 0,0 0 0,1 0 0,-1-1 0,0 0 0,12 1 0,-18-3 0,0 0 0,0 0 0,-1 0 0,1 0 0,0 0 0,0 0 0,-1-1 0,1 1 0,0 0 0,0-1 0,-1 0 0,1 1 0,-1-1 0,1 0 0,0 0 0,-1 0 0,0 0 0,1 0 0,-1 0 0,2-2 0,0-1 0,-1 1 0,0-1 0,1 0 0,-2 0 0,1 0 0,1-6 0,6-10 0,-9 19 0,1 0 0,-1 0 0,1 1 0,-1-1 0,1 0 0,0 0 0,-1 1 0,1-1 0,0 0 0,-1 1 0,1-1 0,0 1 0,0-1 0,0 1 0,0-1 0,-1 1 0,1 0 0,0-1 0,0 1 0,0 0 0,0 0 0,0-1 0,0 1 0,0 0 0,0 0 0,0 0 0,0 0 0,0 0 0,0 1 0,0-1 0,0 0 0,0 0 0,1 1 0,4 1 0,0 1 0,1 0 0,10 7 0,0-1 0,-7-4 0,1-1 0,-1-1 0,1 0 0,0-1 0,16 2 0,55-2 0,-69-2 0,15 0-1365,-15 0-5461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30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134 302 24575,'9'17'0,"49"87"0,-51-88 0,0 0 0,-1 1 0,-1 0 0,6 29 0,-11-41 0,1 0 0,-1 0 0,0 0 0,0 0 0,-2 9 0,2-14 0,0 1 0,0 0 0,0-1 0,0 1 0,0 0 0,-1-1 0,1 1 0,0 0 0,0-1 0,-1 1 0,1-1 0,0 1 0,-1 0 0,1-1 0,0 1 0,-1-1 0,1 1 0,-1-1 0,1 1 0,-1-1 0,0 0 0,1 1 0,-1-1 0,1 0 0,-1 1 0,0-1 0,1 0 0,-1 1 0,1-1 0,-1 0 0,0 0 0,1 0 0,-1 0 0,0 0 0,0 0 0,1 0 0,-1 0 0,0 0 0,1 0 0,-1 0 0,0 0 0,1-1 0,-1 1 0,1 0 0,-1 0 0,0-1 0,1 1 0,-1 0 0,1-1 0,-1 1 0,-1-1 0,-5-5 0,-1-1 0,1 0 0,0 0 0,0 0 0,1-1 0,-7-10 0,1 2 0,-8-12 0,1-2 0,1-1 0,2 0 0,1-1 0,-13-40 0,22 53 0,1 1 0,0-1 0,2 0 0,0 0 0,0-20 0,2 32 0,1 0 0,0 0 0,1 0 0,0 0 0,0 0 0,0 1 0,1-1 0,0 0 0,0 1 0,1-1 0,0 1 0,0 0 0,0 0 0,1 0 0,-1 0 0,2 1 0,5-8 0,-6 10 0,-1 0 0,1 1 0,0-1 0,0 1 0,0-1 0,0 1 0,0 0 0,1 1 0,-1-1 0,0 1 0,1 0 0,0 0 0,-1 0 0,1 0 0,-1 1 0,1 0 0,0 0 0,-1 0 0,1 1 0,0-1 0,-1 1 0,1 0 0,-1 0 0,0 1 0,1 0 0,-1-1 0,0 1 0,5 4 0,-2-3 0,-1 2 0,1-1 0,-1 1 0,0 0 0,-1 0 0,1 1 0,-1-1 0,0 1 0,-1 0 0,1 1 0,-1-1 0,-1 1 0,1 0 0,-1 0 0,0 0 0,3 11 0,-6-15 5,1 1 0,-1-1 0,0 0-1,0 0 1,0 0 0,0 0 0,-1 0 0,1 1-1,-1-1 1,0 0 0,0 0 0,0 0 0,0-1-1,0 1 1,-1 0 0,1 0 0,-1 0-1,0-1 1,0 1 0,0-1 0,0 0 0,0 1-1,0-1 1,-5 3 0,-4 3-302,-1 0 0,0-1 0,0-1 0,-15 6 0,5-3-6529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31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217 626 24575,'-1'-51'0,"-7"-54"0,4 78 0,-1 1 0,-1 0 0,-18-47 0,-95-223 0,109 277 0,4 16 0,5 4 0,1-1 0,-1 0 0,1 0 0,0 1 0,-1-1 0,1 0 0,0 1 0,-1-1 0,1 0 0,0 1 0,-1-1 0,1 1 0,0-1 0,-1 1 0,1-1 0,0 1 0,0-1 0,-1 1 0,-5 21 0,0-1 0,2 1 0,0 0 0,-1 34 0,4-42 0,1 1 0,0-1 0,1 0 0,0 0 0,1 1 0,1-1 0,0 0 0,1-1 0,0 1 0,1-1 0,1 1 0,0-2 0,1 1 0,0-1 0,1 0 0,0 0 0,1-1 0,19 20 0,-4-8 0,2-1 0,0-1 0,1-2 0,47 26 0,-60-37 0,2-1 0,-1 0 0,1-1 0,0-1 0,0-1 0,0 0 0,0-1 0,1-1 0,0 0 0,-1-2 0,20 0 0,-31-1 0,-1 0 0,0 0 0,0 0 0,1-1 0,-1 1 0,0-1 0,-1 0 0,1 0 0,0-1 0,0 1 0,-1-1 0,0 0 0,1 0 0,-1 0 0,0 0 0,0 0 0,-1-1 0,1 1 0,-1-1 0,1 0 0,-1 1 0,-1-1 0,1 0 0,0 0 0,1-7 0,-2 6 0,0 1 0,0-1 0,0 1 0,0-1 0,-1 0 0,0 1 0,0-1 0,0 0 0,0 1 0,-1-1 0,0 1 0,0-1 0,0 1 0,0-1 0,-1 1 0,0-1 0,0 1 0,0 0 0,0 0 0,-1 0 0,1 0 0,-1 1 0,-6-7 0,8 8 0,0 1 0,0 0 0,0 1 0,-1-1 0,1 0 0,0 0 0,0 0 0,-1 1 0,1-1 0,0 0 0,-1 1 0,1-1 0,0 1 0,-1 0 0,1 0 0,-1-1 0,1 1 0,0 0 0,-1 0 0,1 0 0,-1 0 0,1 0 0,-1 1 0,1-1 0,0 0 0,-1 1 0,1-1 0,0 1 0,-1-1 0,1 1 0,0 0 0,-1 0 0,1-1 0,0 1 0,0 0 0,0 0 0,0 0 0,0 0 0,-1 2 0,0 0 0,0 0 0,0 0 0,0 0 0,0 0 0,1 1 0,-1-1 0,1 1 0,0-1 0,0 1 0,0 0 0,1-1 0,-1 1 0,1 0 0,0 5 0,1 0 0,1 1 0,0-1 0,1 1 0,-1-1 0,2 0 0,0 0 0,0 0 0,0 0 0,1-1 0,1 0 0,11 15 0,-1-5 0,0-1 0,1-1 0,35 26 0,-43-36 0,1 1 0,0-1 0,17 7 0,-21-11 0,-1 0 0,1 0 0,0 0 0,0-1 0,0 0 0,0 0 0,0-1 0,10 0 0,-15 0-54,0 0-1,1 0 0,-1 0 1,0 0-1,0-1 1,1 1-1,-1-1 0,0 1 1,0-1-1,0 1 1,0-1-1,0 1 0,0-1 1,0 0-1,0 0 0,0 1 1,0-1-1,0 0 1,0 0-1,-1 0 0,1 0 1,0 0-1,0 0 1,0-2-1,2-7-6771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31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0 24575,'-11'36'0,"9"-23"0,1 0 0,1-1 0,0 1 0,1 0 0,0 0 0,6 20 0,27 71 0,-14-48 0,-19-54 0,-1 0 0,1 0 0,-1 0 0,1 0 0,-1 0 0,1 0 0,-1 0 0,0 1 0,0-1 0,0 0 0,-1 0 0,1 0 0,0 0 0,-1 0 0,0 3 0,0-4 0,0 1 0,0-1 0,0 0 0,0 0 0,0 1 0,0-1 0,0 0 0,0 0 0,-1 0 0,1 0 0,0-1 0,-1 1 0,1 0 0,0 0 0,-1-1 0,1 1 0,-1-1 0,1 0 0,-1 1 0,0-1 0,-2 0 0,-18 3 29,-1-2 0,0 0-1,-24-4 1,-67-11-1349,110 14 1160,-30-6-6666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32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69 24575,'-1'-11'0,"0"2"0,0 1 0,-1-1 0,-4-15 0,6 23 0,-1 1 0,1 0 0,0-1 0,0 1 0,0 0 0,0-1 0,0 1 0,0 0 0,0-1 0,-1 1 0,1 0 0,0-1 0,0 1 0,0 0 0,-1 0 0,1-1 0,0 1 0,0 0 0,-1 0 0,1 0 0,0-1 0,-1 1 0,1 0 0,0 0 0,0 0 0,-1 0 0,1-1 0,-1 1 0,1 0 0,0 0 0,-1 0 0,1 0 0,0 0 0,-1 0 0,1 0 0,-1 0 0,0 1 0,0-1 0,0 1 0,1 0 0,-1-1 0,0 1 0,0 0 0,1 0 0,-1 0 0,0 0 0,1-1 0,-2 3 0,-12 30 0,0 11 0,2 1 0,-6 53 0,-5 95 0,13-90 0,1 62-1365,10-153-5461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33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30 24575,'-18'-6'0,"1"0"0,-22-5 0,34 10 0,1 1 0,0-1 0,0 1 0,-1-1 0,1 1 0,-1 0 0,1 1 0,0-1 0,0 1 0,-8 2 0,11-2 0,-1 0 0,0 0 0,1 0 0,-1 0 0,1 0 0,0 0 0,-1 0 0,1 1 0,0-1 0,0 1 0,0-1 0,0 1 0,0-1 0,0 1 0,0 0 0,0-1 0,1 1 0,-1 0 0,1 0 0,-1-1 0,1 1 0,0 0 0,0 0 0,-1 0 0,1 0 0,1-1 0,-1 1 0,0 0 0,1 2 0,0 3 0,0 1 0,1-1 0,-1 1 0,2-1 0,4 12 0,0-7 0,-1 0 0,2 0 0,0-1 0,15 17 0,42 37 0,-40-42 0,-24-22 0,1 1 0,-1-1 0,1 1 0,-1 0 0,0-1 0,1 1 0,-1 0 0,0 0 0,0 0 0,0 0 0,-1 0 0,2 3 0,-2-4 0,0-1 0,0 1 0,0-1 0,0 1 0,0-1 0,0 1 0,0-1 0,0 1 0,0-1 0,-1 1 0,1-1 0,0 1 0,0-1 0,0 1 0,-1-1 0,1 1 0,0-1 0,-1 1 0,0 0 0,0 0 0,0-1 0,0 1 0,0 0 0,0-1 0,0 1 0,-1-1 0,1 1 0,0-1 0,0 1 0,-1-1 0,-1 0 0,-4 1 0,1 0 0,-1-1 0,0-1 0,0 1 0,1-1 0,-14-3 0,-38-15 0,56 18 0,1 1 0,0 0 0,-1-1 0,1 0 0,0 1 0,0-1 0,-1 0 0,1 0 0,0 0 0,0 0 0,0 0 0,0 0 0,0 0 0,0 0 0,0 0 0,1 0 0,-1 0 0,-1-2 0,2 2 0,0 1 0,0 0 0,0-1 0,0 1 0,0-1 0,0 1 0,0 0 0,0-1 0,0 1 0,0-1 0,1 1 0,-1 0 0,0-1 0,0 1 0,0-1 0,0 1 0,0 0 0,1-1 0,-1 1 0,0 0 0,0-1 0,1 1 0,-1-1 0,2 1 0,-1-1 0,0 0 0,0 1 0,0-1 0,0 0 0,0 1 0,1-1 0,-1 1 0,0 0 0,3-1 0,18-1 0,1 0 0,42 4 0,-39-1 0,46-3 0,-51-1 0,0 0 0,-1-1 0,24-8 0,-38 10 0,0 0 0,0-1 0,0 0 0,0 0 0,-1 0 0,1-1 0,-1 0 0,0 0 0,0 0 0,0 0 0,-1-1 0,1 0 0,-1 0 0,5-9 0,-6 9 0,-1 0 0,0 0 0,-1 0 0,1-1 0,-1 1 0,0 0 0,0-1 0,0-7 0,-1-3 0,-3-26 0,3 39 0,-1 0 0,0 0 0,1 0 0,-1 0 0,0 1 0,-1-1 0,1 0 0,0 0 0,-1 1 0,1-1 0,-1 1 0,0 0 0,0-1 0,0 1 0,0 0 0,0 0 0,-1 0 0,1 0 0,-5-2 0,5 3 0,0 0 0,0 0 0,0 0 0,0 0 0,0 1 0,0-1 0,-1 1 0,1 0 0,0 0 0,0-1 0,0 1 0,0 1 0,0-1 0,0 0 0,-1 0 0,1 1 0,0-1 0,0 1 0,0 0 0,0-1 0,0 1 0,0 0 0,1 0 0,-1 1 0,0-1 0,0 0 0,1 0 0,-3 3 0,0 0 0,1 0 0,-1 0 0,1 0 0,0 0 0,1 1 0,-1-1 0,1 1 0,0 0 0,0-1 0,0 1 0,0 0 0,1 0 0,0 0 0,0 0 0,1 1 0,-1-1 0,1 0 0,0 5 0,1-3 0,0-1 0,0 0 0,1 0 0,0 0 0,0 0 0,0 0 0,1 0 0,-1-1 0,1 1 0,1-1 0,-1 1 0,1-1 0,0-1 0,6 7 0,2 1 0,1-1 0,0-1 0,0 0 0,1-1 0,0-1 0,1 0 0,0-1 0,21 7 0,-25-10 0,0-1 0,0 0 0,1-1 0,0 0 0,-1-1 0,1 0 0,0-1 0,-1 0 0,1-1 0,0-1 0,-1 1 0,19-7 0,3-3-1365,-19 7-5461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33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 24575,'-10'2'0,"-1"2"0,1-1 0,0 1 0,0 0 0,0 1 0,1 1 0,0-1 0,0 1 0,-12 11 0,18-14 0,0 0 0,0 0 0,0 0 0,0 1 0,1-1 0,-1 1 0,1 0 0,0 0 0,0 0 0,0 0 0,1 0 0,0 0 0,-1 0 0,1 1 0,1-1 0,-1 0 0,1 1 0,0-1 0,0 0 0,0 1 0,0-1 0,1 1 0,-1-1 0,1 0 0,3 9 0,0-5 0,-1 1 0,2-1 0,-1 0 0,1 0 0,0-1 0,1 1 0,0-1 0,0 0 0,0-1 0,1 1 0,0-1 0,0-1 0,1 1 0,-1-1 0,1-1 0,0 1 0,1-1 0,-1-1 0,1 1 0,0-1 0,-1-1 0,1 0 0,0 0 0,18 1 0,27-4-1365,-38 1-5461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40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65 24575,'-28'-64'0,"70"116"0,85 85 0,-79-88 0,1-5 0,-58-53-273,1-1 0,0 0 0,0-1 0,-12-22 0,14 21-6553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41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9 24575,'-14'-4'0,"13"3"0,0 1 0,0-1 0,0 1 0,0-1 0,0 1 0,-1 0 0,1-1 0,0 1 0,0 0 0,0 0 0,0 0 0,0 0 0,-1 0 0,1 0 0,0 0 0,0 0 0,-2 1 0,1 0 0,1 0 0,-1 0 0,1 0 0,-1 0 0,1 0 0,0 0 0,-1 0 0,1 0 0,0 1 0,0-1 0,0 0 0,0 1 0,0-1 0,0 1 0,0-1 0,-1 4 0,-8 32 0,5-20 0,1-4 0,-1-1 0,0 0 0,-1 0 0,0 0 0,-1-1 0,0 1 0,-1-2 0,0 1 0,-1-1 0,0 0 0,0-1 0,-1 0 0,-1-1 0,-19 13 0,-2-1-1365,23-14-5461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41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11 24575,'-10'-5'0,"-8"-1"0,13 6 0,0 0 0,0 1 0,0 0 0,-1 0 0,1 0 0,0 0 0,0 1 0,1 0 0,-1 0 0,0 0 0,1 0 0,-1 1 0,1 0 0,-1 0 0,1 0 0,0 1 0,1-1 0,-1 1 0,1 0 0,-7 8 0,7-7 0,-1 0 0,1 1 0,0-1 0,0 1 0,0-1 0,1 1 0,0 0 0,0 0 0,0 0 0,1 1 0,0-1 0,0 0 0,1 0 0,0 1 0,0-1 0,0 0 0,2 7 0,-1-10 0,0 0 0,0 0 0,0 0 0,1 0 0,-1-1 0,1 1 0,0 0 0,0-1 0,0 1 0,0-1 0,0 0 0,0 0 0,1 0 0,-1 0 0,1 0 0,-1 0 0,1-1 0,0 1 0,0-1 0,0 0 0,0 0 0,0 0 0,4 1 0,8 1 0,0 0 0,0-1 0,23 0 0,-36-2 0,8 0 0,26 0 0,-34 0 0,1 0 0,-1-1 0,0 1 0,1-1 0,-1 1 0,0-1 0,0 0 0,0 0 0,0 0 0,0 0 0,0 0 0,3-3 0,-4 4-40,-1-1 0,0 1 0,1-1 0,-1 1-1,0-1 1,1 1 0,-1-1 0,0 1 0,1-1 0,-1 0 0,0 1-1,0-1 1,0 1 0,0-1 0,0 0 0,1 1 0,-1-1-1,0 0 1,0 1 0,-1-1 0,1 1 0,0-1 0,0 0 0,0 1-1,0-1 1,0 1 0,-1-1 0,1 0 0,0 1 0,0-1-1,-1 1 1,1-1 0,-1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42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40 24575,'3'-7'0,"-2"4"0,0 1 0,0-1 0,0 0 0,-1 0 0,1 0 0,-1 0 0,1 1 0,-1-5 0,0 7 0,0-1 0,0 1 0,0 0 0,0 0 0,-1 0 0,1 0 0,0-1 0,0 1 0,0 0 0,0 0 0,0 0 0,0 0 0,-1 0 0,1 0 0,0 0 0,0-1 0,0 1 0,0 0 0,0 0 0,-1 0 0,1 0 0,0 0 0,0 0 0,0 0 0,0 0 0,-1 0 0,1 0 0,0 0 0,0 0 0,0 0 0,0 0 0,-1 0 0,1 0 0,0 0 0,0 0 0,0 0 0,0 0 0,-1 0 0,1 0 0,0 0 0,0 0 0,0 1 0,0-1 0,-1 0 0,1 0 0,0 0 0,0 0 0,0 0 0,0 0 0,0 1 0,0-1 0,0 0 0,-1 0 0,1 0 0,0 1 0,-9 8 0,8-8 0,-10 11 0,1 0 0,1 1 0,0 0 0,0 0 0,2 1 0,0 0 0,0 1 0,1 0 0,-6 25 0,6-14 0,0 0 0,2 0 0,1 1 0,2 52 0,2-59 0,2 0 0,0 0 0,2-1 0,0 1 0,1-1 0,16 36 0,-10-30 0,2 0 0,1-1 0,1 0 0,25 28 0,-34-45-1365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43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7 24575,'0'0'0,"-1"0"0,1 0 0,0-1 0,0 1 0,0 0 0,0 0 0,0 0 0,0 0 0,-1-1 0,1 1 0,0 0 0,0 0 0,0 0 0,-1 0 0,1 0 0,0 0 0,0 0 0,0-1 0,-1 1 0,1 0 0,0 0 0,0 0 0,0 0 0,-1 0 0,1 0 0,0 0 0,0 0 0,-1 0 0,1 0 0,0 0 0,0 0 0,0 0 0,-1 1 0,1-1 0,0 0 0,-1 0 0,-1 9 0,3 12 0,3-2 0,0 0 0,2 0 0,12 32 0,-17-50 0,-1 0 0,1 0 0,-1 0 0,1 0 0,-1 0 0,1 0 0,-1 0 0,1 0 0,0 0 0,-1-1 0,1 1 0,0 0 0,0 0 0,0-1 0,0 1 0,-1-1 0,1 1 0,0-1 0,0 1 0,0-1 0,0 1 0,0-1 0,0 0 0,2 1 0,-1-1 0,0-1 0,-1 1 0,1 0 0,0-1 0,0 1 0,-1-1 0,1 1 0,0-1 0,-1 0 0,1 0 0,-1 0 0,1 0 0,1-1 0,4-5 0,1 0 0,-2 0 0,1 0 0,6-11 0,8-18 0,-18 30 0,0 0 0,1 0 0,-1 0 0,1 0 0,0 1 0,0-1 0,1 1 0,0 0 0,0 0 0,6-4 0,-11 9 0,1-1 0,0 1 0,0-1 0,0 1 0,0 0 0,0-1 0,0 1 0,1 0 0,-1 0 0,0 0 0,0 0 0,0 0 0,0 0 0,0 0 0,0 0 0,0 0 0,0 0 0,0 0 0,2 1 0,0 1 0,-1-1 0,1 0 0,-1 1 0,0-1 0,0 1 0,0 0 0,4 3 0,1 3 0,0 1 0,11 17 0,-18-25 0,63 113 0,-62-112-136,0-1-1,0 1 1,0 0-1,-1 0 1,1 0-1,-1-1 1,1 1-1,-1 0 0,0 3 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44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24575,'0'0'0,"-1"0"0,0 0 0,0 0 0,0 0 0,0 0 0,0 0 0,0 0 0,0 1 0,1-1 0,-1 0 0,0 1 0,0-1 0,0 0 0,1 1 0,-1-1 0,0 1 0,0 0 0,1-1 0,-1 1 0,0-1 0,1 1 0,-1 0 0,1-1 0,-1 2 0,0 0 0,0 0 0,0 0 0,1 0 0,-1 0 0,1 0 0,0 0 0,0 0 0,0 0 0,0 0 0,0 3 0,1 5 0,1 0 0,0-1 0,5 14 0,-7-22 0,51 126 0,-14-38 0,-36-85 0,4 9 0,0 1 0,4 18 0,-9-31-68,0 0 0,0 0-1,0-1 1,0 1 0,0 0 0,0 0-1,0 0 1,0-1 0,0 1 0,0 0-1,-1 0 1,1-1 0,0 1 0,0 0-1,-1 0 1,1-1 0,-1 1-1,1 0 1,-1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44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715 77 24575,'-11'-9'0,"-1"1"0,0 1 0,0 0 0,-1 0 0,0 1 0,-22-7 0,15 8 0,-1 0 0,0 1 0,-38-2 0,-1 6 0,0 3 0,-66 12 0,119-15 0,-57 9-35,-82 10-1295,124-17-5496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45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24575,'0'-5'0,"1"-23"0,-1 28 0,0-1 0,0 1 0,0-1 0,0 1 0,0-1 0,0 1 0,1-1 0,-1 1 0,0 0 0,0-1 0,0 1 0,0-1 0,1 1 0,-1 0 0,0-1 0,0 1 0,1-1 0,-1 1 0,0 0 0,1-1 0,-1 1 0,0 0 0,1 0 0,-1-1 0,0 1 0,1 0 0,-1 0 0,1 0 0,-1-1 0,0 1 0,1 0 0,-1 0 0,1 0 0,-1 0 0,1 0 0,-1 0 0,1 0 0,-1 0 0,0 0 0,1 0 0,-1 0 0,1 0 0,-1 0 0,1 0 0,-1 0 0,0 1 0,1-1 0,-1 0 0,1 0 0,0 1 0,7 5 0,0 0 0,0 1 0,-1 0 0,0 0 0,0 1 0,8 12 0,-3-5 0,19 24 0,-2 2 0,-2 0 0,-1 2 0,24 58 0,-39-78 0,-2 1 0,-1 0 0,-1 1 0,-2 0 0,0 0 0,-1 0 0,-1 0 0,-2 1 0,-1-1 0,-3 32 0,2-46 0,-1-1 0,-1 0 0,1 0 0,-2 0 0,1 0 0,-1-1 0,-1 0 0,-8 15 0,5-14 0,0 1 0,-1-1 0,0-1 0,0 0 0,-1 0 0,-14 10 0,-54 32-1365,59-41-5461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50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15 24575,'-15'0'0,"-7"0"0,-2 0 0,-2 0 0,0 0 0,3 0 0,3 0 0,5-3 0,2 0 0,1 0 0,0 0 0,0 1 0,1 1-8191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50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7 24575,'-25'-3'0,"-10"0"0,-2 2 0,3 2 0,5 0 0,7 3 0,6 1 0,2-1 0,1-1 0,3 1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51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25 24575,'0'-1'0,"1"1"0,-1-1 0,0 0 0,1 1 0,-1-1 0,0 0 0,0 1 0,1-1 0,-1 0 0,0 1 0,0-1 0,0 0 0,0 1 0,0-1 0,0 0 0,0 0 0,0 1 0,0-1 0,0 0 0,0 1 0,-1-1 0,1 0 0,0 1 0,0-1 0,-1-1 0,0 2 0,0-1 0,0 0 0,0 1 0,1-1 0,-1 1 0,0-1 0,0 1 0,0 0 0,0-1 0,0 1 0,0 0 0,0 0 0,0-1 0,0 1 0,-2 0 0,-2 0 0,0 0 0,0 1 0,0-1 0,0 1 0,0 0 0,-5 2 0,1 0 0,0 1 0,0 1 0,0-1 0,0 1 0,0 1 0,1-1 0,0 2 0,1-1 0,-15 15 0,18-16 0,1 0 0,-1 1 0,0-1 0,1 1 0,0 0 0,1 0 0,-1 0 0,1 0 0,0 0 0,1 1 0,0-1 0,0 1 0,0-1 0,0 1 0,1-1 0,1 10 0,0-12 0,0 0 0,0-1 0,0 1 0,1-1 0,-1 1 0,1-1 0,0 1 0,0-1 0,0 0 0,1 0 0,-1 0 0,1 0 0,-1 0 0,1-1 0,0 1 0,0-1 0,4 2 0,6 5 0,1 0 0,24 10 0,-25-13 0,-1-1 0,1-1 0,0 0 0,1 0 0,-1-2 0,1 1 0,-1-2 0,1 0 0,-1 0 0,1-2 0,25-2 0,-24 0-1365,-2 1-5461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51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28 24575,'-10'5'0,"1"0"0,-1 1 0,1 0 0,1 0 0,-1 1 0,-8 8 0,15-13 0,1 0 0,-1 0 0,0 0 0,1 0 0,-1 0 0,1 0 0,0 0 0,0 0 0,-1 1 0,2-1 0,-1 1 0,0-1 0,0 0 0,1 1 0,-1-1 0,1 1 0,0 0 0,0-1 0,0 1 0,0-1 0,0 1 0,0-1 0,1 1 0,-1-1 0,1 1 0,0-1 0,0 1 0,0-1 0,0 0 0,0 0 0,3 4 0,-1-2 0,1 1 0,0-1 0,0 0 0,0 0 0,1-1 0,0 0 0,-1 1 0,1-1 0,0-1 0,7 4 0,-2-3 0,-1 1 0,1-1 0,-1 0 0,1-1 0,11 1 0,-19-3 0,0 0 0,1 0 0,-1 1 0,0-2 0,0 1 0,1 0 0,-1 0 0,0-1 0,0 1 0,0-1 0,0 0 0,1 0 0,-1 0 0,0 0 0,0 0 0,0 0 0,-1 0 0,1-1 0,0 1 0,0-1 0,-1 1 0,3-3 0,-3 1 0,1 1 0,-1-1 0,0 1 0,0-1 0,0 0 0,0 1 0,0-1 0,-1 0 0,1 0 0,-1 0 0,0 0 0,0 1 0,0-1 0,0 0 0,0 0 0,-1 0 0,0-4 0,-2-3 0,0 1 0,-1 0 0,0 0 0,0 0 0,-1 1 0,0-1 0,0 1 0,-1 1 0,0-1 0,0 1 0,-1 0 0,0 0 0,-1 1 0,1 0 0,-14-9 0,18 14-52,0 0-1,0-1 1,0 1-1,0 0 1,0 1-1,-1-1 1,1 0-1,0 1 1,0 0-1,-1 0 1,1 0-1,0 0 1,0 0-1,-1 1 1,1 0-1,0-1 1,0 1-1,0 0 1,0 0-1,0 1 0,0-1 1,0 1-1,0 0 1,0-1-1,-4 5 1,-2 2-6774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51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9 24575,'0'-1'0,"0"1"0,0 0 0,0-1 0,-1 1 0,1-1 0,0 1 0,0-1 0,0 1 0,-1 0 0,1-1 0,0 1 0,0 0 0,-1-1 0,1 1 0,0 0 0,-1-1 0,1 1 0,0 0 0,-1 0 0,1 0 0,-1-1 0,1 1 0,0 0 0,-1 0 0,0 0 0,1 0 0,0 0 0,-1 0 0,1 1 0,0-1 0,-1 0 0,1 1 0,0-1 0,-1 1 0,1-1 0,0 0 0,0 1 0,0-1 0,-1 1 0,1-1 0,0 1 0,0-1 0,0 0 0,0 2 0,-2 24 0,3-17 0,0-1 0,1 1 0,0 0 0,0-1 0,1 0 0,0 1 0,5 7 0,2 3 0,23 31 0,-26-42 0,0 1 0,14 11 0,-13-13 0,0 1 0,10 13 0,-17-21 0,-1 1 0,1 0 0,-1-1 0,0 1 0,1 0 0,-1-1 0,1 1 0,-1 0 0,0 0 0,0-1 0,1 1 0,-1 0 0,0 0 0,0 0 0,0-1 0,0 1 0,0 0 0,0 0 0,0 0 0,0-1 0,0 1 0,-1 0 0,1 0 0,0 0 0,-1 1 0,0-1 0,0 0 0,0 1 0,0-1 0,0 0 0,-1 0 0,1 0 0,0 1 0,-1-1 0,1-1 0,-1 1 0,-2 1 0,-5 2 0,-1-1 0,1 0 0,-14 2 0,21-5 0,-103 15 127,8-1-1619,78-10-5334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53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15 24575,'17'-7'0,"3"-1"0,-38 22 0,8-7 0,1 1 0,-1 0 0,2 0 0,-1 1 0,1 0 0,1 1 0,-1 0 0,2 0 0,-1 0 0,1 1 0,1 0 0,0 0 0,-6 22 0,0 4 0,3 1 0,1 1 0,-2 38 0,6-44 0,2 1 0,1-1 0,2 1 0,1-1 0,2 0 0,17 62 0,-14-68 0,2 0 0,1-1 0,1 0 0,2-1 0,0-1 0,1 0 0,2-1 0,28 32 0,-29-37-227,2 0-1,0-1 1,1 0-1,0-2 1,31 19-1,-37-28-6598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55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4 203 24575,'-2'-37'0,"1"23"0,1-1 0,0 0 0,1 0 0,3-17 0,-3 28 0,1 0 0,-1 0 0,1 1 0,0-1 0,0 0 0,0 1 0,0-1 0,1 1 0,-1-1 0,1 1 0,0 0 0,0 0 0,0 1 0,0-1 0,1 0 0,-1 1 0,1 0 0,-1 0 0,1 0 0,0 0 0,6-1 0,-5 1 0,1 0 0,0 1 0,0 0 0,0 0 0,1 1 0,-1-1 0,0 1 0,0 0 0,0 1 0,0 0 0,0 0 0,0 0 0,0 1 0,6 2 0,-10-3 0,1 0 0,-1 0 0,0 0 0,0 1 0,0-1 0,0 1 0,0-1 0,0 1 0,0 0 0,-1 0 0,1 0 0,-1 0 0,1 0 0,-1 0 0,2 3 0,-1 0 0,-1-1 0,1 1 0,-1-1 0,0 1 0,0 0 0,0 0 0,-1 7 0,0 1 0,-1-1 0,-1 0 0,0-1 0,0 1 0,-7 19 0,-8 15 0,-12 37 0,13-41 0,11-30 0,0 1 0,-5 22 0,10-35 0,0 1 0,-1 0 0,1 0 0,0 0 0,0 0 0,0 0 0,0 0 0,0 0 0,0 0 0,0 0 0,0 0 0,0 0 0,1-1 0,-1 1 0,0 0 0,1 0 0,-1 0 0,0 0 0,1 0 0,-1-1 0,1 1 0,-1 0 0,1 0 0,0-1 0,-1 1 0,1 0 0,0-1 0,-1 1 0,1-1 0,0 1 0,0-1 0,0 1 0,-1-1 0,1 1 0,0-1 0,0 0 0,0 1 0,0-1 0,0 0 0,0 0 0,0 0 0,1 0 0,5 0 0,0 0 0,0 0 0,0-1 0,11-3 0,-9 3 0,156-25 0,-150 23-1365,-3 0-5461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56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 24575,'0'0'0,"0"-1"0,0 1 0,0 0 0,0 0 0,0 0 0,-1-1 0,1 1 0,0 0 0,0 0 0,0 0 0,0 0 0,-1 0 0,1 0 0,0-1 0,0 1 0,0 0 0,0 0 0,-1 0 0,1 0 0,0 0 0,0 0 0,-1 0 0,1 0 0,0 0 0,0 0 0,0 0 0,-1 0 0,1 0 0,0 0 0,0 0 0,-1 0 0,1 0 0,0 0 0,0 0 0,0 0 0,-1 1 0,-1 7 0,3 13 0,5-5 0,0 0 0,0 0 0,2-1 0,0 0 0,0-1 0,1 0 0,1 0 0,12 13 0,-20-25-170,1 0-1,-1 0 0,0 0 1,1 0-1,0 0 0,-1 0 1,4 1-1,3 0-6655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56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24575,'7'12'0,"3"7"0,2 3 0,1-1 0,-1-1 0,-1-1 0,1-2 0,-2-1 0,0-3 0,-2-2 0,0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3:56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455 15 24575,'-27'-3'0,"-13"0"0,-9 0 0,1 1 0,3 0 0,4 1 0,4 3 0,4 1 0,2 2 0,2 1 0,0 1 0,4 0 0,5-1-8191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00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9 24575,'-7'-9'0,"7"18"0,6 17 0,9 25 0,-10-32 0,1 0 0,1 0 0,0 0 0,2-1 0,0 0 0,15 22 0,-18-31-273,0-1 0,0 1 0,-1 0 0,8 16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01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31 24575,'11'-5'0,"1"0"0,0 0 0,0 1 0,1 1 0,20-4 0,-25 6 0,0 1 0,1-1 0,-1 1 0,0 1 0,0 0 0,0 0 0,1 0 0,-1 1 0,14 5 0,-12-3 0,-1 0 0,1 1 0,-1 0 0,13 9 0,-19-11 0,1 0 0,-1 0 0,0 0 0,-1 1 0,1-1 0,-1 1 0,1-1 0,-1 1 0,0 0 0,0 0 0,-1 0 0,1 0 0,1 8 0,-2-8 0,0 0 0,0 0 0,-1 1 0,0-1 0,0 0 0,0 0 0,0 1 0,0-1 0,-1 0 0,0 0 0,0 0 0,0 1 0,-1-1 0,1-1 0,-1 1 0,0 0 0,0 0 0,0 0 0,0-1 0,-1 1 0,0-1 0,1 0 0,-1 0 0,-6 5 0,2-3 0,0 0 0,0-1 0,-1 1 0,0-1 0,0-1 0,0 0 0,0 0 0,0 0 0,-1-1 0,1 0 0,-11 0 0,0 0 0,0 0 0,-1-2 0,1 0 0,0-1 0,-1-1 0,-23-6 0,40 7 0,0 0 0,0-1 0,-1 1 0,1-1 0,0 1 0,0-1 0,0 0 0,1 0 0,-1-1 0,0 1 0,1-1 0,-1 1 0,1-1 0,0 0 0,0 1 0,0-1 0,0 0 0,1-1 0,-1 1 0,1 0 0,0 0 0,0-1 0,0 1 0,0 0 0,0-5 0,0 1 0,0 1 0,1-1 0,0 1 0,0-1 0,1 1 0,-1-1 0,1 1 0,1 0 0,-1-1 0,1 1 0,0 0 0,5-10 0,-5 12-91,0 1 0,0 0 0,0-1 0,0 1 0,0 0 0,1 0 0,-1 0 0,1 1 0,0-1 0,0 1 0,0-1 0,0 1 0,0 0 0,5-2 0,3 0-6735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01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31 24575,'10'-5'0,"0"0"0,1 1 0,0 0 0,0 0 0,22-3 0,-30 6 0,0 1 0,1 0 0,-1 0 0,1 0 0,-1 0 0,0 0 0,1 1 0,-1 0 0,0 0 0,1 0 0,-1 0 0,0 0 0,0 0 0,0 1 0,0 0 0,0 0 0,0-1 0,0 2 0,-1-1 0,1 0 0,-1 0 0,1 1 0,-1 0 0,3 3 0,-3-2 0,0 0 0,0 0 0,0 1 0,-1-1 0,0 0 0,1 1 0,-2-1 0,1 1 0,0-1 0,-1 1 0,0 0 0,0-1 0,0 1 0,-1-1 0,1 1 0,-1-1 0,0 1 0,0-1 0,-1 0 0,1 1 0,-1-1 0,0 0 0,0 0 0,-1 0 0,1 0 0,-1 0 0,0-1 0,0 1 0,-6 5 0,4-6 0,0 0 0,-1-1 0,1 1 0,-1-1 0,0 0 0,1-1 0,-1 1 0,0-1 0,0 0 0,0-1 0,0 1 0,0-1 0,0 0 0,0-1 0,0 1 0,1-1 0,-1 0 0,-7-3 0,0 0 0,0-1 0,0 0 0,0-1 0,0 0 0,1-1 0,-19-14 0,29 19 0,0 1 0,1 0 0,-1 0 0,1-1 0,0 1 0,-1-1 0,1 1 0,0-1 0,0 0 0,0 1 0,0-1 0,0 0 0,0 0 0,1 1 0,-1-1 0,0 0 0,1 0 0,0 0 0,-1 0 0,1 0 0,0 0 0,0 0 0,0 0 0,0 0 0,0 0 0,1 0 0,-1 0 0,1 0 0,-1 0 0,1 0 0,1-2 0,0 1 0,-1 0 0,1 0 0,0 1 0,0-1 0,0 1 0,0 0 0,0-1 0,1 1 0,-1 0 0,0 0 0,1 0 0,0 1 0,-1-1 0,1 1 0,0-1 0,0 1 0,0 0 0,0 0 0,4 0 0,8-1-1365,-2 1-5461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02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29 24575,'7'-3'0,"-1"0"0,1 1 0,0 0 0,0 1 0,0 0 0,0 0 0,0 0 0,0 1 0,0 0 0,0 0 0,11 2 0,-12 0 0,0-1 0,-1 1 0,1 0 0,-1 1 0,0-1 0,0 1 0,0 0 0,0 1 0,0-1 0,-1 1 0,1 0 0,-1 0 0,0 0 0,5 8 0,-6-9 0,-1 1 0,1-1 0,-1 1 0,0 0 0,0 0 0,0 0 0,0 1 0,-1-1 0,1 0 0,-1 0 0,0 1 0,0 4 0,-1-6 0,0 0 0,0 0 0,-1 0 0,1 0 0,-1 0 0,0 0 0,0 0 0,0-1 0,0 1 0,0 0 0,0-1 0,-1 1 0,1 0 0,-1-1 0,0 0 0,0 1 0,0-1 0,0 0 0,-3 2 0,-2 2 0,-1-1 0,0 0 0,0 0 0,0-1 0,-1 0 0,1 0 0,-1-1 0,0 0 0,0-1 0,0 0 0,-10 1 0,-5 0 0,-1-1 0,-47-4 0,64 2 0,1-1 0,0 0 0,-1 0 0,1-1 0,0 0 0,0 0 0,0-1 0,-10-5 0,15 7 0,0 0 0,0 0 0,0-1 0,1 1 0,-1-1 0,0 0 0,1 1 0,-1-1 0,1 0 0,0 0 0,0 0 0,-1 0 0,1 0 0,1 0 0,-1 0 0,0 0 0,0-1 0,1 1 0,-1 0 0,1 0 0,0-1 0,0 1 0,0 0 0,0 0 0,0-1 0,0 1 0,0 0 0,1 0 0,-1-1 0,1 1 0,1-3 0,0-1 0,1 0 0,0 0 0,0 1 0,0-1 0,0 1 0,1-1 0,0 1 0,0 0 0,1 1 0,-1-1 0,7-4 0,8-5 0,35-21 0,-35 23 0,5 0-1365,-14 9-5461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08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24575,'0'2'0,"1"-1"0,-1 1 0,1 0 0,0-1 0,-1 1 0,1-1 0,0 1 0,0-1 0,0 1 0,0-1 0,3 2 0,5 11 0,0 10 0,-1 1 0,-1 0 0,-2 0 0,3 29 0,-8-53 0,0-1 0,0 1 0,0-1 0,0 1 0,0-1 0,0 1 0,1-1 0,-1 1 0,0-1 0,0 1 0,0-1 0,0 1 0,1-1 0,-1 1 0,0-1 0,1 1 0,-1-1 0,0 1 0,1 0 0,4-8 0,4-24 0,-7 25 0,6-31 0,-6 27 0,0 0 0,0-1 0,1 1 0,7-16 0,-9 23 0,1 1 0,-1 0 0,1-1 0,-1 1 0,1 0 0,0 0 0,0 0 0,0 0 0,0 0 0,0 0 0,1 1 0,-1-1 0,0 1 0,1-1 0,-1 1 0,1 0 0,-1 0 0,1 0 0,0 1 0,0-1 0,-1 0 0,5 1 0,0-1 0,1 1 0,-1 1 0,1-1 0,-1 1 0,1 1 0,-1-1 0,0 1 0,1 0 0,-1 1 0,0 0 0,8 4 0,-7-2 0,0 0 0,0 0 0,0 1 0,-1 0 0,1 1 0,-2-1 0,1 1 0,8 11 0,-13-15 15,0 0 0,-1 0 0,1 1 0,0-1 0,-1 0 0,0 1 0,2 4 0,-3-7-98,0 1 1,0-1-1,1 1 1,-1 0-1,0-1 1,0 1-1,0 0 1,-1-1-1,1 1 1,0 0-1,-1-1 1,1 1-1,-1-1 1,1 1-1,-1-1 1,0 1-1,-1 2 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11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2496 1 24575,'-30'11'0,"-10"-4"0,0-2 0,-59 1 0,31-7 0,-98 2 0,58 13 0,38-7 0,43-3 0,-31 0 0,-65 3 0,-5 0 0,-345-7 0,446 1 0,-29 5 0,-20 1 0,-16-8 0,-47 3 0,91 4 0,30-2 0,-31 0 0,-413-4 0,451 0 42,0 1 1,-18 5-1,-6 0-1534,23-5-5334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17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47 24575,'0'-2'0,"0"0"0,0 0 0,1 0 0,-1 1 0,0-1 0,1 0 0,-1 1 0,1-1 0,0 0 0,-1 1 0,1-1 0,0 0 0,0 1 0,0-1 0,0 1 0,0 0 0,0-1 0,1 1 0,-1 0 0,0 0 0,1 0 0,-1 0 0,1 0 0,-1 0 0,1 0 0,0 0 0,-1 0 0,1 1 0,0-1 0,-1 1 0,4-1 0,5-1 0,0 1 0,0 0 0,1 1 0,14 1 0,-11-1 0,-7 1 0,0-1 0,0 1 0,1 1 0,-1-1 0,0 1 0,0 1 0,-1-1 0,1 1 0,0 0 0,-1 1 0,7 3 0,-11-5 0,0-1 0,0 1 0,0 0 0,0-1 0,0 1 0,0 0 0,0 0 0,-1 0 0,1 0 0,-1 1 0,1-1 0,-1 0 0,0 1 0,0-1 0,0 1 0,0-1 0,-1 1 0,1-1 0,-1 1 0,1 0 0,-1-1 0,0 1 0,0-1 0,0 1 0,0 0 0,0-1 0,-1 1 0,1 0 0,-1-1 0,0 1 0,0-1 0,-2 5 0,1-3 0,0-1 0,-1 1 0,1-1 0,-1 1 0,0-1 0,0 0 0,0 0 0,0-1 0,0 1 0,-1-1 0,1 1 0,-1-1 0,0 0 0,0-1 0,-7 4 0,-6 0 0,-1 0 0,-25 3 0,9-2 0,31-5 0,-7 1 0,-1 0 0,0 0 0,1-1 0,-12 0 0,20-1 0,0 0 0,0 0 0,0-1 0,-1 1 0,1 0 0,0-1 0,0 1 0,0-1 0,0 0 0,0 0 0,0 0 0,0 0 0,0 0 0,0 0 0,1 0 0,-1-1 0,0 1 0,1-1 0,-1 1 0,1-1 0,-1 0 0,1 1 0,0-1 0,0 0 0,-2-4 0,0-1-105,0-1 0,1 1 0,0-1 0,0 0 0,1 1 0,0-1 0,0 0 0,1 0 0,0 0 0,1 0 0,-1 0 0,4-13 0,-1 8-6721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18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16 24575,'12'-3'0,"54"-8"0,-57 10 0,0 0 0,0 1 0,0 0 0,0 1 0,11 1 0,-16 0 0,0-1 0,0 1 0,0 0 0,0 0 0,0 0 0,0 0 0,-1 1 0,1 0 0,-1-1 0,1 1 0,-1 1 0,0-1 0,0 0 0,-1 1 0,1-1 0,-1 1 0,0 0 0,0 0 0,3 7 0,-3-6 0,0-1 0,-1 1 0,1-1 0,-1 1 0,0-1 0,-1 1 0,1 0 0,-1 0 0,0-1 0,0 1 0,0 0 0,-1 0 0,0-1 0,0 1 0,0 0 0,0-1 0,-1 1 0,-2 5 0,2-7 0,-1 0 0,0 1 0,0-1 0,0 0 0,0 0 0,0-1 0,0 1 0,-1-1 0,1 1 0,-1-1 0,0 0 0,0-1 0,1 1 0,-1-1 0,0 1 0,-1-1 0,1 0 0,0 0 0,0-1 0,-7 1 0,1-1 0,0 0 0,0 0 0,0-1 0,0-1 0,0 1 0,0-2 0,-14-4 0,16 4 0,0 0 0,1-1 0,-1 0 0,1 0 0,0-1 0,-9-7 0,15 11 0,0 0 0,0 0 0,0 0 0,0 0 0,-1 0 0,1 0 0,1-1 0,-1 1 0,0 0 0,0-1 0,0 1 0,1-1 0,-1 1 0,1-1 0,-1 1 0,1-1 0,-1 1 0,1-1 0,0 1 0,0-1 0,0 1 0,0-1 0,0 0 0,0 1 0,0-1 0,1 1 0,-1-1 0,1 1 0,-1-1 0,1 1 0,-1-1 0,1 1 0,0-1 0,0 1 0,-1 0 0,1-1 0,0 1 0,0 0 0,0 0 0,2-2 0,0 1-195,-1 0 0,1-1 0,0 1 0,0 0 0,0 0 0,5-1 0,5-3-6631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18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0 24575,'9'1'0,"-1"1"0,0 0 0,1 0 0,-1 1 0,0 0 0,-1 0 0,1 1 0,12 7 0,2 1 0,2 0 0,0 1 0,41 30 0,-63-41 0,0 0 0,0 0 0,0 0 0,0 0 0,0 0 0,-1 0 0,1 0 0,-1 1 0,1-1 0,-1 1 0,0-1 0,0 1 0,0-1 0,0 1 0,-1 0 0,1 0 0,0-1 0,-1 1 0,0 0 0,0 0 0,0 4 0,-1-5 0,1 1 0,-1-1 0,1 0 0,-1 0 0,0 1 0,0-1 0,0 0 0,0 0 0,-1 0 0,1 0 0,0 0 0,-1 0 0,1-1 0,-1 1 0,0 0 0,0-1 0,1 1 0,-1-1 0,0 0 0,0 0 0,0 0 0,-1 0 0,1 0 0,0 0 0,-4 1 0,-13 1 0,1-1 0,0 0 0,0-2 0,0 0 0,-27-4 0,41 4 0,-11-1 0,0-2 0,0 1 0,-26-9 0,36 9 0,0 0 0,-1 0 0,1-1 0,0 0 0,-8-6 0,11 7 0,0 1 0,0-1 0,0 0 0,1 0 0,-1 0 0,0 0 0,1-1 0,0 1 0,-1 0 0,1-1 0,0 1 0,0-1 0,-1-3 0,2 5 7,0-1-1,0 0 0,-1 0 0,1 0 1,1 0-1,-1 0 0,0 0 1,0 0-1,1 0 0,-1 0 1,1 0-1,-1 0 0,1 1 0,0-1 1,0 0-1,0 0 0,0 1 1,2-4-1,0 2-192,0 0 1,0 0-1,0 0 0,1 0 1,-1 1-1,1-1 1,5-2-1,2 0-6640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19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35 24575,'17'-12'0,"-13"9"0,1-1 0,0 1 0,0 0 0,7-3 0,-10 5 0,1 1 0,-1-1 0,1 1 0,-1-1 0,1 1 0,-1 0 0,1-1 0,0 2 0,-1-1 0,1 0 0,-1 0 0,1 1 0,2 0 0,6 3 0,0 1 0,0-1 0,0 2 0,-1 0 0,0 0 0,0 1 0,-1 0 0,0 0 0,0 1 0,0 1 0,10 12 0,-18-19 0,1 0 0,-1 0 0,0 0 0,1 1 0,-1-1 0,0 0 0,0 0 0,-1 1 0,1-1 0,0 1 0,-1-1 0,1 1 0,-1-1 0,0 1 0,0-1 0,0 1 0,0-1 0,0 1 0,-1 2 0,0-2 0,0-1 0,0 0 0,0 0 0,-1 0 0,1 0 0,0 0 0,-1 0 0,1 0 0,-1-1 0,0 1 0,1 0 0,-1-1 0,0 1 0,0-1 0,0 0 0,0 0 0,0 0 0,0 0 0,-1 0 0,-2 1 0,-8 2 0,0-1 0,0 0 0,-1-1 0,1-1 0,0 0 0,-1-1 0,1 0 0,-15-3 0,18 2 0,0-1 0,1 0 0,-1 0 0,1-1 0,-1-1 0,1 1 0,0-1 0,0-1 0,1 0 0,0 0 0,-14-11 0,20 14 5,1 1-1,0 0 1,-1-1 0,1 1-1,0-1 1,0 0-1,0 1 1,0-1 0,0 0-1,0 1 1,0-1 0,0 0-1,1 0 1,-1 0-1,1 0 1,0 0 0,-1 0-1,1 0 1,0 0-1,0 0 1,0 0 0,0 0-1,1 0 1,-1 0-1,1-1 1,0 0-79,0 1-1,0 0 1,0-1 0,0 1 0,1 0-1,-1 0 1,1 0 0,-1 0 0,1 0-1,0 1 1,0-1 0,0 0 0,0 1-1,0-1 1,0 1 0,0 0 0,0 0-1,1 0 1,2-1 0,7-2-6752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20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61 24575,'3'-5'0,"1"1"0,0-1 0,0 1 0,0 0 0,0 1 0,0-1 0,1 1 0,0 0 0,0 0 0,0 0 0,5-2 0,-7 4 0,1 0 0,-1 0 0,0 1 0,0-1 0,0 1 0,0 0 0,1-1 0,-1 1 0,0 1 0,0-1 0,0 0 0,1 1 0,-1 0 0,0 0 0,0 0 0,0 0 0,0 0 0,0 0 0,0 1 0,-1 0 0,4 1 0,1 3 0,1-1 0,-1 1 0,0 0 0,-1 1 0,0 0 0,0 0 0,0 0 0,-1 0 0,0 1 0,0 0 0,-1 0 0,0 0 0,4 16 0,-7-20 0,0 0 0,-1 0 0,1 0 0,-1 1 0,0-1 0,-1 0 0,1 0 0,-1 0 0,1 1 0,-1-1 0,-1 0 0,1 0 0,0 0 0,-1 0 0,0-1 0,-2 5 0,1-4 0,1 0 0,-1 0 0,0 0 0,0 0 0,-1-1 0,1 1 0,-1-1 0,1 0 0,-1 0 0,0 0 0,0-1 0,-1 1 0,-6 2 0,2-2 0,1 0 0,-1-1 0,1 0 0,-1 0 0,0-1 0,0 0 0,0-1 0,0 0 0,0 0 0,1-1 0,-1 0 0,0-1 0,0 0 0,1 0 0,-1-1 0,1 0 0,0 0 0,0-1 0,0 0 0,-9-6 0,8 4 0,-1-1 0,1 1 0,1-1 0,-1-1 0,1 0 0,-7-9 0,12 13 0,1 1 0,0-1 0,0 0 0,0 0 0,0 0 0,1 0 0,-1 0 0,1 0 0,0 0 0,0 0 0,1 0 0,-1-1 0,1 1 0,0 0 0,0-1 0,1 1 0,-1 0 0,1 0 0,1-5 0,-1 4-52,0 0-1,1 0 1,0 0-1,0 0 1,0 1-1,1-1 1,0 0-1,-1 1 1,2 0-1,-1 0 1,0 0-1,1 0 1,0 0-1,0 1 1,0 0-1,0 0 1,0 0-1,1 0 1,-1 0-1,1 1 1,0 0-1,0 0 1,0 0-1,0 1 0,8-2 1,0 2-6774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21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20 24575,'-1'-1'0,"1"0"0,-1 0 0,0 0 0,0 0 0,1 0 0,-1 0 0,1 0 0,-1 0 0,1 0 0,-1 0 0,1 0 0,0 0 0,-1-2 0,1 3 0,0 0 0,0 0 0,0 0 0,0-1 0,0 1 0,0 0 0,0 0 0,0 0 0,0 0 0,0-1 0,0 1 0,0 0 0,1 0 0,-1 0 0,0 0 0,0 0 0,0-1 0,0 1 0,0 0 0,0 0 0,0 0 0,0 0 0,0 0 0,1 0 0,-1 0 0,0 0 0,0-1 0,0 1 0,0 0 0,0 0 0,1 0 0,-1 0 0,0 0 0,10 3 0,7 9 0,0 0 0,24 23 0,-35-30 0,27 25 0,-1 1 0,51 67 0,-69-79 0,-1 1 0,-1 0 0,-1 1 0,-1 0 0,-1 1 0,-1 0 0,7 28 0,-9-26 0,-1 1 0,-2-1 0,0 1 0,-1 0 0,-2 0 0,-1 0 0,0 0 0,-2-1 0,-1 1 0,-1-1 0,-1 1 0,-1-2 0,-12 27 0,5-17 0,-25 40 0,32-61 0,-1-1 0,0-1 0,0 0 0,-1 0 0,0 0 0,0-1 0,-12 8 0,15-14 0,-1 1 0,0-1 0,1 0 0,-1 0 0,-1-1 0,-10 3 0,8-3 0,0 1 0,-14 6 0,15-3-1365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23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4 24575,'9'-1'0,"0"0"0,0 0 0,0 1 0,14 1 0,-71 0 0,11 0 0,-111-1-1365,135 0-5461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24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56 24575,'-5'-8'0,"-4"-1"0,0-3 0,-2 1 0,-1 3 0,-1 2 0,0 5 0,-1 2 0,-1 4 0,0 1 0,1-1 0,-1 2 0,1-1 0,-1-1 0,3-2-8191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36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44 24575,'1'0'0,"0"-1"0,0 1 0,0 0 0,0-1 0,0 1 0,0 0 0,0-1 0,0 1 0,-1-1 0,1 1 0,0-1 0,0 0 0,0 1 0,0-1 0,-1 0 0,1 0 0,0 1 0,-1-1 0,1 0 0,-1 0 0,1 0 0,-1 0 0,1-1 0,-1 1 0,0 0 0,0 0 0,-1 0 0,1 0 0,-1 0 0,1 0 0,-1 0 0,1 1 0,-1-1 0,1 0 0,-1 0 0,0 1 0,1-1 0,-1 0 0,0 1 0,0-1 0,0 0 0,1 1 0,-1-1 0,0 1 0,0 0 0,0-1 0,0 1 0,-2-1 0,-4-1 0,0 0 0,0 0 0,0 1 0,-1 0 0,1 0 0,0 1 0,-1 0 0,1 0 0,-1 0 0,1 1 0,0 0 0,-1 1 0,1 0 0,0 0 0,0 0 0,0 1 0,1 0 0,-9 5 0,6-3 0,-1 1 0,1 0 0,0 0 0,1 1 0,0 0 0,0 0 0,0 1 0,1 0 0,0 1 0,1 0 0,-11 18 0,16-24 0,-1-1 0,1 1 0,0 0 0,1-1 0,-1 1 0,0 0 0,1 0 0,-1 0 0,1 0 0,0 0 0,0 0 0,0 0 0,0 0 0,1-1 0,-1 1 0,1 0 0,0 0 0,0 0 0,0 0 0,0-1 0,0 1 0,0-1 0,3 4 0,0-1 0,0 0 0,1 0 0,0 0 0,0-1 0,0 1 0,0-1 0,1 0 0,-1-1 0,9 4 0,15 8-195,1-1 0,0-2 0,1-1 0,0-1 0,1-2 0,57 7 0,-75-14-6631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36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59 24575,'-18'-7'0,"-55"-17"0,66 22 0,0 1 0,0 0 0,0 0 0,0 0 0,-1 1 0,1 0 0,-15 2 0,21-2 0,-1 1 0,1-1 0,-1 1 0,1-1 0,-1 1 0,1-1 0,-1 1 0,1 0 0,0-1 0,-1 1 0,1 0 0,0 0 0,0 0 0,0 0 0,-1 0 0,1 1 0,0-1 0,0 0 0,1 0 0,-1 1 0,-1 1 0,1-1 0,1 0 0,-1 1 0,1-1 0,-1 1 0,1-1 0,0 1 0,0-1 0,0 1 0,0-1 0,0 1 0,1-1 0,0 3 0,1 3 0,1-1 0,-1 1 0,1-1 0,1 0 0,0 0 0,0 0 0,7 9 0,-2-6 0,0 0 0,1-1 0,0 0 0,1 0 0,0-1 0,13 7 0,-16-10 0,1-1 0,-1 0 0,0 0 0,1-1 0,0-1 0,0 1 0,0-1 0,0-1 0,18 2 0,-25-3 0,0 0 0,-1 0 0,1 0 0,0-1 0,0 1 0,-1 0 0,1-1 0,0 1 0,-1-1 0,1 1 0,-1-1 0,1 0 0,-1 1 0,1-1 0,-1 0 0,1 0 0,-1 0 0,1 0 0,-1-1 0,0 1 0,0 0 0,0 0 0,0-1 0,0 1 0,0-1 0,0 1 0,0-1 0,0 1 0,-1-1 0,1 1 0,-1-1 0,1 0 0,-1 0 0,0 1 0,1-1 0,-1-3 0,0-1 0,-1 1 0,1 0 0,-1-1 0,0 1 0,0-1 0,0 1 0,-1 0 0,0 0 0,0-1 0,-4-6 0,-4-5 0,0-1 0,-1 0 0,-18-21 0,26 34 0,-1 1 0,0 0 0,0 0 0,0 1 0,0-1 0,-1 1 0,1 0 0,-1 0 0,0 1 0,0-1 0,0 1 0,0 0 0,-10-3 0,12 5-151,1 0-1,0-1 0,-1 1 0,1 0 1,0 0-1,0 1 0,-1-1 1,-2 1-1,-3 2-6674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37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40 24575,'-6'-4'0,"0"0"0,-1-1 0,0 1 0,1 0 0,-1 1 0,-1 0 0,1 0 0,0 1 0,-1-1 0,-13-1 0,20 4 0,0 0 0,0 0 0,0 0 0,0 0 0,-1 0 0,1 0 0,0 0 0,0 1 0,0-1 0,0 0 0,0 1 0,0-1 0,0 0 0,0 1 0,0-1 0,0 1 0,0 0 0,0-1 0,1 1 0,-1 0 0,0 0 0,0-1 0,0 2 0,0 0 0,0 0 0,0-1 0,1 1 0,-1 0 0,1 0 0,0-1 0,-1 1 0,1 0 0,0 0 0,0 0 0,0-1 0,0 1 0,1 2 0,0 3 0,1 1 0,0-1 0,0 0 0,1 0 0,6 12 0,10 12 0,0-1 0,3 0 0,25 27 0,-45-56 0,-1 1 0,0 0 0,1-1 0,-1 1 0,0 0 0,0-1 0,0 1 0,0 0 0,0 0 0,-1 0 0,1 0 0,0 0 0,-1 0 0,0 0 0,1 2 0,-1-3 0,-1 1 0,1-1 0,0 0 0,-1 0 0,1 0 0,-1 0 0,1 0 0,-1 0 0,1 0 0,-1 0 0,0 0 0,0 0 0,1 0 0,-1-1 0,0 1 0,0 0 0,0 0 0,0-1 0,0 1 0,0 0 0,0-1 0,0 1 0,0-1 0,0 0 0,0 1 0,0-1 0,-2 1 0,-24 5 0,1-2 0,0 0 0,-36 0 0,31-2-59,-47 3-1247,60-2-5520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38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 24575,'-3'1'0,"0"-1"0,0 1 0,0 0 0,0 1 0,0-1 0,0 0 0,0 1 0,1 0 0,-1-1 0,1 1 0,-1 0 0,1 1 0,-1-1 0,1 0 0,0 1 0,0-1 0,0 1 0,1-1 0,-1 1 0,1 0 0,-1 0 0,1 0 0,0 0 0,0 0 0,0 0 0,0 0 0,1 0 0,-1 1 0,1-1 0,0 0 0,0 0 0,0 5 0,2 4 0,-1-1 0,1 1 0,1-1 0,0 0 0,1 0 0,0 0 0,10 18 0,-10-20 0,3 5 0,1 0 0,0-1 0,15 18 0,-23-31-20,0 1-1,0-1 0,0 0 1,0 0-1,0 0 0,0 0 0,0 0 1,0 0-1,0 0 0,0 1 1,0-1-1,1 0 0,-1 0 1,0 0-1,0 0 0,0 0 1,0 0-1,0 0 0,0 0 1,0 0-1,1 0 0,-1 0 0,0 0 1,0 0-1,0 0 0,0 0 1,0 0-1,0 0 0,1 0 1,-1 0-1,0 0 0,0 0 1,0 0-1,0 0 0,0 0 1,0 0-1,1 0 0,-1 0 0,0 0 1,0 0-1,0 0 0,0 0 1,0 0-1,0 0 0,0-1 1,0 1-1,1 0 0,-1 0 1,0 0-1,0 0 0,0 0 1,0 0-1,0 0 0,0-1 0,0 1 1,0 0-1,0 0 0,0 0 1,0 0-1,0 0 0,0 0 1,0 0-1,0-1 0,0 1 1,0 0-1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38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24575,'1'8'9,"-1"0"-1,1 0 0,1 0 1,0 0-1,0 0 1,0 0-1,1-1 1,0 1-1,8 13 0,5 4-345,28 33-1,-28-37-436,-9-11-6052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39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503 74 24575,'-11'-4'0,"-42"-15"0,-1 3 0,-105-17 0,148 32 11,1 0-1,0 2 1,-1-1 0,1 1-1,0 1 1,0-1 0,-16 6-1,-2 4-353,-34 16-1,38-16-419,10-4-6063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39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24575,'1'2'0,"-1"0"0,1-1 0,0 1 0,0 0 0,-1 0 0,1-1 0,0 1 0,0 0 0,3 2 0,2 6 0,-2-2 0,13 26 0,-15-31 0,-1 0 0,1 0 0,0-1 0,0 1 0,0-1 0,1 1 0,-1-1 0,5 4 0,-6-6 0,-1 0 0,0 0 0,1 0 0,-1 0 0,0 0 0,1 0 0,-1 0 0,1 0 0,-1 0 0,0 0 0,1 0 0,-1 0 0,0 0 0,1 0 0,-1 0 0,0 0 0,1 0 0,-1-1 0,0 1 0,1 0 0,-1 0 0,0 0 0,1 0 0,-1-1 0,0 1 0,1 0 0,-1-1 0,0 1 0,0 0 0,0 0 0,1-1 0,-1 1 0,0 0 0,0-1 0,0 1 0,0 0 0,1-1 0,5-16 0,-6 16 0,7-31 0,-6 23 0,1 1 0,0-1 0,0 0 0,1 1 0,5-13 0,-7 19 0,0 0 0,0 1 0,0-1 0,0 1 0,1-1 0,-1 1 0,0-1 0,1 1 0,-1 0 0,1 0 0,-1 0 0,1 0 0,0 0 0,-1 0 0,1 0 0,0 0 0,0 1 0,0-1 0,-1 1 0,1-1 0,0 1 0,0 0 0,0 0 0,0-1 0,0 2 0,0-1 0,0 0 0,0 0 0,0 0 0,3 2 0,5 1 0,-1 0 0,1 1 0,-1 0 0,0 0 0,13 9 0,41 33 0,-53-38-116,31 26 366,-37-31-437,0 1-1,0 0 1,-1 1 0,0-1-1,0 1 1,0-1-1,3 8 1,-2-1-6639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40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686 15 24575,'68'0'0,"75"-1"0,-134 1 0,1-1 0,-1 0 0,0-1 0,17-4 0,-35 3 0,-6 2 0,-68 14 0,2 0 0,-296 5 0,148-30 0,192 9 0,-66 3 0,88 3-1365,4 0-5461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41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24575,'0'42'0,"1"46"0,-1-83 0,0 0 0,1 0 0,0 0 0,0 0 0,1 0 0,-1 0 0,1-1 0,3 8 0,-3-11 0,-1 1 0,0 0 0,1-1 0,-1 1 0,1 0 0,-1-1 0,1 0 0,0 1 0,0-1 0,-1 0 0,1 0 0,0 0 0,0 0 0,0 0 0,0 0 0,0-1 0,1 1 0,-1-1 0,0 0 0,0 1 0,3-1 0,8 0 0,0-1 0,0-1 0,0 0 0,0-1 0,13-4 0,16-3 0,180-35 0,-218 45-81,7-3-240,1 0 0,-1 0 0,16-7 0,-18 5-6505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41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24575,'-7'20'0,"-3"8"0,1 3 0,4-2 0,3-4 0,1-3 0,4-3 0,2-2 0,1-2 0,1-1 0,-1 0 0,-2 0 0,1-3 0,-1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42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3 24575,'-1'0'0,"0"-1"0,0 1 0,0 0 0,0-1 0,0 1 0,0 0 0,0 0 0,0 0 0,0 0 0,0 0 0,0 0 0,0 0 0,0 0 0,0 0 0,0 0 0,0 0 0,0 1 0,1-1 0,-1 0 0,-1 1 0,0 0 0,0 1 0,0-1 0,0 0 0,0 1 0,0-1 0,1 1 0,-1 0 0,-1 2 0,-1 2 0,0 0 0,0 0 0,1 1 0,-5 10 0,-1 9 0,1-1 0,2 2 0,0-1 0,1 1 0,2 0 0,1 0 0,1 0 0,1 0 0,6 40 0,-3-54 0,0 0 0,1-1 0,1 1 0,0-1 0,0 0 0,1-1 0,1 0 0,0 1 0,0-2 0,1 1 0,1-1 0,0-1 0,19 17 0,19 13-1365,-34-31-5461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42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24575,'10'2'0,"0"1"0,0 0 0,0 1 0,-1 0 0,1 0 0,-1 1 0,0 0 0,-1 1 0,1 0 0,-1 0 0,0 1 0,0 0 0,-1 1 0,0-1 0,7 12 0,3 5 0,-1 1 0,-1 0 0,-1 1 0,11 32 0,-16-35 0,-1 0 0,-1 0 0,-2 1 0,0-1 0,-1 2 0,-1-1 0,-2 0 0,0 0 0,-4 34 0,1-48 12,0-1 0,0 1 0,-1-1 0,0 1 0,-1-1 0,0 0 0,0-1 0,-1 1 0,-9 12 0,6-10-224,-2 0 0,1-1 0,-1 0-1,0-1 1,-1 0 0,-13 8 0,9-8-6614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47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 24575,'-2'1'0,"0"1"0,1-1 0,-1 0 0,0 0 0,0 0 0,0 0 0,0 0 0,-1 0 0,1 0 0,0-1 0,0 1 0,-3-1 0,-31 2 0,15-1 0,-26 6 0,28-4 0,-32 1 0,45-3-97,1-1-1,-1 0 1,0-1-1,1 1 1,-1-1-1,1 0 1,-1 0-1,1-1 1,-1 1-1,1-1 1,0-1-1,0 1 0,-7-5 1,2-1-6729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47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31 24575,'-25'-5'0,"-10"-2"0,-2 1 0,3 1 0,5 2 0,5 0 0,4 2 0,3 1 0,2 0 0,0 2 0,2 2 0,-1-1 0,3 0-8191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48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39 24575,'0'0'0,"0"-1"0,0 1 0,0 0 0,0 0 0,0 0 0,0 0 0,0-1 0,-1 1 0,1 0 0,0 0 0,0 0 0,0 0 0,0-1 0,1 1 0,-1 0 0,0 0 0,0 0 0,0 0 0,0-1 0,0 1 0,0 0 0,0 0 0,0 0 0,0 0 0,0 0 0,0-1 0,0 1 0,1 0 0,-1 0 0,0 0 0,0 0 0,0 0 0,0 0 0,0 0 0,1-1 0,-1 1 0,0 0 0,0 0 0,0 0 0,0 0 0,0 0 0,1 0 0,-1 0 0,0 0 0,8 6 0,4 12 0,-6-2 0,0 0 0,-1 0 0,3 23 0,8 24 0,-13-52 0,-8-21 0,-3-6 0,-13-17 0,-32-67 0,50 92 0,0 2 0,-1-1 0,0 0 0,0 1 0,-1-1 0,0 1 0,-5-5 0,8 11 0,4 5 0,2 6 0,8 8 0,24 29 0,8 11 0,-29-37 0,1 0 0,0-1 0,2 0 0,29 26 0,91 60 0,-127-99 0,-9-6 0,0 0 0,1 0 0,-1 0 0,1-1 0,-1 1 0,6 2 0,-31-26-1365,14 16-5461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49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17 24575,'-2'-15'0,"0"13"0,-4 10 0,-5 16 0,-2-1 0,-1 0 0,-25 32 0,-86 102 0,106-132-105,10-12 220,-20 21-1,26-31-249,0 0-1,-1 0 1,1 0 0,-1 0-1,0-1 1,0 1-1,0-1 1,0 0 0,0 0-1,-8 1 1,0 0-6691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49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24575,'2'1'0,"1"-1"0,-1 1 0,0 1 0,0-1 0,0 0 0,0 0 0,0 1 0,-1-1 0,1 1 0,0 0 0,0-1 0,-1 1 0,2 2 0,6 5 0,62 52 0,85 80 0,-154-139-57,1 1-44,0 0 1,0 0-1,0 0 0,0 1 1,0-1-1,-1 1 1,0-1-1,0 1 0,0 0 1,0 0-1,0 0 1,1 6-1,-3 0-6725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50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54 24575,'-26'-12'0,"-48"-18"0,66 27 0,-1 1 0,0 0 0,0 0 0,0 1 0,-1 0 0,1 0 0,0 1 0,0 1 0,-15 1 0,20-1 0,1 0 0,-1 0 0,1 0 0,0 0 0,0 0 0,0 1 0,0 0 0,0-1 0,0 1 0,0 0 0,0 0 0,1 1 0,-1-1 0,1 0 0,0 1 0,-1 0 0,1-1 0,0 1 0,1 0 0,-1 0 0,0 0 0,1 0 0,0 1 0,-1-1 0,1 0 0,1 0 0,-1 1 0,0-1 0,1 1 0,0-1 0,0 1 0,0-1 0,0 0 0,0 1 0,1-1 0,-1 1 0,1-1 0,0 0 0,0 1 0,0-1 0,1 0 0,-1 0 0,1 0 0,2 4 0,47 69 0,11 19 0,-51-75 0,-1 0 0,16 43 0,-19-40 0,-2-1 0,0 1 0,2 37 0,-6 70 0,-1-83 0,0-45 0,0 0 0,0 0 0,0 0 0,0 0 0,0 0 0,0 0 0,1 0 0,-1-1 0,1 1 0,0 0 0,-1 0 0,1 0 0,0-1 0,0 1 0,2 2 0,-1-2 0,0-1 0,-1 0 0,1 0 0,0 0 0,-1 0 0,1 0 0,0 0 0,0-1 0,0 1 0,0-1 0,0 1 0,0-1 0,0 0 0,0 1 0,2-1 0,10-1 0,0 1 0,0-2 0,0 0 0,-1-1 0,1 0 0,-1-1 0,1 0 0,23-12 0,-25 9-1365,-3 0-5461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51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24575,'4'9'0,"0"0"0,0 0 0,8 11 0,-7-10 0,10 18 0,8 16 0,-20-40 0,0 1 0,0-1 0,0 0 0,0-1 0,1 1 0,-1-1 0,6 5 0,-8-8 0,-1 0 0,1 1 0,-1-1 0,1 0 0,0 0 0,-1 0 0,1 1 0,-1-1 0,1 0 0,0 0 0,-1 0 0,1 0 0,0 0 0,-1 0 0,1 0 0,-1 0 0,1 0 0,0 0 0,-1 0 0,1-1 0,-1 1 0,1 0 0,0 0 0,-1-1 0,1 1 0,-1 0 0,1-1 0,-1 1 0,1 0 0,-1-1 0,1 1 0,-1-1 0,0 1 0,1-1 0,-1 1 0,1-1 0,-1 1 0,0-1 0,0 1 0,1-1 0,-1 0 0,0 0 0,3-4 0,-1-1 0,0 1 0,2-10 0,-2 10 0,5-23 0,-4 15 0,1 0 0,0-1 0,1 2 0,12-24 0,-15 33 0,0 0 0,0 0 0,0 0 0,1 0 0,-1 0 0,1 1 0,0-1 0,-1 1 0,1 0 0,0 0 0,1 0 0,-1 0 0,0 1 0,0-1 0,1 1 0,-1 0 0,1 0 0,-1 0 0,1 0 0,0 0 0,-1 1 0,1 0 0,4 0 0,1 1 0,-1 0 0,1 0 0,-1 1 0,0 1 0,1-1 0,-1 1 0,-1 0 0,15 9 0,-5-2 0,0 1 0,25 22 0,0 8 0,-38-37 0,0 0 0,-1 1 0,1-1 0,-1 1 0,-1 0 0,1 0 0,0 0 0,1 6 0,-4-10-68,1 0 0,-1 0-1,0 0 1,0-1 0,0 1 0,0 0-1,0 0 1,0 0 0,0 0 0,0 0-1,0 0 1,0 0 0,-1 0 0,1 0-1,0 0 1,-1-1 0,1 1 0,0 0-1,-1 1 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4:51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24575,'32'-5'0,"53"-3"0,-70 8 0,0 0 0,0 1 0,0 1 0,0 0 0,25 8 0,-32-8 0,-1 1 0,0 0 0,-1 1 0,1-1 0,0 1 0,-1 1 0,0-1 0,10 10 0,-13-11 0,0 1 0,0 0 0,0-1 0,0 1 0,-1 0 0,1 0 0,-1 1 0,0-1 0,0 0 0,-1 1 0,0-1 0,1 1 0,-1-1 0,0 10 0,-1 15 0,-1-1 0,-6 31 0,-2 39 0,10-77 0,0 1 0,2-1 0,0 0 0,8 26 0,34 79 0,-45-125 0,1 0 0,-1 0 0,0 0 0,1 1 0,-1-1 0,0 0 0,0 0 0,1 1 0,-1-1 0,0 0 0,0 0 0,0 1 0,-1-1 0,1 0 0,0 0 0,0 0 0,-1 1 0,1-1 0,-1 0 0,1 0 0,-1 0 0,0 2 0,-1-1 0,0 0 0,1-1 0,-1 1 0,0-1 0,0 1 0,0-1 0,0 1 0,0-1 0,-1 0 0,-3 2 0,-5 0 0,0 0 0,-1 0 0,-20 1 0,0-2 63,-11 2-1491,29-1-5398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12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32 24575,'-9'-11'0,"8"9"0,-1 0 0,1 1 0,0-1 0,-1 0 0,1 1 0,-1-1 0,1 1 0,-1 0 0,0-1 0,1 1 0,-1 0 0,-3-1 0,17 19 0,37 22 0,-24-21 0,215 137 0,-235-152 0,98 53 0,-125-70-1365,9 5-5461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13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4 24575,'4'-4'0,"-6"6"0,-4 8 0,-29 75 0,26-59 0,-2 0 0,-1 0 0,0-1 0,-32 45 0,36-59-90,5-7-122,0 1-1,-1 0 1,0-1-1,0 0 0,-7 6 1,2-4-6614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13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5 24575,'-19'-2'0,"1"1"0,-1 0 0,1 1 0,-23 3 0,35-2 0,0 0 0,1 1 0,-1-1 0,0 1 0,1 0 0,-1 0 0,1 1 0,0-1 0,0 1 0,0 1 0,0-1 0,0 1 0,1-1 0,0 1 0,-1 0 0,2 1 0,-6 5 0,6-5 0,0 0 0,1 0 0,-1 0 0,1 0 0,0 0 0,0 0 0,0 0 0,1 1 0,0-1 0,0 1 0,0 8 0,1-10 0,0 0 0,1-1 0,-1 1 0,1 0 0,0-1 0,0 1 0,0 0 0,1-1 0,-1 0 0,1 1 0,0-1 0,0 0 0,0 1 0,0-1 0,1-1 0,-1 1 0,5 4 0,8 5 0,0-1 0,1-1 0,0-1 0,19 9 0,-18-10 0,-1 0 0,0 2 0,-1 0 0,16 13 0,-30-23 0,0 1 0,-1-1 0,1 1 0,0 0 0,-1-1 0,1 1 0,-1-1 0,1 1 0,-1 0 0,1 0 0,-1-1 0,1 1 0,-1 0 0,0 0 0,1 0 0,-1-1 0,0 1 0,0 0 0,0 0 0,0 0 0,1 1 0,-2-1 0,1-1 0,0 1 0,-1 0 0,1-1 0,0 1 0,-1 0 0,1-1 0,-1 1 0,1-1 0,-1 1 0,1-1 0,-1 1 0,1-1 0,-1 1 0,0-1 0,1 0 0,-1 1 0,0-1 0,0 1 0,-3 0 0,0 0 0,0 0 0,0 0 0,-1 0 0,1 0 0,0-1 0,-6 0 0,-24-4-114,1-1 0,-45-13 0,48 11-909,13 3-5803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14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17 24575,'-3'-2'0,"0"0"0,0 0 0,0 0 0,0 1 0,-1-1 0,1 1 0,-1 0 0,1 0 0,-1 0 0,1 0 0,-1 1 0,0 0 0,1-1 0,-1 1 0,0 1 0,1-1 0,-1 0 0,1 1 0,-1 0 0,0 0 0,1 0 0,-7 3 0,5-1 0,-1 0 0,1 1 0,0-1 0,0 2 0,0-1 0,1 0 0,-1 1 0,1 0 0,0 0 0,0 0 0,1 0 0,-5 8 0,-1 7 0,1-1 0,0 1 0,1 1 0,1-1 0,-6 43 0,9-35 0,1 1 0,1 0 0,6 55 0,-1-57 0,2 0 0,0 0 0,20 50 0,-23-71 24,-1-1 0,1 0 0,1 1 0,6 8 0,-9-12-102,1-1 0,-1 1 0,0-1-1,1 1 1,-1-1 0,1 0 0,0 0 0,-1 0 0,1 0-1,0 0 1,0 0 0,0 0 0,0 0 0,0-1 0,0 1-1,0-1 1,0 1 0,2-1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14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24575,'0'419'0,"1"-398"0,0 0 0,2 0 0,8 33 0,-10-50 0,0 0 0,1 0 0,-1-1 0,1 1 0,0 0 0,0 0 0,0-1 0,0 1 0,1-1 0,-1 0 0,1 1 0,0-1 0,0-1 0,0 1 0,0 0 0,1-1 0,5 4 0,-5-4 0,-1-1 0,0 0 0,1 0 0,0 0 0,-1 0 0,1 0 0,-1-1 0,1 0 0,0 0 0,-1 0 0,1 0 0,0 0 0,-1-1 0,1 0 0,0 0 0,-1 0 0,1 0 0,-1 0 0,0-1 0,5-2 0,4-4-1365,-2 0-5461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15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0 24575,'-30'5'0,"-11"2"0,-2-1 0,4 1 0,6 0 0,7-1 0,4 0 0,5-1 0,-1-1 0,1 2 0,1-1 0,0-1 0,1-1 0,2-2-8191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15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24575,'8'36'0,"2"0"0,2 0 0,1-1 0,21 38 0,17 47 0,-44-99 0,0 0 0,-2 0 0,5 44 0,-8-49 0,-1 1 0,-1-1 0,-1 0 0,-5 32 0,4-38 0,-1-1 0,0 1 0,-1-1 0,0 0 0,0 0 0,-1 0 0,0-1 0,0 1 0,-10 10 0,8-12-151,0 1-1,0-2 0,0 1 0,-1-1 1,0 0-1,0 0 0,0-1 1,-15 7-1,7-6-6674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17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0 24575,'-120'6'0,"99"-4"0,1 2 0,-1 0 0,-34 14 0,46-15-101,2 0 148,0 0 0,-1-1-1,0 1 1,-8 0 0,14-3-118,0 0-1,0 1 1,-1-1 0,1-1-1,0 1 1,0 0 0,0 0-1,0-1 1,0 1 0,0-1-1,0 0 1,0 0 0,0 0-1,0 0 1,0 0 0,0 0-1,1 0 1,-1 0 0,0-1-1,-1-1 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17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16 24575,'-29'-3'0,"-13"0"0,-1 0 0,4 0 0,6 2 0,7 0 0,4 0 0,5 1 0,2 0 0,3 2 0,2 2 0,0-1 0,-1 0 0,2-2-8191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19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798 5 24575,'2'0'0,"23"-4"0,-24 4 0,0 0 0,0 0 0,1 0 0,-1 0 0,0 0 0,0 0 0,0 0 0,1 0 0,-1 1 0,0-1 0,0 0 0,0 1 0,1-1 0,-1 1 0,2 1 0,-3-2 0,0 0 0,0 0 0,0 0 0,0 0 0,0 1 0,0-1 0,0 0 0,0 0 0,0 1 0,0-1 0,0 0 0,0 0 0,0 0 0,0 1 0,0-1 0,0 0 0,0 0 0,0 0 0,0 1 0,0-1 0,0 0 0,0 0 0,-1 0 0,1 0 0,0 1 0,0-1 0,0 0 0,0 0 0,0 0 0,-1 0 0,1 1 0,0-1 0,0 0 0,0 0 0,0 0 0,-1 0 0,1 0 0,0 0 0,0 0 0,0 0 0,-1 0 0,1 0 0,0 0 0,0 1 0,0-1 0,-1 0 0,-10 3 0,-7 0 0,0-1 0,0-1 0,-32-2 0,26 0 0,-34 4 0,-108 11 0,-33 4 0,168-14 0,7-2 0,-1 2 0,1 0 0,0 1 0,0 2 0,-33 14 0,56-21 0,0 0 0,1 0 0,-1 0 0,1 1 0,-1-1 0,0 0 0,1 0 0,-1 1 0,1-1 0,-1 1 0,1-1 0,-1 1 0,1-1 0,-1 1 0,1-1 0,-1 1 0,1-1 0,0 1 0,-1-1 0,1 1 0,0-1 0,0 1 0,-1 0 0,1 0 0,0 0 0,0-1 0,1 1 0,-1-1 0,0 1 0,1 0 0,-1-1 0,0 1 0,1-1 0,-1 1 0,1-1 0,-1 0 0,1 1 0,-1-1 0,1 1 0,-1-1 0,1 0 0,-1 1 0,1-1 0,1 0 0,6 4 0,0-2 0,15 4 0,-17-4 0,52 12 0,-8-3 0,0 3 0,57 23 0,-96-32 0,1 0 0,-1 1 0,-1 0 0,1 1 0,12 9 0,-21-14 0,0 1 0,1-1 0,-1 0 0,0 0 0,0 1 0,-1-1 0,1 1 0,0 0 0,-1 0 0,0-1 0,0 1 0,1 0 0,-2 0 0,1 0 0,0 0 0,-1 0 0,1 0 0,-1 1 0,0-1 0,0 0 0,0 0 0,0 0 0,-1 0 0,1 0 0,-1 0 0,-1 5 0,-1 0 0,-1-1 0,0 1 0,0 0 0,0-1 0,-1 0 0,0 0 0,-8 8 0,-46 42 0,53-52 0,2-1 0,-75 62 0,65-56 0,0 0 0,-1-1 0,-31 13 0,24-13 0,0 0 0,-1-2 0,-31 6 0,43-11 0,0 0 0,-1 0 0,1 0 0,-16 6 0,27-8 0,0 0 0,-1 0 0,1 1 0,0-1 0,0 0 0,-1 0 0,1 0 0,0 0 0,0 0 0,-1 0 0,1 0 0,0 1 0,0-1 0,-1 0 0,1 0 0,0 0 0,0 1 0,-1-1 0,1 0 0,0 0 0,0 1 0,0-1 0,0 0 0,0 0 0,-1 1 0,1-1 0,0 0 0,0 0 0,0 1 0,7 3 0,15-1 0,232-4 0,-181-2 0,0-3 0,-1-4 0,87-22 0,-125 21-1365,-23 6-5461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20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24575,'-2'1'0,"0"1"0,0 0 0,1 0 0,-1 1 0,1-1 0,-1 0 0,1 0 0,0 1 0,0-1 0,0 1 0,0-1 0,0 1 0,0 0 0,1-1 0,0 1 0,-1-1 0,1 1 0,0 4 0,1-3 0,-1 0 0,1 0 0,0-1 0,1 1 0,-1 0 0,1 0 0,-1-1 0,1 1 0,0 0 0,0-1 0,5 5 0,-1 0 0,-4-5 0,0 0 0,0 0 0,1 0 0,0 0 0,-1-1 0,6 5 0,-7-7 0,-1 0 0,1 1 0,-1-1 0,1 0 0,0 0 0,-1 1 0,1-1 0,-1 0 0,1 0 0,-1 0 0,1 0 0,0 0 0,-1 0 0,1 0 0,-1 0 0,1 0 0,0 0 0,-1 0 0,2-1 0,-1 0 0,0 1 0,0-1 0,0 0 0,0 0 0,-1 1 0,1-1 0,0 0 0,0 0 0,0 0 0,-1 0 0,1 0 0,-1 0 0,2-2 0,6-17 0,-5 15 0,-1-1 0,0 1 0,1 0 0,0 0 0,0 0 0,7-8 0,-9 12 0,0 0 0,1 0 0,-1 0 0,1 0 0,0 0 0,-1 0 0,1 0 0,-1 0 0,1 1 0,0-1 0,0 1 0,-1-1 0,1 1 0,0 0 0,0 0 0,0 0 0,-1 0 0,1 0 0,0 0 0,0 0 0,0 1 0,-1-1 0,1 0 0,0 1 0,0 0 0,2 1 0,7 3 20,0 1-1,-1 0 0,0 1 0,17 14 1,-20-15-203,1 1 0,1-1 0,-1 0 1,1-1-1,0 0 0,0-1 1,14 6-1,-10-7-6643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22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70 24575,'7'-7'0,"-1"0"0,1 1 0,0 0 0,0 0 0,1 1 0,0 0 0,0 0 0,0 1 0,1 0 0,-1 0 0,1 1 0,14-3 0,-23 6 0,0 0 0,1-1 0,-1 1 0,0 0 0,1 0 0,-1 0 0,0 0 0,1 0 0,-1 0 0,0-1 0,1 1 0,-1 0 0,0 0 0,1 0 0,-1 0 0,1 0 0,-1 0 0,0 1 0,1-1 0,-1 0 0,0 0 0,1 0 0,-1 0 0,0 0 0,0 0 0,1 1 0,-1-1 0,0 0 0,1 1 0,-11 5 0,-20 5 0,4-4 0,19-6 0,0 0 0,0 1 0,0 0 0,0 0 0,0 1 0,0 0 0,1 0 0,-13 8 0,17-9 0,1-1 0,-1 0 0,1 1 0,0 0 0,0-1 0,-1 1 0,1 0 0,0-1 0,0 1 0,1 0 0,-1 0 0,0 0 0,1 0 0,-1 0 0,1 0 0,-1 0 0,1 0 0,0 0 0,0 0 0,0 0 0,0 0 0,0 0 0,1 0 0,-1 1 0,0-1 0,1-1 0,0 1 0,-1 0 0,2 3 0,1 0 0,0 1 0,0-1 0,0 0 0,1 0 0,0 0 0,0 0 0,0-1 0,7 7 0,7 1 0,-1 0 0,1-2 0,0 0 0,27 9 0,-22-9 0,-10-5 0,1 0 0,0-2 0,0 0 0,0 0 0,0-1 0,0-1 0,1 0 0,-1-1 0,28-4 0,-19-1-1365,-14 1-5461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23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29 24575,'-15'-4'0,"-45"-7"0,52 10 0,1 0 0,-1 1 0,0 0 0,1 0 0,-14 3 0,20-3 0,-1 0 0,1 0 0,0 0 0,-1 1 0,1-1 0,0 1 0,-1-1 0,1 1 0,0-1 0,0 1 0,0 0 0,0 0 0,0 0 0,-1-1 0,1 1 0,0 0 0,1 0 0,-1 0 0,0 0 0,0 1 0,0-1 0,1 0 0,-1 0 0,1 0 0,-1 1 0,1-1 0,-1 0 0,1 1 0,0-1 0,-1 0 0,1 1 0,0-1 0,0 0 0,0 1 0,0-1 0,0 1 0,0-1 0,1 0 0,-1 1 0,1 0 0,0 3 0,1-1 0,-1 0 0,1 1 0,0-1 0,1 0 0,-1 0 0,1-1 0,0 1 0,0 0 0,6 5 0,3 1 0,0 0 0,1-1 0,0-1 0,1 0 0,0-1 0,0 0 0,0-1 0,25 6 0,-36-11 0,0-1 0,0 1 0,0-1 0,0 0 0,0 0 0,0 0 0,0-1 0,0 1 0,0-1 0,-1 1 0,1-1 0,0 0 0,0 0 0,-1 0 0,4-2 0,-4 2 0,-1 0 0,0 0 0,0 0 0,0 0 0,0 0 0,0 0 0,0 0 0,0 0 0,0 0 0,0-1 0,0 1 0,0 0 0,-1-1 0,1 1 0,0 0 0,-1-1 0,0 1 0,1-1 0,-1 1 0,0-1 0,1 1 0,-1-1 0,0 1 0,0-1 0,0 1 0,-1-1 0,1 1 0,0-1 0,0 1 0,-1 0 0,0-3 0,-2-2 0,0 0 0,0 0 0,-1 0 0,0 0 0,0 1 0,0-1 0,0 1 0,-1 0 0,-7-5 0,3 2 0,0 1 0,-1 0 0,0 0 0,-16-7 0,12 8-341,1 1 0,-1 0-1,-20-3 1,17 5-6485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23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19 24575,'-6'-4'0,"-1"1"0,1 1 0,-1 0 0,0 0 0,-8-2 0,14 4 0,0 0 0,0-1 0,0 1 0,0 0 0,-1 0 0,1 0 0,0 0 0,0 0 0,0 0 0,0 0 0,0 0 0,0 1 0,0-1 0,-1 0 0,1 1 0,0-1 0,0 1 0,0-1 0,0 1 0,0-1 0,1 1 0,-1 0 0,0-1 0,0 1 0,0 0 0,0 0 0,1 0 0,-1 0 0,0-1 0,1 1 0,-1 0 0,1 0 0,-1 0 0,1 0 0,-1 1 0,1-1 0,0 0 0,0 0 0,-1 0 0,1 0 0,0 2 0,0 1 0,0 0 0,1 0 0,-1-1 0,1 1 0,0 0 0,0 0 0,0 0 0,1-1 0,-1 1 0,1-1 0,4 7 0,3 3 0,15 19 0,-18-26 0,13 16 0,27 22 0,-26-26 0,30 35 0,-48-51 0,-1 1 0,1-1 0,0 1 0,0-1 0,-1 1 0,0 0 0,1 0 0,-1 0 0,0 0 0,0 4 0,-1-5 0,0-1 0,0 0 0,0 0 0,0 0 0,0 0 0,0 1 0,-1-1 0,1 0 0,0 0 0,-1 0 0,1 0 0,-1 0 0,0 0 0,1 0 0,-1 0 0,0 0 0,1 0 0,-1 0 0,0 0 0,0-1 0,0 1 0,0 0 0,0-1 0,0 1 0,0 0 0,0-1 0,0 1 0,0-1 0,0 1 0,-2-1 0,-5 3 0,0-1 0,0 0 0,0-1 0,0 1 0,-13-1 0,-43-3 0,58 2 0,-121-14-1365,106 13-5461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24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24575,'10'14'0,"3"8"0,2 3 0,-2-1 0,0-2 0,-1-3 0,1-1 0,-2-2 0,0-3 0,-3-2 0,1-2 0,-2-1 0,-2 1 0,1-1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24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24575,'2'13'0,"4"5"0,0 4 0,2-1 0,2-1 0,-1-1 0,1-2 0,1-1 0,1-1 0,-1 0 0,-1-3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24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402 61 24575,'-27'-8'0,"-13"-1"0,-6-3 0,1 1 0,5 3 0,5 2 0,3 2 0,4 2 0,3 2 0,1 0 0,1 3 0,2 0 0,6 1-8191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25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82 24575,'-2'2'0,"2"0"0,-1 1 0,0-1 0,0 1 0,1-1 0,0 1 0,-1-1 0,1 1 0,0-1 0,0 1 0,0-1 0,1 1 0,0 4 0,0-2 0,1 0 0,0-1 0,0 1 0,0 0 0,0-1 0,1 0 0,3 5 0,-4-5 0,1 0 0,1 0 0,-1-1 0,0 1 0,1-1 0,0 0 0,-1 0 0,1 0 0,1 0 0,-1-1 0,0 1 0,1-1 0,-1 0 0,1-1 0,8 3 0,-11-4 0,0 0 0,0 0 0,0 1 0,0-2 0,0 1 0,0 0 0,-1 0 0,1-1 0,0 1 0,0-1 0,0 1 0,0-1 0,-1 0 0,1 0 0,0 0 0,-1 0 0,1 0 0,-1 0 0,1 0 0,-1 0 0,1-1 0,-1 1 0,0-1 0,1 1 0,-1-1 0,0 1 0,0-1 0,0 0 0,-1 0 0,1 1 0,0-3 0,2-6 0,0 1 0,-1-1 0,-1 0 0,1-19 0,0 3 0,-1 20 0,0-1 0,0-1 0,0 0 0,1 1 0,0-1 0,6-13 0,-7 20 0,0 0 0,-1-1 0,1 1 0,0 0 0,0 0 0,0-1 0,0 1 0,0 0 0,1 0 0,-1 0 0,0 0 0,0 1 0,1-1 0,-1 0 0,1 0 0,-1 1 0,0-1 0,1 1 0,-1-1 0,1 1 0,-1 0 0,1-1 0,0 1 0,-1 0 0,1 0 0,-1 0 0,1 0 0,-1 1 0,1-1 0,-1 0 0,1 1 0,-1-1 0,1 1 0,-1-1 0,3 2 0,4 1 0,-1 1 0,-1 0 0,1 0 0,-1 1 0,1-1 0,-1 1 0,-1 1 0,10 9 0,3 7 0,15 25 0,-27-38 0,-4-5-77,4 4-137,-1 0-1,0 0 0,0 1 0,-1-1 1,4 12-1,-5-7-6611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25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554 30 24575,'-24'-2'0,"-11"-1"0,-5-1 0,1-1 0,-2 0 0,2 1 0,3 1 0,5 1 0,2 1 0,2 0 0,0 1 0,0 1 0,0-1 0,-1 0 0,0 0 0,0 0 0,1 0 0,7 0-8191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26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0 24575,'-3'1'0,"1"0"0,-1 0 0,1 0 0,-1 1 0,1-1 0,-1 1 0,1-1 0,0 1 0,0 0 0,0 0 0,0 0 0,0 0 0,1 0 0,-1 1 0,1-1 0,-1 0 0,1 1 0,0-1 0,0 1 0,0-1 0,0 1 0,0 0 0,0-1 0,1 1 0,-1 3 0,0 5 0,1 0 0,0-1 0,0 1 0,1-1 0,0 1 0,1-1 0,0 1 0,1-1 0,0 0 0,0 0 0,1 0 0,1-1 0,6 12 0,-9-19 0,0 0 0,-1 0 0,1 0 0,0 0 0,0-1 0,0 1 0,0-1 0,1 0 0,-1 1 0,0-1 0,1 0 0,-1 0 0,0 0 0,1-1 0,-1 1 0,1-1 0,-1 1 0,1-1 0,2 0 0,8 1 0,0-1 0,19-3 0,-26 2 0,13-2 0,28-8 0,-29 7 0,35-6 0,-47 10-124,1-1 0,0 1 0,-1-2 0,1 1 0,-1 0 0,0-1-1,1 0 1,-1-1 0,0 1 0,9-7 0,-7 2-6702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26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24575,'-2'19'0,"-1"10"0,0 1 0,0-1 0,4-3 0,1-4 0,0-3 0,3-2 0,0-2 0,-1-1 0,0-3-8191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27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16 24575,'-1'-1'0,"1"-1"0,-1 1 0,0 0 0,0-1 0,-1 1 0,1 0 0,0 0 0,0 0 0,-1 0 0,1 0 0,-3-2 0,4 3 0,-1 0 0,1 0 0,0 0 0,-1 0 0,1 0 0,0 0 0,0 0 0,-1 0 0,1 0 0,0 0 0,-1 0 0,1 0 0,0 0 0,0 0 0,-1 0 0,1 1 0,0-1 0,0 0 0,-1 0 0,1 0 0,0 0 0,0 0 0,-1 1 0,1-1 0,0 0 0,0 1 0,-5 12 0,4 6 0,0 0 0,2 0 0,0 0 0,5 24 0,2 29 0,-7-54 17,0 0 0,2 0 1,0-1-1,1 1 0,1-1 0,7 18 0,-7-24-152,0 0 0,1 0 0,0-1 0,0 0 0,1 0 0,1-1 0,-1 1 0,2-2 0,-1 1 0,11 7 0,-7-7-6691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27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24575,'10'6'0,"-1"0"0,0 0 0,0 1 0,-1 0 0,1 1 0,-2 0 0,1 0 0,-1 0 0,0 1 0,-1 0 0,7 13 0,3 9 0,-2 0 0,15 43 0,-16-35 0,-2 0 0,-1 1 0,-2 0 0,5 68 0,-13-99-151,0 0-1,0 0 0,-1 1 0,0-1 1,-1 0-1,0 0 0,0 0 1,-7 16-1,0-9-6674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30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60 24575,'-62'-17'0,"-45"-13"0,85 26 0,0 0 0,0 2 0,-22-1 0,41 3 0,0 0 0,1 0 0,-1 1 0,0-1 0,1 1 0,-1-1 0,0 1 0,1 0 0,-1 0 0,1 0 0,-1 0 0,1 0 0,0 1 0,-1-1 0,1 1 0,0-1 0,0 1 0,0 0 0,0 0 0,0 0 0,-1 3 0,0-1 0,1 0 0,0 0 0,1 0 0,-1 0 0,1 0 0,0 0 0,0 0 0,0 1 0,1-1 0,-1 0 0,1 1 0,0 6 0,1-4 0,0-1 0,0 0 0,1 0 0,0-1 0,0 1 0,0 0 0,0 0 0,1-1 0,0 0 0,0 1 0,1-1 0,-1 0 0,1 0 0,6 4 0,6 7 0,2 0 0,27 18 0,-27-21 0,72 47 0,-50-34 0,65 55 0,-101-77 0,0 0 0,0 0 0,-1 0 0,1 1 0,-1-1 0,0 1 0,0 0 0,-1 0 0,1 0 0,-1 0 0,-1 1 0,1-1 0,-1 1 0,2 6 0,-3-10 0,0 1 0,0 0 0,0 0 0,0 0 0,0 0 0,-1-1 0,1 1 0,-1 0 0,0 0 0,0-1 0,0 1 0,0-1 0,0 1 0,-1-1 0,1 1 0,-1-1 0,1 0 0,-1 1 0,0-1 0,0 0 0,0 0 0,0 0 0,0-1 0,-1 1 0,1 0 0,0-1 0,-1 0 0,1 1 0,-5 1 0,-3 0 0,1 0 0,-1-1 0,0 0 0,0-1 0,0 0 0,0 0 0,0-1 0,0 0 0,0-1 0,-15-2 0,2-2 0,0-1 0,1 0 0,-29-14 0,46 18 0,0 0 0,0-1 0,0 1 0,1-1 0,-1 0 0,1-1 0,-7-5 0,11 8 0,-1 0 0,0 0 0,0 0 0,0 0 0,1 0 0,-1 0 0,1 0 0,-1 0 0,1-1 0,-1 1 0,1 0 0,0 0 0,-1 0 0,1-1 0,0 1 0,0 0 0,0 0 0,0-1 0,0 1 0,0 0 0,0 0 0,0 0 0,0-1 0,1 1 0,-1 0 0,1 0 0,-1 0 0,1 0 0,-1-1 0,1 1 0,-1 0 0,1 0 0,0 0 0,0 0 0,0 0 0,-1 1 0,1-1 0,1-1 0,2-1 6,0 0 0,0 0-1,0 0 1,1 0 0,-1 1 0,1 0-1,-1 0 1,8-2 0,41-8-303,-29 7-823,-8 2-5706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31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16 24575,'0'-1'0,"0"1"0,0-1 0,0 0 0,-1 0 0,1 1 0,0-1 0,0 0 0,-1 1 0,1-1 0,-1 0 0,1 1 0,0-1 0,-1 0 0,1 1 0,-1-1 0,1 1 0,-1-1 0,0 1 0,1-1 0,-1 1 0,1 0 0,-1-1 0,0 1 0,0 0 0,1-1 0,-1 1 0,0 0 0,1 0 0,-1-1 0,-1 1 0,0 1 0,1-1 0,0 1 0,-1-1 0,1 1 0,-1 0 0,1-1 0,0 1 0,0 0 0,0 0 0,-1 0 0,1 0 0,0 0 0,0 0 0,0 1 0,-1 0 0,-6 12 0,-1 0 0,2 1 0,0 0 0,0 0 0,-4 19 0,-5 8 0,-25 77 0,37-101 0,0 1 0,1-1 0,0 1 0,1 31 0,3-41 0,0 0 0,1 0 0,0 0 0,0-1 0,1 1 0,0-1 0,0 1 0,1-1 0,0 0 0,1-1 0,8 13 0,0-5 0,0 0 0,0-1 0,1 0 0,21 15 0,-29-24-124,1 0 0,0 0 0,1 0 0,-1-1 0,1 0 0,0-1-1,0 0 1,0 0 0,1 0 0,16 2 0,-13-4-6702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31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34 24575,'-9'-6'0,"4"2"0,-1 0 0,1 0 0,-1 1 0,0 0 0,0 0 0,0 1 0,-7-2 0,13 4 0,-1-1 0,1 1 0,-1 0 0,1 0 0,-1 0 0,1 1 0,-1-1 0,1 0 0,-1 0 0,1 0 0,-1 0 0,1 0 0,-1 1 0,1-1 0,-1 0 0,1 0 0,-1 1 0,1-1 0,0 0 0,-1 1 0,1-1 0,0 0 0,-1 1 0,1-1 0,0 1 0,-1-1 0,1 0 0,0 1 0,0-1 0,-1 1 0,1-1 0,0 1 0,0-1 0,0 1 0,0-1 0,0 1 0,0 0 0,-1 24 0,1-18 0,-11 110 0,13-66 0,2-1 0,12 57 0,-9-66 0,-6-30 0,1 0 0,1 0 0,0 0 0,1-1 0,0 1 0,6 10 0,-9-18 0,0-1 0,0 0 0,1 1 0,-1-1 0,1 0 0,0 0 0,-1 0 0,1 0 0,0-1 0,0 1 0,0 0 0,1-1 0,-1 0 0,0 1 0,0-1 0,1 0 0,-1 0 0,1 0 0,-1 0 0,1-1 0,-1 1 0,1-1 0,0 1 0,-1-1 0,1 0 0,-1 0 0,1 0 0,0-1 0,-1 1 0,1 0 0,3-2 0,38-14-1365,-31 10-5461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31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30 24575,'-32'-5'0,"-15"-1"0,-5 0 0,2 1 0,4 1 0,8 2 0,5 1 0,6 0 0,5 1 0,4 0 0,2 1 0,2-1 0,3 0-8191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32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29 24575,'-24'-5'0,"-11"-1"0,-2-1 0,3 2 0,5 2 0,5 1 0,6 3 0,4 2 0,5 0-8191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33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24575,'0'17'0,"1"1"0,1-1 0,0 0 0,1 0 0,1 0 0,1 0 0,0 0 0,1-1 0,1 0 0,0 0 0,2-1 0,16 25 0,-25-39 0,1 0 0,0 0 0,-1 0 0,1-1 0,0 1 0,-1 0 0,1 0 0,0-1 0,0 1 0,0 0 0,0-1 0,0 1 0,0-1 0,0 1 0,0-1 0,0 0 0,0 1 0,0-1 0,2 1 0,-3-2 0,1 1 0,0 0 0,0 0 0,0-1 0,0 1 0,-1 0 0,1-1 0,0 1 0,0-1 0,0 1 0,-1-1 0,1 1 0,0-1 0,-1 1 0,1-1 0,-1 0 0,1 1 0,0-2 0,3-5 0,-1 1 0,1-1 0,-2 0 0,4-11 0,-3 10 0,2-9 0,-1 3 0,1 0 0,9-18 0,-13 29 0,1 0 0,-1 1 0,1-1 0,0 1 0,-1-1 0,1 1 0,0 0 0,0 0 0,1-1 0,-1 2 0,0-1 0,1 0 0,-1 0 0,1 1 0,-1-1 0,1 1 0,5-2 0,-6 3 0,0 0 0,1 0 0,-1 0 0,0 0 0,1 0 0,-1 0 0,0 1 0,1-1 0,-1 1 0,0 0 0,0 0 0,0 0 0,1 0 0,-1 0 0,0 0 0,0 0 0,0 0 0,-1 1 0,1-1 0,2 3 0,5 5 0,0 0 0,11 18 0,-3-6 0,-14-18-51,11 12-212,-1 1 0,0 0 1,-1 0-1,14 27 0,-22-33-6563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33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24575,'1'22'0,"1"1"0,1-1 0,8 33 0,0-14 0,19 43 0,-27-75-273,0-1 0,0 1 0,-1 0 0,2 13 0,-3-10-6553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33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578 51 24575,'-2'-4'0,"1"1"0,-1-1 0,0 1 0,-1 0 0,1 0 0,0 0 0,-1 0 0,0 1 0,1-1 0,-1 1 0,0-1 0,0 1 0,-1 0 0,-3-2 0,3 3 0,0-1 0,0 1 0,0 0 0,-1 1 0,1-1 0,0 1 0,0 0 0,0 0 0,-1 0 0,1 0 0,0 1 0,-8 1 0,-36 9 0,-1-3 0,0-2 0,-1-2 0,1-2 0,-97-9 0,79 1-1365,51 5-5461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5:34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24575,'2'-1'0,"1"0"0,0-1 0,0 1 0,0 0 0,0 0 0,0 1 0,0-1 0,0 0 0,0 1 0,0 0 0,1 0 0,-1 0 0,0 0 0,0 1 0,0-1 0,0 1 0,0-1 0,0 1 0,0 0 0,0 0 0,0 1 0,0-1 0,-1 1 0,5 2 0,5 4 0,-1 0 0,0 1 0,20 19 0,-7-2 0,0 1 0,-1 1 0,-2 1 0,-1 1 0,-1 1 0,-2 1 0,-1 0 0,-2 1 0,-1 1 0,-1 0 0,11 60 0,-21-83 0,-1 1 0,0 0 0,-1 0 0,0 0 0,-1 0 0,0 0 0,-1 0 0,0-1 0,-1 1 0,-4 12 0,1-10 0,-1 0 0,0 0 0,0-1 0,-1 0 0,-1-1 0,0 0 0,-17 17 0,1-5-578,-32 23-1,55-45 371,-15 11-6618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21.0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24575,'2'0'0,"1"1"0,-1-1 0,1 1 0,0-1 0,-1 1 0,1 0 0,-1 0 0,1 0 0,-1 0 0,0 0 0,0 1 0,1-1 0,3 4 0,2 3 0,16 18 0,-4-4 0,22 21 0,34 31 0,-20-25 0,68 78 0,-124-126 0,1-1 0,-1 1 0,1-1 0,-1 1 0,1-1 0,-1 1 0,1-1 0,-1 1 0,0-1 0,1 1 0,-1 0 0,0-1 0,0 1 0,1 0 0,-1-1 0,0 1 0,0 0 0,0 0 0,0-1 0,-1 0 0,0 0 0,1 0 0,-1 0 0,1 0 0,-1 0 0,1 0 0,-1 0 0,0-1 0,1 1 0,-1 0 0,1-1 0,-1 1 0,1 0 0,-1-1 0,1 1 0,0 0 0,-1-1 0,1 1 0,-1-1 0,1 1 0,-1-1 0,-31-29-1365,23 20-5461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21.4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27 24575,'-1'-1'0,"-1"-2"0,0 0 0,-1 0 0,0 0 0,0 0 0,-5-4 0,8 6 0,-1 1 0,1 0 0,-1-1 0,0 1 0,1 0 0,-1 0 0,1-1 0,-1 1 0,0 0 0,1 0 0,-1 0 0,0 0 0,1 0 0,-1 0 0,0 0 0,1 0 0,-1 0 0,1 0 0,-1 0 0,0 0 0,1 1 0,-1-1 0,1 0 0,-1 0 0,0 1 0,1-1 0,-1 0 0,1 1 0,-1-1 0,1 1 0,-1-1 0,1 0 0,-1 1 0,1-1 0,0 1 0,-1-1 0,1 1 0,0 0 0,-1-1 0,1 1 0,0-1 0,0 1 0,-1 0 0,-3 8 0,1 1 0,0-1 0,0 0 0,-2 16 0,-4 15 0,1-17 0,-1 0 0,-1-1 0,-18 32 0,22-43-1365,0-1-5461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22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215 4 24575,'-24'-2'0,"-1"0"0,1 2 0,0 1 0,-39 6 0,60-6 0,0-1 0,1 1 0,-1 0 0,0 0 0,1 0 0,-1 0 0,1 1 0,0-1 0,-1 0 0,1 1 0,0 0 0,0 0 0,0-1 0,0 1 0,0 0 0,0 1 0,-2 2 0,3-3 0,1 0 0,-1 0 0,0 0 0,1-1 0,-1 1 0,1 0 0,-1 0 0,1 0 0,0 0 0,0 0 0,0 0 0,0 0 0,0 0 0,1 0 0,-1 0 0,1 0 0,-1 0 0,1-1 0,0 1 0,-1 0 0,1 0 0,0 0 0,0-1 0,0 1 0,2 1 0,4 6 0,1-1 0,0 0 0,1 0 0,0 0 0,0-2 0,1 1 0,17 8 0,-14-7 0,1 1 0,-1 0 0,12 11 0,-24-20 0,0 1 0,0 0 0,0-1 0,0 1 0,-1 0 0,1 0 0,0 0 0,0 0 0,-1-1 0,1 1 0,-1 0 0,1 0 0,-1 0 0,1 0 0,-1 0 0,0 0 0,1 0 0,-1 0 0,0 1 0,0-1 0,0 0 0,0 0 0,0 0 0,0 0 0,0 0 0,0 0 0,0 0 0,0 0 0,-1 0 0,1 0 0,0 0 0,-1 0 0,1 0 0,-1 0 0,1 0 0,-1 0 0,0 0 0,1 0 0,-1 0 0,0 0 0,0-1 0,1 1 0,-1 0 0,0-1 0,0 1 0,-1 0 0,-2 2 0,-1 0 0,1-1 0,-1 0 0,1 0 0,-1 0 0,0 0 0,0-1 0,-9 2 0,-91 10-1365,93-12-5461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22.5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40 24575,'-3'-6'0,"-1"0"0,0 1 0,-8-10 0,11 14 0,1 1 0,-1-1 0,1 1 0,0-1 0,-1 1 0,1-1 0,-1 1 0,1-1 0,-1 1 0,1 0 0,-1-1 0,1 1 0,-1 0 0,0 0 0,1-1 0,-1 1 0,0 0 0,1 0 0,-1 0 0,1 0 0,-1-1 0,0 1 0,1 0 0,-1 0 0,0 0 0,1 1 0,-1-1 0,0 0 0,1 0 0,-1 0 0,1 0 0,-1 1 0,0-1 0,1 0 0,-1 0 0,1 1 0,-1-1 0,1 0 0,-1 1 0,1-1 0,-1 1 0,1-1 0,-1 1 0,1-1 0,-1 1 0,1-1 0,0 1 0,-1-1 0,1 1 0,0 0 0,0-1 0,-1 1 0,1-1 0,0 1 0,0 0 0,-5 12 0,2 0 0,-1 0 0,2 0 0,-2 19 0,0 55 0,4-74 0,0 17 0,1 103 0,0-111 0,2-1 0,0 0 0,2 0 0,7 23 0,-11-41 9,0 0 1,0 0-1,0-1 0,1 1 0,-1 0 1,1-1-1,0 0 0,-1 1 0,1-1 0,1 0 1,-1 0-1,4 3 0,-5-4-60,0 0 0,0-1-1,1 1 1,-1-1 0,0 1 0,1-1 0,-1 1-1,0-1 1,1 0 0,-1 0 0,0 1 0,1-1-1,-1 0 1,1 0 0,-1-1 0,0 1-1,1 0 1,-1 0 0,0-1 0,1 1 0,-1-1-1,0 1 1,1-1 0,-1 1 0,0-1 0,0 0-1,0 0 1,2-1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23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28 24575,'-3'-4'0,"0"0"0,0 1 0,-1-1 0,-4-4 0,7 8 0,1-1 0,0 1 0,-1 0 0,1-1 0,-1 1 0,1 0 0,0-1 0,-1 1 0,1 0 0,-1 0 0,1 0 0,-1-1 0,1 1 0,-1 0 0,1 0 0,-1 0 0,1 0 0,-1 0 0,1 0 0,-1 0 0,1 0 0,-1 0 0,1 0 0,-1 0 0,1 0 0,-1 0 0,1 1 0,-1-1 0,1 0 0,-1 0 0,1 0 0,-1 1 0,1-1 0,0 0 0,-1 1 0,1-1 0,-1 0 0,1 1 0,0-1 0,-1 0 0,1 1 0,0-1 0,-1 1 0,1-1 0,0 1 0,0-1 0,0 1 0,-1-1 0,1 0 0,0 1 0,0-1 0,0 1 0,0-1 0,0 1 0,0 0 0,-2 13 0,0 0 0,1 0 0,1 1 0,2 23 0,0 1 0,-2 219 0,0-251 0,0-1 0,1 0 0,0 1 0,0-1 0,0 0 0,1 1 0,0-1 0,0 0 0,0 0 0,1-1 0,6 11 0,-7-14 0,-1 0 0,1 1 0,0-1 0,0 0 0,0 0 0,1 0 0,-1-1 0,0 1 0,1 0 0,-1-1 0,1 0 0,-1 1 0,1-1 0,0 0 0,0-1 0,-1 1 0,1 0 0,0-1 0,0 1 0,0-1 0,0 0 0,0 0 0,0 0 0,-1 0 0,1-1 0,0 1 0,5-3 0,-3 2-273,0-1 0,-1 0 0,1 0 0,6-4 0,1-3-6553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23.2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1 24575,'-29'5'0,"-13"1"0,-1 3 0,4-1 0,6-1 0,7 0 0,5-1 0,3 1 0,5 0-8191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23.5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24575,'28'18'0,"-1"1"0,-1 1 0,-1 1 0,0 2 0,-2 0 0,-1 2 0,0 0 0,-2 2 0,-1 0 0,-2 1 0,0 1 0,-2 0 0,-1 1 0,-2 1 0,0 0 0,-3 1 0,0 0 0,-2 0 0,-1 1 0,1 50 0,-6-75 0,-1 0 0,0 0 0,-1 0 0,0 0 0,0-1 0,0 1 0,-1 0 0,-1-1 0,1 1 0,-1-1 0,0 0 0,-1 0 0,0 0 0,0 0 0,0 0 0,-1-1 0,0 0 0,0 0 0,-1 0 0,1-1 0,-1 0 0,-1 0 0,1 0 0,-13 6 0,-15 5-1365,20-10-5461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24.4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0 24575,'-20'0'0,"-8"0"0,-3 0 0,2 0 0,3 3 0,4 0 0,3 0 0,3-1 0,1 0 0,0-1 0,2 0 0,1-1-8191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24.6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223 15 24575,'-29'-3'0,"-15"0"0,-2 0 0,4 0 0,6 2 0,11-1-8191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25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3 24575,'-1'0'0,"0"-1"0,0 1 0,0 0 0,0-1 0,0 1 0,0 0 0,0 0 0,0 0 0,0 0 0,0 0 0,0 0 0,1 0 0,-1 0 0,0 0 0,0 0 0,0 0 0,0 1 0,0-1 0,0 0 0,0 1 0,0-1 0,0 1 0,1-1 0,-3 2 0,3-1 0,-1-1 0,1 1 0,0 0 0,-1 0 0,1 0 0,0 0 0,0 0 0,0 0 0,-1 0 0,1 0 0,0 0 0,0 0 0,0 0 0,1 0 0,-1 0 0,0-1 0,0 1 0,0 0 0,1 0 0,-1 0 0,0 0 0,1 0 0,-1 0 0,1 0 0,-1-1 0,2 2 0,7 11 0,2 0 0,0 0 0,0-1 0,1 0 0,19 13 0,-20-16 0,203 154 0,-202-154-98,-7-5-61,0 0 1,0-1 0,1 1-1,-1-1 1,1 0 0,-1-1-1,9 3 1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25.9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203 1 24575,'-25'10'0,"-10"5"0,1 3 0,3-1 0,8-2 0,7-1 0,6 0 0,5 0 0,4 0 0,-1-2 0,0-1 0,0 0 0,1 1 0,-2 1 0,-3-3 0,-1 1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26.3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0 24575,'-26'0'0,"-41"1"0,60 0 0,0 0 0,0 0 0,0 0 0,0 1 0,1 0 0,-14 6 0,19-7 0,1-1 0,-1 0 0,0 1 0,0-1 0,1 1 0,-1-1 0,0 1 0,0-1 0,1 1 0,-1-1 0,1 1 0,-1 0 0,0-1 0,1 1 0,-1 0 0,1 0 0,0-1 0,-1 1 0,1 0 0,0 0 0,-1 0 0,1 0 0,0-1 0,0 1 0,0 2 0,0-2 0,0 1 0,1-1 0,-1 0 0,1 1 0,-1-1 0,1 0 0,0 1 0,-1-1 0,1 0 0,0 0 0,0 0 0,0 1 0,2 1 0,3 2 0,1 0 0,-1 0 0,1-1 0,9 5 0,15 7 0,0-2 0,1-1 0,0-2 0,1-1 0,1-1 0,-1-2 0,41 3 0,-70-10-227,1 0-1,-1 0 1,0 0-1,1 0 1,4-2-1,0-1-6598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26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13 24575,'-6'-13'0,"6"13"0,-1 0 0,1 0 0,0 1 0,0-1 0,0 0 0,0 0 0,-1 0 0,1 0 0,0 0 0,0 0 0,0 0 0,0 0 0,0 0 0,-1 0 0,1 0 0,0 0 0,0 0 0,0 1 0,0-1 0,0 0 0,-1 0 0,1 0 0,0 0 0,0 0 0,0 1 0,0-1 0,0 0 0,0 0 0,0 0 0,0 0 0,0 0 0,0 1 0,0-1 0,0 0 0,0 0 0,0 0 0,0 1 0,-4 25 0,-2 59 0,0 68 0,7-134 0,1-1 0,0 1 0,2 0 0,0-1 0,1 1 0,8 20 0,-9-31 15,0-1 0,0 1 0,0 0 0,1-1 0,0 0 0,1 0 0,6 6 0,-11-11-59,1-1 1,-1 1-1,1-1 0,0 1 1,-1-1-1,1 0 0,0 1 1,0-1-1,0 0 0,0 0 1,0-1-1,0 1 0,0 0 1,0-1-1,0 1 0,1-1 0,-1 0 1,0 1-1,0-1 0,0 0 1,1 0-1,-1-1 0,0 1 1,0 0-1,0-1 0,0 1 1,1-1-1,-1 0 0,0 0 1,0 0-1,0 0 0,0 0 1,1-1-1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27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36 24575,'-2'-6'0,"1"3"0,-1-1 0,1 1 0,-1 0 0,1 0 0,-1-1 0,-4-4 0,6 8 0,0 0 0,0 0 0,0-1 0,-1 1 0,1 0 0,0 0 0,0 0 0,0 0 0,0 0 0,0 0 0,0 0 0,0 0 0,0 0 0,0 0 0,0 0 0,0 0 0,-1-1 0,1 1 0,0 0 0,0 0 0,0 0 0,0 0 0,0 0 0,0 0 0,0 0 0,0 0 0,-1 0 0,1 0 0,0 0 0,0 0 0,0 0 0,0 0 0,0 0 0,0 0 0,0 0 0,-1 1 0,1-1 0,0 0 0,0 0 0,0 0 0,0 0 0,0 0 0,0 0 0,0 0 0,0 0 0,0 0 0,-1 0 0,0 7 0,2 10 0,29 146 0,7 65 0,-36-208 0,1 0 0,1 0 0,10 32 0,-12-50-41,-1-1 0,1 1-1,0 0 1,0-1-1,0 1 1,0-1 0,0 1-1,0-1 1,0 1 0,0-1-1,1 0 1,-1 1-1,1-1 1,-1 0 0,1 0-1,-1 0 1,1 0 0,0 0-1,-1-1 1,1 1-1,0 0 1,0-1 0,-1 0-1,1 1 1,0-1 0,0 0-1,0 0 1,0 0-1,0 0 1,-1 0 0,1 0-1,2-1 1,8-2-6785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27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332 0 24575,'-27'0'0,"-14"0"0,-2 0 0,3 0 0,7 0 0,6 3 0,5 0 0,4 3 0,3-1 0,1 0 0,0 1 0,1 0 0,0-1 0,2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27.8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24575,'161'434'0,"-154"-412"0,-1-1 0,-1 1 0,-1 0 0,-1 0 0,-1 0 0,0 27 0,-2-41 0,-1 0 0,0 0 0,0 0 0,0 0 0,-1-1 0,-1 1 0,1-1 0,-1 1 0,0-1 0,-1 0 0,0 0 0,0 0 0,0-1 0,-1 1 0,0-1 0,0 0 0,-1 0 0,1-1 0,-1 0 0,-11 8 0,-19 5-1365,19-12-5461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28.2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 24575,'-3'2'0,"0"4"0,0 3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28.7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64 24575,'-5'-7'0,"0"1"0,0 0 0,-1 0 0,0 1 0,0 0 0,0 0 0,-1 0 0,1 1 0,-1 0 0,-10-5 0,16 9 0,0 0 0,1-1 0,-1 1 0,0 0 0,0 0 0,0 0 0,1-1 0,-1 1 0,0 0 0,0 0 0,0 0 0,0 0 0,1 0 0,-1 0 0,0 1 0,0-1 0,0 0 0,1 0 0,-1 1 0,0-1 0,0 0 0,1 1 0,-2 0 0,1 0 0,1-1 0,-1 1 0,1 0 0,0 0 0,-1-1 0,1 1 0,0 0 0,-1 0 0,1 0 0,0 0 0,0 0 0,0 0 0,0-1 0,0 1 0,0 0 0,0 0 0,0 2 0,1 1 0,0 1 0,1 0 0,-1-1 0,1 1 0,0-1 0,4 7 0,1 0 0,0-2 0,1 1 0,1-1 0,-1 0 0,12 8 0,53 35 0,-18-14 0,-49-33 0,0 0 0,0 0 0,-1 0 0,0 1 0,0 0 0,8 11 0,-12-15 0,0-1 0,-1 0 0,1 0 0,0 1 0,-1-1 0,1 0 0,-1 1 0,1-1 0,-1 1 0,0-1 0,0 1 0,1-1 0,-1 1 0,0-1 0,0 1 0,-1-1 0,1 1 0,0-1 0,0 1 0,-1-1 0,1 0 0,-1 1 0,1-1 0,-1 0 0,0 1 0,1-1 0,-1 0 0,0 1 0,0-1 0,0 0 0,0 0 0,0 0 0,0 0 0,0 0 0,0 0 0,0 0 0,-1 0 0,1-1 0,0 1 0,-1 0 0,1-1 0,-2 1 0,-10 4 0,0-1 0,0 0 0,-1-1 0,1 0 0,-1-2 0,0 1 0,-20-2 0,26 0-341,0 0 0,0-1-1,-14-4 1,9 2-6485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29.3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8 24575,'0'-1'0,"-1"1"0,1-1 0,-1 1 0,1-1 0,-1 1 0,1-1 0,-1 1 0,1-1 0,-1 1 0,0 0 0,1-1 0,-1 1 0,1 0 0,-1-1 0,0 1 0,1 0 0,-1 0 0,0 0 0,0 0 0,1 0 0,-1 0 0,0-1 0,1 1 0,-1 1 0,0-1 0,1 0 0,-1 0 0,0 0 0,1 0 0,-1 0 0,0 1 0,1-1 0,-1 0 0,0 1 0,1-1 0,-1 0 0,1 1 0,-1-1 0,1 1 0,-1-1 0,1 1 0,-1-1 0,1 1 0,-1-1 0,1 1 0,-1 1 0,-2 3 0,0 1 0,0 0 0,1-1 0,-3 10 0,2-4 0,-98 290 0,94-278 0,2-1 0,0 1 0,1 0 0,0 41 0,4-57 0,2 0 0,-1 0 0,1 0 0,0 0 0,0 0 0,1-1 0,0 1 0,0-1 0,1 1 0,-1-1 0,2 0 0,4 6 0,-3-5 0,0-1 0,0 0 0,0 0 0,0 0 0,1-1 0,0 0 0,0-1 0,0 1 0,1-1 0,8 3 0,-5-4-1365,0-1-5461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29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50 24575,'-3'-10'0,"3"7"0,-1-1 0,0 1 0,0 0 0,0 0 0,-1 0 0,1-1 0,-1 1 0,1 0 0,-1 1 0,0-1 0,-3-3 0,5 6 0,0 0 0,-1 0 0,1 0 0,0 0 0,0 0 0,0 0 0,-1 0 0,1 0 0,0 0 0,0 0 0,0 0 0,-1 0 0,1 0 0,0 0 0,0 0 0,0 1 0,0-1 0,-1 0 0,1 0 0,0 0 0,0 0 0,0 0 0,0 0 0,-1 1 0,1-1 0,0 0 0,0 0 0,0 0 0,0 0 0,0 1 0,0-1 0,0 0 0,0 0 0,0 0 0,-1 1 0,1-1 0,0 0 0,0 0 0,0 0 0,0 1 0,0-1 0,0 0 0,0 0 0,0 0 0,0 1 0,-1 10 0,1-11 0,0 16 0,1-1 0,0 0 0,5 24 0,1 2 0,-2-4 0,0 1 0,0 40 0,2 8 0,0-1 0,-7-71 0,1-1 0,0 0 0,3 14 0,-3-24 0,0 1 0,0 0 0,0 0 0,1-1 0,-1 1 0,1 0 0,0-1 0,0 0 0,0 1 0,1-1 0,-1 0 0,1 0 0,-1 0 0,7 4 0,-8-6 5,0 0 1,1-1-1,-1 1 0,1 0 0,-1-1 0,1 1 1,0-1-1,-1 1 0,1-1 0,-1 0 1,1 0-1,0 0 0,-1 0 0,1 0 0,-1 0 1,1 0-1,0 0 0,-1-1 0,1 1 0,-1-1 1,1 1-1,2-2 0,2-1-376,0-1-1,0 1 1,10-10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30.0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327 1 24575,'-27'5'0,"-11"1"0,-2 1 0,3 0 0,6 0 0,9 1 0,4-1 0,4 0 0,1 0 0,1 1 0,0-1 0,-1 1 0,0 1 0,-1-1 0,2 1 0,1-1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30.4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24575,'18'5'0,"-1"1"0,1 1 0,-1 0 0,0 2 0,-1-1 0,0 2 0,0 0 0,-1 2 0,0-1 0,-1 1 0,-1 1 0,0 1 0,0 0 0,-1 0 0,-1 2 0,15 26 0,-12-17 0,-2 1 0,-1-1 0,-1 2 0,-2 0 0,0 0 0,-2 0 0,-1 1 0,-1 0 0,-1 0 0,-2 43 0,-1-60 0,-1 0 0,0 1 0,-1-1 0,0 0 0,-1 0 0,0 0 0,0-1 0,-1 1 0,-1-1 0,0 0 0,0 0 0,-1 0 0,0-1 0,-1 1 0,0-2 0,0 1 0,-17 13 0,-21 13-1365,26-21-5461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31.9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26 103 24575,'-10'-43'0,"6"24"0,-8-21 0,16 59 0,0 0 0,2 33 0,-2-9 0,2 5 0,7 68 0,36 139 0,146 365-692,-194-619 692,39 119 349,-33-95-263,-2-1-1,0 1 1,1 25 0,-6-48-75,0 0 0,0 0 0,0 0 0,0 0 0,-1 0 0,1 0-1,-1 0 1,1-1 0,-1 1 0,-1 3 0,2-5-17,0 0-1,0 1 1,0-1 0,0 0 0,0 0-1,-1 0 1,1 1 0,0-1-1,0 0 1,0 0 0,0 0 0,-1 0-1,1 0 1,0 0 0,0 1-1,0-1 1,-1 0 0,1 0 0,0 0-1,0 0 1,-1 0 0,1 0 0,0 0-1,0 0 1,0 0 0,-1 0-1,1 0 1,0 0 0,0 0 0,-1 0-1,1 0 1,-1-1-93,0 1 0,0-1 1,0 0-1,1 1 0,-1-1 0,0 0 1,1 1-1,-1-1 0,1 0 0,-1 0 1,0 0-1,0-1 0,-4-8-6727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32.5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123 210 24575,'-18'-47'0,"-25"-77"0,42 120 0,0 0 0,1 0 0,-1 0 0,1 0 0,0-5 0,0 9 0,0-1 0,0 1 0,0-1 0,0 1 0,0-1 0,0 1 0,0 0 0,0-1 0,0 1 0,0-1 0,1 1 0,-1 0 0,0-1 0,0 1 0,1 0 0,-1-1 0,0 1 0,0 0 0,1-1 0,-1 1 0,0 0 0,1-1 0,0 1 0,0 0 0,-1 0 0,1 0 0,-1 0 0,1 0 0,0 0 0,-1 0 0,1 0 0,0 1 0,-1-1 0,1 0 0,0 0 0,-1 0 0,1 1 0,-1-1 0,1 0 0,-1 1 0,1-1 0,-1 1 0,1 0 0,9 8 0,0 0 0,-1 1 0,0 0 0,10 15 0,1 1 0,27 30 0,3-2 0,68 56 0,-92-88 0,-134-98 0,44 22 0,39 32 0,-32-23 0,55 44 0,0 0 0,1 0 0,-1 0 0,0 0 0,0 0 0,0 0 0,0 0 0,0 0 0,0 1 0,0-1 0,0 1 0,0 0 0,0-1 0,0 1 0,0 0 0,0 0 0,0 0 0,0 1 0,-2-1 0,2 1 0,0 0 0,0 0 0,0 1 0,0-1 0,1 0 0,-1 1 0,0-1 0,1 1 0,-1-1 0,1 1 0,0 0 0,-1 0 0,1 0 0,0-1 0,0 1 0,0 0 0,1 0 0,-2 3 0,-47 145 0,32-93-1365,13-45-5461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35.0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9 24575,'-6'-9'0,"6"18"0,7 18 0,41 94 0,-19-55 0,15 29 0,-10-26 0,13 35-83,171 392-810,122 366 697,-294-737-87,83 161-1,-87-207 553,90 157 1201,-90-158-1470,-20-36 0,-21-41 0,0 1 0,-1-1 0,1 1 0,1-1 0,-1 0 0,0 0 0,0 1 0,0-1 0,1 0 0,2 2 0,-4-3 0,0 0 0,0 0 0,1 0 0,-1 0 0,0 0 0,0 0 0,0 0 0,0 0 0,1 0 0,-1 1 0,0-1 0,0 0 0,0 0 0,0 0 0,1-1 0,-1 1 0,0 0 0,0 0 0,0 0 0,1 0 0,-1 0 0,0 0 0,0 0 0,0 0 0,0 0 0,1 0 0,-1 0 0,0 0 0,0-1 0,0 1 0,0 0 0,0 0 0,1 0 0,-1 0 0,1-13 0,-4 0-1365,1 0-5461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35.9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93 24575,'-4'-7'0,"1"3"0,1-1 0,-1 0 0,1 0 0,0 0 0,1 0 0,-1 0 0,1-1 0,-1-8 0,2 14 0,0-1 0,0 1 0,0 0 0,0-1 0,0 1 0,0 0 0,1 0 0,-1-1 0,0 1 0,0 0 0,0 0 0,1-1 0,-1 1 0,0 0 0,0 0 0,1-1 0,-1 1 0,0 0 0,0 0 0,1 0 0,-1 0 0,0 0 0,1-1 0,-1 1 0,0 0 0,1 0 0,-1 0 0,0 0 0,1 0 0,-1 0 0,0 0 0,1 0 0,-1 0 0,0 0 0,0 0 0,1 0 0,-1 0 0,0 0 0,1 1 0,-1-1 0,0 0 0,1 0 0,-1 0 0,1 1 0,15 6 0,-15-7 0,90 55 0,13 6 0,-102-60 0,64 34 0,108 40 0,-225-94 0,1-3 0,0-2 0,2-2 0,1-2 0,-47-37 0,56 31 0,27 23 0,-1 1 0,-13-10 0,25 20 0,-1 0 0,1-1 0,-1 1 0,1 0 0,0 0 0,-1-1 0,1 1 0,-1 0 0,1 0 0,-1 0 0,1-1 0,-1 1 0,1 0 0,-1 0 0,1 0 0,-1 0 0,1 0 0,-1 0 0,1 0 0,-1 0 0,1 0 0,-1 0 0,1 1 0,0-1 0,-1 0 0,0 0 0,0 1 0,1 0 0,-1-1 0,1 1 0,-1 0 0,1-1 0,-1 1 0,1 0 0,0-1 0,-1 1 0,1 0 0,0 0 0,-1 0 0,1-1 0,0 2 0,-1 5 0,0-1 0,1 1 0,0 7 0,0-9 0,1 14 0,-2 7 0,2 0 0,0 0 0,2-1 0,1 1 0,8 27 0,-10-48-170,-1-1-1,0 0 0,0 1 1,0-1-1,0 1 0,-1 0 1,0 6-1,-2 1-6655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45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24575,'1'2'0,"0"1"0,0-1 0,0 0 0,0 0 0,1 1 0,-1-1 0,1 0 0,-1 0 0,1 0 0,0 0 0,0-1 0,3 4 0,5 4 0,234 237 0,-219-229 0,-75-40-1365,36 16-5461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46.0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9 24575,'3'-2'0,"0"1"0,0 0 0,0 0 0,0 0 0,0 0 0,0 1 0,0-1 0,1 1 0,3-1 0,-7 1 0,0 0 0,1 0 0,-1 0 0,0 0 0,1 1 0,-1-1 0,0 0 0,1 0 0,-1 0 0,0 0 0,0 0 0,1 0 0,-1 0 0,0 1 0,1-1 0,-1 0 0,0 0 0,0 1 0,1-1 0,-1 0 0,0 0 0,0 1 0,0-1 0,1 0 0,-1 0 0,0 1 0,0-1 0,0 0 0,0 1 0,1 0 0,-1 0 0,-1 0 0,1 0 0,0 0 0,0 1 0,-1-1 0,1 0 0,-1 0 0,1 0 0,-1 0 0,1 0 0,-1 0 0,0 0 0,0 0 0,0 1 0,-123 159 0,113-148 0,1 0 0,-1-1 0,-1 0 0,0-1 0,-25 18 0,29-23-1365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48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0 24575,'-5'0'0,"0"1"0,0-1 0,0 1 0,0 0 0,1 0 0,-1 0 0,0 1 0,1-1 0,-1 1 0,1 0 0,-1 1 0,1-1 0,0 1 0,-4 3 0,2-1 0,1 0 0,0 1 0,0-1 0,0 1 0,1 0 0,0 1 0,0-1 0,-5 11 0,8-15 0,1 0 0,-1 0 0,0 0 0,1-1 0,-1 1 0,1 0 0,0 0 0,-1 0 0,1 0 0,0 0 0,0 0 0,0 0 0,0 0 0,1-1 0,-1 1 0,1 0 0,-1 0 0,1 0 0,-1 0 0,1-1 0,0 1 0,0 0 0,0-1 0,0 1 0,0 0 0,0-1 0,0 1 0,1-1 0,-1 0 0,1 1 0,-1-1 0,1 0 0,-1 0 0,3 1 0,6 4 0,0-1 0,0 0 0,1-1 0,18 5 0,-15-4 0,1 0-115,-9-2 1,-1-1 1,1 0-1,0-1 0,0 1 1,-1-1-1,1 0 0,0 0 1,0-1-1,0 0 1,8 0-1,-4-3-6712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49.1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11 24575,'-1'-1'0,"1"0"0,-1 0 0,-1 0 0,1 1 0,0-1 0,0 0 0,0 0 0,0 1 0,-1-1 0,1 1 0,0-1 0,0 1 0,-1-1 0,1 1 0,0 0 0,-1 0 0,1 0 0,0 0 0,-1 0 0,-2 0 0,2 0 0,0 1 0,0 0 0,0 0 0,-1 0 0,1 0 0,0 0 0,0 0 0,0 0 0,0 1 0,1-1 0,-3 3 0,-1 1 0,0 0 0,0 1 0,1 0 0,0 0 0,0 0 0,-5 12 0,3-2 0,1 1 0,0 0 0,1-1 0,1 2 0,-1 26 0,2-13 0,3 1 0,4 36 0,-2-49 0,0 0 0,1-1 0,1 1 0,1-1 0,1 0 0,0 0 0,2-1 0,0 0 0,0 0 0,19 23 0,-22-33-91,0-1 0,0 0 0,1 0 0,0 0 0,0-1 0,0 0 0,1 0 0,0-1 0,-1 0 0,2 0 0,-1-1 0,0 0 0,1-1 0,13 3 0,-10-4-6735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49.7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24575,'-1'13'0,"0"-1"0,-3 16 0,2-18 0,0 0 0,1 0 0,0 16 0,1-22 0,1-1 0,-1 1 0,1 0 0,0 0 0,0 0 0,1 0 0,-1-1 0,1 1 0,-1-1 0,1 1 0,0-1 0,6 7 0,-7-9 0,0 1 0,0-1 0,0 1 0,0-1 0,1 0 0,-1 0 0,0 0 0,1 0 0,-1 0 0,1 0 0,0 0 0,-1 0 0,1 0 0,0-1 0,-1 1 0,1 0 0,0-1 0,0 0 0,0 1 0,1-1 0,0-1 0,-1 1 0,0-1 0,0 1 0,0-1 0,0 0 0,0 0 0,0 0 0,0 0 0,0 0 0,0-1 0,-1 1 0,1 0 0,0-1 0,-1 1 0,1-1 0,1-2 0,2-4 0,0 1 0,-1-1 0,1 0 0,-1 0 0,-1 0 0,5-16 0,-4 12 0,0 0 0,8-15 0,-11 26 0,-1 0 0,1 0 0,-1 0 0,1 1 0,-1-1 0,1 0 0,0 0 0,0 0 0,-1 0 0,1 1 0,0-1 0,0 0 0,0 1 0,0-1 0,0 0 0,0 1 0,0 0 0,0-1 0,0 1 0,0-1 0,0 1 0,0 0 0,0 0 0,0 0 0,1 0 0,-1 0 0,0 0 0,0 0 0,0 0 0,0 0 0,0 0 0,0 0 0,0 1 0,0-1 0,1 0 0,-1 1 0,0-1 0,0 1 0,1 1 0,5 2 0,-1 1 0,0-1 0,0 2 0,9 9 0,-9-9 0,120 128 0,-120-127-1365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50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24575,'1'12'0,"1"0"0,0 0 0,1 0 0,7 20 0,-2-7 0,52 150 0,-41-123 0,-10-27-1365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50.6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658 31 24575,'-15'-6'0,"0"0"0,-1 0 0,-25-4 0,32 9 0,0 0 0,0 0 0,0 1 0,0 1 0,0-1 0,0 1 0,0 1 0,-10 2 0,-23 9 0,17-5 0,1-2 0,-28 5 0,33-9 0,-10 2 0,1-1 0,-1-1 0,0-1 0,-30-4 0,32-1-105,-28-3 334,48 6-442,1 1 1,-1 0-1,1 0 0,-1 1 0,1 0 1,-7 2-1,4 0-6613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51.3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24575,'40'29'0,"-1"2"0,-2 1 0,61 68 0,-77-75 0,-2 0 0,0 1 0,-2 1 0,-1 1 0,-2 1 0,23 59 0,-33-73 0,0 0 0,0 1 0,-1-1 0,-1 1 0,-1 0 0,0 0 0,-1-1 0,-1 1 0,-4 23 0,4-29 0,-2-1 0,1 0 0,-1 0 0,-1 0 0,1-1 0,-1 1 0,-1-1 0,0 0 0,0 0 0,0 0 0,-1-1 0,-1 0 0,1 0 0,-1 0 0,0-1 0,0 0 0,-10 5 0,-7 4-682,-28 10-1,35-17-6143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53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1 24575,'-7'0'0,"-6"0"0,-2 0 0,1 2 0,1 1 0,2 1-8191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54.0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 84 24575,'-23'-15'0,"-47"-27"0,62 37 0,-1 1 0,0 0 0,0 1 0,0 0 0,0 1 0,-11-2 0,18 3 0,0 1 0,0 0 0,0 0 0,-1 0 0,1 0 0,0 0 0,0 1 0,0-1 0,0 1 0,0-1 0,0 1 0,0 0 0,0 0 0,0 0 0,0 0 0,1 0 0,-1 0 0,-3 3 0,3-2 0,0 1 0,-1 0 0,1 0 0,0 0 0,1 0 0,-1 0 0,0 0 0,1 0 0,0 1 0,-2 4 0,2 0 0,-1-1 0,1 1 0,0 0 0,1-1 0,0 1 0,0-1 0,1 1 0,0 0 0,4 14 0,-1-12 0,0 1 0,1-1 0,1 1 0,0-1 0,0-1 0,1 1 0,9 8 0,60 57 0,-66-66 0,19 17 0,-1 2 0,-1 0 0,36 51 0,-57-70 0,0 0 0,-1 0 0,0 1 0,-1 0 0,0 0 0,0 0 0,-1 0 0,2 13 0,-5-20 0,1 1 0,-1-1 0,0 1 0,0-1 0,0 1 0,0-1 0,-1 1 0,1-1 0,-1 1 0,0-1 0,0 0 0,0 1 0,0-1 0,-1 0 0,1 0 0,-1 0 0,0 0 0,0 0 0,0 0 0,0 0 0,-1-1 0,1 1 0,-1-1 0,1 1 0,-1-1 0,0 0 0,0 0 0,-4 1 0,1 0 0,-1 0 0,0-1 0,1 0 0,-1 0 0,0-1 0,0 0 0,0 0 0,0-1 0,-11 0 0,2-1 0,0-1 0,0 0 0,-18-6 0,28 6 0,-1 0 0,0-1 0,1 0 0,0 0 0,-1 0 0,1-1 0,-6-5 0,11 9 0,0-1 0,0 0 0,0 0 0,0 0 0,0 1 0,0-1 0,0 0 0,0 0 0,0-1 0,1 1 0,-1 0 0,1 0 0,-1 0 0,0 0 0,1-1 0,0 1 0,-1 0 0,1 0 0,0-1 0,0 1 0,-1 0 0,1-1 0,0 1 0,0 0 0,1 0 0,-1-1 0,0 1 0,0 0 0,1-1 0,-1 1 0,0 0 0,1 0 0,0 0 0,-1-1 0,1 1 0,-1 0 0,1 0 0,0 0 0,0 0 0,0 0 0,0 0 0,0 0 0,0 0 0,0 1 0,2-2 0,3-3 3,1 1 1,0 0-1,1 0 0,-1 0 0,1 1 0,-1 0 0,1 1 0,0 0 1,13-2-1,19-6-1400,-31 7-5429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6:57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24 24575,'1'-2'0,"-1"1"0,0 0 0,0 0 0,0 0 0,0 0 0,-1 0 0,1 0 0,0 0 0,0 0 0,-1 0 0,1 0 0,0 0 0,-1 0 0,1 0 0,-1 0 0,1 0 0,-1 0 0,0 0 0,1 0 0,-2 0 0,1 0 0,1 1 0,-1 0 0,0 0 0,0 0 0,0 0 0,1 0 0,-1 0 0,0 0 0,0 0 0,0 0 0,1 0 0,-1 1 0,0-1 0,0 0 0,1 0 0,-1 1 0,0-1 0,1 0 0,-1 1 0,0-1 0,1 1 0,-1-1 0,0 1 0,1-1 0,-1 1 0,1 0 0,-1 0 0,-7 7 0,1 1 0,1-1 0,-1 1 0,2 0 0,-1 1 0,1-1 0,1 1 0,-6 14 0,-1 12 0,-7 39 0,17-67 0,-4 17 0,2 0 0,0-1 0,2 1 0,1 0 0,1 0 0,1 0 0,8 41 0,-1-30 0,1 0 0,2-1 0,2 0 0,26 49 0,-21-48-77,39 67-1211,-52-94-5538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7:03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24575,'0'0'0,"-1"0"0,0 0 0,1 1 0,-1-1 0,1 0 0,-1 1 0,0-1 0,1 1 0,-1-1 0,1 0 0,-1 1 0,1-1 0,0 1 0,-1 0 0,1-1 0,-1 1 0,1-1 0,0 1 0,-1-1 0,1 1 0,0 0 0,0-1 0,0 1 0,-1 0 0,1-1 0,0 1 0,0 1 0,-3 22 0,3-22 0,-1 48 0,1 0 0,3 0 0,15 80 0,-8-43 0,-8-57 0,12 53 0,-13-79 0,0 3 0,1-1 0,0 1 0,0-1 0,6 12 0,-6-16 0,-1 0 0,0 0 0,0-1 0,1 1 0,-1-1 0,1 1 0,0-1 0,-1 0 0,1 1 0,0-1 0,0 0 0,-1 0 0,1 0 0,0-1 0,0 1 0,0 0 0,0-1 0,0 1 0,0-1 0,3 1 0,1-1-59,1 1 0,-1-1-1,0 0 1,0 0-1,0-1 1,1 0 0,-1 0-1,0 0 1,0-1 0,0 0-1,-1 0 1,1 0 0,0-1-1,-1 0 1,1 0-1,-1-1 1,0 1 0,0-1-1,0 0 1,-1 0 0,0-1-1,8-9 1,-2 2-6767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7:03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306 27 24575,'-29'-5'0,"-13"-2"0,-1 1 0,4 1 0,4 2 0,5 3 0,6 2 0,4 3 0,3 1 0,2-1 0,3 1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7:04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17 24575,'-17'-4'0,"-9"-3"0,1 3 0,2 3 0,3 3 0,4 1-8191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7:04.6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3 24575,'0'0'0,"-1"0"0,0-1 0,1 1 0,-1 0 0,0-1 0,1 1 0,-1 0 0,0 0 0,1 0 0,-1-1 0,0 1 0,1 0 0,-1 0 0,0 0 0,0 0 0,1 0 0,-1 0 0,0 1 0,1-1 0,-1 0 0,0 0 0,0 1 0,0-1 0,1 1 0,-1-1 0,1 1 0,-1-1 0,1 1 0,0-1 0,-1 1 0,1 0 0,0-1 0,-1 1 0,1 0 0,0-1 0,0 1 0,0 0 0,-1-1 0,1 1 0,0 0 0,0 0 0,0 3 0,0 0 0,1 0 0,-1 0 0,1 0 0,0 0 0,2 6 0,2 2 0,0 0 0,1 0 0,1-1 0,-1 1 0,2-2 0,0 1 0,0-1 0,1 0 0,18 16 0,-25-24 0,0-1 0,0 1 0,0-1 0,0 0 0,1 0 0,-1 0 0,0 0 0,1 0 0,-1 0 0,0 0 0,1-1 0,-1 0 0,3 1 0,-4-1 0,1 0 0,-1-1 0,0 1 0,0 0 0,0-1 0,0 1 0,0 0 0,0-1 0,0 0 0,0 1 0,0-1 0,0 0 0,0 1 0,0-1 0,0 0 0,-1 0 0,1 0 0,0 1 0,0-1 0,-1 0 0,1 0 0,-1 0 0,1 0 0,-1 0 0,1-1 0,-1 1 0,1 0 0,-1 0 0,0-1 0,6-22 0,-4 15 0,0 0 0,1-1 0,0 1 0,0 0 0,1 0 0,6-9 0,-9 16 0,0 1 0,0-1 0,0 1 0,1-1 0,-1 1 0,1 0 0,-1-1 0,1 1 0,0 0 0,-1 0 0,1 0 0,0 0 0,0 0 0,3 0 0,-3 0 0,1 1 0,0 0 0,-1 0 0,1 0 0,0 0 0,-1 0 0,1 1 0,-1-1 0,1 1 0,-1 0 0,1-1 0,-1 1 0,5 3 0,10 6 0,0 1 0,-1 0 0,0 1 0,-1 1 0,14 16 0,-17-18 0,2 2-119,31 32 372,-40-39-467,0 0 0,-1 0-1,0 1 1,0-1 0,0 1 0,3 8 0,-3-2-6612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7:05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15 24575,'-6'-12'0,"6"12"0,0 0 0,0-1 0,0 1 0,-1 0 0,1 0 0,0 0 0,0 0 0,0 0 0,0-1 0,-1 1 0,1 0 0,0 0 0,0 0 0,-1 0 0,1 0 0,0 0 0,0 0 0,0 0 0,-1 0 0,1 0 0,0 0 0,0 0 0,-1 0 0,1 0 0,0 0 0,0 0 0,-1 0 0,1 0 0,-1 1 0,0 0 0,0 0 0,0 0 0,1 0 0,-1 0 0,0 0 0,0 0 0,1 0 0,-1 0 0,1 0 0,-1 0 0,1 1 0,-1-1 0,1 0 0,0 2 0,-2 8 0,0 0 0,1 0 0,0 0 0,1 0 0,0 0 0,1 0 0,1 0 0,-1 0 0,2 0 0,-1 0 0,2-1 0,7 19 0,4 4 0,3 0 0,30 44 0,-47-75-151,0-1-1,0 1 0,0-1 0,1 1 1,-1-1-1,1 1 0,-1-1 1,3 2-1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7:05.7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519 103 24575,'-9'-11'0,"-2"-3"0,-1 1 0,0 0 0,-16-13 0,24 23 0,0 0 0,0 1 0,0-1 0,0 1 0,0 0 0,0 0 0,-1 0 0,1 0 0,0 1 0,-1 0 0,0 0 0,1 0 0,-1 1 0,0-1 0,1 1 0,-1 0 0,-4 1 0,-66 12 0,-32 4 0,104-17 0,-126 17 0,94-7-1365,21-5-5461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7:06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1 119 24575,'-1'-19'0,"2"-33"0,-1 49 0,1 0 0,-1 0 0,1 0 0,0 0 0,-1 1 0,1-1 0,0 0 0,1 0 0,-1 1 0,0-1 0,1 0 0,0 1 0,2-4 0,-3 6 0,0-1 0,0 0 0,0 1 0,0-1 0,0 1 0,1-1 0,-1 1 0,0 0 0,0-1 0,0 1 0,0 0 0,1 0 0,-1 0 0,0 0 0,0 0 0,0 0 0,0 0 0,1 0 0,-1 0 0,0 1 0,0-1 0,0 0 0,0 1 0,3 0 0,1 2 0,0 0 0,0 0 0,8 6 0,12 11 0,0 1 0,-2 2 0,-1 0 0,24 33 0,65 112 0,-98-144 0,0 1 0,-2 0 0,0 1 0,-2 0 0,-1 1 0,-1 0 0,-1 0 0,3 34 0,-8-44 0,0 1 0,-1-1 0,-1 0 0,-1 1 0,0-1 0,-1 0 0,-1 0 0,-1 0 0,0-1 0,-1 1 0,-1-1 0,0 0 0,-1-1 0,-13 18 0,13-21-151,0-1-1,-1 0 0,0-1 0,-1 0 1,0 0-1,0-1 0,-1 0 1,-15 8-1,14-10-6674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7:09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24 24575,'-5'-20'0,"0"16"0,2 14 0,2 2 0,1 0 0,1 0 0,0 1 0,0-1 0,1-1 0,4 15 0,2 11 0,20 144 0,5 32 0,-29-178 0,-3-27 0,-1 1 0,1-1 0,1 0 0,2 11 0,-3-19 0,-1 0 0,0 1 0,0-1 0,0 0 0,0 1 0,1-1 0,-1 0 0,0 1 0,0-1 0,1 0 0,-1 0 0,0 1 0,1-1 0,-1 0 0,0 0 0,1 0 0,-1 1 0,0-1 0,1 0 0,-1 0 0,0 0 0,1 0 0,-1 0 0,0 0 0,1 0 0,-1 0 0,1 0 0,-1 0 0,0 0 0,1 0 0,-1 0 0,0 0 0,1 0 0,-1 0 0,0 0 0,1 0 0,-1-1 0,0 1 0,1 0 0,-1 0 0,0 0 0,1-1 0,-1 1 0,0 0 0,1 0 0,-1-1 0,0 1 0,0 0 0,1-1 0,17-17 0,-15 14 0,19-20 0,-4 4 0,25-22 0,-38 37 0,1 1 0,0 0 0,0 0 0,0 0 0,0 1 0,0 0 0,0 0 0,1 1 0,12-4 0,-18 6 0,-1 0 0,0 0 0,0 0 0,0 0 0,1 0 0,-1 0 0,0-1 0,0 1 0,1 0 0,-1 0 0,0 0 0,0 0 0,0 0 0,1 0 0,-1 0 0,0 0 0,0 1 0,1-1 0,-1 0 0,0 0 0,0 0 0,0 0 0,1 0 0,-1 0 0,0 0 0,0 0 0,0 0 0,0 1 0,1-1 0,-1 0 0,0 0 0,0 0 0,0 0 0,0 1 0,0-1 0,1 0 0,-5 9 0,-13 13 0,13-18 0,-110 149 0,113-151 0,0-1 0,0 1 0,-1-1 0,1 1 0,0-1 0,-1 0 0,1 0 0,-1 0 0,0 1 0,1-1 0,-1 0 0,0-1 0,0 1 0,1 0 0,-1-1 0,-3 2 0,3-2 0,0 0 0,0-1 0,0 1 0,1 0 0,-1-1 0,0 1 0,0-1 0,1 1 0,-1-1 0,0 0 0,1 0 0,-1 0 0,1 0 0,-1 0 0,1 0 0,0 0 0,-1-1 0,-1-1 0,-11-14 0,0-1 0,1-1 0,0 0 0,-12-27 0,-16-25 0,31 56-1365,1 2-5461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7:10.2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24575,'4'8'0,"0"1"0,1-1 0,8 13 0,-9-16 0,12 18 0,1-1 0,29 28 0,46 36 0,-48-47 0,4 3 0,-18-17 0,48 54 0,-74-72 99,-11-12-1294,6 5 926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7:10.6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33 24575,'-4'-4'0,"1"-1"0,-1 1 0,1 0 0,-8-6 0,10 10 0,0-1 0,0 1 0,1-1 0,-1 0 0,0 1 0,0 0 0,0-1 0,0 1 0,0-1 0,0 1 0,0 0 0,0 0 0,0 0 0,0-1 0,0 1 0,0 0 0,0 0 0,0 0 0,0 1 0,0-1 0,0 0 0,0 0 0,0 0 0,0 1 0,0-1 0,0 0 0,1 1 0,-1-1 0,0 1 0,0-1 0,0 1 0,-1 1 0,-3 4 0,-1 1 0,2 0 0,-1 0 0,1 0 0,0 0 0,0 1 0,1-1 0,0 1 0,-2 11 0,1-6 0,0-1 0,-12 23 0,-52 63 0,63-89-1365,1-1-5461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7:11.5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275 32 24575,'-11'-6'0,"0"1"0,-1 1 0,1 0 0,-1 1 0,0 0 0,0 1 0,0 0 0,0 1 0,-21 0 0,26 1 0,1 1 0,-1 0 0,1 0 0,-1 0 0,1 1 0,-1 0 0,1 0 0,0 1 0,0 0 0,0 0 0,0 0 0,1 1 0,-1 0 0,1 0 0,0 0 0,0 1 0,0 0 0,1 0 0,-6 8 0,8-10 0,0 0 0,0 0 0,1 0 0,-1 0 0,1 0 0,0 1 0,0-1 0,0 0 0,0 1 0,0-1 0,1 1 0,0-1 0,-1 1 0,2 0 0,-1-1 0,0 1 0,1-1 0,-1 1 0,1-1 0,0 0 0,0 1 0,3 5 0,3 4 0,0-1 0,1 0 0,0 0 0,15 15 0,10 16 0,-25-31 0,43 71 0,-44-69 0,-1-1 0,0 1 0,-1 0 0,4 23 0,-3-6 0,-1 1 0,0 60 0,-5-90 0,0 0 0,0 0 0,0 0 0,1 0 0,-1 0 0,0 1 0,1-1 0,-1 0 0,1 0 0,0 0 0,0 0 0,0 0 0,0 0 0,1 1 0,-1-2 0,0 0 0,0 0 0,0 0 0,1 0 0,-1 0 0,0-1 0,0 1 0,1 0 0,-1-1 0,0 1 0,1-1 0,-1 0 0,0 1 0,1-1 0,-1 0 0,1 0 0,-1 0 0,1 0 0,-1 0 0,0 0 0,1 0 0,1-1 0,100-14 0,-98 14-105,0 1 0,-1-1 0,1 0 0,0-1 0,-1 1 0,1-1 0,-1 0 0,0 0 0,1 0 0,-1 0 0,0-1 0,4-3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7:12.0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45 24575,'-6'-8'0,"6"16"0,5 18 0,0-12 0,0-2 0,1 1 0,0-1 0,10 15 0,-12-21 0,1 0 0,-1 0 0,1-1 0,0 0 0,0 0 0,0 0 0,1-1 0,0 0 0,0 0 0,6 4 0,-10-8 0,-1 1 0,0 0 0,1-1 0,-1 1 0,0-1 0,1 0 0,-1 1 0,0-1 0,1 0 0,-1 0 0,1 0 0,-1 0 0,1 0 0,-1 0 0,0 0 0,1 0 0,-1-1 0,1 1 0,-1-1 0,0 1 0,2-1 0,-2 0 0,1-1 0,0 1 0,-1 0 0,0-1 0,1 1 0,-1-1 0,0 1 0,0-1 0,0 0 0,0 1 0,0-1 0,0 0 0,1-2 0,0-5 0,1 0 0,-1 0 0,-1 0 0,0 0 0,0-12 0,1 0 0,7-39 0,-7 53 0,-2 6 0,0-1 0,0 1 0,1 0 0,-1-1 0,0 1 0,1 0 0,-1 0 0,1-1 0,0 1 0,-1 0 0,1 0 0,0 0 0,0 0 0,-1 0 0,1-1 0,0 2 0,0-1 0,0 0 0,1 0 0,-1 0 0,0 0 0,0 1 0,0-1 0,0 0 0,1 1 0,-1 0 0,0-1 0,1 1 0,-1-1 0,0 1 0,1 0 0,-1 0 0,0 0 0,1 0 0,-1 0 0,1 0 0,-1 0 0,0 0 0,1 1 0,-1-1 0,2 1 0,5 2 0,-1-1 0,1 1 0,0 1 0,-1 0 0,10 6 0,41 28 0,62 54 0,-120-92-5,18 18 131,-17-18-178,-1 1 1,1-1 0,-1 1 0,1-1-1,-1 1 1,0 0 0,1-1 0,-1 1 0,0 0-1,1-1 1,-1 1 0,0 0 0,0 0-1,0-1 1,0 1 0,0 0 0,1 0-1,-1-1 1,-1 1 0,1 0 0,0 0 0,0-1-1,0 1 1,0 0 0,0-1 0,-1 1-1,1 0 1,-1 1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7:12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24575,'28'0'0,"-1"1"0,0 2 0,41 8 0,-56-8 0,-1 0 0,1 1 0,-1 0 0,-1 1 0,1 0 0,-1 1 0,1 0 0,-2 1 0,1 0 0,14 13 0,-12-7 0,-1-1 0,0 1 0,-1 1 0,12 22 0,-17-27 0,0 0 0,-2 0 0,1 1 0,-1 0 0,0-1 0,-1 1 0,0 0 0,1 19 0,-5 47 0,3 33 0,0-101 0,0 0 0,1 0 0,-1-1 0,2 1 0,-1-1 0,7 13 0,2-1 0,14 20 0,-6-10 0,-18-28 0,0 0 0,0 0 0,-1 1 0,1-1 0,0 0 0,-1 1 0,1-1 0,-1 1 0,1-1 0,-1 1 0,0-1 0,0 1 0,0-1 0,0 1 0,0-1 0,0 1 0,0-1 0,0 1 0,0-1 0,-1 1 0,0 1 0,0-1 0,0 0 0,0 0 0,0 0 0,-1-1 0,1 1 0,-1 0 0,1-1 0,-1 0 0,0 1 0,0-1 0,1 0 0,-1 1 0,-3 0 0,-3 1 0,-1 1 0,0-1 0,0 0 0,0-1 0,-16 2 0,-63 7-1365,76-9-5461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02.1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1 469 24575,'1'-8'0,"0"0"0,1 0 0,1 1 0,-1-1 0,1 1 0,0 0 0,8-13 0,-3 6 0,-4 6 0,1 0 0,0 0 0,1 0 0,-1 1 0,1 0 0,1 0 0,0 1 0,11-9 0,5-2 0,37-18 0,-38 22 0,61-28 0,-51 26 0,42-26 0,41-25 0,9-11 0,-118 74-1365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03.2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111 125 24575,'6'-37'0,"-4"26"0,-1-1 0,2 1 0,-1 0 0,1-1 0,10-19 0,-126 258 0,108-217 0,0 0 0,0 0 0,1 0 0,-4 13 0,8-22 0,0-1 0,0 1 0,-1 0 0,1-1 0,0 1 0,0 0 0,0-1 0,1 1 0,-1 0 0,0-1 0,0 1 0,0 0 0,0-1 0,1 1 0,-1-1 0,0 1 0,0 0 0,1-1 0,-1 1 0,0-1 0,1 1 0,-1-1 0,1 1 0,-1-1 0,1 1 0,-1-1 0,1 1 0,-1-1 0,1 0 0,-1 1 0,1-1 0,0 0 0,-1 0 0,1 1 0,0-1 0,-1 0 0,1 0 0,-1 0 0,1 0 0,0 0 0,-1 0 0,1 0 0,0 0 0,-1 0 0,1 0 0,0 0 0,7 0 0,-1-1 0,1 0 0,9-3 0,-8 3 0,38-7 0,0 2 0,51 1 0,-44 6-1365,-41-1-5461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06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275 31 24575,'0'-1'0,"1"1"0,-1 0 0,1-1 0,-1 1 0,0 0 0,1-1 0,-1 1 0,1-1 0,-1 1 0,0-1 0,1 1 0,-1-1 0,0 1 0,0-1 0,1 1 0,-1-1 0,0 1 0,0-1 0,0 1 0,0-1 0,0 1 0,0-1 0,0 1 0,0-1 0,0 0 0,0 1 0,0-1 0,0 1 0,0-1 0,0 1 0,0-1 0,0 1 0,-1-1 0,1 1 0,0-1 0,0 1 0,-1-1 0,1 1 0,0-1 0,-1 1 0,1-1 0,-1 1 0,1 0 0,0-1 0,-1 1 0,1 0 0,-1-1 0,1 1 0,-1 0 0,1 0 0,-1-1 0,1 1 0,-1 0 0,1 0 0,-1 0 0,1 0 0,-2 0 0,-3-2 0,-1 1 0,1 0 0,-1 0 0,-7 0 0,1 1 0,0 0 0,0 1 0,0 0 0,-21 6 0,6-1 0,22-6 0,0 1 0,0-1 0,0 1 0,0 1 0,0-1 0,1 1 0,-1 0 0,0 0 0,1 0 0,-1 1 0,1-1 0,0 1 0,0 0 0,-5 5 0,3-2 0,1 1 0,0 0 0,0 0 0,0 0 0,1 1 0,0-1 0,0 1 0,1 0 0,0 0 0,-3 14 0,6-17 0,-1 0 0,1-1 0,0 1 0,0 0 0,0 0 0,1 0 0,-1-1 0,1 1 0,0 0 0,1-1 0,-1 1 0,1-1 0,0 1 0,0-1 0,0 0 0,0 0 0,1 0 0,0 0 0,0 0 0,6 5 0,-5-4 0,1-1 0,0 1 0,1-1 0,-1-1 0,1 1 0,0-1 0,0 0 0,0 0 0,0-1 0,12 4 0,-3-3 0,-1-1 0,0-1 0,29 0 0,6 0 0,-28 0 0,0-1 0,0-1 0,22-3 0,-34 1-388,1 0-1,12-5 1,-21 7 188,11-4-6626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07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24575,'11'62'0,"-4"-35"0,1-1 0,2 0 0,0-1 0,2 0 0,28 45 0,-39-69 11,-1 0 0,1 0 0,0 1 0,0-1 0,0 0 0,-1 1-1,1-1 1,-1 1 0,1-1 0,0 2 0,-1-2-15,0-1-1,0 0 1,0 0-1,0 0 1,0 0-1,0 0 1,-1 0-1,1 0 1,0 0-1,0 0 1,0 1-1,0-1 1,0 0-1,0 0 1,0 0 0,0 0-1,0 0 1,0 0-1,0 0 1,0 0-1,0 0 1,0 0-1,-1 0 1,1 0-1,0 0 1,0 0-1,0 0 1,0 0-1,0 0 1,0 0 0,0 1-1,0-1 1,-1 0-1,1 0 1,0 0-1,0 0 1,0-1-1,0 1 1,0 0-1,0 0 1,0 0-1,0 0 1,0 0-1,-1 0 1,-9-5-1280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07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399 72 24575,'-30'-12'0,"-14"-4"0,-4 0 0,0 4 0,6 3 0,6 3 0,3 6 0,6 2 0,2 3 0,0 4 0,3 3 0,4-2-8191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08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24575,'3'22'0,"0"10"0,3 1 0,0-1 0,1-5 0,0-4 0,1-3 0,-1-6-8191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08.7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24575,'0'3'0,"0"2"0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09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21 24575,'23'33'0,"-14"-19"0,-1-2 0,2 0 0,0 0 0,0 0 0,15 12 0,-24-24 0,0 1 0,0 0 0,0 0 0,0-1 0,0 1 0,1 0 0,-1-1 0,0 1 0,0-1 0,0 1 0,1-1 0,-1 0 0,0 0 0,0 1 0,1-1 0,-1 0 0,0 0 0,0 0 0,1 0 0,-1 0 0,0-1 0,2 1 0,-1-1 0,-1 0 0,1 0 0,-1 0 0,0 0 0,1 0 0,-1 0 0,0 0 0,0-1 0,0 1 0,0 0 0,0-1 0,0 1 0,0-1 0,1-1 0,1-5 0,0 1 0,-1-1 0,0 1 0,0-1 0,0 1 0,-1-10 0,-1 0 0,0 14 0,-1 0 0,1 0 0,0-1 0,0 1 0,0 0 0,1 0 0,-1 0 0,1 0 0,-1 0 0,1 0 0,0 0 0,3-6 0,-4 9 0,1 0 0,0-1 0,-1 1 0,1 0 0,-1 0 0,1 0 0,0 0 0,-1 0 0,1-1 0,-1 1 0,1 0 0,0 0 0,-1 1 0,1-1 0,-1 0 0,1 0 0,0 0 0,-1 0 0,1 0 0,-1 1 0,1-1 0,0 0 0,-1 0 0,1 1 0,-1-1 0,1 1 0,-1-1 0,1 1 0,18 15 0,-17-14 0,9 8 0,1-1 0,0 0 0,0-1 0,19 10 0,-26-15 0,1-1 0,-1 1 0,1-1 0,0 0 0,0-1 0,-1 0 0,1 0 0,0 0 0,0 0 0,0-1 0,0 0 0,0 0 0,11-2 0,-15 1 0,0 0 0,0 0 0,0 0 0,0 0 0,0 0 0,0-1 0,0 1 0,0 0 0,-1-1 0,1 0 0,-1 1 0,1-1 0,-1 0 0,0 1 0,1-1 0,-1 0 0,1-3 0,-1 3 0,-1 1 0,1-1 0,0 1 0,0-1 0,0 1 0,0-1 0,0 1 0,0-1 0,0 1 0,0 0 0,1 0 0,-1 0 0,0 0 0,1 0 0,-1 0 0,1 0 0,-1 0 0,1 0 0,-1 1 0,1-1 0,-1 1 0,1-1 0,0 1 0,-1 0 0,1-1 0,0 1 0,0 0 0,-1 0 0,4 0 0,8 3-1365,-1 0-5461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09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114 250 24575,'28'111'0,"20"66"0,-46-171 0,0 0 0,0-1 0,-1 1 0,0 0 0,1 6 0,-2-12 0,0 1 0,0-1 0,0 0 0,0 0 0,0 0 0,0 0 0,0 0 0,0 0 0,0 0 0,0 0 0,0 0 0,0 0 0,0 0 0,0 0 0,0 0 0,0 0 0,0 0 0,0 0 0,0 1 0,0-1 0,0 0 0,0 0 0,0 0 0,0 0 0,0 0 0,0 0 0,0 0 0,0 0 0,-1 0 0,1 0 0,0 0 0,0 0 0,0 0 0,0 0 0,0 0 0,0 0 0,0 0 0,0 0 0,0 0 0,0 0 0,0 0 0,0 0 0,0 0 0,0 0 0,0 0 0,0 0 0,0 0 0,-1 0 0,1 0 0,0 0 0,0 0 0,0 0 0,0 0 0,0 0 0,0 0 0,0 0 0,0 0 0,0 0 0,0 0 0,0 0 0,-5-4 0,-4-6 0,-73-127 0,60 94 0,-22-57 0,36 76 0,1 0 0,1 0 0,0 0 0,-2-34 0,8 51 0,0 0 0,0 0 0,0 0 0,1 0 0,0 0 0,1 0 0,-1 0 0,1 0 0,0 0 0,5-9 0,-5 13 0,0 0 0,0 0 0,0 0 0,0 0 0,0 0 0,0 0 0,1 1 0,0-1 0,-1 1 0,1 0 0,0 0 0,0 0 0,0 0 0,1 0 0,-1 1 0,0-1 0,1 1 0,-1 0 0,1 0 0,-1 0 0,1 0 0,3 0 0,0 1 0,1 0 0,-1 1 0,0-1 0,0 1 0,1 1 0,-1-1 0,0 1 0,0 0 0,0 1 0,-1 0 0,1 0 0,0 0 0,-1 1 0,0 0 0,7 6 0,-8-6 0,-1-1 0,0 1 0,0 0 0,0 1 0,0-1 0,-1 1 0,0-1 0,0 1 0,0 0 0,0 0 0,-1 1 0,0-1 0,0 0 0,0 1 0,-1-1 0,0 1 0,0 0 0,0-1 0,-1 13 0,0-14 6,-1 1-1,0 0 1,0-1-1,-1 1 0,1-1 1,-1 0-1,0 1 1,0-1-1,0 0 1,-1 0-1,0 0 1,0 0-1,0-1 0,0 1 1,0-1-1,0 0 1,-1 0-1,0 0 1,0 0-1,0-1 1,-6 4-1,0-1-191,-1 0 1,1-1-1,-1 0 0,0-1 1,0 0-1,0-1 1,-21 2-1,17-3-6640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10.3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47 24575,'1'3'0,"0"0"0,0 0 0,1-1 0,-1 1 0,1-1 0,-1 1 0,1-1 0,0 0 0,4 4 0,-5-5 0,9 11 0,23 17 0,-28-25 0,0-1 0,0 0 0,0 1 0,0-2 0,0 1 0,1-1 0,10 4 0,-13-5 0,-1-1 0,1 1 0,-1-1 0,1 0 0,-1 0 0,1 0 0,-1 0 0,1 0 0,-1 0 0,1-1 0,-1 0 0,1 1 0,-1-1 0,0 0 0,1 0 0,-1 0 0,0 0 0,1 0 0,-1-1 0,0 1 0,0-1 0,0 1 0,-1-1 0,1 0 0,0 0 0,0 0 0,-1 0 0,1 0 0,-1 0 0,0 0 0,0 0 0,2-5 0,1-5 0,0 1 0,-1-1 0,-1 0 0,0 0 0,0-16 0,-1 26 0,-2 1 0,1 0 0,0 0 0,1 0 0,-1 0 0,0 0 0,0 0 0,0 1 0,0-1 0,1 0 0,-1 0 0,0 0 0,1 0 0,-1 1 0,1-1 0,-1 0 0,1 0 0,-1 1 0,1-1 0,1-1 0,-2 2 0,1 0 0,-1 0 0,1 0 0,-1 0 0,1 0 0,0 0 0,-1 0 0,1 0 0,-1 0 0,1 0 0,-1 0 0,1 0 0,-1 0 0,1 0 0,0 1 0,-1-1 0,1 0 0,-1 0 0,1 1 0,-1-1 0,0 0 0,2 1 0,1 2 0,1 1 0,-1-1 0,1 1 0,-1-1 0,4 7 0,8 13-1365,-9-14-5461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10.8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188 856 24575,'12'-29'0,"-1"0"0,12-57 0,-20 70 0,-1 1 0,-1 0 0,0 0 0,-1-1 0,-1 1 0,0-1 0,-6-27 0,-15-34 0,-46-110 0,-47-67 0,110 244 0,1 2 0,3 5 0,0 1 0,0-1 0,-1 0 0,1 0 0,-1 1 0,0-1 0,-2-3 0,1 7 0,3 4 0,1 6 0,14 70 0,14 59 0,-19-102 0,1-1 0,2 0 0,2-1 0,21 36 0,-28-58 0,0 0 0,2-1 0,-1 0 0,2 0 0,0-1 0,0-1 0,1 0 0,1-1 0,-1 0 0,2 0 0,-1-2 0,23 12 0,-35-20-14,13 7 82,23 6 0,-33-12-203,0 0-1,0 0 1,0-1 0,0 1 0,1-1 0,-1 0 0,0 0-1,0 0 1,0 0 0,7-2 0,-2-2-6691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11.8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12 118 24575,'8'-5'0,"0"1"0,14-5 0,-16 7 0,-1 0 0,0 0 0,0 0 0,-1-1 0,1 1 0,0-1 0,-1 0 0,0-1 0,6-4 0,-9 7 0,0 0 0,-1 1 0,1-1 0,-1 0 0,1 0 0,-1 1 0,0-1 0,1 0 0,-1 0 0,0 1 0,0-1 0,1 0 0,-1 0 0,0 0 0,0 0 0,0 1 0,0-1 0,0 0 0,0 0 0,0 0 0,0 0 0,0 0 0,-1 1 0,1-3 0,-1 2 0,0-1 0,0 1 0,0 0 0,0-1 0,0 1 0,-1 0 0,1 0 0,0 0 0,0 0 0,-1 0 0,-2-2 0,0 1 0,1 0 0,0 1 0,-1-1 0,0 1 0,1 0 0,-1 0 0,0 0 0,0 1 0,1-1 0,-8 1 0,9 1 0,-1-1 0,1 1 0,0 0 0,0 0 0,0 0 0,0 0 0,0 0 0,0 0 0,0 1 0,0-1 0,1 1 0,-1-1 0,0 1 0,1 0 0,-1 0 0,1-1 0,0 1 0,-1 0 0,1 0 0,0 1 0,0-1 0,1 0 0,-1 0 0,0 0 0,1 1 0,-1 3 0,0-2 0,0 0 0,1 0 0,0-1 0,0 1 0,0 0 0,0 0 0,0 0 0,1-1 0,0 1 0,0 0 0,0-1 0,0 1 0,1 0 0,-1-1 0,5 7 0,1-1 0,1 0 0,1-1 0,-1 0 0,2-1 0,-1 0 0,14 8 0,65 31 0,-85-44 0,23 10 0,-8-5 0,-1 2 0,25 16 0,-41-25 0,1 1 0,-1 0 0,0-1 0,0 1 0,0 0 0,-1 0 0,1 0 0,0 0 0,0 0 0,0 0 0,-1 0 0,1 0 0,0 1 0,-1-1 0,1 0 0,-1 0 0,1 2 0,-1-2 0,0 0 0,0 0 0,0 0 0,0 0 0,-1-1 0,1 1 0,0 0 0,0 0 0,-1 0 0,1-1 0,0 1 0,-1 0 0,1 0 0,-1-1 0,1 1 0,-1 0 0,0-1 0,1 1 0,-2 1 0,-1 0 0,0 0 0,-1 0 0,1 0 0,0-1 0,-1 1 0,1-1 0,-1 0 0,0 0 0,1 0 0,-6 1 0,-22 0 0,-40-3 0,23-1 0,46 3 0,0-1 0,-1-1 0,1 1 0,0 0 0,-1 0 0,1-1 0,-1 0 0,1 1 0,-3-3 0,5 3 0,-1 0 0,1 0 0,0 0 0,0 0 0,0 0 0,-1-1 0,1 1 0,0 0 0,0 0 0,0 0 0,0-1 0,-1 1 0,1 0 0,0 0 0,0-1 0,0 1 0,0 0 0,0 0 0,0-1 0,0 1 0,0 0 0,0 0 0,0-1 0,0 1 0,0 0 0,0 0 0,0-1 0,0 1 0,0 0 0,0 0 0,0-1 0,1 0 0,0 0 0,-1 0 0,1 0 0,0 0 0,0 0 0,0 0 0,0 0 0,0 0 0,0 0 0,2-1 0,12-7 0,0 1 0,1 0 0,0 1 0,23-7 0,18-8 0,-29 10 0,41-27 0,-58 32 0,0 0 0,-1-1 0,0-1 0,-1 1 0,0-2 0,12-15 0,-19 23 0,0-1 0,0 1 0,-1-1 0,1 0 0,-1 0 0,1 0 0,-1 0 0,0 0 0,0 0 0,-1 0 0,1 0 0,-1-1 0,1 1 0,-1 0 0,0 0 0,0 0 0,-1-1 0,1 1 0,-1 0 0,1 0 0,-1 0 0,0 0 0,0 0 0,0 0 0,-1 0 0,-1-4 0,0 4 0,0-1 0,0 1 0,0-1 0,0 1 0,0 0 0,-1 0 0,0 0 0,1 1 0,-1-1 0,0 1 0,0 0 0,0 0 0,-1 1 0,1-1 0,0 1 0,-1 0 0,1 0 0,-6-1 0,7 2 0,-1-1 0,0 1 0,0 0 0,0 0 0,0 1 0,0-1 0,0 1 0,1-1 0,-1 1 0,0 0 0,0 1 0,1-1 0,-4 3 0,4-3 0,1 1 0,0 0 0,0-1 0,0 1 0,0 1 0,0-1 0,0 0 0,0 0 0,1 1 0,-1-1 0,1 1 0,0-1 0,-1 1 0,1-1 0,0 1 0,1 0 0,-1 0 0,0 4 0,0-4 0,1 1 0,-1 0 0,1 0 0,0 0 0,0 0 0,0 0 0,1 0 0,-1 0 0,1-1 0,0 1 0,0 0 0,1 0 0,-1-1 0,4 7 0,-1-5 0,-1 0 0,1 0 0,1 0 0,-1 0 0,1-1 0,0 0 0,0 0 0,7 4 0,4 2 0,0-1 0,0-1 0,1-1 0,0 0 0,0-2 0,1 0 0,32 6 0,-19-8 0,-1 0 0,1-2 0,58-5 0,-30-6 120,-53 9-306,0-1 1,1 0-1,-1 0 0,0-1 1,0 0-1,0 0 1,5-4-1,-1-2-6640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13.0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391 75 24575,'-43'-16'0,"-84"-27"0,109 38 0,1 1 0,-1 1 0,1 1 0,-1 1 0,-26 0 0,40 2 0,0-1 0,1 1 0,-1-1 0,0 1 0,1 0 0,-1 1 0,0-1 0,1 1 0,0-1 0,-1 1 0,1 0 0,0 0 0,0 1 0,0-1 0,0 1 0,0-1 0,1 1 0,-1 0 0,-2 5 0,2-4 0,0 1 0,0 0 0,1 1 0,0-1 0,0 0 0,1 1 0,-1-1 0,1 0 0,0 1 0,1 0 0,0-1 0,0 11 0,0-12 0,1 1 0,0-1 0,1 1 0,-1-1 0,1 0 0,0 1 0,0-1 0,0 0 0,0 0 0,1 0 0,0 0 0,-1-1 0,1 1 0,1-1 0,-1 0 0,1 1 0,-1-1 0,1-1 0,5 4 0,3 2 0,1-1 0,0-1 0,0 0 0,27 8 0,-29-11 0,0 0 0,0-1 0,0 0 0,0-1 0,1 0 0,18-2 0,-26 1 0,0-1 0,-1 1 0,1-1 0,-1 0 0,1-1 0,-1 1 0,0 0 0,1-1 0,-1 0 0,5-3 0,-6 3 0,0 1 0,0-1 0,-1 0 0,1 0 0,0 0 0,-1-1 0,1 1 0,-1 0 0,0-1 0,0 1 0,0-1 0,0 1 0,0-1 0,-1 1 0,1-1 0,0-2 0,-1-2 0,1 0 0,-1 0 0,-1 1 0,1-1 0,-1 0 0,-3-10 0,3 12 0,0 1 0,-1 0 0,1 0 0,-1 1 0,0-1 0,0 0 0,0 0 0,0 1 0,-1-1 0,0 1 0,-4-5 0,5 8 0,3 5 0,6 8 0,19 19-455,1-2 0,37 34 0,-54-55-6371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13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115 306 24575,'1'5'0,"1"-1"0,0 1 0,0-1 0,-1 1 0,0 0 0,0 0 0,-1-1 0,1 1 0,-1 0 0,0 6 0,0-11 0,0 0 0,-1 1 0,1-1 0,0 0 0,0 0 0,0 0 0,0 0 0,-1 0 0,1 0 0,0 0 0,0 0 0,0 0 0,-1 0 0,1 0 0,0 0 0,0 0 0,0 0 0,-1 0 0,1 0 0,0 0 0,0 0 0,0 0 0,0 0 0,-1 0 0,1 0 0,0 0 0,0 0 0,0 0 0,-1 0 0,1 0 0,0 0 0,0-1 0,0 1 0,0 0 0,0 0 0,-1 0 0,1 0 0,0 0 0,0-1 0,0 1 0,0 0 0,0 0 0,0 0 0,0 0 0,0-1 0,-1 1 0,1 0 0,-7-10 0,-11-21 0,2 0 0,1-1 0,-12-38 0,9 20 0,15 42 0,-1 0 0,1 0 0,-3-14 0,6 22 0,0 0 0,0 0 0,0 0 0,0 0 0,0-1 0,0 1 0,0 0 0,0 0 0,0 0 0,0 0 0,0-1 0,0 1 0,0 0 0,0 0 0,0 0 0,0 0 0,0 0 0,0-1 0,0 1 0,0 0 0,0 0 0,0 0 0,0 0 0,0-1 0,0 1 0,0 0 0,0 0 0,1 0 0,-1 0 0,0 0 0,0 0 0,0-1 0,0 1 0,0 0 0,0 0 0,1 0 0,-1 0 0,0 0 0,0 0 0,0 0 0,0 0 0,8 3 0,7 9 0,95 76 0,-94-77 0,0-1 0,1-1 0,0 0 0,0-1 0,26 7 0,-18-8 0,0-1 0,0-1 0,40 2 0,-55-6 0,1-1 0,-1-1 0,1 0 0,-1 0 0,1-1 0,-1 0 0,0 0 0,0-2 0,0 1 0,0-1 0,13-7 0,-18 7 0,0 0 0,0 0 0,0-1 0,0 0 0,-1 0 0,1 0 0,-1 0 0,-1-1 0,1 1 0,-1-1 0,0 0 0,0 0 0,-1-1 0,1 1 0,-1 0 0,-1-1 0,1 1 0,-1-1 0,0 0 0,-1 1 0,0-1 0,0-10 0,-1 12 0,0 0 0,1 0 0,-2 0 0,1-1 0,0 1 0,-1 0 0,0 0 0,0 1 0,-1-1 0,0 0 0,1 1 0,-7-7 0,6 8 0,0-1 0,0 1 0,-1 1 0,1-1 0,-1 0 0,0 1 0,0 0 0,0 0 0,0 0 0,0 0 0,0 1 0,-1 0 0,1-1 0,0 2 0,-1-1 0,-6 0 0,6 1 0,0 0 0,1 0 0,-1 0 0,0 1 0,0-1 0,0 1 0,0 1 0,1-1 0,-1 1 0,1 0 0,-1 0 0,1 0 0,0 0 0,-1 1 0,1-1 0,0 1 0,1 0 0,-1 1 0,0-1 0,1 1 0,0-1 0,0 1 0,0 0 0,0 0 0,1 1 0,-3 4 0,2-3 0,1 1 0,-1-1 0,1 1 0,1-1 0,-1 1 0,1 0 0,0-1 0,1 1 0,-1 0 0,1 0 0,1 0 0,-1 0 0,1-1 0,1 1 0,-1 0 0,1-1 0,0 1 0,4 8 0,-2-7 0,0 0 0,1-1 0,0 1 0,0-1 0,1 0 0,0 0 0,0 0 0,0-1 0,1 0 0,0 0 0,1-1 0,-1 0 0,1 0 0,0-1 0,0 1 0,0-2 0,0 1 0,1-1 0,0-1 0,-1 0 0,1 0 0,0 0 0,0-1 0,14-1 0,-2 1-119,-1 0 245,34-4 1,-49 2-243,-1 1 1,1-1 0,-1 0 0,1 0-1,0-1 1,-1 0 0,0 1-1,1-1 1,-1-1 0,0 1 0,0-1-1,6-5 1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14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34 24575,'-2'-1'0,"-7"-3"0,-2 1 0,1 0 0,0 1 0,0 0 0,-1 1 0,1 0 0,-1 0 0,-17 2 0,27-1 0,0 0 0,0 1 0,0-1 0,0 0 0,0 0 0,-1 1 0,1-1 0,0 1 0,0-1 0,0 1 0,0-1 0,0 1 0,0-1 0,0 1 0,0 0 0,0 0 0,1 0 0,-1-1 0,0 1 0,0 0 0,1 0 0,-1 0 0,-1 2 0,2-1 0,0-1 0,0 1 0,0 0 0,0-1 0,0 1 0,0-1 0,0 1 0,1-1 0,-1 1 0,0-1 0,1 1 0,-1-1 0,1 1 0,0-1 0,1 2 0,2 5 0,2 0 0,-1-1 0,1 0 0,11 11 0,-9-10 0,2 1 0,0 0 0,0 0 0,14 8 0,-22-15 0,1-1 0,0 1 0,0-1 0,0 0 0,0 0 0,0 0 0,7 1 0,-9-2 0,1 1 0,-1-1 0,1-1 0,-1 1 0,1 0 0,0 0 0,-1 0 0,1-1 0,-1 1 0,1-1 0,-1 1 0,0-1 0,1 0 0,-1 1 0,0-1 0,1 0 0,0-1 0,0-1 0,1 1 0,-2-1 0,1 1 0,0-1 0,0 0 0,-1 0 0,1 0 0,-1 0 0,0 0 0,0 0 0,0 0 0,-1-1 0,1 1 0,-1 0 0,1-6 0,-1-6 0,0 1 0,-3-16 0,0 15 0,2 13 0,0-1 0,0 1 0,1 0 0,-1-1 0,1 1 0,-1-1 0,1 1 0,0-1 0,0 1 0,0-1 0,1 1 0,0-4 0,-1 6 0,0 0 0,1 0 0,-1 0 0,1 0 0,-1 0 0,0 0 0,1 0 0,-1 0 0,0 1 0,1-1 0,-1 0 0,1 0 0,-1 0 0,0 0 0,1 1 0,-1-1 0,0 0 0,1 0 0,-1 0 0,0 1 0,0-1 0,1 0 0,-1 1 0,0-1 0,1 1 0,9 9 0,-9-9 0,16 17-117,69 66-1131,-74-75-5578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15.9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24575,'20'33'0,"3"2"0,2-2 0,2-1 0,34 34 0,-49-54 0,181 183 0,-182-184-273,-1 1 0,0 0 0,-1 0 0,10 18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16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30 24575,'6'-4'0,"1"0"0,0 0 0,0 1 0,0 0 0,0 1 0,0-1 0,1 2 0,-1-1 0,0 1 0,1 0 0,0 0 0,-1 1 0,12 0 0,-3 2 0,-1-1 0,1 2 0,-1 0 0,0 1 0,23 8 0,-75-16 0,14-3 0,-1 2 0,0 1 0,0 1 0,0 1 0,-35 1 0,57 1 0,1 0 0,-1 1 0,0-1 0,0 0 0,0 1 0,1-1 0,-1 1 0,0-1 0,1 1 0,-1 0 0,0-1 0,1 1 0,-1 0 0,1 0 0,-1 0 0,1 1 0,0-1 0,-1 0 0,1 0 0,0 1 0,0-1 0,0 1 0,0-1 0,0 1 0,0-1 0,0 1 0,1 0 0,-1-1 0,0 1 0,1 0 0,0 0 0,-1 0 0,1-1 0,0 1 0,0 0 0,0 0 0,0 0 0,0-1 0,1 3 0,0 4 0,0 0 0,1 0 0,0-1 0,1 1 0,0-1 0,0 1 0,7 11 0,-3-6-455,1 1 0,5 16 0,-10-21-6371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19.4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24575,'1'12'0,"0"1"0,1-1 0,1 0 0,0 1 0,0-1 0,1-1 0,0 1 0,9 15 0,60 94 0,-29-52 0,-38-59 0,-3-5 0,0 1 0,0-1 0,0 1 0,2 7 0,-4-13 1,-1 0 0,0 1 0,0-1 0,0 0 0,0 0 0,0 0 0,0 0 0,0 0 0,0 1 0,0-1 0,1 0 0,-1 0 0,0 0 0,0 0 0,0 0 0,0 1 0,0-1 0,0 0 0,0 0 0,0 0 0,0 0 0,0 1 0,0-1 0,0 0 0,0 0 0,0 0 0,0 0 0,0 1 0,-1-1 0,1 0 0,0 0 0,0 0 0,0 0 0,0 0 0,0 1 0,0-1 0,0 0 0,0 0 0,-1 0 0,1 0 0,0 0 0,0 0 0,0 0-1,0 1 1,0-1 0,-1 0 0,1 0 0,0 0 0,0 0 0,0 0 0,0 0 0,-1 0 0,1 0 0,0 0 0,0 0 0,0 0 0,0 0 0,-1 0 0,1 0 0,0 0 0,0 0 0,0 0 0,0 0 0,-1 0 0,-9-6-1430,1-1-5397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19.8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 24575,'28'-7'0,"0"1"0,1 2 0,-1 0 0,47 2 0,-59 3 0,0 0 0,-1 1 0,1 1 0,-1 1 0,0 0 0,0 1 0,0 0 0,0 2 0,26 14 0,-22-8 0,0 0 0,-1 1 0,-1 1 0,22 23 0,-31-29 0,0 0 0,-1 1 0,0 0 0,-1 0 0,1 0 0,-2 1 0,0 0 0,0 1 0,5 20 0,-8-26 0,-2-1 0,1 1 0,0-1 0,-1 1 0,0 0 0,-1-1 0,1 1 0,-1 0 0,0-1 0,0 1 0,-1-1 0,1 1 0,-1-1 0,-3 6 0,1-4 0,-1-1 0,1 1 0,-1-1 0,0 0 0,0 0 0,-1-1 0,1 0 0,-1 1 0,-9 4 0,0-1 0,-1 0 0,0-2 0,0 1 0,0-2 0,-1 0 0,0-2 0,0 1 0,-26 2 0,38-6-114,-1-1 1,0 1-1,0-1 0,0 0 0,1 0 1,-1 0-1,0-1 0,0 0 0,0-1 1,1 1-1,-7-3 0,0-2-6712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20.2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24575,'11'18'0,"10"24"0,4 7 0,13 5 0,-27-38 0,1 0 0,-2 0 0,10 21 0,-20-37 0,1 1 0,-1 0 0,0 0 0,1-1 0,-1 1 0,0 0 0,0 0 0,1 0 0,-1 0 0,0-1 0,0 1 0,0 0 0,0 0 0,0 0 0,0 1 0,0-2 0,-1 0 0,1 0 0,0 0 0,0 0 0,-1 0 0,1 0 0,0 1 0,0-1 0,-1 0 0,1 0 0,0 0 0,0 0 0,-1 0 0,1 0 0,0 0 0,0 0 0,-1 0 0,1 0 0,0 0 0,0-1 0,-1 1 0,1 0 0,0 0 0,0 0 0,-1 0 0,1 0 0,0 0 0,0-1 0,0 1 0,-1 0 0,-22-18 0,21 16 0,-9-9-1365,1 1-5461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20.4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447 72 24575,'-30'-12'0,"-12"-5"0,-3 2 0,0 2 0,4 4 0,3 4 0,4 4 0,2 4 0,2 2 0,3 1 0,2 2 0,3 2 0,2 0 0,4-3-8191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20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24575,'3'15'0,"0"7"0,2 0 0,1-2 0,2-1 0,-2-1 0,2-5 0,2-1 0,-1-1 0,0-1 0,-1-1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21.1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24575,'0'2'0,"0"4"0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21.7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24575,'8'13'0,"1"0"0,0-1 0,16 17 0,-24-28 0,7 8 0,-1-2 0,1 1 0,1-1 0,-1 0 0,12 6 0,-18-11 0,1-1 0,0 1 0,0-1 0,0 0 0,0 0 0,0 0 0,0-1 0,0 1 0,0-1 0,4 1 0,-5-1 0,-1-1 0,1 1 0,0 0 0,0-1 0,-1 1 0,1-1 0,0 1 0,-1-1 0,1 0 0,-1 0 0,1 0 0,-1 0 0,1 0 0,-1 0 0,0 0 0,1 0 0,-1-1 0,0 1 0,2-3 0,-1 0 0,1-1 0,-1 0 0,0 0 0,0 0 0,-1 0 0,1 0 0,-1-1 0,1-4 0,4-18 0,-6 28 0,0-1 0,0 1 0,0 0 0,0-1 0,1 1 0,-1 0 0,0 0 0,0-1 0,0 1 0,1 0 0,-1 0 0,0 0 0,0-1 0,1 1 0,-1 0 0,0 0 0,0 0 0,1 0 0,-1 0 0,0 0 0,1-1 0,-1 1 0,0 0 0,0 0 0,1 0 0,-1 0 0,0 0 0,1 0 0,-1 0 0,0 0 0,1 0 0,-1 0 0,0 0 0,0 1 0,1-1 0,-1 0 0,0 0 0,1 0 0,-1 0 0,0 0 0,0 0 0,1 1 0,-1-1 0,0 0 0,1 1 0,14 10 0,-12-7 0,13 8 0,0 0 0,32 17 0,-42-26 0,0 0 0,1 0 0,0-1 0,-1 0 0,1 0 0,0-1 0,0 0 0,0 0 0,0-1 0,0 1 0,11-2 0,-15 0 0,-1 0 0,1 0 0,-1 1 0,1-1 0,-1-1 0,0 1 0,1 0 0,-1-1 0,0 1 0,0-1 0,0 1 0,0-1 0,0 0 0,0 0 0,-1 0 0,1 0 0,0 0 0,-1-1 0,0 1 0,0 0 0,2-3 0,-1 1 0,0 0 0,0 1 0,0-1 0,1 1 0,-1 0 0,5-3 0,-6 5 0,1 0 0,-1 0 0,1 0 0,-1 0 0,1 0 0,0 0 0,0 1 0,-1-1 0,1 1 0,0-1 0,0 1 0,0 0 0,-1 0 0,1 0 0,0 0 0,0 0 0,0 0 0,2 1 0,23 5 0,1 1 0,-2 1 0,1 2 0,38 20 0,-40-16-1365,-15-9-5461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22.3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107 179 24575,'4'15'0,"58"202"0,-61-215 0,-1 0 0,1-1 0,0 1 0,0 0 0,0-1 0,0 1 0,0-1 0,0 1 0,0-1 0,2 2 0,-3-3 0,0 0 0,0 0 0,0 0 0,0 0 0,1 0 0,-1 1 0,0-1 0,0 0 0,0 0 0,0 0 0,0 0 0,0 0 0,0 0 0,0 0 0,0 0 0,1 0 0,-1 0 0,0 0 0,0 0 0,0 0 0,0 0 0,0 0 0,0-1 0,0 1 0,0 0 0,1 0 0,-1 0 0,0 0 0,0 0 0,0 0 0,0 0 0,0 0 0,0 0 0,0 0 0,0 0 0,0 0 0,0 0 0,0 0 0,0-1 0,0 1 0,1 0 0,-1 0 0,0 0 0,0 0 0,0 0 0,0 0 0,0 0 0,0 0 0,0-1 0,-1-12 0,-2 0 0,-1 0 0,0 0 0,-1 1 0,-1-1 0,-8-13 0,-11-25 0,18 33 0,0-1 0,2 1 0,0-1 0,-4-37 0,8 49 0,1 0 0,0 0 0,1-1 0,-1 1 0,2 0 0,-1 0 0,3-8 0,-2 11 0,-1-1 0,1 1 0,1 0 0,-1 0 0,1 0 0,-1 0 0,1 0 0,0 0 0,1 1 0,-1-1 0,7-4 0,-4 4 0,-1 1 0,1 0 0,0 0 0,0 0 0,0 1 0,0 0 0,1 0 0,-1 1 0,0 0 0,1 0 0,8 0 0,8 1 0,42 4 0,-63-4 0,0 0 0,0 1 0,1-1 0,-1 1 0,0-1 0,0 1 0,0 0 0,-1 0 0,1 0 0,0 0 0,0 0 0,0 0 0,-1 1 0,1-1 0,0 0 0,-1 1 0,0 0 0,1-1 0,-1 1 0,2 2 0,-2-2 0,-1-1 0,1 1 0,-1-1 0,1 1 0,-1 0 0,0-1 0,1 1 0,-1 0 0,0 0 0,0-1 0,0 1 0,0 0 0,-1-1 0,1 1 0,0 0 0,-1-1 0,1 1 0,-1-1 0,1 1 0,-1 0 0,0-1 0,0 1 0,0-1 0,0 0 0,0 1 0,-1 0 0,-4 5 0,0-1 0,-1 0 0,1-1 0,-1 0 0,0 0 0,-1 0 0,1-1 0,-16 6 0,-6 1 0,-35 8 0,29-10 0,-79 20-1365,92-24-5461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23.0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24575,'12'19'0,"1"-1"0,1-1 0,1 0 0,0-1 0,1-1 0,24 18 0,-39-32 0,1 0 0,0 1 0,0-1 0,0 0 0,0 0 0,1 0 0,-1-1 0,0 1 0,0 0 0,0-1 0,1 1 0,-1-1 0,0 0 0,1 0 0,-1 0 0,0 0 0,1 0 0,-1 0 0,0-1 0,0 1 0,1-1 0,-1 1 0,0-1 0,0 0 0,0 0 0,0 0 0,0 0 0,0 0 0,3-3 0,-1 1 0,-1-1 0,1 0 0,-1 0 0,1 0 0,-1 0 0,0-1 0,-1 1 0,1-1 0,-1 0 0,0 1 0,3-10 0,-4 10 0,0 1 0,0 0 0,0-1 0,0 1 0,1 0 0,0 0 0,-1 0 0,4-3 0,-4 5 0,0 0 0,-1 0 0,1 1 0,0-1 0,0 0 0,0 1 0,0-1 0,1 1 0,-1-1 0,0 1 0,0 0 0,0-1 0,0 1 0,0 0 0,0 0 0,1 0 0,-1 0 0,0 0 0,0 0 0,0 0 0,1 0 0,-1 0 0,0 0 0,0 1 0,0-1 0,0 0 0,2 2 0,14 6-227,0 0-1,0 2 1,-1 0-1,0 0 1,20 19-1,-25-19-6598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23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132 741 24575,'13'-40'0,"-2"0"0,7-45 0,-15 65 0,-1 0 0,-1 0 0,-1 0 0,-1 0 0,-1 0 0,-6-30 0,-5-2 0,-30-71 0,-30-46 0,69 161 0,0-3 0,2 7 0,1 0 0,-1-1 0,0 1 0,-1 0 0,1 0 0,-1 0 0,0 0 0,-5-5 0,8 9 0,0 0 0,0 0 0,-1 0 0,1 0 0,0 0 0,0 0 0,-1 0 0,1 0 0,0 1 0,0-1 0,-1 0 0,1 0 0,0 0 0,0 0 0,0 1 0,0-1 0,-1 0 0,1 0 0,0 0 0,0 1 0,0-1 0,0 0 0,0 0 0,-1 1 0,1-1 0,0 0 0,0 0 0,0 1 0,0-1 0,0 0 0,0 0 0,0 1 0,0-1 0,0 0 0,0 0 0,0 1 0,0-1 0,0 0 0,1 1 0,-2 13 0,2 18 0,2 1 0,1-1 0,10 36 0,-10-49 0,6 29 0,3 0 0,33 80 0,-32-97 0,1-1 0,2 0 0,1-1 0,41 49 0,-53-70 0,0-2 0,1 1 0,0-1 0,9 6 0,-14-10 0,1 0 0,-1-1 0,0 0 0,0 0 0,1 1 0,-1-1 0,1-1 0,-1 1 0,1 0 0,-1-1 0,1 1 0,-1-1 0,1 0 0,0 1 0,-1-2 0,1 1 0,-1 0 0,1 0 0,4-2 0,-6 2-91,0-1 0,0 1 0,0-1 0,0 0 0,0 1 0,0-1 0,0 0 0,0 0 0,0 0 0,0 0 0,0 0 0,-1 0 0,1 0 0,0-1 0,4-7-6735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23.9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173 105 24575,'-2'-4'0,"-3"-12"0,-12-25 0,16 38 0,-1-1 0,0 1 0,0 0 0,-1-1 0,1 1 0,-1 0 0,1 0 0,-1 0 0,0 1 0,0-1 0,0 1 0,-6-4 0,9 6 0,-1 0 0,0-1 0,1 1 0,-1 0 0,0 0 0,1 0 0,-1 0 0,1-1 0,-1 1 0,0 0 0,1 0 0,-1 0 0,0 0 0,1 0 0,-1 1 0,0-1 0,1 0 0,-1 0 0,0 0 0,1 0 0,-1 1 0,1-1 0,-1 0 0,0 1 0,0 0 0,-1 0 0,1 1 0,0-1 0,0 0 0,0 0 0,0 1 0,1-1 0,-1 0 0,-1 4 0,0 0 0,0 1 0,1 0 0,-1 0 0,0 9 0,2-7 0,0-1 0,0 0 0,1 0 0,0 0 0,0 0 0,0 0 0,1 0 0,0 0 0,1-1 0,0 1 0,0-1 0,0 1 0,0-1 0,1 0 0,6 7 0,6 6 0,1-1 0,1 0 0,20 15 0,1 1 0,-36-32 0,0 2 0,0-1 0,-1 0 0,1 1 0,0-1 0,-1 1 0,0-1 0,0 1 0,0 0 0,1 6 0,-2-9 0,-1 1 0,0-1 0,1 0 0,-1 1 0,0-1 0,0 1 0,0-1 0,0 0 0,-1 1 0,1-1 0,0 0 0,0 1 0,-1-1 0,1 0 0,-1 1 0,1-1 0,-1 0 0,0 0 0,1 0 0,-1 0 0,0 1 0,0-1 0,0 0 0,0 0 0,0 0 0,0-1 0,0 1 0,0 0 0,0 0 0,0-1 0,-1 1 0,1 0 0,0-1 0,0 1 0,-3 0 0,-12 3 0,0 0 0,0-1 0,-1 0 0,-25 0 0,-26 4 0,51-4-682,-23 0-1,28-3-6143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24.7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90 221 24575,'2'-11'0,"0"1"0,1 0 0,0 0 0,9-18 0,-9 23 0,0 0 0,1 0 0,0 0 0,0 0 0,0 0 0,0 1 0,1 0 0,0 0 0,7-5 0,-7 5 0,1 0 0,0 0 0,0 0 0,0-1 0,10-10 0,-16 14 0,1 0 0,0 0 0,0 0 0,-1 0 0,1 0 0,0 0 0,-1 0 0,1-1 0,-1 1 0,1 0 0,-1 0 0,0 0 0,1-1 0,-1 1 0,0 0 0,0 0 0,0-1 0,0 1 0,0 0 0,0 0 0,-1-1 0,1 1 0,0 0 0,0 0 0,-1-1 0,1 1 0,-1 0 0,1 0 0,-1 0 0,0 0 0,1 0 0,-1 0 0,0 0 0,0 0 0,0 0 0,-1-1 0,-1 0 0,0-1 0,0 1 0,-1 0 0,1 0 0,-1 0 0,0 1 0,0-1 0,1 1 0,-1 0 0,0 0 0,0 0 0,0 1 0,-6-1 0,-6 1 0,0 0 0,-16 2 0,27-2 0,0 1 0,0 0 0,0 0 0,0 0 0,1 0 0,-1 1 0,0 0 0,1 0 0,-1 0 0,-5 4 0,8-4 0,0-1 0,0 1 0,1 0 0,-1 0 0,0 0 0,1 0 0,-1 0 0,1 0 0,0 0 0,0 1 0,0-1 0,0 0 0,0 1 0,0-1 0,1 0 0,-1 1 0,1-1 0,0 1 0,-1-1 0,1 1 0,0 0 0,1 2 0,0 0 0,-1 0 0,2 0 0,-1 0 0,0 0 0,1-1 0,0 1 0,0 0 0,0-1 0,1 1 0,0-1 0,0 0 0,0 0 0,0 0 0,0 0 0,1-1 0,0 1 0,0-1 0,0 0 0,6 4 0,9 4 0,-1-1 0,2-1 0,27 9 0,-20-7 0,67 21 0,-82-29 0,0 0 0,0-1 0,1 0 0,-1-1 0,0-1 0,13 0 0,-23 0-52,-1 0-1,0-1 1,0 1-1,0 0 1,0 0-1,1-1 1,-1 1-1,0-1 1,0 1-1,0-1 1,0 1-1,0-1 1,0 0-1,0 1 1,0-1-1,0 0 1,0 0-1,0 0 1,-1 0-1,1 0 0,0 0 1,0 0-1,-1 0 1,1 0-1,0-1 1,2-7-6774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26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73 24575,'-35'-14'0,"-1"2"0,0 2 0,-67-11 0,99 21 0,0 0 0,1 0 0,-1 0 0,0 1 0,1-1 0,-1 1 0,1 0 0,-1 0 0,1 0 0,-1 0 0,1 1 0,0-1 0,0 1 0,0 0 0,-4 2 0,6-2 0,-1-1 0,1 0 0,0 1 0,-1-1 0,1 0 0,0 1 0,0 0 0,0-1 0,0 1 0,0 0 0,0-1 0,0 1 0,1 0 0,-1 0 0,1 0 0,-1 0 0,1 0 0,0 0 0,0 0 0,-1 0 0,1-1 0,1 1 0,-1 0 0,0 0 0,0 0 0,1 0 0,-1 0 0,2 3 0,1 1 0,0 0 0,1 0 0,-1 0 0,1 0 0,0-1 0,1 0 0,-1 0 0,1 0 0,0 0 0,0-1 0,0 0 0,8 5 0,0-2 0,-1 0 0,1-1 0,0-1 0,26 9 0,-31-12 0,-1-1 0,1 1 0,0-1 0,-1 0 0,1-1 0,0 0 0,9-1 0,-15 1 0,0-1 0,0 1 0,0 0 0,0-1 0,0 0 0,0 1 0,0-1 0,0 0 0,0 0 0,0 0 0,0 0 0,0-1 0,-1 1 0,1 0 0,0-1 0,-1 1 0,1-1 0,-1 0 0,0 1 0,1-1 0,-1 0 0,0 0 0,0 0 0,0 0 0,0 0 0,-1 0 0,1 0 0,0 0 0,0-3 0,0-11 0,-1-1 0,0 1 0,-1-1 0,-1 1 0,-1 0 0,-7-27 0,17 54 0,0 0 0,13 16 0,-14-19 0,6 8 0,1-1 0,1 0 0,30 25 0,-39-35 0,1-1 0,0 0 0,0 0 0,1 0 0,-1-1 0,1 0 0,0 0 0,0 0 0,0-1 0,0 0 0,0-1 0,0 0 0,0 0 0,9 0 0,-14-1 0,0 0 0,0-1 0,0 1 0,-1-1 0,1 1 0,0-1 0,0 1 0,0-1 0,-1 0 0,1 0 0,-1 0 0,1 0 0,0 0 0,-1 0 0,0-1 0,1 1 0,-1 0 0,0-1 0,1 1 0,-1-1 0,0 0 0,0 1 0,0-1 0,-1 0 0,1 1 0,0-1 0,-1 0 0,1 0 0,-1 0 0,1-2 0,1-6 0,-1 0 0,0-1 0,-1 1 0,-1-14 0,1 15 0,-8-77 0,8 86 0,0 0 0,0 0 0,0 0 0,0 0 0,0 0 0,0-1 0,0 1 0,0 0 0,0 0 0,0 0 0,0 0 0,0-1 0,0 1 0,0 0 0,0 0 0,0 0 0,0 0 0,0-1 0,0 1 0,0 0 0,0 0 0,0 0 0,0 0 0,1 0 0,-1 0 0,0-1 0,0 1 0,0 0 0,0 0 0,0 0 0,0 0 0,0 0 0,1 0 0,-1 0 0,0 0 0,0-1 0,6 6 0,8 16 0,-7-11 0,-3-5 0,6 9 0,0-1 0,1-1 0,18 16 0,-25-25 0,0 0 0,0-1 0,0 1 0,0-1 0,0 0 0,1 0 0,5 2 0,-8-3 0,1-1 0,0 1 0,-1-1 0,1 0 0,0 0 0,-1 0 0,1 0 0,0 0 0,-1-1 0,1 1 0,-1-1 0,1 1 0,4-3 0,-4 2 0,-1-1 0,0 0 0,0 1 0,0-1 0,0 0 0,0 0 0,0 0 0,-1-1 0,1 1 0,1-3 0,-1 2 0,-1 1 0,1-1 0,0 0 0,0 1 0,1 0 0,3-4 0,-5 6 0,0-1 0,-1 1 0,1-1 0,0 1 0,0 0 0,0-1 0,0 1 0,0 0 0,0 0 0,0 0 0,0 0 0,0 0 0,0 0 0,0 0 0,0 0 0,0 0 0,0 0 0,0 0 0,0 1 0,0-1 0,-1 0 0,1 1 0,0-1 0,0 1 0,0-1 0,1 1 0,19 15 0,-15-11 0,0 0 0,1 0 0,-1-1 0,1 0 0,9 4 0,-15-8 0,1 1 0,-1-1 0,1 1 0,-1-1 0,1 0 0,0 0 0,-1 1 0,1-1 0,0 0 0,-1 0 0,1-1 0,-1 1 0,1 0 0,0-1 0,-1 1 0,1-1 0,-1 1 0,1-1 0,-1 1 0,1-1 0,-1 0 0,1 0 0,-1 0 0,0 0 0,0 0 0,1 0 0,-1 0 0,0-1 0,0 1 0,1-2 0,13-25 0,-13 24 0,0 0 0,0 0 0,0 0 0,1 0 0,5-7 0,-7 10 0,0-1 0,1 1 0,-1 0 0,0 0 0,1 1 0,-1-1 0,1 0 0,-1 0 0,1 1 0,0-1 0,-1 1 0,1-1 0,0 1 0,-1 0 0,1-1 0,0 1 0,0 0 0,-1 0 0,1 0 0,2 1 0,3 0 0,0 1 0,-1 0 0,1 0 0,-1 0 0,0 1 0,11 5 0,35 27 0,-14-9 0,-28-20-117,-1-1-133,-1 0 1,0 1-1,-1-1 1,9 9-1,-9-6-6576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26.6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1 173 24575,'70'190'0,"-14"-41"0,-53-142 0,-3-13 0,-4-13 0,-7-11 0,-23-43 0,19 44 0,-16-45 0,5-24 0,23 87 0,1 0 0,1-1 0,0 1 0,1-1 0,0 1 0,3-21 0,-2 27 0,1 1 0,-1-1 0,1 1 0,0-1 0,0 1 0,0 0 0,0 0 0,1 0 0,-1 0 0,1 0 0,0 0 0,1 1 0,-1-1 0,0 1 0,1 0 0,0 0 0,0 1 0,0-1 0,0 1 0,0 0 0,0 0 0,1 0 0,-1 0 0,1 1 0,6-2 0,-4 2 0,-1 0 0,1 0 0,0 0 0,0 1 0,-1 0 0,1 1 0,0 0 0,-1 0 0,1 0 0,0 0 0,-1 1 0,1 0 0,-1 1 0,0 0 0,0 0 0,0 0 0,7 5 0,-6-3 0,-1 0 0,0 1 0,0 0 0,0 0 0,-1 0 0,0 0 0,0 1 0,6 13 0,-9-17 0,0 1 0,-1 0 0,0 0 0,0-1 0,0 1 0,0 0 0,0 0 0,-1 1 0,0-1 0,0 0 0,0 0 0,0 0 0,-1 0 0,1 0 0,-1 0 0,0 0 0,0 0 0,-1-1 0,-2 7 0,0-3 9,0 0 1,-1 0-1,0-1 0,0 1 0,-1-1 1,0 0-1,0-1 0,0 1 0,0-1 0,-1-1 1,0 1-1,-10 4 0,-5 2-504,0-2 0,-44 13 0,32-13-6331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27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147 715 24575,'19'-34'0,"-2"0"0,16-45 0,-29 67 0,-1-1 0,0 1 0,-1-1 0,0 1 0,-1-1 0,0 0 0,-1 1 0,0-1 0,-1 0 0,-4-21 0,-8-17 0,-3 1 0,-1 1 0,-3 0 0,-36-65 0,49 102 0,0 0 0,-1 0 0,-1 1 0,1 0 0,-20-19 0,27 30 0,0-1 0,1 0 0,-1 1 0,1-1 0,-1 1 0,0-1 0,0 1 0,1 0 0,-1-1 0,0 1 0,0 0 0,1 0 0,-1-1 0,0 1 0,0 0 0,0 0 0,1 0 0,-1 0 0,0 0 0,0 0 0,0 0 0,1 0 0,-1 0 0,-1 1 0,1-1 0,0 1 0,0 0 0,1-1 0,-1 1 0,0 0 0,0 0 0,1 0 0,-1-1 0,0 1 0,1 0 0,-1 0 0,1 0 0,0 0 0,-1 0 0,0 2 0,0 5 0,-1 0 0,1-1 0,0 15 0,1-20 0,0 27 0,2-1 0,1 1 0,1-1 0,1 1 0,2-1 0,0-1 0,2 0 0,1 0 0,2 0 0,0-1 0,2-1 0,0 0 0,2-1 0,1-1 0,0 0 0,2-2 0,30 28 0,-43-43 0,1-2 0,-1 1 0,1 0 0,0-1 0,0-1 0,1 1 0,-1-1 0,15 4 0,-19-6 0,0 0 0,0-1 0,0 1 0,0-1 0,0 0 0,0 0 0,-1 0 0,1 0 0,0-1 0,0 1 0,0-1 0,0 1 0,-1-1 0,1 0 0,0 0 0,0 0 0,-1-1 0,1 1 0,-1-1 0,1 1 0,-1-1 0,0 0 0,0 0 0,0 0 0,0 0 0,0 0 0,3-5 0,-1 0 0,-1 0 0,0 0 0,0-1 0,0 1 0,-1-1 0,1-11 0,-1 10 0,0 1 0,0-1 0,8-16 0,-10 24 0,0 1 0,0 0 0,0-1 0,0 1 0,0 0 0,1-1 0,-1 1 0,0 0 0,0 0 0,1-1 0,-1 1 0,0 0 0,0 0 0,1-1 0,-1 1 0,0 0 0,0 0 0,1 0 0,-1 0 0,0-1 0,1 1 0,-1 0 0,0 0 0,1 0 0,-1 0 0,0 0 0,1 0 0,-1 0 0,1 0 0,8 7 0,6 17 0,-13-22 0,7 17 0,1-1 0,1 0 0,1-1 0,18 20 0,78 79-1365,-99-106-5461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27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 24575,'5'-2'0,"2"4"0,-1 4 0,-1 3 0,-1 5 0,-5 4 0,-1-1 0,0 1 0,-1-3-8191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28.0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24575,'61'138'0,"53"113"0,-59-161 0,-15-28 0,-40-60-65,1-1 0,-1 0 0,1 0 0,0 0 0,-1 0 0,1 0 0,0 0 0,0 0 0,0 0 0,-1 0 0,1-1 0,0 1 0,0 0 0,1-1 0,-1 1 0,0 0 0,0-1 0,0 1 0,0-1 0,3 1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28.1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344 105 24575,'-19'-15'0,"-12"-5"0,-3 2 0,2 3 0,1 1 0,2 4 0,2 4 0,2 2 0,2 2 0,3 2 0,-1 0 0,2 0 0,1 1 0,3 0-8191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28.5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24575,'2'6'0,"-1"0"0,1 0 0,0 0 0,0 0 0,1 0 0,-1 0 0,1-1 0,1 1 0,6 7 0,-3-2 0,1 2 0,2-1 0,-1 0 0,2-1 0,-1 0 0,2 0 0,-1-1 0,1-1 0,1 0 0,13 8 0,-24-16 0,1 0 0,-1 0 0,1 0 0,-1 0 0,1 0 0,-1 0 0,1-1 0,0 1 0,-1-1 0,1 0 0,0 0 0,-1 0 0,1 0 0,0 0 0,4-2 0,-5 2 0,0-1 0,-1 0 0,1 0 0,-1 0 0,1 0 0,-1 0 0,1 0 0,-1-1 0,0 1 0,0 0 0,0-1 0,1 1 0,-1-1 0,0 1 0,-1-1 0,1 1 0,0-1 0,0 0 0,-1 1 0,1-1 0,-1 0 0,1 1 0,-1-1 0,0-2 0,1-8 0,0 0 0,-1 0 0,-2-13 0,1 16 0,0-1 0,1 1 0,0-1 0,1 1 0,2-12 0,-3 20 0,0 1 0,0-1 0,0 1 0,0-1 0,0 1 0,0-1 0,0 1 0,1 0 0,-1-1 0,0 1 0,0-1 0,0 1 0,1 0 0,-1-1 0,0 1 0,1-1 0,-1 1 0,0 0 0,1-1 0,-1 1 0,0 0 0,1 0 0,-1-1 0,0 1 0,1 0 0,-1 0 0,1 0 0,0-1 0,0 1 0,0 1 0,-1-1 0,1 0 0,0 0 0,-1 1 0,1-1 0,0 0 0,-1 1 0,1-1 0,0 1 0,-1-1 0,1 1 0,-1-1 0,1 1 0,0 0 0,16 24 0,13 35-1365,-23-47-5461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8:29.4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126 404 24575,'-5'-1'0,"-1"0"0,1 0 0,0 1 0,0 0 0,0 0 0,0 0 0,0 1 0,0 0 0,0 0 0,0 0 0,-9 4 0,11-4 0,0 1 0,0-1 0,-1 1 0,2 0 0,-1 0 0,0 1 0,0-1 0,1 1 0,-1-1 0,1 1 0,-1 0 0,1 0 0,0 0 0,0 0 0,1 0 0,-1 0 0,-1 5 0,1 0 0,0-1 0,0 1 0,0-1 0,1 1 0,1 0 0,-1-1 0,1 1 0,2 15 0,-2-20 0,1 0 0,-1 0 0,1 0 0,0-1 0,0 1 0,0 0 0,0 0 0,0-1 0,0 1 0,1 0 0,0-1 0,-1 0 0,1 1 0,0-1 0,0 0 0,0 0 0,0 0 0,1 0 0,-1 0 0,0 0 0,1-1 0,0 1 0,-1-1 0,1 0 0,0 0 0,3 1 0,-5-1 0,0-1 0,0 0 0,1 0 0,-1 0 0,0 0 0,0 0 0,1 0 0,-1 0 0,0 0 0,0 0 0,1-1 0,-1 1 0,0 0 0,0-1 0,0 1 0,1-1 0,-1 0 0,0 1 0,0-1 0,1-1 0,0 0 0,0 0 0,0 0 0,0 0 0,0-1 0,-1 1 0,1-1 0,-1 1 0,3-5 0,-1-3 0,0 1 0,0-1 0,-1 0 0,1-12 0,1-38 0,-7-89 0,3 143 0,-2-29 0,-1 0 0,-2 0 0,-2 0 0,-1 0 0,-1 1 0,-18-41 0,27 74 0,0 0 0,-1 1 0,1-1 0,-1 0 0,1 0 0,-1 0 0,1 1 0,-1-1 0,1 0 0,-1 1 0,0-1 0,1 0 0,-1 1 0,-1-2 0,2 2 0,0 0 0,-1 0 0,1 0 0,0 0 0,0 0 0,-1 0 0,1 0 0,0 0 0,0 0 0,-1 0 0,1 0 0,0 0 0,0 1 0,-1-1 0,1 0 0,0 0 0,0 0 0,-1 0 0,1 0 0,0 0 0,0 1 0,0-1 0,-1 0 0,1 0 0,0 0 0,0 1 0,0-1 0,0 0 0,-1 0 0,1 1 0,-1 1 0,0 1 0,0 0 0,0-1 0,0 1 0,0 0 0,0 0 0,0 3 0,-2 23 0,2-1 0,1 1 0,1-1 0,1 1 0,1-1 0,2 0 0,1 0 0,1 0 0,15 37 0,-14-46 0,1 0 0,1 0 0,0-1 0,2-1 0,23 29 0,-24-34 0,0-1 0,1 0 0,0-1 0,1 0 0,0-1 0,1-1 0,-1 0 0,19 8 0,-29-15 0,1 0 0,0 0 0,-1 0 0,1 0 0,0 0 0,0-1 0,-1 1 0,1-1 0,0 0 0,0-1 0,0 1 0,-1 0 0,8-3 0,-5 1 0,0 0 0,0-1 0,0 0 0,-1 0 0,1 0 0,-1 0 0,9-8 0,-4 1 0,0 0 0,-1 0 0,0-1 0,0 0 0,-1-1 0,12-23 0,-13 20 0,0 0 0,-1 0 0,0-1 0,-1 0 0,-1 0 0,4-31 0,-8 46 0,0-1 0,0 0 0,0 0 0,0 0 0,-1 0 0,1 0 0,0 0 0,-1 1 0,0-1 0,1 0 0,-1 0 0,0 1 0,0-1 0,0 0 0,-2-2 0,2 3 0,1 1 0,0-1 0,-1 1 0,1 0 0,-1-1 0,1 1 0,-1 0 0,1 0 0,-1-1 0,0 1 0,1 0 0,-1 0 0,1 0 0,-1 0 0,1 0 0,-1-1 0,0 1 0,1 0 0,-1 0 0,0 1 0,0-1 0,0 0 0,-1 1 0,1-1 0,0 1 0,0-1 0,0 1 0,0 0 0,0-1 0,0 1 0,0 0 0,0 0 0,1 0 0,-3 1 0,0 3 0,0-1 0,0 1 0,0 0 0,0 0 0,0 0 0,1 0 0,0 0 0,0 0 0,1 1 0,-1-1 0,1 1 0,0-1 0,1 1 0,-1 0 0,1-1 0,0 1 0,1 0 0,-1-1 0,1 1 0,0-1 0,4 10 0,-1-4 0,0 0 0,1 0 0,1 0 0,0-1 0,0 1 0,1-2 0,0 1 0,1-1 0,10 10 0,-4-5-80,1-1 0,0-1-1,1 0 1,1-1 0,0 0-1,0-1 1,1-1 0,0-1-1,0-1 1,1 0 0,0-2 0,1 0-1,-1-1 1,1-1 0,-1 0-1,25-1 1,-32-2-6746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9:19.0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3231 30 24575,'73'-12'0,"1"3"0,105 0 0,-155 9 0,-1 1 0,0 1 0,0 1 0,0 1 0,25 7 0,-48-10 0,1-1 0,0 0 0,0 0 0,0 1 0,0-1 0,0 0 0,0 1 0,0-1 0,0 1 0,0 0 0,-1-1 0,1 1 0,0-1 0,0 1 0,-1 0 0,1 0 0,0-1 0,-1 1 0,1 0 0,-1 0 0,1 0 0,-1 0 0,1 1 0,-1-1 0,0 0 0,-1 0 0,1 0 0,0 0 0,-1 0 0,1 0 0,-1-1 0,1 1 0,-1 0 0,1 0 0,-1 0 0,0-1 0,1 1 0,-1 0 0,0-1 0,1 1 0,-1 0 0,0-1 0,0 1 0,0-1 0,0 1 0,1-1 0,-1 0 0,-2 1 0,-7 3 0,-1 0 0,0 0 0,0-1 0,-17 2 0,-47 2 0,59-6 0,-703 18-652,502-26 652,-76-1 0,119 7 0,-304 3 0,340 4 327,-158-3-2,-109-24-325,-8 20 120,329 6-615,0 4 0,-154 36 0,218-39-6331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9:20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1294 172 24575,'-41'-4'0,"-224"-26"0,66 7 0,91 12 0,-104 6 0,143 5 0,-50 10 0,71-5 0,-1 1 0,10-2 0,-40 1 0,61-5 0,13 1 0,0-1 0,0 0 0,0 0 0,0 0 0,0-1 0,0 1 0,-8-3 0,14 3 0,-1 0 0,0 0 0,0 0 0,0 0 0,0 0 0,0 0 0,0-1 0,0 1 0,1 0 0,-1 0 0,0 0 0,0 0 0,0 0 0,0 0 0,0 0 0,0 0 0,0 0 0,1 0 0,-1 0 0,0 0 0,0-1 0,0 1 0,0 0 0,0 0 0,0 0 0,0 0 0,0 0 0,0 0 0,0-1 0,0 1 0,0 0 0,0 0 0,0 0 0,0 0 0,0 0 0,0 0 0,0-1 0,0 1 0,0 0 0,0 0 0,0 0 0,0 0 0,0 0 0,0 0 0,0 0 0,0-1 0,0 1 0,0 0 0,0 0 0,0 0 0,-1 0 0,1 0 0,0 0 0,0 0 0,0 0 0,0-1 0,0 1 0,0 0 0,0 0 0,0 0 0,-1 0 0,1 0 0,0 0 0,0 0 0,0 0 0,0 0 0,10-3 0,35-1 0,-1 2 0,1 2 0,51 7 0,-39-3 0,407 22 0,129-1 0,-432-20 0,275-2 0,262-46-621,-183-1 1242,-11 20-621,-259 17 0,-7 0 0,-94 6 0,275 3 0,-258 4 0,44 2 0,305 11 0,-274-7 0,-78-5 0,399-1 0,-342-7 0,-113 0 0,108 2 0,-145 8 0,-34-4 0,-91-10 0,-387-32 0,324 30 0,-720-29-621,-34 33 621,464 5 0,-300-11-1403,306-6 1403,-106-2 0,-160 17-688,468 14 174,-268 53 0,426-58-3937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9:21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1794 86 24575,'0'0'0,"1"0"0,0-1 0,-1 1 0,1-1 0,0 1 0,-1 0 0,1-1 0,-1 0 0,1 1 0,-1-1 0,1 1 0,-1-1 0,1 0 0,-1 1 0,0-1 0,1 0 0,-1 1 0,0-1 0,1 0 0,-1 0 0,0 1 0,0-2 0,0 1 0,0 1 0,0-1 0,-1 0 0,1 1 0,0-1 0,-1 0 0,1 1 0,0-1 0,-1 1 0,1-1 0,-1 1 0,1-1 0,-1 1 0,1-1 0,-1 1 0,1-1 0,-1 1 0,0 0 0,0-1 0,-4-1 0,0 0 0,0 0 0,0 0 0,0 1 0,-7-2 0,-48-3 0,1 2 0,-69 5 0,50 1 0,-147-1-638,-593-1-328,508-14 916,299 13 122,3 1 116,0-1 0,0 1 0,0-1 0,1-1 0,-1 0 0,-12-4 0,20 6-183,0 0 0,0 0 0,0 0 0,0 0 0,0 0 0,0 0 0,0 0 0,0 0 0,0 0 1,-1 0-1,1 0 0,0 0 0,0 0 0,0 0 0,0 0 0,0 0 0,0 0 0,0 0 0,0-1 0,0 1 0,0 0 0,0 0 0,0 0 0,0 0 0,0 0 1,0 0-1,0 0 0,0 0 0,0-1 0,0 1 0,0 0 0,0 0 0,0 0 0,0 0 0,0 0 0,0 0 0,0 0 0,0 0 0,0-1 0,0 1 0,0 0 1,0 0-1,0 0 0,0 0 0,0 0 0,6-4 44,7 0-65,11 1 16,-1 2 0,0 0 0,1 2 0,-1 0 0,25 6 0,-13-3 0,395 26-809,-319-25 849,300 3-40,-150-6 0,-241-1 0,24 3 0,-35-1 0,-13-1 0,-17 0 0,-269 2 54,61-3-684,100 2 530,-561 30-941,624-26-4664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9:29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24575,'-8'90'0,"1"-2"0,0 1 0,-1 1 0,10 5 0,-3 74 0,-6-114 0,3-32 0,0 30 0,3-1 0,3 117 0,5-98 0,0 30 0,-1-26 0,1-1 0,-9-46 0,-1 1 0,-10 45 0,4-26 0,4-22 0,1-6 0,1 1 0,-1 27 0,3-30 0,-5 29 0,3-29 0,-1 29 0,5 530 0,-1-563 0,2-1 0,3 17 0,2 20 0,0 17 0,-3-42 0,0 31 0,3 26 0,0-2 0,-8-16 0,2 47 0,6-66 0,-4-29 0,2 27 0,-5-34 0,0 18 0,8 50 0,7 51 0,-1-11 0,-10-90 0,-1-1 0,-2 1 0,-4 52 0,2-72-151,0-1-1,0 1 0,-1-1 0,0 0 1,0 1-1,0-1 0,-1 0 1,-5 8-1,0-2-6674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9:32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11473 88 24575,'-20'-5'0,"-5"-2"0,0 1 0,-1 2 0,-49-4 0,-118 1 0,-120 0 0,195 8 0,-35-9 0,-3 1 0,9 9 0,-163-4 0,211-5 0,-47 0 0,140 7 0,-218-9 0,-91 2 0,196 9 0,-645-2 0,654 7 0,18 0 0,-20 0 0,-23 1 0,8-1 0,-4 1 0,-388-9 0,409 8 0,17 0 0,-49 2 0,67-3 0,4 0 0,-100 3 0,66-8 0,-148-3 0,168-5 0,-32-1 0,73 9 0,-51 8 0,21-3 0,-111-5 0,87-3 0,-1663 2 0,1617-7 0,10 0 0,-120-4 0,243 11 0,-103-5 0,-153 15 0,118-3 0,-5 1 0,-191-1 0,213-9 0,-213 2 0,325 1 0,-30 6 0,-7-1 0,-8 2 0,-11 0 0,-55-1 0,-24 0 0,44 0 0,12 0 0,-1-7 0,-141 9 0,113-3 0,-10 2 0,106-4-682,-37-2-1,57-2-6143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9:45.4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46 24575,'-4'-10'0,"1"1"0,-10-17 0,13 26 0,0 0 0,0 0 0,0 0 0,0 1 0,0-1 0,0 0 0,0 0 0,0 0 0,0 0 0,0 1 0,-1-1 0,1 0 0,0 0 0,0 0 0,0 0 0,0 1 0,0-1 0,0 0 0,0 0 0,0 0 0,-1 0 0,1 0 0,0 0 0,0 1 0,0-1 0,0 0 0,0 0 0,-1 0 0,1 0 0,0 0 0,0 0 0,0 0 0,0 0 0,-1 0 0,1 0 0,0 0 0,0 0 0,0 0 0,-1 0 0,1 0 0,0 0 0,0 0 0,0 0 0,0 0 0,-1 0 0,1 0 0,0 0 0,0 0 0,0 0 0,0 0 0,-1 0 0,1-1 0,0 1 0,0 0 0,0 0 0,0 0 0,0 0 0,0 0 0,-1 0 0,1-1 0,0 1 0,0 0 0,0 0 0,0 0 0,0 0 0,0-1 0,0 1 0,-4 19 0,3-14 0,-5 41 0,-1 62 0,9 50 0,-2-139 0,39 358 0,-31-318 0,30 275 0,-38-319 0,0-1 0,-1 1 0,-4 19 0,3-24 0,0 0 0,1 0 0,0 1 0,0-1 0,1 0 0,1 0 0,0 1 0,3 13 0,-1-10 0,0 1 0,-1-1 0,0 29 0,-2-29 0,1-1 0,0 1 0,1-1 0,7 26 0,-6-28 0,0-4 0,-1 1 0,1-1 0,1 1 0,5 8 0,-26-52 63,9 18-1491,2 4-5398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9:46.1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147 461 24575,'1'-80'0,"-2"-87"0,-2 141 0,-1 0 0,-11-34 0,0-5 0,15 52 0,0 13 0,0 0 0,0-1 0,0 1 0,0 0 0,1 0 0,-1 0 0,0 0 0,0 0 0,0 0 0,0 0 0,0-1 0,1 1 0,-1 0 0,0 0 0,0 0 0,0 0 0,0 0 0,0 0 0,1 0 0,-1 0 0,0 0 0,0 0 0,0 0 0,0 0 0,1 0 0,-1 0 0,0 0 0,0 0 0,0 0 0,0 0 0,1 0 0,-1 0 0,0 0 0,0 1 0,0-1 0,0 0 0,0 0 0,1 0 0,1 2 0,0 0 0,1 0 0,-1 0 0,0 0 0,0 0 0,2 4 0,27 39 0,73 79 0,-87-108 0,-7-7 0,0 0 0,-1 0 0,-1 1 0,0 0 0,0 1 0,9 16 0,-50-63 0,-155-212 0,185 244 0,1 1 0,0 0 0,-1 0 0,0 0 0,-5-5 0,7 8 0,1 0 0,-1-1 0,1 1 0,-1 0 0,0-1 0,1 1 0,-1 0 0,1 0 0,-1 0 0,0-1 0,1 1 0,-1 0 0,0 0 0,1 0 0,-1 0 0,0 0 0,1 0 0,-1 0 0,0 1 0,1-1 0,-1 0 0,0 0 0,1 0 0,-1 1 0,0-1 0,1 0 0,-1 1 0,1-1 0,-1 0 0,1 1 0,-1-1 0,1 1 0,-1-1 0,1 1 0,-1-1 0,1 1 0,0-1 0,-1 1 0,1-1 0,0 1 0,-1 0 0,1 0 0,-8 14 21,2-1-1,-1 1 0,-5 25 1,9-28-202,-1 0 0,0 0 0,-1 0 0,0-1 0,0 1 1,-2-1-1,-7 11 0,6-13-6645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9:49.0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139 132 24575,'-20'-18'0,"1"-2"0,1 0 0,-31-45 0,49 65 0,0-1 0,0 0 0,-1 1 0,1-1 0,-1 1 0,1-1 0,-1 1 0,1-1 0,-1 1 0,1-1 0,-1 1 0,1 0 0,-1-1 0,1 1 0,-1 0 0,0-1 0,1 1 0,-1 0 0,-1 0 0,2 0 0,0 0 0,-1 0 0,1 0 0,-1 0 0,1 0 0,0 1 0,-1-1 0,1 0 0,0 0 0,-1 1 0,1-1 0,0 0 0,-1 0 0,1 1 0,0-1 0,0 0 0,-1 1 0,1-1 0,0 0 0,0 1 0,0-1 0,-1 1 0,0 4 0,0-1 0,0 0 0,0 0 0,0 7 0,-6 71 0,5 121 0,63 326-478,-18-195 238,-23-23 958,-23-287-718,3-23 0,0-3 0,3-9 0,5-16-1365,-5 14-5461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9:49.5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184 326 24575,'-20'-74'0,"6"24"0,-9-59 0,22 104 0,1 0 0,-1 0 0,1 0 0,0-1 0,2-7 0,-2 12 0,0 1 0,0-1 0,0 0 0,0 1 0,1-1 0,-1 0 0,0 0 0,1 1 0,-1-1 0,0 1 0,1-1 0,-1 0 0,1 1 0,-1-1 0,1 1 0,-1-1 0,1 1 0,-1-1 0,1 1 0,-1 0 0,1-1 0,0 1 0,-1-1 0,1 1 0,0 0 0,-1 0 0,1 0 0,0-1 0,0 1 0,-1 0 0,1 0 0,0 0 0,-1 0 0,1 0 0,0 0 0,0 0 0,-1 0 0,1 0 0,0 1 0,-1-1 0,1 0 0,0 0 0,0 1 0,-1-1 0,1 0 0,-1 1 0,1-1 0,0 1 0,9 5 0,-1 1 0,0 0 0,0 0 0,-1 1 0,0-1 0,0 2 0,11 16 0,-2-5 0,-10-11 0,11 12 0,0-2 0,21 20 0,-46-53 0,-106-121 0,107 127 0,0-1 0,0 1 0,0 0 0,-1 0 0,0 0 0,0 1 0,-15-11 0,21 17 0,0 1 0,0-1 0,0 1 0,0 0 0,-1-1 0,1 1 0,0 0 0,0 0 0,0 0 0,0 0 0,0 0 0,0 0 0,0 0 0,0 0 0,0 0 0,0 0 0,0 1 0,0-1 0,0 0 0,0 1 0,0-1 0,0 1 0,0-1 0,0 1 0,0-1 0,0 1 0,0 0 0,0 0 0,1-1 0,-1 1 0,0 0 0,1 0 0,-1 0 0,0 0 0,1-1 0,-1 1 0,0 2 0,-2 4 0,-1 0 0,1 0 0,-4 14 0,-4 25-98,6-23 207,-13 35 1,15-51-259,0-1 1,0 1-1,0-1 1,-1 0-1,0 0 0,0 0 1,-1-1-1,0 1 1,-8 6-1,1-3-6677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9:55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574 270 24575,'19'5'0,"-5"-2"0,-26-8 0,-284-119 0,164 58 0,24 12 0,90 46 0,8 4 0,0-1 0,-10-6 0,103 49 0,-63-29 0,81 37 0,59 24 0,50 12 0,-209-81 0,0-1 0,0 1 0,1-1 0,-1 1 0,0-1 0,0 1 0,0 0 0,0 0 0,0 0 0,0-1 0,0 1 0,0 0 0,-1 0 0,1 0 0,0 1 0,-1-1 0,1 0 0,0 0 0,0 1 0,-1-1 0,0 0 0,-1 0 0,1 0 0,0 0 0,0 0 0,0 0 0,-1-1 0,1 1 0,0 0 0,-1 0 0,1 0 0,-1 0 0,1-1 0,-1 1 0,1 0 0,-1-1 0,0 1 0,1 0 0,-1-1 0,0 1 0,1-1 0,-1 1 0,0-1 0,0 1 0,0-1 0,1 1 0,-2-1 0,-20 10 0,-1-1 0,1-1 0,-28 6 0,20-6 0,-31 13 0,41-13-341,0-2 0,0-1-1,-34 6 1,41-10-6485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9:56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0 437 24575,'0'0'0,"1"1"0,-1 0 0,0-1 0,0 1 0,1-1 0,-1 1 0,1 0 0,-1-1 0,0 1 0,1-1 0,-1 1 0,1-1 0,-1 1 0,1-1 0,0 0 0,-1 1 0,1-1 0,-1 0 0,1 1 0,0-1 0,-1 0 0,1 0 0,0 1 0,-1-1 0,1 0 0,0 0 0,0 0 0,23 3 0,-21-3 0,111 14 0,-72-7 0,56 2 0,-74-8 0,-10-1 0,-1 1 0,27-4 0,-40 3 0,0 0 0,0 0 0,0 0 0,1 0 0,-1 0 0,0 0 0,0-1 0,0 1 0,0 0 0,1 0 0,-1 0 0,0 0 0,0 0 0,0 0 0,0 0 0,1 0 0,-1-1 0,0 1 0,0 0 0,0 0 0,0 0 0,0 0 0,0-1 0,1 1 0,-1 0 0,0 0 0,0 0 0,0 0 0,0-1 0,0 1 0,0 0 0,0 0 0,0 0 0,0-1 0,0 1 0,0 0 0,0 0 0,-4-9 0,-10-7 0,-6-2 0,-26-18 0,30 24 0,1 0 0,0 0 0,1-2 0,-15-17 0,25 26 0,0-2 0,0 1 0,1 0 0,-1-1 0,2 0 0,-1 1 0,1-1 0,0 0 0,0 0 0,-1-15 0,2 12 0,1 0 0,0 0 0,1 0 0,0 0 0,0 0 0,1 1 0,6-19 0,-5 19 0,1 1 0,0-1 0,0 1 0,1 0 0,0 0 0,0 1 0,1-1 0,9-9 0,-10 12 0,0 1 0,0-1 0,1 1 0,-1 1 0,1-1 0,0 1 0,0 0 0,0 0 0,0 1 0,1-1 0,-1 2 0,9-3 0,1 2 0,0 0 0,0 1 0,0 1 0,0 1 0,0 0 0,0 1 0,-1 0 0,31 10 0,-35-9 0,0 2 0,-1-1 0,1 1 0,-1 1 0,0 0 0,0 1 0,-1 0 0,0 0 0,0 1 0,-1 0 0,0 0 0,14 19 0,-17-20 0,-1 1 0,1 0 0,-1 0 0,-1 0 0,1 0 0,-2 0 0,1 1 0,-1-1 0,0 1 0,-1 0 0,0 0 0,0 0 0,-1 14 0,0-14 0,0-1 0,-1 1 0,1 0 0,-2-1 0,1 1 0,-1 0 0,-1-1 0,0 0 0,0 0 0,0 0 0,-1 0 0,0 0 0,-8 10 0,-28 40 0,40-58 0,-1 1 0,1-1 0,-1 1 0,1 0 0,-1-1 0,1 1 0,0-1 0,-1 1 0,1 0 0,0 0 0,0-1 0,-1 1 0,1 0 0,0-1 0,0 1 0,0 0 0,0 0 0,0-1 0,0 1 0,0 0 0,0 0 0,0-1 0,0 1 0,0 0 0,1-1 0,-1 1 0,0 0 0,0-1 0,1 1 0,-1 0 0,1-1 0,-1 1 0,0 0 0,1-1 0,-1 1 0,1-1 0,-1 1 0,1-1 0,0 1 0,-1-1 0,1 1 0,-1-1 0,1 0 0,0 1 0,-1-1 0,1 0 0,0 0 0,0 1 0,-1-1 0,1 0 0,1 0 0,6 2 0,0-1 0,0-1 0,0 1 0,8-1 0,-4 0 0,61 6 0,32 1 0,-77-5-1365,-18 1-5461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9:57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23 24575,'4'-3'0,"-1"1"0,1-1 0,0 1 0,0 0 0,1 0 0,-1 0 0,0 1 0,1-1 0,-1 1 0,1 0 0,-1 1 0,1-1 0,-1 1 0,1 0 0,0 0 0,-1 0 0,1 0 0,-1 1 0,1 0 0,-1 0 0,1 0 0,-1 0 0,0 1 0,1 0 0,-1 0 0,0 0 0,0 0 0,6 6 0,4 3 0,-1 2 0,0-1 0,0 2 0,-2-1 0,16 25 0,-22-30 0,0 0 0,0 1 0,-1 0 0,0 0 0,0 1 0,-1-1 0,0 1 0,-1-1 0,0 1 0,-1 0 0,1 17 0,-3-24 0,1 0 0,0 0 0,-1 0 0,0 0 0,0 0 0,0 0 0,0 0 0,0 0 0,0-1 0,-1 1 0,1 0 0,-1-1 0,0 1 0,-2 2 0,0-1 0,0-1 0,-1 1 0,1 0 0,-1-1 0,1 0 0,-1 0 0,-6 2 0,-3 1 0,1-1 0,-1-1 0,0 0 0,0-1 0,-18 1 0,9-2 0,-1-1 0,1-1 0,0-2 0,-1 0 0,-34-8 0,42 6 0,0 0 0,0-1 0,0-1 0,1-1 0,0 0 0,0-1 0,0-1 0,-18-15 0,29 22 0,0-1 0,1-1 0,0 1 0,0 0 0,0-1 0,0 1 0,0-1 0,1 0 0,0 0 0,-1 0 0,2 0 0,-1-1 0,-1-4 0,2 5 0,1 1 0,-1-1 0,1 1 0,0 0 0,1-1 0,-1 1 0,0-1 0,1 1 0,0-1 0,0 1 0,0 0 0,0 0 0,0-1 0,1 1 0,-1 0 0,1 0 0,0 0 0,3-3 0,4-6 17,1 1 0,0 0 1,1 0-1,0 1 0,1 1 0,18-13 0,-21 17-166,0-1 1,1 1-1,-1 1 1,1 0-1,0 0 1,0 1-1,1 1 1,-1-1-1,21-1 1,-18 4-6678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9:42.8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45 24575,'3'-16'0,"-2"12"0,0-1 0,0 1 0,0 0 0,3-8 0,0 34 0,-11 63 0,0 42 0,25 141-304,23-2-94,4-34 398,21 136 0,-49-241 585,-18-116-475,-2-13-92,-4-17-29,3 3-1354,-1 1-5461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9:43.5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345 360 24575,'0'0'0,"0"1"0,0-1 0,0 1 0,0 0 0,0-1 0,0 1 0,0-1 0,0 1 0,0-1 0,0 1 0,0-1 0,-1 1 0,1-1 0,0 1 0,0-1 0,-1 1 0,1-1 0,0 1 0,-1-1 0,1 1 0,-1-1 0,1 1 0,0-1 0,-1 0 0,1 1 0,-1-1 0,0 1 0,0-1 0,0 0 0,-1 0 0,1 0 0,0 0 0,0 1 0,-1-2 0,1 1 0,0 0 0,0 0 0,0 0 0,-1 0 0,0-1 0,-4-2 0,0 1 0,0-1 0,-10-6 0,-6-8 0,1-1 0,1 0 0,1-2 0,-27-33 0,34 37 0,1 0 0,0 0 0,-11-24 0,-19-55 0,23 51 0,18 43 0,0 1 0,0 0 0,0 0 0,0 0 0,0 0 0,0 0 0,0 0 0,0 0 0,0 0 0,0 0 0,0 0 0,0 0 0,-1 0 0,1 0 0,0-1 0,0 1 0,0 0 0,0 0 0,0 0 0,0 0 0,0 0 0,0 0 0,0 0 0,0 0 0,0 0 0,0 0 0,0 0 0,0 0 0,0 0 0,-1 0 0,1 0 0,0 0 0,0 0 0,0 0 0,0 0 0,0 0 0,0 0 0,0 0 0,0 0 0,0 0 0,0 0 0,0 0 0,0 0 0,-1 0 0,1 0 0,0 0 0,0 0 0,0 0 0,0 0 0,0 0 0,0 0 0,0 0 0,0 0 0,0 0 0,0 1 0,0-1 0,0 0 0,0 0 0,0 0 0,0 0 0,0 0 0,-4 7 0,-1 10 0,-4 41 0,-1 104 0,9-151 12,0-1-1,-4 19 1,1-8-1412,2-8-5426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9:43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24575,'-8'104'0,"4"1"0,4 0 0,5 0 0,25 134 0,25 33 0,7 46 0,-54-274-97,4 38 315,-12-72-466,1 0 0,-1 0 1,-1 0-1,0 0 1,-4 19-1,2-18-6578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9:40.4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 24575,'7'-8'0,"-7"8"0,0 0 0,0 0 0,0 0 0,1 0 0,-1 0 0,0 0 0,0 0 0,0 0 0,0 0 0,1 1 0,-1-1 0,0 0 0,0 0 0,0 0 0,0 0 0,0 0 0,1 0 0,-1 0 0,0 1 0,0-1 0,0 0 0,0 0 0,0 0 0,0 0 0,0 1 0,0-1 0,0 0 0,0 0 0,0 0 0,1 0 0,-1 1 0,1 19 0,-7 37 17,3-1 0,7 91-1,32 110-636,1-67 594,29 170-173,-52-258 559,1 161 0,-15-251-320,0 16-5,0-27-35,0 0 0,0 1 0,0-1 0,-1 0 0,1 1 0,0-1 0,-1 0 0,1 1 0,-1-1 0,1 0 0,-1 0 0,0 1 0,1-1 0,-2 1 0,2-2 0,-1 0 0,1 0 0,0 0 0,0 0 0,0 0 0,-1 0 0,1 0 0,0 0 0,0 0 0,-1 0 0,1 0 0,0-1 0,0 1 0,0 0 0,-1 0 0,1 0 0,0 0 0,0 0 0,0-1 0,0 1 0,0 0 0,-1 0 0,1 0 0,0-1 0,0 1 0,0 0 0,0 0 0,0 0 0,0-1 0,0 1 0,0 0 0,0 0 0,-1-1 0,1 1 0,-4-11 0,4 10 0,-10-41 117,5 16-1599,1 9-5344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9:41.0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37 24575,'-2'-4'0,"-1"0"0,1 0 0,-1 0 0,1 0 0,-7-5 0,8 8 0,1 0 0,-1 1 0,1-1 0,-1 1 0,1-1 0,-1 1 0,1-1 0,-1 1 0,0 0 0,1-1 0,-1 1 0,0 0 0,0-1 0,1 1 0,-1 0 0,0 0 0,0 0 0,1 0 0,-1 0 0,0 0 0,0 0 0,1 0 0,-1 0 0,0 0 0,0 0 0,1 0 0,-1 0 0,0 0 0,0 1 0,1-1 0,-1 0 0,0 1 0,1-1 0,-1 1 0,0-1 0,1 0 0,-1 1 0,1-1 0,-1 1 0,1 0 0,-1-1 0,1 1 0,-2 1 0,-1 3 0,0 1 0,0 0 0,0 0 0,1 0 0,0 0 0,0 1 0,-1 7 0,-6 48 0,9-55 0,-6 73-68,4 1 1,12 122-1,41 161-265,-17-139 243,-23-141 403,1 142 0,-11-225-313,-1-1 0,0 1 0,0-1 0,0 0 0,0 1 0,0-1 0,0 1 0,0-1 0,0 1 0,0-1 0,0 1 0,-1-1 0,1 0 0,0 1 0,0-1 0,0 1 0,0-1 0,-1 0 0,1 1 0,0-1 0,0 1 0,-1-1 0,-5-6 0,-3-18 0,-15-81-1365,18 81-5461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9:41.5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505 790 24575,'-7'-36'0,"-3"-1"0,-1 1 0,-1 0 0,-2 1 0,-2 1 0,-29-50 0,15 30 0,-24-62 0,31 64 0,-44-75 0,41 81 0,18 31 0,0 0 0,0 1 0,-2 1 0,-11-15 0,20 27 0,0 0 0,0 1 0,1-1 0,-1 0 0,0 0 0,0 0 0,0 1 0,0-1 0,0 0 0,0 1 0,0-1 0,0 1 0,0 0 0,0-1 0,0 1 0,0 0 0,0-1 0,-1 1 0,1 0 0,-1 0 0,1 0 0,0 1 0,0-1 0,0 0 0,0 1 0,1-1 0,-1 1 0,0-1 0,0 1 0,0-1 0,1 1 0,-1 0 0,0 0 0,1-1 0,-1 1 0,1 0 0,-1 0 0,1-1 0,-2 3 0,-1 4 0,1 1 0,-1-1 0,1 1 0,-1 12 0,1-14 0,-22 174 0,13-88 0,9-76-115,0 4 240,-6 23-1,6-37-311,0 0-1,0 1 1,-1-1-1,1 0 1,-1 0 0,-1-1-1,-5 9 1,1-3-6639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9:47.5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32 110 24575,'1'-36'0,"0"19"0,-1-1 0,-3-20 0,3 38 0,0 0 0,0 0 0,0 0 0,0 0 0,0 0 0,0 0 0,0 0 0,0 0 0,0 0 0,0 1 0,0-1 0,-1 0 0,1 0 0,0 0 0,0 0 0,0 0 0,0 0 0,0 0 0,0 0 0,0 0 0,0 0 0,-1 0 0,1 0 0,0 0 0,0 0 0,0 0 0,0 0 0,0 0 0,0 0 0,0 0 0,-1 0 0,1 0 0,0 0 0,0 0 0,0 0 0,0 0 0,0 0 0,0 0 0,0 0 0,0-1 0,0 1 0,-1 0 0,1 0 0,0 0 0,0 0 0,0 0 0,0 0 0,0 0 0,0 0 0,-4 12 0,-4 53 0,-1 73 0,9-126 0,-5 209-222,10 0-1,37 249 0,-27-378 188,-4-23 378,6 140 0,-19-195-327,-2-19-13,-3-22-5,-34-315-1363,38 312-5461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5:59:47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143 224 24575,'-37'-66'0,"-34"-66"0,70 131 0,1-1 0,-1 1 0,1 0 0,-1-1 0,1 1 0,0-1 0,-1 1 0,1-1 0,0 1 0,0-1 0,0 1 0,0-1 0,0-1 0,1 3 0,-1 0 0,0-1 0,0 1 0,0 0 0,0 0 0,0 0 0,0-1 0,0 1 0,0 0 0,1 0 0,-1 0 0,0 0 0,0 0 0,0 0 0,0-1 0,1 1 0,-1 0 0,0 0 0,0 0 0,0 0 0,1 0 0,-1 0 0,0 0 0,0 0 0,0 0 0,1 0 0,-1 0 0,0 0 0,0 0 0,0 0 0,1 0 0,-1 0 0,12 7 0,24 27 0,55 69 0,-24-26 0,-20-23 0,-102-136 0,38 54 0,-1 0 0,-40-45 0,56 71 0,0 0 0,0-1 0,-1 1 0,1 0 0,-1 1 0,1-1 0,-1 0 0,0 1 0,0-1 0,0 1 0,-6-2 0,7 3 0,0 0 0,0 0 0,-1 0 0,1 0 0,0 0 0,0 0 0,-1 1 0,1-1 0,0 1 0,0-1 0,0 1 0,0 0 0,0 0 0,0 0 0,0 0 0,0 0 0,-2 2 0,-31 28 42,19-16-1449,3-3-5419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0:04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24575,'0'-1'0,"0"-1"0,1 1 0,-1-1 0,0 1 0,1 0 0,0-1 0,-1 1 0,1 0 0,0-1 0,0 1 0,-1 0 0,1 0 0,0 0 0,0 0 0,0 0 0,2-2 0,21-14 0,-19 14 0,-1 1 0,1-1 0,-1 1 0,1 0 0,0 0 0,0 1 0,0 0 0,0-1 0,0 2 0,0-1 0,0 0 0,0 1 0,1 0 0,-1 0 0,0 1 0,0 0 0,6 1 0,-9-2 0,0 1 0,0-1 0,0 1 0,0 0 0,0 0 0,0 0 0,0 0 0,0 0 0,0 0 0,0 1 0,-1-1 0,1 1 0,0-1 0,-1 1 0,0 0 0,1-1 0,-1 1 0,0 0 0,0 0 0,0 0 0,0 0 0,0 0 0,0 0 0,0 0 0,-1 0 0,1 0 0,-1 0 0,0 1 0,1-1 0,-1 0 0,0 0 0,0 0 0,-1 1 0,1-1 0,0 0 0,-1 0 0,1 0 0,-1 0 0,-1 3 0,-2 7 0,-2 0 0,1 0 0,-1 0 0,-1-1 0,-13 17 0,9-12 0,-15 27 0,26-42 0,-1 0 0,0 1 0,1-1 0,-1 1 0,1-1 0,-1 0 0,1 1 0,-1-1 0,1 1 0,0 0 0,0-1 0,0 1 0,0-1 0,0 1 0,0-1 0,1 1 0,-1-1 0,0 1 0,1-1 0,0 2 0,0-2 0,-1 0 0,1 0 0,0 0 0,0 0 0,0 0 0,0-1 0,0 1 0,0 0 0,0-1 0,0 1 0,1-1 0,-1 1 0,0-1 0,0 0 0,0 1 0,1-1 0,-1 0 0,0 0 0,0 0 0,0 0 0,1 0 0,-1 0 0,0 0 0,0 0 0,3-1 0,95-22 0,-64 14 0,8 0-1365,-31 7-5461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0:05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24575,'1'4'0,"0"0"0,0 0 0,0 0 0,0 0 0,1 0 0,0 0 0,0-1 0,0 1 0,3 4 0,5 8 0,4 9 0,2-1 0,1-1 0,0 0 0,40 38 0,-49-54-1365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0:05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24575,'5'17'0,"1"8"0,3 1 0,-1-3 0,2-3 0,-2-1 0,0-5 0,-1-2 0,1-3 0,-1-1 0,1-1 0,1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0:05.8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275 21 24575,'-27'-5'0,"-11"-1"0,-5 0 0,4 3 0,5 3 0,3 3 0,6 2 0,3-1 0,6 0-8191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0:06.3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584 45 24575,'-56'-13'0,"-1"1"0,0 4 0,-113-3 0,117 11-455,0 3 0,-65 10 0,99-8-6371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0:06.8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24575,'-1'13'0,"1"0"0,1 0 0,1 0 0,-1-1 0,2 1 0,0 0 0,0-1 0,1 0 0,1 0 0,11 22 0,17 36-1365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0:07.0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358 21 24575,'-24'-5'0,"-14"-2"0,-2 1 0,3 3 0,3 3 0,5 1 0,4 0 0,3 3 0,1 0 0,3 0 0,-1-1 0,0 2 0,2-1 0,2 0-8191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0:07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159 0 24575,'-1'1'0,"-21"16"0,0 1 0,2 1 0,-34 39 0,49-52 0,1 0 0,0 0 0,0 1 0,0-1 0,1 1 0,0 0 0,0 0 0,1 0 0,0 1 0,0-1 0,1 0 0,0 1 0,0-1 0,0 1 0,1-1 0,0 1 0,1-1 0,0 1 0,2 10 0,1-5 14,1-1-1,0 0 0,0 0 0,1-1 1,1 0-1,0 0 0,0 0 1,17 17-1,-11-14-310,2 0 0,0-1 0,1 0 0,33 20 0,-33-24-6529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0:08.0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24575,'19'16'0,"-1"2"0,-1 0 0,0 1 0,-2 0 0,23 37 0,-30-42 0,-1 0 0,0 1 0,-1 0 0,0 0 0,-2 0 0,0 1 0,0-1 0,-2 1 0,2 32 0,-4-38 17,0 0 0,-1 1 1,0-1-1,-1 0 0,0 0 0,-4 12 0,3-15-182,0 0 0,-1 0 0,1 0 0,-2 0 0,1-1 0,-1 1 0,0-1 0,-9 9 0,1-3-6661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0:09.0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68 24575,'13'-12'0,"24"-19"0,-33 28 0,0 0 0,0 0 0,0 1 0,0 0 0,1 0 0,-1 0 0,1 0 0,-1 1 0,1-1 0,0 1 0,6 0 0,-9 1 0,0 0 0,-1 0 0,1 0 0,-1 1 0,1-1 0,-1 0 0,1 1 0,-1 0 0,1-1 0,-1 1 0,0 0 0,1-1 0,-1 1 0,0 0 0,0 0 0,1 0 0,-1 0 0,0 1 0,0-1 0,0 0 0,0 0 0,-1 1 0,1-1 0,0 0 0,0 1 0,-1-1 0,1 1 0,-1-1 0,1 0 0,-1 1 0,0 0 0,1-1 0,-1 1 0,0 1 0,1 4 0,-1-1 0,0 1 0,0-1 0,-1 0 0,0 1 0,0-1 0,-2 7 0,-3 3 0,0 0 0,-1 0 0,-16 23 0,8-13 0,14-25 0,1 1 0,-1-1 0,0 0 0,1 0 0,-1 1 0,1-1 0,0 0 0,-1 1 0,1-1 0,0 0 0,0 1 0,-1-1 0,1 0 0,0 1 0,1-1 0,-1 1 0,0-1 0,0 0 0,1 1 0,-1-1 0,1 3 0,1-2 0,-1-1 0,0 1 0,0 0 0,1-1 0,-1 0 0,1 1 0,0-1 0,-1 0 0,1 0 0,0 1 0,0-1 0,-1-1 0,4 2 0,3 1 0,1 0 0,-1-1 0,1 0 0,0-1 0,16 1 0,-19-2-124,1 0 0,0 0 0,-1-1 0,1 0 0,0 0 0,-1 0-1,0-1 1,1 0 0,-1-1 0,11-4 0,-8 2-6702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0:09.2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24575,'3'15'0,"0"7"0,3 2 0,-1 0 0,3-2 0,1-2 0,0-2 0,0-4 0,2-3 0,1 1 0,1-1 0,0-1 0,-1-3-8191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0:09.6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24575,'17'27'0,"6"11"0,-1 2 0,-2-3 0,-5-6 0,-4-6 0,-2-7 0,-2-3 0,-3-3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0:09.8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12 24575,'-27'-2'0,"-11"-2"0,-4 1 0,2 1 0,6 2 0,4 5 0,4 1 0,7 2 0,6-1-8191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0:10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446 15 24575,'-30'-2'0,"-11"-2"0,-5 1 0,1 1 0,4 0 0,3 1 0,4 0 0,2 1 0,4 3 0,3 0 0,-1 3 0,3-1 0,3 0 0,4-1-8191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0:10.6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24575,'0'9'0,"0"7"0,0 2 0,0 1 0,0-1 0,2 0 0,1-1 0,1-2 0,0 0 0,2 0 0,0-1 0,1 1 0,0-3 0,0-2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0:10.8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290 1 24575,'-32'0'0,"-13"0"0,-4 0 0,5 0 0,4 0 0,6 0 0,7 2 0,8 1-8191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0:11.2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81 0 24575,'-17'30'0,"-6"14"0,4 5 0,4-1 0,8-4 0,8-5 0,5-3 0,8-6 0,3-3 0,1-2 0,3-1 0,0-4 0,-1-2 0,-2-1 0,-1-5 0,-3-3-8191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0:11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24575,'19'32'0,"7"18"0,2 5 0,-2 1 0,-6-4 0,-5-7 0,-6-5 0,-5-5 0,-2-3 0,-2-3 0,-3-3 0,-4-2 0,-1-2 0,-1-2 0,1-5-8191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0:18.2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104 534 24575,'34'-2'0,"51"-8"0,-35 6 0,-50 4 0,0 0 0,0 0 0,0 0 0,0 0 0,0 0 0,0 0 0,0 0 0,0 0 0,1 0 0,-1 0 0,0 0 0,0 0 0,0 0 0,0 0 0,0 0 0,0 0 0,0 0 0,0 0 0,0 0 0,0 0 0,0 0 0,0 0 0,0 0 0,0 0 0,0 0 0,0 0 0,0 0 0,1 0 0,-1 0 0,0 0 0,0 0 0,0 0 0,0 0 0,0-1 0,0 1 0,0 0 0,0 0 0,0 0 0,0 0 0,0 0 0,0 0 0,0 0 0,0 0 0,0 0 0,0 0 0,0 0 0,0 0 0,0 0 0,0 0 0,0 0 0,0-1 0,0 1 0,0 0 0,0 0 0,0 0 0,0 0 0,0 0 0,0 0 0,0 0 0,0 0 0,0 0 0,0 0 0,-1 0 0,1 0 0,0 0 0,0 0 0,0 0 0,-6-4 0,-9-1 0,-1 1 0,0-2 0,1 1 0,0-2 0,0 0 0,1-1 0,0 0 0,0-1 0,-12-11 0,16 11 0,0 0 0,0-1 0,1 1 0,0-2 0,1 1 0,0-1 0,1-1 0,0 1 0,1-1 0,-6-16 0,9 19 0,1 0 0,0 0 0,0 0 0,1-1 0,0 1 0,1 0 0,0-1 0,1 1 0,-1-1 0,2 1 0,-1 0 0,4-10 0,-2 8 0,1 1 0,0 0 0,1 0 0,0 0 0,0 1 0,1 0 0,0 0 0,1 0 0,0 1 0,9-9 0,-9 11 0,0 0 0,0 1 0,1 0 0,0 0 0,0 1 0,0 0 0,1 1 0,14-5 0,-8 4 0,0 1 0,0 1 0,0 0 0,22 0 0,-30 3 0,0-1 0,0 1 0,0 0 0,-1 1 0,1 0 0,-1 0 0,1 0 0,-1 1 0,0 0 0,0 0 0,0 0 0,0 1 0,0 0 0,7 7 0,-6-5 0,-1 1 0,1 0 0,-2 0 0,1 1 0,-1-1 0,0 1 0,0 0 0,-1 1 0,0-1 0,3 10 0,-4-6 0,0-1 0,0 1 0,-1 0 0,-1 0 0,0 0 0,-1 0 0,0 0 0,0 0 0,-2 0 0,1-1 0,-2 1 0,1 0 0,-8 17 0,2-8 0,-12 19 0,2-6 0,18-33 0,-1 0 0,1-1 0,-1 1 0,1 0 0,0 0 0,-1 0 0,1 0 0,0-1 0,-1 1 0,1 0 0,0 0 0,0 0 0,0 0 0,0 0 0,0 0 0,0 0 0,0-1 0,0 1 0,0 0 0,0 0 0,1 0 0,-1 0 0,0 0 0,0 0 0,1-1 0,-1 1 0,1 0 0,-1 0 0,1-1 0,-1 1 0,1 0 0,-1 0 0,1-1 0,0 1 0,-1-1 0,1 1 0,0 0 0,0-1 0,-1 0 0,1 1 0,0-1 0,0 1 0,0-1 0,-1 0 0,1 0 0,0 1 0,1-1 0,6 1 0,0 0 0,-1 0 0,1-1 0,13-1 0,-11 0 0,204 0 0,-214 1 1,0 0 0,0 0 0,0 0-1,0 0 1,0 0 0,0 0 0,0 0 0,0 1-1,0-1 1,0 0 0,0 0 0,0 0 0,0 0-1,0 0 1,0 0 0,0 0 0,0 0-1,0 0 1,0 0 0,0 0 0,0 0 0,0 1-1,0-1 1,0 0 0,0 0 0,0 0 0,0 0-1,0 0 1,0 0 0,0 0 0,0 0 0,0 0-1,0 0 1,0 0 0,0 0 0,0 0 0,0 0-1,1 0 1,-1 0 0,0 1 0,0-1-1,0 0 1,0 0 0,0 0 0,0 0 0,0 0-1,0 0 1,0 0 0,0 0 0,0 0 0,1 0-1,-1 0 1,0 0 0,0 0 0,0 0 0,0 0-1,0 0 1,0 0 0,0 0 0,0-1 0,0 1-1,0 0 1,-4 4-1416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0:18.7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34 24575,'-2'-2'0,"-10"-5"0,-24-11 0,34 17 0,-1 0 0,0 0 0,0 0 0,0 0 0,0 0 0,0 1 0,0 0 0,-1-1 0,1 1 0,0 0 0,0 0 0,0 1 0,0-1 0,-5 2 0,6-1 0,1-1 0,0 1 0,-1 0 0,1 0 0,0 0 0,0 0 0,0 1 0,0-1 0,0 0 0,0 0 0,0 1 0,0-1 0,0 0 0,1 1 0,-1-1 0,0 1 0,1-1 0,-1 1 0,1-1 0,0 1 0,0-1 0,-1 1 0,1-1 0,0 1 0,0-1 0,0 1 0,1 0 0,-1 1 0,1 3 0,0 0 0,0 0 0,1 0 0,-1 0 0,1-1 0,4 7 0,1 0 0,1 0 0,0 0 0,1-1 0,0-1 0,1 0 0,15 13 0,-11-11 0,-1 2 0,19 22 0,-31-35 0,0 0 0,-1-1 0,1 1 0,0 0 0,-1 0 0,1 0 0,-1 0 0,1 0 0,-1 0 0,1 0 0,-1 0 0,0 0 0,1 0 0,-1 0 0,0 0 0,0 0 0,0 0 0,0 0 0,0 0 0,0 0 0,0 0 0,0 0 0,0 0 0,0 0 0,-1 0 0,1 0 0,0 0 0,-1 0 0,1 0 0,-1 0 0,1-1 0,-1 1 0,1 0 0,-1 0 0,0 0 0,1 0 0,-1-1 0,0 1 0,0 0 0,1-1 0,-1 1 0,0-1 0,0 1 0,0-1 0,0 1 0,0-1 0,-1 1 0,-4 1 0,-1 0 0,1 0 0,-1 0 0,1-1 0,-1 0 0,-7 0 0,-123-1 75,69-1-1515,50 1-5386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0:20.1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0 421 24575,'276'0'0,"-253"-3"0,-22 3 0,-1 0 0,1 0 0,-1 0 0,0 0 0,1 0 0,-1-1 0,1 1 0,-1 0 0,0 0 0,1 0 0,-1-1 0,1 1 0,-1 0 0,0-1 0,0 1 0,1 0 0,-1-1 0,0 1 0,1-1 0,-1 1 0,0-1 0,0 1 0,0-1 0,0 1 0,0-1 0,-1 1 0,1 0 0,0-1 0,0 1 0,0-1 0,0 1 0,-1-1 0,1 1 0,0 0 0,0-1 0,-1 1 0,1 0 0,0-1 0,-1 1 0,1 0 0,0-1 0,-1 1 0,0-1 0,-23-18 0,1 0 0,-20-20 0,37 32 0,-1 0 0,2 0 0,-1 0 0,1-1 0,1 0 0,-1 0 0,-4-13 0,4 9 0,2 1 0,-1-1 0,2-1 0,-3-22 0,4 28 0,2 1 0,-1-1 0,0 1 0,1-1 0,0 1 0,1 0 0,0-1 0,0 1 0,0 0 0,0 0 0,4-6 0,-2 6 0,-1 0 0,1 0 0,1 0 0,-1 1 0,1-1 0,0 1 0,0 0 0,0 1 0,1-1 0,-1 1 0,1 0 0,0 0 0,0 1 0,1 0 0,-1 0 0,1 0 0,0 1 0,-1 0 0,1 0 0,0 1 0,0 0 0,0 0 0,13 1 0,-5 0 0,1 0 0,-1 2 0,0 0 0,0 0 0,28 9 0,-37-9 0,1 1 0,-1-1 0,0 1 0,0 0 0,0 0 0,-1 1 0,1-1 0,-1 1 0,0 1 0,0-1 0,0 1 0,-1 0 0,1 0 0,-1 0 0,0 0 0,3 8 0,-4-8 0,-2 0 0,1 0 0,0 0 0,-1 0 0,0 0 0,0 0 0,-1 0 0,1 1 0,-1-1 0,0 0 0,0 0 0,-1 1 0,-1 4 0,-2 6 0,0-1 0,-14 29 0,13-33 0,0 1 0,0 1 0,1-1 0,1 0 0,-3 19 0,6-30 0,0 0 0,0 1 0,0-1 0,0 0 0,0 1 0,0-1 0,0 0 0,1 1 0,-1-1 0,1 0 0,-1 1 0,1-1 0,-1 0 0,1 0 0,0 0 0,-1 0 0,1 0 0,0 1 0,1 0 0,0 0 0,0-1 0,0 1 0,1-1 0,-1 0 0,0 0 0,1 1 0,-1-2 0,0 1 0,5 1 0,3 0 0,1 0 0,-1-1 0,20-1 0,-29 0 0,54-2 0,64 3 0,-76 6-7,-36-5-128,1 0-1,0 0 0,-1-1 0,1-1 0,0 1 0,-1-1 1,1 0-1,0-1 0,7-1 0,-6-1-6690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0:20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22 24575,'-10'-4'0,"-2"0"0,0 0 0,0 1 0,-14-2 0,24 5 0,-1-1 0,1 1 0,0 0 0,0 0 0,-1 0 0,1 0 0,0 0 0,0 1 0,-1-1 0,1 0 0,0 1 0,0 0 0,0 0 0,0 0 0,0 0 0,0 0 0,0 0 0,0 0 0,0 0 0,0 1 0,0-1 0,1 1 0,-4 3 0,4-3 0,0 0 0,0 0 0,0 0 0,1 1 0,-1-1 0,0 0 0,1 0 0,-1 1 0,1-1 0,0 0 0,0 1 0,0-1 0,0 0 0,0 1 0,1-1 0,-1 0 0,1 1 0,-1-1 0,1 0 0,0 0 0,0 0 0,0 1 0,0-1 0,0 0 0,0 0 0,3 3 0,4 5 0,0 0 0,1-1 0,16 14 0,-17-17 0,-7-4-113,9 6 360,-10-8-270,0 0 0,0 0 0,0-1 0,0 1 0,0 0 0,0 0 0,0 0-1,0 0 1,0 0 0,0 0 0,0-1 0,-1 1 0,1 0 0,0 0 0,0 0 0,0 0 0,0 0 0,0 0 0,0-1 0,0 1 0,1 0 0,-1 0 0,0 0-1,0 0 1,0 0 0,0-1 0,0 1 0,0 0 0,0 0 0,0 0 0,0 0 0,0 0 0,0 0 0,0 0 0,0-1 0,1 1 0,-1 0 0,0 0 0,0 0-1,0 0 1,0 0 0,0 0 0,0 0 0,1 0 0,-1 0 0,0 0 0,0 0 0,0 0 0,0 0 0,0 0 0,1 0 0,-1 0 0,0 0 0,0 0 0,0 0-1,0 0 1,0 0 0,0 0 0,1 0 0,-1 0 0,0 0 0,0 0 0,0 0 0,0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0:21.1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244 1 24575,'-2'1'0,"1"0"0,0 1 0,-1-1 0,0 0 0,1 0 0,-1 0 0,0-1 0,1 1 0,-1 0 0,0 0 0,0-1 0,-2 1 0,-3 1 0,-16 6 0,-19 7 0,40-14 0,0 0 0,-1 0 0,1 1 0,0-1 0,0 0 0,0 1 0,0 0 0,0-1 0,1 1 0,-1 0 0,0 0 0,1 0 0,-3 4 0,4-4 0,-1-1 0,1 1 0,0-1 0,0 1 0,-1 0 0,1-1 0,0 1 0,0-1 0,1 1 0,-1 0 0,0-1 0,0 1 0,1-1 0,-1 1 0,1-1 0,-1 1 0,1-1 0,0 1 0,0-1 0,0 0 0,0 1 0,0-1 0,2 2 0,3 4 0,0 0 0,15 10 0,-14-11 0,20 15 0,14 11 0,-37-29 0,-1 1 0,0-1 0,0 1 0,0-1 0,0 1 0,-1 0 0,0 0 0,3 6 0,-4-8 0,-1-1 0,1 1 0,-1-1 0,1 1 0,-1-1 0,0 0 0,0 1 0,0-1 0,0 1 0,0-1 0,0 1 0,0-1 0,0 1 0,-1-1 0,1 1 0,-1-1 0,1 0 0,-1 1 0,1-1 0,-2 2 0,0 0 0,0-1 0,0 0 0,0 0 0,0-1 0,0 1 0,0 0 0,0-1 0,0 1 0,-1-1 0,-3 2 0,-6 1 0,0 0 0,0 0 0,-22 2 0,31-5 0,-135 14-1365,114-14-5461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0:21.8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47 24575,'5'-5'0,"0"1"0,1-1 0,-1 1 0,1 1 0,0-1 0,0 1 0,0 0 0,0 1 0,1-1 0,-1 1 0,11-2 0,-4 2 0,0 1 0,0 0 0,0 0 0,0 2 0,15 1 0,-26-2 0,0 0 0,0 1 0,0-1 0,0 0 0,-1 1 0,1 0 0,0-1 0,0 1 0,0 0 0,-1 0 0,1 0 0,0 0 0,-1 0 0,1 0 0,-1 0 0,1 1 0,-1-1 0,1 1 0,-1-1 0,0 1 0,0-1 0,1 3 0,-1-1 0,0-1 0,0 1 0,0 0 0,-1 0 0,0 0 0,1-1 0,-1 1 0,0 0 0,0 0 0,-1 0 0,1-1 0,0 1 0,-1 0 0,0 0 0,0 2 0,-3 5 0,0-1 0,-1 0 0,0 0 0,0 0 0,-1-1 0,-9 11 0,-13 20 0,26-36 0,1-1 0,-1 0 0,1 0 0,0 1 0,0-1 0,0 1 0,0-1 0,1 1 0,-1-1 0,0 1 0,1-1 0,0 1 0,0 0 0,0-1 0,0 1 0,0 0 0,0-1 0,1 1 0,-1-1 0,1 1 0,0-1 0,0 1 0,0-1 0,0 1 0,0-1 0,0 0 0,1 1 0,-1-1 0,1 0 0,-1 0 0,1 0 0,3 2 0,0 0 0,0 0 0,0 0 0,1 0 0,0-1 0,0 0 0,0 0 0,0 0 0,0-1 0,0 0 0,1-1 0,12 3 0,20 2-65,-27-4-120,0 0-1,0 0 0,0-1 0,1-1 0,-1 0 1,18-2-1,-17-1-6640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17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37 8,'3'1'760,"1"0"0,0 0 0,0-1 0,0 1 0,0-1 0,-1 0 0,1 0 0,5-1 0,1 1 1579,3-2 3927,0-2-4071,-9 3-1973,0-1 1,0 1-1,0 0 1,0 1-1,6-1 1,-1-1 1807,-13 2-1393,4 0-509,-4-3 1836,3 4-1960,0-1-1,-1 1 1,1-1 0,-1 0-1,1 1 1,0-1-1,-1 0 1,1 0-1,-1 0 1,1 0-1,-3 0 1,-2 0 4,5 0-7,-23 4 352,1-2 1,-1 0-1,-27-2 0,-10-1 798,33 2-303,25-1-711,0 0-57,-1 0 0,1 0 0,0 0 0,0 0 0,-1-1 0,1 1 0,-5-2 0,1-6-917,-4-4-4512,-1 2-4357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20.6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1 589 8,'3'2'6514,"-3"-2"-6498,0 0 1,0 0-1,0 0 0,0 0 0,0 1 1,0-1-1,1 0 0,-1 0 0,0 0 1,0 0-1,0 0 0,0 0 0,0 0 1,0 0-1,0 0 0,0 0 0,1 0 1,-1 0-1,0 0 0,0 0 0,0 0 1,0 0-1,0 0 0,0 0 0,0 0 1,0 0-1,1 0 0,-1 0 0,0 0 1,0 0-1,0 0 0,0 0 0,0 0 1,0 0-1,0 0 0,1 0 0,-1 0 1,10 2 8633,-9-2-8711,-1 0 238,14 0 914,-7-2-993,-7 2-96,1 0 0,-1 0-1,0 0 1,0 0 0,0-1-1,1 1 1,-1 0 0,0 0-1,0 0 1,1 0 0,-1 0 0,0 0-1,0 0 1,0 0 0,1 0-1,-1 0 1,0 0 0,0 0-1,0 0 1,1 0 0,-1 0-1,0 0 1,0 1 0,1-1 0,-1 0-1,0 0 1,0 0 0,0 0-1,0 0 1,1 0 0,-1 1-1,0-1 1,0 0 0,0 0 0,0 0-1,0 0 1,1 1 0,-1-1-1,0 0 1,0 0 0,0 1-1,22 1 195,-18 0-146,1 0-1,0 0 0,0-1 1,-1 1-1,1-1 0,0 0 1,0 0-1,0-1 0,8 0 1,25 5-29,-25-1 12,0-2-1,0 1 1,0-1-1,23 0 1,-27-2 21,-6 1 40,-1-1 0,0 0 0,1 0 0,-1 0 0,0 0 0,1 0 0,-1 0 0,4-1 0,-7 1-87,1 0 0,0 0 0,0 0 0,0 0 0,0 0 0,0 0 0,0 0 0,0 0 0,0 0 0,0 0 0,-1 0 0,1 0 0,0-1 0,0 1 0,0 0 0,0 0 0,0 0 0,0 0 0,0 0 0,0 0 0,0 0 0,0 0 0,-1 0 0,1 0 0,0 0 0,0 0 0,0 0 0,0 0 0,0 0 0,0-1 0,0 1 0,0 0 0,0 0 0,0 0-1,0 0 1,0 0 0,0 0 0,0 0 0,0 0 0,0 0 0,0-1 0,0 1 0,0 0 0,0 0 0,0 0 0,0 0 0,0 0 0,0 0 0,0 0 0,0 0 0,0 0 0,0-1 0,0 1 0,0 0 0,0 0 0,0 0 0,0 0 0,0 0 0,1 0 0,-1 0 0,0 0 0,0 0 0,0 0 0,0 0 0,0 0 0,0-1 0,-1 1-110,-30-17-127,14 4 402,-20-20 0,32 28-111,-1-1 0,2 0 0,-1 0 0,0 0 0,1-1 0,0 1 0,-3-10 0,-15-26 298,16 32-287,0 0 0,1-1 1,-5-13-1,-3-17 55,6 22-52,1 0 1,-5-25-1,9 26 32,0 0-1,0-1 1,2 1-1,0-1 1,4-20-1,-2 29-61,1 0-1,0 0 0,0 0 0,1 1 1,1-1-1,-1 1 0,2 0 0,-1 1 1,1-1-1,11-11 0,-13 16-50,0 1 0,-1 0 0,1 0 0,1 0 0,-1 0 0,0 1 0,1 0 0,-1 0 0,1 0 0,0 1 0,0-1 0,-1 1 0,8-1-1,-3 1-37,0 0-1,0 1 0,0 0 1,0 0-1,0 1 0,14 3 1,-1 1-11,0 2 1,0 0 0,-1 1-1,0 1 1,-1 1 0,31 20 0,-48-27 11,0 0 1,1 0 0,-1 0 0,0 0 0,-1 0 0,1 1 0,-1-1 0,1 1 0,-1 0 0,0 0 0,0 0 0,-1 0 0,1 0 0,-1 0 0,0 0 0,0 0-1,0 1 1,0-1 0,-1 9 0,-1 4-27,0 0 0,-1 0 1,-8 30-1,3-14 55,-20 75 74,21-91-53,-4 16 26,10-31-16,0-1 1,0 0-1,0 1 1,1-1-1,-1 0 1,0 0 0,1 1-1,-1-1 1,1 0-1,0 0 1,-1 0-1,1 0 1,0 1-1,0-1 1,-1 0 0,1 0-1,0 0 1,0-1-1,0 1 1,0 0-1,2 1 1,1 1 76,1 0 0,0 0 0,-1-1 0,6 3 0,1-1-19,0-1 1,0-1-1,0 1 1,0-2-1,0 0 1,12 0-1,-1-1-154,-1-1 0,25-5 0,-44 6-313,15-4-302,-10 1-2773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21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374 35 1432,'-19'-11'5204,"14"7"-4125,0 1 1,-1-1-1,1 1 0,-1 1 0,-11-5 0,16 7-1006,0 0-1,-1-1 0,1 1 0,0 0 1,-1 0-1,1 0 0,0 0 0,-1 0 1,1 1-1,0-1 0,-1 0 1,1 0-1,0 1 0,0-1 0,-1 1 1,1 0-1,0-1 0,0 1 0,0 0 1,0-1-1,0 1 0,0 0 1,0 0-1,0 0 0,0 0 0,0 0 1,0 0-1,0 0 0,1 0 1,-1 1-1,0-1 0,1 0 0,-1 2 1,-1 2 14,0 0 0,1 0 1,0 1-1,0-1 1,0 0-1,0 1 0,1-1 1,0 0-1,0 1 1,1-1-1,-1 0 0,1 1 1,0-1-1,1 0 1,-1 0-1,4 7 0,2 4-26,0 0 0,2-1 0,17 25 0,-1-9-270,1-1-1,44 39 0,-48-48 19,-3-5 30,-14-12 96,0 0 0,0 0 0,0 1 0,-1 0 0,1-1 0,-1 1 0,0 1 0,-1-1 0,5 8 0,-8-13 53,0 1-1,0-1 0,0 0 0,0 1 0,0-1 1,0 0-1,0 1 0,0-1 0,0 0 0,0 1 1,-1-1-1,1 0 0,0 0 0,0 1 0,0-1 1,0 0-1,-1 1 0,1-1 0,0 0 1,0 0-1,0 1 0,-1-1 0,1 0 0,0 0 1,0 0-1,-1 0 0,1 1 0,0-1 0,-1 0 1,1 0-1,0 0 0,0 0 0,-1 0 0,1 0 1,0 0-1,-1 0 0,1 1 0,-1-1 1,-13 1 40,-24-3 380,1-2 1,-71-17 0,67 12-328,-109-18-266,50 15-5897,61 10-1434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22.2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43 8,'2'-2'925,"0"1"0,-1-1-1,1 0 1,0 0 0,-1 0 0,1 0-1,-1 0 1,2-3 0,-2 3 218,0 0 0,1 0 0,-1 0 0,1 0 0,0 0 0,-1 0-1,1 0 1,5-4 2678,-10 5-1915,-5 3-986,-7 5-863,-23 6 0,13-5-1,9-2-219,-1-1 0,0-1 0,0-1 0,-30 3 0,9-7-3021,0-6-3641,15 1-4017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23.0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 8,'67'-8'9386,"15"2"-3214,-64 3-5677,1 1 1,-1 1-1,0 0 1,0 1 0,0 2-1,20 3 1,-36-5-518,0 1 1,-1-1-1,1 1 0,-1-1 1,1 1-1,-1 0 1,0 0-1,1 0 0,-1 0 1,0 0-1,1 0 1,-1 0-1,0 0 0,0 0 1,0 1-1,0-1 1,0 0-1,0 1 0,0-1 1,-1 1-1,1-1 1,0 1-1,-1-1 0,1 1 1,-1 2-1,1 3-55,0 0-1,-1 0 1,0 1 0,-1 10-1,0-5 79,-1 6-27,-1 0 0,-10 31 1,2-7 30,-16 71 8,22-95-21,-1 0 1,0 0-1,-12 20 0,6-21 15,9-14-5,1 0 0,-1-1 0,1 1 1,-4 9-1,6-13 39,0 1 0,0-1 1,0 1-1,0-1 0,0 0 1,1 1-1,-1-1 1,0 1-1,0-1 0,0 0 1,0 1-1,0-1 1,1 0-1,-1 1 0,0-1 1,0 0-1,1 1 1,-1-1-1,0 0 0,1 0 1,-1 1-1,0-1 1,1 0-1,-1 0 0,0 1 1,1-1-1,-1 0 0,0 0 1,1 0-1,-1 0 1,1 0-1,-1 0 0,0 0 1,1 0-1,-1 0 1,1 0-1,0 0 0,16 2 571,221-14 144,-204 6-1897,-33 5 827,0 1 1,0 0-1,0-1 0,0 1 1,0-1-1,0 1 1,0-1-1,0 0 0,0 1 1,-1-1-1,1 0 0,1 0 1,-2 0 5,0 1 0,0-1 0,0 1 0,1 0 0,-1-1 0,0 1 0,0-1 0,0 1 0,0-1 0,0 1 0,0 0 0,0-1-1,0 1 1,0-1 0,0 1 0,0-1 0,0 1 0,0-1 0,-1 1 0,1 0 0,0-1 0,0 1 0,0-1 0,-1 1 0,1 0 0,0-1 0,-1 0-616,-6-7-5564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23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0 444 384,'19'-5'8032,"2"1"-5383,112 9 1636,-122-4-3791,-1-2 0,1 1 0,0-2-1,0 1 1,11-5 0,-47 3-148,19 2-263,-1-1 1,0 1 0,1-1 0,-1-1-1,1 1 1,0-1 0,0 0-1,0 0 1,0-1 0,0 0-1,1 0 1,-1 0 0,1 0 0,0-1-1,1 0 1,-1 0 0,1-1-1,0 1 1,0-1 0,-6-12 0,6 10 4,1 0 0,0 0 0,0-1 0,1 0 0,0 1 0,1-1 0,-1 0 0,2 0 0,-1 1 0,1-1 1,1 0-1,-1 0 0,1 0 0,1 0 0,5-16 0,0 3-24,0 0-18,15-29 1,-20 45-51,2 0-1,-1 1 0,1-1 1,-1 1-1,2 0 0,-1 0 1,0 0-1,1 1 0,9-8 1,-8 8-43,1 1 0,-1-1 0,1 1 1,0 0-1,0 1 0,0-1 0,0 1 1,0 1-1,1-1 0,-1 1 0,9 0 0,-6 1-28,0 1 0,0 0 0,0 1 0,0-1-1,0 2 1,0 0 0,15 6 0,-11-3 7,-3-2-3,0 0 0,0 1-1,-1 0 1,1 1 0,-1 1-1,15 11 1,-24-16 26,1 0 1,0 0-1,-1 0 1,0 0-1,1 0 1,-1 0-1,0 1 1,0-1-1,0 0 1,0 1-1,0-1 1,-1 1-1,1-1 1,-1 1-1,0-1 1,0 1-1,0-1 0,0 1 1,0 0-1,0-1 1,0 1-1,-1-1 1,0 1-1,0 2 1,-3 6 10,-1-1 0,0 0 0,0 1 0,-8 9 0,4-5 49,-2 3-6,7-13 19,0 1 0,1-1 0,0 1 0,0 0 0,0 0 0,1 0 0,0 0 0,0 0 0,0 1 0,1-1 0,-1 14 0,2-19 10,1 1-1,-1-1 1,0 0-1,1 1 1,-1-1-1,1 1 1,0-1-1,-1 0 1,1 1-1,0-1 1,0 0-1,0 0 1,0 0-1,0 1 1,0-1-1,0 0 1,0-1-1,0 1 1,1 0-1,-1 0 1,0 0-1,2 0 1,5 3 97,-1-1 1,14 4-1,-20-6-118,12 2 97,0 0 0,0 0 0,18 0 0,-26-2-309,1-1-1,-1 0 1,1 0-1,-1-1 1,1 1-1,-1-1 1,1 0 0,-1-1-1,0 1 1,8-5-1,-2-4-5774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24.3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558 36 768,'-2'-1'759,"-1"1"0,1-1-1,0 1 1,0-1 0,0 0 0,-1 0-1,1 0 1,-3-2 0,-6-3 1005,10 6-1665,-16-6 2984,-28-6-1,40 11-2808,0 0-1,0 1 0,0-1 1,-1 1-1,1 0 0,0 0 1,0 1-1,0 0 0,-1 0 1,-5 2-1,10-3-239,-1 1 0,1 0 0,-1 0 0,1 0 0,-1 0 0,1 0 1,0 0-1,0 0 0,0 0 0,-1 1 0,1-1 0,0 0 0,1 1 0,-1-1 0,0 1 0,0-1 0,0 1 0,1-1 0,-1 1 1,1 0-1,0-1 0,-1 1 0,1 0 0,0-1 0,0 1 0,0 0 0,0-1 0,0 4 0,1 1 52,0 1-1,0-1 1,0 1-1,1-1 1,0 0-1,4 8 1,6 9 93,26 36-1,-17-27-178,-13-20-21,-4-6-18,0 0 0,0 0-1,0 0 1,-1 1-1,3 8 1,-6-14 19,0 0 1,0 0-1,0 0 1,0 0-1,0-1 1,0 1-1,0 0 1,0 0-1,0 0 0,-1 0 1,1 0-1,0 0 1,0 0-1,-1 0 1,1-1-1,-1 1 1,1 0-1,-1 0 1,1-1-1,-1 1 0,0 0 1,1 0-1,-1-1 1,0 1-1,1-1 1,-1 1-1,0-1 1,0 1-1,1-1 0,-1 1 1,0-1-1,0 0 1,-1 1-1,-4 1 13,-1 0 0,1 0 0,-9 1 0,13-2 12,-39 4 42,0-2-1,-66-3 1,24 0-1010,18 1-2559,3 1-4230,21-2 226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47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6345,'0'1'10607,"1"4"-6843,2 4-3468,0 4 1008,-3-10-992,1 1-1,0-1 1,0 0 0,0 0 0,0 0 0,0 0 0,3 5 0,24 51 41,-18-38-27,9 27 0,2-81 1623,37-75-1885,-57 107-73,-1 0 1,1 1 0,-1-1 0,1 0 0,-1 0 0,1 0 0,0 0-1,0 0 1,-1 0 0,1 1 0,0-1 0,0 0 0,0 1-1,0-1 1,0 1 0,0-1 0,0 1 0,0-1 0,0 1 0,0 0-1,0-1 1,0 1 0,0 0 0,0 0 0,1 0 0,-1 0-1,0 0 1,0 0 0,0 0 0,0 0 0,0 0 0,0 1 0,0-1-1,0 0 1,0 1 0,0-1 0,0 1 0,0-1 0,0 1-1,0-1 1,0 1 0,1 1 0,5 3-32,-1 0 0,1 1 1,-1 0-1,7 9 0,-12-14 54,74 91-29,-70-85-391,5 4 672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56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152 107 8,'-16'0'14599,"4"-3"-10953,11 3-3518,1 0-1,-1 0 0,0-1 1,1 1-1,-1 0 0,1 0 1,-1 0-1,1 0 0,-1 0 0,0 0 1,1 0-1,-1 0 0,1 0 1,-1 0-1,1 0 0,-1 0 1,0 0-1,1 1 0,-1-1 1,1 0-1,-1 0 0,1 1 1,-1-1-1,1 0 0,-1 1 1,0-1-1,1 1-59,-1 0 0,0 1 1,0-1-1,0 0 0,1 0 0,-1 1 0,0-1 1,1 0-1,-1 1 0,1 1 0,-2 5-16,1-1 0,1 1 0,-1 9 0,2 13 198,2 0 0,1-1 0,1 1 0,1-1 0,14 38 0,-8-29-114,0-5-84,-2 0 0,9 56 0,-20-56 2,0-33-48,1-1 1,-1 1 0,0 0 0,0-1-1,1 1 1,-1 0 0,0-1 0,1 1 0,-1-1-1,0 1 1,1-1 0,-1 0 0,-20-22-175,1-1 0,2 0 0,1-1 0,0-1 0,2-1 1,-14-35-1,21 43 78,0-1 0,2 0 0,0-1 1,2 1-1,0-1 0,1 0 0,2 0 1,0 0-1,2-26 0,-1 42 78,1 0 0,0 0-1,0 0 1,0 0 0,1 0 0,0 0-1,0 0 1,0 1 0,1-1 0,-1 1-1,1 0 1,0 0 0,0 0 0,0 0-1,7-6 1,-5 6-13,0 1-1,0 0 1,0 0 0,0 0-1,1 0 1,-1 1 0,1 0-1,0 0 1,-1 0 0,1 1-1,0-1 1,11 1 0,0 0-1,-1 1 0,0 1 0,0 1 1,0 0-1,0 1 0,0 1 0,-1 0 0,23 10 1,-37-13 11,1-1 1,-1 1-1,0-1 1,0 1-1,0-1 0,0 1 1,0 0-1,0 0 1,0-1-1,0 1 1,0 0-1,0 0 1,0 0-1,0 0 1,0 0-1,-1 0 1,1 0-1,0 1 1,-1-1-1,1 0 0,-1 0 1,1 0-1,-1 1 1,0-1-1,0 0 1,1 0-1,-1 1 1,0-1-1,0 0 1,0 1-1,0-1 1,0 0-1,-1 0 1,1 1-1,0-1 0,-1 0 1,1 0-1,-1 1 1,1-1-1,-1 0 1,0 2-1,-3 2 25,1 1 0,-1-1 0,0 0 0,0 0 0,-1 0-1,1-1 1,-6 5 0,0-2 66,-1 0 0,0 0-1,0-1 1,0-1 0,-1 0-1,0 0 1,-16 4 0,-3-2-729,-56 6 1,77-11-2792,28 5-9779,-10-6 12811,7-1-295,1 0 0,-1-1 0,0-1 0,17-4 0,29-3 822,54 5 633,-5 0 2917,-80 1-100,50-10 1,-75 11-2857,0 1-1,0 0 1,0-1 0,0 0-1,0-1 1,-1 1 0,1-1-1,-1 0 1,9-6 0,-12 7-499,1 1-1,-1-1 1,1 0 0,-1 0-1,0 0 1,0 0 0,1 0 0,-1 0-1,-1 0 1,1 0 0,0 0 0,0 0-1,-1 0 1,1-1 0,-1 1 0,0 0-1,0 0 1,0-1 0,0 1-1,0 0 1,0-1 0,-1 1 0,1 0-1,-2-4 1,0-1-157,0 1-1,-1 0 1,1-1 0,-1 1-1,-1 0 1,1 1 0,-1-1-1,0 1 1,0-1 0,-1 1-1,1 0 1,-1 1 0,0-1-1,-1 1 1,1 0 0,-8-4-1,12 7-63,-1 0 0,1 0 0,-1 0 0,1 0 0,-1 0 0,0 1 0,0-1 0,1 0 0,-1 1 0,0-1 0,0 1-1,0 0 1,1 0 0,-1 0 0,0 0 0,0 0 0,0 0 0,0 0 0,1 0 0,-1 1 0,0-1 0,0 1 0,0-1 0,1 1 0,-1 0-1,0-1 1,1 1 0,-1 0 0,1 0 0,-1 0 0,1 1 0,-1-1 0,1 0 0,0 0 0,-1 1 0,1-1 0,-1 3 0,-1-1 0,0 1 0,1-1 0,-1 1 0,1-1 0,0 1 0,0 0 0,1-1 0,-1 1 0,1 0 0,0 0 0,0 0 0,0 0 0,0 0 0,1 1 0,0-1 0,0 5 0,0-4 20,1 1 1,0-1 0,1 0 0,-1 0 0,1-1 0,0 1 0,0 0 0,1 0 0,-1-1 0,1 0-1,6 7 1,-1-2 37,1 0 0,0 0-1,0-1 1,1-1 0,0 1 0,0-2-1,1 1 1,0-1 0,0-1-1,14 5 1,-3-4-5,-1-1-1,1 0 1,0-2 0,1 0-1,30-1 1,-14-4 16,0-1-1,48-10 1,-80 12-17,0 0 0,0-1-1,0 0 1,-1 0 0,1 0 0,0-1 0,-1 0-1,10-7 1,-16 9-38,1 1 1,-1-1-1,0 1 0,0-1 0,0 1 1,1-1-1,-1 0 0,0 1 1,0-1-1,0 1 0,0-1 0,0 0 1,0 1-1,0-1 0,0 1 0,0-1 1,-1 0-1,1 1 0,0-1 0,0 1 1,0-1-1,-1 1 0,1-1 0,0 1 1,-1-1-1,0 0 0,-10-15-123,9 15 118,-8-13-26,-5-4 40,-24-39 0,27 39 16,8 13 21,1 0 0,-1 0-1,-3-9 1,6 12-37,1 1 1,-1-1-1,1 1 0,0-1 0,-1 0 0,1 1 0,0-1 1,0 0-1,0 1 0,0-1 0,0 1 0,0-1 0,1 0 0,-1 1 1,0-1-1,1 1 0,0-1 0,0-1 0,0 1-28,0 0-1,0 0 1,1 0-1,-1 1 1,1-1-1,-1 0 1,1 0 0,-1 1-1,1-1 1,0 1-1,0 0 1,0 0-1,0-1 1,0 1-1,4-1 1,-1 0-61,-1 1 1,1 0 0,0 1 0,0-1-1,-1 1 1,1-1 0,6 2-1,3 1-154,0 0-1,-1 1 1,1 0-1,17 7 0,-28-8 162,104 36-4550,-34-17-4884,-70-20 9497,-1 1 0,1-1 0,-1 0-1,0 1 1,1-1 0,-1 1 0,0 0-1,0 0 1,0 0 0,0 0 0,0 0 0,0 0-1,-1 0 1,1 1 0,-1-1 0,1 1-1,0 3 1,3 6 1006,0 0 0,4 18-1,5 35 3212,-8-37-2973,1 0 1,11 30-1,-17-53-1145,4 7 277,-5-11-394,0-1 0,0 0-1,0 0 1,0 1-1,0-1 1,1 0 0,-1 0-1,0 0 1,0 1 0,0-1-1,0 0 1,1 0 0,-1 0-1,0 0 1,0 1-1,1-1 1,-1 0 0,0 0-1,0 0 1,0 0 0,1 0-1,-1 0 1,0 0 0,0 0-1,1 0 1,-1 1-1,0-1 1,0 0 0,1 0-1,-1-1 1,0 1 0,0 0-1,1 0 1,-1 0 0,0 0-1,0 0 1,1 0-1,-1-1-560,0-1 0,1 1 0,-1-1-1,0 1 1,0 0 0,0-1 0,0 1-1,-1 0 1,1-1 0,0 1 0,-1 0-1,1-1 1,-1 0 0,0-1-473,-5-29-7905,3 10 6729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56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8130,'0'-5'2275,"1"0"0,-1 0 1,1 0-1,0 1 1,1-6-1,-2 10-2253,0-1 0,0 1-1,0 0 1,0 0 0,0 0 0,0 0 0,0 0-1,0 0 1,1-1 0,-1 1 0,0 0-1,0 0 1,0 0 0,0 0 0,0 0 0,0 0-1,0 0 1,0-1 0,0 1 0,0 0 0,0 0-1,1 0 1,-1 0 0,0 0 0,0 0 0,0 0-1,0 0 1,0 0 0,0 0 0,0 0-1,1 0 1,-1 0 0,0 0 0,0 0 0,0 0-1,0 0 1,0 0 0,1 0 0,-1 0 0,0 0-1,4 4-692,3 10-919,8 25-3246,2 2-5013,-9-25 4128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56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1 8,'26'11'2276,"24"15"1970,-45-23-3621,0 0 0,-1 0 0,1 1 0,-1-1-1,0 1 1,0 0 0,6 8 0,-9-9-412,0-1-1,1 1 1,-1 0 0,0-1-1,0 1 1,0 0-1,-1 0 1,1-1 0,-1 1-1,0 0 1,1 0 0,-1 0-1,0 0 1,-1 0-1,1 0 1,0 0 0,-1-1-1,0 1 1,0 0 0,0 0-1,0-1 1,0 1-1,-3 4 1,-1 2 289,-1-1 0,0 0-1,0 0 1,-1 0 0,-10 9 0,9-11-248,1 0 1,-1 0-1,-1-1 1,1 0-1,-1 0 1,0-1-1,0-1 1,0 1-1,-1-1 1,1-1-1,-13 3 1,15-4-150,-1 0 0,1-1 1,0 1-1,0-1 0,0-1 1,0 1-1,-1-1 0,1-1 0,0 1 1,0-1-1,1 0 0,-1-1 0,0 0 1,1 0-1,-1 0 0,-5-5 1,9 5-68,0 0 0,0 0 0,0 0 0,1-1 0,-1 1 0,1-1 0,0 0 0,0 1 0,0-1 0,1 0 0,-1 0 0,1 0 0,0-1 0,0 1 0,1 0 0,-1 0 0,1-1 0,0 1 0,0 0 0,0 0 0,1-5 0,0 3-182,-1 1-1,1-1 1,0 1 0,1 0-1,-1-1 1,1 1 0,0 0 0,1 0-1,-1 0 1,1 0 0,0 1-1,0-1 1,0 1 0,1-1 0,7-6-1,-8 9-255,0 0 1,0 0-1,0 1 0,0-1 0,0 1 1,0-1-1,1 1 0,-1 0 0,1 1 1,-1-1-1,4 0 0,-2 1-822,-1 0 0,1 0 0,-1 0 1,0 1-1,1 0 0,-1 0 0,0 0 0,7 3 0,6 3-5990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57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198 536 4697,'0'-3'764,"0"0"-1,0 1 1,-1-1 0,1 0 0,-1 0-1,0 1 1,1-1 0,-1 1 0,0-1-1,-1 0 1,0-1 0,-1 0-311,1 1 0,0 0 1,-1 1-1,0-1 0,1 0 0,-1 1 0,-4-3 1,-4-2 105,0 1 1,0 1 0,-22-8-1,32 13-510,-3-2 22,0 1-1,0 0 1,-1 0 0,1 0 0,0 0 0,-1 1-1,1 0 1,-1 0 0,1 0 0,-6 1-1,8 0-59,0-1-1,0 1 0,0-1 0,0 1 0,0 0 1,0 0-1,0 0 0,0 0 0,1 0 0,-1 0 0,0 0 1,1 1-1,-1-1 0,1 0 0,-1 1 0,1 0 1,0-1-1,-1 1 0,1 0 0,0 0 0,0-1 0,0 1 1,-1 4-1,1-1 61,0 0-1,0 0 1,1 0 0,-1 0 0,1 0-1,0 0 1,0 0 0,1 0 0,-1 0-1,1 0 1,0 0 0,1 0 0,-1 0 0,1 0-1,0 0 1,0-1 0,0 1 0,4 5-1,-3-7 6,0 1-1,0 0 1,0-1-1,0 1 1,0-1-1,1 0 0,-1 0 1,1-1-1,0 1 1,0-1-1,0 1 1,0-1-1,0-1 0,0 1 1,0 0-1,1-1 1,-1 0-1,1 0 1,-1 0-1,9 0 0,-9-2-53,0 1 0,0-1-1,-1 0 1,1 0-1,0 0 1,0 0 0,0-1-1,-1 1 1,1-1-1,-1 0 1,0 0 0,1 0-1,-1-1 1,0 1-1,0-1 1,0 0 0,-1 0-1,1 0 1,0 0-1,-1 0 1,0 0 0,0-1-1,2-4 1,1-2 27,-1 0 0,1 0 0,-2-1 0,0 1 0,0-1 0,-1 0 0,1-13 0,-2-14-89,-1 1 0,-3 0 0,-1 0-1,-1 0 1,-2 0 0,-23-69 0,23 88 9,1 1 1,-2 0-1,0 0 0,-1 0 1,-1 1-1,-17-21 0,27 37 13,0-1-1,0 1 1,0 0 0,0 0-1,0 0 1,0 0 0,0 0-1,-1 0 1,1 0 0,0 0-1,0 0 1,0 0 0,0 0-1,0 0 1,0 0 0,0 0-1,0 0 1,0 0 0,0 0-1,0 0 1,-1 0 0,1 0-1,0 0 1,0 0-1,0 0 1,0 0 0,0 0-1,0 0 1,0 0 0,0 0-1,0 0 1,-1 0 0,1 0-1,0 0 1,0 0 0,0 0-1,0 0 1,0 0 0,0 0-1,0 0 1,0 0 0,0 0-1,0 0 1,0 0 0,0 1-1,0-1 1,0 0-1,0 0 1,-1 0 0,1 0-1,0 0 1,0 0 0,0 0-1,0 0 1,0 0 0,0 0-1,0 1 1,0-1 0,0 0-1,0 0 1,0 0 0,-2 11-413,2 18 367,0-28 44,2 44 40,3-1 0,13 61 0,-12-75-15,1 2-128,1 1 1,1-2-1,2 1 0,2-1 1,0-1-1,2 0 0,26 39 1,-36-62-448,1 1 0,0-1-1,0 0 1,0-1 0,1 0 0,0 0 0,10 7 0,-13-11-366,1 1-1,0-1 0,0 1 1,0-1-1,0-1 1,0 1-1,1-1 0,-1 0 1,0 0-1,1 0 0,-1-1 1,1 0-1,6 0 0,5-2-2954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57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11 1336,'4'-8'9133,"-4"7"-8718,0 1-323,0 0-1,-1-1 1,1 1-1,0 0 1,0 0-1,0 0 1,-1 0-1,1 0 1,0 0-1,0 0 1,-1 0-1,1 0 0,0 0 1,0 0-1,0 0 1,-1 0-1,1 0 1,0 0-1,0 0 1,-1 0-1,1 0 1,0 0-1,0 0 1,0 0-1,-1 0 1,1 1-1,0-1 0,0 0 1,0 0-1,-1 0 1,1 0-1,0 0 1,0 1-1,0-1 1,0 0-1,0 0 1,-1 0-1,1 1 1,0-1-1,0 0 0,0 0 1,0 0-1,0 1 1,0-1-1,0 0 1,0 0-1,-3 4 60,0-1-1,0 1 1,1 0-1,0 0 1,0 0-1,0 0 0,0 0 1,0 0-1,1 1 1,0-1-1,0 0 1,0 1-1,1-1 1,-1 1-1,1-1 1,0 1-1,0-1 1,0 1-1,1-1 1,0 1-1,0-1 0,0 1 1,0-1-1,1 0 1,0 0-1,-1 1 1,1-1-1,1-1 1,-1 1-1,1 0 1,-1 0-1,1-1 1,4 4-1,-4-4-663,0 0 0,0-1 1,0 1-1,0-1 0,6 4 0,-8-6-97,1 1 0,-1-1 0,0 1 0,0-1 0,1 1 1,-1-1-1,0 0 0,1 0 0,-1 0 0,0 0 0,1 0 0,-1 0 0,1 0 0,-1 0 0,0-1 0,1 1 0,-1 0 1,0-1-1,3 0 0,3-5-4406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57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15 7402,'0'-3'3336,"-3"-2"-831,1-1 2008,4 6-3769,1 0-456,-3 3-384,1 0-736,-1 2 384,3 3-56,2 3-169,1 4-543,4 2-1000,-4 4-1041,4-1-712,-1-2-1600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58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2 4529,'-2'0'6536,"-6"-1"-4453,5 1-1524,-16 0 1299,0 0 0,-30 6 0,44-5-1803,-1 0 0,1 0 0,0 1 0,0 0 0,0 0 0,0 0 0,0 1 0,1 0 0,-1 0 0,1 0 0,-1 0 0,1 1 0,0-1 0,-3 5 0,4-4 9,0 0 1,0-1-1,1 1 1,-1 0 0,1 0-1,0 1 1,1-1-1,-1 0 1,1 1-1,-1-1 1,1 1 0,1-1-1,-1 1 1,0-1-1,1 1 1,0 0 0,0-1-1,1 1 1,-1-1-1,1 1 1,0-1 0,0 1-1,1-1 1,-1 1-1,1-1 1,0 0-1,0 0 1,0 0 0,1 0-1,0 0 1,-1 0-1,1-1 1,0 1 0,6 4-1,2 2 115,1-1 1,0 0-1,0-1 0,0 0 0,1-1 0,0 0 1,1-1-1,18 6 0,-24-10-294,0 0 0,0 0 0,0 0 0,0-1 0,0 0 0,0-1 0,0 0 0,1 0 0,-1 0 0,0-1 0,0-1 1,0 1-1,0-1 0,0-1 0,-1 1 0,13-7 0,-19 8-418,3-1-1265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00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128 162 1920,'0'0'255,"0"0"-1,-1-1 1,1 1-1,-1 0 1,1-1-1,-1 1 1,1 0-1,-1-1 1,1 1-1,-1 0 1,1 0-1,-1 0 1,0 0-1,1 0 1,-1 0-1,1 0 1,-1-1-1,1 2 1,-1-1-1,1 0 1,-1 0-1,0 0 1,1 0-1,-1 0 1,1 0-1,-1 0 1,1 1-1,-1-1 0,1 0 1,-1 1-1,1-1 1,-1 0-1,1 1 1,-1-1-1,1 0 1,0 1-1,-1 0 1,-1 1 314,0 0 1,0 0 0,1 0-1,-1 1 1,1-1-1,-2 4 1,1-1-327,0 0-1,1 0 1,0 0-1,0 1 1,0-1 0,1 0-1,0 0 1,0 7 0,8 43 660,-4-31-604,4 14-70,2 0 0,1-1 0,19 41 0,5 14-285,-31-82-44,-3-6-53,1 0 1,-1-1-1,0 1 0,0 0 1,0 3-1,-1-7 84,0 1 1,0-1-1,0 0 0,0 0 1,0 0-1,1 0 1,-1 1-1,0-1 0,0 0 1,0 0-1,0 0 0,-1 0 1,1 0-1,0 1 0,0-1 1,0 0-1,0 0 1,0 0-1,0 0 0,0 0 1,0 1-1,0-1 0,0 0 1,0 0-1,0 0 0,0 0 1,-1 0-1,1 0 1,0 1-1,0-1 0,0 0 1,0 0-1,0 0 0,0 0 1,-1 0-1,1 0 0,0 0 1,0 0-1,0 0 1,0 0-1,-1 0 0,1 0 1,0 0-1,-8-4-2374,-4-11-506,11 15 2915,-34-50-6634,2-3 3596,20 29 2949,1-1 1,2-1-1,0 1 0,-11-49 0,19 62 300,0 0 0,1 0 1,0 0-1,1 0 0,0 0 0,1 0 0,0 1 1,1-1-1,0 0 0,1 0 0,5-12 0,-6 19 226,1-1 0,-1 1 0,1-1 0,1 1 0,-1 0 0,1 0 0,-1 0 0,2 0-1,-1 1 1,0 0 0,1 0 0,0 0 0,0 0 0,0 1 0,0-1 0,0 2 0,1-1-1,-1 0 1,1 1 0,0 0 0,0 0 0,0 1 0,6-1 0,-5 1-9,1 0 0,0 1-1,-1 0 1,1 0 0,-1 1 0,1 0 0,-1 0 0,11 4 0,-16-4-351,0-1 0,1 1 0,-1 0 0,0 0 1,0 0-1,0 0 0,0 1 0,0-1 0,0 0 1,0 1-1,-1-1 0,1 1 0,0 0 1,-1 0-1,1-1 0,-1 1 0,0 0 0,1 0 1,-1 0-1,0 1 0,0-1 0,-1 0 0,1 0 1,0 0-1,-1 1 0,1-1 0,-1 0 0,0 1 1,0 4-1,-1-1 43,-1-1 0,1 1 0,-1 0 1,-1-1-1,1 1 0,-1-1 0,0 0 0,0 0 1,-1 0-1,-6 8 0,3-6 56,1-1 0,-1 1 0,0-2 0,-1 1 1,1-1-1,-1 0 0,0 0 0,-1-1 0,1 0 0,-16 4 0,12-4-95,-1-1 0,1 0 0,-1-1 0,0 0-1,0-2 1,0 1 0,-16-2 0,27 1-341,1-1 0,-1 1 0,1 0 0,-1 0 0,1-1 0,-1 1 1,1-1-1,-1 1 0,1-1 0,-1 0 0,1 0 0,0 1 0,-1-1 0,1 0 0,0 0 0,0 0 1,-1-1-1,1 1 0,0 0 0,0 0 0,0-1 0,1 1 0,-1 0 0,0-1 0,0 1 0,0-2 1,0-3-1168,-1-1 0,1 1 0,1 0 1,-1 0-1,1-9 0,0 14 1441,0 0-41,0 0 0,0-1 0,0 1 0,0-1 1,0 1-1,0 0 0,0-1 0,0 1 0,1 0 0,-1-1 0,0 1 0,1 0 0,-1-1 0,1 1 0,0 0 0,-1 0 0,1 0 0,0-1 0,0 1 0,0 0 1,0 0-1,0 0 0,0 0 0,0 1 0,0-1 0,0 0 0,0 0 0,0 0 0,1 1 0,-1-1 0,0 1 0,0-1 0,1 1 0,-1 0 0,0-1 0,1 1 0,-1 0 1,0 0-1,1 0 0,-1 0 0,1 0 0,-1 0 0,0 0 0,1 0 0,1 1 0,17 3 87,0 1 1,34 12-1,4 2 1758,-50-17-1349,120 26 6504,-114-26-6024,-1-1 0,1 0 1,-1-1-1,0 0 0,1-1 1,-1-1-1,22-5 1,-32 6-764,1 0 1,0 0-1,-1-1 1,0 1-1,1-1 1,-1 0-1,0 0 1,0 0 0,0 0-1,0 0 1,0-1-1,0 1 1,-1-1-1,1 0 1,-1 0-1,0 0 1,0 0-1,0 0 1,0 0 0,0-1-1,-1 1 1,1-1-1,-1 1 1,0-1-1,0 1 1,0-1-1,-1 0 1,1 1 0,-1-1-1,0 0 1,0 0-1,-1 1 1,1-1-1,0 0 1,-1 1-1,0-1 1,0 0 0,0 1-1,-1-1 1,-2-4-1,-3-8-28,-1 1-1,-1-1 1,-16-21-1,22 32-104,-1 1-1,0 0 1,0-1-1,0 1 1,-1 0-1,1 1 1,-1-1-1,0 1 1,0 0 0,0 0-1,-1 1 1,1-1-1,-1 1 1,-8-2-1,13 4-22,-1 0-1,0-1 0,0 1 0,0 0 1,0 0-1,0 0 0,0 0 1,0 1-1,1-1 0,-1 0 0,0 1 1,0 0-1,0-1 0,1 1 1,-1 0-1,0 0 0,1 0 0,-1 0 1,0 0-1,1 0 0,0 0 0,-1 1 1,1-1-1,0 0 0,-1 1 1,1-1-1,0 1 0,-1 2 0,0 0 9,1-1 0,-1 1-1,1-1 1,0 1 0,0 0-1,0-1 1,1 1 0,-1 0 0,1 0-1,0-1 1,0 1 0,0 0-1,2 5 1,0 1 29,1-1-1,1 0 1,-1 0-1,1 0 1,1 0 0,0-1-1,0 0 1,1 0-1,0 0 1,7 7 0,6 5 24,1-2 0,29 23-1,-40-35-39,-1-1 0,1 0-1,0 0 1,1-1-1,-1 0 1,19 4 0,-3-2 81,38 3 1,-58-8-52,0 0-1,1-1 1,-1 0 0,0 0 0,0-1-1,0 0 1,9-2 0,-13 3-37,0-1-1,1 1 1,-1-1 0,0 1-1,0-1 1,0 0 0,0 1-1,0-1 1,0 0 0,0 0-1,0 0 1,0 0 0,0 0-1,0 0 1,-1 0 0,1 0-1,0 0 1,-1-1-1,1 1 1,-1 0 0,1 0-1,-1 0 1,0-1 0,1 1-1,-1 0 1,0-1 0,0 1-1,0 0 1,0 0 0,0-1-1,0 1 1,0 0 0,-1-1-1,1-1 1,-4-9 1,1-1-1,-2 1 1,1 0 0,-12-19-1,11 22 0,1 0 0,-1 0 0,1 0-1,1-1 1,0 0 0,0 1 0,1-1-1,0 0 1,0-11 0,2 17-2,0-1 1,0 1 0,1-1-1,-1 1 1,1 0 0,0 0-1,0-1 1,1 1 0,-1 0-1,1 0 1,0 0 0,0 0-1,3-3 1,-3 5-50,0 0-1,0 0 1,0 0-1,0 0 1,0 0-1,1 0 1,-1 1-1,0 0 1,1-1-1,0 1 1,-1 0-1,1 0 1,0 0 0,-1 0-1,1 1 1,0-1-1,0 1 1,0 0-1,-1 0 1,1 0-1,3 0 1,1 1-164,0 0-1,0 0 1,0 1 0,0 0-1,0 0 1,0 0 0,8 6 0,43 27-1968,-25-14 612,-10-6 595,-8-5-908,1-1 0,19 9-1,-30-16 1649,-1-1 0,1 1 0,0-1 0,0 0 0,0 0 0,0 0 0,0 0 0,0-1 0,0 0 0,0 0 0,0-1 0,8-1 0,-5 0 512,-7 2-104,-1 0-1,1-1 1,0 1 0,-1 0-1,1 0 1,0-1-1,-1 1 1,1 0-1,0 0 1,-1 0-1,1 0 1,0 0-1,0 0 1,-1 0 0,1 0-1,0 1 1,0-1-1,0 1-107,-1 0-1,1 0 1,-1 0-1,1 1 1,-1-1-1,0 0 1,1 0-1,-1 0 1,0 0-1,0 0 1,0 1-1,0-1 1,0 0-1,0 2 1,-1 35 1241,1 36 907,0-65-1998,1 0-1,1 1 0,-1-1 0,2 0 1,4 14-1,-4-15-179,4 11 139,-6-18-260,-1 0-1,0 0 1,1-1 0,-1 1 0,1 0 0,-1-1-1,1 1 1,0 0 0,-1-1 0,1 1-1,0-1 1,-1 1 0,1-1 0,0 1-1,0-1 1,-1 1 0,1-1 0,1 1-1,-2-1-29,0 0 0,0 0-1,1 0 1,-1 0 0,0 0-1,0 0 1,0 0 0,0 0-1,1 0 1,-1 0-1,0 0 1,0 0 0,0-1-1,0 1 1,1 0 0,-1 0-1,0 0 1,0 0-1,0 0 1,0 0 0,0 0-1,1 0 1,-1 0 0,0-1-1,0 1 1,0 0-1,0 0 1,0 0 0,0 0-1,0 0 1,0-1 0,0 1-1,1 0 1,-1 0-1,0 0 1,0 0 0,0-1-1,0 1 1,0 0 0,0 0-1,0-1 1,-1-9-5437,1 7 4248,-1-10-5161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00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51 5721,'0'-13'5034,"-5"-14"1117,4 22-4512,0-1 200,2 7-2176,-1 12-1405,-3 3-1903,1 1 0,0-1 0,2 29 0,2-28-72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01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35 1584,'7'5'1093,"-3"-3"-352,0 1 0,0-1-1,-1 1 1,1 0 0,4 5 0,-7-7-553,0 1 0,-1-1 0,1 0 0,0 0 0,-1 0 0,1 0 0,-1 0 0,0 1 0,1-1-1,-1 0 1,0 0 0,1 1 0,-1-1 0,0 0 0,0 0 0,0 1 0,0-1 0,-1 0 0,1 0 0,0 1 0,0-1 0,-1 0 0,1 0 0,-2 3 0,-1 1 297,0 0 0,0 0 0,-1 0 0,0 0 0,0-1 0,0 0-1,-1 1 1,1-2 0,-1 1 0,0 0 0,0-1 0,0 0 0,-1 0 0,1-1-1,-1 1 1,1-1 0,-11 2 0,4 0-202,-1-2-1,1 0 1,0 0 0,-1-1-1,1-1 1,-1 0 0,-22-3-1,33 3-204,0-1-1,-1 1 1,1-1-1,-1 0 1,1 0-1,0 0 1,0 0-1,-1 0 1,1 0 0,0-1-1,0 1 1,0-1-1,0 0 1,1 1-1,-1-1 1,0 0-1,-2-4 1,2 3 5,0-1 0,1 0 1,-1 1-1,1-1 0,0 0 0,0 0 1,0 0-1,0 0 0,1 0 0,-1-6 1,1 5-308,0 0 1,1 0-1,-1 0 1,1 0-1,0 0 0,0 0 1,0 0-1,1 0 1,0 0-1,0 0 1,0 1-1,1-1 1,-1 1-1,1 0 0,0 0 1,0 0-1,7-7 1,-8 10-202,-1 0 0,0 1 1,1-1-1,-1 1 0,1-1 0,-1 1 1,1-1-1,-1 1 0,1 0 1,0-1-1,-1 1 0,1 0 0,-1 0 1,1 0-1,0 0 0,-1 1 0,1-1 1,2 1-1,0 0-884,1 1-1,-1 0 1,0 0-1,0 0 1,5 3 0,6 5-3855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01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244 483 4401,'-1'-2'777,"0"0"1,0 1-1,-1-1 1,1 0-1,0 0 0,-1 1 1,-2-2-1,-16-11 2151,-22-4-207,34 16-2451,0-1 0,-1 1 0,1 1 0,0 0 0,-1 0 0,1 0 0,0 1 0,-1 0 0,-11 2 0,16-1-226,0 0 1,1 0 0,-1 0-1,1 0 1,-1 1 0,1-1-1,0 1 1,0 0 0,-1 0-1,1 0 1,0 0 0,1 1-1,-1-1 1,0 1 0,1-1-1,-1 1 1,1 0 0,0 0 0,0 0-1,0 1 1,1-1 0,-1 0-1,1 1 1,-2 3 0,2-2 24,0 0 0,0 1 0,0-1 1,1 0-1,0 0 0,0 1 0,0-1 1,1 0-1,0 0 0,0 1 0,0-1 1,0 0-1,1 0 0,0 0 1,0 0-1,0-1 0,4 6 0,-3-4-4,1-1 1,-1-1-1,1 1 0,0 0 0,0-1 0,0 0 1,1 0-1,-1 0 0,1-1 0,0 1 0,0-1 1,1 0-1,-1-1 0,11 5 0,-14-7-40,0 1 0,0-1 0,0 0 0,0 1 0,0-1 0,0 0 0,0 0 0,0 0 0,0 0 0,0 0 0,0-1 0,0 1 0,0-1 0,0 1 0,0-1-1,0 0 1,0 0 0,3-2 0,-3 1-9,1 0 0,-1 0 0,0 0 0,1-1 0,-1 1 0,0-1 0,-1 0 0,1 1 0,0-1 0,2-5 0,0-4-27,-1 1 0,0-1 0,0 0 0,-1 0 0,1-14 0,-2-3-55,-2 1-1,-5-37 0,2 14-22,-4-12 31,-2 1 1,-36-122 0,43 168 120,3 14-39,0 0 0,-1 0 0,1-1 0,0 1 0,-1 0 0,0 0 0,0 0 1,1-1-1,-1 1 0,-2-3 0,3 8-166,1-1 0,-1 0-1,1 0 1,-1 1 0,0-1 0,0 0 0,0 1 0,0-1 0,0 0-1,-1 5 1,0 3 75,1 9 83,1-1-1,0 0 1,2 0 0,0 0 0,12 34-1,40 86-151,-47-119 48,38 73-1609,-11-33-5322,-28-48 4485,5 10-7208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02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41 1288,'0'-3'3147,"0"0"-1936,0 1 0,0-1 0,0 1 1,0-1-1,0 1 0,0 0 1,-1-1-1,1 1 0,-1-1 0,0 1 1,0 0-1,0-1 0,-2-2 1,4 6-1058,-1 1 0,1 0 1,-1 0-1,0-1 1,1 1-1,-1 0 1,0 0-1,0 2 0,0 5-107,9 36 158,1 0 0,3 0 0,26 62 0,-9-43-107,-21-46-95,-1 0 1,0 1 0,-1 0-1,4 20 1,-9-35 10,0 5-19,-2-9 7,0 0 1,0 0 0,0 0-1,0 0 1,1 0-1,-1 0 1,0 0 0,0 0-1,0 0 1,0 0 0,0 0-1,0 1 1,0-1 0,0 0-1,0 0 1,0 0-1,0 0 1,0 0 0,0 0-1,0 0 1,0 0 0,0 0-1,0 0 1,0 0 0,0 1-1,0-1 1,0 0 0,0 0-1,0 0 1,0 0-1,0 0 1,0 0 0,0 0-1,0 0 1,0 0 0,0 0-1,-1 0 1,1 0 0,0 0-1,0 1 1,0-1-1,0 0 1,0 0 0,0 0-1,0 0 1,0 0 0,0 0-1,0 0 1,0 0 0,0 0-1,0 0 1,-1 0-1,1 0 1,0 0 0,0 0-1,0 0 1,0 0 0,0 0-1,0 0 1,0 0 0,0 0-1,0 0 1,0 0-1,-1-1 110,0 0 1,1 0-1,-1-1 0,0 1 0,1 0 0,0 0 0,-1 0 0,1-1 0,0 1 0,0 0 0,-1 0 0,1-1 0,0 0 0,-1-9-8,-21-80 86,11 40-124,-31-210 117,40 242-183,2 12-362,1 19-206,-2 9 545,2 0 1,0 1-1,1-1 1,1 0-1,1 0 0,8 26 1,5 5 88,29 61 1,11 6-843,-52-109 73,-17-36-17076,1 8 11946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03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507 70 1024,'-4'-12'8584,"-9"-7"-2098,4 6-3191,4 7-1757,4 5-1309,0 0 1,1 0-1,-1 0 0,0 0 1,0-1-1,1 1 0,-1 0 0,1 0 1,-1 0-1,1-1 0,0 1 1,-1 0-1,1-1 0,0-1 1,-22 11-531,-19 1 533,0-1 0,0-2 0,-53 1 0,-13 2 455,-15-3-165,124-3-2681,0-1 0,0 1 0,0 0 0,0-1 0,-1 1 0,2 5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17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0 576,'1'2'639,"0"-1"1,0 0-1,0 0 0,0 1 0,0-1 1,0 0-1,0 1 0,0-1 0,-1 1 0,1-1 1,-1 1-1,1-1 0,-1 1 0,1 2 1,-1-2-239,0-1 0,0 1 0,-1 0 0,1 0 0,0 0 0,-1 0 0,1 0 0,-1-1 0,0 1 0,0 0 0,1-1 1,-1 1-1,0 0 0,0-1 0,-1 1 0,1-1 0,0 0 0,-2 2 0,1-1-181,0-1 0,1 0 1,-1 0-1,0 0 0,0 0 0,0 0 0,0-1 0,-1 1 0,1-1 1,0 1-1,0-1 0,0 0 0,0 1 0,-1-1 0,1 0 0,0-1 0,0 1 1,-4-1-1,-7-1 292,-24-8 1,23 5-157,-110-23 455,39 17-2065,66 10-2893,1 0-3531,5 1-3019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17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11 6977,'-16'3'6037,"-12"-5"-2657,13 1-1856,-55-4 1676,44 2-2951,0 1 1,-1 2-1,1 0 0,-42 7 1,64-7-236,-25 6-3595,0-1-5384,12-3-860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19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662 49 8,'74'-7'678,"33"-12"4788,-97 17-4967,55-5 1844,-45 6 409,38-8 0,-58 9-2818,9-3 5265,-12 3-4526,2 0-701,-7 13-154,0-8 203,0 1 0,-1-2 0,1 1 1,-1-1-1,0 0 0,-1-1 0,1 0 1,-13 2-1,-9 1 31,-41 1-1,-325-1 139,37-3 194,358-3-381,-20 2 25,21-2-28,0 0 1,1 0-1,-1 0 0,0 0 0,0 1 0,0-1 0,0 0 1,0 1-1,0-1 0,1 0 0,-1 1 0,0-1 0,0 1 1,0 0-1,1-1 0,-1 1 0,0-1 0,1 1 0,-1 1 0,0-2 8,2 1-1,-1 0 0,0 0 0,0 0 0,0 0 0,0-1 0,0 1 1,1 0-1,-1 0 0,0 0 0,1-1 0,-1 1 0,0 0 0,1 0 1,-1-1-1,1 1 0,-1 0 0,1-1 0,0 1 0,0 0 0,16 14 191,-14-13-153,13 10 81,1-1 0,1 0 0,29 13 0,-4-4 22,82 25 0,64 13-3,-184-56-159,0-1 0,0 2 1,0-1-1,0 0 0,0 1 0,-1 0 0,6 4 0,-9-6 5,0 0 0,0 0 0,0 0 0,0 0 0,0 1 0,0-1 0,0 0 0,0 1 0,-1-1 0,1 0 0,0 1 0,-1-1 0,1 1 0,-1 0 0,0-1 0,1 1 0,-1-1 0,0 1 0,0-1 0,0 1 0,0 0 0,0-1 0,-1 1 0,1-1 0,0 1 0,-1-1 0,1 1 0,-2 1 0,-1 6 11,-1-1 0,-1-1 0,1 1 0,-1-1-1,-1 0 1,-11 13 0,-44 33-29,40-36 18,0 0 2,-1-2-1,0-1 1,-1 0-1,-1-2 1,-27 11-1,-23 10 27,71-32-23,0 1-1,0-1 1,0 1 0,1 0 0,-1 0 0,0 0-1,1 0 1,-4 4 0,5-5 4,0 0-1,0 0 1,0 0-1,1 1 1,-1-1-1,1 0 0,-1 1 1,1-1-1,-1 0 1,1 1-1,-1-1 1,1 0-1,0 1 1,0-1-1,0 1 1,0-1-1,0 0 1,0 1-1,0-1 1,1 1-1,-1-1 1,1 2-1,1 1 23,0-1 0,1 0-1,-1 0 1,1 0-1,-1 0 1,1 0-1,0-1 1,5 4 0,-3-2 21,1 1-2,0-1 1,1 0-1,0 0 0,0-1 1,0 0-1,0 0 1,13 3-1,55 8 145,-61-12-162,95 11 33,0-6 0,176-9 0,-184-6-1554,-35-3-3769,-61 10 4212,-3 1 349,-1 0 0,1 0 0,0-1 0,-1 1 0,1-1 0,-1 1 0,1-1-1,0 0 1,-1 0 0,2-1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19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54 6377,'0'-2'526,"-1"1"0,1 0-1,0-1 1,-1 1 0,1 0-1,-1 0 1,0 0 0,1-1-1,-1 1 1,0 0 0,0 0-1,0 0 1,0 0 0,0 0-1,0 0 1,-1-1 0,-20-12 3464,21 14-3813,-3-3 439,0 0 1,-1 1-1,0 0 0,1 0 0,-1 0 0,0 1 0,0 0 1,-8-2-1,11 6-487,1-1 0,-1 0 0,1 1 1,0 0-1,0-1 0,0 1 0,0-1 1,0 1-1,0 3 0,1 2-2,0 0 0,1 0 0,0 0 0,3 11 0,-1-2 66,44 163 451,-28-118-509,11 68-6,-30-128-131,2 6-20,0 1 0,-1-1 0,0 1 0,0-1 0,-1 1 0,0 0 0,-1-1 0,-1 9 0,0-12-1204,-1-26-13177,3 14 9460,-3-5-2332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20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21 6969,'-3'0'1090,"-1"-1"-1,1 1 0,0-1 1,0 0-1,0 0 0,-5-3 0,-7-2 1410,9 4-1780,1 1 0,-1 0 1,1 0-1,-1 0 0,0 1 0,-8 0 0,5 0-264,-11 1 551,20-1-985,-1 0 0,1 0 0,-1 0 1,1 0-1,-1 0 0,1 1 0,-1-1 1,1 0-1,-1 0 0,1 1 1,0-1-1,-1 0 0,1 1 0,-1-1 1,1 0-1,0 1 0,-1-1 0,1 1 1,0-1-1,0 1 0,-1-1 0,1 1 1,0-1-1,0 1 0,0-1 0,-1 1 1,1-1-1,0 1 0,0-1 0,0 1 1,0 0-1,0 9 83,1 0 1,0 0-1,0 0 1,1 0-1,5 17 1,-4-19-48,-1-1 1,1 0 0,1 0 0,0 0 0,7 11-1,-9-15-22,1 0-1,0 0 1,0 0-1,0-1 1,0 1-1,0-1 1,0 1-1,1-1 1,-1 0-1,1 0 1,-1-1-1,8 3 0,5 0 11,0-1 0,0 0 0,28 0 0,53-6 184,-53 1-191,-33 2-138,11 0-1800,0-1 0,-1-2 0,29-5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22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344 170 8,'-1'-4'710,"1"-1"1,-1 1-1,0 0 1,0 0-1,-1 0 1,1 0-1,-1 0 0,0 1 1,0-1-1,0 0 1,0 1-1,-1-1 0,1 1 1,-1 0-1,0 0 1,-5-5-1,-6-3 642,-1-1 1,-22-12-1,25 16-898,-2 0 0,1 1 1,-1 1-1,0 0 0,0 1 0,0 0 0,-1 2 0,-15-3 1,27 5-438,-1 1 0,1 1 0,0-1 0,-1 0 0,1 1 0,0-1 0,-1 1 0,1 0 0,0 0 0,0 1 0,0-1 0,0 1 0,0-1 0,0 1 0,0 0 0,1 0 1,-1 0-1,1 0 0,-1 1 0,1-1 0,0 1 0,0-1 0,0 1 0,-3 5 0,1 0 33,-1 1-1,2 0 1,-1 0-1,1 1 1,0-1-1,1 1 1,-1 11-1,2-17-21,1-1-1,0 1 0,1-1 0,-1 1 1,1-1-1,-1 1 0,1-1 0,0 1 1,0-1-1,0 0 0,1 1 0,-1-1 1,1 0-1,0 0 0,0 0 0,0 0 1,0-1-1,0 1 0,5 4 0,3 2 65,1 0 0,1-1-1,16 11 1,-27-19-91,43 25 98,59 23 0,17 9-65,-112-53-38,105 63-26,-99-57 11,0 0 0,-1 1 0,0 0 1,-1 1-1,18 23 0,-27-30-2,0 0 0,0 0 0,0 1 0,-1-1 0,1 1 0,-1 0 0,-1 0 0,1 0 0,-1 0 0,0 0 0,-1 0 0,1 0 0,-1 0 0,0 0 1,-1 0-1,0 0 0,0 0 0,0 0 0,-3 10 0,1-9 21,1 0 0,-1 0 1,0-1-1,-1 1 0,0-1 0,0 0 1,0 0-1,-1 0 0,0 0 1,0-1-1,0 0 0,-1 0 0,1 0 1,-1-1-1,-13 8 0,4-6 110,-1 0 1,0-1-1,0 0 0,0-1 0,0-1 0,-1 0 0,1-2 0,-18 1 1,6-2-1320,-30-5 1,-23-8-10316,59 8 2846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22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3225,'-5'2'7946,"-5"8"-3755,9-7-3976,0-1 0,-1 1 0,1-1 0,0 1 0,1-1 0,-1 1 0,0-1 0,1 1 0,-1 0 0,1 0 0,0-1 0,0 1 0,0 0 0,0-1 0,0 1 0,1 0 0,-1-1 0,2 5 0,0-3-154,-1-1 0,1 1 1,0 0-1,0-1 0,1 1 0,-1-1 0,1 0 1,0 1-1,-1-1 0,1 0 0,5 3 1,-4-3-601,1 2 0,-1-1 0,8 10 1,1 4-8516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23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54 6009,'-3'-7'2362,"2"4"-1626,0 0 0,0 0 0,0 0 0,0 0-1,0-1 1,0 1 0,1 0 0,0 0 0,0-1-1,0 1 1,0-5 0,0 7-681,1 1 1,-1 0-1,0 0 0,0-1 1,0 1-1,0 0 0,1 0 1,-1 0-1,0 0 0,0-1 0,0 1 1,1 0-1,-1 0 0,0 0 1,0 0-1,1 0 0,-1-1 1,0 1-1,0 0 0,1 0 1,-1 0-1,0 0 0,0 0 1,1 0-1,-1 0 0,0 0 1,0 0-1,1 0 0,-1 0 1,0 0-1,0 0 0,1 0 0,-1 1 1,0-1-1,0 0 0,1 0 1,-1 0-1,0 0 0,0 0 1,1 0-1,-1 1 0,0-1 1,0 0-1,0 0 0,0 0 1,1 1-1,-1-1 0,0 0 1,0 1-1,12 12-460,-10-11 575,16 20-270,-2 1 1,0 1-1,21 45 0,-8-6-3362,-18-35-1412,-1-3-5203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24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38 4289,'-15'-7'2582,"0"0"0,-22-5 0,23 8-1979,0 1 0,0 1-1,0 0 1,-1 1 0,-19 1-1,26 0-386,0 1-1,0 0 1,0 0 0,0 1-1,1 0 1,-1 0-1,0 1 1,1 0-1,-11 6 1,15-7-159,0 0 1,0 0-1,1 0 0,-1 0 0,0 1 1,1 0-1,-1-1 0,1 1 0,0 0 1,0 0-1,0 0 0,0 0 0,1 1 1,-1-1-1,1 0 0,0 1 0,0-1 1,0 1-1,0-1 0,1 1 1,-1-1-1,1 7 0,0-2 32,1 1 1,0-1-1,1 1 0,0-1 0,0 0 1,1 0-1,4 11 0,32 53 191,-22-43-219,5 12-36,32 84 1,-46-99-37,0 1 1,-2-1-1,-1 1 1,3 45 0,-5-17-4,2 77 38,-5-126-7,0 1 0,1 0 0,0 0 0,0 0 0,0-1-1,4 10 1,-4-13 29,0 0-1,1 0 1,-1 0-1,1 0 1,0-1-1,0 1 1,0-1-1,0 1 1,0-1-1,0 0 0,1 1 1,-1-1-1,1 0 1,0-1-1,3 3 1,9 3 122,1-1 0,-1 0 0,1-1 0,23 4 0,-28-7-558,1-1 0,-1 0 0,1 0 0,0-1 0,-1-1 0,1 0 1,12-2-1,-3-5-4074,-10-1-1499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24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57 150 3505,'0'-6'1306,"-1"1"0,0-1 0,0 0 1,0 0-1,-3-7 0,-2-3 1931,-16-28-1,5 11-796,14 22-1632,3 8-411,3 9-602,13 38 106,-2 1-1,11 59 1,-8-27 50,-6-30 142,3 1-1,1-2 1,33 69-1,-34-86-42,-11-20-416,1 0 0,0 0 0,1-1 0,0 0 0,0 0-1,8 9 1,-12-16 648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24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1 3969,'-2'0'6762,"-2"1"-3460,-13 4-622,10-3-2114,-14 3 73,0 2 1,0 0 0,1 2-1,0 0 1,-28 18 0,47-27-629,1 1 1,-1-1-1,1 1 1,-1-1 0,1 1-1,-1 0 1,1-1 0,-1 1-1,1 0 1,0-1-1,-1 1 1,1 0 0,0 0-1,0-1 1,-1 1 0,1 0-1,0 0 1,0-1 0,0 1-1,0 0 1,0 0-1,0 0 1,0-1 0,0 1-1,1 0 1,-1 0 0,0-1-1,0 1 1,1 0 0,-1 0-1,1 2 56,0-1 0,0 0 0,1 0 0,-1 0 0,0 0 1,1 0-1,-1 0 0,3 2 0,6 4 58,0-1 0,0-1 1,1 0-1,0 0 1,22 8-1,-14-7-25,0-2 1,0 0-1,21 2 0,-17-4 44,-1-1 1,27-2-1,-37-1-614,-1 0 0,1-1 1,0 0-1,-1-1 0,23-8 0,-30 8-2674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25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8,'38'-24'6591,"-26"15"-5186,0 1-1,1 1 1,15-7-1,-20 11-889,72-25 2346,-70 25-2474,1 1 1,-1 0-1,0 1 1,1 0-1,-1 0 1,13 2-1,-21-1-400,-1 0-1,1 1 1,-1-1 0,0 1-1,1-1 1,-1 1 0,0-1-1,1 1 1,-1 0-1,0 0 1,0 0 0,1 0-1,-1 0 1,0 0-1,0 0 1,0 0 0,0 0-1,-1 0 1,1 0-1,0 1 1,0-1 0,-1 0-1,1 1 1,-1-1 0,1 0-1,-1 1 1,1-1-1,-1 1 1,0-1 0,0 0-1,0 1 1,0-1-1,0 3 1,0 4-29,0-1 1,-1 0-1,0 0 0,0 0 0,-4 11 1,-1 4 59,1 1 0,1 0 1,1 0-1,1 0 1,1 0-1,1 0 0,1 0 1,7 38-1,-1-25 26,1 1-1,3-1 1,1-1-1,26 55 1,93 184-52,-129-270 1,0 0 1,-1-1 0,1 1 0,-1 0-1,0 0 1,-1 0 0,1 0 0,0 0 0,-1 0-1,0 0 1,0 0 0,0 0 0,-2 6-1,1-7 5,0 0 0,0 0 0,0 0 0,0 0 0,-1-1 0,0 1 0,1 0 0,-1-1 0,0 1 0,0-1 0,0 0 0,-1 0 0,1 0 0,0 0 0,-1 0 0,0 0 0,-4 2-1,-5 1 48,1-2-1,0 1 0,-1-1 0,0-1 1,1 0-1,-1-1 0,-13 0 0,4 0-718,-1 1-1456,-15 1-5755,18-1 378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30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14 136 768,'-1'0'476,"0"0"1,0-1-1,1 1 0,-1 0 0,0-1 0,1 1 1,-1-1-1,0 1 0,1-1 0,-1 1 0,0-1 1,1 1-1,-1-1 0,1 0 0,-1 1 0,1-1 0,-1 0 1,1 0-1,0 1 0,-1-1 0,1 0 0,0-1 1,0 1-192,0 0 0,0 1 0,0-1 1,1 0-1,-1 0 0,0 1 0,1-1 0,-1 0 1,1 0-1,-1 1 0,0-1 0,1 0 1,0 1-1,-1-1 0,1 1 0,-1-1 1,1 1-1,0-1 0,-1 1 0,2-1 0,0-1-94,0 0-1,0 0 0,0 0 0,0 0 0,0-1 1,-1 1-1,3-5 0,-2 4-56,0 0 0,-1 0 1,1 1-1,0-1 0,4-3 1,29-29 1609,-32 32-1720,-1 0 0,1 1 0,-1-1 1,1 1-1,0 0 0,0 0 0,0 0 0,0 0 0,0 1 0,1-1 1,-1 1-1,0 0 0,1-1 0,-1 2 0,1-1 0,-1 0 1,1 1-1,-1-1 0,1 1 0,0 0 0,-1 0 0,1 1 0,-1-1 1,1 1-1,-1 0 0,1 0 0,3 1 0,4 2-39,-1 1 1,1 0-1,-1 0 0,0 1 0,0 1 0,-1-1 1,0 2-1,0-1 0,-1 1 0,11 12 0,-15-15 3,0 0-1,-1 1 0,1-1 0,-1 1 1,0-1-1,-1 1 0,1 0 0,-1 0 1,0 0-1,-1 1 0,1-1 0,-1 0 0,0 11 1,-1-9 3,0 1 0,-1-1 0,0 0-1,0 0 1,-1 0 0,0 0 0,-1 0 0,-6 14 0,-4 3-20,-18 29 1,27-48 31,0-1-4,-1 1 0,1 0-1,-8 5 1,8-7 1,0 0-1,1-1 0,-1 1 0,1 0 0,0 1 1,0-1-1,-3 7 0,-2 4 32,7-13-24,0-1 1,0 1-1,0-1 0,0 1 0,0 0 0,0 0 0,1 0 1,-1-1-1,1 1 0,-1 0 0,1 4 0,0-6 66,0 0 0,1 1-1,-1-1 1,0 0 0,1 1-1,-1-1 1,0 0 0,1 0-1,-1 1 1,0-1-1,1 0 1,-1 0 0,1 0-1,-1 1 1,1-1 0,-1 0-1,0 0 1,1 0 0,-1 0-1,1 0 1,-1 0 0,1 0-1,0 0 1,12 1 340,-12-1-368,211-14 861,-200 13-893,-5 0-422,0-1 0,1 1 0,-1-1 0,0-1 0,12-5 0,-16 4-2513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30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10 7490,'-6'-8'11933,"3"7"-9356,4 6-1541,21 59-946,37 47 346,-30-66-2713,-21-36-1505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31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7570,'0'7'2835,"1"0"1,0 0-1,2 12 1,11 20-293,27 37-2639,-36-69 173,1 1 1,11 12-1,7 9-5437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31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50 10562,'-13'-4'2601,"-7"-4"-545,-12-3-375,2 4-193,-3 1-304,2 1-296,0 1-336,1-1-239,2 5-153,-1 0-96,1 3-24,6 2-40,-3 1-128,5 2-625,-4 1-1295,1 4-2089,1-2-7897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35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510 113 384,'-19'-19'8429,"13"13"-6519,3 3-1296,1 1 0,-1-1 0,0 0 1,0 1-1,-1-1 0,1 1 0,-7-3 1,-33-17 2268,18 14-2071,1 1-1,-49-8 1,-51 4 394,115 10-1149,1 1 1,0 0-1,0 1 1,-11 1-1,15-1-60,1 0 0,0 0 0,0 0 1,-1 0-1,1 1 0,0-1 0,0 1 0,0 0 0,0-1 0,1 1 0,-1 1 0,-4 4 0,0 0 7,1 0 1,1 1-1,-1 0 0,1 0 0,0 0 0,-4 11 0,1 2 13,5-14-3,0-1 0,1 1 0,0 0 0,0 0 0,0 0 0,1 0 0,-1 11-1,2-10-7,0-2 23,0 0 1,0 1-1,0-1 1,1 0-1,-1 0 0,2 1 1,-1-1-1,1 0 1,0 0-1,0 0 1,3 6-1,1-4 23,0 0 1,0 1-1,0-2 0,1 1 1,11 9-1,43 30 59,-33-26-56,147 117-3,-153-121-66,35 35 0,-48-43-4,-1 1 1,0 0-1,-1 1 1,0-1-1,0 1 1,5 15 0,-10-22 5,-1 1 0,0-1 0,0 1 0,0-1 0,0 1 0,-1-1 0,0 1 0,0 0 0,0-1 0,0 1 0,-1 0 0,0-1 0,0 1 0,0-1 0,0 1 0,-1-1 0,0 0 0,-2 5 0,0-4 18,0 0 0,-1 0 1,1 0-1,-1-1 0,0 1 1,0-1-1,-1-1 0,1 1 1,-1-1-1,1 0 1,-1 0-1,0 0 0,0-1 1,-1 0-1,1 0 0,-13 1 1,-3 1 54,0-2 0,0 0 0,-26-2 0,-70-8 77,80 5-96,26 2 12,-20-2-69,30 3 73,0 0 0,-1-1 0,1 0 0,0 1 0,0-1 0,0 0 0,0 0 0,0 0 0,0 0 0,0 0 0,-2-2 0,4 2-27,0 1 1,0-1-1,0 0 1,0 1 0,0-1-1,0 1 1,0-1-1,0 0 1,0 1 0,0-1-1,0 0 1,0 1-1,0-1 1,0 1-1,1-1 1,-1 1 0,0-1-1,1 0 1,-1 1-1,0-1 1,1 1 0,-1-1-1,0 1 1,2-1-1,10-14 1,-4 9-63,0 0 1,0 1-1,1 0 1,0 1-1,0 0 0,16-6 1,-8 4-36,93-31-2791,-81 27 402,-26 9 1916,20-7-3816,-11-1-3007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36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42 8,'1'-1'553,"0"0"1,0 1-1,0-1 0,0 0 1,0 0-1,-1 0 0,1-1 1,0 1-1,-1 0 0,1 0 1,-1 0-1,1 0 0,-1-1 1,1 1-1,-1 0 0,0 0 1,0-1-1,0 1 0,1 0 1,-1-1-1,-1 1 0,1 0 1,0 0-1,0-1 0,0 1 0,-1 0 1,1 0-1,0-1 0,-1 1 1,1 0-1,-2-2 0,2 3-507,0 0-1,-1-1 0,1 1 0,0 0 1,0 0-1,0 0 0,0 0 0,0 0 1,-1 0-1,1-1 0,0 1 0,0 0 1,0 0-1,0 0 0,-1 0 0,1 0 1,0 0-1,0 0 0,0 0 0,-1 0 1,1 0-1,0 0 0,0 0 0,0 0 1,-1 0-1,1 0 0,0 0 0,0 0 1,0 0-1,0 0 0,-1 0 0,1 0 1,0 0-1,0 0 0,0 1 0,0-1 1,-1 0-1,1 0 0,0 0 0,0 0 0,0 0 1,0 0-1,0 1 0,-1-1 0,1 0 1,0 0-1,-12 15 353,-8 20-301,9-14 113,1-1-8,-10 25 1,1 8 119,1 1 0,3 0 0,-9 69 0,22-101-159,0 0-1,2 0 1,0 0 0,6 35 0,-3-41-57,1 0 0,1 0 0,0-1 0,1 1 0,0-1 0,1-1 0,10 16 0,-4-9-55,1 0 0,1-2 1,1 1-1,1-2 0,0 0 0,1-1 0,21 15 1,50 29-2012,-58-42-1534,1-2-3491,-20-11 1588,-2-2-1070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37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0 564 2697,'8'-9'11897,"-2"2"-8516,-5 6-3326,0 0 0,1 0 0,-1 0 0,0 0-1,0 1 1,0-1 0,1 0 0,-1 1-1,0-1 1,1 0 0,-1 1 0,1 0 0,-1-1-1,0 1 1,2 0 0,19-1 336,42 2-1,-12 2-28,-43-3-155,0 0 0,0 0 1,0-1-1,0-1 0,0 1 0,0-1 1,0-1-1,-1 0 0,1 0 0,-1 0 1,0-1-1,0 0 0,0-1 0,9-6 1,-17 10-142,1 0 0,-1 1 0,1-1 0,-1 0 0,1 1-1,-1-1 1,1 0 0,-1 0 0,0 1 0,1-1 0,-1 0 0,0 0 0,0 0 0,0 1 0,1-1 0,-1 0 0,0 0 0,0 0 0,0 0 0,-1 0 0,1 0 0,0-3 174,-2 2-259,1 1-1,-1-1 1,0 1 0,1 0 0,-1 0 0,0 0 0,0 0 0,-3-1 0,-4-4-24,-24-16 19,-24-19 99,43 31-57,10 7 3,0 0 0,0-1 0,0 1 0,0-1 0,0 0 0,-4-7 0,0-1 58,1-1 0,0 0 0,-7-22 0,12 29-61,0 0 0,1-1 0,0 1 0,0 0 0,1-1 0,-1 1 0,1 0 0,1-1 0,-1 1-1,3-12 1,0 6-33,1 0 0,0 0-1,1 1 1,0-1 0,12-18-1,-12 23-30,0 0 0,0 0 0,1 1 0,0 0 0,0 0-1,0 1 1,1 0 0,0 0 0,12-7 0,-3 5-9,-1-1 1,1 2-1,1 1 1,-1 0-1,1 0 1,22-1-1,-27 4 0,1 1 0,0 1 0,0 0 0,-1 1 0,1 1 0,0-1 0,-1 2 0,1 0 0,12 5 0,-23-7 20,0 0 1,0 0-1,0 0 1,0 0-1,0 0 0,0 0 1,-1 0-1,1 1 1,0-1-1,-1 1 1,1 0-1,-1-1 0,0 1 1,1 0-1,-1 0 1,0-1-1,0 1 1,0 0-1,0 0 1,-1 0-1,1 1 0,0-1 1,-1 0-1,1 4 1,-1 3-86,0 0 1,0 0-1,-1 0 1,-4 16-1,2-9 232,-1 4-128,-1 0 0,-1-1 0,0 0 0,-12 23-1,-44 68-111,62-109 136,-1-1 0,1 1 0,0 0 1,-1-1-1,1 1 0,0 0 0,-1 0 1,1-1-1,0 1 0,0 0 0,0 0 1,-1-1-1,1 1 0,0 0 0,0 0 1,0-1-1,0 1 0,1 0 0,-1 0 0,0 0 1,0-1-1,0 1 0,0 0 0,1 0 1,0 1 22,0-1-1,0 0 1,0 0 0,0 0 0,0-1 0,0 1 0,0 0 0,0 0 0,0 0 0,1-1 0,-1 1-1,0-1 1,2 1 0,6 2 144,0-1-1,0 0 0,13 0 1,-12 0-203,48 3 241,76-2 0,-52-2-160,1-2-33,-28 0-5837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38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18 8,'-3'-9'23166,"7"8"-21598,-8 0-1291,-284-5-228,283 6-503,0 0 1,-1 1-1,1-1 1,0 1-1,-7 3 1,1 0-3760,1 3-3469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41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89 504,'-2'-8'7458,"2"7"-7135,0 1 0,0-1 0,0 1 0,-1-1 0,1 1 0,0-1 0,0 1 0,0-1 0,0 1 0,0-1 0,0 1 0,0-1 0,0 1 0,0-1 0,0 1 0,1-1 0,-1 1 0,0-1 0,0 1 0,0 0 0,1-1 0,-1 0 0,0 1-244,12-16 4016,-11 14-3928,1 0 0,0 0 0,0 0 0,0 0 0,0 1 0,1-1-1,-1 1 1,3-2 0,-5 3-161,10-6 141,-1 2 0,1-1-1,0 1 1,-1 1-1,2 0 1,-1 0 0,0 1-1,12-1 1,-15 2-144,6 0 21,0 1 1,20 1 0,-30 0-47,0-1 1,0 1-1,0-1 1,0 1-1,0 0 1,0 0-1,0 0 1,0 1 0,-1-1-1,1 1 1,-1-1-1,1 1 1,-1 0-1,1 0 1,-1 0-1,4 4 1,-5-4-5,0 1 0,0-1 1,0 0-1,0 1 1,0-1-1,-1 1 0,1-1 1,-1 0-1,1 1 0,-1 0 1,0 3-1,-4 30-303,3-29 311,0 3 15,-2 0 0,1-1 0,-1 1 0,-1-1 0,0 1 0,0-1 0,-1 0 0,-5 8 0,-7 6-9,-28 33 0,41-52 16,-1 1 0,1-1 0,-1 0-1,1 0 1,-10 6 0,14-10 3,0 0 0,0 1 0,0-1 0,0 0 0,0 0 0,0 0 0,0 0 0,0 0 0,0 0 0,0 0 0,0 0 0,0 0 0,0 0 0,0 0 0,0 0 0,0 0 0,0 0 0,0 0 0,0 0 0,0 0 0,0 0 0,0 1 0,0-1 0,0 0 0,0 0 0,0 0 0,0 0 0,0 0 0,0 0-1,0 0 1,0 0 0,0 0 0,0 0 0,0 0 0,0 0 0,0 0 0,0 0 0,0 0 0,0 0 0,0 1 0,0-1 0,0 0 0,0 0 0,0 0 0,0 0 0,0 0 0,0 0 0,0 0 0,0 0 0,-1 0 0,1 0 0,0 0 0,0 0 0,0 0 0,0 0 0,0 0 0,0 0 0,0 0 0,0 0 0,0 0 0,0 0 0,0 0 0,0 0 0,0 0 0,0 0 0,0 0 0,-1 0 0,1 0 0,7 1 811,8-2-158,175-4-628,-179 6-539,0-1-1,14-3 1,-21 3-726,-1-1 0,1 0 0,0 0-1,-1 0 1,1 0 0,3-3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41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6881,'2'-2'11944,"-1"5"-11915,-1 0 0,1 0 0,0-1-1,0 1 1,0 0 0,0-1 0,1 1 0,-1-1-1,1 1 1,2 2 0,2 5 14,44 62 315,-28-41-230,4-4-1477,-8-11-2987,-16-14 3558,-1-1-166,0-1 473,-1 1-1,1-1 0,-1 0 0,1 1 0,0-1 0,-1 1 1,1-1-1,0 0 0,-1 0 0,1 1 0,0-1 0,0 0 0,-1 0 1,1 0-1,0 0 0,0 0 0,-1 0 0,2 0 0,2 0-2819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42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4497,'0'0'6411,"1"7"-1714,15 19-3733,-5-5-635,1-1-1,1-1 1,1 0-1,0-1 1,19 19-1,-11-14-393,-10-9-1325,1-2-3527,-8-10 2086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42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44 8546,'-47'-12'6773,"-16"-4"-2768,39 10-3259,-49-3 0,56 8-718,0 1 0,0 1 0,0 0 0,-30 7 0,-2 7-2748,18-4-5402,17-6-1920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42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3841,'3'-6'3418,"9"-18"5078,2 4-3599,-14 20-4886,0 0 0,0-1 1,1 1-1,-1 0 0,0 0 0,0 0 0,0 0 0,0 0 0,1 0 0,-1 0 0,0 0 0,0 0 0,0 0 0,0-1 0,1 1 0,-1 0 0,0 0 0,0 0 0,0 0 0,0 0 0,1 0 0,-1 0 0,0 0 0,0 0 1,0 1-1,1-1 0,-1 0 0,0 0 0,0 0 0,0 0 0,0 0 0,1 0 0,-1 0 0,0 0 0,0 0 0,0 1 0,0-1 0,7 9-273,1 15-146,-7-24 429,58 161-17,-28-79 45,-9-29 55,4 7-37,-25-59-247,3 10-1680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43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 5857,'-3'1'12467,"-3"3"-10877,2-1-1568,0-1 0,0 1 0,0 0 0,0-1 0,-5 2 0,-9 5 120,10-4-59,-11 8 65,18-13-135,1 1 1,-1-1-1,0 1 1,1 0-1,-1-1 1,1 1-1,0 0 1,-1-1-1,1 1 1,-1 0-1,1 0 1,0-1-1,0 1 1,-1 0 0,1 0-1,0-1 1,0 1-1,0 0 1,0 0-1,0 0 1,0 0-1,0-1 1,0 2-1,1 0 53,0-1 1,0 1-1,0-1 0,-1 1 0,1-1 1,0 0-1,1 1 0,-1-1 0,0 0 1,0 0-1,0 0 0,1 0 0,-1 0 1,1 0-1,-1 0 0,1-1 0,2 2 1,30 9 502,-1-5-380,0-1 0,54 0 0,-11-1-32,48 3-3176,-123-7 3226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44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1557 57 1024,'0'-1'1074,"0"-1"1,0 1-1,-1-1 0,1 1 0,0 0 0,-1-1 0,1 1 0,-1 0 0,0-3 1,-11-10 2534,10 12-3410,-1-1 0,0 1 1,0 0-1,0 0 0,0 0 0,0 0 1,-7-2-1,3 2-123,-1 0 0,1 1 0,-1 0 1,1 0-1,-1 1 0,-11 0 0,-49 9 142,49-6-137,-21 3 14,-186 21 888,-116-11 672,-68-34-443,320 9-1303,-48-3 312,45 13-5428,73 3-2906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44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13 8658,'-1'-9'10903,"0"9"-10745,1 0 1,0 0-1,0 0 0,0-1 1,0 1-1,0 0 0,-1 0 1,1 0-1,0-1 0,0 1 0,-1 0 1,1 0-1,0 0 0,0 0 1,0-1-1,-1 1 0,1 0 1,0 0-1,0 0 0,-1 0 1,1 0-1,0 0 0,-1 0 0,1 0 1,-1 0-1,2 1-168,0 1 0,0-1 0,0 1 1,-1-1-1,1 1 0,0 0 0,-1-1 0,0 1 0,1 0 0,-1-1 1,0 1-1,0 0 0,0 2 0,3 10 123,4 5 27,0-2 1,2 1 0,13 20-1,-4-6-27,43 69 147,-43-72-1642,-18-29 1245,0 0 1,0 0-1,0 1 0,0-1 1,0 0-1,0 0 0,1 1 1,-1-1-1,0 0 0,0 0 1,0 1-1,0-1 0,0 0 0,0 0 1,0 0-1,0 1 0,-1-1 1,1 0-1,0 0 0,0 1 1,0-1-1,0 0 0,0 0 1,0 1-1,0-1 0,0 0 1,-1 0-1,1 0 0,0 0 1,0 1-1,0-1 0,0 0 1,-1 0-1,1 0 0,0 0 1,0 0-1,0 1 0,-1-1 1,1 0-1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45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512 36 904,'11'-7'9534,"-11"7"-9120,0-1 1,0 1-1,1-1 1,-1 0-1,-3-13 7340,-1 2-4562,7 12-1601,-8 3-2117,-18 3 567,-1-1-1,1-1 0,-27 1 1,-94-8 275,-26 2-4711,115 7-4266,30-3-1834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46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60 1056,'-46'-53'12001,"42"47"-9626,7 6-882,11 7-716,-11-5-1065,49 27 483,0 3-1,-3 2 0,0 2 0,-3 3 1,62 64-1,-94-88-90,-1 2 0,-1 0 1,0 0-1,-1 1 0,-1 0 0,0 1 0,-2 0 0,9 28 1,-13-33-65,-1 1 0,0 0 0,-1 1 0,0-1 0,-1 0 0,-1 1 0,0-1 1,-2 0-1,1 1 0,-2-1 0,-8 29 0,-1-10-224,-24 49-1,15-46-2677,-2-3-3741,3-12-3554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6:58.7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444 18 8,'-11'-18'16912,"8"23"-16063,3-5-829,-2 1 50,0-1 0,0 1 0,0-1 0,0 1 0,0 0 1,0 0-1,0 0 0,0 0 0,1 0 0,-1 1 0,0-1 0,-1 2 0,-10 7 322,1-4-19,9-5-315,-1 1 1,1 0 0,0-1-1,0 1 1,0 0-1,0 0 1,0 1 0,-4 4-1,4-4 13,0 0-1,-1 0 0,1-1 1,-1 1-1,0-1 0,-5 3 1,-6 4 184,-42 24 523,35-20-519,8-6-129,2 0 0,-1 1 0,-17 15 0,24-18-61,0-1 1,-1 1 0,0-1-1,-10 4 1,10-5-2,1 0 1,0 1 0,0 0 0,0 0-1,-7 6 1,10-7-27,1-1-1,-1 0 1,1-1 0,-1 1 0,0 0-1,1-1 1,-1 1 0,0-1 0,0 0 0,0 0-1,0 0 1,0 0 0,0-1 0,-1 1-1,-2 0 1,-7 2 194,13-3-225,0 0 1,0 0-1,0 0 1,0 0-1,0 0 0,0 0 1,-1 0-1,1 0 1,0 0-1,0 1 1,0-1-1,0 0 1,0 0-1,0 0 0,0 0 1,0 0-1,0 0 1,-1 0-1,1 0 1,0 0-1,0 0 0,0 0 1,0 0-1,0 0 1,0 0-1,0 0 1,0 0-1,-1 0 1,1 0-1,0 0 0,0 0 1,0 0-1,0 0 1,0 0-1,0 0 1,0 0-1,0 0 1,-1 0-1,1 0 0,0 0 1,0 0-1,0-1 1,0 1-1,0 0 1,0 0-1,0 0 0,0 0 1,0 0-1,0 0 1,0 0-1,0 0 1,0 0-1,-1-1 1,1 1 8,2-2-199,-3-1-1707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01.0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436 132 8,'9'-15'15401,"-9"15"-15273,-5 1 74,0 0 0,0 0 0,1 1 0,-1 0 0,-7 4 0,-6 2-91,3-4-19,1-1 0,-1-1 0,1 0 1,-1-1-1,1 0 0,-1-1 0,-19-3 1,-17 1 94,42 2-132,0-1-1,1-1 1,-15-3-1,-3-1 230,1 3-3,25 3-281,0 0 0,0 0 1,-1 0-1,1 0 0,0 0 0,0 0 1,0 0-1,-1 0 0,1 0 0,0 0 0,0 0 1,0 0-1,0 0 0,-1 0 0,1 0 0,0 0 1,0 0-1,0 0 0,-1 0 0,1 0 1,0-1-1,0 1 0,0 0 0,0 0 0,-1 0 1,1 0-1,0 0 0,0 0 0,0-1 1,0 1-1,0 0 0,0 0 0,0 0 0,0 0 1,-1-1-1,1 1 0,-3 2 43,2-1-42,1-1 31,-3-8 277,-2 6-333,0-1-1,1 1 0,-1 0 0,-7-1 0,3 0 57,0-2-54,8 4 16,0 0-1,0 1 1,0-1-1,0 0 1,0 1-1,1 0 1,-1-1-1,0 1 1,0-1-1,0 1 1,-1 0-1,1 0 1,-1-1-1,-17 0-28,11-5 315,8 5-313,1 1-1,-1-1 1,0 0-1,1 1 1,-1-1-1,1 1 1,-1-1-1,1 1 1,-1-1-1,1 1 0,-1-1 1,1 1-1,-1-1 1,1 1-1,0 0 1,-1-1-1,1 1 1,0 0-1,-1-1 1,1 1-1,0 0 1,-1 0-1,1 0 0,0 0 1,-1 0-1,2 0 1,0-1-13,0 1 0,0-1 1,0 1-1,0-1 0,-1 0 1,1 0-1,3-1 0,1-1 0,0 0 0,1 0-1,-1 1 1,1 0 0,0 1-1,0-1 1,9 0 0,36 0-268,-30 2 238,23-4 0,9-1 79,-49 6-3,-4-1 0,0 1 1,0-1-1,0 0 1,0 0-1,-1 0 1,1 1-1,0-1 0,0 0 1,0 0-1,0 0 1,0 0-1,0-1 1,-1 1-1,1 0 0,0 0 1,0 0-1,0-1 1,0 1-1,-1 0 1,1-1-1,0 1 0,0-1 1,0 1-1,0-2 1,-1 3-31,0-1 1,-1 0 0,1 1 0,-1-1 0,1 0 0,0 0-1,-1 0 1,1 1 0,-1-1 0,1 0 0,-1 0 0,1 0-1,-1 0 1,1 0 0,-1 0 0,1 0 0,0 0 0,-1 0 0,1 0-1,-1 0 1,1 0 0,-1 0 0,1 0 0,-1 0 0,1-1-1,-1 1 1,1 0 0,0 0 0,-1-1 0,0 1 0,1 0 3,-1-1-1,1 1 1,-1 0 0,1 0 0,-1-1 0,1 1 0,-1 0 0,1 0 0,-1 0 0,1 0 0,-1 0 0,1 0 0,-1 0-1,1 0 1,-1 0 0,1 0 0,-1 0 0,1 0 0,-2 1 0,1-1-25,1 1-1,-1 0 1,0-1 0,0 1-1,0-1 1,0 1 0,0-1 0,0 1-1,0-1 1,0 0 0,0 1-1,0-1 1,0 0 0,-2 0-1,3 0 87,0 0 0,-1 0 0,1-1 0,0 1 0,0 0-1,0 0 1,-1-1 0,1 1 0,0 0 0,0-1-1,0 1 1,0 0 0,0 0 0,0-1 0,0 1-1,0 0 1,0-1 0,-1 1 0,1 0 0,0-1-1,1 1 1,-1 0 0,0-1 0,0 1 0,0 0 0,0 0-1,0-1 1,0 1 0,0 0 0,0-1 0,0 1-1,1 0 1,-1 0 0,0-1 0,0 1 0,0 0-1,1 0 1,-1-1 0,5 0 363,-5 0-449,-6-4-586,4 4 483,-3-1 121,0 0 0,0 0 0,0 0 0,0 0 0,0 1 1,-1 0-1,1 0 0,-10 0 0,4-1 12,-8-1-21,-8-1 33,21 5 65,6-1-45,0 0 0,-1 0 0,1 0 0,-1 1 0,1-1 0,-1 0 1,1 0-1,0 0 0,-1 0 0,1 0 0,-1 0 0,1 0 0,-1 0 0,1 0 0,-1 0 0,1 0 0,-1 0 0,1 0 1,0 0-1,-1 0 0,1-1 0,-1 1 0,1 0 0,-1 0 0,1-1 0,0 1 0,-1 0 0,1 0 0,0-1 1,-1 1-1,0-1 0,1 1-4,0 0 0,0 1 0,0-1 0,0 0 0,0 0 0,0 1 0,0-1 0,0 0 1,0 0-1,0 0 0,0 1 0,0-1 0,0 0 0,0 0 0,0 0 0,-1 1 0,1-1 0,0 0 1,0 0-1,0 0 0,0 1 0,-1-1 0,1 0 0,0 0 0,0 0 0,0 0 0,0 0 0,-1 0 1,1 0-1,0 1 0,0-1 0,-1 0 0,1 0 0,0 0 0,0 0 0,0 0 0,-1 0 0,1 0 1,-13 5 44,11-5-23,1 0 0,-1-1 0,0 1 0,1-1 0,-1 1 0,0-1 0,1 1-1,-1-1 1,-2-1 0,-2-1-66,-11 2-1424,9 4-2322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01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38 2697,'-23'-14'10645,"19"11"-10072,0 0-1,0 1 0,0-1 1,-1 1-1,1 0 1,-1 0-1,1 0 1,-1 1-1,0 0 0,-8-2 1,10 5 153,6-2-495,-3 0-213,9 3 1213,-9-3-1250,0 0 1,1 0 0,-1 1-1,0-1 1,1 0 0,-1 0-1,0 0 1,0 1-1,1-1 1,-1 0 0,0 0-1,1 1 1,-1-1 0,0 0-1,0 0 1,0 1 0,1-1-1,-1 0 1,0 1-1,0-1 1,0 0 0,0 1-1,0-1 1,1 1 0,-1-1-1,0 0 1,0 1 0,0-1-1,1 20-150,-5 20 96,1-29 64,-1 0 1,0 0 0,-1 0-1,0-1 1,-11 16 0,-3 6-22,-20 24-138,33-44-2652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03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0 248,'5'2'20675,"-4"15"-20612,-1 27-1,-1-7 14,2-1 0,10 65 0,26 69 458,-25-123-466,6 25 104,-16-68-177,-1-1 0,0 1 0,0 0 0,-1 0 0,1 0 0,-1 1-1,0-1 1,0 0 0,0 0 0,-1 5 0,1-9-566,-1 1 0,0-1 1,0 1-1,0-1 0,0 1 0,0-1 1,0 0-1,0 1 0,0-1 0,0 0 0,0 0 1,0 1-1,0-1 0,0 0 0,0 0 0,0 0 1,0 0-1,0-1 0,0 1 0,0 0 0,0 0 1,0-1-1,-1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03.6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1 72,'-3'3'10506,"-5"1"-6661,-2 2-2582,5-2-958,1-1-97,0 1 0,-1 0 0,2 0 0,-1 0 0,-6 8-1,-9 12 105,9-10-197,7-10-91,0 0 0,0 0 1,0 0-1,-3 8 0,2-5 7,1 1 155,12 1 160,-1-4-200,0 0-1,0-1 0,0 0 1,1 0-1,0-1 0,0 0 0,0 0 1,10 1-1,79 7 108,-74-9-181,-12-1-76,0 1 0,-1 0 0,20 5 0,-18-4-231,-12-3 167,-1 0 1,0 0-1,0 0 0,1 0 1,-1 0-1,0 0 0,0 0 1,1 0-1,-1 0 0,0-1 0,1 1 1,-1 0-1,0 0 0,0 0 1,1 0-1,-1 0 0,0 0 0,0-1 1,0 1-1,1 0 0,-1 0 1,0 0-1,0 0 0,0-1 1,1 1-1,-1 0 0,0 0 0,0-1 1,0 1-1,0 0 0,0 0 1,0-1-1,1 1 0,-1 0 0,0 0 1,0-1-1,0 1 0,-13-11-8419,10 9 6605,-11-8-4899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04.6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46 368 1760,'-2'5'10732,"6"-5"-10326,0 0 0,0 1 0,-1 0 0,1-1 0,5 3 0,-6-2-374,1 1 1,-1-2 0,1 1-1,-1 0 1,6 0-1,6-1 213,-8 0 18,1 0-1,-1 0 1,1-1 0,-1 0-1,1 0 1,9-3-1,-10 2 338,-3 1 529,-12 0-867,0 1-127,1-1 0,-1 0 0,1-1-1,-1 1 1,1-1 0,0-1-1,0 1 1,-11-7 0,7 4-38,1-1 1,0-1-1,1 0 1,0 0 0,-10-10-1,16 13-40,-1-1 0,1 0 0,0 0-1,0 0 1,0 0 0,1 0 0,0-1-1,0 1 1,0-1 0,0 1 0,1-1 0,0 0-1,0 0 1,1 1 0,0-1 0,0 0 0,1-9-1,0 7-51,0 0 1,0 0-1,1 1 0,0-1 0,0 0 0,1 1 0,0 0 0,0 0 0,1 0 0,0 0 0,0 0 0,8-9 0,-1 6-56,0 1-1,1 0 0,0 0 1,0 1-1,1 1 0,0 0 1,26-9-1,-22 12-2,-1 0 0,1 1 0,-1 0 0,1 1-1,0 1 1,18 2 0,-25-1 17,0 0-1,0 1 0,0 1 1,0-1-1,0 1 1,-1 1-1,1 0 0,-1 1 1,18 8-1,-26-11 23,0 0-1,0 0 1,0 0 0,-1 0-1,1 0 1,0 0 0,0 0-1,-1 0 1,1 0 0,-1 0-1,1 0 1,-1 1 0,1-1-1,-1 0 1,0 0 0,1 1-1,-1-1 1,0 0 0,0 0-1,0 1 1,0-1 0,0 0-1,0 1 1,-1-1 0,1 0-1,0 0 1,-2 3 0,0 4-22,-1 0 0,-6 14 1,8-20 34,-6 11 3,0 0 1,-2 0 0,-12 14-1,10-12 3,-13 20 0,20-28-9,1-1-1,1 0 1,-4 10-1,5-14 8,1 0 0,-1 1 0,1-1 0,-1 0 0,1 0 0,0 1 0,0-1 0,0 0 0,0 1-1,0-1 1,1 0 0,-1 0 0,1 1 0,0 1 0,0-3 19,-1 0-1,1-1 1,0 1 0,0 0 0,0 0-1,-1-1 1,1 1 0,0-1 0,0 1-1,0-1 1,0 1 0,0-1-1,0 0 1,0 1 0,0-1 0,0 0-1,0 0 1,0 1 0,2-1 0,26 0 175,-16 0-156,19 0-22,1 0 0,-1-3 0,50-9 0,-76 9-1493,-32-9-18160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05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17 2112,'-5'-6'7634,"-4"-4"-35,6 10-6265,4 5-1670,1 12 190,-2-15 156,0-1-1,0 1 1,0-1-1,1 1 1,-1-1 0,0 1-1,0-1 1,1 0-1,-1 1 1,1-1 0,0 0-1,-1 1 1,1-1-1,0 0 1,0 2 0,4 4 33,1-1 0,-1 1 0,1-1 0,0 0 1,0-1-1,1 1 0,0-1 0,0-1 0,9 6 1,-5-5-15,-1 0 0,0 1 0,0 0 0,0 0 0,-1 1 1,11 10-1,-15-12-4,-4-4-46,0 0-1,1 0 0,-1 0 0,0 1 1,0-1-1,0 0 0,0 0 1,0 1-1,0 1 0,0-2 11,-1 0 1,0-1-1,0 1 0,0 0 0,0 0 0,-1-1 1,1 1-1,0 0 0,0 0 0,0-1 0,-1 1 1,1 0-1,0-1 0,0 1 0,-1 0 1,1-1-1,-1 1 0,1-1 0,-1 1 0,1 0 1,-1-1-1,1 1 0,-1-1 0,1 0 0,-2 2 1,-4 3 59,1 0 0,-1 0 0,-1 0 0,1-1 0,-1 0 0,1 0 0,-1-1 0,0 0 1,-1 0-1,-7 2 0,-22 4 73,-1 1-198,-59 7-1,73-13-1446,17-3-905,-1 0 1,1 0-1,-11 0 1,-2-2-5356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19.1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12504 14537 8,'23'11'1123,"-16"-7"-235,0-1 1,0 0 0,8 3 0,-12-5-665,0-1 0,0 1 0,-1-1 0,1 0 0,0 0 0,0 0 0,-1 0 0,1 0 0,0-1 0,0 1 0,-1-1 0,6-1 0,-1-1 24,0 1-37,0-1 0,0 0 1,0 0-1,8-7 0,14-10 183,-1-1 1,-1-1-1,33-38 1,69-63-223,-21 22-80,-84 72-52,34-48 0,-30 36 13,142-179 99,-104 135-76,-23 25 5,53-100-1,-77 126-58,86-157-94,-34 42 94,-10 17 126,-14 34-52,41-123 0,-29 30 162,-49 144-212,12-43-56,17-164-1,-33 177 26,-9-136 0,-47-124-37,40 290 11,-62-245 2,-27-1 6,66 211-28,-65-115 0,32 93-7,6 13 23,-1-10-35,-5 3 1,-136-157-1,35 100 21,164 152 29,-153-115-55,87 68 31,-140-78 58,50 34-12,69 34-28,-117-73-21,-495-240 78,683 364-53,-112-59 27,-416-194 18,-24 10-69,-78-34 76,510 229-45,-604-240-142,-4 25 91,316 107 78,101 37-51,-645-222 48,136 49 106,127 28 199,546 203-265,-523-234 190,556 241-177,-584-290 597,282 112-144,347 190-442,-296-190 303,254 153-252,-139-104 107,173 119-154,-255-205 151,297 227-151,-78-92-1,73 76-44,-201-247 226,103 99-90,18-13 322,1-105 1105,117 276-1386,-134-462 1102,136 443-1165,5-1 0,2-1-1,-1-121 1,22-5-61,26-57-123,-24 206 60,32-94 1,-43 147-41,36-86 66,-28 72-34,0 1-1,0 1 1,18-22-1,47-55 105,71-86-90,15 14 91,-125 132-118,2 3 0,61-38 0,-48 41 7,1 3 1,80-25-1,-79 30 11,-19 6-34,185-57 87,-214 68-89,2-2 23,1 1 0,-1-1 0,10-5 0,-27 2-658,4 2 630,0 0 0,0 0 1,-12-8-1,-3-2-16,-157-89 24,178 101 8,-9-7 318,11 8-327,0 0 0,-1 0 0,1 0 0,0 0 1,0 0-1,0-1 0,0 1 0,0 0 1,0 0-1,0 0 0,0 0 0,-1 0 0,1 0 1,0-1-1,0 1 0,0 0 0,0 0 0,0 0 1,0 0-1,0 0 0,0-1 0,0 1 0,0 0 1,0 0-1,0 0 0,0 0 0,0-1 1,0 1-1,0 0 0,0 0 0,0 0 0,0 0 1,0 0-1,0-1 0,1 1 0,-1 0 0,0 0 1,0 0-1,0 0 0,0 0 0,0-1 0,0 1 1,0 0-1,0 0 0,1 0 0,-1 0 1,0 0-1,0 0 0,0 0 0,0 0 0,0 0 1,1 0-1,0-2 31,-1 2-38,0 0-1,0-1 1,1 1-1,-1 0 1,0-1 0,0 1-1,0 0 1,1-1-1,-1 1 1,0 0 0,0-1-1,0 1 1,0 0-1,0-1 1,0 1-1,0 0 1,0-1 0,1 1-1,-1 0 1,0-1-1,-1 1 1,1-1 0,0 1-1,0 0 1,0-1-1,0 1 1,0 0 0,0-1-1,-1 0 1,1 1-5,5-4 66,-5 3-62,0 1-2,0-1 0,1 1 1,-1-1-1,0 1 0,1-1 0,-1 1 0,0 0 0,1-1 0,-1 1 1,1 0-1,-1-1 0,1 1 0,-1 0 0,1-1 0,-1 1 1,1 0-1,-1 0 0,1 0 0,-1-1 0,1 1 0,-1 0 0,2 0 1,11-2-228,6 3 77,0 1 0,-1 1-1,0 1 1,28 9 0,34 6 103,-67-17 53,64 12 37,-80-10-257,0-1 1,-1 0-1,0 0 1,0 0-1,-6 3 1,-6 3 211,1 2 0,0-1 0,0 2 1,1 0-1,0 0 0,1 2 0,-18 22 0,28-31 22,0 0 0,0 0 1,1 0-1,0 0 0,0 0 0,1 0 0,-1 0 0,1 1 0,0-1 0,0 6 0,0 9-1033,1 28 0,1-36-182,1 35-6315,-1-19-353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25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0 8,'5'0'4320,"14"1"3093,-18-1-7249,0 0 1,0 0-1,-1 0 1,1 0 0,0 1-1,0-1 1,0 0-1,0 1 1,0-1-1,-1 1 1,1-1 0,0 1-1,0-1 1,-1 1-1,1-1 1,0 1 0,0 1-1,0-1 44,1 1 0,0-1 0,0 1 0,0-1 1,0 0-1,0 0 0,0 0 0,0 0 0,0 0 0,0 0 0,1-1 0,-1 1 0,4 0 0,14 5 589,-52 2 698,3-5-1060,-1-1 0,1-1 0,-35-3-1,-6 0-207,45 2-1603,-40-5 1,36-2-4668,28 6 5325,-1 1-1,1-1 1,-1 1-1,0-1 0,1 0 1,0 0-1,-1 0 1,1 0-1,0 0 1,-1 0-1,1 0 0,0 0 1,0 0-1,0-1 1,-2-1-1,2-3-856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25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27 8,'1'0'301,"1"0"-1,-1 0 1,1 0-1,-1-1 1,1 1-1,-1 0 1,1-1-1,-1 1 1,1-1-1,-1 0 1,0 1 0,1-1-1,4-5 3583,-5 5-3167,0 1 1,-1-1-1,1 0 1,-1 0-1,1 0 0,-1 0 1,1 0-1,-1 0 1,0 0-1,0 0 1,1 0-1,-1 0 0,0-2 1,0 3-564,-1 1-1,0 0 1,1-1 0,-1 1 0,1-1 0,-1 1-1,0-1 1,1 1 0,-1-1 0,0 0 0,1 1 0,-1-1-1,0 0 1,0 1 0,1-1 0,-1 0 0,0 0-1,0 0 1,1 0 0,-1 0 0,-1 0 0,-25 3-273,22-2 380,-114-2 1143,36-1-3021,29 6-5058,42-2 1068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34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66 2000,'-1'-2'7354,"0"-3"-3196,25-15 2840,-19 16-6878,1 1 1,0 0-1,0 0 1,1 0 0,-1 1-1,0 0 1,1 0-1,0 0 1,6 0-1,18-2-1,-7 1-6,29-1-1,-29 4 6,-13-1 48,-1 1 0,1 0 0,15 3 0,-25-3-170,0 1-1,0-1 1,0 1 0,0-1-1,0 1 1,0 0 0,0-1 0,0 1-1,0 0 1,0-1 0,0 1-1,-1 0 1,1 0 0,0 0 0,-1 0-1,1 0 1,0 0 0,-1 0-1,1 0 1,-1 0 0,0 0-1,1 0 1,-1 0 0,0 1 0,0-1-1,0 0 1,0 0 0,0 0-1,0 0 1,0 2 0,0 1-7,0 0-1,0-1 1,-1 1 0,0 0-1,1 0 1,-2 0 0,1-1-1,-2 5 1,-3 5 32,-1 0-1,-1-1 1,0 0 0,-1 0 0,-16 17-1,7-9-16,12-14 4,0 1-1,0-1 1,-1 0-1,1-1 0,-1 0 1,-15 9-1,16-12 79,0 1 0,0-1 0,-12 2 0,11-3-24,1 1 0,0-1-1,-12 6 1,26-10 643,0 1 0,0 0 0,16-2 0,-1 1-630,3 0-41,-1 1-1,42 1 0,2 1-98,-61 0-257,16-1 260,-24 1-122,1 0 0,-1 0 0,1 0 0,-1 0 0,1 0 0,-1 0 0,1-1 0,0 1 0,-1 0 0,1 0 0,-1 0 0,1 0 0,-1-1 0,0 1 0,1 0 0,-1-1 0,1 1 0,-1 0 0,1-1 0,-1 1 0,0 0 0,1-1 0,-1 1 0,0-1 0,1 1 0,-1-1 0,0 1 0,0-1 0,1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35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14 7050,'-2'-12'12603,"0"10"-11815,2 3-711,0-1 1,0 1 0,0-1-1,0 0 1,0 1 0,1-1-1,-1 1 1,0-1-1,0 0 1,0 1 0,0-1-1,0 0 1,1 1 0,-1-1-1,0 0 1,0 1-1,0-1 1,1 0 0,-1 0-1,0 1 1,1-1 0,-1 0-1,0 0 1,1 1 0,-1-1-1,1 0 1,2 5-124,1 0 1,0 0 0,4 9-1,2 3 73,4 6 30,-4-8 1,-1-1 0,23 26 0,-15-19 50,0 1-1220,-3-12-4556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35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5081,'12'-1'12459,"-12"1"-12317,1 0 1,-1 0-1,0 1 1,0-1-1,0 0 1,0 0-1,0 0 1,0 0-1,0 1 1,0-1-1,0 0 0,0 0 1,0 0-1,0 1 1,0-1-1,0 0 1,0 0-1,2 5-79,0 0 1,0 0-1,1 0 0,0-1 0,4 6 0,66 75 608,-48-56-1133,-14-15-853,-6-5-1957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35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 61 3401,'-11'-10'6755,"-6"2"-3586,-18-2-662,27 7-1327,-24-5-392,0 1-1,0 1 1,-1 2 0,-37 0 0,57 4-811,0 1-1,0 1 1,1 0 0,-24 8-1,-20 9-3357,22-7-2207,10-4-2052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36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811 33 80,'20'-2'20292,"-29"-3"-19401,-3 0-756,0 0 0,0 1-1,-1 1 1,1 0 0,-1 1 0,1 0 0,-1 1-1,-15 0 1,-5 2-15,-63 9 0,-110 34 407,10-3-2530,62-26-9894,104-14 2562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36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5513,'-3'1'15061,"-1"3"-11834,5-1-3193,0 1 1,0 0-1,0 0 0,0 0 1,-1 0-1,0 5 0,1-6-1,0 10 94,1-1-1,0 1 0,1 0 1,7 18-1,24 47 162,-6-15-141,-19-47-95,-7-14-130,-1 1-1,1-1 1,-1 0-1,0 1 1,0-1-1,0 1 0,0-1 1,0 1-1,0 0 1,0 3-1,-1-6-61,0 0 0,0 0 0,0 1-1,0-1 1,0 0 0,0 0 0,0 0 0,0 0-1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36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582 29 7378,'2'-5'4305,"-1"5"-3827,-1-1 0,0 1 1,0-1-1,0 1 0,-1-5 3349,0 4-3348,1 0-149,0 0 0,0 0 0,-1 0 0,1 0 0,-1 1 0,1-1 0,-1 0 0,1 0-1,-1 0 1,1 1 0,-1-1 0,1 0 0,-1 1 0,0-1 0,0 1 0,1-1 0,-1 0 0,0 1 0,0 0 0,-1-1 0,2 1-104,-23 0-132,-234 3 135,64 8-994,174-10 53,-16 5-3506,13 1-3128,15-5 3888,-7 2-5893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40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984 31 8,'2'0'176,"1"0"-1,0-1 1,-1 1 0,1-1 0,0 0-1,-1 0 1,3-1 0,-2 1 681,-1 0 1,0 0 0,1 0 0,-1 0-1,1 1 1,12-9 8839,-15 9-9676,-13 1-509,-4 0 709,0 0 0,-27-4 0,8 0 148,-367-5 2189,193 14-1830,56-6 319,68 7-713,84-6-193,8 2 332,9 2 197,407 112-321,-421-116-357,33 11 7,-31-11-33,-1 0 0,0 0 0,0 0 0,0 0 0,0 1 0,-1-1 0,1 1 0,0-1 0,0 1 0,-1 0 0,1-1 0,2 5 1,-4-5 3,0 0 1,0 1-1,1-1 1,-1 0 0,0 0-1,0 0 1,0 0 0,0 0-1,0 1 1,0-1 0,-1 0-1,1 0 1,0 0 0,-1 0-1,1 0 1,0 0-1,-1 0 1,1 0 0,-1 0-1,0 0 1,1 0 0,-1 0-1,0 0 1,0 0 0,-1 1-1,-1 1 31,0 0 1,-1 0-1,1 0 0,0-1 0,-6 4 0,-84 35 74,57-27-78,2 2 0,-48 29 0,-16 10 15,12-7-16,11-7-2,61-34 10,7-1 6,7-6 8,0 0 1,0 0 0,0 0-1,0 1 1,0-1-1,0 0 1,0 0 0,0 0-1,0 0 1,0 1 0,0-1-1,0 0 1,0 0 0,0 0-1,0 0 1,1 0 0,-1 0-1,0 1 1,0-1-1,0 0 1,0 0 0,0 0-1,0 0 1,1 0 0,-1 0-1,0 0 1,0 0 0,0 0-1,0 0 1,0 0 0,1 0-1,-1 0 1,0 0-1,0 0 1,0 1 0,0-2-1,1 1 1,-1 0 0,0 0-1,0 0 1,0 0 0,0 0-1,1 0 1,-1 0 0,0 0-1,0 0 1,105-4 1411,35 0-1292,354-16 130,-468 18-441,150-9 570,-60 8-3256,-133 8-10977,6-1 5606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40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8,'4'-8'8996,"0"-3"-3998,-1 2-1128,0-2 133,-3 10-3856,0 1 0,0-1 1,0 1-1,0-1 1,0 1-1,0-1 0,0 1 1,0-1-1,0 1 0,1-1 1,-1 1-1,0-1 1,0 1-1,0 0 0,1-1 1,-1 1-1,0-1 1,0 1-1,1 0 0,-1-1 1,0 1-1,1 0 1,-1-1-1,0 1 0,1 0 1,-1-1-1,1 1 1,-1 0-1,1-1 0,4 21-758,-2-8 622,0 1 0,1-1-1,6 13 1,2 5 10,4 22-29,14 79 0,-25-91 17,2 80 0,-6-111 1878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41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6 8434,'-4'-6'14746,"0"7"-13802,0 1-931,-1 0 0,1 1 0,-1-1 0,1 1 0,-5 4 1,-10 4 5,16-9-17,0-1 0,0 1 0,1-1 1,-1 1-1,0 0 0,1 0 0,-1 0 0,1 1 1,-2 2-1,2-3 45,-3 4-71,5-6 31,0 0 0,0 0 1,0 0-1,0 0 0,0 1 1,0-1-1,0 0 1,0 0-1,0 0 0,0 0 1,1 0-1,-1 0 0,0 0 1,0 1-1,0-1 0,0 0 1,0 0-1,0 0 0,0 0 1,0 0-1,0 0 1,0 0-1,0 0 0,0 1 1,0-1-1,1 0 0,-1 0 1,0 0-1,0 0 0,0 0 1,0 0-1,0 0 0,0 0 1,0 0-1,1 0 1,-1 0-1,0 0 0,0 0 1,0 0-1,0 0 0,0 0 1,0 0-1,1 0 0,-1 0 1,0 0-1,0 0 0,0 0 1,0 0-1,0 0 1,0 0-1,1 0 0,47 1 1091,90 12-1,22 11-1398,-139-20-1389,-35-1-8052,4-3 4568,-3-1-4755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45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96 8,'5'-4'641,"0"0"0,0 1 0,0 0 0,0-1 0,1 2 0,6-4 0,-6 3 964,1 0 0,-1 0 0,10-7-1,-16 10-1431,0 0-1,0-1 0,1 1 0,-1 0 0,0 0 1,0 0-1,1-1 0,-1 1 0,0 0 0,0 0 1,0-1-1,1 1 0,-1 0 0,0-1 0,0 1 1,0 0-1,0 0 0,0-1 0,0 1 0,0 0 1,0-1-1,0 1 0,1 0 0,-1-1 0,0 1 1,-1 0-1,1-1 0,0 1 0,0 0 0,0-1 1,0 1-1,0 0 0,0-1 0,0 1 0,-11-9 1129,-17-2-1569,28 11 274,-26-6 315,-1 2 0,1 0 0,-35 0 1,48 3-63,12 1-250,-13-1 249,1 1 0,-1 0-1,-19 3 1,29-2-238,0 0 0,0 0 1,0 0-1,1 0 0,-1 1 0,0-1 0,1 1 1,-1 0-1,1 0 0,0 1 0,-1-1 0,1 1 0,0-1 1,1 1-1,-1 0 0,-3 4 0,2-1-3,1-1-1,-1 1 1,1 0 0,0 0-1,1 0 1,-1 0 0,1 0-1,0 1 1,-1 10-1,2-13 7,1 0 0,0 1 0,0-1 0,1 0 0,-1 0 0,1 0-1,0 0 1,0 0 0,0 0 0,1 0 0,-1 0 0,1 0 0,0 0-1,0-1 1,0 1 0,5 4 0,2 5 56,2-1-1,-1-1 1,1 0 0,1-1-1,0 0 1,1 0 0,13 7-1,40 19 62,82 52-97,-141-83-79,0-1 1,0 1-1,-1 1 1,0-1-1,0 1 1,9 12-1,-14-16 22,0-1 0,0 1 0,0 0 0,0 0 0,-1-1 0,1 1-1,0 0 1,-1 0 0,1 0 0,-1 0 0,0 0 0,0 0 0,1 0 0,-1 0 0,-1 0 0,1 0 0,0 0 0,0 0 0,-1 0 0,1 0-1,-1 0 1,0 0 0,1 0 0,-1-1 0,0 1 0,0 0 0,0 0 0,0-1 0,-1 1 0,1-1 0,0 1 0,-3 2 0,-1 0 19,0-1 0,0 1 0,0-1 1,0 1-1,-1-2 0,1 1 0,-1 0 0,0-1 1,1 0-1,-1-1 0,0 1 0,-9 0 1,-9 1 109,-44-2 1,47-1-57,-3-1 56,1-2-1,-1 0 0,-26-7 0,30 5 19,19 5-81,-1 0 0,1 0 0,0-1 1,-1 1-1,1-1 0,0 1 0,0-1 0,-1 1 0,1-1 1,0 0-1,0 1 0,0-1 0,0 0 0,0 0 0,0 0 1,0 0-1,0 0 0,0 0 0,0 0 0,-1-2 1,2 2-26,0 0 0,0 0 0,0-1 0,0 1 0,0 0 0,0 0 0,0 0 0,0 0 0,1 0 0,-1 0 0,0 0 0,0 0 0,1 0 0,-1 0 0,1 0 0,-1 0 0,1 0 0,0 1 0,-1-1 0,1 0 0,0 0 0,-1 0 0,1 1 0,0-1 0,0 0 1,1 0-1,4-3-88,0 0 0,-1 1 0,1-1 0,1 1 1,-1 1-1,0-1 0,1 1 0,12-3 1,6 1-64,27-1 0,-36 4 82,17-2-190,107-9-3697,-128 8 2762,-7 1-1238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46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19 8,'0'-19'18456,"-22"42"-17547,-26 69-539,44-83-315,-7 17 77,1 0 1,-11 49 0,14-42 12,0 0 0,3 1 0,-1 58 0,5-75-53,1 0 0,1 1 1,1-1-1,0-1 0,1 1 0,1 0 0,0-1 1,1 0-1,12 21 0,-12-26-26,0-1-1,0 0 1,1-1-1,1 0 1,-1 0-1,2 0 1,-1-1 0,1 0-1,0 0 1,1-1-1,10 6 1,-12-10-514,-1 0 1,1 0 0,0 0-1,0-1 1,10 1 0,1 0-3522,0-1-3368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47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0 486 4377,'18'-1'7685,"0"-2"-4274,18-1-1296,21 7-999,-41-2-734,0 0-1,0-1 1,0 0 0,1-1-1,18-4 1,-35 5-347,0-1 0,0 1 0,0 0 0,0 0 0,0 0 0,0 0 0,0 0 0,1 0 0,-1 0 0,0-1 0,0 1 0,0 0 0,0 0 0,0 0 0,0 0 1,0 0-1,0 0 0,0 0 0,0-1 0,0 1 0,0 0 0,-1 0 0,1 0 0,0 0 0,0 0 0,0 0 0,0 0 0,0 0 0,0-1 0,0 1 0,0 0 0,0 0 0,0 0 0,0 0 0,0 0 0,0 0 0,-1 0 0,1 0 1,0 0-1,0 0 0,0 0 0,0 0 0,0 0 0,0-1 0,0 1 0,0 0 0,-1 0 0,1 0 0,0 0 0,0 0 0,0 0 0,0 0 0,0 0 0,0 0 0,-1 0 0,-13-7 68,-23-8-466,34 14 366,-66-24 40,60 20 12,0 1 1,0-1 0,0-1 0,0 0 0,-8-7 0,12 8-2,0 0 0,1-1-1,0 1 1,0-1 0,0 0 0,0 0 0,1-1-1,0 1 1,1-1 0,-1 1 0,1-1 0,0 0 0,1 0-1,0 0 1,0 0 0,0 0 0,2-14 0,-1 7-91,2 0 1,-1 0-1,2 0 1,0 1-1,1-1 1,0 1-1,1 0 1,8-15-1,-9 20-17,1-1-1,0 1 1,1 1 0,0-1-1,0 1 1,1 0 0,0 0-1,0 1 1,0 0 0,1 0 0,0 1-1,0 0 1,0 0 0,1 1-1,0 0 1,0 0 0,0 1-1,0 0 1,0 1 0,0 0-1,1 1 1,-1 0 0,1 0-1,-1 1 1,1 0 0,0 0-1,-1 1 1,0 1 0,14 3-1,-18-3 26,0 0-1,0 0 0,0 1 0,-1 0 1,1 0-1,-1 0 0,0 1 0,0-1 0,0 1 1,0 0-1,-1 0 0,0 0 0,1 1 1,-1-1-1,-1 1 0,4 5 0,-3-2 10,1 0 0,-1 0 0,0 1 0,-1-1 0,0 1 0,0-1 0,-1 1 0,0 0 0,-1 10 0,-2-3 17,-1 1 0,0-1 0,-1-1 0,-1 1 0,-1 0 0,-13 25 0,0 3 41,11-26-7,6-14-27,0 0-1,0 0 0,0 0 1,1 0-1,0 0 0,0 0 1,0 0-1,-1 6 0,3-9 23,-1 0-1,0 0 0,1 0 1,0 0-1,-1 0 0,1 0 1,-1 0-1,1 0 1,0 0-1,0 0 0,0 0 1,-1-1-1,1 1 0,0 0 1,0-1-1,0 1 1,0 0-1,0-1 0,0 1 1,0-1-1,0 0 0,1 1 1,-1-1-1,0 0 1,0 0-1,1 1 0,34 4 436,9-5-250,0-2-1,47-9 1,-9 2-263,-79 8 523,5-1-3564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48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40 2369,'2'-6'9785,"0"-7"-1072,-19 14-7171,-66-11-1695,-32-2 1357,58 13-4185,42 1-956,-27 5 0,25-1-6860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52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22 8,'0'-22'20745,"0"22"-20515,-1 1-95,1 0-1,0 0 1,0-1-1,0 1 1,0 0-1,0-1 1,0 1-1,0 0 1,0 0 0,0-1-1,0 1 1,0 0-1,0-1 1,0 1-1,1 0 1,-1-1-1,0 1 1,1 1-1,1 4-208,6 49 159,3-1 0,2 0 0,33 87 0,23 27 123,-65-159-161,0 0-1,11 15 1,1 5 252,-15-33-3187,0-21-12539,-2 16 9298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52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0 6521,'-9'3'14607,"-7"6"-12053,-8 8-4916,18-11 3742,-2 1-1323,7-7-47,0 1-1,0-1 1,1 1 0,-1 0 0,0 0-1,0-1 1,1 1 0,-1 0-1,0 0 1,1 0 0,-1 0-1,1 0 1,-2 1 0,-2 5 86,4-7-80,-1 1 1,1 0 0,-1-1 0,1 1 0,0 0 0,-1-1-1,1 1 1,0 0 0,-1 0 0,1-1 0,0 1 0,0 0-1,0 0 1,-1 0 0,12-4 2830,15-7-2945,-21 8 78,1 1 0,0 0 0,-1 1 1,1-1-1,-1 1 0,1 0 0,7 2 1,41 8-26,-27-4 30,36 12-20,-43-12 12,-1 0 0,22 2 0,-35-8-458,-10-3-2497,-10-2-3065,-9 0-2325,7-2 578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4 465 504,'26'-9'10355,"2"6"-5568,31 4-3148,-21 1-84,32-4 1338,-95-1-3396,9 1 651,1 0 1,-1-1-1,1-1 0,0 0 1,1-1-1,-1-1 0,-24-13 1,35 18-66,1-1 0,0 0-1,-1 0 1,1 0 0,0-1 0,0 1 0,0-1 0,1 1 0,-1-1 0,1 0-1,-1 0 1,1 0 0,0-1 0,0 1 0,0 0 0,1-1 0,-1 1 0,1-1-1,0 0 1,-2-6 0,2 2 8,1 2-45,-1 0 0,1 0 0,0 1 0,0-1 0,2-11 0,1 0-56,1 0 1,1 1-1,1-1 1,1 1-1,13-26 1,-13 30-52,1 1 0,0 0 0,1 0 0,0 1 0,1 0 1,0 0-1,18-12 0,-15 13 0,0 1 0,1 0 0,-1 1 0,1 0 0,27-7-1,-32 11 23,0 1-1,0 0 1,0 0-1,1 1 0,-1 1 1,0-1-1,1 2 1,-1-1-1,0 1 0,0 0 1,10 3-1,-16-2-4,0-1 0,0 1 0,0 0 0,0 0 0,0 0 0,0 0 0,0 1 0,-1-1 0,1 1-1,-1-1 1,0 1 0,0 0 0,0 0 0,0 0 0,0 0 0,2 5 0,0 3-18,1 0 0,-2 0 0,5 22 0,-5-19 42,-1 0 1,-1 0-1,0 1 0,-1-1 1,-1 0-1,0 1 1,-1-1-1,0 0 1,-2 0-1,1 0 1,-1-1-1,-1 1 0,-1-1 1,-11 21-1,8-20 31,-12 28 0,21-41 8,0-1 0,0 1 1,-1-1-1,1 1 0,0-1 0,0 0 1,0 1-1,1-1 0,-1 1 1,0-1-1,0 0 0,0 1 1,0-1-1,0 1 0,0-1 0,0 0 1,1 1-1,-1-1 0,0 0 1,0 1-1,1-1 0,-1 0 1,0 1-1,0-1 0,1 0 0,-1 1 1,0-1-1,1 0 0,-1 0 1,0 0-1,1 1 0,-1-1 1,1 0-1,-1 0 0,0 0 0,1 0 1,-1 0-1,1 0 0,-1 1 1,0-1-1,1 0 0,0 0 1,23 2 786,-19-2-870,201-3 659,-175 1-591,-27 2-366,1-1 1,0 0-1,0 0 0,-1 0 1,1 0-1,5-3 1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54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15 4281,'-2'-8'8756,"-4"4"-3768,4 3-4734,1 1 0,-1-1 0,0 1-1,0 0 1,0-1 0,0 1-1,0 0 1,-2 1 0,-3-1-468,1 1 1,0 1-1,-1-1 1,-8 4-1,12-3 240,0-1-1,0 1 0,0-1 0,1 1 1,-1 0-1,0 0 0,1 0 0,-1 1 0,1-1 1,-1 1-1,1-1 0,0 1 0,0 0 0,0 0 1,1 0-1,-1 0 0,1 0 0,0 0 1,-1 0-1,1 0 0,1 1 0,-2 3 0,2-3 66,-1 1 0,1-1 0,0 0-1,1 0 1,-1 1 0,1-1 0,0 0 0,0 0-1,0 0 1,0 0 0,1 0 0,0 0-1,0 0 1,0 0 0,0-1 0,0 1-1,6 5 1,7 6 129,0-1 0,2 0 0,29 18 1,-26-18-214,0 0 1,23 22-1,-43-35-23,0-1 0,1 1 0,-1-1 0,0 1 0,0 0 0,1-1 0,-1 1 0,0-1 0,0 1 0,0-1 0,0 1 0,0 0 0,0-1 0,0 1 0,0-1 0,0 1 0,0-1 0,0 1-1,0 0 1,0-1 0,-1 1 0,1-1 0,0 1 0,0-1 0,-1 1 0,1-1 0,0 1 0,-1-1 0,1 1 0,0-1 0,-1 1 0,1-1 0,-1 0 0,0 1 0,-16 14-90,7-10-145,0 0 0,0-1-1,0 0 1,-1-1-1,0 0 1,1 0 0,-1-1-1,-13 1 1,-13-1-4332,-41-3-1,65 0 2702,-32 0-6490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55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49 8,'1'-1'543,"-1"0"1,1 0-1,-1 0 0,1 0 1,-1 0-1,0 0 0,0 0 1,1 0-1,-1 0 0,0 0 1,0 0-1,0-1 0,0 1 1,0 0-1,-1-2 0,2-12 6524,-1 15-6950,1-1 1,-1 1-1,0-1 1,0 1-1,0 0 0,1-1 1,-1 1-1,0 0 1,1-1-1,-1 1 1,0 0-1,1-1 0,-1 1 1,0 0-1,1 0 1,-1-1-1,1 1 1,-1 0-1,0 0 0,1 0 1,-1 0-1,1 0 1,-1-1-1,1 1 1,-1 0-1,1 0 0,-1 0 1,0 0-1,2 0 1,-2 0 30,4-2-45,4-1 401,-9 1-229,-5 2-60,5 0-367,1 1 84,-1 0 0,0 0 0,0 0 0,0 0 0,0 0-1,-1 0 1,1 0 0,0-1 0,0 1 0,-1 0 0,-1 0 0,-11 8 89,-22 32 69,31-36 18,0 1 1,0-1 0,0 0 0,-1 0-1,1-1 1,-1 0 0,-1 0 0,1 0-1,0 0 1,-11 3 0,-12 9 1424,20-11-1470,8-4-48,0 0-1,0 0 1,0-1-1,0 1 1,-1 0 0,1-1-1,0 1 1,0-1-1,-1 1 1,1-1-1,-2 0 1461,4 0-1390,0 0 0,-1-1 0,1 1 0,-1 0 0,1-1 0,-1 1 0,1 0 0,-1-1 0,1 1 0,-1-1 0,1 1 0,-1-1 0,1 1 0,-1-1 0,0 0 0,1 1 0,-1-1 0,0 1 0,1-1 0,-1 0 0,0 1 0,0-1 0,0 0-1,0 1 1,0-1 0,0 0 0,0 0 0,0 1-89,-16 1-1111,-2 15 1035,4-9 174,-11 6-1941,6-6-2853,9-4-1300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7:56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86 1968,'-8'-41'10500,"8"39"-10118,0 0 0,1 0 0,-1 0 1,0 0-1,1 0 0,-1 0 0,1 0 0,-1 0 0,1 1 1,0-1-1,0 0 0,0 0 0,0 1 0,0-1 0,2-2 1,-1 2-294,-1 1 1,1 0-1,-1 0 1,1 0 0,-1 0-1,1 0 1,0 0-1,0 0 1,-1 1 0,1-1-1,0 0 1,0 1-1,0 0 1,0-1-1,0 1 1,3 0 0,5 1-84,-1 0 0,1 0 0,-1 1 0,1 0 0,-1 1 0,17 7 0,52 30 74,-56-26-43,0 1-1,-1 2 1,0 0-1,34 39 1,-37-36-1,-1 0 0,-2 2 0,0 0 0,-1 0-1,-1 2 1,-2-1 0,0 1 0,10 36 0,-16-43-3,-1 0 0,0 1 0,-2-1 0,0 1 0,-1 0 0,0-1 0,-2 1 0,0 0 0,-1 0 0,-1-1 0,0 1 0,-2-1 0,-8 24 1,7-28 50,0 1 0,-1-1 0,0 0 0,-1-1 0,-10 13 1,11-17-140,1-1 1,-1-1-1,0 1 1,-1-1-1,0 0 1,0-1-1,0 0 1,-16 7-1,-11 2-4195,11-6-2864,4-1-2725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12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604 51 8,'0'-6'6698,"-3"-8"718,5 11-6047,-5 6-112,-33-14-628,-14 4 546,-61 0 0,61 5-468,-28-1 370,-86 6 1,161-2-1070,0-1 0,-1 0 0,1 1 0,0 0 0,0 0 0,1 0 0,-1 0 0,0 0 0,0 0 0,0 1 0,1-1 1,-1 1-1,1 0 0,-1 0 0,1 0 0,0 0 0,-1 0 0,1 1 0,0-1 0,1 0 0,-1 1 0,-2 3 0,3-4 7,-6 8 25,1 0 0,-6 14 0,3-7-10,7-14 10,0 0 1,0 0-1,1 1 0,-1-1 1,1 0-1,0 1 0,0-1 1,0 1-1,-1 7 0,3-10 6,0 1 0,0 0-1,0 0 1,1-1-1,-1 1 1,0-1 0,1 1-1,-1-1 1,1 0-1,-1 1 1,1-1 0,0 0-1,0 0 1,2 1-1,58 28 225,77 26-1,-43-20-246,-66-24-33,5 2-37,0 0 1,48 31 0,-81-44 30,0 0 0,-1 0 1,1 0-1,-1 0 1,1 0-1,-1 0 0,0 0 1,0 1-1,1-1 0,-1 1 1,0-1-1,0 1 1,0-1-1,0 1 0,-1 0 1,1 0-1,0-1 1,-1 1-1,1 0 0,-1 0 1,1 0-1,-1-1 1,0 1-1,0 0 0,0 0 1,0 0-1,0 0 0,0-1 1,-2 5-1,1-3 3,0 0-1,0-1 1,-1 1-1,0 0 1,1-1-1,-1 1 1,0-1-1,0 0 1,0 0 0,-1 1-1,1-1 1,0-1-1,-1 1 1,1 0-1,-1 0 1,0-1-1,-3 2 1,-9 2-26,0 0 0,0 0 0,0-2 0,-1 0 0,1 0 1,-21-1-1,-95-6-6321,128 4 5980,-36-5-5598,14 2-1082,4 0 3390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12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1096,'0'-6'20431,"6"34"-20223,-4-21-132,0 0-1,0 1 1,1-1-1,0 0 1,7 11-1,1 5 118,-6-13-78,1 1 1,12 15-1,-4-7-2659,-9-12 59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12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2745,'11'-14'9326,"-10"13"-8928,0 1-1,0-1 1,-1 1 0,1-1 0,0 1-1,0-1 1,0 1 0,0 0-1,0-1 1,0 1 0,0 0 0,1 0-1,0 0-323,-1 0 1,1 0-1,0 0 0,-1 1 0,1-1 1,0 1-1,-1-1 0,1 1 0,-1 0 0,1 0 1,-1-1-1,1 1 0,-1 0 0,1 0 1,-1 1-1,0-1 0,2 2 0,20 22-95,-2 2-1,34 54 1,-28-40 72,-26-39-276,0 0 1,0-1-1,-1 1 0,1 0 0,0 0 1,-1 0-1,1 0 0,-1-1 1,1 1-1,-1 4 0,0-5-256,0 0 0,0-1 0,0 1 0,0 0-1,0 0 1,0-1 0,-1 1 0,1 0 0,0 0-1,-1-1 1,1 1 0,0 0 0,-1-1 0,1 1-1,-1 0 1,1-1 0,-2 2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14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60 2336,'-32'-18'4088,"20"11"-2986,1 1-1,-1 0 1,0 1 0,-16-5 0,20 8-857,0 0 0,0 1-1,-1-1 1,1 2 0,0-1-1,-15 2 1,20-1-229,-1 1-1,1 0 1,0-1-1,-1 1 1,1 1-1,0-1 1,0 0-1,-1 1 1,1 0 0,0-1-1,1 1 1,-1 1-1,0-1 1,1 0-1,-1 0 1,1 1 0,-1 0-1,-3 5 1,3-3 57,1 0 1,-1 1-1,1-1 1,0 1 0,0 0-1,1-1 1,0 1-1,0 0 1,0 0 0,1 0-1,-1-1 1,1 1-1,1 0 1,-1 0 0,2 6-1,3 10 237,1-1 0,14 36 0,-8-24-258,3 9-25,-3 0 1,11 69-1,-17-74 1,2 31 210,24 85 1,-31-148-164,0-1 1,1 1 0,0-1-1,0 1 1,0-1 0,0 0-1,0 0 1,1 0 0,0 0-1,0-1 1,0 1 0,0-1-1,1 0 1,-1 1 0,1-1-1,0-1 1,0 1 0,8 4-1,8 3 171,27 11-1,-41-19-206,1 0 0,0 0 0,0 0 0,0-1 0,0 0 0,0 0 0,0-1 0,10 0 0,-16 0-143,0 0 1,-1 0-1,1-1 0,0 1 1,0 0-1,0 0 1,0 0-1,-1-1 1,1 1-1,0 0 0,0-1 1,-1 1-1,1-1 1,0 1-1,-1-1 1,1 1-1,0-1 0,-1 1 1,1-1-1,-1 0 1,1 1-1,-1-1 1,1 0-1,-1 1 0,1-1 1,-1 0-1,0 0 1,1-1-1,-1-1-1113,1 0 1,-1-1-1,0 1 0,0 0 1,-1 0-1,0-5 0,0 2-881,0-7-3242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14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94 1664,'2'-8'1952,"-1"-1"0,0 1 0,-1-1-1,0 1 1,0 0 0,-1-1 0,-2-11-1,2 16-1605,0-5 1920,3 7-1539,2 6-1082,-2-1 309,0 0 0,-1 1 0,1-1 0,-1 1-1,0-1 1,0 1 0,0 0 0,0 0 0,-1-1 0,1 7 0,1 8 31,32 182 62,-28-160-7,22 78 192,-18-90-99,-7-23-406,-1 1 1,0-1-1,0 1 0,0 0 0,-1-1 0,2 13 1,2-36-15189,-2 9 12647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14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2 1488,'-2'-1'8487,"-3"4"-5931,-5 7-1653,-4 9 838,-26 36 614,38-51-2232,0-1-1,0 1 0,0-1 0,1 1 0,-1 0 0,1 0 0,0-1 1,-1 8-1,2-9-58,0 0 1,0 0 0,1 0-1,-1 0 1,0 0 0,1 0 0,-1 0-1,1 0 1,0 0 0,-1 0-1,1-1 1,0 1 0,0 0-1,0 0 1,0-1 0,1 1 0,-1 0-1,3 1 1,1 2 43,1-1 1,0 0-1,0 0 0,0 0 1,0-1-1,1 0 0,0 0 0,-1-1 1,1 1-1,0-2 0,0 1 1,0-1-1,0 0 0,0 0 1,13-1-1,6-1-29,1-1 1,47-10-1,-67 11-157,20-6 232,-26 7-245,0 0 0,1-1 0,-1 1 0,0-1 0,1 0 0,-1 1 0,0-1 0,0 0 1,0 0-1,1 1 0,-1-1 0,0 0 0,0 0 0,1-3 0,-2 4-158,1-1 1,-1 0 0,0 1-1,0-1 1,0 0 0,0 1-1,0-1 1,0 0 0,0 0-1,-1 1 1,1-1 0,0 0-1,0 1 1,0-1 0,-1 0-1,1 1 1,0-1 0,-1 1-1,1-1 1,-1 1 0,1-1-1,0 0 1,-1 1 0,1-1-1,-1 1 1,0 0 0,0-1-1,-17-11-5012,-2 3 1238,-5 0-273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15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4633,'0'-5'1837,"0"-1"0,1 1 0,0-1-1,1-6 1,-1 11-1555,-1-1 0,0 1 0,1-1 0,-1 1 0,1 0 0,0-1 0,0 1 0,-1 0 0,1-1 0,0 1 0,0 0 0,0 0 0,0-1 0,0 1 0,0 0 0,1 0 0,-1 0 0,0 1 0,2-2 0,-1 2-282,-1-1-1,1 1 0,0 0 0,0 0 1,0 0-1,0 0 0,-1 0 0,1 1 1,0-1-1,0 0 0,0 1 0,-1-1 1,1 1-1,0 0 0,-1 0 0,4 1 1,24 20-326,-22-17 342,29 26-98,45 49 0,-76-75 32,0 0 1,-1 0 0,1 1-1,-1 0 1,0 0 0,-1 0-1,1 1 1,-1-1 0,3 12-1,-5-16 39,3 20-217,4 41-1,4 59 275,-4-55-16,-2-30 5,2 0 1,23 67-1,-8-30-11,-22-69-43,0 0 1,0 0 0,0 0 0,0 0-1,-1 0 1,1 0 0,-1 0 0,-1 0-1,0 7 1,0-9 7,1-1-1,-1 0 1,0 0-1,0 0 1,0 0-1,0 0 1,0 0-1,-1 0 1,1-1-1,0 1 0,-1 0 1,1-1-1,-1 1 1,0-1-1,0 1 1,1-1-1,-1 0 1,0 0-1,0 0 1,0 0-1,0 0 1,0 0-1,-4 1 1,-11 1-674,-1 0 0,-33 2-1,-6 0-9138,42-3 3956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20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50 856,'5'-3'16620,"-10"4"-15860,-5 1 2,0-1 1,0 0-1,-14 0 0,-12 0 107,-9 7-111,31-5-861,0 0 0,-1-1 0,1-1 0,-22-1 0,29-1-1064,1-1 0,-1 0 0,0 0 0,0 0 0,1-1 0,-13-7-1,-5-2-3846,20 9 3884,-1 1 1,1-1-1,0 0 1,0 0-1,-5-4 1,2 0-766,-4-1 1362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20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46 1080,'-10'-8'9048,"1"1"-3634,-27-11-1521,25 15-3736,0 1-1,-1 0 1,-20 0 0,-18 0-209,-10 0-3102,21 6-6011,22-1 1482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21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0 162 8,'3'-65'13404,"-2"58"-12422,-1 1-1,1 0 0,0 0 0,0 0 1,4-11-1,-3 14-841,-2 0-1,1 0 1,0 0 0,-1 0-1,1 0 1,-1-1-1,0 1 1,0 0 0,0 0-1,0 0 1,-1 0 0,0-5-1,0 5 709,5 9-1379,5 13 22,-4 0 540,1 1 0,1-2-1,1 1 1,14 23 0,-2-4 83,36 63 209,-55-100-428,0 1 0,-1-1 0,1 1 0,-1-1 0,1 1 0,-1-1 1,1 1-1,-1 0 0,0-1 0,0 4 0,0-5-100,0 1 1,0-1-1,0 0 0,0 1 1,-1-1-1,1 0 0,0 1 1,0-1-1,0 0 0,0 1 1,-1-1-1,1 0 1,0 0-1,0 1 0,-1-1 1,1 0-1,0 0 0,0 1 1,-1-1-1,1 0 0,-1 0 1,0 1-363,1-1 0,-1 0 0,0 0 0,0 0 0,0 0 1,1 1-1,-1-1 0,0-1 0,0 1 0,0 0 0,0 0 0,1 0 1,-2-1-1,-10-1-7347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21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567 27 328,'-5'-1'12034,"-9"-1"-9335,-54-4-187,-26-3-1522,-129 5 1,155 6-4724,0-5-5764,41-1 3181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22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8,'-9'7'11852,"8"-6"-11413,-1 17 2663,8 17-2289,-1-18-509,0-1 1,2-1-1,0 1 0,1-1 0,0-1 1,1 1-1,15 16 0,-20-25-407,0 0-1,0 0 1,5 10 0,-9-16-2,0 0 0,0 0 0,0 1 0,0-1 0,0 0 1,0 0-1,1 0 0,-1 1 0,0-1 0,0 0 1,0 0-1,0 1 0,0-1 0,0 0 0,-1 0 0,1 0 1,0 1-1,0-1 0,0 0 0,0 0 0,0 0 0,0 1 1,0-1-1,0 0 0,0 0 0,0 0 0,-1 0 1,1 1-1,0-1 0,0 0 0,0 0 0,0 0 0,-1 0 1,1 0-1,0 1 0,0-1 0,0 0 0,-1 0 1,1 0-1,0 0 0,0 0 0,0 0 0,-1 0 0,1 0 1,0 0-1,0 0 0,0 0 0,-1 0 0,1 0 0,0 0 1,0 0-1,-1 0 0,1 0 0,0 0 0,-13-4-7700,6 1 3149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22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33 1976,'-1'-1'482,"1"0"-1,0 0 1,-1 0-1,1 0 1,-1 0-1,1 0 1,-1 0-1,0 0 0,1 0 1,-1 0-1,0 1 1,0-1-1,0 0 1,1 0-1,-1 1 1,0-1-1,0 0 0,0 1 1,-1-1-1,-21-10 5023,22 11-5421,0-1 1,0 1-1,0-1 1,-1 1-1,1-1 0,0 1 1,0 0-1,-1 0 0,1 0 1,0 0-1,-1 0 1,1 0-1,0 0 0,0 0 1,-1 0-1,1 1 0,0-1 1,0 1-1,0-1 1,-1 1-1,-1 0 0,2 0-97,-8 2 89,0-1-1,0 1 0,0-2 0,-1 1 1,-13 0-1,-51-4 387,47 1-385,-61-4-1513,30 0-3402,11 0-2708,21 3 1466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25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212 110 8,'3'-10'328,"-5"-12"4526,1 11-2060,0 3-1209,-1 1-1,0-1 0,-6-13 1,7 20-1509,1-1-1,-1 1 1,0-1 0,0 1 0,-1 0 0,1-1 0,0 1-1,0 0 1,-1-1 0,1 1 0,-1 0 0,1 0 0,-1 0-1,1 1 1,-1-1 0,1 0 0,-1 1 0,0-1 0,0 0 0,1 1-1,-1 0 1,0-1 0,0 1 0,1 0 0,-1 0 0,0 0-1,0 0 1,0 1 0,1-1 0,-4 1 0,-1 0-50,0 1 0,-1-1 0,1 1 1,0 1-1,0-1 0,1 1 0,-8 4 0,4 1 108,0 0 0,0 0 0,1 0 0,0 1 0,-7 11 0,11-16-51,1 1-1,0-1 0,0 0 0,0 1 0,0 0 0,1-1 0,-1 1 0,1 0 0,1 0 1,-1 0-1,1 1 0,0-1 0,-1 10 0,0 6 238,0 8 91,6 3 118,2-1 1,19 60-1,2 8-101,13 5-137,-30-72-247,5 8 39,-13-34-86,-1 0 0,1 0 0,-1 0 0,-1 0-1,1 0 1,-1 11 0,0-10 3,-1-1-1,1 1 0,-1-1 0,-1 1 1,1-1-1,-1 0 0,-3 7 0,4-9 31,-1-1 0,0 0-1,0 0 1,1 1-1,-2-1 1,1-1-1,0 1 1,-1 0 0,1 0-1,-1-1 1,0 1-1,0-1 1,-6 4-1,3-3 33,-18 7-3297,21-9 1512,-1 0-1,1 0 1,-1 0 0,0-1-1,-5 0 1,-3 0-7143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26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1672,'-3'3'22049,"4"-2"-21374,1 0-979,-1 8-182,0 4 458,0 0 0,1 0 0,7 21 0,-1 0 40,6 12 16,-4-18 12,-3-13-30,-2-4 4,-4-9-13,0 1-1,0-1 1,0 0 0,0 0-1,0 1 1,-1-1-1,1 0 1,-1 3 0,0-4-5,-2-3-2339,-14-7-10285,5 5 4007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27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12 8,'16'-12'21940,"-41"25"-22015,10-8 256,0-1 0,0-1 1,-1 0-1,1-1 1,-1-1-1,0 0 0,1-1 1,-23-3-1,-28-4 273,2 1-1703,21 4-7774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35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83 8,'-12'-9'2280,"0"0"1,0 0-1,-1 1 0,-26-12 0,17 8-849,17 10-1148,-1-1 0,1 1 0,-1 0 0,1 0 0,-1 1 0,0 0 0,1 0 0,-1 0 0,-10 0 0,13 1-275,-1 0 0,1 1 0,0-1 0,-1 1 0,1 0 0,0 0 0,-1 0 0,1 0 0,0 0-1,0 1 1,0-1 0,0 1 0,0 0 0,0 0 0,1 0 0,-1 0 0,-3 5 0,-15 12 51,16-16-30,1 1 0,0 0 0,-6 7-1,3-5 26,7-6-44,-1 1 0,1-1 0,-1 1 0,1-1 0,-1 1 0,1-1 0,0 1 0,-1-1 0,1 1 0,0-1 0,-1 1 0,1-1 0,0 1 0,0 0 0,-1-1 0,1 1 0,0 0 0,0-1 0,0 1 0,0 0 0,0-1 0,0 1 0,0 0 0,0 2 45,0 0 1,1-1-1,0 1 1,-1 0-1,1-1 0,0 1 1,0-1-1,0 1 1,1-1-1,-1 1 1,0-1-1,1 0 1,0 0-1,0 1 1,-1-1-1,4 2 0,5 5 9,0-1-1,14 8 1,-9-5-46,-10-7-16,80 61-24,-84-63-10,0-1 0,1 0 0,-1 1 0,0-1 0,1 0 1,-1 1-1,0 0 0,0-1 0,0 1 0,-1 0 0,1-1 0,0 1 1,-1 0-1,1 0 0,-1-1 0,1 1 0,-1 0 0,0 2 0,0-2 17,0-1-1,0 1 0,-1-1 1,1 1-1,-1-1 0,0 0 1,1 1-1,-1-1 0,0 0 1,0 0-1,1 1 0,-1-1 1,0 0-1,0 0 0,0 0 1,-1 0-1,1 0 0,0 0 1,0 0-1,0-1 0,-1 1 1,1 0-1,-3 0 0,-4 3 91,-1-1-1,0 0 1,0-1 0,0 0-1,0 0 1,-1-1-1,1 0 1,-14-1 0,-8-2-18,-38-8 1,4 1-1822,50 8 227,-23-4-7646,27 3 4458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35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58 8,'0'-5'2209,"0"0"0,-1 1 0,0-1 0,-2-7 0,-1-5 3091,2 7-2456,1 19-2068,-1 9-805,-4 0 153,-42 161 284,46-169-331,1-1-1,0 0 0,1 1 1,0-1-1,0 0 0,1 1 0,0-1 1,1 0-1,4 14 0,-4-16 10,0-1-1,1 1 0,0-1 0,0 1 1,1-1-1,0 0 0,0-1 0,0 1 0,1-1 1,0 1-1,0-1 0,11 8 0,-4-5 78,1 0 0,23 10 0,-31-15-432,0-2-1,1 1 1,-1-1-1,9 2 1,-12-3-210,1 0 1,-1 0 0,1 0-1,-1 0 1,1 0 0,-1 0-1,0-1 1,1 0 0,-1 1-1,1-1 1,1-1 0,-3 2-132,11-20-14521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36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54 8,'0'-2'901,"1"0"-1,-1 0 1,0-1 0,0 1 0,0 0-1,0-1 1,-1 1 0,1 0 0,-1 0-1,1-1 1,-2-2 0,-1-13 4336,4 12-1729,1 14-3718,1 14-686,-2 7 896,-1-14 46,-1 23 1,-8 155 914,8-181-736,2 0 1,-1 0-1,5 17 1,-5-26-141,1 0-1,0 1 0,0-1 1,1 0-1,-1 0 1,1 0-1,-1 0 1,1-1-1,0 1 0,0 0 1,0-1-1,0 1 1,1-1-1,-1 0 0,1 1 1,4 2-1,0-1 53,-1 0 0,1-1-1,0 0 1,14 5 0,-19-7-254,0-1 1,0 0-1,0 0 1,0 1-1,0-1 1,1-1-1,-1 1 1,0 0-1,3-1 1,-3 0-267,-1 1 0,1-1 0,0 0 1,-1 1-1,0-1 0,1 0 1,-1 0-1,0 0 0,1 0 0,-1 0 1,0-1-1,0 1 0,2-3 0,14-23-11136,-11 14 7039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36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 3641,'-10'3'4258,"0"1"-3164,-115 39 6935,60-28-10616,48-13-2157,-31 2-1,28-4-193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36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1864,'1'0'303,"-1"0"-1,1-1 0,-1 1 0,1-1 1,-1 1-1,1-1 0,-1 1 0,1-1 1,-1 1-1,1-1 0,-1 1 0,0-1 1,1 0-1,-1 0 0,1 0-157,-1 1 0,0-1 1,0 0-1,1 1 0,-1-1 0,1 1 0,-1-1 0,1 0 0,-1 1 0,1-1 0,-1 1 0,1 0 0,-1-1 0,1 1 0,-1-1 1,1 1-1,0 0 0,-1-1 0,1 1 0,0 0 0,0-1 0,2 1-86,0-1 1,0 1-1,0 0 1,0 0-1,0 0 1,-1 0-1,1 1 0,0-1 1,0 1-1,0-1 1,-1 1-1,1 0 0,0 0 1,-1 0-1,1 0 1,0 1-1,-1-1 1,4 4-1,3 2-152,0 1 0,0 1 0,9 10 0,-6-4 242,10 9 11,-1 1 1,-1 1-1,-2 1 1,0 1-1,-2 1 1,-2 0 0,0 1-1,-2 0 1,13 48-1,-22-66-89,-1 1 0,0-1 0,0 0 0,-2 1 1,1-1-1,-2 0 0,0 1 0,0-1 0,-5 20 0,4-24-1,-1-1 0,0 1-1,0 0 1,0-1 0,-1 1 0,-1-1 0,1 0 0,-1-1 0,0 1-1,0-1 1,-1 0 0,0 0 0,0-1 0,-1 1 0,-7 4 0,3-4-451,1 0 0,-1-1-1,-18 7 1,-15-1-4884,16-5-1867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37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8,'19'3'6032,"36"9"-3444,16 3-1191,-63-14-858,0 0 1,0-1-1,0 0 1,0-1 0,0 1-1,16-5 1,-23 5-339,1 0 1,0-1 0,-1 0 0,1 1-1,-1-1 1,1 0 0,-1 1-1,1-1 1,-1 0 0,1 0 0,-1 0-1,0 0 1,0-1 0,0 1-1,1 0 1,0-2 0,-1 1-84,-1 1 0,1 0-1,-1 0 1,0-1 0,1 1 0,-1 0 0,0 0-1,0-1 1,0 1 0,0 0 0,0-1 0,0 1-1,0 0 1,0-1 0,0 1 0,-1-2 0,-1-1-75,0 0 0,1 0 0,-1 1 0,-1-1 0,1 1 0,0 0 0,-1-1 0,0 1 0,1 0 0,-1 1 0,0-1 1,-5-2-1,3 1-68,0 0 1,-1 1 0,0 0-1,0 0 1,1 1 0,-2-1-1,1 1 1,0 1 0,0-1-1,-12-1 1,14 3 8,-1 1 0,1-1 1,0 0-1,0 1 0,0 0 0,0 0 0,0 0 1,0 0-1,0 1 0,0 0 0,0-1 0,1 1 1,-1 1-1,1-1 0,-1 0 0,1 1 0,-5 5 0,-1 0 29,1 1-1,-10 15 1,15-20-3,1 0 0,-1 0 0,1 1 0,0-1 0,0 1 1,1-1-1,-1 1 0,1 0 0,-1 5 0,2-8 36,0 1 1,0-1-1,1 1 0,-1-1 0,1 1 0,-1-1 0,1 1 1,0-1-1,-1 0 0,1 1 0,1-1 0,-1 0 1,0 0-1,0 0 0,1 1 0,-1-2 0,1 1 1,0 0-1,0 0 0,-1 0 0,5 2 0,4 3 147,-1-1 0,1 0-1,15 6 1,-19-9-214,1 0 27,101 43 312,-94-41-373,1 0 0,-1-1 0,1-1 0,0-1-1,26 2 1,-26-6-1990,-9-2-2245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38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56 8,'2'-7'7686,"-2"7"-7466,-8-11 4614,-10-7-2149,14 15-2596,0 1 1,0-1 0,-1 1 0,1 0 0,-1 1-1,1-1 1,-1 1 0,0 0 0,0 0 0,0 0 0,-7 0-1,-7 1-104,-32 4 1,15 0 119,-3-1-1066,-18 1-7997,39-4 2299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38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12 384,'-7'-11'12918,"12"19"-13567,29 76 925,-16-34-113,3-2 1,33 55-1,-48-93-133,5 8-1,0 0-1,14 34 1,-24-51-31,-1 1 1,1-1-1,-1 0 1,1 0-1,-1 1 0,1-1 1,-1 0-1,0 0 1,0 1-1,0-1 1,0 0-1,0 1 0,0-1 1,0 0-1,0 1 1,0-1-1,-1 0 1,1 1-1,-1-1 0,1 0 1,-1 0-1,1 1 1,-1-1-1,1 0 1,-1 0-1,0 0 0,0 0 1,0 0-1,0 0 1,0 0-1,0 0 1,0 0-1,0 0 0,0-1 1,0 1-1,0 0 1,0-1-1,0 1 1,-1-1-1,1 1 0,0-1 1,-3 1-1,-2 0 118,1 0-1,0-1 1,-1 0 0,1 0-1,-1 0 1,1 0-1,-1-1 1,1 0 0,-7-2-1,-5-3 183,1 0 0,0-2 0,-24-14 0,38 21-244,0 0-1,0 0 0,1 0 0,-1 0 1,1 0-1,-1-1 0,1 1 0,0 0 1,-1-1-1,1 1 0,0-1 1,0 1-1,0-1 0,0 1 0,0-1 1,0 0-1,1 0 0,-1 0 0,0 1 1,1-1-1,0 0 0,-1 0 0,1 0 1,0 0-1,0 0 0,0 0 1,0 1-1,0-1 0,1-2 0,0 1-149,0 0-1,0 0 0,1 0 0,-1 0 0,1 1 0,0-1 1,0 0-1,0 1 0,0 0 0,0-1 0,0 1 0,1 0 1,-1 0-1,1 0 0,0 1 0,4-4 0,39-14-3553,2 3-3483,-45 15 6473,14-4-3656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39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6505,'-1'-20'5415,"2"-22"820,-1 42-6183,0-1 0,0 0 0,0 1 0,0-1 0,0 0 0,0 1 0,0-1 0,1 1 0,-1-1 0,0 0 0,0 1 0,1-1 0,-1 1 0,0-1 0,1 1 0,-1-1 0,1 1 0,-1-1 0,1 1 0,-1 0 0,1-1 1,-1 1-1,1-1 0,-1 1 0,1 0 0,-1-1 0,1 1 0,-1 0 0,1 0 0,0 0 0,-1-1 0,1 1 0,0 0 0,-1 0 0,1 0 0,-1 0 0,1 0 0,0 0 0,-1 0 0,2 1 0,-1 0-393,1 1-1,-1 0 1,0 0 0,0 0-1,-1 0 1,1 0-1,1 3 1,-1-1-175,1 2-824,-1 0 1,1 0-1,-1 0 0,-1 1 0,1-1 1,-1 7-1,-1 5-6315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40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8,'4'-4'4241,"-3"3"-3769,-1 1-1,1-1 0,-1 0 0,0 1 1,1-1-1,-1 0 0,0 1 0,0-1 1,0 1-1,1-1 0,-1 0 0,0 0 1,0 1-1,0-1 0,0 0 0,0 0 1,0 0-58,0 0 0,0-1 0,0 1 0,1 0 0,-1 0 0,0 0 0,1 0 0,-1 0 0,1 0 0,-1 0 1,1 0-1,1-2 0,0 2-330,0 0 0,1 0 0,-1 0 0,1 0 0,-1 0 0,1 0 0,-1 0 0,1 1 0,-1 0 0,1-1 0,0 1 0,-1 0 0,1 0 0,0 1 1,-1-1-1,6 1 0,2 2-346,0 1 1,19 8-1,-17-6 395,-9-5-177,0 0-1,0 1 0,0 0 1,-1 0-1,1-1 1,0 2-1,-1-1 0,0 0 1,0 0-1,0 1 0,3 3 1,-4-4 5,0-1 1,0 1 0,0-1-1,-1 1 1,1-1 0,-1 1-1,1-1 1,-1 1-1,0 0 1,0-1 0,1 1-1,-1-1 1,0 1-1,-1 0 1,1-1 0,0 1-1,0 0 1,-1-1 0,1 1-1,-1-1 1,1 1-1,-1-1 1,1 1 0,-3 2-1,-3 4 46,0-1 1,-1 0-1,1 0 0,-2 0 0,1-1 0,-1 0 0,-16 10 1,-8 6 270,31-22-256,1 0 0,-1 0 0,1 0 0,-1 1 0,1-1 0,0 0 0,-1 1 0,1-1 0,-1 0 0,1 1 0,0-1 0,-1 1 0,1-1 0,0 0 0,-1 1 0,1-1 0,0 1 0,0-1 0,-1 1 0,1-1 0,0 1 0,0-1 0,0 1 0,0-1 0,0 1 0,0-1 0,0 1 0,0 0 0,1 1 104,0-1 0,0 0 1,0 0-1,0 0 0,0 0 1,0 0-1,1 0 0,-1 0 1,2 1-1,-1-1-33,4 2 70,0 0 0,1 0 0,-1 0 1,1-1-1,-1 0 0,1 0 0,0 0 0,11 0 0,-13-2-374,1 0 0,-1 0 0,0 0 0,0-1 0,6-1 0,-7 1-375,-1 0 0,0 0 0,0 0 0,0 0 0,0-1 0,0 1 0,-1-1 0,6-4 0,-7 5-26,-1 1-1,1-1 0,0 0 1,0 0-1,-1 0 0,1 0 1,0 0-1,-1 0 1,1 0-1,-1 0 0,1-2 1,-1 2 88,2-8-5777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40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8,'3'-12'10731,"-3"12"-10512,0 0 0,0 0 0,1 0 0,-1 0 0,0 0 0,0 0 0,1 0 0,-1 0 0,1 0 645,11 12-2098,3 11 941,0 0 1,1 0-1,1-2 1,1 0-1,29 25 1,4 4-8953,-43-42 7913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41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8,'3'2'6717,"11"6"-5651,-2 2-911,1 1-1,-2 1 1,20 25-1,0-1-11,-18-21-449,0 0-1666,-4-6-2488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41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23 4729,'-3'-2'4416,"-8"-8"-762,8 8-3485,0 1 1,-1-1 0,1 1-1,0 0 1,-1 0 0,1 0-1,-1 1 1,1-1 0,-1 1-1,1 0 1,-1 0 0,1 0-1,-1 0 1,1 0 0,-1 1-1,-6 1 1,-5 3-272,-1 0 0,-19 10 0,21-8 327,-41 12-2837,0-7-6612,35-9 5466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41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5817,'2'-1'7894,"5"8"-6603,4 11-2311,11 35 947,76 162 515,-87-194-491,-3-5-248,0 0-1,2-1 1,0 0-1,12 14 1,-13-17-1928,1 2-6131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42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1152,'-5'5'10357,"2"-2"-10037,-1-1 1,1 2-1,0-1 0,0 0 1,-3 6-1,4-7-225,1 1 1,0 0-1,0-1 0,0 1 1,0 0-1,1 0 0,-1-1 1,1 1-1,0 0 0,-1 0 1,1 0-1,0 0 0,1 0 1,-1-1-1,0 1 0,1 0 1,0 0-1,0 0 0,0-1 0,0 1 1,0-1-1,0 1 0,1 0 1,-1-1-1,1 0 0,-1 1 1,1-1-1,3 3 0,0 0-15,1-1-1,-1 1 0,1-1 1,-1 0-1,1-1 0,0 0 1,0 1-1,1-2 0,-1 1 1,1-1-1,-1 0 0,1 0 0,10 0 1,-1 0-80,0-1 1,1 0-1,-1-1 0,27-4 1,-4-3-247,-36 6-67,0 0-1,1 0 1,-1 0-1,0-1 1,0 1-1,0-1 1,0 1-1,0-1 1,3-2-1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42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3905,'1'-9'5788,"2"-4"-1085,-3 13-4635,0 0 0,0-1 0,0 1 0,0 0 0,0 0 0,0-1 0,0 1 0,1 0 0,-1 0-1,0 0 1,0 0 0,0-1 0,0 1 0,1 0 0,-1 0 0,0 0 0,0 0 0,0-1 0,1 1 0,-1 0 0,0 0 0,0 0 0,0 0-1,1 0 1,-1 0 0,0 0 0,0 0 0,1 0 0,-1 0 0,0 0 0,0 0 0,1 0 0,-1 0 0,0 0 0,0 0 0,0 0 0,1 0-1,-1 0 1,0 0 0,0 0 0,1 0 0,-1 0 0,0 1 0,2 0-182,-1 0 1,0 0-1,0 0 0,1 0 1,-1 1-1,0-1 1,0 0-1,0 1 0,-1-1 1,1 1-1,0-1 0,0 1 1,-1 0-1,1-1 0,0 3 1,5 29 127,-5-29-108,16 122-11,-13-93 120,-3-13 17,2 0-1,6 27 0,-3-25 77,-4-13-11,0 0 0,1 0-1,0-1 1,1 1 0,8 14-1,-10-20 6,0-1-1,0 0 0,0 0 0,0 0 0,1 0 0,-1 0 0,1-1 0,-1 1 0,1-1 0,3 2 1,29 10 242,-30-12-318,5 2-60,1 0-1,0-1 0,11 1 1,7-3-2578,-26-1 1399,-1 1 0,1-1 1,0 0-1,0 0 0,0 0 0,4-3 1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42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0 2144,'-12'1'1747,"1"-1"0,0 2-1,0 0 1,-17 5-1,-42 18-423,44-15-3636,-32 9 0,40-14-1003,-1-2-934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43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36 2649,'1'-36'17362,"-6"68"-18852,1-11 1536,2-10-29,-1 0 1,0-1 0,-10 21 0,7-17 25,-6 22 0,2-8 46,-1 1 0,-1-2-1,-31 52 1,37-68-57,-73 114 258,-10 18 215,74-120-274,7-13-2815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43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2409,'0'0'12959,"0"3"-12533,1 27-97,1 0 0,10 54 0,-9-74-244,0 0 0,1-1-1,0 0 1,0 0 0,9 14 0,5 8-299,-12-14-48,-4-6-1377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8:44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523 21 1696,'0'-2'694,"0"1"-1,0 0 0,1 0 1,-1 0-1,0 0 0,1-1 1,-1 1-1,1 0 0,-1 0 1,1 0-1,0 0 0,0 0 1,-1 0-1,1 0 0,0 0 1,0 1-1,0-1 1,1-1 474,-3 4-1167,0-1 1,0 0-1,0 1 1,0-1 0,0 0-1,-1 1 1,1-1 0,-1 0-1,1 0 1,-1 0-1,-2 1 1,2-1 83,-4 3 15,0-1 1,0 0-1,0 0 1,-1-1 0,1 0-1,-1 0 1,-7 1-1,-50 4 791,45-6-689,-136 5 968,66-4-2364,0 3-5616,48-1-3238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39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59 8,'12'-4'3043,"4"-10"7668,-3 2-6684,-7 9-3351,-4 1-441,0 0-1,1 0 0,0 0 0,-1 1 1,1-1-1,0 1 0,0 0 0,0 0 1,0 0-1,0 0 0,5 0 1,-8 1-154,13-9 1173,-46 11-819,1 1 0,0 2 0,0 1 0,1 2 0,0 1 0,-48 20 0,59-22-270,16-6-104,0 0 1,0 0-1,0 1 1,0-1-1,1 1 0,-1 0 1,0 0-1,-5 4 1,9-5-36,-1-1 0,1 0 1,-1 1-1,1-1 0,-1 1 0,1-1 1,-1 1-1,1-1 0,0 1 0,-1-1 0,1 1 1,0-1-1,-1 1 0,1-1 0,0 1 1,0-1-1,0 1 0,0 0 0,-1-1 0,1 1 1,0-1-1,0 1 0,0 0 0,0-1 1,0 1-1,0 0 0,1-1 0,-1 1 1,0-1-1,0 1 0,0 0 0,0-1 0,1 1 1,-1-1-1,0 1 0,1-1 0,-1 1 1,0-1-1,1 1 0,-1-1 0,1 1 0,-1-1 1,1 0-1,-1 1 0,1-1 0,-1 1 1,1-1-1,4 3 169,1 0-1,-1-1 1,1 1 0,8 1 0,3 2-301,79 39 226,-64-29-100,-12-7-19,0 1-1,0 1 0,-2 1 0,1 1 0,23 22 0,-40-34-1,0 1 0,0 0-1,0 0 1,0 0-1,-1 0 1,1 0-1,-1 1 1,0-1-1,1 0 1,-1 1 0,0-1-1,-1 0 1,1 1-1,0 0 1,-1-1-1,1 1 1,-1-1-1,0 1 1,0 0 0,0-1-1,0 1 1,0-1-1,0 1 1,-1 0-1,0-1 1,1 1-1,-1-1 1,0 1 0,0-1-1,0 0 1,0 1-1,-1-1 1,1 0-1,-1 0 1,1 0-1,-1 0 1,0 0 0,0 0-1,0 0 1,0-1-1,0 1 1,0-1-1,0 1 1,0-1 0,-1 0-1,1 0 1,-1 0-1,-3 1 1,-5 2 15,0-1 1,0-1 0,-1 0-1,1-1 1,-1 0 0,-19-1-1,-71-13 147,39 4-116,35 6-624,17 1-209,0 0-1,0 1 1,0 1 0,0 0 0,-19 2 0,22 0-3227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40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7218,'-5'2'13162,"2"-1"-11335,2-1-1700,-1 1 0,1-1-1,0 1 1,-1-1 0,1 1-1,0 0 1,-1 0 0,1 0-1,0 0 1,0 0 0,0 0-1,-1 0 1,1 0 0,-1 2-1,-13 19 319,8-3-190,1 1 0,1-1 0,0 1 0,1 1 1,-1 22-1,3 103 174,5-100-327,2 0 0,1 0 0,3-1-1,1 0 1,3-1 0,20 49-1,-30-84-48,1-1 0,0 1 0,1 0-1,11 14 1,-14-20-229,0-1 0,0 0 0,0 0-1,1 0 1,-1 0 0,1 0 0,-1 0-1,1 0 1,0-1 0,0 0 0,0 1 0,0-1-1,0 0 1,0 0 0,0-1 0,0 1-1,0-1 1,0 1 0,4-1 0,-7 0-70,1 0 1,0 0-1,-1 0 1,1 0-1,-1-1 1,1 1-1,0 0 1,-1 0-1,1 0 1,-1-1 0,1 1-1,-1 0 1,1-1-1,-1 1 1,1 0-1,0-1 1,6-11-9572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40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38 3665,'-8'-13'8586,"-3"-12"2744,13 28-10235,-1-1-1095,0 0-1,-1 0 1,1 0 0,-1 0 0,1 1-1,-1-1 1,0 4 0,1-4 5,8 209 591,-8-145-23,10 67-1,3-23-132,-11-89-391,-2-10-9,1 0 0,0-1 0,0 1 0,1 0 0,5 10-1,-3-9-67,-4-8 101,0-1 0,1 1 0,-1-1 0,1 0 1,0 1-1,0-1 0,4 4 0,-6-6-55,1-1 1,-1 0-1,1 1 1,0-1-1,-1 0 0,1 1 1,-1-1-1,1 0 1,0 1-1,-1-1 1,1 0-1,-1 0 0,1 0 1,0 0-1,-1 0 1,1 0-1,0 0 0,-1 0 1,2 0-1,-1 0 0,1-1-1,-1 1 1,1-1-1,-1 0 1,0 1-1,1-1 1,-1 0-1,0 0 1,1 0-1,-1 0 1,2-2-1,4-5-724,0 0 0,-1 0-1,0 0 1,0-1-1,0 0 1,5-14-1,-7 13-2214,0 0 1,-1 0-1,3-17 0,-2 4-7506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41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509 0 4649,'-111'8'12692,"-1"-7"-7327,-32 1-3646,59 5-2052,57-3-3737,-1 1-5825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41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4401,'1'-3'876,"1"1"0,-1 0 0,1 0 0,0 0 0,0 0 0,0 0 0,0 1 0,0-1 0,1 0 1,3-1-1,-4 2-746,0 0 1,0 1 0,0-1 0,1 1-1,-1-1 1,0 1 0,0 0 0,1 0-1,-1 0 1,0 0 0,0 0 0,1 1-1,-1-1 1,0 1 0,0-1 0,0 1 0,0 0-1,0 0 1,0 0 0,4 2 0,5 5-33,0 1 0,0 0 0,-1 0 0,17 21 0,-19-20-15,25 29 359,-1 1-1,-2 2 1,-2 1-1,38 77 1,-52-89-237,-1 1 1,-2 0-1,-1 1 1,-1 1-1,-2 0 1,-1 0-1,2 66 1,-9-84-79,0 0 1,0-1 0,-2 1 0,0 0-1,0-1 1,-2 0 0,0 1 0,0-2 0,-2 1-1,0-1 1,-11 18 0,11-21-143,-1-1 1,0 0-1,0-1 0,-1 0 1,0 0-1,-1-1 0,1 0 1,-2-1-1,1 0 0,-1-1 1,0 0-1,0 0 0,-1-1 1,-21 6-1,-6-2-3512,12-5-3368,6-1-4045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44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50 5985,'-69'3'8534,"-28"-1"-3646,44-6-3790,-85-18 0,98 10-895,40 12-277,0 0 0,0 0 0,0 0 0,0 0 0,-1 0 0,1-1 0,0 1 0,0 0 0,0 0 0,0 0 0,-1 0 0,1 0 0,0 0 0,0 0 0,0 0 0,0-1 0,0 1 0,-1 0 0,1 0 0,0 0 0,0 0 0,0-1 0,0 1 0,0 0 0,0 0 0,0 0 0,0 0 0,0-1-1,0 1 1,0 0 0,0 0 0,0 0 0,0-1 0,0 1 0,0 0 0,0 0 0,0 0 0,0 0 0,0-1 0,0 1 0,0 0 0,0 0 0,0 0 0,0-1 0,6-9-7331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44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7 9698,'-73'1'7945,"-116"-5"-1715,56 0-5761,104 6-4020,1 1-3664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46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933 29 8,'28'-16'16699,"-28"16"-16466,-8-7 747,2 5-926,-1 1 1,0 0-1,0 0 0,1 1 1,-1 0-1,0 0 0,0 0 1,0 1-1,-8 2 1,-3 0 53,-91 17 333,-306 16 1097,404-36-1501,-209 15 530,216-14-549,0-1 1,1 1-1,-1 0 0,1 0 0,-1 0 0,1 1 0,-4 1 1,26 8 873,7 1-694,1-1 0,0-1 0,45 10 1,9 2-141,-26-5-67,42 15-41,-78-25-55,0 1 0,33 20 0,-51-27 84,1 0-1,-1 0 1,0 0-1,1 1 1,-1-1-1,0 0 1,0 0-1,1 1 1,-1-1-1,0 0 1,-1 1-1,1-1 1,0 1 0,0 0-1,-1-1 1,1 1-1,0 0 1,-1-1-1,0 1 1,1 0-1,-1-1 1,0 1-1,0 0 1,0 0-1,0-1 1,0 1-1,-1 0 1,1 0-1,0-1 1,-1 1-1,1 0 1,-1-1 0,0 1-1,1-1 1,-1 1-1,0-1 1,-2 4-1,-1 1 13,-1 0-1,0 0 1,0 0-1,0-1 1,0 0-1,-1 0 1,-9 7-1,-20 9 43,-57 24 1,5-2-48,-29 16 47,10-7 180,99-49-193,1 1 1,0 0-1,0 0 0,0 0 1,0 0-1,1 1 1,-1 0-1,1 1 0,1-1 1,-1 1-1,1 0 1,-5 8-1,7-9 3,0-3 7,0 1 1,1 0-1,-1 0 1,1-1-1,0 1 0,0 0 1,0 0-1,1 0 1,-1 1-1,0-1 0,1 0 1,0 0-1,0 0 0,1 6 1,0-6 42,0-1 0,0 1 0,1-1 0,-1 1 0,1-1 1,-1 0-1,1 1 0,0-1 0,0 0 0,0 0 0,0 0 0,1-1 0,-1 1 1,0-1-1,1 1 0,-1-1 0,1 0 0,-1 1 0,1-1 0,5 1 0,7 2 63,-1-1-1,24 3 1,-37-6-132,50 4 131,0-2 1,83-7-1,101-26-93,-168 21-129,-31 5-151,91-18-2890,-127 23 3040,14-5-2244,-9 1-1638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48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460 117 1632,'0'0'235,"0"0"1,1-1-1,-1 1 0,1 0 0,-1 0 0,0-1 0,1 1 0,-1-1 0,0 1 1,0 0-1,1-1 0,-1 1 0,0 0 0,0-1 0,0 1 0,1-1 0,-1 1 1,0-1-1,0 1 0,0-1 0,0 1 0,0 0 0,0-1 0,0 1 0,0-1 1,0 1-1,0-1 0,0 0 0,-1 0 220,1-1-1,-1 1 1,0-1 0,1 1 0,-1 0 0,0-1-1,0 1 1,-2-2 0,-1-1 346,0 0 0,0 0 1,0 1-1,-8-5 0,-10-3-97,-1 1-1,0 0 1,0 2-1,-1 1 1,0 0-1,0 2 1,-40-3-1,57 7-651,-1 1 0,1 0 1,-1 0-1,0 0 0,1 1 0,-1 1 0,1-1 0,-1 1 1,1 1-1,0-1 0,0 1 0,0 0 0,0 1 0,1 0 0,-1 0 1,1 0-1,0 1 0,0-1 0,0 2 0,1-1 0,0 1 1,0-1-1,0 1 0,1 1 0,0-1 0,-6 12 0,6-10 6,1 0 0,-1 0 0,2 1 0,-1-1 0,1 1 0,0-1 0,-1 18 0,3-21-7,0-1 1,0 0-1,1 1 1,-1-1-1,1 1 1,0-1-1,1 0 1,-1 1 0,1-1-1,-1 0 1,1 0-1,0 0 1,1 0-1,-1-1 1,1 1-1,-1-1 1,7 6-1,8 5 66,2 0-1,-1-2 0,2 0 0,32 14 1,-11-5-71,34 15 21,-42-21-61,-1 1 0,48 32-1,-76-45-22,-1-1 0,0 1 0,0-1-1,0 1 1,0 0 0,-1 0-1,1 1 1,-1-1 0,0 0-1,0 1 1,0 0 0,0-1 0,-1 1-1,3 6 1,-4-7 6,1 0 1,-1 0-1,0 0 1,0 1 0,0-1-1,-1 0 1,1 0-1,-1 0 1,1 0-1,-1 0 1,0 0-1,0 0 1,-1 0-1,1 0 1,-1 0-1,1-1 1,-1 1-1,-4 4 1,1-1 30,-1 0 1,0-1-1,0 0 1,-1 0-1,1 0 1,-1-1-1,0 0 1,0-1-1,-1 1 1,1-2-1,-1 1 1,0-1-1,1 0 1,-15 2-1,-2-1 71,0-1-1,-1-1 1,-39-4-1,63 3-87,-17-1 53,0-1-1,0-1 1,0 0 0,0-1 0,-25-10 0,34 11-50,5 1 56,1 1 0,-1-1 0,0 0 0,1 0 0,-1 0 1,-5-5-1,8 6-51,1 0 0,-1 0 1,1 1-1,-1-1 0,1 0 0,-1 0 1,1 0-1,-1 0 0,1 0 1,0 0-1,-1 0 0,1 0 0,0 0 1,0 0-1,0 0 0,0 0 1,0 0-1,0 0 0,0 0 0,0 0 1,0 0-1,1 0 0,-1 0 1,0 0-1,1 0 0,-1 0 0,1 0 1,-1 0-1,1 0 0,-1 0 1,1 0-1,0 0 0,2-3-64,0 0-1,0 1 0,0 0 1,1-1-1,-1 1 1,1 1-1,-1-1 1,1 0-1,0 1 1,0 0-1,1 0 0,7-3 1,7-1-814,34-6 1,-15 4-1635,0-4-3281,-3-2-3886,-21 7 3005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48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34 7610,'-1'-3'1060,"-1"1"0,1-1 0,-1 0 0,0 1 0,0-1 0,0 1 0,0 0 0,-1 0 0,1-1 0,-1 2 0,1-1 0,-1 0 0,-4-2 0,6 4-1004,0 1-1,0-1 0,0 0 1,-1 1-1,1-1 1,0 1-1,0-1 0,0 1 1,0 0-1,0-1 1,1 1-1,-1 0 1,0 0-1,0 0 0,0 0 1,1 0-1,-1-1 1,0 1-1,1 0 0,-1 2 1,-5 4 139,1-1-92,0 1-1,1-1 0,0 1 1,0 0-1,0 1 1,1-1-1,0 1 1,-2 9-1,-13 66 480,17-79-560,-3 20 115,2 0-1,0 0 1,2 0 0,0 0 0,2 0 0,5 28-1,-3-33-71,0-1 0,2 0 0,0-1 0,0 1 0,2-1 0,0 0 0,1-1 0,17 24-1,-20-33-21,1 0-1,-1 0 0,1-1 0,1 0 0,-1 0 1,1-1-1,0 0 0,12 6 0,-13-8-402,0 1 0,1-1-1,0-1 1,-1 1 0,1-2-1,0 1 1,0-1 0,1 0-1,14 0 1,-8-6-4543,-3-5-4884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49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64 4489,'-2'-4'1477,"1"0"0,-2 0-1,1 1 1,0-1 0,-1 1 0,0 0 0,-3-4-1,3 4-572,0 0-1,1 0 0,-1 0 0,1-1 0,0 1 1,-1-1-1,-1-4 951,15 22-1311,3 32-487,-2-1 0,9 68 0,2 157 828,-23-255-774,2-1 0,0 0 1,1 0-1,0 0 0,10 25 0,-12-37-71,0 1 1,1-1-1,-1 1 0,1-1 0,-1 0 0,1 0 0,0 0 0,0 0 0,0 0 0,0 0 1,0-1-1,1 1 0,-1-1 0,5 3 0,-3-2-50,1 0-1,0-1 1,0 0 0,-1 0 0,1 0-1,0 0 1,9-1 0,-3 0-757,1-1 0,-1 0 1,0-1-1,0 0 1,0-1-1,17-7 0,13-11-8756,-18 7-1483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49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501 0 5081,'-198'14'13151,"125"-7"-11047,19 0-2170,-71 19 0,123-25-18,-29 9-3806,13-2-2514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49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4 9482,'-44'-2'10240,"27"0"-9120,-35 3 0,24 3-1512,-39 11 0,11-2-7615,27-8-2876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50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4201,'-1'18'14091,"0"4"-9592,1-17-4821,0 0 0,0 0 0,1 0 0,0 0 0,2 9 0,5 0 1988,-1-2-1579,1-1 1,0 0-1,1-1 1,0 0-1,1 0 1,0-1-1,1 0 1,-1-1-1,14 8 1,-22-15-90,0 0 0,0 0 0,0-1 1,0 1-1,0-1 0,1 1 0,-1-1 1,0 0-1,0 0 0,0 0 0,0 0 1,0 0-1,0-1 0,0 1 0,0-1 0,0 1 1,0-1-1,0 0 0,0 0 0,0 0 1,0 0-1,0 0 0,-1 0 0,1 0 1,0 0-1,2-3 0,0 0 1,1-1 1,-1 1-1,0-1 0,0 0 0,0 0 1,-1 0-1,6-11 0,-8 14 0,2-6 31,1 1 0,-1-1 0,0 0 0,-1 0 0,2-15 0,-3 19 113,-1 0 0,1 1 0,0-1 0,0 0-1,0 0 1,3-6 0,-3 11-165,0-1 0,0 1-1,0-1 1,0 1 0,0 0-1,-1 0 1,1-1 0,0 1-1,0 0 1,0 1 0,5 7-41,0 0 0,10 12 0,-12-16 45,28 33-170,15 20-1315,-21-18-4778,-19-22-2674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51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10538,'1'-2'10285,"2"9"-9782,62 199-241,3 9-236,-64-205-1500,-1 1 0,3 17 0,-4-19-2132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51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787 38 7354,'-17'-11'7522,"-15"1"-3248,26 9-3581,-17-4-162,-1 1 1,1 1 0,-1 1-1,1 1 1,-1 1-1,-29 4 1,-141 30-838,112-16 290,-51 6-3884,43-9-6139,52-9 744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1:51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4513,'22'8'1597,"1"1"0,-2 2 0,0 0-1,40 28 1,-18-5-279,43 42 0,-56-45-788,0 1 1,-2 1-1,-1 1 1,-2 1-1,39 73 1,-57-93-478,0 1 0,-1-1 1,-1 1-1,0 1 0,-1-1 1,-1 1-1,1 20 0,-3-24-29,-1 0-1,0 0 1,-2 0-1,1 0 1,-2 0-1,1 0 1,-2 0-1,0-1 1,-9 22-1,2-14 74,0-1-1,-1-1 0,-1 0 0,-1 0 0,-1-2 1,0 1-1,-1-2 0,-29 23 0,17-18-969,-44 25-1,-33 4-6705,54-29-2730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03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5170 8 8,'0'0'23,"0"-1"1,0 1-1,0 0 1,0-1-1,0 1 0,-1 0 1,1-1-1,0 1 1,0 0-1,0-1 0,-1 1 1,1 0-1,0-1 1,0 1-1,-1 0 0,1 0 1,0-1-1,0 1 1,-1 0-1,1 0 0,0 0 1,-1-1-1,1 1 1,0 0-1,-1 0 0,1 0 1,-1 0-1,1 0 1,0 0-1,-1 0 0,1 0 1,0 0-1,-1 0 1,1 0-1,-1 0 0,1 0 1,0 0-1,-1 0 1,1 0-1,0 0 0,-1 0 1,1 0-1,-1 1 1,-24 7 262,13-3-28,-65 13 599,40-8-353,-43 5 0,-271 11 1203,-64-30 4,117-15-1101,190 19-581,-132 17 1,48-2 30,110-11-47,-156 4 47,-228-32 1002,320 9-280,-35-4-47,96 14-465,-66-2 103,-184 5 499,243 2-586,-442 5 2317,150-5-664,280 0-1594,-147 18-1,47 6 275,163-21-1168,14-3-7050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04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74 8,'1'-4'1252,"0"0"1,0 0-1,0-1 1,-1 1-1,1 0 1,-2-7-1,1 9-721,0 0-1,0 0 1,0 0-1,-1 0 0,1 0 1,-1 0-1,0 0 1,1 0-1,-1 0 1,0 0-1,0 0 0,0 0 1,-1 0-1,0-1 1,2 2-477,-1 1 0,1 0 1,0 0-1,0 0 1,0 0-1,0-1 1,0 1-1,0 0 1,0 0-1,0 0 1,0 0-1,-1-1 0,1 1 1,0 0-1,0 0 1,0 0-1,0-1 1,0 1-1,0 0 1,0 0-1,0 0 1,0-1-1,0 1 0,1 0 1,-1 0-1,0 0 1,0 0-1,0-1 1,0 1-1,-1 1-152,-2 21-1075,-4 2 1046,-5 40 0,4-20 92,-4 65 61,9-74-17,0 31 268,11 111 0,-4-113-70,19 176 480,4 124 42,-28-345-1602,-3 23 0,-2-2-6563,3-23-2391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05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8,'14'-20'2745,"-1"1"4388,-13 18-7124,0 1 1,0 0-1,0 0 1,0-1-1,0 1 0,0 0 1,0 0-1,1-1 0,-1 1 1,0 0-1,0 0 1,0-1-1,0 1 0,1 0 1,-1 0-1,0-1 0,0 1 1,0 0-1,1 0 1,-1 0-1,0 0 0,0-1 1,0 1-1,1 0 0,-1 0 1,0 0-1,1 0 0,-1 0 1,0 0-1,0 0 1,1 0-1,-1 0 0,0 0 1,1 0-1,-1 0 0,0 0 1,0 0-1,1 0 1,5 11 380,0 20 48,-3 92 562,1 11 291,40 135 1453,-5-39-1561,-36-206-1026,-1 0 0,-3 42 0,0-55-609,0 0 0,-2 0 0,-2 11 0,2-14-683,0-1 0,0 1 0,-1-1-1,1 0 1,-6 6 0,-8 8-7439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05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 8,'0'0'1194,"-3"4"2510,-12 15-2403,11-10-1001,-1-1 1,1 1-1,1-1 1,-1 1-1,1 0 1,1 0-1,0 1 1,0-1-1,0 10 1,0 16 840,2 38 0,1-47-694,10 222 2135,23 231-44,-28-347-2048,-7-107-959,-1-1-1,-1 1 1,-8 30 0,9-47-1139,0-1 0,-1 0 0,-4 10 0,-4-3-5954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06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4169,'4'-1'2199,"-4"1"-2165,1 0 0,-1 0 0,0-1-1,1 1 1,-1 0 0,0 0 0,0 0 0,1 0 0,-1 0-1,0 0 1,1 0 0,-1 0 0,0 1 0,0-1 0,1 0 0,-1 0-1,0 0 1,1 0 0,-1 0 0,0 0 0,0 0 0,1 1-1,-1-1 1,0 0 0,0 0 0,0 0 0,1 1 0,-1-1-1,0 0 1,0 0 0,1 1 0,146 115 1087,-85-69-1175,-61-46-108,18 15-1132,-18-15 970,0-1 0,-1 1 0,1 0 0,-1 0 0,1-1 0,-1 1 0,1 0 0,-1 0 0,1-1 0,-1 1 0,0 0 0,1 0 0,-1 1 0,0-2 144,-8 2-2158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06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9 3153,'-1'0'207,"0"-1"1,1 0-1,-1 1 1,0-1-1,1 0 1,-1 1-1,0-1 1,0 1-1,1-1 1,-1 1-1,0-1 1,0 1-1,0-1 1,0 1-1,1 0 1,-1 0 0,0-1-1,0 1 1,0 0-1,0 0 1,0 0-1,0 0 1,0 0-1,0 0 1,-1 1-1,0-1-74,1 1-1,0 0 1,0 0 0,0 0-1,0 0 1,0 0 0,0 0-1,0 0 1,0 0 0,0 0-1,1 0 1,-1 1-1,0-1 1,1 0 0,-1 2-1,-2 4 38,1-1-1,0 1 0,1 0 1,0-1-1,-1 14 0,2-16-120,0 9 156,0-1 0,1 1 1,4 22-1,10 29-1430,-13-49-1270,0 0-1,1 19 1,-4-13-1342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07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8,'1'-1'181,"0"0"-1,-1 0 1,1 0-1,0 0 1,0 0-1,-1 1 1,1-1-1,0 0 1,0 0-1,0 1 1,0-1-1,0 0 1,0 1 0,0-1-1,0 1 1,1-1-1,-1 1 1,0 0-1,0 0 1,0-1-1,0 1 1,1 0-1,-1 0 1,0 0-1,0 0 1,0 0 0,1 0-1,-1 1 1,0-1-1,0 0 1,2 1-1,4 1 156,0 1 1,0-1-1,11 8 0,-14-8-294,10 6 56,-1 2 0,0 0-1,-1 0 1,0 1 0,-1 0 0,0 1-1,0 1 1,-2 0 0,11 17 0,-18-26-122,0-1 0,0 1 1,0 0-1,-1 0 0,1 5 1,-1-8-84,-1 0 1,0 0 0,1 1 0,-1-1 0,0 0 0,0 0 0,0 1 0,0-1 0,0 0 0,0 0 0,-1 1 0,1-1 0,0 0-1,-1 0 1,1 1 0,0-1 0,-1 0 0,0 0 0,1 0 0,-2 2 0,1-2-93,0-1 0,0 0 1,0 1-1,0-1 0,0 0 1,0 1-1,0-1 0,0 0 1,0 0-1,0 0 0,0 0 0,0 0 1,0 0-1,0 0 0,0 0 1,1 0-1,-1 0 0,0 0 1,-2-1-1,2 0 11,-9-1-1422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07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0 3057,'0'2'302,"-1"0"0,0 0 0,1-1 0,-1 1 0,0 0 0,0 0 0,0-1 0,0 1 0,-3 2 0,-5 8 100,-9 21 160,-53 95-1131,59-111-1923,-2-1-1480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07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0 472,'8'5'5140,"7"14"-4522,-3-4-441,8 4-247,0-2 0,1 0 0,26 15 0,-46-32-190,-1 1 0,1-1 1,-1 0-1,1 1 0,-1-1 0,1 0 1,-1 1-1,0-1 0,1 1 1,-1-1-1,0 1 0,1-1 0,-1 0 1,0 1-1,0 0 0,1-1 1,-1 1-1,0 0 0,-1 3-924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07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21 2304,'-4'-3'1723,"-23"-12"2364,25 15-3937,1-1-1,0 1 1,-1 0-1,1-1 0,0 1 1,-1 0-1,1 0 1,0-1-1,-1 1 1,1 0-1,-1 0 1,1 1-1,0-1 1,-1 0-1,1 0 1,0 1-1,-1-1 1,-1 2-1,1 0-37,0 0-1,1 0 0,-1 0 0,1 1 0,-1-1 1,1 1-1,0-1 0,0 1 0,-1 4 1,-11 57 585,10-43-1409,-1 0 0,-1 0 0,-13 32-1,8-33-2670,-2-2-2725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09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607 187 8,'7'2'416,"1"0"0,0 0 0,11 0 1,10 1 4250,-56-5 85,-5 1-3559,-52-14 286,-153-46 0,200 49-1094,-1-1-1,2-1 1,-38-22-1,63 30-222,5 3-2,1 0 1,-1 0 0,1-1 0,0 1 0,0-1 0,-6-6 0,11 10-139,0 0-1,0 0 1,0 0-1,0 0 1,0 0-1,0 0 1,0-1-1,-1 1 1,1 0-1,0 0 1,0 0-1,0 0 1,0 0-1,0 0 1,0-1-1,0 1 1,0 0-1,0 0 1,0 0-1,0 0 0,0 0 1,0-1-1,0 1 1,0 0-1,0 0 1,0 0-1,0 0 1,0-1-1,0 1 1,0 0-1,0 0 1,0 0-1,0 0 1,0 0-1,0-1 1,0 1-1,0 0 1,0 0-1,1 0 1,-1 0-1,0 0 1,0 0-1,0 0 1,0-1-1,0 1 1,0 0-1,0 0 1,1 0-1,10-1-230,14 4-545,66 26 452,129 60 1,-213-86 280,40 20-74,-43-20 14,1-1-1,-1 1 0,0 1 0,0-1 1,0 0-1,0 1 0,5 6 0,-9-10 57,1 1-1,-1 0 0,1 0 1,-1 0-1,0 0 0,1 0 1,-1 0-1,0 0 0,1 0 1,-1 0-1,0 0 0,0 0 1,0 0-1,0 0 1,0 0-1,0 0 0,0 0 1,0-1-1,-1 1 0,1 2 1,-1-1 17,0 0 1,0 0 0,0 0-1,0-1 1,0 1-1,-1 0 1,1-1 0,-1 1-1,-1 1 1,-2 1 51,1 0 0,-1-1 0,0 1 0,-1-1 0,-9 4 0,-14 2 50,1-2-1,-1-1 0,0-1 1,-34 1-1,-1 1-449,3 1-1216,-54 7-8781,86-13 5737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09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6313,'0'-16'13444,"1"21"-13033,-1-3-719,16 166 217,-7-52 274,-4-67-120,7 60 292,-10-94-288,10 45 149,-11-54-120,1-1 0,0 1 0,0-1 0,1 0 0,0 1 0,-1-1 0,2 0 0,3 5 0,-5-8-11,1 0 0,-1 0 0,1 0 0,0-1 0,0 1 0,-1-1 0,1 1 0,0-1 0,0 0 0,1 0 0,-1 0 0,3 0 0,3 1 9,-1-1 0,0 0 0,13-1 0,-15 0-286,0-1 0,-1 1-1,1-1 1,-1 0 0,1-1 0,-1 1-1,1-1 1,8-4 0,-11 4-387,-1 0 0,1 0 0,0 0 0,-1 0 0,1 0 0,2-4 0,-2 3-885,-1-1 0,1 1-1,-1-1 1,0 0 0,2-6 0,1-4-6958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09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0 8522,'-9'0'776,"-6"2"-216,-11-2 160,-1 1 104,-3-1-71,5 2-217,6-2-240,-3 2-96,7 1-56,-6 0-120,2 2-400,-3-2-1057,-1 1-1639,-4 3-5394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12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63 8,'0'0'368,"1"-1"0,-1 0 1,0 1-1,1-1 0,-1 0 0,1 1 0,-1-1 1,1 1-1,-1-1 0,1 1 0,-1-1 0,1 1 1,-1-1-1,1 1 0,-1-1 0,1 1 1,0 0-1,-1-1 0,2 1 0,16-8 835,-16 8-693,21-9 1098,3-1-97,43-10 0,-63 18-1466,2 1-1,-1 0 1,0 0-1,0 1 0,0 0 1,0 0-1,0 1 1,0 0-1,0 0 1,0 0-1,9 4 0,-12-3-66,0 0 0,0 0 0,-1 0-1,0 1 1,1-1 0,-1 1-1,0 0 1,0 0 0,0 0 0,-1 0-1,1 1 1,-1-1 0,1 1-1,-1-1 1,2 7 0,-1-3-28,-1-1 1,1 1-1,-2 0 0,1 0 1,-1 0-1,0-1 1,0 1-1,-1 11 1,-1-12 74,1 0 1,-1 1-1,-1-1 1,1 0-1,-1 0 1,0 0 0,-1 0-1,1 0 1,-1-1-1,0 1 1,-1-1-1,1 0 1,-1 0 0,0 0-1,0 0 1,-1-1-1,1 1 1,-1-1-1,0 0 1,0-1-1,-1 1 1,1-1 0,-1 0-1,1 0 1,-1-1-1,0 0 1,0 0-1,-12 3 1,0-2 117,0-1-1,-1 0 1,1-2-1,0 0 1,0-1 0,-1 0-1,1-2 1,0 0-1,0-1 1,1-1-1,-27-10 1,42 14-76,0 0-1,-1-1 1,1 1-1,0 0 1,-1-1-1,1 1 1,0-1 0,0 0-1,0 0 1,1 0-1,-1 0 1,0 0-1,1 0 1,-1 0 0,1-1-1,0 1 1,0 0-1,0-1 1,0 1-1,0-1 1,0-2 0,0 1-205,1 1 0,0 0 1,0 0-1,1-1 0,-1 1 1,1 0-1,0 0 0,0 0 1,0 0-1,0 0 0,0 0 1,0 0-1,1 0 0,0 0 1,-1 1-1,1-1 0,3-2 1,0-1-1036,0 1 0,1-1 0,-1 2 0,1-1 0,0 0 0,0 1 0,1 1 0,0-1 0,-1 1 0,11-4 0,2 1-801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13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 8,'-9'-2'11217,"10"6"-8622,1-1-2623,0 1 0,0-1 0,-1 1 0,0 0 1,1 0-1,0 6 0,3 10 126,-4-17-83,4 12 156,1 1 0,1-1 0,0 0 0,1 0 0,18 26 0,-1-7-165,-23-31-325,0 0 0,-1 1-1,1-1 1,-1 0 0,1 1-1,-1-1 1,0 0 0,0 1-1,0 5 1,-1-8 52,0 0 1,0 0-1,0 0 0,0 0 1,-1-1-1,1 1 0,0 0 1,-1 0-1,1-1 0,0 1 1,-1 0-1,1 0 0,-1-1 1,1 1-1,-1 0 0,1-1 1,-1 1-1,1-1 0,-1 1 1,0-1-1,1 1 0,-1-1 0,0 1 1,0-1-1,1 1 0,-1-1 1,0 0-1,0 0 0,0 1 1,0-1-1,-10 1-3035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13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15 3153,'-31'-6'3990,"0"1"-2729,0 3 0,-1 0 0,-42 4 0,54 0-1376,-1 1 0,1 1 0,-1 0 0,1 2 0,1 0 0,-22 11 0,-5 3-4926,21-8-1292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14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60 1408,'-1'-1'505,"1"0"-1,-1 0 0,1 0 0,-1-1 1,1 1-1,0 0 0,-1 0 0,1-1 1,0 1-1,0 0 0,0-1 0,0 1 1,0 0-1,0-1 0,0 1 0,0 0 1,1 0-1,-1-1 0,1-1 0,0 1-262,0 1-1,1-1 1,-1 0-1,0 1 1,0-1-1,1 1 1,-1 0-1,1-1 1,-1 1 0,1 0-1,3-2 1,-1 1-270,1 0 1,0 0-1,-1 0 1,1 1 0,0 0-1,0 0 1,0 0-1,0 0 1,7 1 0,-4 1 2,0 0 0,0 0 0,0 1 0,0 0 0,0 0 0,-1 1 1,1 0-1,-1 0 0,1 1 0,-1 0 0,0 1 0,-1-1 0,11 10 1,-13-11 3,-1 1 1,1-1 0,-1 1 0,0 0 0,-1 0 0,1 0 0,-1 0 0,1 0 0,-1 1-1,-1-1 1,1 1 0,0-1 0,-1 1 0,0 0 0,0 0 0,-1-1 0,1 1 0,-1 0-1,0 0 1,0 0 0,-1 0 0,1-1 0,-1 1 0,-2 6 0,-1 0 207,-1 0-1,0 0 1,-1 0 0,0-1-1,-1 0 1,0 0 0,-12 12-1,16-18-69,-16 18 1139,19-22-1116,1 0 0,-1 1 0,1-1 1,-1 0-1,0 1 0,1-1 0,-1 0 0,1 0 1,-1 1-1,1-1 0,-1 0 0,1 0 0,-1 0 1,1 0-1,0 0 0,-1 0 0,1 0 1,-1 0-1,1 0 0,0 0 0,1 0 182,31 5 28,34 1 0,-15-7-2137,-40 0 91,0-1 0,13-4 0,-23 6 927,0-1-1,0 0 1,0 0-1,0 0 1,0 0-1,0 0 1,-1 0-1,4-2 1,4-4-5522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14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1184,'1'2'345,"0"1"0,1-1 0,-2 1 0,1-1 1,0 1-1,0-1 0,-1 1 0,0-1 0,1 1 0,-1 4 0,2 11 1398,2-4-1101,1-1 0,0 0 0,0 0 1,2 0-1,-1-1 0,2 0 0,0 0 0,0-1 0,18 19 1,-16-20-1412,0-1 1,0-1 0,1 0 0,0 0-1,1-1 1,15 7 0,-24-13-77,6 1-3583,-6-3 1942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14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1 7050,'-3'2'1064,"-2"-2"-464,-6 1 32,-2 2 312,-1 0 72,0 1-255,-2 0-297,4-1-248,-2 2-64,0 1-32,-2 1-32,-3 0-128,3 3-680,-6-2-1273,4 1-1624,-6 2-3112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15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41 8,'-3'-18'913,"-5"-5"11624,17 41-12948,8 45 641,11 72 1,-1 66 564,-25-185-708,24 292 329,-18-192-152,-8-73 105,-1-6-726,4-12-3124,-1-18-508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16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600 538 8,'1'0'87,"-1"-1"-1,0 1 1,1-1 0,-1 1 0,0-1-1,1 0 1,-1 1 0,0-1-1,0 0 1,0 1 0,1-1-1,-1 0 1,0 1 0,0-1 0,0 0-1,0 1 1,0-1 0,0 0-1,0 1 1,-1-1 0,1 0 0,0 1-1,0-1 1,0 0 0,-1 1-1,1-1 1,0 0 0,-1 1-1,1-1 1,-1 1 0,1-1 0,-19-21 2606,10 13-2310,-4-5 226,0 1 0,-20-16 0,2 2 52,-153-154 1528,154 151-1752,-2 2 1,-37-25 0,-36-31 2153,104 83-2509,0 0 0,1 0 0,-1 0 0,0 0 0,0 0 0,1 0-1,-1-1 1,1 1 0,-1 0 0,0-3 0,-5-8 386,5 12-511,0 1-1,0-1 1,0 1 0,0-1 0,0 1 0,1 0 0,-1 0 0,0-1 0,0 1-1,1 0 1,-1 0 0,0 0 0,1 0 0,-1 0 0,1 0 0,-1 0 0,0 1-1,-12 25-29,8-11 118,1-1 0,0 1 0,1 0 0,1 0 0,0 0 0,2 22 0,1-24-820,0 0-1,4 16 1,-4-25-349,0-1 1,0 1-1,-1 0 0,1 0 0,-2 6 0,-1 6-5073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17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20 5601,'0'-1'181,"0"1"-1,0 0 0,-1-1 1,1 1-1,0 0 1,0-1-1,0 1 1,-1 0-1,1 0 0,0-1 1,0 1-1,-1 0 1,1 0-1,0-1 1,0 1-1,-1 0 0,1 0 1,0 0-1,-1-1 1,1 1-1,0 0 1,-1 0-1,1 0 0,0 0 1,-1 0-1,1 0 1,0 0-1,-1 0 1,0 0-1,-14-2-341,9 2 722,-150-12 3059,78 13-4863,0 9-6437,64-7 1577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17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4073,'-1'1'42,"0"-1"1,1 1 0,-1 0-1,0 0 1,1 0-1,-1 0 1,0 1-1,1-1 1,-1 0-1,1 0 1,0 0 0,-1 0-1,1 0 1,0 1-1,0-1 1,-1 0-1,1 0 1,0 0-1,0 1 1,1 1 0,-1 1 264,0 0-1,0 0 1,1 0 0,0 0 0,1 5 0,7 11 518,0-1 1,21 32-1,-9-18-295,-13-21-351,0-1 0,2 0-1,-1 0 1,18 15 0,-12-12-82,17 20-1,-22-17-784,-10-17 529,1 0 1,-1 1 0,0-1-1,0 1 1,1-1-1,-1 0 1,0 1-1,0-1 1,0 1 0,0-1-1,0 1 1,0-1-1,0 0 1,0 1 0,0-1-1,0 1 1,0-1-1,0 1 1,0-1-1,0 0 1,0 1 0,0-1-1,0 1 1,0-1-1,-1 1 1,1-1-1,0 0 1,0 1 0,0-1-1,-1 0 1,1 1-1,0-1 1,-1 0 0,1 1-1,0-1 1,-1 0-1,1 0 1,0 1-1,-1-1 1,1 0 0,0 0-1,-1 1 1,-8-1-3235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18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24 5393,'-9'-2'2641,"-4"-1"-2233,-4-2 80,-8 2 184,-2 2 104,-1-2-96,1-1-256,2 3-183,2-1-89,4 2-80,2 2-112,-4-1-369,2 3-959,4 0-1496,-7 6-4394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19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30 8,'-11'-5'1728,"0"0"-1,-1 1 1,0 1 0,-21-5-1,15 6-493,1 0-1,-34 1 1,27 3-607,0 1 0,0 1 0,0 0 0,-45 17 0,65-19-547,-1-1 0,1 2 1,-1-1-1,1 0 0,-1 1 0,1 0 1,0 0-1,1 0 0,-1 1 0,0-1 1,1 1-1,-6 8 0,8-10-34,-1 0 1,1 1-1,0-1 1,0 0-1,1 1 0,-1-1 1,0 1-1,1-1 0,-1 1 1,1-1-1,0 1 1,0-1-1,0 1 0,0-1 1,1 1-1,-1-1 0,0 1 1,1-1-1,0 1 1,0-1-1,0 1 0,0-1 1,0 0-1,0 1 0,0-1 1,4 4-1,3 3 92,0 1 0,1-1 1,1-1-1,-1 1 0,1-2 0,1 1 0,-1-1 0,18 8 0,14 4 10,44 14 0,-45-18-87,-15-7-62,-19-6-21,0 0 0,1 0 1,-1 1-1,0 0 0,0 1 1,10 6-1,-16-10 0,-1 1 1,1-1-1,-1 1 0,0-1 0,1 1 1,-1-1-1,1 1 0,-1-1 0,0 1 1,1-1-1,-1 1 0,0-1 0,0 1 0,1-1 1,-1 1-1,0 0 0,0-1 0,0 1 1,0-1-1,0 1 0,0 0 0,0-1 1,0 1-1,0-1 0,0 1 0,0 0 1,-1 1 5,1-1 0,-1 0 1,0 1-1,1-1 0,-1 0 1,0 1-1,0-1 0,0 0 1,0 0-1,-2 2 0,-2 1 41,1-1 0,-1 1 0,-1-1 0,-7 4 0,-7 0 44,-1-1-1,0 0 0,0-2 1,0-1-1,-36 2 0,-18 3-4881,36-3-6007,30-5 7462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20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21 3993,'-11'-13'8866,"11"13"-8750,0-1 1,0 1 0,-1-1 0,1 1-1,0-1 1,-1 1 0,1-1-1,0 1 1,-1 0 0,1-1-1,-1 1 1,1 0 0,-1-1-1,1 1 1,-1 0 0,1 0-1,-1-1 1,1 1 0,-1 0 0,1 0-1,-1 0 1,1 0 0,-1 0-1,1 0 1,-1 0 0,1 0-1,-1 0 1,0 0 0,0 0-1,0 0-80,0 1 0,0 0 0,0-1 0,1 1 0,-1 0 0,0 0-1,0 0 1,1-1 0,-1 1 0,0 0 0,1 0 0,-1 0 0,0 2 0,-2 3-100,1 0 1,0 1 0,0-1 0,0 8 0,-1 22 115,3 65 0,1-75-16,0-6 81,1-1-1,0 1 1,2-1-1,0 0 1,9 26-1,-11-41-112,0 1 0,0-1 0,1 0 1,-1 1-1,1-1 0,0 0 0,0-1 0,0 1 0,0 0 0,1-1 0,-1 0 1,1 0-1,0 0 0,0 0 0,0-1 0,1 1 0,-1-1 0,1 0 1,-1 0-1,1-1 0,-1 1 0,1-1 0,9 1 0,13-2-4826,0-6-4563,-20 3 6116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20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42 4649,'-5'-42'13339,"3"43"-12645,1 6-965,4 5 237,-1 0 1,1 14 0,1 9 94,6 18 2,2 15 206,41 133-1,-51-196-163,1 1 1,-1 0-1,1-1 0,0 0 1,1 1-1,-1-1 0,1 0 1,0-1-1,1 1 0,-1-1 1,8 6-1,-8-8-407,-1 0 1,0 0-1,0 0 0,1-1 0,-1 1 1,1-1-1,-1 0 0,8 1 0,-8-1-799,1-1 0,-1 0-1,0 0 1,1-1-1,-1 1 1,0 0 0,1-1-1,-1 0 1,0 0 0,7-3-1,-1 0-4295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20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 4321,'-37'5'4280,"16"-3"-2004,0 2 1,-24 7-1,7 7-2476,13-6-3180,-1-3-5025,16-8 4968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9:21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4697,'14'-14'4374,"-13"12"-3814,0 1 0,1-1 1,0 0-1,-1 1 1,1-1-1,0 1 1,-1 0-1,4-2 0,-4 3-480,0 0-1,0-1 0,0 1 0,0 0 1,0 0-1,0 0 0,0 0 1,0 0-1,0 0 0,0 0 0,0 0 1,0 1-1,-1-1 0,1 0 0,0 1 1,0-1-1,0 0 0,0 1 0,0-1 1,0 1-1,0-1 0,-1 1 0,2 1 1,16 14-34,-2 0 0,0 1 0,0 1 0,16 26 0,0 2 123,37 71-1,-56-90-121,0 2 0,-2 0 0,-1 0-1,7 35 1,-13-47-7,-2 0-1,0 0 1,-1 1-1,-1-1 1,-3 25-1,2-32-38,-1 1-1,0 0 1,-1 0-1,-1-1 1,1 1 0,-1-1-1,-1 0 1,0 0-1,-10 13 1,-78 94-1283,79-103-372,-26 21 0,28-26-893,-1 0 0,-25 12 0,2-6-2275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0:07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861 22 8,'0'1'0,"0"0"0,0 0 0,0 0 0,-1 0 0,1 0 0,0 0 0,-1-1 0,1 1 0,-1 0 0,1 0 0,-1 0 0,1-1 0,-1 1 0,0 0 0,1 0 0,-1-1 0,0 1 0,1-1 0,-1 1 0,0-1 0,0 1 0,0-1 0,0 1 0,1-1 0,-1 0 0,0 1 0,-2-1 0,-29 6 0,24-4 0,-41 3 1571,-98-1-1,-51-16 999,169 10-2252,-34-5 1146,-107-24 1,166 30 178,5 0-690,11-1-504,18 0-1098,338 12-2478,0-1-1062,-310-11 4798,-115 5 2038,-73-7 323,-99-2-1236,53 1-821,71 1-57,-158 14 1,246-5-992,17-5 133,0-1 0,0 1-1,0 0 1,-1 1 0,1-1 0,0 0-1,0 0 1,0 0 0,0 0 0,0 0-1,0 0 1,0 0 0,0 0 0,0 0-1,0 0 1,0 0 0,0 0 0,-1 0-1,1 0 1,0 0 0,0 0 0,0 0-1,0 0 1,0 0 0,0 0 0,0 0-1,0 0 1,0 1 0,0-1 0,0 0-1,0 0 1,0 0 0,0 0-1,0 0 1,0 0 0,0 0 0,0 0-1,0 0 1,0 0 0,0 0 0,0 1-1,0-1 1,0 0 0,0 0 0,0 0-1,0 0 1,0 0 0,0 0 0,0 0-1,0 0 1,0 0 0,0 0 0,0 0-1,11 3 107,43 3 235,41 3-419,65-9-180,48 2-537,-185 0-204,-23-2 973,0 0 1,0 0-1,0 0 0,0 0 1,0 0-1,0 0 0,0 0 1,1 0-1,-1 0 0,0 0 1,0 0-1,0 0 0,0 0 1,0 0-1,0 1 0,0-1 1,0 0-1,0 0 0,1 0 1,-1 0-1,0 0 0,0 0 1,0 0-1,0 0 1,0 0-1,0 0 0,0 0 1,0 0-1,0 0 0,0 1 1,0-1-1,0 0 0,0 0 1,0 0-1,0 0 0,0 0 1,0 0-1,0 0 0,0 0 1,0 1-1,0-1 0,0 0 1,0 0-1,0 0 0,0 0 1,0 0-1,0 0 0,0 1 1,-11 4-916,-8 0 469,0-1 0,-1 0 0,0-2-1,-35 1 1,22-2-795,-122 8-4191,0 4 4322,123-10 1139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0:08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322 7 8,'0'-1'0,"1"1"0,-1-1 0,1 1 0,0-1 0,-1 1 0,1-1 0,0 1 0,-1-1 0,1 1 0,0 0 0,0 0 0,-1-1 0,1 1 0,0 0 0,0 0 0,0 0 0,-1 0 0,1 0 0,0 0 0,0 0 0,1 0 0,25 1 0,-18-1 0,209 18 0,-182-16 236,168 5-659,-68-12 3905,-177 6 986,-44-5-2130,7 1-1554,-127-2 3,-149-4 188,339 9-923,-158 0 136,155 3-490,18-3 295,0 0 0,0 0 0,0 0 0,0 0 0,0 0 0,0 0 0,0 0 0,0 0 0,1 0 0,-1 0 0,0 0 0,0 0 0,0 0 0,0 0 0,0 0 0,0 0 0,0 1 0,0-1 0,0 0 0,0 0 0,0 0 0,0 0 0,0 0 0,0 0 0,0 0 0,0 0 0,0 0 0,0 0 0,0 0 0,0 0 0,0 0 0,0 0 0,0 0 0,0 0 0,0 0 0,1 0 0,-1 0 0,0 0 0,0 0 0,0 0 0,0 0 0,0 0 0,0 1 0,0-1 0,0 0 0,0 0 0,0 0 0,0 0 0,0 0 0,0 0 0,-1 0 0,1 0 0,0 0 0,0 0 0,0 0 0,0 0 0,0 0 0,0 0 0,0 0 0,0 0 0,0 0 0,0 0 0,0 0 0,0 0 0,0 0 0,0 0 0,0 1 0,0-1 0,0 0 0,11 2-296,146 12-1781,-52-10-4109,-85-4 4408,9 0 55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0:10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9607 177 8,'0'-1'0,"-1"0"0,1 1 0,-1-1 0,1 1 0,-1-1 0,1 0 0,-1 1 0,0 0 0,1-1 0,-1 1 0,0-1 0,1 1 0,-1 0 0,0-1 0,1 1 0,-1 0 0,-1-1 0,-19-6 0,15 5 0,-55-17-29,-69-13-1,-67 0 996,-184-6 1933,-1 18-909,380 20-1983,-757-17 1432,161 37-623,185-3-397,-2-19 138,284-5-383,-136-4-12,29 5-56,-260 1-4,238 19-217,-71 1 125,-693-33-56,325 20-91,393 22 54,-255 15 105,-256-25 162,791-15-217,-568-8-1307,298 29-6858,136-7 8356,138-11-158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0:11.2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0 174 8,'2'-2'0,"-1"0"0,1 0 0,-1 0 0,1 0 0,0 1 0,0-1 0,0 0 0,0 1 0,0-1 0,0 1 0,0-1 0,1 1 0,-1 0 0,0 0 0,1 0 0,-1 1 0,1-1 0,3 0 0,6-1 0,1 0 0,18 1 0,-22 0 0,236 2 2454,19-1 1035,420-25-2772,190 19-5960,-652 8 4661,845-19 947,-998 15-270,466-11 299,663-22-171,-124 3 109,-566 19 561,-1 23-185,-244 14-299,-188-16-197,235 26 647,-229-25-735,386 25 586,129-47-70,-450 10-267,187 20 1,-235-10-319,49 7-795,-136-12-624,0 0-1,-1 1 1,20 9-1,-19-6-38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37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0 3241,'-1'6'14672,"1"-6"-14571,0 0 0,-1 1 0,1-1 0,0 0 0,0 0 0,0 0 0,0 0 0,0 1 0,0-1 0,0 0 0,0 0 0,0 0 0,0 1 0,0-1 0,0 0 0,0 0 0,0 0 0,0 0 0,0 1 0,0-1 0,0 0 0,0 0 0,0 0 0,0 1 0,0-1 0,0 0 0,1 0 0,-1 0 0,0 0 0,0 1 0,0-1 0,0 0 0,0 0-1,0 0 1,1 0 0,-1 0 0,0 0 0,0 1 0,-1-1 31,0 1 0,0 0 0,0-1 0,0 1-1,0-1 1,-1 0 0,1 1 0,0-1 0,0 0-1,0 1 1,-3-1 0,-40 3 696,0-2-1,0-2 1,-85-12-1,124 12-1010,0 0-1,0 1 1,-1-1 0,1 1-1,0 0 1,0 1-1,-1-1 1,1 1 0,-9 2-1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37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0 8,'53'5'19694,"-164"-2"-15244,-57 16-4794,114-11-3603,-1-2-8954,39-4 5949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38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729 19 40,'1'0'780,"1"0"0,-1-1 0,1 0 0,-1 1-1,0-1 1,0 0 0,1 0 0,-1 1 0,0-1 0,0 0 0,0 0 0,0 0 0,0-1-1,0 1 1,0 0 0,-1 0 0,1 0 0,1-2 0,-8 3 3020,-19 4-3504,24-4-226,-155 22 699,41-6-358,-82 7 280,10-2 3,153-14-577,31-6-112,1 0-1,0 0 1,0 0 0,0 0 0,0 0-1,0 0 1,0 0 0,0 1 0,0-1 0,1 1-1,-1-1 1,1 1 0,-2 1 0,2-2-1,1-1 0,0 1 0,0-1 0,0 1 0,0-1 0,0 0 0,0 1 0,0-1 0,0 1 0,0-1 0,0 1 0,0-1 0,0 1 0,0-1 0,0 1 1,0-1-1,0 0 0,1 1 0,-1-1 0,0 1 0,0-1 0,0 0 0,1 1 0,-1-1 0,0 1 0,1-1 0,-1 1 0,12 10 238,-10-10-193,5 5 51,1-1-1,0 0 1,0 0 0,0-1 0,1 0 0,9 3 0,60 15 99,-39-12-150,146 33-24,-2 0-70,-182-43 45,3 1-20,0 1 1,0-1-1,0 1 0,6 3 0,-10-5 11,1 0 0,-1 0 0,1 1 1,-1-1-1,1 0 0,-1 1 0,0-1 0,1 0 1,-1 1-1,1-1 0,-1 1 0,0-1 0,0 0 1,1 1-1,-1-1 0,0 1 0,0-1 0,1 1 0,-1-1 1,0 1-1,0-1 0,0 1 0,0-1 0,0 1 1,0 0-1,0-1 0,0 1 0,0-1 0,0 1 1,0-1-1,0 1 0,0-1 0,0 1 0,-1-1 1,1 1-1,0-1 0,0 1 0,0-1 0,-1 1 1,1-1-1,0 0 0,-1 1 0,1-1 0,0 1 1,-1-1-1,1 0 0,-1 1 0,-3 2-3,0 0 0,1 0-1,-1-1 1,0 1 0,0-1-1,-1 0 1,-5 3 0,-36 8 67,19-5-31,-114 30 63,6-2-54,102-25-36,2 0 1,-34 19 0,58-27-6,0 1 1,1 0-1,-1 0 1,1 1-1,0 0 1,1 0-1,-1 0 1,1 1 0,0-1-1,0 1 1,-4 8-1,8-12 14,0-1-1,1 1 1,-1 0-1,0 0 1,1 0 0,-1 0-1,1 0 1,0 0-1,-1 0 1,1 0 0,0 0-1,0 0 1,1 0-1,-1 0 1,0 0-1,1 0 1,-1 0 0,1 0-1,-1 0 1,1 0-1,0 0 1,0-1-1,0 1 1,0 0 0,0 0-1,0-1 1,1 1-1,-1-1 1,3 3 0,1 0 14,-1 0 0,1 0 1,-1-1-1,1 1 0,0-1 1,1-1-1,-1 1 0,0-1 1,8 3-1,13 1 97,0-1 1,0-1-1,39 2 1,83-8 108,-129 2-195,127-8-16,31 0-664,-59 9-5457,-114-1 5058,-3 0 279,0 0 0,1 0 1,-1 0-1,0 1 0,1-1 0,-1 0 0,0 1 0,0-1 1,1 0-1,0 2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39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9170,'-4'5'16432,"7"5"-16685,2 10 370,1 1 0,13 26 0,1 5 13,-9-24-31,24 44 0,-16-35-20,0 1-227,17 54 0,-35-85-2019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39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3 8826,'-6'-1'10463,"-7"0"-6740,0 1-3498,1 0 1,-1 1 0,1 1 0,-1 0 0,1 0 0,0 1 0,0 1 0,0 0 0,0 1 0,1 0-1,-1 1 1,-17 12 0,27-17-221,1 0 0,-1 0-1,1 0 1,0 1 0,-1-1 0,1 0-1,0 1 1,0-1 0,0 1 0,0-1-1,0 1 1,0-1 0,0 1 0,1 0-1,-1-1 1,1 1 0,-1 0 0,1 0-1,0 0 1,-1-1 0,1 4 0,1-3 6,-1 0 1,1-1-1,-1 1 0,1 0 1,0-1-1,0 1 1,0 0-1,-1-1 1,2 1-1,-1-1 0,0 0 1,0 1-1,0-1 1,1 0-1,-1 0 1,1 1-1,-1-1 1,1 0-1,-1-1 0,1 1 1,3 1-1,4 2 47,1 0 0,0-1 0,0-1 0,0 0 0,16 2 0,55-1 62,-48-3-81,145-1 260,-46-1-1999,-45 4-4086,-56 2-5204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43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588 121 8,'26'-20'2230,"-8"4"4938,-18 16-6783,1-1 0,-1 1-1,1-1 1,-1 1 0,1-1 0,-1 1 0,1-1 0,-1 0-1,0 1 1,1-1 0,-1 0 0,0 1 0,0-1-1,1 0 1,-1 0 0,0 1 0,0-1 0,0 0-1,0 0 1,0 1 0,0-1 0,0 0 0,0 0 0,0 1-1,0-1 1,-1 0 0,1 1 0,0-1 0,0 0-1,-2-1 1,-1-1-258,-2 0-1,1-1 1,0 2 0,-1-1-1,1 0 1,-1 1 0,0 0-1,0 0 1,-9-2 0,-7-1-177,-24-1 0,11 1 178,-21-3 55,-1 1 0,-104 4 1,141 4-155,-38 6 0,49-5-33,0 0 0,1 0 1,-1 1-1,0 0 1,1 0-1,0 1 1,-10 6-1,11-4 13,0 0-1,0 1 1,0-1-1,1 1 1,0 0-1,-6 11 1,6-11-18,3-3 36,0-1 0,1 1 0,-1 0 0,1 0 0,-1-1 0,1 1 0,0 0 0,1 0 0,-1 0 0,1 0 0,-1 0 0,1 0 0,1 0 1,-1 0-1,0 0 0,1 0 0,0 0 0,0 0 0,0 0 0,0 0 0,1 0 0,0-1 0,-1 1 0,1 0 0,0-1 0,1 0 0,-1 1 0,1-1 0,-1 0 1,1 0-1,0-1 0,0 1 0,4 2 0,20 14 218,1-2 1,47 23-1,-31-20-186,36 15 12,131 80 0,-200-108-74,-1 0-1,1 2 1,-1-1-1,-1 1 1,0 0-1,9 11 1,-16-17-4,0 0 1,0-1-1,0 1 1,-1 0-1,1 0 1,-1 0 0,0 1-1,0-1 1,0 0-1,0 0 1,0 1-1,-1-1 1,1 0-1,-1 1 1,0-1-1,0 1 1,0-1-1,0 0 1,-1 1 0,0-1-1,1 0 1,-1 1-1,0-1 1,-1 0-1,1 0 1,0 0-1,-1 0 1,-2 4-1,-1-1 33,0 0-1,0-1 0,0 0 0,0 0 1,-1 0-1,0 0 0,0-1 1,0 0-1,-1-1 0,1 1 1,-1-1-1,-12 4 0,-7 1 97,-1-2-1,-32 4 1,9-2-50,-33 4-406,27-7-2677,-4-3-9486,57-2 11778,-20 0-8383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43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7562,'5'9'8342,"1"3"-5606,4 9-1582,-7-16-920,11 17 260,2-1 0,0-1 0,22 21-1,-18-21-872,-11-11-3833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44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47 7826,'-1'-3'1166,"0"1"1,0-1 0,0 0 0,0 1 0,0-1 0,-1 0-1,-3-3 1,-1-5 2101,1 1-646,7 15-1752,8 20-990,-3 6 236,2 0 1,23 53 0,-17-47-1662,12 42 0,-23-54-3387,-4 0-4468,-2-12 2680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45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403 35 8,'-7'-5'1804,"0"1"0,-1 0-1,0 1 1,0-1 0,0 2 0,-13-4 0,8 4-571,1 0 1,-1 0-1,-24 2 1,14 2-681,1 1 1,0 0-1,1 2 1,-39 13-1,52-15-475,-1 0-1,2 0 0,-1 1 0,0 0 1,1 1-1,-1 0 0,1 0 0,1 0 1,-1 1-1,1 0 0,0 0 0,-8 11 1,12-14-48,1-1 0,-1 1 0,1 0 0,0 0 0,0 0 0,0-1 0,0 1 0,1 0 0,-1 0 0,1 0 0,0 0 0,0 0 0,0 1 0,0-1 0,1 0 1,-1 0-1,2 5 0,2 4 47,0-1 1,1 0-1,7 14 1,1 1-11,19 38 24,-21-45-82,-2 1 0,0 0 0,0 1 0,-2 0 1,5 26-1,-2 35-28,-1 159 0,-9-220 13,3 69 12,-3-87 30,0-1-1,0 1 0,1-1 0,0 1 1,-1-1-1,1 1 0,0-1 0,0 0 0,0 0 1,1 1-1,-1-1 0,0 0 0,1 0 1,-1 0-1,1 0 0,0-1 0,0 1 0,0 0 1,-1-1-1,2 1 0,1 1 0,3-1 102,-1 1 1,1-1-1,-1 0 0,1 0 0,0 0 0,11 0 0,-5-1 9,-1 0 0,0 0 0,25-3 0,-31 1-610,0 0 0,0-1 0,0 1 0,6-4 0,-8 4-978,-1-1 0,1 0-1,-1-1 1,1 1 0,-1 0 0,6-6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45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85 4209,'-9'-19'7079,"-10"-21"1100,18 38-7878,-1 0-1,1 0 1,0 0-1,-1 0 1,0 0-1,1 0 1,-1 1-1,0-1 1,0 0-1,0 1 1,0 0-1,-1-1 1,-2 0-1,4 3-282,1 1 0,-1 0-1,1 0 1,0 0 0,0 0 0,0 0-1,0 4 1,0-5 11,2 65 98,4 0 0,2-1 0,23 87 0,-1-55 33,-18-67-135,-3 1-1,8 39 1,-15-60-265,0 9-494,-6-6-4442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45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2 7946,'-11'-1'5097,"8"1"-4567,1-1 0,-1 1 0,1 0 0,0 0 0,-1 0 0,1 0 1,-4 1-1,-13 5 42,0 0 0,0 1 0,1 1 0,0 1-1,0 0 1,1 1 0,-25 20 0,37-26-526,1 0 0,-1 0 0,1 1 0,0 0-1,-5 6 1,7-9-28,1 1 1,0-1-1,0 0 1,0 0-1,0 0 0,0 1 1,0-1-1,1 0 0,-1 1 1,1-1-1,0 0 0,0 1 1,-1-1-1,1 1 0,1-1 1,0 5-1,-1-6 17,0 0-1,1-1 0,0 1 1,-1-1-1,1 1 0,-1 0 1,1-1-1,-1 1 1,1-1-1,0 0 0,0 1 1,-1-1-1,1 1 1,0-1-1,0 0 0,-1 0 1,2 1-1,17 4 514,-15-4-448,69 11 549,-28-6-524,156 12-8,-168-18-1355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46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2240,'4'-14'7279,"4"-9"1138,-7 22-8157,0-1 0,0 1 0,1-1 0,-1 1 0,0 0 1,1-1-1,-1 1 0,1 0 0,0 0 0,-1 0 1,1 0-1,2-1 0,1 1-204,0-1 0,0 1 0,0 0 0,0 0 0,0 0 0,0 1 0,0 0 0,0 0-1,0 0 1,9 2 0,7 2-110,25 8-1,-24-5 90,-11-5-69,0 2-1,-1-1 0,1 1 1,-1 1-1,0 0 0,-1 1 1,1-1-1,-1 2 0,0-1 1,0 1-1,9 11 0,-15-15 7,-1 1-1,0 0 1,0 0-1,-1-1 1,1 1-1,-1 0 1,1 0-1,-1 1 1,0-1-1,-1 0 1,1 0-1,-1 0 1,0 0-1,0 1 1,-1 4-1,0 9 9,-2 0 0,-5 18 0,-7 23 51,6-28 7,2 0-1,1 1 1,-4 62 0,10-75 24,0 0 0,2 0 1,0 1-1,1-1 0,1 0 1,1-1-1,13 34 0,-5-23 308,31 48 0,-37-66-322,19 30 177,-24-38-210,0 1 0,-1 0 0,1 0 0,-1-1 0,0 1-1,0 0 1,0 0 0,1 8 0,-3-10-13,1-1 0,0 1 0,-1 0 0,1 0-1,-1 0 1,0-1 0,1 1 0,-1 0 0,0-1 0,0 1-1,0-1 1,0 1 0,0-1 0,-1 1 0,1-1 0,0 0-1,-1 1 1,1-1 0,-1 0 0,1 0 0,-1 0 0,-2 1 0,-3 2-8,0-1 0,0-1 1,0 1-1,-8 1 1,-42 8-2598,20-7-5893,19-4-2238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47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15 210 3057,'1'-2'6970,"8"-7"-2393,-5 6-3899,1 1 0,0-1 0,0 1-1,0 0 1,1 1 0,-1-1-1,9 0 1,44-3-258,-11 1 211,-15 1-237,21-4 182,-49 6-440,0 0 0,-1 0 0,1 0 0,0-1 0,-1 1 0,1-1-1,-1 0 1,1 0 0,-1 0 0,5-5 0,-7 6-73,-1 1-1,1-1 1,-1 0-1,1 0 1,-1 1-1,1-1 1,-1 0-1,0 0 1,1 1-1,-1-1 1,0 0-1,0 0 1,0 0-1,1 0 1,-1 0-1,0 0 1,0 1-1,0-1 1,0 0-1,0 0 1,-1 0-1,1-1 1,-1 0-10,0-1 1,0 0 0,0 1-1,0-1 1,-1 0 0,1 1-1,-3-3 1,0-1-48,-1 1-1,0-1 1,0 1 0,0 0-1,-8-5 1,-12-6 281,-41-21 1,63 36-257,0-1 1,-1 1 0,1 0 0,0 0-1,-1 1 1,1-1 0,0 1 0,-1-1-1,-6 1 1,8 0-28,0 1 0,0-1 0,0 1 0,1-1 0,-1 1 0,0-1 0,0 1 0,0 0 0,1 0 0,-1 0 0,0 0 0,1 0 0,-1 0 0,1 0 0,0 1 0,-1-1 0,1 1 0,-3 2 0,-19 24-9,15-14 24,-20 23 0,2-3 29,24-30-4,0 0-1,0 0 1,1 0-1,-1 0 1,1 0-1,0 1 1,0-1 0,0 0-1,1 1 1,-1-1-1,1 5 1,0 0 13,1 0 1,0 0-1,0 1 0,4 11 1,-4-16 7,1-1 0,-1 0-1,1 0 1,-1 0 0,1 0 0,0-1 0,1 1 0,-1 0 0,1-1 0,-1 1 0,1-1-1,0 0 1,0 0 0,1 0 0,-1-1 0,1 1 0,-1-1 0,1 1 0,6 2-1,14 3 59,0 0-1,1-1 0,0-2 0,0-1 0,26 2 0,-25-3-80,-2-1-108,1 0-1,-1-2 0,31-4 1,-1-5-3062,-53 8 2349,7-1-1174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48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0 2785,'-5'4'15632,"3"18"-14439,1-18-1060,1 1 0,-1 0 1,1-1-1,0 1 0,1 6 1,5 13 122,0 0 0,2-1 1,0 0-1,2-1 0,12 22 1,1-4-48,48 63 1,-59-88-195,4 5-15,-1 1-1,0 0 1,12 27 0,-26-47-4,0 1 0,-1-1 0,1 0 0,0 0 0,-1 1 0,0-1 0,1 0 0,-1 1 0,0-1 1,0 1-1,0-1 0,0 0 0,0 1 0,0-1 0,0 1 0,0-1 0,0 0 0,-1 1 0,1-1 0,-1 0 0,1 1 0,-1-1 0,1 0 1,-1 0-1,0 1 0,0-1 0,1 0 0,-1 0 0,0 0 0,0 0 0,-2 2 0,1-2 16,-1 1-1,1-1 1,-1 0 0,1 0-1,-1 0 1,1 0 0,-1-1-1,0 1 1,0-1-1,1 1 1,-1-1 0,0 0-1,1 0 1,-1 0 0,0 0-1,-3-1 1,-12-4 84,0 0 0,1-1 0,-1-1 0,1 0 0,1-1 0,0-1 0,0-1 0,-18-13 0,30 19-42,-1 1 1,1-1-1,0 0 1,0 0-1,0-1 1,1 1-1,-1-1 1,1 0-1,0 0 1,1 0-1,-4-8 0,5 10-57,0 1-1,1 0 1,-1 0-1,1 0 0,-1 0 1,1 0-1,0-1 0,0 1 1,0 0-1,0 0 0,1 0 1,-1-1-1,0 1 1,1 0-1,0 0 0,-1 0 1,1 0-1,0 0 0,0 0 1,0 0-1,0 0 0,1 0 1,-1 1-1,0-1 1,1 0-1,-1 1 0,1-1 1,0 1-1,-1-1 0,1 1 1,0 0-1,2-1 0,7-3-153,-1 0 0,1 1 0,0 1 0,1 0 0,-1 0-1,0 1 1,17-1 0,30-6-3862,-51 7 1900,0 0 0,0 0 0,-1-1 0,1 0 0,12-7 0,-8 1-3733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48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77 17300,'-9'-27'6148,"7"23"-5539,0 0 1,0-1 0,1 1 0,0 0 0,0-1-1,0 1 1,0-9 0,2 6-1679,2 17-1604,4 24-7378,-6-30 7487,1 13-9005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49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3385,'7'-14'11750,"0"-1"-5839,-6 12-5444,1 0 1,0 1-1,0-1 0,0 1 1,0 0-1,4-4 0,-2 3-377,1 0 1,-1 0-1,1 0 0,0 1 1,0 0-1,0 0 0,0 0 1,0 0-1,0 1 0,0 0 0,0 0 1,1 1-1,-1-1 0,0 1 1,1 0-1,-1 1 0,0-1 0,8 2 1,-8-1-109,0 1 1,0-1 0,0 1 0,0 0 0,0 0-1,0 0 1,0 1 0,0-1 0,-1 1-1,0 0 1,1 1 0,-1-1 0,0 1 0,-1 0-1,1 0 1,-1 0 0,1 0 0,3 8-1,-5-8 7,0 1-1,-1-1 0,0 1 1,0-1-1,0 1 0,0-1 0,-1 1 1,1 0-1,-1-1 0,-1 1 0,1 0 1,-1-1-1,1 1 0,-1-1 0,-3 7 1,0 3-1,-2-1 0,0 0 0,-12 21 1,11-25 14,0 0 1,-1 0 0,0-1-1,0 0 1,0-1-1,-1 1 1,-12 6 0,5-2 23,16-12-21,-1 0 0,1 1 1,-1-1-1,1 0 0,-1 1 1,1-1-1,0 0 0,-1 1 1,1-1-1,-1 0 0,1 1 1,0-1-1,0 1 0,-1-1 1,1 1-1,0-1 0,0 1 0,-1-1 1,1 1-1,0-1 0,0 1 1,0 0-1,0-1 15,0 0 1,1 1-1,-1-1 1,0 0-1,0 1 1,1-1-1,-1 0 1,0 0-1,1 1 0,-1-1 1,0 0-1,1 0 1,-1 0-1,0 0 1,1 1-1,-1-1 1,1 0-1,-1 0 0,0 0 1,1 0-1,0 0 1,32 0 845,-25 0-900,34-1-413,1-1 1,-1-2-1,75-19 1,-80 10-3437,-14 1-6502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49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2889,'4'-2'20441,"-4"3"-20401,0-1-1,-1 1 1,1 0-1,-1-1 1,1 1-1,0 0 0,0-1 1,-1 1-1,1 0 1,0 0-1,0-1 1,0 1-1,0 0 0,0 0 1,0-1-1,0 1 1,0 0-1,0 0 1,0 0-1,1 0 1,2 12-99,1 0 1,1 0 0,0-1-1,0 1 1,2-1 0,-1 0 0,2-1-1,-1 0 1,16 17 0,26 19-3585,-15-17-4948,-23-22 3569,-1-4-1290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49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6489,'0'-1'15130,"15"27"-13773,27 27-1198,36 49-3907,-69-88 856,6 9-7176,-8-15 3649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50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581 59 7114,'-49'-8'9012,"1"-2"-4532,-104-16-1801,138 25-2736,-117-12 843,116 13-1265,-1 0 1,1 1-1,-1 1 0,1 1 1,0 0-1,-22 7 0,23-5-1916,-18 7-8989,20-6 4508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50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10002,'-3'1'10900,"4"1"-10801,0-1 0,-1 0 0,1 1 0,0-1 0,-1 1-1,1-1 1,-1 0 0,1 1 0,-1-1 0,0 1 0,1-1 0,-1 3 0,1 4 2,17 53 354,3-1 1,55 110 0,-56-135-726,3-1 0,0-1 0,36 37-1,-54-65-439,13 15-1946,-12-15-1660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50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 6505,'-5'1'8318,"-10"-2"-3280,1 1-3110,5 1-1702,-1 1-1,1 0 1,-1 1 0,1 0 0,0 0 0,0 1 0,0 0 0,0 1-1,1 0 1,0 0 0,0 1 0,0 0 0,-9 9 0,16-14-222,0 0 1,0 1-1,-1-1 1,1 1-1,0-1 1,0 1-1,0-1 1,1 1-1,-1-1 1,0 1-1,0 0 0,1-1 1,-1 1-1,1 0 1,0 0-1,0 0 1,-1-1-1,1 1 1,0 0-1,0 0 1,1 0-1,-1-1 1,0 1-1,0 0 1,1 0-1,-1-1 1,1 1-1,0 0 1,0-1-1,-1 1 1,1 0-1,0-1 1,0 1-1,0-1 1,1 0-1,1 3 1,1 0 44,1 1 0,0-1 0,0 1 0,1-1 0,-1-1 0,1 1-1,0-1 1,11 5 0,7-1-65,0-1 0,1 0 0,0-2 0,0-1-1,0-1 1,50-2 0,-69 0-362,22-3-683,-12-4-5094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51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32 5673,'-1'-12'11350,"1"11"-10784,0-1 1,-1 1 0,1 0-1,0 0 1,0-1-1,0 1 1,0 0 0,0 0-1,1-1 1,2-4 3323,1 8-3945,-3 0-40,1 0 1,-1 1-1,0-1 0,0 0 0,0 0 0,1 5 0,-1-4 74,30 76-32,14 42 85,-37-94-30,-2-1 1,0 2 0,2 38-1,-8-53 18,1 0-1,0 0 1,1 0-1,1 0 1,5 18 0,-7-29 16,0-1 0,0 0 0,0 1 0,0-1 1,1 0-1,-1 1 0,0-1 0,1 0 0,-1 0 1,1 0-1,-1 0 0,1 0 0,-1-1 1,1 1-1,0 0 0,-1-1 0,3 1 0,30 6 134,-33-7-174,13 2-153,0-2-1,0 0 1,0 0 0,0-1-1,0-1 1,0 0-1,16-6 1,12-6-3838,-4-4-4685,-19 7-2381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51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1 8,'-10'4'3119,"0"-1"-1,1 0 1,-18 3 0,-10 4 1558,-33 15-2351,-10 4-1875,58-22-2656,-41 6 0,21-9-8517,21-3 5925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52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45 1840,'1'-16'12695,"-1"13"-11570,1 1 1,-1-1-1,0 1 1,0-1-1,0 0 1,0 1-1,-1-1 0,0-4 1,0 10-888,1 0-1,-1 1 1,0-1 0,0 0 0,0 0 0,-2 4-1,-40 81-128,-36 71 516,15-28-198,9-17-219,29-66-138,-44 75 72,42-87-368,24-29-751,2-5 682,1 1-1,-1-1 1,1 1 0,-1-1 0,1 1-1,-1 3 1,2 1-5167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52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10330,'-2'3'9055,"1"-2"-8860,1-1 1,0 0 0,-2 1 977,2-1-977,0 1 0,0-1-1,0 0 1,0 0-1,-1 1 1,1-1 0,0 0-1,0 0 1,0 1 0,0-1-1,0 0 1,0 1 0,0-1-1,0 1 1,1 40 178,2-1 0,12 64 1,-9-70-293,-1-7 21,11 36 0,13 36-127,-28-95-1593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2:53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477 34 4729,'-23'-13'11522,"1"-1"-5904,19 13-5426,1 0 0,-1 0 0,1 0 0,-1 1 0,0-1 0,1 0 0,-1 1-1,0 0 1,1-1 0,-1 1 0,0 0 0,-4 1 0,-117 29 597,45-19-689,-22 4-731,82-10-3177,-26 8 0,20-3-7093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08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496 11 8,'15'-2'1983,"-13"2"-664,1-1 0,-1 1 0,0-1-1,0 0 1,0 0 0,0 0 0,0 0 0,3-1-1,-56 1 7411,21 3-8640,-1 0 0,0 2-1,1 2 1,0 0 0,0 2 0,1 1 0,-44 20 0,55-19-50,0 0 0,0 1 0,1 1 0,0 1 0,1 0 0,0 1 0,1 1 0,1 0 0,-23 32 0,36-45-18,-1 0 0,1 0-1,0 0 1,0 1 0,0-1-1,0 0 1,0 0-1,1 1 1,-1-1 0,1 1-1,-1-1 1,1 0 0,0 1-1,0-1 1,0 1 0,0-1-1,0 1 1,1 2-1,1-1 52,-1 0 0,1-1-1,-1 1 1,1-1-1,0 1 1,0-1-1,0 0 1,1 0-1,-1 0 1,7 5-1,4 4 131,1-1 0,1 0 0,27 15 1,51 19 47,-59-30-171,76 29 31,-66-28-37,67 35 1,-108-49-81,0 0 1,0 0-1,1 0 0,-1 0 0,-1 1 0,1-1 0,0 1 0,-1 0 0,1 0 0,3 5 1,-6-7 3,1 1 0,-1-1 1,1 1-1,-1-1 0,1 1 1,-1-1-1,0 1 0,0-1 0,0 1 1,0-1-1,0 1 0,0-1 1,0 1-1,0-1 0,0 1 1,-1-1-1,1 1 0,-1-1 1,1 1-1,-1-1 0,0 0 1,1 1-1,-1-1 0,0 0 1,0 0-1,0 1 0,0-1 1,-1 1-1,-4 3 14,0 0 1,0 0-1,0-1 0,0 0 0,-1 0 1,1 0-1,-1-1 0,0 0 1,0 0-1,0-1 0,-1 0 1,-9 1-1,-12 2 103,-50 1 1,75-6-110,-184 0 464,76-2-6611,98 1 1263,4-1-1548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09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61 400,'-1'-16'9045,"0"14"-8374,1 1 0,0-1-1,-1 0 1,1 1 0,0-1-1,0 0 1,0 1 0,0-1 0,0 0-1,1 0 1,-1 1 0,0-1-1,1 0 1,-1 1 0,1-1 0,0 1-1,1-3 1,10-9 3110,-15 14-3787,0 1 1,0-1-1,0 0 0,0 1 1,0 0-1,1 0 1,-1-1-1,1 2 1,0-1-1,-1 0 0,-3 5 1,-1 1 21,-5 3 12,-19 17 358,-44 54 0,67-71-299,-1 1 0,2 0 1,0 0-1,0 1 0,1 0 1,1 0-1,0 0 0,-6 26 1,6-10 24,2 0 0,0 0 0,2 0 0,1 1 0,5 34 0,1-21-4,2-1 0,27 79 0,-10-48-63,41 123-215,-66-195-7,14 57-1655,-13-45-2238,0-1-3402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09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 6169,'-1'5'14301,"0"16"-12210,5-1-1745,1 1 1,1-1-1,0 0 1,16 31-1,46 73-16,-28-56-134,-11-19-137,14 28-75,-38-66 4,0-1 0,-1 1 0,-1 0 0,0 0 1,3 19-1,-6-28 12,1 0 0,-1 1 0,0-1 0,0 1 0,0-1-1,-1 0 1,1 1 0,0-1 0,-1 0 0,0 1 0,1-1 0,-1 0 0,0 0 0,0 1 0,0-1 0,-1 0 0,1 0 0,-3 3 0,2-3 0,-1 0 0,1 0 0,-1 0 1,0 0-1,0-1 0,0 1 0,0-1 0,0 1 0,0-1 0,0 0 0,0 0 1,-4 0-1,-5 0 0,0 0 0,0 0 1,1-1-1,-1-1 1,0 0-1,-16-3 1,15 0 6,-1 0 1,1-1 0,0 0 0,1-1 0,-1 0-1,-21-16 1,32 21-14,0 0-1,0-1 0,0 1 0,0-1 1,0 1-1,1-1 0,-1 0 0,0 0 1,1 1-1,0-1 0,-1 0 0,1 0 1,0-1-1,0 1 0,0 0 0,0 0 1,1 0-1,-1-1 0,1 1 0,-1 0 1,1-1-1,0 1 0,0 0 0,0-1 1,0 1-1,0 0 0,1-3 0,0 0-287,1 0-1,0 0 0,0 1 0,1-1 0,-1 1 0,1-1 0,0 1 0,0 0 0,1 0 1,-1 0-1,6-4 0,16-17-4873,-3-3-4249,-11 12 2888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10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39 11747,'-5'-15'5053,"4"14"-4601,0-1 0,1 1 0,-1 0 0,1 0 0,-1 0 0,1 0 0,0-1 0,-1 1 0,1 0 1,0 0-1,0-1 0,0 1 0,0 0 0,0-1 0,0-1 0,0 3-486,0 0-1,0 0 1,0 0 0,0 0-1,0-1 1,1 1 0,-1 0-1,0 0 1,0 0 0,0 0-1,0 0 1,0 0 0,0 0-1,0 0 1,0 0 0,0 0-1,0 0 1,1 0 0,-1 0-1,0 0 1,0 0 0,0 0-1,0 0 1,0 0 0,0 0-1,0 0 1,0 0 0,0 0-1,1 0 1,-1 0 0,0 0-1,0 0 1,0 0 0,0 0-1,0 0 1,0 0 0,0 0-1,0 0 1,0 0 0,0 1-1,0-1 1,1 0 0,-1 0 0,0 0-1,0 0 1,0 0 0,0 0-1,2 7-1806,0 7-2782,-2 0-1652,0 1-3363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11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0 552 944,'40'0'15041,"-2"-2"-9344,76 1-3765,-93 2-1574,-1-1 0,1 0 0,0-2 0,24-5 0,-42 5 110,-7-2-399,-9 1-226,8 4 160,1-1-1,-1 0 1,0 0-1,1 0 1,-1-1 0,0 0-1,1 0 1,-1 0-1,1 0 1,-1-1-1,-4-1 1,-6-4 84,-24-15-1,32 17-57,0 0-1,1-1 1,-1 1-1,1-2 1,1 1 0,-1-1-1,1 1 1,0-2-1,0 1 1,1 0-1,0-1 1,1 0-1,-1 0 1,1 0 0,-1-8-1,-1-5 10,1 1-1,0-1 1,2 0 0,1 0-1,1-22 1,1 25-20,0 0 0,2 0 0,8-30 0,-8 38-18,0 0 1,1 0-1,0 0 0,1 1 1,0 0-1,0 0 0,13-15 1,-14 20-22,0 0-1,0 1 1,0 0 0,0 0 0,1 0-1,-1 1 1,1-1 0,0 1 0,0 0 0,0 0-1,0 1 1,0 0 0,0 0 0,0 0 0,0 0-1,1 1 1,-1 0 0,0 0 0,1 0 0,6 2-1,4 0-35,0 1 0,-1 1 0,0 1 0,0 0 0,22 11 0,-29-13 39,-1 1-1,0 0 1,0 1 0,0-1 0,-1 2 0,0-1 0,0 1 0,0-1 0,7 11 0,-10-12 0,0 0 0,-1 0 1,0 1-1,0-1 0,0 1 0,0-1 0,-1 1 0,1-1 1,-1 1-1,-1 0 0,1 0 0,0 0 0,-1 0 0,0-1 1,0 1-1,-1 0 0,-1 6 0,-3 9 6,-1 0-1,-1-1 1,0 1 0,-2-1-1,0-1 1,-19 27-1,24-39 20,0 0-1,1 0 0,-1 1 0,-3 11 0,6-17-2,1 0 0,-1 1 0,1-1 0,-1 1 0,1-1-1,0 1 1,0-1 0,0 1 0,0-1 0,0 1 0,0-1 0,0 1-1,0-1 1,1 1 0,-1-1 0,0 1 0,1-1 0,-1 1 0,1-1-1,0 0 1,-1 1 0,1-1 0,0 0 0,0 1 0,0-1 0,0 0-1,0 0 1,1 1 0,7 3 30,-1 0 0,1 0 1,0-1-1,-1-1 0,2 1 0,-1-1 0,0-1 1,1 0-1,-1 0 0,14 0 0,6 0 30,0-2-1,34-3 1,16-9 8,-69 10-306,1-1 1,-1 0-1,0 0 0,-1-1 1,15-8-1,-23 11 8,1 0 0,-1 0 0,0 0-1,0 1 1,0-1 0,0 0 0,0 0-1,-1-1 1,1 1 0,0 0 0,1-2-1,-2 2-413,1-1-1,-1 1 0,0 0 0,1 0 1,-1-1-1,0 1 0,0 0 0,0-1 1,0 1-1,0 0 0,0-1 0,0 1 1,-1 0-1,1 0 0,0-1 0,-1 1 1,1 0-1,-1 0 0,0-3 0,-8-9-8570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11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47 3433,'-2'-8'3503,"1"5"-2168,0 0 1,0 0 0,0 0-1,1-1 1,-1 1 0,1-3-1,0 5-1186,0 0-1,0 1 1,0-1-1,0 1 1,1-1-1,-1 0 1,0 1-1,0-1 0,1 1 1,-1-1-1,0 1 1,0-1-1,1 1 1,-1-1-1,1 1 1,-1-1-1,1 1 1,-1 0-1,0-1 1,1 1-1,-1 0 1,1-1-1,0 1 1,-1 0-1,1-1 1,-1 1-1,1 0 1,-1 0-1,1 0 1,0 0-1,-1 0 0,1 0 1,-1 0-1,1-1 1,0 2-1,-1-1 1,2 0-1,1 0-107,0 0 0,0 1 0,0 0 0,0-1 0,0 1 0,-1 0 0,1 0 0,0 1 0,0-1-1,-1 0 1,1 1 0,0 0 0,2 2 0,4 4-28,17 18 0,-10-9 59,37 35 78,-3 2-1,-2 2 0,-3 2 1,72 123-1,-102-152-99,-1 2-1,-2 0 1,0 0-1,-2 1 1,10 61-1,-18-77-33,0 1 0,-2 0-1,0 0 1,0 0-1,-2-1 1,-5 27-1,5-35-2,0 0 0,-1 0-1,0 0 1,0 0 0,-1-1-1,0 1 1,0-1 0,-1 0-1,0 0 1,0 0 0,-1-1-1,0 0 1,0 0-1,-13 9 1,5-6-1,-1 0 0,-1 0 0,1-2 0,-1 0 0,-28 8 0,-22-1-3259,-1-7-7828,37-7 1392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12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446 36 8,'-16'-2'12501,"-12"-2"-5659,12 1-4757,-1 1-1,-17-1 0,-85 11-1161,87-8-924,-2 1-499,-37-5-1,62 2-1720,-1 0 0,-15-5-1,-2-4-11803,20 6 9197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12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 1 1296,'-8'0'10595,"-4"0"-6228,-32 2 2060,-21 5-3662,12-1-2323,-71-1-1454,83-6-3302,0 0-5076,17 0-1778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14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16 8,'-9'-16'15953,"19"32"-12993,33 56-2591,-3-6-15,-3-7-7,-3 1 0,37 89-1,-52-99-216,-3-1-1,17 87 1,-32-131-105,0 0 0,0 0 1,-1 0-1,0 0 0,0 0 1,0 0-1,0 0 0,-1 0 1,-3 9-1,4-12 27,-1 0 0,0 0 0,0 0 0,0 0 0,0 0-1,0 0 1,0 0 0,-1-1 0,1 1 0,-1 0 0,1-1 0,-1 1 0,1-1 0,-1 0 0,0 1-1,0-1 1,0 0 0,0 0 0,0 0 0,0 0 0,0-1 0,0 1 0,0 0 0,0-1 0,-3 1 0,-7 0 149,0-1 1,0 0 0,0-1-1,1 0 1,-1-1 0,0-1-1,-15-4 1,5-1 43,-1 0 0,-34-20 0,52 25-235,1 0 1,-1-1-1,0 0 1,1 0-1,0 0 0,0 0 1,0-1-1,0 0 1,1 1-1,0-1 0,0-1 1,0 1-1,-2-7 1,-1-4-1372,1 0 0,0 0 0,-3-24 0,4-7-8854,3 23 712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15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23 366 8,'2'2'146,"-1"0"1,1 0-1,0-1 0,0 1 0,0-1 1,0 1-1,0-1 0,4 2 1,13 10 5401,-17-12-4966,-1 1-1,1-1 1,0 1 0,0-1-1,0 0 1,0 0-1,0 0 1,0 0-1,1 0 1,-1 0-1,0 0 1,0-1-1,1 1 1,-1-1-1,0 0 1,1 0-1,-1 0 1,3 0-1,-2 0-254,0-1-1,0 1 1,0-1-1,0 0 1,0 0-1,-1 0 1,1 0-1,0 0 1,-1-1-1,1 1 1,-1-1-1,1 0 1,-1 0-1,3-2 1,-5 3-265,1 0 1,0 0 0,-1 0 0,1 0 0,-1 0-1,1-1 1,-1 1 0,1 0 0,-1 0-1,0 0 1,1-1 0,-1 1 0,0 0 0,0-1-1,0 1 1,0 0 0,0 0 0,0-1 0,-1 1-1,1 0 1,0 0 0,-1-1 0,1 1 0,-1 0-1,1 0 1,-1 0 0,1 0 0,-2-2 0,-3-6-127,-1 1 1,-11-14 0,7 10 187,-16-19-65,17 21 10,1 0-1,0 0 0,1-1 1,-10-18-1,15 24-33,-7-14 118,-9-30 1,16 43-95,1 0 0,-1 1 1,1-2-1,1 1 0,-1 0 0,1 0 0,0 0 0,1 0 0,1-12 1,-1 15-52,0 0 0,0 1 1,1-1-1,-1 0 0,1 0 0,0 1 1,0-1-1,0 1 0,0-1 1,0 1-1,0 0 0,0 0 1,1 0-1,-1 0 0,1 0 1,0 0-1,-1 1 0,1-1 1,0 1-1,0 0 0,0 0 1,0 0-1,4 0 0,3-2-29,1 1-1,0 1 0,0 0 0,0 1 1,15 0-1,10 4 21,48 12 0,-10-2 30,156 16 30,-166-25-65,103-5-1,-164 0-65,21-3 73,-23 3-71,-1 0 0,1 0 0,0-1-1,-1 1 1,1 0 0,0 0 0,0-1 0,-1 1 0,1 0 0,0-1 0,-1 1-1,1 0 1,-1-1 0,1 1 0,0-1 0,-1 1 0,1-1 0,-1 0 0,1 1-1,-1-1 1,0 1 0,1-1 0,-1 0 0,1 0 0,-1 0-162,0 1 0,-1-1 1,1 0-1,0 1 0,0-1 0,-1 1 0,1-1 1,0 1-1,0-1 0,-1 1 0,1-1 1,-1 1-1,1-1 0,0 1 0,-1 0 1,1-1-1,-1 1 0,1 0 0,-1-1 0,0 1 1,-14-9-4634,12 7 2812,-18-9-9086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15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8,'5'4'857,"0"1"0,1-1 0,-1-1-1,1 1 1,0-1 0,0 0 0,0 0 0,1-1 0,-1 0-1,1 0 1,-1-1 0,12 2 0,2-1 1456,1-1-1,39-3 1,-53 1-1932,1 0 0,0 0 0,0-1-1,-1 0 1,1-1 0,-1 0 0,0 0-1,0-1 1,0 1 0,9-8 0,-12 8-227,0 1 0,-1-1 0,0 0 0,0 0-1,0-1 1,0 1 0,0-1 0,0 1 0,-1-1 0,0 0 0,0 0 0,0 0 0,0 0 0,0 0 0,-1-1-1,0 1 1,0 0 0,0-1 0,0-6 0,0 8-191,3 7-287,1 9-46,-4-9 250,0-1 1,1 1-1,-1-1 0,1 1 0,0-1 1,0 0-1,0 0 0,1 0 0,-1 0 0,1 0 1,-1 0-1,6 4 0,5 2-4397,23 14-1,-24-16-445,1 0-4095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16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37 4609,'-17'-13'7625,"15"11"-7016,-1-1 0,1 1 0,-1 0 0,1 1 0,-1-1 0,0 0 0,-3 0 0,2 0-423,0 1 0,-1 0 0,1 0-1,-1 0 1,1 0 0,-1 1 0,1 0 0,-1 0-1,1 0 1,-1 0 0,1 1 0,-1 0 0,1 0-1,-1 0 1,-6 3 0,6-2-87,0 1 1,0 0-1,0 0 0,1 1 0,-1-1 1,1 1-1,-1 0 0,1 0 1,0 0-1,1 1 0,-5 6 0,4-5-52,0 1 0,1 0 0,-1 0 0,1 0 0,1 0 0,-1 0-1,1 1 1,1-1 0,-1 1 0,1-1 0,0 1 0,1 0 0,0 0-1,0-1 1,1 1 0,0 0 0,0-1 0,4 14 0,0-12 0,-1 1 0,1 0 0,1-1 0,0 0 0,0 0 0,9 9 0,47 43 93,-48-48-113,11 6-2,8 8-17,-31-25-17,0 0-1,0 0 0,0 0 1,0 1-1,-1-1 1,1 1-1,0-1 1,-1 1-1,0 0 0,2 4 1,-3-6-1,0 0 0,0 0 0,0 0 0,0 0 0,0 0 0,0 0 0,0 0 0,-1 0 0,1 0 0,0 0 0,-1 0 0,1 0 0,0 0 0,-1 0 0,1 0 0,-1 0 0,0 0 0,1-1 0,-1 1 0,0 0 0,-1 1 0,-20 15-24,17-14 29,-31 18 13,25-14-8,-1-1 0,1 2-1,-14 11 1,23-16-1,0-1 0,-1 1-1,1 0 1,0 1 0,0-1 0,1 0 0,-1 0 0,1 1 0,0-1 0,-1 1-1,1 0 1,1-1 0,-1 1 0,1 0 0,-1-1 0,1 1 0,0 0 0,0-1-1,1 1 1,0 4 0,1 4-5,1-1 0,0 0 0,0 0 0,1 0 0,7 13 0,16 22-101,2-1 0,60 73 0,-88-117 105,6 7-15,-1 0-1,0 1 1,0 0-1,-1 0 1,0 0-1,-1 0 1,0 1-1,0 0 0,-1 0 1,0 0-1,-1 0 1,0 0-1,0 1 1,-1-1-1,-1 13 1,-1-12 18,0-2 10,1 0 1,0 1-1,1 9 1,0-15-136,0-1 0,0 0 0,0 0 0,0 1 0,0-1 0,1 0 0,0 0 1,-1 0-1,5 5 0,5 9-9104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19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388 134 8,'12'-9'0,"-10"8"0,-1-1 0,0 1 0,1 0 0,-1 0 0,1 0 0,-1 0 0,1 0 0,0 0 0,-1 0 0,1 0 0,0 1 0,2-2 0,169-29 959,-58 7 2695,-92 19-368,-1-1 1,41-18-1,-51 18-1545,-9 4-1240,0 0-1,0 1 1,1-1 0,-1 1-1,0 0 1,1 0 0,-1 0-1,5 0 1,-8 1-348,17-1 530,-6 0-309,-12 1-188,-3 0-243,-31 5-10,7 1 149,-165 8 323,-13 1 17,145-7-215,-80 20 0,21 12 1,46-13-18,66-25-269,-6 3 540,14-5-454,0 0-1,0 0 0,0 0 0,0 0 0,0 0 0,0 0 1,0 0-1,0 0 0,0 0 0,0 0 0,0 0 0,0 0 0,0 0 1,0 0-1,0 0 0,0 0 0,0 0 0,0 0 0,0 0 1,0 0-1,0 0 0,0 0 0,1 0 0,-1 0 0,0 0 1,0 0-1,0 0 0,0 0 0,0 0 0,0 0 0,0 0 1,0 0-1,0 0 0,0 0 0,0 0 0,0 1 0,0-1 0,0 0 1,0 0-1,0 0 0,0 0 0,0 0 0,0 0 0,0 0 1,0 0-1,0 0 0,0 0 0,0 0 0,0 0 0,0 0 1,0 0-1,0 0 0,0 0 0,0 0 0,0 0 0,0 0 1,0 0-1,0 0 0,-1 0 0,1 0 0,0 0 0,0 0 0,0 1 1,12-1 405,30 2-365,67 10-1,42 17-84,-129-25 39,-17-3-4,22 5-8,36 12-1,-55-16-10,-1 1 0,0 0 0,0 0 0,-1 1 0,1 0 0,-1 0 0,0 1 0,0 0 0,0 0 0,6 7 0,-10-10 3,0 0-1,-1 1 1,1 0-1,0 0 1,-1-1-1,1 1 1,-1 0-1,0 0 1,0 0-1,0 0 0,-1 0 1,1 0-1,-1 1 1,1-1-1,-1 0 1,0 5-1,-1-4 9,0 1 1,0 0-1,-1-1 0,1 1 0,-1-1 0,0 0 1,0 1-1,0-1 0,-6 7 0,-3 3 18,-1-1 0,-1 0 0,0-1 0,-23 17 0,-8 3 23,-1-2 0,-80 41 1,33-37-18,67-26-7,0 1 0,-39 20-1,63-29-3,1 0 0,0 1 0,-1-1 0,1 0 0,-1 0 0,1 0 0,0 1 0,-1-1 0,1 0 0,0 0 0,-1 1 0,1-1 0,0 0 0,0 1 0,-1-1 0,1 0 0,0 1 0,0-1 0,0 1 0,-1-1 0,1 0 0,0 1 0,6 4 104,17-1 109,-21-4-202,43 2 94,58-5-1,-46 0-75,243-16 419,-156 9-3721,-1 2-9590,-124 8 3514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19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26 9138,'-5'-6'4802,"4"4"-3903,-1 0-1,0 0 1,0 1-1,0-1 1,-1 0-1,1 1 1,0 0 0,0-1-1,-1 1 1,1 0-1,-6-1 1,5 25 432,-1 0-1285,3-9 40,2 0-1,4 28 1,-3-24-29,3 7 32,1 0 0,17 42 0,-13-37-51,3 6 2,21 73 24,-19-46-20,-15-62-80,0 0 0,0 0 0,1 0 0,-1 0 0,0-1-1,1 1 1,-1 0 0,1 0 0,-1 0 0,1 0 0,-1-1 0,1 1 0,0 0 0,-1 0 0,1-1-1,0 1 1,0 0 0,-1-1 0,1 1 0,0-1 0,0 1 0,0-1 0,0 0 0,0 1 0,0-1-1,-1 0 1,1 0 0,2 1 0,-3-1-231,1 0 0,-1 0-1,1-1 1,-1 1 0,1 0 0,0 0 0,-1 0-1,1-1 1,-1 1 0,1 0 0,-1 0-1,0-1 1,1 1 0,-1 0 0,1-1-1,-1 1 1,1-1 0,-1 1 0,1-1-1,-1 0-630,1 0-1,-1 0 1,1 0-1,-1 0 1,1-1-1,-1 1 0,0 0 1,1 0-1,-1 0 1,0-1-1,0 1 0,0-1 1,0-9-7888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20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15 11578,'-4'-2'902,"-1"0"0,1 0-1,0 0 1,0 1-1,-1-1 1,1 1 0,-1 0-1,1 1 1,-7-1-1,-42 1 3120,46 0-3894,0 1 1,0 0 0,0 0 0,0 0 0,0 1 0,0 0 0,1 1 0,-1-1 0,1 1-1,0 1 1,0-1 0,0 1 0,0 0 0,0 0 0,1 1 0,0-1 0,-8 10-1,10-11-93,0 0 1,0 0-1,1 1 0,-1-1 0,1 1 0,-1 0 0,1 0 0,1 0 0,-1 0 0,0 0 0,1 0 0,0 1 0,0-1 0,-1 5 0,2-8-20,1 0 0,-1 0 0,0 0 0,0 0 0,1 0 0,-1 0 0,1 0 0,-1 0 0,1 0 0,-1 0 0,1 0-1,-1 0 1,1-1 0,0 1 0,-1 0 0,1 0 0,0-1 0,0 1 0,0 0 0,0-1 0,0 1 0,-1-1 0,1 1 0,2 0 0,28 8 220,-21-6-205,15 2 5,1-1 0,0-1 0,0-1 0,34-2 0,-9 0-9,-37 1-141,92-1 255,-87-1-857,-1-1 0,1-1-1,28-8 1,-46 11 481,0 0-1,-1 0 1,1 0 0,0-1-1,-1 1 1,1 0 0,-1 0-1,1-1 1,-1 1 0,1-1-1,-1 1 1,1 0 0,-1-1-1,1 1 1,0-2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21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415 127 1176,'-19'-13'2319,"0"0"1,-2 1-1,1 0 0,-26-8 0,18 7-97,13 6-1577,0 0 1,-1 1-1,0 0 1,0 1-1,0 1 1,-1 1-1,-26-2 1,39 5-611,-1 0 0,1 1 0,-1-1 0,1 1 0,0 0 0,0 0 0,0 1 1,-1-1-1,1 1 0,1 0 0,-1 0 0,0 0 0,0 1 0,1-1 0,-1 1 1,1 0-1,0 0 0,0 0 0,0 1 0,0-1 0,1 1 0,-1-1 0,1 1 0,-4 7 1,4-5-6,-1 0 0,1 1 1,0-1-1,0 1 1,1 0-1,0 0 0,0-1 1,1 1-1,-1 0 1,1 0-1,1 0 0,0 0 1,0 0-1,0-1 1,3 8-1,0-3 30,1-1-1,0 1 1,1-1 0,0 0 0,1-1-1,0 0 1,0 0 0,1 0 0,0-1-1,1 0 1,0 0 0,0-1-1,13 7 1,15 8 56,1-1-1,46 17 0,-78-36-111,61 26 68,-24-11-14,64 34 1,-105-49-67,0-1 0,0 0 1,0 1-1,0-1 0,0 1 0,0-1 0,-1 1 1,1 0-1,-1 0 0,1 0 0,-1 0 0,2 3 1,-3-4 0,1 0 1,-1 0 0,0 0 0,0 0-1,0 0 1,0 0 0,1 0 0,-1 1 0,-1-1-1,1 0 1,0 0 0,0 0 0,0 0 0,-1 0-1,1 0 1,0 0 0,-1 0 0,1 1 0,-1-1-1,1 0 1,-1-1 0,0 1 0,1 0 0,-1 0-1,0 0 1,0 0 0,1 0 0,-3 0 0,-3 4 33,-1 0 0,0 0 0,0-1 1,0 0-1,0 0 0,-1-1 1,-13 4-1,-62 12 33,64-15-122,-12 2-276,-37 7-3084,24-4-4672,22-3-1404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21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4097,'1'39'8246,"0"0"-3560,-1-35-4530,0 0-1,0 0 1,1-1-1,0 1 1,0 0-1,0-1 1,0 1-1,0 0 1,1-1-1,-1 0 1,1 1 0,0-1-1,0 0 1,5 5-1,16 13-3358,5-4-6531,-18-12 3317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21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 13667,'-2'0'318,"1"0"0,0-1 1,0 1-1,-1 0 0,1 0 0,0 0 0,-1 0 1,1 0-1,0 0 0,-2 0 0,3 0-229,-1 0 0,1 0 0,0 0 0,-1 0 0,1 0-1,0 0 1,0 0 0,-1 0 0,1 0 0,0 0 0,-1 1 0,1-1-1,0 0 1,0 0 0,-1 0 0,1 0 0,0 1 0,0-1 0,-1 0-1,1 0 1,0 0 0,0 1 0,0-1 0,-1 0 0,1 0 0,0 1-1,0-1 1,0 0 0,0 0 0,-1 1 0,1-1 0,0 0 0,0 1-1,0-1 1,0 0 0,0 1 0,0-1 0,0 0 0,0 0 0,0 1-1,0-1 1,0 0 0,0 1 0,1 0 0,14 62 467,-4-36-827,1 0-1,16 28 1,14 13-4974,-27-40-519,1-2-4127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22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79 6025,'0'-4'1747,"-1"0"-1,1-1 1,-1 1-1,0 0 0,-3-7 1,2 6-857,0 0 0,0 0 0,0 0 0,-1 1 0,0-1 0,0 1 0,-5-6 0,8 10-891,-1-1 1,0 1-1,1 0 1,-1-1-1,1 1 0,-1 0 1,0 0-1,1-1 1,-1 1-1,0 0 1,1 0-1,-1 0 1,0 0-1,1 0 1,-1 0-1,0 0 1,1 0-1,-1 0 1,0 0-1,1 0 0,-1 1 1,0-1-1,1 0 1,-1 0-1,0 1 1,1-1-1,-1 0 1,1 1-1,-1-1 1,0 1-1,-20 17-234,16-13 256,-25 22-42,16-16-5,0 1 0,1 0 0,-18 24 0,28-33-5,1 0 0,0 1 0,1-1 0,-1 0 0,1 1 0,-1-1 0,1 1 0,0-1 0,0 1 0,0 0 0,1-1 0,-1 1 0,1 0 0,0 0 0,0-1 0,0 1 0,1 4 0,4 23 27,2 0 0,18 55 0,32 58 26,-3-10 0,-43-105-21,0 1 9,10 40-1,-16-47-23,-1-3 53,9 28 0,-13-46 14,1 1 1,0-1-1,0 0 0,1 0 1,-1 0-1,0 0 0,1 0 1,-1 0-1,1 0 0,0 0 0,-1-1 1,1 1-1,0-1 0,0 1 1,0-1-1,4 2 0,0 0-117,1-1-1,0 0 0,0 0 1,10 1-1,-13-2-155,20 5-3613,-7-1-4466,-2-2-2438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22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24 9602,'-4'-24'12007,"7"40"-11197,32 234-674,-22-192-155,3 0 0,27 68 0,-17-55-18,-5-15-2247,-5-19-4661,-11-20-1407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23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3 7146,'-2'-3'10193,"-8"11"-7624,-13 13-2121,-49 61 1051,68-77-1472,1-1-1,0 1 1,0 0-1,-4 7 0,7-12-20,0 1 0,-1 0 0,1-1-1,0 1 1,-1 0 0,1-1 0,0 1-1,0 0 1,0-1 0,-1 1 0,1 0-1,0-1 1,0 1 0,0 0 0,0-1-1,0 1 1,0 0 0,1-1 0,-1 1-1,0 0 1,0-1 0,0 1 0,1 0-1,-1-1 1,0 1 0,0 0 0,1-1-1,-1 1 1,1-1 0,-1 1 0,1-1-1,-1 1 1,1-1 0,-1 1 0,1-1-1,-1 1 1,1-1 0,-1 0 0,1 1-1,0-1 1,-1 0 0,1 0 0,0 1-1,-1-1 1,1 0 0,0 0 0,-1 0-1,1 0 1,0 0 0,0 0 0,12 1 135,1 0 1,-1-1 0,0-1 0,0-1-1,15-2 1,64-22 51,-1 1-208,-61 18-93,-4 1-1254,-8 3-2829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23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88 384,'10'-23'7694,"-8"16"-5518,1 1 1,0-1-1,5-7 0,-6 12-1973,-1 0 0,1 0 0,-1 0 0,1 1 0,0-1 0,0 1 0,0-1 0,0 1 0,0-1 0,0 1 0,0 0 0,0 0 0,4-1 1,4-1-172,-1 1 0,1 1 0,-1 0-1,1 0 1,0 1 0,-1 0 0,1 0 0,0 1 0,-1 1 0,1 0 0,16 5 0,-13-3-60,0 1-1,-1 1 1,1 0 0,-1 1-1,-1 0 1,1 0-1,18 18 1,-24-20-16,-1 0 1,1 1 0,-1 0 0,-1 0 0,1 0 0,5 10 0,-8-11 12,0-1 1,-1 1-1,1-1 1,-1 1-1,0 0 1,0-1-1,-1 1 0,1 0 1,-1 0-1,0 0 1,-1 7-1,-12 72 4,7-51 23,1 0 1,2 0 0,2 67-1,5-63 44,3-1-1,1-1 0,1 1 1,2-1-1,1-1 1,25 49-1,1-1-31,-34-71-11,0-1 0,-1 0-1,-1 1 1,0 0-1,0-1 1,0 14-1,-2-19 2,0 0-1,-1 0 1,1 0-1,-1 0 1,0 0-1,-1 0 1,1 0-1,-1 0 1,0 0 0,0 0-1,-1-1 1,-4 8-1,0-3-44,0 0-1,-1 0 1,-8 7 0,10-11-1786,-1-1 1,1 1 0,-8 3-1,3-2-3429,-1-1-1249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25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2 283 8,'-1'-2'18517,"14"-7"-15205,-2 3-3127,0 1 1,0 0-1,0 0 0,1 1 1,0 1-1,21-4 1,-16 4-76,0-1 1,20-8-1,-25 7 47,0 0 0,0-1 0,0 0 0,-1-1 0,11-9 0,-20 15-96,1-1-1,-1 0 1,0-1-1,1 1 1,-1 0-1,0-1 1,-1 1-1,1-1 1,0 0-1,-1 1 1,1-1-1,-1 0 1,0 0-1,0 0 1,0 0 0,0 0-1,-1 0 1,1 0-1,-1 0 1,0 0-1,1 0 1,-2-1-1,1 1 1,0 0-1,-1 0 1,1 0-1,-2-4 1,0 2-58,0-1-1,-1 1 1,0-1 0,0 1-1,0 0 1,0 0 0,-1 1 0,0-1-1,0 1 1,0 0 0,0 0-1,-1 0 1,0 0 0,0 1-1,0 0 1,0 0 0,0 0 0,0 1-1,-9-3 1,9 3-13,0 1 0,-1-1 0,1 2 0,0-1 0,-1 0 0,1 1 0,0 0 0,-1 0 0,1 1 0,-1 0 0,1 0 0,0 0 0,0 0 0,0 1 0,0 0 0,0 0 0,0 0 0,0 1 0,0-1 0,1 1 1,-8 6-1,5-2 15,1-1 1,0 1-1,0 0 1,0 0 0,1 0-1,0 1 1,1 0 0,0 0-1,0 0 1,1 0 0,-1 1-1,2 0 1,-1-1 0,2 1-1,-1 0 1,0 10 0,2-11 30,-1-1 1,2 1 0,-1 0 0,1 0 0,0 0 0,1-1 0,0 1-1,0-1 1,1 1 0,0-1 0,0 0 0,0 0 0,1 0-1,0 0 1,1-1 0,-1 1 0,1-1 0,10 9 0,0-3 53,-1-1 0,2-1 0,-1 0 0,2-1 0,-1-1 0,1 0 0,0-1 0,1-1 0,32 7 0,-17-7-46,0-1 0,1-2 0,-1-1 0,51-4 0,-73 1-63,-1 0-1,16-4 1,-23 4-150,0 0 0,1 0 0,-1 0 0,0-1 0,0 1 0,0-1 0,0 1 0,0-1 0,0 0 0,0-1 0,2-2 0,-4 5-99,-1-1 0,1 1 0,-1-1 0,0 1 0,0-1 0,1 0 0,-1 1 0,0-1 0,0 1 0,1-1 0,-1 0 0,0 1 0,0-1 0,0 1 0,0-1 0,0 0 0,0 0 0,-2-7-6209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25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4073,'10'-6'5600,"-9"5"-5180,0 0-1,0 0 1,0 0 0,1 1 0,-1-1-1,0 0 1,0 1 0,0-1-1,1 1 1,-1 0 0,0-1 0,1 1-1,-1 0 1,2 0 0,4 0-290,-1 1 0,1 1 0,-1-1 1,1 1-1,-1 0 0,0 0 0,0 1 1,0-1-1,0 2 0,-1-1 0,1 0 1,-1 1-1,0 0 0,0 1 0,6 6 1,5 5-111,-1 1 0,-2 0 0,15 23 0,-2 4 31,-1 0-1,-2 1 0,-3 1 1,21 68-1,-39-110-50,-1 1 0,0 0-1,0-1 1,0 1-1,0 0 1,-1 7 0,0-11 29,0 0-1,0 0 1,-1 0 0,1 0 0,0 0 0,-1 0 0,1 0 0,0 0 0,-1-1-1,0 1 1,1 0 0,-1 0 0,1 0 0,-1-1 0,0 1 0,1 0-1,-1-1 1,0 1 0,0 0 0,0-1 0,0 1 0,1-1 0,-1 0 0,0 1-1,0-1 1,0 1 0,0-1 0,0 0 0,0 0 0,0 0 0,0 0 0,0 0-1,0 0 1,0 0 0,0 0 0,-1 0 0,-13-1 167,1 0 0,1-1 1,-1-1-1,0 0 0,0 0 1,-19-9-1,10 2-85,0-1 1,-36-24-1,50 29-41,0 0-1,0-1 1,1 0-1,0-1 0,0 0 1,1 0-1,-7-9 1,13 14-67,-1 1 0,0-1-1,1 1 1,0-1 0,-1 0 0,1 0 0,0 1 0,1-1 0,-1 0-1,0 0 1,1 0 0,0 0 0,-1 0 0,1 0 0,0 0 0,1 0-1,-1 0 1,0 0 0,1 0 0,0 0 0,0 0 0,0 0 0,0 1-1,0-1 1,0 0 0,1 1 0,-1-1 0,1 1 0,3-5 0,0 2-112,0 0 1,0 1-1,0 0 0,0 0 1,1 0-1,0 0 1,-1 1-1,1 0 1,1 0-1,-1 1 0,0 0 1,9-2-1,9-1-1798,0 1 1,25-1-1,-11 1-5214,-20 3-419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25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13547,'1'-6'2528,"-1"0"-207,0-2-665,0 5-383,2 0-305,1-1-288,0 3-336,0-1-320,-1 2-272,-2 2-960,0 1 544,1 6-49,1 6-239,1 5-1240,2 5-2497,-4 2-6994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26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88 6001,'-1'-2'866,"0"1"-1,0-1 0,0 0 0,0 1 1,0-1-1,1 0 0,-1 0 0,0 1 1,1-1-1,-1 0 0,1 0 0,0 0 1,0 0-1,-1 0 0,1 0 0,1-2 0,-1 2-668,1 0 0,0 1 0,0-1 0,-1 0-1,1 1 1,0-1 0,1 0 0,-1 1 0,0-1-1,0 1 1,1 0 0,-1 0 0,1-1-1,-1 1 1,1 0 0,2-1 0,3-2-175,1 0 1,0 0 0,0 1-1,0 0 1,1 1-1,-1-1 1,1 2 0,15-2-1,-8 2-54,0 1 0,0 0 0,30 5-1,-41-4 11,0 0-1,0 1 1,1-1-1,-2 1 0,6 2 1,-8-3-4,-1 0 0,1 0 1,-1 0-1,0 0 0,1 0 1,-1 0-1,0 0 0,0 0 1,0 0-1,1 0 0,-1 1 0,-1-1 1,1 1-1,0-1 0,0 0 1,0 1-1,-1 0 0,1-1 1,0 3-1,0 4 5,-1 0 0,1-1 0,-1 1 0,-1-1 0,0 1 0,0 0-1,0-1 1,-1 1 0,0-1 0,-4 10 0,-2 1 43,-1-1 0,-20 32-1,21-39 2,-16 17-1,18-20-11,-1 0-1,1 1 1,0 0 0,-8 12 0,14-19-6,0-1 1,0 1-1,-1-1 1,1 1-1,0-1 1,0 1-1,0 0 1,0-1-1,0 1 1,-1-1-1,1 1 1,0-1-1,0 1 1,0 0-1,0-1 1,1 1-1,-1-1 1,0 1-1,0-1 1,0 1-1,0-1 1,1 1-1,-1-1 1,0 1-1,1 0 1,0 0 24,0 0 0,0 0 0,0 0 0,0-1 1,0 1-1,0 0 0,0-1 0,0 1 0,0-1 0,0 1 0,2 0 1,3 0 104,0 1-1,1-1 1,8 0 0,-15-1-135,15 0 52,-1-1-1,1 0 1,-1-1 0,0 0-1,1-1 1,24-9 0,1-4-3268,-4-4-4928,-23 11 2421,1-3-2005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26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6281,'0'5'12114,"3"4"-8608,5 0-3275,0 1 1,10 15-1,11 15-52,-3-12-244,65 69-3033,-73-81-2036,-5-7-4339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27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4753,'2'-7'13716,"4"12"-9761,0 0-4417,16 14 419,-1 1 1,34 42-1,-38-42-337,49 63-2194,-45-56-1852,-1 1-3464,-13-17 1334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27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484 93 6705,'-69'-35'8494,"-5"5"-4279,53 23-3897,1 2 1,-1 0-1,0 1 1,0 1-1,-30-1 1,42 4-397,0 1 0,0 0 0,0 1 1,0 0-1,0 0 0,0 1 1,-16 7-1,-15 12-3026,3 6-5356,17-11-671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27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7538,'6'-8'11911,"-5"7"-11117,0 1-723,-1 0 0,1 0 0,-1 0 0,1 0 0,-1 0 0,1 0 1,-1 0-1,1 0 0,-1 1 0,1-1 0,-1 0 0,1 0 0,-1 0 1,1 1-1,-1-1 0,1 0 0,-1 0 0,0 1 0,1-1 0,-1 0 1,0 1-1,1-1 0,0 1 0,16 19-60,0 1-1,24 39 1,-16-22 10,82 142 68,-34-53 8,-4 1-65,-2-2-160,-57-107-736,-10-15-1884,-9-10-2265,-3-6-2456,5 3 1478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28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1 7026,'-3'1'6546,"-8"0"-2522,1 0-2115,-22 8 193,11-3-1608,-1 0 1,2 1-1,-1 1 0,-20 12 0,39-19-502,0 0-1,1 0 0,-1 0 1,0 1-1,1-1 0,-1 0 0,1 1 1,-1-1-1,1 1 0,0 0 0,0-1 1,0 1-1,0 0 0,0-1 0,0 1 1,0 0-1,1 0 0,-1 0 0,0 3 1,1-2-4,0 0 0,0-1 0,0 1 0,1 0 0,-1-1 0,1 1 0,-1-1 0,1 1 0,0-1 0,0 1 0,1-1 0,-1 0 0,2 3 0,2 3-4,1-1-1,0 0 0,0-1 0,1 0 1,-1 0-1,1 0 0,14 8 0,-5-5-97,0-1 1,1-1-1,-1 0 0,2-1 0,27 6 0,-31-10-582,0 0 0,-1 0 0,1-1 0,0-1 0,0 0 0,0-1 0,0-1 1,13-3-1,-20 3-1487,0 0 1,0-1 0,0 0-1,10-5 1,-6 0-3554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28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46 2048,'-1'-2'1407,"-7"-18"8110,8 19-9262,0 0 1,0 1-1,0-1 0,0 0 0,0 0 1,0 1-1,0-1 0,0 0 0,0 1 1,0-1-1,1 0 0,-1 0 0,0 1 1,0-1-1,1 0 0,-1 1 0,0-1 1,1 0-1,-1 1 0,1-1 0,-1 1 1,1-1-1,-1 1 0,2-2 0,-2 2-198,1-1-1,0 1 0,-1-1 0,1 0 0,0 1 0,0 0 0,0-1 0,0 1 0,-1-1 1,1 1-1,0 0 0,0 0 0,0-1 0,0 1 0,0 0 0,0 0 0,0 0 0,0 0 1,0 0-1,0 0 0,0 0 0,-1 1 0,1-1 0,0 0 0,0 0 0,0 1 0,0-1 0,0 1 1,0-1-1,-1 1 0,1-1 0,0 1 0,0-1 0,-1 1 0,2 0 0,2 4-187,-1-1-1,1 1 1,-1-1-1,5 11 1,-1-3 349,0 2-212,-1 0 0,0 0 0,-1 1 0,-1-1 0,0 1 0,2 17 0,6 24 84,5 16 64,-15-54-57,2 0 0,0 0 0,1 0 1,1-1-1,1 0 0,13 25 1,-18-37-11,1 0 0,0 0 0,1 0 0,-1 0 0,1-1 0,0 0 0,0 1 0,1-1 0,-1-1 0,1 1 0,0-1 0,0 0 1,8 4-1,1-1 83,0-1 1,0-1-1,0 0 0,1-2 1,25 3-1,-29-4-441,0-1 0,0-1 0,14-2 0,-17 2-676,-1-1-1,1 0 1,-1-1 0,0 0 0,9-4-1,-15 6 147,1 0 0,-1 0 0,1 0 0,-1 0 0,1 0-1,-1 0 1,0 0 0,0-1 0,0 1 0,0 0-1,2-3 1,4-8-6951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28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 8 8,'-29'-4'10621,"5"1"-5524,3 2-3153,0 1 0,-23 4 0,29-2-1921,1 1 0,0 0 1,0 1-1,0 1 0,0 0 0,-23 13 1,-12 10-1222,-18 9-6645,32-19-2861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29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312 107 1352,'-1'-6'2056,"0"0"0,0 0-1,-1-1 1,1 1 0,-1 0-1,-5-9 1,-8-17 3221,12 27-4850,3 4-322,-1-1 0,1 1 0,-1 0 0,1 0 0,-1 0 0,0 0-1,1 0 1,-1 0 0,0 1 0,0-1 0,0 0 0,1 0 0,-1 0 0,0 1 0,0-1 0,0 1 0,0-1 0,0 0 0,-3 0 0,3 1-68,0 0 1,1 0 0,-1 0-1,0 1 1,0-1 0,0 0-1,0 0 1,0 1 0,0-1-1,0 0 1,1 1 0,-1-1-1,0 1 1,0-1 0,1 1-1,-1-1 1,0 1 0,0 0 0,0 0-1,-3 4-15,1 0 0,-1 0 0,1 0 0,0 1 0,0-1 0,-2 9 0,-30 72 180,-6 18 20,-60 193 97,96-284-368,-22 70-1733,24-71 1370,1-1 0,0 1 0,1-1 0,0 1 0,1 16 0,1-25-1121,-1 1 0,1-1 0,0 0 0,0 1 0,0-1-1,0 0 1,2 3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29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4793,'4'26'13318,"2"-2"-9510,2 2-3395,13 26-2924,-7-21 3861,1 0-1289,28 38 1,-23-38-981,15 33 0,-20-38-3491,1-1-8058,-15-24 12020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30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487 65 2441,'-18'-10'7642,"10"5"-5499,0 1 0,-1 0 0,-11-3 0,4 2-936,-16-4 730,-51-9 0,72 17-1907,0 0-1,0 1 1,0 0-1,0 0 0,0 1 1,0 1-1,0 0 1,-18 5-1,15-1-362,0 0 1,0 1-1,0 0 0,-20 15 1,-21 21-8468,52-41 8078,-24 19-10462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3:31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18 137 8,'-2'-1'692,"1"-1"-1,-1 0 1,1 1-1,-1-1 1,1 0-1,0 1 1,0-1-1,0 0 1,0 0 0,0 0-1,0 0 1,1 0-1,-1 0 1,1 0-1,-1-1 1,1 1 0,0 0-1,0 0 1,0 0-1,0 0 1,0-1-1,0 1 1,1 0-1,0-3 1,0 2-487,1 0 0,0 0 0,-1 0-1,1 0 1,0 1 0,0-1 0,0 1 0,1-1-1,-1 1 1,0 0 0,1 0 0,0 0 0,0 0 0,3-2-1,4-1-140,0 1 0,21-6-1,7-3 111,-6 4-41,-10 4 173,-21 5-313,0 0 1,1 1-1,-1-1 1,0 0-1,0 0 1,0 1-1,1-1 1,-1 1 0,0-1-1,0 1 1,0 0-1,0-1 1,0 1-1,0 0 1,0 0-1,0 0 1,2 1 0,18 21-85,-18-21 95,8 11-4,-3-6-9,0 2 1,-1-1 0,-1 1-1,1 0 1,9 19-1,-8-11-20,-5-12-1,0 1 0,-1-1 1,0 1-1,2 7 1,-4-11 23,1 0 1,-1 1-1,0-1 0,0 0 1,0 0-1,-1 0 1,1 0-1,0 0 1,-1 0-1,1 0 0,-1 0 1,0 0-1,0 0 1,1 0-1,-1 0 1,-2 2-1,-1 1 25,0 0 0,0-1 0,0 1 0,0-1 0,-1 0 0,1 0 0,-1 0 0,-6 3 0,-5 2 145,-23 9 0,24-12-95,0 1 1,-16 10 0,29-15-61,0-1 0,0 1 0,1 0 0,-1 0 0,0 0 0,1 0 0,-1 0 0,1 0 0,0 1 0,0-1 0,0 0 0,0 1 0,0-1 0,0 0 0,0 1 0,1 0 0,-1-1 0,1 1-1,0-1 1,0 1 0,0-1 0,0 1 0,0 0 0,1-1 0,-1 1 0,2 4 0,0 1 65,1 0 1,0 0-1,0 0 0,1-1 0,-1 1 0,10 12 1,1-3 88,1 0 1,0-1-1,1-1 1,21 16 0,-14-12-79,-18-15-90,0 0 0,-1 1 1,1 0-1,-1-1 0,0 1 1,0 1-1,4 7 0,-8-11-10,0-1 0,0 0-1,0 1 1,0-1 0,0 0-1,0 1 1,0-1 0,0 0-1,-1 1 1,1-1 0,0 0 0,-1 0-1,1 1 1,-1-1 0,0 0-1,0 2 1,-13 18-52,12-18 58,-3 6-3,0 1 0,0 0 0,1 0 0,1 0 0,0 0 0,0 1 0,-1 10 0,2-11 13,1-3 2,1 1-1,-1 0 0,1-1 0,0 1 0,1-1 0,0 1 1,0 0-1,4 11 0,3 6 5,12 26 1,-13-37-13,1 0 0,16 23-1,5 7 1,-8-9 4,-5-9 24,16 35 0,-29-54-29,0 0 0,0 0 0,-1 1 0,0-1 0,-1 1-1,1 0 1,-1-1 0,-1 1 0,0 15 0,0-20 10,-1 1 0,0-1 0,0 0 0,0 0 0,0 0 0,-1 0 0,1 0 0,-1-1 0,0 1-1,0 0 1,0-1 0,0 1 0,0-1 0,0 1 0,-1-1 0,1 0 0,-1 0 0,0 0 0,1-1 0,-5 3 0,-6 2-380,-1 0 0,0-1 1,-18 5-1,7-3-2076,1 2-3593,-3 0-5043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13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5 8,'96'-2'8749,"-57"1"3743,-89 0-9976,20 0-2130,0 1 0,0 1 1,0 2-1,-49 10 0,43-6-4819,12-8-8156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14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32 8,'0'3'21558,"-1"-3"-21412,0 1-1,1-1 0,-1 0 0,0 0 0,0 1 0,0-1 1,1 0-1,-1 0 0,0 0 0,0 0 0,0 0 0,0 0 0,1 0 1,-2 0-1,-93-17 1129,1 0-2228,78 15-3802,-31 1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15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779 78 8,'42'-10'138,"23"-6"7002,-64 16-6899,0 0 0,-1 0 0,1 0 0,0-1 0,0 1 0,-1 0 0,1 0 1,0-1-1,-1 1 0,1-1 0,0 1 0,-1-1 0,1 1 0,-1-1 0,1 1 0,-1-1 1,1 1-1,-1-1 0,1-1 0,-2-9 3905,0 11-3971,1-1 1,0 0 0,0 0 0,-1 0 0,1 1 0,0-1-1,0 0 1,0 0 0,0 0 0,0 1 0,0-1 0,0 0 0,0 0-1,0 0 1,0 0 0,0 1 0,1-2 0,0 0-62,0 1 1,0 0 0,0 0-1,0 0 1,0-1 0,0 1-1,1 1 1,-1-1-1,0 0 1,1 0 0,-1 0-1,0 1 1,1-1-1,-1 1 1,1-1 0,-1 1-1,4-1 1,-5 1-75,-31 0 23,-8 2 172,-39 6 0,3 1 60,-305 32 993,332-32-1112,1 1-1,-86 32 0,58-8-43,74-33-128,0-1 1,0 0 0,0 1-1,0-1 1,1 0 0,-1 1-1,0-1 1,0 1 0,1-1-1,-1 1 1,0-1-1,1 1 1,-1 0 0,0-1-1,1 1 1,-1 0 0,1 0-1,-1-1 1,1 1-1,0 0 1,-1 0 0,1 0-1,0 0 1,-1-1 0,1 1-1,0 1 1,0 0 9,0-1 1,1 1-1,-1-1 0,1 1 1,-1-1-1,1 0 0,-1 1 1,1-1-1,0 0 1,0 1-1,0-1 0,0 0 1,0 0-1,1 1 0,5 5 59,1 0 0,-1-1 0,14 8 0,-20-14-73,22 12 38,0-1 0,1-1 1,1-1-1,36 9 0,0 0 0,46 14-27,81 29 10,-181-58-24,0 0-1,-1 0 0,1 1 1,-1 0-1,0 0 0,8 7 1,-13-10-1,1 0 1,-1 1-1,0-1 1,0 1-1,1-1 1,-1 1 0,-1 0-1,1-1 1,0 1-1,0 0 1,-1 0-1,1 0 1,0 0 0,-1-1-1,0 1 1,0 0-1,1 0 1,-1 0-1,0 0 1,-1 0-1,1 0 1,0 0 0,0 0-1,-1-1 1,1 1-1,-1 0 1,0 0-1,0 2 1,-2 0-1,1 1-1,-1 0 1,0-1 0,-1 0 0,1 0-1,-1 0 1,1 0 0,-1 0-1,0-1 1,-1 0 0,-6 5 0,-6 2 3,-33 13 0,27-12 13,-223 109-6,200-97-15,17-10-6,21-10 16,-1 1 0,1 0 0,0 0 0,-12 9 1,18-12 1,1 0 0,0 0 1,-1 0-1,1 1 0,0-1 1,-1 0-1,1 1 0,0-1 1,0 1-1,0-1 0,0 1 1,1-1-1,-2 3 0,2-3 5,0-1-1,0 1 0,1 0 0,-1 0 0,0 0 0,0 0 0,0-1 0,1 1 0,-1 0 0,1 0 0,-1-1 0,0 1 0,1 0 0,-1-1 0,1 1 0,-1 0 0,1-1 0,0 1 0,-1-1 1,1 1-1,0-1 0,-1 1 0,1-1 0,0 0 0,0 1 0,-1-1 0,1 0 0,0 1 0,0-1 0,0 0 0,17 7 67,-1-2-1,1 0 0,0-1 1,26 3-1,75 1 16,308-13 533,-279 1-5112,0 2-8501,-131 2 4126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16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86 112 8,'-1'-2'937,"0"0"-1,0-1 1,0 1-1,0 0 1,0-1 0,-1 1-1,1 0 1,-1 0 0,1 0-1,-1 0 1,-3-2-1,-1-2 1227,-18-27 4539,16 21-3821,-19-20 0,27 32-2867,0 0 1,0 0 0,0 0 0,1 0 0,-1 0-1,0 0 1,0 0 0,0 0 0,0 0 0,0 0 0,0 0-1,0 1 1,0-1 0,0 0 0,0 0 0,0 0 0,0 0-1,0 0 1,0 0 0,0 0 0,0 0 0,0 0-1,-1 0 1,1 0 0,0 0 0,0 0 0,0 0 0,0 0-1,0 0 1,0 0 0,0 0 0,0 0 0,0 0-1,0 0 1,0 1 0,0-1 0,0 0 0,0 0 0,0 0-1,0 0 1,0 0 0,0 0 0,0 0 0,0 0 0,0 0-1,0 0 1,0 0 0,0 0 0,-1 0 0,1 0-1,0 0 1,0 0 0,0 0 0,0 0 0,0 0 0,0 0-1,0 0 1,0 0 0,0 0 0,0 0 0,0 0-1,0 0 1,0 0 0,0 0 0,0-1 0,1 10 290,4 14-367,-4-18 177,8 27 56,1 0 0,19 36 0,-7-14-103,-12-30-55,46 134-51,-26-29 89,-24-102-47,-3 6-57,-3-31 49,0 0 1,0 0-1,0 0 1,-1 0-1,1-1 0,-1 1 1,1 0-1,-1 0 1,1 0-1,-1-1 0,0 1 1,0 0-1,0-1 1,-1 3-1,-16-24-1619,9 8-151,1 0 1,-12-25-1,-8-29-8522,26 58 7713,-1 0-1,-2-15 0,2 5-131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16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3 768,'3'2'12634,"-12"-5"-7964,-11 1-1960,-27 3 0,-53 11-462,96-11-2203,0 0 1,0 0-1,0 0 0,0 0 0,0 1 0,1 0 0,-1 0 1,1 0-1,-1 0 0,1 0 0,0 1 0,0-1 1,0 1-1,-5 6 0,7-8-35,0 1 0,0-1 0,0 1-1,0 0 1,1 0 0,-1 0 0,0-1 0,1 1 0,-1 0 0,1 0 0,0 0-1,-1 0 1,1 0 0,0 0 0,0 0 0,0 0 0,1 0 0,-1 0-1,0-1 1,1 1 0,-1 0 0,1 0 0,0 0 0,-1 0 0,1-1-1,0 1 1,0 0 0,0-1 0,0 1 0,1 0 0,2 2 0,4 3 24,0 1 0,0-2 0,1 1 1,0-1-1,0 0 0,1-1 1,-1 0-1,1-1 0,1 0 0,-1 0 1,17 3-1,6 0 23,0-2 1,50 1 0,140-9-225,-213 2-88,-1-1 0,16-4-1,-1 0-4664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19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406 213 8,'0'-1'4,"0"-1"1,1 0-1,0 1 1,-1-1-1,1 0 0,0 1 1,0-1-1,0 1 1,0-1-1,0 1 0,0 0 1,0-1-1,0 1 0,0 0 1,2-1-1,23-17 2445,-8 10-93,-13 8-1121,-1-1 1,0 0 0,0 0 0,-1 0 0,1 0 0,5-5 0,-9 6-1088,1 1 0,-1-1 1,0 1-1,0-1 1,0 1-1,1-1 1,-1 1-1,0-1 0,0 1 1,0-1-1,0 1 1,0-1-1,0 1 0,0-1 1,0 1-1,0-1 1,0 1-1,-1-1 1,1 1-1,0-1 0,0 1 1,0-1-1,-1 1 1,1-1-1,0 1 1,0-1-1,-1 1 0,1 0 1,0-1-1,-1 1 1,1 0-1,-1-1 1,1 1-1,-1-1 0,-17-14 282,15 14-151,-16-14 102,-1 2 0,0 1-1,-1 0 1,0 2 0,-1 0-1,0 1 1,-1 2-1,0 0 1,-43-6 0,59 12-348,0 1 0,-1 0 0,1 0 0,0 1 0,0-1 0,-1 2 1,1-1-1,0 1 0,0 0 0,0 1 0,1 0 0,-1 0 0,0 0 0,-9 7 0,8-4-6,1 1-1,-1-1 0,1 2 0,0-1 0,1 0 0,0 1 0,0 1 0,1-1 1,0 1-1,-4 9 0,7-13-11,-3 4 4,1 1 1,0 0-1,0 0 1,-2 12-1,6-19 7,-1 0 0,1 0 0,0 0 0,0 0 0,0 0 0,0 0 0,1 0 0,-1 0 0,1 0-1,-1 0 1,1 0 0,0 0 0,0 0 0,1 0 0,-1-1 0,1 1 0,-1-1 0,1 1 0,3 3 0,2 1 20,1 0 0,-1 0 0,1-1 0,1 0 0,9 5 0,49 22 51,-18-9-37,122 78 3,-144-83-77,-1 1 0,-1 2 1,43 48-1,-65-67 11,0 0 0,-1 0 0,1 1 0,-1-1 0,0 1 0,0-1 0,-1 1-1,1 0 1,-1-1 0,0 1 0,0 0 0,0 0 0,0 0 0,0 0 0,-1 0 0,0 0 0,0 0 0,0 0 0,-1 0 0,1 1 0,-1-1-1,0-1 1,0 1 0,0 0 0,0 0 0,-1 0 0,0 0 0,0-1 0,0 1 0,0-1 0,0 0 0,-3 4 0,-1-1 9,-1 0 0,1-1 1,-1 1-1,0-1 1,0 0-1,-1-1 1,1 0-1,-1 0 0,0-1 1,-16 5-1,-5-1-660,-55 6 0,67-11 77,-34 2-4383,-2-4-7081,34-1 5866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19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2913,'-10'1'6930,"9"-1"-6692,0-1 0,1 1 1,-1 0-1,1 0 0,-1 0 1,0 0-1,1 0 0,-1 0 1,1 0-1,-1 0 1,1 0-1,-1 0 0,0 0 1,1 0-1,-1 1 0,1-1 1,-1 0-1,1 0 0,-1 1 1,1-1-1,-1 0 0,1 0 1,-1 1-1,1-1 0,-1 1 1,1-1-1,-1 0 0,1 1 1,-1 0-1,0 4-3,0-1 0,0 1 0,0-1 1,0 0-1,1 1 0,0 0 0,0-1 0,0 1 1,1-1-1,-1 1 0,1-1 0,0 0 0,0 1 0,1-1 1,-1 0-1,4 6 0,0 1-208,1-1 1,0 0-1,1 0 0,0-1 1,9 10-1,11 12-2257,-24-28-495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19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94 3521,'-56'-93'17198,"67"121"-16142,7 35-1,-17-58-947,50 136 265,-9-25-1202,-37-92-1889,-4-23 1787,-1 1 0,0-1 0,0 0 0,0 1 0,-1-1 0,1 0-1,0 1 1,0-1 0,-1 0 0,0 2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20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88 8,'-2'-4'1019,"-1"-1"-1,0 1 1,0 0-1,-1 0 1,1 0 0,-1 0-1,0 1 1,0 0 0,-8-6-1,0 2 182,-1 1-1,0 0 1,0 1-1,0 0 1,-14-2-1,17 4-988,0 2 0,0-1 0,-1 1-1,1 1 1,0 0 0,0 0 0,-17 3-1,24-2-195,-1 0 0,0 0 0,1 0 0,-1 0 0,1 1 1,-1-1-1,1 1 0,0 0 0,0 0 0,0 1 0,0-1 0,0 1 0,0-1 0,1 1 0,-1 0 0,1 0 0,0 0 0,0 0 0,0 0 0,0 0 0,0 1 0,-2 6 0,3-4 26,0 1 1,0-1-1,1 0 0,0 1 1,0-1-1,1 0 0,-1 0 1,1 1-1,3 8 0,15 51 35,-10-38-33,-2 0 0,-1 1 0,5 40 0,-9 52 45,6 59 92,2-110-136,4 37-10,-12-91 29,2 0 0,0 0 0,0 0 1,10 19-1,-12-32 3,-1 0 0,1 0 0,1 0 0,-1 0 0,0 0 0,1 0 0,-1-1 0,1 1 1,0-1-1,0 0 0,0 0 0,0 0 0,0 0 0,1 0 0,-1-1 0,0 1 0,1-1 0,-1 0 0,5 1 0,4 1 59,1-1-1,0 0 0,0-1 1,13 0-1,-23-1-151,0 0-1,1 0 1,-1-1 0,0 1 0,1-1 0,-1 0-1,0 0 1,0 0 0,0 0 0,6-3 0,-7 2-407,0 1 0,-1 0 0,1 0 0,-1-1 0,1 1 0,-1-1 0,2-2 0,-1 2-926,-1 0 0,0-1 0,0 1 1,0-1-1,0 1 0,1-4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20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96 114 8,'-8'-14'2862,"1"0"0,-2 0-1,0 0 1,-1 2 0,0-1 0,-20-18-1,30 30-2853,0 1 0,0 0 0,-1 0 0,1 0 0,0 0 0,0 0 0,0 0 0,0 0 0,0 0 0,0 0 0,0 0 0,-1 0 0,1 0-1,0 0 1,0 0 0,0 0 0,0 0 0,0 0 0,-1 0 0,1 0 0,0 0 0,0 0 0,0 0 0,0 0 0,0 0 0,0 0 0,-1 0 0,1 0 0,0 0 0,0 0-1,0 0 1,0 0 0,0 0 0,0 0 0,0 0 0,-1 0 0,1 0 0,0 1 0,0-1 0,0 0 0,0 0 0,0 0 0,0 0 0,0 0 0,0 0 0,0 0 0,0 1-1,0-1 1,0 0 0,0 0 0,-1 0 0,1 1 0,-3 12 38,0 22-129,3-31 143,-1 40 67,3 0 0,11 75-1,18 13 87,-14-68-124,11 31 4,-9-37-129,-11-40 10,-1-3-1445,-5-3-4315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21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3 3489,'-2'-1'4653,"-9"-1"-2365,0 4 436,-1 1-1,-19 7 0,8-3-1441,15-5-940,0 1 1,1 0-1,-1 0 1,-10 7 0,14-8-294,1 1 0,0-1 1,0 1-1,0-1 1,1 1-1,-1 0 0,1 0 1,-1 0-1,1 0 1,0 0-1,0 1 0,-2 4 1,3-5-30,0 0 1,0 0 0,1 0 0,-1 1-1,1-1 1,-1 0 0,1 1-1,0-1 1,0 0 0,0 1-1,1-1 1,-1 0 0,1 0-1,0 1 1,0-1 0,0 0-1,0 0 1,1 0 0,-1 0 0,1 0-1,-1 0 1,1 0 0,0-1-1,0 1 1,1-1 0,-1 1-1,4 2 1,-2-1 31,1 0 1,0-1-1,0 0 0,1 1 0,-1-2 1,1 1-1,-1 0 0,1-1 0,0 0 0,0-1 1,0 1-1,0-1 0,0 0 0,7 0 1,35-3 212,64-11 0,-89 10-327,0-1-1,32-11 0,-16-3-2392,-34 14-151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21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8,'2'-3'1272,"0"1"1,0-1-1,0 0 0,0 0 1,-1 0-1,2-3 0,-2 4-911,0 0 0,0 0 0,-1 0 0,1 0 0,0 1 0,1-1 0,-1 0 0,0 1-1,0-1 1,1 1 0,-1 0 0,1-1 0,-1 1 0,1 0 0,0 0 0,-1 0 0,1 0 0,0 0 0,0 0-1,0 0 1,2 0 0,4-1-274,1 1 0,-1 0 0,1 0 0,-1 1-1,1 0 1,-1 1 0,0 0 0,1 0 0,-1 0-1,1 1 1,-1 1 0,0-1 0,13 7 0,-13-5-92,0 0 1,0 1-1,0 0 1,0 0-1,-1 1 1,1 0 0,-1 0-1,-1 1 1,0 0-1,0 0 1,0 0-1,6 12 1,-7-8-22,0 1 1,-2 0-1,1 1 1,-1-1-1,-1 1 1,-1-1-1,1 15 1,0-6 14,8 42-16,3-1 0,34 100 0,-27-97 9,-19-62 19,15 51 55,19 101-1,-33-144-57,-2-8 5,1-1 1,-1 0-1,1 0 1,-1 0-1,0 0 0,0 0 1,0 1-1,0-1 1,0 0-1,0 0 1,-1 0-1,1 0 0,-2 3 1,-1 1-2,3-4 10,-1 0 0,0 0 0,0 0 0,0 0 1,0 0-1,0-1 0,-1 1 0,1 0 0,0-1 0,-1 1 0,1-1 0,-1 1 0,0-1 0,1 0 0,-1 0 1,0 0-1,0 0 0,-3 1 0,-39 11-1019,2-2-7404,27-6-251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31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91 8,'2'-14'264,"-6"-3"3348,-10-13 5679,-7 7-2883,14 16-4396,12 25-562,-2-3-1425,4 4 117,8 26 0,0 3-47,8 14 7,-4-17-81,-3 1 0,-1 1-1,11 68 1,-24-105-18,1 15-1,0 0 0,-1 43 1,-2-67 4,0 1-1,0-1 1,0 1 0,-1-1 0,1 0 0,0 1 0,-1-1 0,1 0 0,0 1-1,-1-1 1,0 0 0,1 1 0,-1-1 0,0 0 0,1 0 0,-1 0-1,0 0 1,0 0 0,0 0 0,-2 2 0,2-3 16,0 1 0,-1-1 0,1 1-1,0-1 1,0 0 0,-1 0 0,1 0 0,0 0 0,0 0 0,-1 0-1,1 0 1,0 0 0,0 0 0,-1 0 0,1-1 0,0 1 0,0-1 0,-2 0-1,-3-2-41,-1 0 0,1-1-1,0 0 1,0 0-1,0-1 1,-7-7-1,5 3-1132,0 0-1,-9-16 0,-12-22-8365,27 43 8403,-12-22-8872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32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258 469 8,'0'1'661,"-1"0"1,0 0-1,0 0 1,0-1-1,0 1 1,-1 0-1,1-1 1,0 1-1,0-1 1,0 1-1,0-1 1,0 0-1,-1 1 1,1-1-1,0 0 1,0 0-1,-2 0 1,0 0-68,1 0 0,-1-1 0,1 1 0,0-1 1,-1 0-1,1 1 0,0-1 0,-4-2 0,-2-2 90,0-1 1,0 0-1,-11-11 0,14 13-68,-8-9-314,-1-1 0,2-1-1,0 0 1,-13-21 0,8 7 6,-21-48 1,38 76-303,-6-11 105,1 0-1,0 0 1,1 0-1,0-1 1,1 1 0,-2-22-1,5 33-69,0 0 1,0-1-1,0 1 0,0 0 0,0-1 1,0 1-1,0 0 0,0-1 0,1 1 1,-1 0-1,1-1 0,-1 1 1,1 0-1,-1 0 0,1 0 0,0-1 1,-1 1-1,1 0 0,0 0 0,0 0 1,0 0-1,0 0 0,0 0 1,0 1-1,0-1 0,0 0 0,0 0 1,1 1-1,-1-1 0,0 1 0,0-1 1,1 1-1,-1-1 0,0 1 1,0 0-1,1 0 0,-1-1 0,1 1 1,-1 0-1,2 0 0,5 1-68,1 0 0,-1 1 0,0 0 0,0 0 0,10 4 0,-10-3 76,44 13-16,1-2 0,0-2 0,70 5 0,-108-16-20,0 0 0,16-2 1,-26 1-17,1-1 1,0 0-1,-1 0 1,0 0-1,1-1 1,-1 0-1,0 0 1,9-5-1,-13 7-26,1-1-1,-1 0 1,0 0-1,1 0 1,-1 0-1,0 0 1,0 0-1,0 0 1,0-1-1,0 1 1,0 0-1,-1-1 1,1 1-1,0 0 1,-1-1-1,1 1 1,-1-1-1,1 1 1,-1-1-1,1-1 1,-1 0-109,0 1 0,-1-1 0,1 1 0,0-1 1,-1 1-1,1-1 0,-1 1 0,0-1 0,0 1 1,0 0-1,-2-4 0,-1 0-620,0 0 0,-1 0 0,1 0 0,-1 0 0,0 1 0,-1 0 0,-8-6 0,2 3-2320,1 2 1,-17-7-1,2 1-4593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32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1 196 8,'2'1'1204,"1"0"0,-1-1 1,1 1-1,-1-1 0,1 1 0,-1-1 0,1 0 0,-1 0 1,1 0-1,3-1 0,31-6 2906,-20 3-2794,-4 2-850,-1-1 0,0-1 0,0 0-1,0 0 1,-1-1 0,1-1 0,12-7 0,-20 10-368,0 0 0,0 0 0,0 0 0,0 0 0,-1-1 0,0 1 0,1-1 0,-1 0 0,-1 0 0,1 0 0,0-1 0,-1 1 1,0-1-1,0 1 0,0-1 0,-1 1 0,0-1 0,1 0 0,-2 0 0,1 0 0,0-6 0,-1 9-78,-1-24 103,1 24-111,-1 1 0,1-1 1,0 0-1,-1 0 0,1 1 0,-1-1 0,1 0 1,-1 1-1,0-1 0,0 1 0,-1-4 0,9 13-8,11 11-38,2-1 0,34 25 0,-22-23-364,40 17 0,-49-25 143,-11-8-318,-8-4-1752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33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360 104 8,'1'-1'354,"0"0"0,-1 0-1,1 0 1,0 0 0,-1 0 0,1 0 0,-1 0-1,0 0 1,1 0 0,-1 0 0,0 0 0,1 0-1,-1 0 1,0 0 0,0 0 0,0-1 0,0 1-1,0 0 1,0 0 0,0 0 0,0 0-1,-1-2 1,0 1-42,0 0 0,0 1 0,0-1 0,0 0 0,0 0 1,-1 1-1,1-1 0,-1 1 0,1-1 0,-1 1 0,-2-2 0,-5-3 440,0 1 0,-1 0 1,-17-6-1,24 9-489,-13-4 250,0 1 0,-1 1 0,0 0-1,0 1 1,-24-2 0,31 5-357,0 0 1,-1 0-1,1 1 0,0 0 1,0 1-1,0 0 1,0 0-1,0 1 0,0 1 1,-12 5-1,19-7-119,0-1-1,0 1 1,0 0 0,1 0 0,-1 0 0,1 0-1,-1 0 1,1 1 0,0-1 0,0 1-1,0 0 1,0-1 0,0 1 0,1 0 0,-1 0-1,1 0 1,-2 5 0,3-4 15,-1 0-1,1 1 1,-1-1 0,1 1-1,0-1 1,1 1 0,-1-1-1,1 0 1,0 1 0,0-1-1,2 7 1,3 1 39,0 0 1,0 0 0,1 0-1,0-1 1,1 0 0,0-1-1,15 15 1,47 40 136,-40-39-232,-2 1-1,43 52 1,-68-75-8,-1 0 1,1 0 0,-1 0-1,1 0 1,-1 0-1,0 1 1,-1-1-1,1 0 1,-1 1 0,0 0-1,0-1 1,0 1-1,-1 0 1,0-1 0,0 1-1,0 0 1,0-1-1,-1 1 1,1 0 0,-1-1-1,-1 1 1,1-1-1,-1 1 1,1-1-1,-1 1 1,-4 5 0,-8 13-20,-32 37 1,32-43 2,0 1 0,2 0 1,-17 30-1,28-44 23,-1 0 0,1 0 0,0 0 1,0 0-1,1 0 0,-1 0 0,1 0 1,0 0-1,0 0 0,0 0 0,1 0 1,-1 1-1,1-1 0,0 0 0,0 0 1,0 0-1,1-1 0,3 8 0,3 4-8,1-1-1,0 1 0,14 14 1,-17-21-5,73 80-130,-70-78 104,0-1 0,-1 2 0,0-1 0,6 13 0,-12-21-269,7 17-761,-8-12-3041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34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0 315 536,'6'0'1707,"0"-1"0,0 0 0,11-3 0,6-2 1107,27 0 891,-22 4-1589,51-13 0,-71 13-1803,0 0-1,-1-1 1,1 0-1,-1 0 1,1-1 0,-1 0-1,0-1 1,-1 1 0,1-1-1,10-11 1,-15 14-222,0-1 0,0 1 0,0-1 0,0 1 0,-1-1 0,1 0 0,-1 0 0,0 1 0,1-1 0,-1 0 0,-1 0 0,1 0 0,0 0 0,-1-1 0,0-3 0,0 2-37,0 0 0,-1 0 0,0 0 0,0 1 0,0-1 0,0 0 0,-1 1 1,0-1-1,-3-4 0,0-1-12,-1 1 1,-1 0-1,1 1 1,-1 0-1,-1 0 1,0 0-1,0 1 1,-12-8-1,9 7 55,0 1-1,-1 1 1,-23-9 0,30 13-70,-1 0 0,1 0-1,-1 1 1,0 0 0,1 0 0,-1 1 0,0-1 0,0 1 0,0 1 0,1-1 0,-10 3 0,13-3-27,0 1 0,0 0 0,0-1 0,0 1 1,0 0-1,0 0 0,1 1 0,-1-1 0,0 0 1,1 0-1,-1 1 0,1-1 0,-1 1 0,1 0 1,-2 2-1,1 0 3,0-1 0,0 1 1,1-1-1,0 1 0,0 0 1,0 0-1,0 0 0,0 3 1,0 3 18,1 0 1,0-1 0,1 1 0,0 0 0,0-1 0,4 11 0,-1-6 36,1 0 0,1-1 0,0 1 0,8 13 0,37 48 175,-43-65-187,0 0-1,1 0 1,0 0-1,1-1 0,0 0 1,0-1-1,1 0 1,0-1-1,0 0 0,1-1 1,0 0-1,0-1 1,1 0-1,-1-1 0,1 0 1,0-1-1,0-1 1,14 1-1,-22-3 39,0 0 1,0 0-1,0 0 0,1-1 1,-1 0-1,0 0 0,0-1 1,-1 1-1,8-4 0,-10 4-335,0 0 0,0-1 0,0 1 0,0 0 0,-1-1-1,1 1 1,-1-1 0,1 1 0,-1-1 0,0 1 0,2-3-1,1-9-4770,-5-4-3363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35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84 8,'-4'-9'2970,"-1"0"0,-6-10-1,-8-14 5612,13 24-6672,2 4-301,8 8-260,0 1-1367,-1 0-1,0 0 0,0 1 1,-1-1-1,1 1 0,-1 0 0,3 7 1,1 4 28,128 239 177,-98-190-184,-7-19-14,7 14-18,-33-53 22,1 1 0,-1-1 0,0 1 0,-1-1 0,0 1 0,1 10 0,-2-17 7,-1 0 1,0-1 0,0 1-1,0-1 1,0 1 0,-1 0-1,1-1 1,0 1-1,0 0 1,0-1 0,0 1-1,-1-1 1,1 1 0,0-1-1,-1 1 1,1-1-1,0 1 1,-1-1 0,1 1-1,0-1 1,-1 1 0,1-1-1,-1 1 1,1-1-1,-1 0 1,1 1 0,-1-1-1,0 0 1,1 1 0,-1-1-1,1 0 1,-1 0-1,0 0 1,1 0 0,-1 1-1,1-1 1,-1 0 0,0 0-1,1 0 1,-1 0-1,0 0 1,1 0 0,-1-1-1,0 1 1,-4-1 29,-1 1 0,1-1 1,-9-4-1,-21-9 20,1-1 1,1-2 0,-52-36-1,72 44-34,0 0 0,1-1-1,-13-14 1,19 18-7,1 0-1,0 0 1,1 0-1,-1-1 1,1 0-1,0 0 1,1 0 0,-4-9-1,7 14-27,-1 0 0,0 0 0,1 0 1,0 0-1,-1 0 0,1 0 0,0 0 0,0 0 0,0 0 0,0 0 0,1-1 0,-1 1 0,0 0 0,1 0 0,0 0 1,-1 0-1,1 1 0,1-4 0,0 3-194,0-1 0,0 1 1,0 0-1,0 0 0,0 0 0,0 0 1,1 0-1,-1 1 0,1-1 0,-1 1 0,5-2 1,3-1-1686,0 1 0,0 0 1,0 1-1,1 0 0,-1 1 1,12-1-1,-1 1-4589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35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32 11506,'0'-6'2761,"-2"0"-304,0-2-617,2 3-392,2 2-303,-2 2-369,3 1-368,-1-2-296,2 4-192,0-1-136,-3 2-88,4 3-88,3 4-249,-4 7-623,4 4-1929,-1 2-2088,-1 2-5793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36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1648,'15'-12'9205,"1"-2"-3674,17-4-1595,-25 15-3608,0-1 1,1 2 0,-1-1 0,15-2-1,6-1-21,-21 4-251,0 0 1,0 1 0,1-1 0,-1 2-1,0-1 1,1 1 0,14 2 0,-22-1-70,1 0 0,-1 0 0,0 0 0,0 0 1,0 0-1,0 0 0,0 0 0,0 0 1,0 1-1,0-1 0,0 0 0,-1 1 1,2 1-1,-1-1-5,2 6 0,0 0-1,-1 0 1,1 0-1,-1 1 0,-1-1 1,1 16-1,1-2-7,-2-12 20,-1 0 0,0 0 0,-1 0-1,0 0 1,0 0 0,-1-1-1,0 1 1,-1-1 0,0 1-1,-7 13 1,8-20-12,-1 0 1,1 0-1,-1 0 0,0-1 0,0 1 0,0-1 1,-5 4-1,-4 0 1236,16-10 171,2 1-1379,0 0 0,1 1 1,-1-1-1,1 1 1,0 1-1,-1-1 0,1 1 1,0 0-1,10 1 1,0-2-34,42-1-92,-44 3-266,1 0 0,0-2 0,-1 1 0,1-2 0,21-6 0,-28 3-2474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36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5961,'0'1'9503,"-1"3"-6886,6 13-2499,1 0 0,0 0 0,1 0 0,1-1 0,0 0 0,1-1 0,1 0 0,1 0-1,0-1 1,1-1 0,14 14 0,-5-5-2262,-14-14-1282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36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1352,'3'6'11267,"6"6"-8804,-2-3-1695,69 93 1699,-42-57-2367,-9-14-252,2 2-2517,-12-9-6246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37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437 12 3801,'-2'0'750,"0"1"0,0-1 0,0 0 0,0 0 0,0 0 0,0 0 0,0 0 0,1-1 0,-1 1 0,0-1 0,-2 0 0,-3 0 624,-19-3 1604,-52 0 0,50 5-3098,1 1-1,0 2 1,-46 11 0,-5 5-4937,47-12 217,-6 0-4905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37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 4865,'-4'-3'9159,"4"3"-8976,-1 3 1408,2 12-1121,0 0 1,2 1-1,5 18 1,7 14 91,2-1-1,3-1 1,29 51 0,3-3-240,20 41-40,-67-127-287,-4-6-5,0-1 1,0 1-1,0-1 1,0 1-1,0-1 0,-1 1 1,1-1-1,0 1 1,-1 0-1,0-1 0,1 1 1,-1 0-1,0-1 1,0 1-1,0 0 0,0 0 1,0-1-1,0 1 1,0 0-1,-1 2 0,1-4-124,-1 0 0,1 0-1,0 1 1,-1-1 0,1 0-1,0 0 1,-1 0 0,1 0-1,-1 0 1,1 0 0,0 1-1,-1-1 1,1 0-1,-1 0 1,1 0 0,0 0-1,-1 0 1,1-1 0,-1 1-1,1 0 1,0 0 0,-1 0-1,1 0 1,-1 0 0,1 0-1,0-1 1,-1 1 0,1 0-1,0 0 1,-1-1 0,1 1-1,0 0 1,-1 0 0,1-1-1,0 1 1,0 0-1,-1-1 1,-12-13-8072,7 4 4602,1-1 203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38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1 512,'-3'6'6007,"-28"24"3341,-21 12-4765,43-35-4102,-2 0-49,0 2-1,1-1 1,-16 19-1,24-26-416,1 1 1,1-1-1,-1 0 0,0 1 1,0-1-1,0 1 0,1-1 1,-1 1-1,1-1 1,-1 1-1,1-1 0,-1 1 1,1 0-1,0-1 0,0 1 1,0 0-1,0-1 1,0 1-1,0 0 0,1 1 1,0 0 26,0-1 0,0 0 0,0 1 0,0-1 1,1 0-1,-1 0 0,1 0 0,0 0 0,-1 0 1,1 0-1,4 3 0,1 0 33,0 0 0,1 0 0,0-1 0,0 0 0,0-1 0,14 5-1,-2-2-105,1-2-1,-1 0 1,1-1-1,37 0 1,-43-3-721,-1-2 0,28-5 1,-30 4-1045,0 0 1,-1-1 0,21-11-1,-30 14 959,1 0 0,-1 0 0,0-1 0,0 1 1,-1 0-1,1-1 0,0 0 0,0 1 0,2-4 0,0-6-5202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38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8,'1'-2'924,"0"1"0,0-1 0,-1 0 0,1 1-1,-1-1 1,1 0 0,-1 0 0,0 1 0,0-1 0,1-2 0,1-11 3810,0 8-2908,4-12 2218,-5 19-4006,-1-1 0,0 1 0,1 0 0,-1 0 0,0-1 0,1 1 0,-1 0 0,1 0 0,-1 0 0,0-1 0,1 1 0,-1 0 0,1 0 0,-1 0 0,0 0 0,1 0 0,-1 0 0,1 0 0,-1 0 0,1 0 0,-1 0 0,0 0 0,1 0 0,-1 0 0,1 0 0,-1 0 0,0 1 0,1-1 0,-1 0 0,1 0 0,-1 0 0,0 1 0,1-1 0,-1 0 0,0 1 0,1-1 0,-1 0 0,0 0 0,0 1 0,1-1 0,-1 0 0,0 1 0,1 0 0,3 5-76,0 0-1,0 1 0,0-1 0,-1 1 1,3 10-1,-5-15 37,22 64 101,25 124 0,-15-50-1,-30-126 19,1 0 1,1 0-1,0 0 1,1 0-1,0-1 1,1 0-1,13 19 1,-17-29-71,1 0 0,-1 0 1,1 0-1,-1 0 0,1-1 0,0 0 1,0 1-1,0-2 0,0 1 0,1 0 1,-1-1-1,0 0 0,1 0 0,-1 0 0,1 0 1,-1-1-1,1 1 0,-1-1 0,8-1 1,-4 0-498,0 0 0,0 0 0,0-1 1,0 0-1,0 0 0,-1-1 1,1 0-1,-1 0 0,1-1 1,7-5-1,11-14-8671,-13 11-1189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38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0 2008,'-48'4'6482,"-21"3"-420,1 3-3315,47-6-3064,0 1 0,0 1 0,0 1 0,-28 14 0,16-5-7207,18-7-658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39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75 2345,'0'-3'1378,"0"-1"1,-1 1 0,1 0 0,-1-1-1,0 1 1,0 0 0,0 0 0,0 0-1,-3-5 1,2 5-940,1 0 0,-1 0 0,-1 0-1,1 1 1,0-1 0,-1 0 0,1 1 0,-1 0-1,0-1 1,1 1 0,-1 0 0,0 1 0,0-1-1,-6-2 1,9 4-424,-1 0 0,1 0 0,0 0 0,-1 0 0,1 1 0,0-1 0,-1 0-1,1 0 1,0 0 0,-1 0 0,1 0 0,0 1 0,-1-1 0,1 0 0,0 0 0,-1 0 0,1 1 0,0-1 0,0 0-1,-1 1 1,1-1 0,0 0 0,0 1 0,0-1 0,-1 0 0,1 1 0,0 0 0,-7 13-103,4-7 113,-12 27 104,-19 55-1,26-66-81,-123 369 473,111-330-450,-17 64-1232,25-90-2846,2-14-4743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39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 6089,'-2'-6'11709,"3"15"-9301,11 58-1496,1-28-654,-3-6-89,20 43-1,-17-48-156,-3-6-268,1-1 1,24 37-1,-29-51-353,17 25-2788,-14-11-7371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40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481 82 2913,'-10'-9'5429,"-20"-15"1,20 17-3543,0 1 0,-13-6 1,12 7-1474,1 1 0,-1 1 0,0 0 1,-11-2-1,10 3-488,0 1 0,1 0 0,-1 1 0,1 1 0,-1 0 1,0 0-1,1 1 0,0 0 0,-1 1 0,1 1 0,0 0 0,-11 5 0,-62 36-3828,33-17-4804,13-8 778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05:41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80 8,'-1'-5'1451,"1"0"0,-1 1-1,0-1 1,-1 1 0,1-1 0,-1 1 0,0-1-1,-5-7 1,-6-16 4551,13 28-5961,0 0 1,0 0-1,0 0 1,0 0-1,0 0 1,0 0-1,0 0 1,0 0-1,0 0 1,0-1-1,0 1 1,0 0-1,0 0 1,0 0-1,0 0 1,0 0-1,0 0 1,0 0-1,1 0 1,-1 0-1,0 0 1,0 0-1,0 0 1,0-1-1,0 1 1,0 0-1,0 0 1,0 0-1,0 0 1,0 0-1,0 0 1,0 0-1,0 0 1,0 0-1,0 0 1,1 0-1,-1 0 1,0 0-1,0 0 1,0 0-1,0 0 1,0 0-1,0 0 1,0 0-1,0 0 1,0 0-1,0 0 1,1 0-1,-1 0 1,7 1 445,7 4-659,17 10 70,-2 2 1,53 39 0,-67-45 83,11 7-17,-2 2 0,0 1-1,40 46 1,-59-61-29,0 1-1,0-1 1,0 1 0,6 14-1,-10-18 34,0-1-1,0 1 1,0 0-1,-1-1 1,1 1-1,-1 0 1,0 0-1,0 0 1,0-1-1,0 1 1,0 0-1,0 0 1,-1-1-1,1 1 1,-1 0-1,0 0 1,0-1-1,-2 5 1,-2 1 9,-1 1 0,0-1 1,-1 0-1,0 0 1,0-1-1,-1 0 1,0 0-1,-10 7 1,9-8 3,0 1 0,1 1 1,-1-1-1,2 2 0,-1-1 1,-8 13-1,13-16 18,1 0 0,-1 0-1,1 0 1,0 0 0,1 0 0,-1 0-1,1 1 1,0-1 0,0 1-1,1-1 1,-1 9 0,2-7-1,0 1 0,0 0-1,1 0 1,0-1 0,0 1 0,1-1 0,4 9 0,3 3-4,2 0-1,0-1 1,1 0 0,27 28 0,-24-28-27,43 48-211,-53-58 132,0 0-1,-1 1 1,0 0-1,0 0 1,0 0-1,3 13 1,-7-17 48,0 0 1,0-1 0,-1 1 0,1 0-1,-1 0 1,0 0 0,-1 0-1,1 0 1,-2 5 0,-2 7-60,-9 20 0,1 0 83,9-19 63,0 1 0,2-1 0,0 0 0,1 25 0,1-16 8,-3 26 0,0-44-145,0 0-1,0-1 1,-6 15 0,-4 7-6626,5-18-2498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0:27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94 8,'-2'-6'-94,"-1"-10"4214,3 12-3026,0 0-1,-1 0 1,0 0 0,-2-8-1,0 3 21,3 8-890,0 0 0,0 0 1,0 1-1,-1-1 0,1 0 0,0 0 0,-1 0 1,1 0-1,0 1 0,-1-1 0,1 0 0,-1 1 1,1-1-1,-2-1 0,-28-20 14186,31 22-14344,0 1-38,0 0-1,0 0 1,0 0-1,0-1 0,0 1 1,0 0-1,0 1 0,0-1 1,0 0-1,0 0 0,0 0 1,-1 0-1,2 2 0,10 20 323,9 21-298,27 79 0,-32-76-12,-4-12-22,12 55 1,-17-57 45,-7-30-50,1 1-1,0-1 1,0 0-1,0 0 1,1 0-1,-1 0 1,3 4-1,1 2 100,0-3 541,-2-7-2788,-5-5-3036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0:27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27 5113,'-10'-15'9314,"10"14"-8909,-1 0 0,0 0-1,0 0 1,0 0 0,0 1 0,0-1-1,0 0 1,0 0 0,0 1 0,-1-1-1,1 1 1,0-1 0,0 1 0,0-1-1,-1 1 1,1 0 0,-2-1 0,4 3-293,0-1 0,0 1 0,-1 0 0,1-1 0,0 1 1,0 0-1,-1 0 0,1 0 0,-1 2 0,5 17 134,0 1 0,1-1 1,1 0-1,1-1 0,16 30 0,64 95 257,-37-65-374,-4 7-12,-42-74-84,-9-15-2387,-17-17-5765,7 4 2470,0 0-3314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0:28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19 145 4481,'-4'-7'3775,"1"2"-1556,1 0 0,0 1 0,0-1 0,-2-9 0,3 13-2011,1-1 1,0 1-1,0 0 1,0 0 0,0-1-1,0 1 1,0 0-1,0-1 1,1 1 0,-1 0-1,0-1 1,1 1-1,-1 0 1,1 0 0,-1-1-1,1 1 1,0 0 0,-1 0-1,1 0 1,0 0-1,0 0 1,0 0 0,1-1-1,4-3-106,0 1-1,0 0 1,0 1 0,0 0-1,1 0 1,-1 0-1,1 1 1,0-1-1,8 0 1,11-2-156,30-1 1,-6 1 112,7-2-81,33-6-897,-81 9-2957,-18 3-1386,-18 1-3289,5 2 1864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0:28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76 328,'18'-4'11236,"10"-9"-5209,-14 6-4060,6-1-1098,0 0 0,1 2 0,26-6 1,65-5-685,-108 16 66,6 1-2863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0:28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538 130 2328,'0'-1'611,"0"0"-1,0 0 1,-1 0-1,1 0 0,0 0 1,-1 0-1,1 0 0,-1 0 1,0 0-1,1 0 1,-1 0-1,-1-1 0,-16-16 3097,17 17-3386,-13-9 1557,1-1 0,-23-11-1,-66-25 1665,99 45-3504,0 1-1,0 0 0,-1 1 0,1-1 0,0 0 1,-1 1-1,1 0 0,0 0 0,-1 0 1,1 0-1,0 0 0,-1 1 0,1 0 0,0-1 1,0 1-1,0 0 0,0 1 0,-1-1 1,2 0-1,-1 1 0,0 0 0,0 0 0,0 0 1,1 0-1,-1 0 0,1 0 0,-3 3 1,-2 3 7,1 0 0,0 0 0,1 0 0,0 1 0,0 0 0,0 0 0,-5 18 0,8-21-10,1 0-1,-1 0 0,1 0 0,1 0 1,-1 0-1,1 0 0,0 0 0,0 1 0,1-1 1,2 10-1,-1-7 4,1 1 1,1-1-1,-1 0 1,1 0-1,1-1 1,6 10-1,2 0 30,2 0-1,-1-1 0,2 0 1,35 28-1,8-1 20,26 22-14,-76-58-59,-6-6-25,1 1 1,-1 0-1,0 0 1,0 0-1,0 0 1,3 5-1,-6-7 8,0-1-1,1 1 1,-1 0 0,0-1-1,0 1 1,0 0-1,1-1 1,-1 1-1,0 0 1,0-1-1,0 1 1,0 0 0,0-1-1,0 1 1,0 0-1,0-1 1,-1 1-1,1 1 1,-1-1-1,1 0 0,-1 0-1,0 0 1,0-1 0,1 1 0,-1 0 0,0 0-1,0 0 1,0 0 0,0-1 0,0 1 0,0 0-1,-2 0 1,-7 3 39,0 0-1,0-1 0,0 0 1,0 0-1,-1-1 0,1-1 1,-1 0-1,-20 0 0,-6-3 64,-43-8 1,48 5-99,10 2-378,-96-13-1093,78 13-2355,1 0-3596,7 3-4351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0:31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11 8,'-8'-11'22454,"8"13"-20910,6-1-291,14 8-1000,253 92-272,-210-76 21,-36-15-1,74 32-20,-84-32 170,-16-9-152,0 0 1,0 0-1,1-1 0,-1 1 1,0 0-1,1-1 0,-1 1 1,1-1-1,-1 1 0,1-1 1,2 1-1,17 3 75,9 1 71,-31-6-101,0 1 0,-1 0 0,1-1 1,0 0-1,-1 1 0,1-1 0,0 0 0,0 0 1,-1 1-1,1-1 0,0 0 0,0 0 0,-1-2 0,-20-21-137,6 5 111,-5-1 27,2-2-1,-29-40 1,43 57-44,2 0-11,9 6-221,-2 1 144,0 0 0,0 1 0,0-1 0,0 1 0,-1 0 0,4 3 0,8 6 65,83 56-4,43 30 38,-133-92-17,2 1-5,0 1 0,0 0 0,-1 0-1,0 1 1,0 1 0,8 11 0,-16-20 3,-1 0 0,1 0 0,0 0-1,-1 0 1,1 0 0,-1 0 0,1 0 0,-1 0 0,0 1 0,1-1 0,-1 0 0,0 0 0,0 0 0,0 1 0,0-1-1,0 1 1,-1-1 13,1 0 0,-1 0 0,1 0 0,-1 0 0,1-1 0,-1 1 0,0 0 0,0 0 0,1-1 0,-1 1 0,0-1 0,0 1-1,0-1 1,0 1 0,0-1 0,1 1 0,-1-1 0,0 0 0,0 0 0,0 1 0,0-1 0,-2 0 0,-13 4 150,1-1 0,-1-1 1,0-1-1,-19 0 0,7-2-477,1 1-1,-43 6 1,57-4-4541,-25 8 1,22-4-6795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09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1039 17 232,'14'-6'5809,"-12"4"-4969,1 1-1,-1 0 0,1 0 0,0 0 0,0 0 0,0 0 1,-1 0-1,1 1 0,0-1 0,0 1 0,4 0 0,-8 0-783,1 0-1,-1 0 1,1 1-1,-1-1 1,1 0-1,-1 0 1,1 1-1,-1-1 1,1 0-1,0 1 0,-1-1 1,1 1-1,0-1 1,-1 0-1,1 1 1,0-1-1,-1 1 1,1-1-1,0 1 1,0-1-1,0 1 1,-1 0-1,-3 6 2302,-54 19 1241,-33 6-2864,-94 35-122,26-7-293,-152 49 85,240-79-382,-12 4-770,25-13-4720,49-18 1294,0-1 0,-17 1 0,10-1-2513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09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354 45 6569,'-5'-5'4865,"-17"-6"-649,-1 5 3879,25 6-8009,0-1 0,0 1 0,0-1-1,0 0 1,0 0 0,-1 1 0,1-1 0,0 0 0,0 0 0,-1-1-1,1 1 1,-1 0 0,1-1 0,-1 1 0,1 0 0,-1-1-1,0 0 1,1-1 0,-17 18-587,-14 19 427,17-19 67,-1 0 0,0-1-1,-20 17 1,-58 45 94,21-16-29,51-47-50,13-9-3,1 0 0,-1 1 1,1-1-1,0 1 0,-5 6 0,7-4 77,6-6 341,-2-1-332,-1 0 2,18 3 752,120-3-610,130 0 207,-90 0-3845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11.0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8,'-1'-6'20487,"4"28"-18108,1-7-2259,1 0 0,1 0-1,0 0 1,1-1 0,0 0-1,1 0 1,1-1 0,0 0-1,1-1 1,21 22 0,17 15 134,-48-49-231,0 0 0,0 0-1,0 0 1,0 1-1,1-1 1,-1 0 0,0 0-1,0 0 1,0 1 0,1-1-1,-1 0 1,0 0 0,0 0-1,1 0 1,-1 1-1,0-1 1,0 0 0,1 0-1,-1 0 1,0 0 0,0 0-1,1 0 1,-1 0 0,0 0-1,0 0 1,1 0-1,-1 0 1,0 0 0,1 0-1,-1 0 1,0 0 0,1 0-1,-1-10 1295,-1-1-1422,0-13 125,0-1 0,-9-44 0,8 62-4,1 0 0,0 0 0,1 0 0,-1 0 0,1 0 0,1 0 1,0-9-1,0 15-25,-1-1 1,0 0 0,1 1 0,-1-1 0,1 1 0,-1-1 0,1 1 0,0-1 0,-1 1-1,1 0 1,0-1 0,0 1 0,0 0 0,0-1 0,0 1 0,0 0 0,1 0-1,-1 0 1,0 0 0,1 0 0,-1 0 0,0 1 0,1-1 0,-1 0 0,1 1 0,-1-1-1,1 1 1,-1-1 0,1 1 0,0 0 0,-1 0 0,1-1 0,0 1 0,-1 0 0,1 1-1,2-1 1,7 2-31,0 1 0,0 0-1,0 0 1,-1 1 0,20 10-1,48 34-14,-24-14 35,-25-17 21,71 38 0,-97-53 28,0-1 0,1 0 0,-1 0 0,0 0 0,6 1 0,-9-2 42,-2-11 417,-5-76-418,0 1-54,7 85-23,0 1 0,0 0 0,0-1 1,0 1-1,0 0 0,0-1 0,0 1 0,0-1 0,0 1 0,0 0 0,0-1 0,1 1 0,-1 0 0,0 0 0,0-1 0,0 1 0,0 0 0,1-1 0,-1 1 0,0 0 0,0 0 0,1-1 0,-1 1 0,0 0 0,0 0 0,1 0 0,-1-1 0,0 1 0,0 0 0,1 0 0,-1 0 0,0 0 0,1 0 1,-1-1-1,0 1 0,1 0 0,-1 0 0,0 0 0,1 0 0,-1 0 0,0 0 0,1 0 0,-1 0 0,1 0 0,-1 0 0,0 1 0,1-1 0,-1 0 0,0 0 0,0 0 0,1 0 0,-1 0 0,0 1 0,1-1 0,-1 0 0,1 1 0,21 13-552,-15-9 608,99 69-307,-63-40-4524,-40-32 4574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11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26 7738,'-7'-19'12662,"13"24"-11580,-1 0-1043,-1 1 1,0 0-1,4 7 1,7 8 123,-4-7-36,2 0 0,0-1 0,0-1 0,1 0 0,1-1 0,22 13 0,-33-21-91,1 0-1,0-1 1,0 0 0,0 0 0,0-1 0,0 1 0,0-1 0,1 0 0,-1 0 0,0-1 0,0 0 0,1 0 0,8-1 0,-11 0-24,0 1 0,1-1 0,-1 0 0,0-1 0,0 1 0,0 0 0,-1-1 0,1 0 0,0 0 0,-1 0 0,1 0 0,-1 0 0,1 0 0,-1-1 0,0 1 0,0-1 0,0 1 0,0-1 0,-1 0-1,1 0 1,-1 0 0,1 0 0,0-4 0,0 0-20,-1 1 0,0-1 1,0 0-1,0 0 0,-1 0 0,0 0 0,0-1 0,-1 1 0,0 0 0,0 0 0,0 1 0,-5-12 0,4 10 7,0-5 88,2 8-14,2 7-127,16 15-438,-4-4 450,0 0 1,1-1 0,1 0-1,-1-2 1,34 18 0,-44-26-165,5 3-306,0 0 0,13 4-1,-21-8 74,0 0-1,0 0 0,0-1 0,0 1 0,1-1 0,-1 0 0,0 0 1,1 1-1,-1-1 0,0-1 0,0 1 0,1 0 0,-1-1 1,0 1-1,0-1 0,1 0 0,2-1 0,-5 2 181,1 0-1,-1-1 1,1 1-1,-1 0 1,0-1-1,1 1 1,-1 0-1,0-1 1,1 1-1,-1-1 0,0 1 1,1 0-1,-1-1 1,0 1-1,0-1 1,1 1-1,-1-1 1,0 1-1,0-1 1,0 1-1,0-1 1,0 1-1,0-1 1,0 0-1,0 1 1,0-1-1,0-8-5809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12.1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161 696 8,'7'0'875,"0"0"1,0-1-1,0 0 1,0 0-1,0-1 0,0 1 1,0-1-1,0-1 0,-1 1 1,1-1-1,-1-1 1,0 1-1,8-7 0,-10 7-468,0 0-1,0-1 0,-1 0 1,0 0-1,1 0 0,-2 0 1,1 0-1,0-1 0,-1 1 0,0-1 1,0 0-1,0 0 0,-1 1 1,1-1-1,-1 0 0,0 0 1,-1-1-1,1 1 0,-1-6 1,-1-12-77,-1-1-1,-2 0 1,0 1 0,-1-1 0,-15-40 0,3 20-176,-2 0 0,-2 2 1,-2 0-1,-2 1 0,-55-70 0,79 111-153,-5-9 22,-1 1 0,0 0 1,-1 0-1,0 0 0,-15-10 0,22 17-45,1 1-1,0 0 1,-1 0-1,1 0 1,0-1-1,-1 1 1,1 0 0,0 0-1,-1 0 1,1 0-1,-1 0 1,1 0-1,-1 0 1,1 0-1,0 0 1,-1 0-1,1 0 1,-1 0-1,1 0 1,0 0-1,-1 0 1,1 0-1,-1 0 1,1 0-1,0 1 1,-1-1-1,1 0 1,0 0-1,-1 1 1,1-1-1,-1 1 1,0 0-8,0 0-1,0 0 1,1 1 0,-1-1 0,0 1-1,0-1 1,1 1 0,-1-1-1,1 2 1,-2 4-5,1 0-1,0-1 1,0 11-1,1-7 30,1 1 0,1-1 1,0 0-1,0 0 0,1 0 0,5 13 0,30 57 94,-28-59-46,3 5 52,1-1 0,2 0 0,0-1 0,1-1 0,2-1 0,0 0 0,1-1 0,2-1-1,41 30 1,-30-31 44,41 18 0,-46-24-79,-21-9-86,1 0 0,0 0 0,1-1 0,-1-1 0,0 1 0,1-1 0,14 1 0,-23-3-58,1 0 1,-1 0-1,1 0 0,-1 0 0,0 0 1,1 0-1,-1 0 0,1 0 0,-1 0 1,1 0-1,-1 0 0,0-1 0,1 1 1,-1 0-1,0 0 0,1-1 1,-1 1-1,1 0 0,-1 0 0,0-1 1,0 1-1,1 0 0,-1-1 0,0 1 1,0 0-1,1-1 0,-1 1 1,0 0-1,0-1 0,1 0 0,-1 0-278,0-1 0,0 1-1,0-1 1,0 1-1,0-1 1,0 1 0,0-1-1,0 1 1,-1-3 0,-1-2-1547,0 0 1,-1 0 0,-4-8-1,-5-4-2291,-1 0-1109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12.7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21 7274,'-4'-17'9809,"3"13"-7035,4 11-1943,14 29-734,32 48 0,-9-17 17,111 196 271,-123-206-946,-28-57 525,0 0-1,0 1 0,0-1 1,0 0-1,1 0 0,-1 0 1,0 1-1,0-1 0,0 0 1,0 0-1,0 0 0,0 1 1,0-1-1,0 0 0,0 0 1,0 0-1,0 1 0,0-1 1,0 0-1,0 0 0,0 0 0,0 0 1,0 1-1,0-1 0,-1 0 1,1 0-1,0 0 0,0 1 1,0-1-1,0 0 0,0 0 1,0 0-1,-1 0 0,1 1 1,-8-1-1159,-10-5-10,1-5 1063,-1 0 1,1-2-1,1 0 1,0 0-1,1-2 1,0 1-1,1-2 1,-15-20-1,27 32 216,0 0 0,0 0 0,0-1-1,0 1 1,1-1 0,-1 1 0,1-1-1,-1-5 1,2 9-51,0-1 0,-1 0 0,1 0 0,0 1 0,0-1 0,0 0 0,0 0 0,0 1 0,0-1 0,1 0 0,-1 1 0,0-1 1,0 0-1,1 0 0,-1 1 0,0-1 0,0 0 0,1 1 0,-1-1 0,1 1 0,-1-1 0,1 0 0,-1 1 0,1-1 0,-1 1 0,1-1 0,-1 1 0,1 0 0,0-1 0,-1 1 0,1-1 0,0 1 0,-1 0 0,1 0 0,0-1 0,0 1 0,-1 0 0,1 0 0,0 0 0,-1 0 0,1 0 1,0 0-1,0 0 0,-1 0 0,1 0 0,0 0 0,0 0 0,0 1 0,33 3 34,45 13 0,-57-11 36,0-1 0,1-1 0,0-1-1,0-1 1,32-2 0,-43 0 9,2-1 101,24-5-1,-35 5-85,1 0 0,-1 0 0,0 0 0,0 0 0,0 0 0,1-1-1,-1 0 1,-1 0 0,1 0 0,0 0 0,0 0 0,3-4 0,-3 1 344,-3 5-413,1-1 0,-1 1 0,0-1 0,0 1 1,0 0-1,1-1 0,-1 1 0,0 0 0,0-1 0,1 1 1,-1 0-1,0-1 0,1 1 0,-1 0 0,0 0 0,1-1 0,-1 1 1,0 0-1,1 0 0,-1 0 0,1 0 0,-1-1 0,0 1 1,1 0-1,-1 0 0,1 0 0,-1 0 0,1 0 0,6 14-626,62 70 564,-61-76-73,-7-6-108,1 0 1,0 0-1,0-1 1,-1 1-1,1 0 1,-1 0-1,0 1 0,1-1 1,-1 0-1,0 0 1,0 0-1,0 4 1,-21-27-13571,8 8 8535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12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 6537,'-1'-13'12962,"2"13"-12855,-1 0-198,1 18-1258,1 1 0,5 19 0,-3-12-2937,0-11 208,0-4-3018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13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67 2393,'6'7'1666,"-1"1"1,1 0 0,-1 0 0,-1 0-1,6 13 1,2 4 256,15 24-427,2-1-1,51 64 1,151 149-1103,-230-260-409,9 10-4,-10-10 0,1-1 1,-1 1-1,1-1 1,-1 1 0,0-1-1,1 0 1,-1 1-1,0 0 1,1-1-1,-1 1 1,0-1-1,0 1 1,0-1-1,1 1 1,-1-1 0,0 1-1,0 0 1,0-1-1,0 2 1,-18-12-479,-23-22 648,1-2-1,2-1 0,2-2 1,-33-44-1,52 59-119,1-1 1,1 0-1,2-1 0,-15-32 1,22 41-62,0-1 0,1 0 0,1 0 1,1 0-1,0-1 0,1 1 0,0-1 0,2-21 1,0 32 4,1 1 0,0-1 0,0 1 0,0-1 0,0 1 0,1-1 0,0 1 0,0 0 1,1 0-1,0 0 0,0 0 0,4-5 0,-5 7 9,0 1 0,0 0 0,1-1 0,-1 1 0,1 0 0,-1 1 0,1-1 0,0 0 0,0 1 0,-1-1 0,1 1 0,0 0 0,1 0 0,-1 0 0,0 1 0,0-1 0,0 1 0,0-1 0,1 1 0,-1 0 0,0 0 0,6 1 0,-2 1 5,1-1 0,-1 1 0,1 0 0,-1 0 0,0 1 0,0 0 0,0 0 0,0 1 0,8 5 0,-13-7-2,1 0 0,-1 0 1,0 1-1,1-1 0,-1 0 0,0 1 1,-1-1-1,1 1 0,0 0 0,-1 0 1,1 0-1,-1 0 0,0 0 1,0 0-1,0 0 0,0 0 0,-1 0 1,1 0-1,-1 0 0,0 0 1,0 1-1,0-1 0,0 0 0,-2 6 1,0 0-26,0 0 0,-1 0 0,-1 0 0,1-1 0,-1 0-1,-1 1 1,0-1 0,0-1 0,-12 14 0,9-11-1009,-1-1 1,-15 12-1,14-14-1815,-1 1-1,-14 6 1,-11 5-2709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14.3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60 753 8,'3'1'378,"1"0"0,-1 0 0,0 0 1,1 0-1,-1-1 0,1 0 0,0 0 0,-1 0 0,1 0 0,-1 0 1,1-1-1,-1 1 0,5-2 0,9-1 1659,-2 2-730,0-1-1,-1 0 1,1-1 0,-1-1 0,25-10-1,-34 12-1048,0 0 0,-1 0 0,1-1 0,-1 1 0,0-1 0,0 0 0,0 0 0,0-1-1,-1 1 1,1-1 0,-1 0 0,0 0 0,0 0 0,0 0 0,0-1 0,-1 1-1,0-1 1,0 1 0,0-1 0,1-6 0,-1-2-56,0 0 0,-2-1 0,1 1 0,-2 0 0,1-1-1,-2 1 1,0 0 0,-1 0 0,0 0 0,-9-24 0,-7-6-233,-41-72 0,38 75 131,-15-22-45,-2 1 0,-67-78 1,103 134-40,3 4-14,0 0 0,-1 1 0,1-1 0,0 0 1,-1 1-1,1-1 0,-1 0 0,1 1 0,-1-1 0,1 1 0,-1-1 0,1 1 0,-1-1 0,0 1 0,1-1 0,-1 1 0,-1-1 0,4 15-831,-2-7 746,1 1 78,2 18 40,2 0 1,0-1-1,11 33 0,-4-24 36,1-1 0,2-1 0,1 0 1,30 44-1,-28-52-13,1-2 0,1 0 0,0-1 1,25 18-1,-29-26-33,0-1 1,1-1 0,1-1 0,0-1-1,0 0 1,32 10 0,-38-15-40,0-1 1,1 0 0,0 0-1,-1-1 1,18 0 0,-27-2-2,0 0 0,0 0 0,1-1-1,-1 1 1,0-1 0,0 0 0,0 1 0,0-1 0,0-1 0,-1 1 0,1 0 0,0-1 0,0 1 0,-1-1 0,1 0 0,-1 0 0,0 0 0,1 0 0,-1 0 0,0-1 0,0 1-1,0-1 1,-1 1 0,1-1 0,-1 0 0,1 1 0,0-5 0,2-4 14,-2 0 0,1 0-1,-1 0 1,-1 0 0,0 0-1,-1-15 1,0 26 4,0 0 0,0 0 1,0-1-1,0 1 0,0 0 1,0 0-1,0 0 0,0 0 1,0 0-1,0 0 0,0 0 1,0 0-1,0 0 0,0-1 1,0 1-1,0 0 0,0 0 0,0 0 1,0 0-1,0 0 0,0 0 1,0 0-1,0 0 0,0-1 1,0 1-1,0 0 0,0 0 1,0 0-1,0 0 0,0 0 1,0 0-1,0 0 0,0 0 1,0 0-1,0 0 0,1 0 0,-1 0 1,0 0-1,0-1 0,0 1 1,0 0-1,0 0 0,0 0 1,0 0-1,0 0 0,0 0 1,1 0-1,-1 0 0,0 0 1,0 0-1,0 0 0,0 0 0,0 0 1,0 0-1,0 0 0,6 6-63,8 16-144,-12-18 268,48 72-9,-39-61-418,1-1 0,1 0 0,0 0 0,16 11 0,-28-24 321,6 4-3182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14.5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31 11610,'3'-22'7989,"-3"22"-7958,0-1 0,0 1 1,0-1-1,1 1 0,-1-1 0,0 1 0,0-1 0,1 1 0,-1 0 0,0-1 0,1 1 0,-1-1 1,1 1-1,-1 0 0,0 0 0,1-1 0,-1 1 0,1 0 0,-1-1 0,1 1 0,-1 0 1,1 0-1,-1 0 0,1 0 0,-1-1 0,1 1 0,-1 0 0,1 0 0,-1 0 0,1 0 1,-1 0-1,1 0 0,-1 0 0,1 1 0,-1-1 0,1 0 0,-1 0 0,1 0 0,-1 0 1,1 1-1,0-1 0,1 3-173,1-1 1,-1 1-1,1 0 1,-1 0-1,0 0 0,0 0 1,0 0-1,-1 1 1,3 5-1,0-1-215,5 12-3606,9 31 0,-8-21-1744,-1-9 215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14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59 5505,'1'-2'861,"-1"1"0,0 0 0,0-1 1,1 1-1,-1-1 0,0 1 0,0-1 0,0 1 0,-1-4 0,-6-12 3514,6 16-4270,0-1-1,-1 0 1,1 1 0,0-1-1,-1 1 1,1-1-1,-1 1 1,1 0 0,-1-1-1,0 1 1,1 0 0,-1 0-1,0 0 1,0 1-1,0-1 1,0 0 0,1 1-1,-1-1 1,0 1-1,0-1 1,-1 1 0,1 0-1,0 0 1,0 0 0,-2 0-1,3 1-104,-1-1 0,1 1 0,0 0 0,0-1 0,0 1 0,0 0 0,0 0 0,0 0 0,0 0 0,0 0 0,0 0 0,0 0 0,0 0 0,1 0 0,-1 0 0,0 0 0,1 0 0,-1 0 0,1 1 0,-1-1 0,1 0 0,0 1 0,0-1 0,-1 2 0,0 4 62,0 1 1,1 14-1,0-17-18,0 3 32,1 0 1,0 0 0,1 0-1,0-1 1,0 1-1,0-1 1,1 1 0,0-1-1,1 0 1,0 0-1,0 0 1,0 0 0,1-1-1,0 0 1,8 8-1,-5-6-5,0 0-1,1-1 0,0 0 0,0 0 0,0-1 1,1-1-1,0 1 0,0-1 0,1-1 0,13 4 1,-18-7-94,-1 0 1,1 0 0,-1 0 0,1-1 0,-1 0-1,1 0 1,0-1 0,-1 0 0,1 0-1,-1 0 1,1 0 0,-1-1 0,0 0 0,1 0-1,5-4 1,-8 5-308,0-1 0,0 0-1,-1 0 1,1-1 0,0 1 0,-1-1 0,1 1 0,-1-1-1,0 0 1,3-6 0,-3 7-324,-1-1 1,0 0 0,0 0-1,0 0 1,0 0-1,-1 0 1,1 0-1,-1-1 1,0 1-1,0 0 1,0 0-1,0 0 1,-1-5 0,-4-10-3742,-1 0-1506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15.3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 0 4817,'-14'3'8263,"3"5"-3495,9-5-4470,-1-1 0,1 1 0,1 0-1,-1 0 1,0 0 0,1 0 0,-2 4-1,0 2-403,0 0 0,1 0 0,0 1-1,0 16 1,2-18 176,0 1 1,1-1-1,0 0 1,0 1-1,1-1 1,0 0-1,1 0 1,-1 0-1,2-1 1,-1 1-1,1-1 1,0 1-1,1-1 1,-1-1-1,1 1 1,1-1-1,-1 1 1,1-1-1,0-1 1,1 1-1,-1-1 1,1-1-1,0 1 1,1-1-1,-1 0 1,1 0-1,-1-1 1,1 0-1,10 2 1,-16-5-51,0 1 1,0-1-1,0 1 1,0-1-1,0 0 1,0 0-1,1 0 1,-1 0-1,0 0 1,0-1-1,0 1 1,0-1-1,0 1 1,0-1-1,0 0 1,0 0-1,0 1 1,0-1-1,0-1 0,0 1 1,-1 0-1,1 0 1,0-1-1,-1 1 1,1-1-1,-1 1 1,0-1-1,1 0 1,-1 0-1,0 1 1,0-1-1,0 0 1,0 0-1,0 0 1,0-3-1,1-1-40,-1 0-1,0 1 0,0-1 1,-1 0-1,0 0 1,0 0-1,0 0 1,-1 0-1,0 0 1,0 0-1,-4-10 1,0 1 42,-1 0 1,0 1 0,-2 0-1,1 0 1,-2 0 0,0 1-1,-13-15 1,18 24 121,4 6-346,6 8-375,-1 2 620,1 1-1,0-2 1,1 1-1,0-1 1,1 0-1,0 0 1,17 16-1,-10-13-436,1 0 1,0-1-1,1-1 0,24 13 0,-32-19-950,6 3-1749,-5-6-3145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15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 9434,'2'-9'5762,"-1"-1"-2196,-1 10-3516,0 0 0,1 0 1,-1-1-1,0 1 0,0 0 0,0 0 1,1 0-1,-1 0 0,0 0 1,0 0-1,0 0 0,1 0 1,-1-1-1,0 1 0,0 0 1,0 0-1,1 0 0,-1 0 1,0 0-1,0 0 0,1 0 1,-1 0-1,0 0 0,0 0 1,0 0-1,1 1 0,-1-1 1,0 0-1,0 0 0,1 0 1,-1 0-1,0 0 0,0 0 1,0 0-1,0 0 0,1 1 0,-1-1 1,0 0-1,0 0 0,0 0 1,1 1-1,13 10-160,1 2-1,-2-1 1,23 27 0,29 49 83,-6 4-52,82 173 1,-124-224-43,-15-37 62,-1 0 0,0 0 1,0 0-1,0 1 1,-1-1-1,0 0 1,1 1-1,-2 4 1,1-8 30,0-1 0,0 1 0,0-1 0,0 1 0,0-1 0,0 0 0,-1 1 0,1-1 0,0 1 0,0-1 0,0 0 0,-1 1 0,1-1 0,0 0 0,0 1 0,-1-1 0,1 0 0,0 1 0,-1-1 0,1 0 0,0 0 0,-1 1 0,1-1 0,-1 0 0,1 0 0,0 0 0,-1 0 0,1 1 0,-1-1 0,-1 0 7,1 0-1,0 0 1,-1 0-1,1 0 1,-1 0 0,1-1-1,0 1 1,-1 0-1,-1-2 1,-1 1 53,0-1 0,0 0 0,0 0 1,1 0-1,-1-1 0,-3-3 0,5 4-12,-1-1-1,0 1 0,1-1 0,0 0 0,0 0 1,0 0-1,0 0 0,0-1 0,0 1 1,1 0-1,0-1 0,-1 1 0,1-1 0,1 1 1,-1-1-1,0 0 0,1 1 0,0-1 0,0 0 1,0 1-1,1-8 0,1 7-44,0-1 1,0 1-1,1 0 0,-1 1 0,1-1 1,0 0-1,0 1 0,0-1 1,1 1-1,-1 0 0,1 0 0,4-2 1,-4 2-14,1 1-1,-1-1 1,1 1 0,0 0 0,0 1 0,-1-1-1,1 1 1,0 0 0,0 0 0,1 0 0,-1 1-1,0 0 1,0 0 0,0 0 0,0 1 0,10 1 0,-8 0 27,-1 0 0,1 0-1,0 1 1,-1 0 0,0 0 0,0 0 0,0 1 0,0 0 0,0 0 0,-1 0 0,9 9 0,-4-2 76,-1 1 1,14 25-1,-18-28 26,0-2-17,-1-1 1,1 0-1,0-1 1,0 1 0,1-1-1,-1 0 1,10 5-1,-10-5-383,6 3-1240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16.1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35 12067,'-7'-10'4130,"6"8"-3685,0 1 0,0-1 0,0 0 0,0 1 0,0-1 0,1 0 0,-1 0 0,0 1 0,1-1 0,0 0 0,-1-3 0,5 11 532,-3-6-1077,-1 1 1,1 0-1,0 0 0,0 0 1,-1 1-1,1-1 0,0 0 0,-1 0 1,1 0-1,-1 0 0,0 1 1,1 1-1,10 78-4716,-7-55 857,0 6-3148,-1-16 1779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16.6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16 824,'12'0'3207,"0"-2"0,0 1 0,16-6 0,-2 2 3049,-25 5-6215,0 0 0,1 0 0,-1 0 0,1 0 0,-1 1 0,0-1-1,0 1 1,1-1 0,-1 1 0,0-1 0,0 1 0,1 0 0,-1-1 0,0 1 0,0 0-1,0 0 1,0 0 0,0 0 0,0 0 0,0 0 0,1 2 0,18 28-412,-17-26 464,4 7-105,0 0 1,-1 1-1,0 0 0,-1 0 1,6 23-1,-10-31 2,0 0-1,0 1 0,0-1 0,-1 0 0,0 1 1,-1 9-1,1-13 17,-1 0 1,1 0 0,-1 0-1,0-1 1,1 1-1,-1 0 1,0 0 0,0-1-1,0 1 1,0 0-1,-1-1 1,1 1 0,0-1-1,-1 1 1,1-1-1,-1 0 1,1 0-1,-1 0 1,0 0 0,1 0-1,-1 0 1,-2 1-1,-5 1 147,-1 0 0,0-1 0,1 0 0,-1 0 0,0-1 0,0 0 0,0-1-1,1 0 1,-1-1 0,-17-3 0,24 4-98,0-1 1,0 1-1,0-1 0,0 0 1,0 0-1,1 0 1,-1 0-1,0 0 0,1-1 1,-1 1-1,1-1 0,-1 1 1,1-1-1,0 0 0,0 0 1,0 0-1,0-1 0,0 1 1,0 0-1,0-1 1,1 1-1,-1-1 0,1 0 1,0 1-1,-2-6 0,1 1-53,1 0 0,0 1 0,1-1-1,-1 0 1,1 0 0,0 1 0,1-1 0,-1 0-1,2 0 1,1-6 0,-1 3-160,1 0 1,0 1-1,1-1 0,0 1 0,6-10 1,-8 16-29,0 0 0,0 1-1,0-1 1,0 0 0,0 1 0,0-1 0,1 1 0,-1 0 0,1 0-1,0 0 1,0 0 0,0 0 0,0 1 0,0-1 0,0 1 0,0 0-1,0 0 1,0 0 0,4 0 0,-4 1-577,0 0 0,0 0 1,-1 1-1,1 0 0,0 0 0,-1-1 0,1 1 0,-1 1 1,1-1-1,-1 0 0,1 1 0,-1-1 0,0 1 0,0 0 1,0-1-1,0 1 0,0 0 0,0 0 0,0 1 0,-1-1 1,3 3-1,2 6-1455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17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53 4857,'0'-6'3661,"1"-7"4761,2 12-6018,3 7-1900,46 59-706,-1-3 272,-43-51-76,1-1 1,0 1-1,0-1 0,1-1 1,0 0-1,20 14 0,-30-23-1,1 0-1,-1 0 0,1 1 1,-1-1-1,1 0 0,-1 0 1,1 0-1,0 1 1,-1-1-1,1 0 0,-1 0 1,1 0-1,-1 0 0,1 0 1,0 0-1,-1 0 1,1-1-1,-1 1 0,1 0 1,-1 0-1,1 0 1,-1 0-1,1-1 0,-1 1 1,1 0-1,-1-1 0,1 1 1,-1 0-1,1-1 1,-1 1-1,1-1 0,-1 1 1,0 0-1,1-1 0,-1 1 1,0-1-1,1 1 1,-1-1-1,0 1 0,1-2 1,9-25-469,-8 18 357,1-4 53,0-1-1,-1 1 0,1-17 1,-1 11 115,4-21 0,-5 35-9,1 0 0,-1-1 0,1 1 0,0 0 0,1 0 0,-1 0 0,1 0 0,4-5 0,-5 8-32,-1 0 0,1 0 0,0 0 0,0 0 0,0 1 0,1-1 0,-1 0 0,0 1 0,1 0 0,-1 0 0,1-1 0,-1 2 0,1-1 0,3-1 0,-1 1-31,-1 1 1,1-1-1,0 1 0,0 0 0,-1 1 1,1-1-1,7 2 0,3 2-52,-1 1 0,0 0-1,-1 1 1,17 9 0,-10-4 2,1 1 1,28 24-1,-40-28-753,0 0-1,12 15 0,-16-17-833,-1 0 0,0 0-1,0 1 1,6 13 0,-5-2-5856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20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33 8,'-3'-5'5356,"2"1"-3148,-1 0 0,0 1 0,0 0 0,0-1-1,-1 1 1,-2-3 1088,22 37-2039,51 80-1076,23 45-120,-57-80 10,-31-71-66,-1 0 0,0 0 1,0 0-1,-1 1 0,0-1 0,0 1 0,1 8 1311,-5-27 622,2 7-1949,1 1 1,-1-1-1,2 1 0,-1-1 1,1 1-1,-1-1 0,2 1 1,-1-1-1,0 1 0,1 0 1,0 0-1,3-6 0,-3 8-37,-1 0 1,1 1-1,0-1 0,0 1 0,0-1 0,0 1 0,1 0 0,-1 0 0,1 0 0,-1 0 1,1 0-1,0 0 0,-1 1 0,1-1 0,0 1 0,0 0 0,0 0 0,0 0 0,0 0 0,1 0 1,-1 1-1,4-1 0,2 1-21,0 1 1,1 0-1,-1 0 0,0 1 1,0 0-1,0 0 0,0 1 1,12 5-1,-14-4 22,0-1 0,1 1 0,-1 1-1,-1-1 1,1 1 0,-1 0 0,0 1 0,0-1-1,9 12 1,-14-15 32,1-1-1,-1 1 1,0 0-1,0 0 1,0 0 0,0 0-1,-1 0 1,1 0-1,0 0 1,-1 0-1,1 0 1,-1 0 0,0 1-1,0-1 1,0 0-1,0 0 1,0 0-1,-1 4 1,0-2 9,0-1 1,-1 0-1,1-1 0,-1 1 1,0 0-1,1 0 0,-1-1 1,0 1-1,0-1 0,-1 1 1,-2 2-1,-4 2 24,0-1 0,0 0 0,-1 0-1,0-1 1,0 0 0,-12 4 0,1-2-87,1-1-1,-1-1 0,0 0 1,-1-2-1,1 0 0,0-1 1,-1-2-1,-35-2 0,57 2-108,-1 0-1,1 0 0,0 0 1,-1-1-1,1 1 0,-1 0 1,1 0-1,-1 0 0,1-1 1,0 1-1,-1 0 0,1 0 1,0-1-1,-1 1 0,1 0 1,0-1-1,-1 1 0,1 0 1,0-1-1,0 1 0,-1 0 1,1-1-1,0 1 0,0-1 1,0 1-1,-1-1 0,1 1 1,0 0-1,0-1 0,0 1 1,0-1-1,0 1 0,0-1 1,0 1-1,0-1 0,0 1 1,0 0-1,0-1 0,0 1 1,1-1-1,6-19-8857,-6 18 7863,2-7-4859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20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 92 6273,'-11'-1'2945,"-6"1"336,16 0-3193,1 0 0,-1 1 1,1-1-1,-1 0 0,1 0 1,0 1-1,-1-1 0,1 0 0,-1 1 1,1-1-1,0 0 0,-1 1 1,1-1-1,0 1 0,-1-1 1,1 1-1,0-1 0,0 1 1,-1-1-1,1 1 0,0-1 1,0 1-1,0-1 0,0 1 1,0-1-1,0 1 0,0-1 1,0 1-1,0-1 0,0 2 1,0 0 143,0 1 0,0 0 0,1 0 0,-1-1 0,1 1 0,0 0 0,0-1 0,0 1 0,0-1 0,0 1 0,0-1 0,1 0 0,2 4 0,-1-2-36,1 0-1,0-1 1,0 1 0,0-1-1,0 0 1,8 5 0,-1-3-73,0 1-1,0-2 1,0 0 0,1 0-1,17 3 1,-22-6-60,-1 0-1,1-1 1,-1 1-1,1-1 1,-1-1 0,1 1-1,-1-1 1,1 0 0,-1-1-1,1 0 1,-1 0-1,7-3 1,-9 3-4,-1 0 0,1 0 0,0 0 0,-1-1 0,1 1 0,-1-1 0,0 0 0,0 0 0,0 0 0,0-1 0,-1 1 0,1-1 0,-1 1 0,0-1 0,0 0 0,0 0 0,-1 0 0,1 0 0,1-6 0,-2 1 58,1-1 1,-1 1-1,0 0 0,-1-18 1,-1 23-111,1 0 0,-1 0-1,1 0 1,-1 1 0,0-1 0,0 0 0,-1 0 0,1 1-1,-1-1 1,0 1 0,0-1 0,0 1 0,-1 0-1,-2-4 1,5 7-84,-1 22-541,0-12 276,1-1-1,2 18 0,2-6 335,1 0-1,1-1 1,1 1-1,1-1 1,16 30-1,64 91-122,-38-64 33,-40-61-28,-1-4-44,-1 1 1,-1 0-1,0 1 0,-1-1 1,7 23-1,-13-35 162,1 0 1,-1 0-1,0 0 0,0 0 1,0 0-1,0-1 0,0 1 1,0 0-1,0 0 1,0 0-1,0 0 0,0 0 1,-1 0-1,1-1 0,0 1 1,-1 0-1,1 0 0,0 0 1,-1-1-1,1 1 0,-1 0 1,1 0-1,-1-1 1,1 1-1,-1-1 0,0 1 1,1 0-1,-1-1 0,0 1 1,0-1-1,1 1 0,-1-1 1,0 0-1,0 1 0,0-1 1,1 0-1,-1 1 1,0-1-1,0 0 0,0 0 1,0 0-1,0 0 0,-1 0 1,-5 0 42,0 0 1,0 0-1,0-1 1,-9-1-1,10 1-43,-118-25-134,44 0-4731,59 16-77,0-2-5021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21.3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7 10242,'-8'-6'6189,"10"7"-4683,0 1-1432,0 0 0,-1 0 0,1 0 0,-1 0 0,1 0 0,-1 1 0,0-1 0,0 0 0,0 1 0,1 3 0,3 5 119,29 53 545,65 89-1,-35-57-342,-16-28-228,-30-45-583,-1 0-1,-1 2 1,14 31 0,-19-26-1799,-11-28 1603,1 0-1,-1-1 1,0 1 0,1-1 0,-1 1-1,0 0 1,0-1 0,0 1 0,-1 2-1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21.5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437 1 5513,'-13'3'4600,"-9"-2"-1863,-4 1-844,1 2-415,-10 1 287,-40 11 0,7 1-600,46-13-978,1 2 1,-1 0 0,1 1 0,-27 13 0,9 5-1939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21.9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266 285 5289,'-4'7'1621,"-1"0"0,0 0 0,0-1 0,-1 0 0,0 0-1,-9 7 1,13-11-1366,-1 0 0,0-1 0,0 1 0,0-1-1,-1 1 1,1-1 0,0 0 0,0 0 0,-1-1-1,1 1 1,0-1 0,-1 1 0,1-1 0,-1 0-1,1 0 1,-1-1 0,1 1 0,-4-2 0,3 2-146,-30-10 540,32 9-606,-1 0 0,1 0 1,-1 0-1,1-1 0,-1 1 0,1-1 0,0 0 1,0 0-1,0 1 0,-3-5 0,-9-12 112,1-1 0,1 0 0,1-1 0,-12-29 0,20 41-138,0 0 0,1 0 0,0 0-1,0 0 1,0 0 0,1-1 0,1 1 0,-1 0 0,1-1-1,1 1 1,0 0 0,0-1 0,0 1 0,1 0 0,4-11-1,-5 16-90,1 0-1,-1 0 1,1 0-1,0 0 1,0 0-1,0 0 0,0 0 1,0 1-1,1-1 1,-1 1-1,1 0 0,-1 0 1,1 0-1,0 0 1,0 0-1,0 0 1,0 1-1,0 0 0,1-1 1,-1 1-1,0 0 1,1 1-1,-1-1 1,0 0-1,1 1 0,-1 0 1,1 0-1,-1 0 1,6 1-1,1 0-1129,-1 1 1,1 0-1,16 5 0,24 13-7838,-30-10 1390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22.3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257 45 6489,'-5'-4'1558,"1"0"0,-1 1-1,0-1 1,0 1 0,0 0-1,-11-5 1,8 5-841,0 0-1,0 1 1,-1 0 0,-12-2 0,11 3-538,-1 1 0,0 0 0,0 0 0,0 1 0,1 0 0,-1 1 1,0 1-1,-11 3 0,19-5-161,0 0 0,0 0 0,1 1 0,-1-1 0,0 1 0,1 0-1,-1-1 1,1 1 0,-1 0 0,1 1 0,0-1 0,0 0 0,0 1 0,0-1 0,1 1 0,-1-1 0,1 1 0,-1 0 0,1 0 0,0-1 0,0 1 0,0 0 0,0 0 0,0 4-1,1-3 26,0 0 1,0 0-1,0 0 0,0 0 0,1 1 0,0-1 0,-1 0 0,1 0 0,1-1 0,-1 1 0,1 0 0,-1 0 0,1-1 0,0 1 0,0-1 0,1 1 0,4 5 0,-1-3 14,0-1-1,1 1 1,0-1 0,-1-1 0,2 1-1,-1-1 1,0 0 0,1-1 0,0 0-1,0 0 1,0 0 0,13 2 0,-13-4-32,-1 0 1,1 0-1,-1-1 1,0 0-1,1 0 1,-1-1-1,1 0 1,-1 0-1,0-1 1,1 0-1,-1 0 1,0-1-1,0 1 0,11-8 1,-16 9-19,1-1 1,-1 0-1,1 1 0,-1-1 1,0-1-1,0 1 0,0 0 0,0 0 1,0-1-1,0 1 0,-1-1 1,1 0-1,-1 1 0,1-1 1,-1 0-1,0 0 0,0 0 0,-1 0 1,1 0-1,-1 0 0,1 0 1,-1 0-1,0 0 0,0 0 1,0 0-1,0 0 0,-1 0 1,0 0-1,0-4 0,-4-6 16,1 0 0,-2 0 0,0 0 0,-15-23 0,18 31-5,10 18-499,0 0 471,0-1 0,13 19 0,-4-13-285,1-1-1,1-1 0,28 22 0,-39-34-633,-1 0 0,1 0-1,0 0 1,9 3 0,-12-6-219,-1 0 0,1 0 0,-1 0 0,1 0 0,0-1 0,-1 0 1,1 0-1,0 0 0,-1 0 0,1 0 0,4-1 0,2-2-4013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22.6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8210,'0'3'9144,"3"12"-6981,15 11-319,-15-21-1704,0 1 0,1-1 0,0 0 0,0 0 0,0 0 0,9 7 0,35 27 351,5 4-4907,-52-42 3851,-1-1 494,0 0 0,0 0 1,0 0-1,0 0 0,1 0 1,-1 0-1,0 0 1,0 0-1,0 0 0,0 0 1,0 0-1,0 0 0,0 0 1,0 0-1,1 0 0,-1 0 1,0 0-1,0 0 0,0 0 1,0 0-1,0 0 0,0-1 1,1 0-1343,-1 1 1342,0 0 0,0 0 1,0-1-1,0 1 1,0 0-1,0 0 0,0 0 1,0 0-1,0 0 0,-1-9-7280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22.8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46 6705,'-3'-22'7808,"0"-2"-2497,6 65-10541,1-9-2137,-2-15 148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23.2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40 8914,'0'2'924,"0"-1"0,0 1 1,0-1-1,1 1 0,-1 0 0,0-1 1,1 1-1,0-1 0,0 2 0,10 12 2625,20 11-4111,-15-15 1422,-9-5-800,1 0 0,-1-1-1,1 0 1,1 0-1,-1-1 1,17 7 0,-21-10-56,-1 0 0,0 0 1,1-1-1,-1 1 0,1-1 1,-1 1-1,1-1 0,-1 0 0,1-1 1,-1 1-1,1 0 0,-1-1 1,0 0-1,1 0 0,-1 0 1,0 0-1,1-1 0,-1 1 1,0-1-1,0 0 0,4-2 0,-2-2-39,1 1 0,-1-1-1,0 0 1,-1 0-1,1 0 1,-1-1 0,0 1-1,-1-1 1,0 0-1,0 0 1,0 0 0,-1-1-1,0 1 1,0-1-1,-1 1 1,0-1-1,0-13 1,-1 21 42,0 0 0,0 0 0,0 0 0,0 0 0,0-1 0,0 1 0,0 0 0,0 0 0,0 0 0,0 0 0,0 0 0,0 0 0,0-1 0,0 1 0,0 0 0,0 0 0,0 0 0,0 0 0,0 0 0,0 0 0,0-1 0,0 1 0,0 0 0,0 0 0,1 0 0,-1 0 0,0 0 0,0 0 0,0 0 0,0 0 0,0 0 0,0-1 0,0 1 0,0 0 0,1 0 0,-1 0 0,0 0 0,0 0 0,0 0 0,0 0 0,6 4 17,9 14-236,-9-11 265,39 37 156,-10-11-1387,-13-10-2874,-20-20 2736,-1-1-1,1 0 1,-1 1 0,1-1 0,-1 1-1,2 4 1,2 3-6471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23.8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52 2200,'0'-2'931,"0"0"0,1 0 0,-1 0 0,0 0-1,0 0 1,-1 0 0,1 0 0,0 0-1,-2-4 1,0-9 3474,3 5-1820,3 8-832,9 11-1189,-13-8-652,15 13-20,-1 0-1,24 33 0,18 38 52,-32-47 39,-22-35 10,-1-1 1,1 1 0,0 0 0,-1-1-1,0 1 1,0 0 0,0 0 0,0 0-1,0 0 1,0 0 0,-1 5-1,0-7 13,0 1-1,0-1 0,-1 0 0,1 1 0,-1-1 0,1 0 0,-1 0 0,1 1 0,-1-1 0,0 0 0,0 0 0,1 0 0,-1 0 0,0 0 0,0 0 0,0 0 1,0 0-1,0 0 0,-1-1 0,1 1 0,0 0 0,0-1 0,0 1 0,-1-1 0,1 1 0,0-1 0,-1 0 0,0 1 0,-7 1 97,0 0 0,0-1 0,-1 0 0,1 0-1,0-1 1,0 0 0,0-1 0,-15-3 0,-3-1 269,-40-15-1,58 17-212,1-1 0,-1 0 0,1 0 0,0 0 0,0-1-1,0-1 1,-11-9 0,17 13-126,0 0 0,0 1 0,0-1 0,1 0 0,-1 0 0,1 0 0,-1-1 0,1 1-1,0 0 1,0 0 0,0-1 0,0 1 0,0 0 0,0-1 0,1 1 0,-1-1 0,1 1 0,0-1 0,0 0 0,0 1 0,0-1 0,0 1-1,0-1 1,1 1 0,-1-1 0,1 1 0,0-1 0,0 1 0,0 0 0,0-1 0,2-3 0,1 0-121,0 1 1,1-1 0,-1 1-1,1-1 1,1 1 0,-1 1-1,0-1 1,1 1 0,0 0-1,0 0 1,1 1 0,-1-1-1,1 2 1,-1-1 0,1 1-1,9-3 1,-6 3-835,0 0-1,1 1 1,-1 0 0,15 1-1,-14 1-2008,1 0-1,-1 1 1,19 5-1,-11-1-3431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24.2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134 199 1528,'-20'-56'7219,"12"35"-5406,-2 1 0,0 1 0,-1 0 0,-16-21 0,11 24-459,15 15-1297,0 0 0,0 1 0,0-1 0,0 0 0,0 1 0,0-1 0,0 1 0,0-1-1,0 1 1,0 0 0,0-1 0,0 1 0,0 0 0,0 0 0,0-1 0,-1 1 0,0 0 0,0 2-68,1 0 0,0 0 0,0 1 0,0-1 0,0 0 0,1 0 0,-1 0 0,1 1 0,-1-1 0,1 0 0,-1 3 0,1-5 11,-1 16 99,1-1-1,0 0 1,1 0-1,0 0 1,6 27-1,26 74 280,-27-99-348,24 71 3,3-2 0,78 143 0,-70-161-2802,82 107-1,-118-169 1743,0 0 1,0 0-1,1 0 1,0 0-1,0-1 1,0 0-1,8 4 1,-14-9 990,0 0-144,1 1 1,-1-1-1,1 0 1,-1 0-1,1 0 1,-1 1-1,0-1 1,1 0-1,-1 0 1,1 0-1,-1 0 1,1 0-1,-1 0 1,1 0-1,-1 0 1,1 0-1,-1 0 1,1 0-1,-1 0 1,1 0-1,-1 0 1,0 0-1,1-1 1,-1 1-1,1 0 1,0 0-1,3-5-2335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24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71 5353,'-2'-5'1668,"0"0"-1,0 0 1,0 0 0,-4-5-1,3 5-966,0 1 0,0 0 0,0 0 0,0 1 0,-1-1-1,0 0 1,1 1 0,-6-3 0,5 5-664,1 0 1,-1 0-1,1 1 0,-1 0 1,1-1-1,-1 1 0,1 1 1,-1-1-1,1 0 0,-5 2 1,4-1-30,-17 3-1046,0 2 0,1 0 1,0 1-1,-28 15 0,4-2-2782,16-9-6629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24.9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7442,'-3'0'9141,"3"0"-9071,0 0-1,0 0 1,0 0-1,0 0 0,0 0 1,0 1-1,-1-1 1,1 0-1,0 0 1,0 0-1,0 0 1,0 0-1,0 0 0,0 0 1,-1 0-1,1 0 1,0 0-1,0 0 1,0 0-1,0 0 0,0 0 1,0 1-1,0-1 1,0 0-1,0 0 1,0 0-1,-1 0 0,1 0 1,0 0-1,0 0 1,0 1-1,0-1 1,0 0-1,0 0 1,0 0-1,0 0 0,0 0 1,0 0-1,0 1 1,0-1-1,0 0 1,0 0-1,0 0 0,0 0 1,0 0-1,0 0 1,0 1-1,0-1 1,1 0-1,-1 0 1,0 0-1,0 0 0,0 0 1,0 0-1,0 0 1,0 0-1,0 1 1,0-1-1,0 0 0,0 0 1,1 0-1,-1 0 1,28 28-549,56 42 0,-52-44-6122,-23-18 748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25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40 10770,'-4'-15'5060,"-1"-9"2332,11 37-8508,-2 20-1390,2 11-6578,-5-23-304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25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58 4729,'0'4'16687,"2"2"-14613,0-5-2065,1-1 0,-1 1-1,1 0 1,-1 1-1,1-1 1,-1 0-1,0 1 1,0-1 0,0 1-1,2 2 1,5 2 14,87 50-45,-82-49-256,1 0-1,-1-1 0,2-1 0,29 6 1,-41-10 26,0-1 0,0 0 0,1 0 0,-1 0 0,0 0 0,0 0 0,0-1 0,0 0 0,0 0 0,0 0 0,0 0 0,6-4 0,-8 4 161,0 0-1,-1 0 1,1 0-1,0-1 0,-1 1 1,1-1-1,0 1 1,-1-1-1,0 0 0,1 1 1,-1-1-1,0 0 0,0 0 1,0 0-1,0 0 1,-1 0-1,1 0 0,0 0 1,-1 0-1,1 0 1,-1 0-1,0 0 0,0-1 1,0 1-1,0-3 1,-1-2 129,0-1 0,0 1 0,-1 0 1,0 0-1,-1 0 0,1 0 0,-1 1 1,-1-1-1,-4-7 0,0-1 887,6 7 1626,12 19-2878,16 23 0,-20-24 389,1-2-1,-1 1 0,1-1 1,1 0-1,16 14 0,-18-18-93,0 0 0,0 0 0,1-1-1,-1 0 1,1 0 0,0-1 0,-1 0-1,1 0 1,0-1 0,0 1 0,0-2-1,1 1 1,-1-1 0,0 0 0,0 0-1,0-1 1,0 0 0,0 0 0,0-1 0,0 0-1,0 0 1,6-3 0,-11 4 13,0 0 0,0-1 0,0 1 0,-1 0 0,1-1 0,0 1 0,-1-1 1,1 0-1,-1 0 0,0 1 0,1-1 0,-1 0 0,0 0 0,0 0 0,0 0 0,0 0 0,-1 0 0,1-1 0,-1 1 1,1 0-1,-1 0 0,0-1 0,1 1 0,-1 0 0,-1 0 0,1-1 0,0 1 0,0 0 0,-2-3 0,0-5-128,0 0 0,-1 1 0,-1 0-1,0-1 1,-7-10 0,3 8 22,8 11 156,-1 1-1,1 0 0,0-1 0,-1 1 0,1 0 0,0-1 0,0 1 0,-1 0 0,1-1 0,0 1 0,0 0 0,0-1 0,0 1 0,-1 0 0,1-1 0,0 1 0,0-1 0,0 1 0,0-1 0,0 0 0,1 1 3,0 0 1,0-1-1,0 1 0,0 0 0,0 0 1,0 0-1,0 0 0,0 0 1,0 0-1,0 0 0,0 0 0,0 0 1,1 1-1,35 4-8,-1 2 0,46 15-1,7 2 145,-79-22-441,44 12 778,-48-12-1286,-1 0-1,1 0 1,-1 1-1,1 0 1,-1 0-1,9 7 1,-11-7-2034,-3-2 2345,0-1 0,1 1-1,-1-1 1,0 1 0,0 0 0,1-1 0,-1 1 0,0 0 0,0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26.3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97 275 3617,'8'7'1381,"0"1"-1,0 0 1,-1 0 0,12 18 0,22 43 1191,-22-35-1893,98 188 491,-117-222-1166,0 0-1,0 0 1,0 0 0,0 0-1,0 0 1,0 0 0,0 0-1,0 0 1,0 0 0,0 0 0,0 0-1,0 0 1,0 1 0,0-1-1,0 0 1,0 0 0,1 0 0,-1 0-1,0 0 1,0 0 0,0 0-1,0 0 1,0 0 0,0 1-1,0-1 1,0 0 0,0 0 0,0 0-1,0 0 1,-1 0 0,1 0-1,0 0 1,0 0 0,0 0 0,0 0-1,0 1 1,0-1 0,0 0-1,0 0 1,0 0 0,0 0-1,0 0 1,0 0 0,0 0 0,0 0-1,0 0 1,0 0 0,-1 0-1,1 0 1,0 0 0,0 0 0,0 0-1,0 0 1,0 0 0,0 0-1,0 0 1,0 0 0,-8-3 371,-6-7 107,-118-110 169,108 95-621,2 0 1,-22-31-1,34 41-46,0 0 0,2-1 0,0 0 0,0 0 0,-8-30 0,11 27-69,0 0 0,2 0 0,0 0 1,2 0-1,0 0 0,3-33 0,-1 45 56,0 0 0,0 0 0,1-1 0,1 1 1,-1 1-1,1-1 0,0 0 0,0 1 0,5-7 0,-5 9 13,1 0 0,-1 0 0,1 0 0,0 0 0,0 1 0,0-1 0,1 1 1,-1 0-1,1 0 0,-1 1 0,1 0 0,0 0 0,9-3 0,-2 2 31,-1 1 1,1 0-1,0 1 1,0 0-1,0 1 1,0 0-1,19 4 0,-6 0 87,-1 1 0,40 15 0,-55-17-89,1 1-1,-1 0 1,0 1-1,0 0 1,0 0-1,14 12 1,-21-15-21,0 0 0,1 1-1,-1-1 1,0 0 0,-1 1 0,1-1 0,0 1-1,-1-1 1,1 1 0,-1 0 0,0 0 0,0 0 0,0 0-1,0-1 1,0 1 0,-1 0 0,1 1 0,-1-1-1,0 0 1,0 0 0,0 0 0,0 0 0,-1 0 0,1 0-1,-1 0 1,-2 5 0,0-1 17,0 0 0,-1-1 0,0 1 0,0-1 0,0 0 1,-1-1-1,0 1 0,0-1 0,-1 0 0,1 0 0,-1 0 0,0-1 0,-1 0 0,-9 6 0,-11 2-400,0 0 0,-36 10-1,-39 8-5534,50-19-2952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26.9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66 7978,'3'6'8431,"11"21"-8304,-9-19 0,-3-5-48,0 1 1,0-1-1,1 0 0,0 1 0,0-1 0,-1 0 0,2-1 1,3 5-1,3-1-129,-1 0 1,1-1 0,-1 0 0,2 0-1,-1-1 1,0-1 0,1 1-1,0-2 1,10 2 0,-17-3-66,0-1 0,0 1 0,0-1 1,0-1-1,0 1 0,0 0 0,0-1 0,0 0 1,0 0-1,-1 0 0,1 0 0,0-1 0,-1 0 1,1 1-1,-1-1 0,1-1 0,-1 1 0,0 0 1,0-1-1,0 1 0,0-1 0,0 0 0,-1 0 1,1 0-1,-1-1 0,0 1 0,0 0 0,2-6 1,-1 2 201,-1 0 1,0 0-1,0-1 1,-1 1 0,0 0-1,0-1 1,-1 1 0,0 0-1,0-1 1,-1 1-1,-2-13 1,1 0 893,2 19-911,0 1 0,0 0-1,0 0 1,-1 0 0,1-1 0,0 1 0,0 0-1,0 0 1,0-1 0,0 1 0,0 0 0,0 0-1,0-1 1,0 1 0,0 0 0,0 0 0,1-1-1,-1 1 1,0 0 0,0 0 0,0-1 0,0 1-1,0 0 1,0 0 0,0 0 0,1-1 0,-1 1-1,0 0 1,0 0 0,0 0 0,1-1-1,-1 1 1,0 0 0,8 4 369,13 20-1482,-15-18 1337,63 78-2769,-37-40-7598,-21-29 4980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27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318 776 1008,'4'-5'760,"-1"1"1,-1-1-1,1 0 0,0-1 0,-1 1 1,0 0-1,-1-1 0,1 1 0,-1-1 1,0 1-1,0-1 0,-1 0 0,1 1 1,-2-11-1,-1-6 390,-1 1 0,-9-32 1,8 35-570,-7-22 40,-2 0 0,-2 0 0,-30-57 0,-72-105-430,77 137-61,31 50-50,-1 0 0,0 1 0,-16-17 1,19 23 26,3 4-403,0 12-205,1 3 467,0 0-1,1-1 1,1 1-1,0 0 0,0 0 1,1 0-1,3 22 1,1-7 178,1 0 1,10 30-1,-5-28-21,1-1-1,1 0 0,1-1 0,19 27 1,-8-18 34,1-1 0,37 38 0,-38-47-443,1-2-1,0 0 1,2-1-1,0-2 1,57 31-1,-80-49-298,0 0-1,0 0 1,0-1-1,1 1 0,-1-1 1,5 0-1,-8 0 190,0-1 0,1 0 0,-1 0 0,0 0-1,0 0 1,0 0 0,0 0 0,1 0 0,-1-1 0,0 1 0,0 0-1,0-1 1,0 1 0,0-1 0,0 1 0,0-1 0,0 0 0,0 1-1,0-1 1,0 0 0,0 1 0,0-1 0,0 0 0,-1 0-1,1 0 1,0 0 0,0-2 0,2-7-2806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28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49 3857,'-5'-16'7805,"4"13"-7163,0 1 0,0-1 0,-1 1-1,1 0 1,0-1 0,-1 1 0,0 0-1,1 0 1,-1 0 0,0 0 0,0 0 0,0 0-1,-3-1 1,7 35-438,0-17-118,1 0 1,1 0-1,1-1 0,0 0 1,14 27-1,-3-11 72,32 41 1,8 1 78,-43-56-228,-9-13-9,-1 1 1,0-1-1,0 1 0,3 5 0,-1-2-56,-3-4-36,-12 0 53,2 0 156,0-1 0,-1 0 1,1 0-1,0-1 0,-1 0 0,1 0 0,-17-1 1,24-1-115,-10 1 162,11 0-162,0 0-1,0 0 0,-1-1 1,1 1-1,0 0 1,0 0-1,0 0 0,0 0 1,0 0-1,0 0 0,0 0 1,0 0-1,-1 0 0,1 0 1,0 0-1,0 0 1,0 0-1,0 0 0,0 0 1,0 0-1,0 0 0,-1 0 1,1 0-1,0 0 0,0 0 1,0 0-1,0 0 1,0 0-1,0 0 0,0 0 1,-1 0-1,1 0 0,0 0 1,0 1-1,0-1 0,0 0 1,0 0-1,0 0 1,0 0-1,0 0 0,0 0 1,0 0-1,0 0 0,0 0 1,-1 1-1,1-1 1,0 0-1,0 0 0,0 0 1,0 0-1,0 0 0,0 0 1,0 0-1,0 1 0,0-1 1,0 0-1,0 0 1,0 0-1,0 0 0,0 0 1,0 0-1,0 0 0,0 0 1,1 1-1,-1-1 0,0 0 1,0 0-1,0 0 1,1 0 48,1 1 1,0-1 0,-1 0 0,1 0-1,-1 0 1,1 0 0,-1 0-1,1 0 1,0 0 0,-1-1 0,1 1-1,1-1 1,4-1-59,19-2-135,0-2-1,-1-1 1,1-1-1,33-16 1,-40 15 33,-1 0 0,-1-2 0,0 0 0,-1 0 0,0-2 0,22-22 0,-32 29 161,0-1 0,-1 1-1,1-2 1,-2 1 0,1 0 0,-1-1 0,0 0-1,0 0 1,-1 0 0,-1-1 0,1 1 0,-1-1-1,0 1 1,-1-1 0,0 0 0,-1 0 0,0-11-1,0 18-44,0 1 0,0-1 0,-1 1 0,1-1 0,-1 1 0,1 0 0,-1-1 0,1 1-1,-1-1 1,0 1 0,1 0 0,-1 0 0,0-1 0,0 1 0,0 0 0,0 0 0,0 0 0,0 0 0,-1 0 0,0-1-1,1 2-21,0-1-1,0 1 0,0-1 1,0 1-1,0 0 0,0 0 1,0-1-1,0 1 0,0 0 1,0 0-1,0 0 0,0 0 1,0 0-1,0 0 0,0 1 0,0-1 1,0 0-1,0 0 0,0 1 1,0-1-1,0 1 0,0-1 1,0 1-1,1-1 0,-1 1 1,0-1-1,0 1 0,0 0 1,0 0-1,-3 3 8,1 0 1,-1 0-1,1 0 1,0 0-1,1 1 0,-1-1 1,1 1-1,0-1 1,0 1-1,0 0 0,0 0 1,1 0-1,0 0 1,0 0-1,0 0 1,1 0-1,0 0 0,0 0 1,0 1-1,1-1 1,-1 0-1,1 0 0,0 0 1,3 7-1,0-1 50,1 0 0,0 0-1,1 0 1,0 0-1,1-1 1,0 0 0,1 0-1,0-1 1,10 10 0,-2-5 33,0 0 1,21 15-1,-30-25-133,-1 0-1,1 0 1,0-1 0,0 0 0,0 0 0,0-1-1,0 0 1,1 0 0,13 2 0,-17-4-224,0-1 1,0 1-1,0 0 1,0-1-1,1 0 1,-1 0-1,0 0 1,-1-1-1,1 1 1,0-1-1,0 0 1,-1 0-1,1 0 1,-1 0-1,1-1 1,-1 1-1,3-4 1,-1 1-1008,0 0 0,-1-1 0,0 1 0,0-1 0,-1 1 0,1-1 0,-1 0 0,-1 0 1,5-13-1,-2-2-3431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28.4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159 108 1800,'-4'-25'7589,"-11"-9"-2444,3 10-2189,11 22-2686,0 0-1,0 0 1,0 1-1,-1-1 1,1 0-1,-1 0 0,1 0 1,-4-2-1,-1-1 350,-1 27-997,5-6 410,1 0-1,1 0 0,0 0 0,1 0 0,1 0 1,0 1-1,7 22 0,-3-18 41,1 0-1,1-1 1,1 1 0,24 36-1,-24-42 52,1-1-1,1 0 0,0-1 1,15 13-1,-21-21 13,1 0 0,0 0 0,0-1 0,1 0 0,-1 0 0,1-1 0,0 1 0,0-1 0,0-1 0,0 1 0,14 2 0,-21-5-143,0 0 0,0 0 0,0 0 0,0 0 0,0 0 0,1 0 0,-1 0 0,0 0 0,0 0 0,0 0 0,0 0 0,0 0 0,0 0 0,0 0 0,0 0 0,0 0 0,0 0 0,0 0 0,0 0 1,0 0-1,1 0 0,-1 0 0,0 0 0,0 1 0,0-1 0,0 0 0,0 0 0,0 0 0,0 0 0,0 0 0,0 0 0,0 0 0,0 0 0,0 0 0,0 0 0,0 0 0,0 1 0,0-1 0,0 0 0,0 0 1,0 0-1,0 0 0,0 0 0,0 0 0,0 0 0,0 0 0,0 0 0,0 0 0,0 0 0,0 0 0,-1 1 0,1-1 0,0 0 0,0 0 0,0 0 0,0 0 0,0 0 0,0 0 0,0 0 0,0 0 0,0 0 1,-8 7-251,-16 8 110,-8-1-977,-1-2-1,0-1 1,-47 8 0,5-1-5658,27-3-3422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29.5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5 8458,'-7'-4'6582,"7"4"-6515,0 0 0,-1 0-1,1 0 1,0 0 0,0 0 0,0 0-1,0-1 1,0 1 0,-1 0 0,1 0 0,0 0-1,0 0 1,0 0 0,0 0 0,0 1-1,-1-1 1,1 0 0,0 0 0,0 0-1,0 0 1,0 0 0,0 0 0,0 0 0,-1 0-1,1 0 1,0 0 0,0 0 0,0 0-1,0 0 1,0 1 0,0-1 0,0 0-1,-1 0 1,1 0 0,0 0 0,0 0 0,0 0-1,0 1 1,0-1 0,0 0 0,0 0-1,0 0 1,0 0 0,0 0 0,0 1-1,0-1 1,0 0 0,0 0 0,0 0 0,0 0-1,0 0 1,0 1 0,0-1 0,0 0-1,0 0 1,0 0 0,0 0 0,0 0 0,0 0-1,0 1 1,1-1 0,-1 0 0,0 0-1,0 0 1,0 2-6,1-1 1,-1 0-1,1 1 0,-1-1 0,0 1 1,0-1-1,0 1 0,0-1 0,0 2 0,2 13 450,2-7-301,0 0 0,1 0 1,0-1-1,0 1 0,1-1 0,0 0 0,1-1 0,7 8 1,64 50-98,-73-61-138,27 20-3601,-40-49-15223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29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8 9226,'-1'-8'14830,"4"10"-14559,-2 0-607,0 0 0,-1 0 0,1 0 0,-1 0 0,0 0 0,1 0 0,-1 3 0,0 2-820,5 22-7795,-1-12-1861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30.3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6033,'0'5'2010,"0"-1"0,1 0-1,0 0 1,0 0 0,1 6 0,12 19 543,-6-15-2531,1-1-1,12 12 1,31 30 601,-34-37-498,-12-13-78,0 0 1,0 0 0,10 5-1,-13-8-15,0 0 0,0-1-1,-1 1 1,1-1 0,0 0-1,0 0 1,0 0 0,0-1 0,0 1-1,1-1 1,3 1 0,-6-2-25,1 1 1,0-1-1,-1 0 1,1 1 0,-1-1-1,1 0 1,-1 0-1,1 0 1,-1 0-1,1-1 1,-1 1 0,0 0-1,0-1 1,0 1-1,0 0 1,0-1-1,0 0 1,0 1 0,0-1-1,0 1 1,0-4-1,2-2-28,-1 0 0,0 0-1,0-1 1,0-6 0,0-9 164,-2 1 1,0 0 0,-6-38 0,6 60-108,-1-1 1,1 1-1,0-1 1,0 1 0,0-1-1,0 1 1,0-1 0,-1 0-1,1 1 1,0-1 0,0 1-1,1-1 1,-1 1 0,0-1-1,0 0 1,0 1 0,0-1-1,0 1 1,1-1 0,-1 1-1,0-1 1,0 1 0,1-1-1,-1 1 1,0-1 0,1 1-1,-1-1 1,1 1 0,-1-1-1,0 1 1,1 0 0,-1-1-1,1 1 1,-1 0 0,2-1-1,0 1 16,0 0-1,0 0 1,1 0-1,-1 1 1,0-1-1,0 0 1,0 1-1,3 0 1,-3 0-160,33 11 48,-2 1 0,1 1 0,-2 2 1,47 31-1,-75-44-77,42 29-1228,-42-28 162,0-1 0,-1 0 0,0 1 0,1 0 1,3 6-1,-4-1-4461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31.1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73 8,'-3'-4'12440,"-8"-14"-6399,5 7-4367,5 9-1423,0 0-1,0 0 1,0 1 0,0-1-1,0 0 1,1 0-1,-1 0 1,0 0-1,1 0 1,0 0-1,-1 0 1,1 0-1,0 0 1,0 0-1,0 0 1,1-4 0,-1 5-226,0 1 1,0 0-1,0 0 1,0 0-1,0 0 1,0 0-1,0 0 1,0 0-1,0 0 1,0-1-1,1 1 1,-1 0-1,0 0 1,0 0-1,0 0 1,0 0 0,0 0-1,0 0 1,0 0-1,1 0 1,-1 0-1,0 0 1,0 0-1,0 0 1,0 0-1,0 0 1,0 0-1,0 0 1,1 0-1,-1 0 1,0 0-1,0 0 1,0 0-1,0 0 1,0 0 0,0 0-1,1 0 1,-1 0-1,0 0 1,0 0-1,0 0 1,0 0-1,0 0 1,0 0-1,0 0 1,1 0-1,-1 0 1,0 1-1,8 7-134,8 13-252,-2 3 340,13 29 1,-4-8 33,149 247 73,-153-267-69,33 34-1,5 4 49,-53-57-67,1-1-1,0 0 1,0 0 0,1-1 0,0 0-1,-1 0 1,12 6 0,-14-8-469,0-1 0,1 0 1,-1 0-1,0 0 0,0 0 0,0-1 0,1 1 1,4-1-1,-6 0-345,-1 0 0,1 0 1,0 0-1,0-1 0,-1 1 0,1 0 1,0-1-1,0 0 0,-1 1 0,1-1 1,0 0-1,-1 0 0,1 0 0,-1 0 1,0 0-1,2-2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31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367 9 6553,'-20'-4'3571,"-1"2"1,-33-1-1,25 4-2471,0 1 1,-56 12-1,76-11-978,-1 0-1,1 0 1,0 1-1,0 0 1,0 1 0,-9 6-1,11-6-793,0 0-1,-10 11 1,13-12-907,0 0 0,1 0 0,0 0 0,0 1 0,-3 4-1,4-3-2880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31.6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9298,'-2'4'4501,"2"-3"-4360,0-1-1,0 1 1,-1-1-1,1 1 1,0-1-1,0 1 0,0-1 1,0 1-1,0-1 1,-1 1-1,1-1 1,0 1-1,0 0 0,0-1 1,1 1-1,-1-1 1,0 1-1,0 0 1,4 12 321,1 0 1,1-1 0,0 0 0,1 0 0,0 0 0,0 0 0,15 15 0,-5-7-877,21 22-2086,-9-17-9535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31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51 13107,'-1'-3'747,"-1"0"1,1 0 0,0 0-1,-1 0 1,1 0 0,0 0-1,1 0 1,-1 0-1,1 0 1,-1-1 0,1 1-1,0 0 1,0-5 0,0 6-437,6 13-2457,7 38-3190,-7-15-2253,-4-12-1217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32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1 142 9834,'3'4'11288,"14"17"-11177,73 68 302,-75-77-536,1 0 1,0 0 0,1-1 0,23 10 0,-32-17-116,-1-2 0,1 1 0,0-1 0,0 0 1,0 0-1,0-1 0,0 0 0,0-1 0,15 0 0,-20-1 191,-1 1 0,1 0 0,-1-1 1,1 1-1,-1-1 0,1 0 0,-1 1 0,1-1 0,-1 0 1,1-1-1,-1 1 0,0 0 0,0-1 0,0 1 0,0-1 1,0 0-1,0 0 0,0 0 0,-1 0 0,1 0 0,0 0 1,-1 0-1,0 0 0,1-1 0,-1 1 0,0 0 0,0-1 1,-1 1-1,1-1 0,0 1 0,-1-1 0,0 0 0,1-3 1,-1-1 69,0 0 1,-1 0 0,0 0 0,0 0 0,-1 0 0,-3-10-1,-19-41 1104,9 25 172,11 24-812,2 7-229,1 0 0,0-1 0,0 1 0,0-1 0,0 1 0,1-1 0,-1 1 0,0-1 0,1 0 0,0-4 0,25 34-357,13 13 197,77 60-1,-106-93-96,1-1 0,-1 0 0,1-1 0,0 0 0,0 0-1,1-1 1,0 0 0,14 2 0,-21-5-12,1 0-1,0-1 0,-1 0 1,1 0-1,0 0 1,-1 0-1,1-1 0,0 0 1,7-2-1,-8 2 5,-1-1 1,0 1-1,0-1 0,0 0 0,0 1 0,-1-1 0,1-1 0,0 1 0,-1 0 1,0-1-1,1 1 0,-1-1 0,0 0 0,3-5 0,-2 1-60,1-1-1,-2 0 1,1 0-1,-1 0 1,0 0 0,-1 0-1,1 0 1,-2 0-1,1-1 1,-2-15-1,-2-7-165,-11-47 0,9 54 262,4 23-28,1 0-1,0 0 1,0 1-1,-1-1 1,1 0-1,0 0 1,0 0-1,0 0 1,0 0-1,0 0 1,0 1-1,0-1 1,1 0 0,-1 0-1,0 0 1,0 0-1,1 1 1,-1-1-1,0 0 1,1 0-1,-1 0 1,1 1-1,-1-1 1,1 0-1,-1 1 1,1-1-1,0 0 1,-1 1-1,1-1 1,0 1-1,-1-1 1,1 1-1,0-1 1,0 1-1,-1 0 1,1-1-1,0 1 1,0 0-1,0 0 1,0-1-1,-1 1 1,1 0-1,0 0 1,0 0 0,0 0-1,0 0 1,0 0-1,-1 0 1,1 1-1,1-1 1,6 1-105,0 1 1,-1-1-1,1 2 1,8 2-1,-16-5 105,79 34-116,7 3 207,89 34-21,-119-47-1008,-38-14-2502,-9-1-2905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35.7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8,'6'-6'16111,"8"6"-13776,-9-1-2303,-1 1 0,1-1 0,0 1 0,-1 0-1,1 1 1,7 1 0,7 6-66,-1 2 0,0 0-1,0 1 1,-1 1 0,22 19-1,17 12 51,-9-10 9,203 126 86,-12-11 58,-172-104-122,1060 740 221,-1082-752-260,349 254 88,-13 13 132,-18 36 410,-170-152-195,-191-182-441,461 403 862,-52-95 372,-242-174-900,-72-57-173,-67-51-215,-56-36-1718,11 1 428,-4-1-2858,-25-16 0,6 0-6349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36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0 4097,'9'1'960,"-1"-1"0,0 2 0,0-1 0,0 1 0,0 0 0,10 5 0,47 23-1692,-26-11 1124,227 101-516,-246-111 88,2 0-99,36 23-1,-86-38-183,-104-51 2248,-2-1-133,-110-31 2061,233 85-3606,1 1-1,0-1 1,-12-1 0,22 5-255,0 0-1,-1 0 1,1 0-1,0 0 1,0 0 0,0 0-1,0 0 1,-1 0 0,1 0-1,0 0 1,0 0-1,0 0 1,0 1 0,-1-1-1,1 0 1,0 0 0,0 0-1,0 0 1,0 0 0,0 0-1,-1 0 1,1 0-1,0 1 1,0-1 0,0 0-1,0 0 1,0 0 0,0 0-1,0 0 1,0 1-1,-1-1 1,1 0 0,0 0-1,0 0 1,0 0 0,0 1-1,0-1 1,1 11-15,5 9 161,46 77 329,-45-82-469,-1 0 1,-1 1-1,6 26 0,-3-10 14,-8-30-13,1 0-1,-1 0 0,1 0 0,-1-1 0,0 1 1,1 0-1,-1 0 0,0 0 0,0 0 0,-1 0 1,1 0-1,0 0 0,-1-1 0,1 1 1,-1 2-1,-8 7-2698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38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3 8,'-9'-1'5716,"8"1"-5449,0-1 0,0 1 0,0 0 0,0 0 0,0 0-1,0 0 1,0 0 0,0 0 0,0 0 0,0 0 0,0 0 0,0 0 0,0 1 0,0-1 0,-1 0 0,1 1 0,-1 0 0,2-1-203,0 1 0,-1-1 0,1 0 0,0 1 0,0-1 0,0 0 0,0 0 1,0 1-1,0-1 0,1 0 0,-1 1 0,0-1 0,0 0 0,0 0 0,0 1 0,0-1 0,0 0 0,0 0 0,1 1 0,-1-1 0,0 0 1,0 0-1,0 1 0,0-1 0,1 0 0,-1 0 0,0 0 0,0 1 0,1-1 0,-1 0 0,0 0 0,0 0 0,1 0 0,-1 0 0,12 8 1494,-11-8-1387,10 6 113,1-1 0,-1-1-1,1 0 1,-1-1-1,17 3 1,62 5-177,-71-9-12,144 2-261,-56-10-3673,-73 2-2193,-24 4-327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40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204 31 8,'2'0'685,"-1"0"0,0 0 0,1 0 0,-1-1 0,0 1 0,1 0 0,-1-1 0,0 1 0,0-1 0,1 0 0,-1 1 0,0-1 0,3-2 2546,-14 3 4894,-9-6-6213,-2-1-1762,-8 3 168,20 2-283,0 0 0,0 1 0,0 0 0,0 1 0,-13 1 1,19-1-38,0 1 0,0-1 0,-1 1 0,1 0 0,0 0 0,0 0 0,0 1 0,1-1 0,-1 1 0,0-1 1,1 1-1,-1 0 0,0 0 0,1 0 0,0 0 0,0 0 0,0 1 0,0-1 0,0 1 0,-2 3 0,0 2 17,0 0 0,1 0 0,1 1 0,-1-1 0,1 1 0,-1 9 0,3-13 27,-1-1 1,1 0 0,0 1 0,1-1-1,-1 1 1,1-1 0,0 0 0,0 0-1,0 1 1,1-1 0,-1 0 0,1 0-1,0 0 1,0 0 0,0-1 0,1 1-1,0-1 1,-1 1 0,1-1 0,0 0-1,0 0 1,7 5 0,1 0 44,0 0 0,1-1 0,0 0 0,1 0 0,23 7 0,-10-4-753,49 10-1,-63-18-975,1-1 0,13 0 0,-16-1-1236,0-1 0,0 0-1,13-3 1,-6 0-3771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41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81 29 4169,'-12'-6'6774,"-1"-2"-2400,12 7-4153,-1 0 0,1 0 0,0 0 0,0 1 0,-1-1 0,1 0 0,0 0 0,-1 1 0,1-1 0,-1 1 0,1-1 0,-1 1 0,1 0 0,-1 0 0,1-1 1,-1 1-1,1 0 0,-3 1 0,3-1-183,0 0 1,0 0 0,0 0-1,0 1 1,0-1-1,0 0 1,0 1 0,1-1-1,-1 0 1,0 1-1,0 0 1,0-1 0,1 1-1,-1-1 1,0 1 0,1 0-1,-1-1 1,0 1-1,1 0 1,-1 0 0,1-1-1,-1 1 1,1 0-1,0 0 1,-1 0 0,1 0-1,0 0 1,-1 0-1,1 1 1,0 4 22,-1 1-1,2-1 1,-1 0 0,1 1 0,0-1-1,0 0 1,1 0 0,-1 1-1,6 9 1,-3-6 50,1-1 0,0 0 0,0 0 0,1-1 1,9 11-1,-11-15-58,0-1 1,0 0-1,0 0 0,0 0 1,0-1-1,1 1 1,-1-1-1,1 0 1,-1 0-1,1-1 0,0 0 1,0 1-1,0-1 1,0-1-1,9 1 1,-4-1 62,0 0 1,1 0 0,-1-1 0,0-1 0,0 0-1,17-5 1,-25 6-95,0 0 0,0 1 0,0-1 0,0 0 0,0 0 1,0 0-1,-1-1 0,1 1 0,0 0 0,-1-1 0,1 1 0,-1-1 0,1 1 0,-1-1 0,0 0 0,0 1 0,0-1 1,0 0-1,0 0 0,0 0 0,0 0 0,0 0 0,0-3 0,-1 2-26,0 0 0,0 1 0,0-1 1,0 0-1,0 0 0,-1 1 0,0-1 0,1 0 0,-1 1 0,0-1 0,0 1 0,0-1 1,-1 1-1,1-1 0,-1 1 0,1 0 0,-4-4 0,-4-4-20,-1 1 0,0 0-1,0 0 1,-1 1 0,0 0 0,-1 1 0,-23-11-1,27 15-526,0 0 0,-1 0 0,1 1 0,-1 0 0,-14-1 0,17 3-716,1 0 0,-1 0 0,1 0 0,-1 1 0,0 0-1,1 0 1,-1 0 0,1 1 0,-8 3 0,2 1-6635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41.7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 9946,'3'4'7046,"5"8"-5125,-3-3-1470,6 6-205,1 0 0,1-2-1,0 1 1,1-2 0,0 1 0,0-2 0,2 0-1,-1-1 1,20 9 0,-30-16-169,1 0-1,-1-1 1,1 0-1,0 0 1,-1 0 0,1-1-1,9 1 1,-13-2-33,1 0-1,-1 0 1,1 0 0,-1 0 0,1-1 0,-1 0-1,0 1 1,1-1 0,-1 0 0,0 0-1,1 0 1,-1 0 0,0 0 0,0-1 0,0 1-1,0-1 1,0 0 0,0 1 0,0-1 0,1-3-1,7-6-6,-2-1-1,0 0 0,0 0 1,-1-1-1,-1 0 0,0-1 1,7-21-1,-10 22-34,-2 9 15,0 0 0,0 1 0,0-1-1,0 0 1,1 1 0,2-5-1,-4 7-20,1 0-1,-1 1 0,1-1 0,0 0 0,-1 1 1,1-1-1,0 1 0,0-1 0,-1 1 0,1-1 1,0 1-1,0-1 0,0 1 0,-1 0 1,1 0-1,0-1 0,0 1 0,0 0 0,0 0 1,0 0-1,0 0 0,0 0 0,0 0 0,-1 0 1,1 0-1,0 0 0,0 0 0,0 1 1,0-1-1,0 0 0,0 1 0,0 0 0,13 5-82,-1 1-1,0 1 0,-1 1 1,0-1-1,0 2 1,19 19-1,47 51-3120,-54-52-1291,-2 2-3588,-15-21 3251,-1-2 2481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42.1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1 108 8810,'5'5'12604,"16"15"-11793,-4-3-803,16 11 104,1 0 1,2-3 0,0-1 0,2-1-1,66 28 1,-100-49-64,0 0-1,0-1 1,0 1 0,0-1 0,0 0-1,1-1 1,-1 1 0,6 0-1,-9-1-17,0-1-1,0 1 0,0 0 1,0 0-1,0 0 0,0-1 1,0 1-1,0-1 0,0 1 1,0-1-1,0 1 0,0-1 1,0 1-1,0-1 0,0 0 1,0 0-1,0 1 0,-1-1 1,1 0-1,0 0 0,0 0 1,-1 0-1,1 0 0,-1 0 1,1 0-1,-1 0 0,0 0 1,1 0-1,-1 0 1,0 0-1,1 0 0,-1-1 1,0 1-1,0-2 0,0-16 53,0 0 0,-1 0 0,-4-22-1,-1-10-34,-16-89-772,20 131 331,-1-5-4083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42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116 169 1992,'7'-2'1314,"-1"-1"-1,0 0 0,0 0 0,0 0 1,0-1-1,8-6 0,-12 8-966,0 1 0,-1-1 0,1 0 0,0 0 0,-1 0 0,0 0 0,1-1 0,-1 1-1,0 0 1,0-1 0,0 1 0,0 0 0,-1-1 0,1 1 0,-1-1 0,1 1 0,-1-1 0,0 1 0,0-1 0,-1-4 0,0 1 17,0-1 0,0 1 0,-1 0 0,0 0 1,0 1-1,0-1 0,-1 0 0,-5-7 0,7 11-330,0 0 0,0 0-1,-1 1 1,1-1 0,-1 0-1,1 0 1,-1 1 0,0-1-1,1 1 1,-1 0 0,0-1-1,0 1 1,0 0 0,0 0-1,0 0 1,0 1 0,-1-1-1,1 0 1,0 1 0,0-1-1,0 1 1,-1 0 0,1 0-1,0 0 1,-4 0-1,4 1-37,0 0-1,-1 0 0,1 0 0,0 0 1,1 0-1,-1 0 0,0 1 0,0-1 0,1 1 1,-1-1-1,0 1 0,1 0 0,0-1 0,-1 1 1,1 0-1,0 0 0,0 0 0,0 0 0,-1 4 1,-2 3 19,1 0 1,0 1 0,-1 10-1,1-3 33,1 0-1,0 0 1,1 24 0,2-33-8,0 0 0,0 0 0,0 0 1,1 0-1,1 0 0,-1 0 1,1 0-1,1-1 0,3 8 1,-2-7 30,0-1 1,1 1-1,-1-1 1,2-1 0,-1 1-1,0-1 1,1 0 0,0-1-1,1 0 1,-1 0-1,1 0 1,9 3 0,-14-6-20,1-1 0,0 1 0,0-1 0,0 0 0,0 0 0,0 0 0,0-1 0,0 1 0,0-1 0,0 0 0,1 0 0,-1-1 0,0 1 0,0-1 0,0 0 0,0 0 0,0 0 0,-1-1 0,1 1 0,0-1 0,0 0 0,-1 0 0,1 0 0,-1-1 0,0 1 0,0-1 0,0 0 0,4-3 0,-3 1-51,-1-1 1,1 1 0,-1 0 0,0-1-1,0 1 1,-1-1 0,0 0-1,0 0 1,0 0 0,0 0-1,-1 0 1,0-1 0,-1 1-1,1 0 1,-1 0 0,-1-1-1,1 1 1,-1 0 0,0 0-1,0-1 1,-1 1 0,1 0-1,-1 0 1,-1 1 0,1-1-1,-4-6 1,4 10-15,-7-15-129,-1-1-1,-19-22 1,25 35-2,-1 0-1,0 0 0,0 1 0,0 0 1,0-1-1,-1 2 0,1-1 1,-1 1-1,0 0 0,0 0 0,-9-3 1,7 4-602,-1 0 0,1 0 1,-1 1-1,0 0 0,1 0 0,-1 1 1,-17 2-1,11 0-2092,1 1 0,-15 5-1,-6 3-6164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43.5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329 855 3889,'1'-6'923,"1"-1"0,-1 1 1,-1 0-1,1-1 0,-1 1 1,0-1-1,-1-8 0,-9-46 1983,9 61-2885,-11-45 1205,-2 0 0,-22-47 0,9 24-822,-35-79 1246,-81-140-1,116 238-230,30 57-1732,0 1 0,0 0-1,2 18 1,2 5 326,-2-15-4,69 230 204,-60-208-167,2-1 0,2-1 0,1-1 0,30 44 0,-38-66 0,1 0-1,0 0 0,1-1 1,0-1-1,1 0 1,0 0-1,1-2 0,1 0 1,-1-1-1,1 0 1,1-1-1,0-1 1,0-1-1,0 0 0,34 6 1,-45-11-32,1 0 0,-1-1-1,0 0 1,1 0 0,-1-1 0,0 1 0,1-1 0,-1-1-1,0 1 1,0-1 0,0 0 0,0 0 0,0-1 0,-1 0-1,1 0 1,-1 0 0,0-1 0,1 1 0,-2-1 0,1-1-1,0 1 1,-1-1 0,0 1 0,0-1 0,0 0 0,-1-1-1,1 1 1,-1-1 0,-1 1 0,1-1 0,-1 0 0,0 0-1,0 0 1,-1 0 0,1-1 0,-2 1 0,1 0 0,0 0-1,-2-12 1,-1 1-30,0 0-1,-10-34 0,8 33 15,10 42-95,10 26 0,-12-41 72,0 0 1,0 0-1,1-1 1,0 1 0,1-1-1,10 12 1,-8-11 78,0-1-1,1 0 1,-1-1 0,2 0-1,18 11 1,-24-16-11,-1 0-1,1-1 1,-1 1 0,1-1-1,0 0 1,-1 0 0,1-1 0,0 1-1,0-1 1,-1 0 0,1 0-1,0 0 1,0 0 0,0-1 0,-1 1-1,1-1 1,0 0 0,-1 0-1,1-1 1,-1 1 0,7-4 0,-5 2-48,-1 1 1,0-1-1,-1 1 1,1-1 0,0 0-1,-1-1 1,0 1 0,0-1-1,0 1 1,0-1 0,0 0-1,-1 0 1,1 0 0,-1 0-1,0-1 1,-1 1-1,1-1 1,-1 1 0,0-1-1,0 1 1,0-1 0,-1 0-1,1 1 1,-1-1 0,0 0-1,0 0 1,-1 1 0,0-1-1,-2-8 1,3 13-1,0 0 0,0 0-1,0 0 1,0 0 0,0 0 0,0 0 0,0-1 0,0 1 0,0 0 0,0 0-1,0 0 1,0 0 0,0 0 0,0 0 0,0 0 0,0 0 0,0 0 0,0-1-1,0 1 1,0 0 0,0 0 0,0 0 0,0 0 0,0 0 0,0 0 0,0 0-1,1 0 1,-1 0 0,0 0 0,0 0 0,0-1 0,0 1 0,0 0 0,0 0-1,0 0 1,0 0 0,0 0 0,0 0 0,0 0 0,1 0 0,-1 0 0,0 0-1,0 0 1,0 0 0,0 0 0,0 0 0,0 0 0,0 0 0,0 0 0,0 0-1,0 0 1,1 0 0,-1 0 0,0 0 0,0 0 0,0 0 0,0 0-1,0 0 1,0 0 0,0 0 0,0 0 0,0 0 0,0 1 0,1-1 0,-1 0-1,0 0 1,0 0 0,11 7-208,18 17 73,-23-19 143,11 11-228,1-2 0,1 0 1,0-1-1,1-1 0,0 0 0,25 9 0,-42-20-461,6 2-1663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44.4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13 136 3465,'0'-14'2411,"-2"0"0,-2-15 0,2 19-1208,0-1 0,1 1 0,0 0 0,0-1 0,2-10 0,-1 21-1184,0 0 0,0 0 1,0 0-1,0 0 0,0-1 0,0 1 0,0 0 1,0 0-1,0 0 0,0-1 0,0 1 1,0 0-1,0 0 0,0 0 0,0 0 1,0-1-1,0 1 0,0 0 0,0 0 1,0 0-1,0-1 0,1 1 0,-1 0 0,0 0 1,0 0-1,0 0 0,0 0 0,0-1 1,1 1-1,-1 0 0,0 0 0,0 0 1,0 0-1,0 0 0,1 0 0,-1 0 1,0 0-1,0 0 0,0 0 0,0 0 0,1 0 1,-1-1-1,0 1 0,0 0 0,0 0 1,1 0-1,-1 1 0,0-1 0,0 0 1,0 0-1,0 0 0,1 0 0,-1 0 1,0 0-1,0 0 0,0 0 0,0 0 0,1 0 1,-1 0-1,0 0 0,0 1 0,0-1 1,0 0-1,0 0 0,1 0 0,-1 1 1,11 12-676,-8-9 719,42 63-217,64 128 0,-99-177 135,54 100 55,-54-98-38,59 128-102,-69-147 88,0-1 0,1 1 1,-1-1-1,0 1 1,0 0-1,1-1 1,-1 1-1,0 0 1,0-1-1,0 1 1,0 0-1,0-1 0,0 1 1,0 0-1,0-1 1,0 1-1,0 0 1,0-1-1,-1 1 1,1-1-1,0 1 1,0 0-1,-1-1 0,1 1 1,0-1-1,-1 1 1,0 1-1,0-2-16,0 0-1,0 1 1,0-1-1,0 0 1,0 1-1,0-1 1,0 0-1,0 0 1,0 0-1,0 0 1,0 0-1,0 0 1,0 0-1,0 0 1,-2-1-1,-4-1-50,0 0 0,0 0 0,-12-7-1,5 2 101,1-1 0,0 0-1,1-1 1,-16-14 0,24 20 18,1 0 0,0 0 0,1 0 0,-1 0 0,0 0 0,1-1 0,0 1 0,0-1 0,0 0 0,0 1 0,0-1 0,1 0 0,0 0 0,0 0 0,0 0 0,0 0 0,1-1 0,-1 1 0,1 0 0,0 0 0,1-5 0,-1 8-29,0 1 0,0-1 0,0 0 0,1 0 0,-1 0 1,0 0-1,1 1 0,-1-1 0,1 0 0,-1 1 0,1-1 0,-1 0 0,1 1 0,-1-1 1,1 0-1,0 1 0,-1-1 0,1 1 0,0-1 0,0 1 0,-1-1 0,1 1 1,1-1-1,0 1-36,0-1 1,1 1-1,-1-1 1,0 1-1,1 0 1,-1 0-1,0 0 1,5 1-1,3 0-97,-1 2 1,1-1-1,9 5 0,40 16-49,66 21 140,-111-40 75,1-1 0,-1 0 0,1-1 0,0-1 0,19 0 0,-26-1 32,0-1 0,0 0-1,0-1 1,0 1-1,0-2 1,0 1 0,-1-1-1,1 0 1,-1 0 0,0-1-1,10-6 1,-14 7-7,-1 1 1,1-1-1,0 0 1,-1 0-1,1 0 1,-1 0-1,0 0 1,0-1-1,0 1 1,-1 0-1,1-1 0,-1 0 1,0 1-1,1-7 1,1-3 465,-2 1-1,0-1 1,0-13 0,0 21-2,1 8-434,2 9-312,-3-11 225,5 16-40,0 0 0,2-1 0,0 0 0,1 0 0,0-1 0,2 0 0,-1-1 0,2 0 0,23 22 0,-15-16-3930,-34-29-8129,2 1 6964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44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6121,'1'-4'778,"-1"0"-1,2 0 1,-1-1 0,0 1-1,1 0 1,0 0-1,-1 1 1,2-1 0,-1 0-1,0 1 1,1-1-1,4-4 1,-6 7-745,1-1-1,-1 1 1,0 0-1,1 0 1,-1 0-1,1 0 1,-1 1-1,1-1 1,0 0-1,-1 1 1,1-1-1,0 1 1,0-1-1,-1 1 1,1 0-1,0-1 1,0 1-1,-1 0 1,1 0-1,0 1 1,0-1-1,-1 0 1,1 1 0,0-1-1,0 1 1,-1-1-1,1 1 1,-1 0-1,1-1 1,0 1-1,-1 0 1,1 0-1,0 2 1,5 2-199,-1 0 0,0 1 1,0 0-1,-1 0 0,0 0 0,0 1 1,0-1-1,3 9 0,4 8-2761,10 30-1,-10-22-1915,-3-8-295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45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28 1120,'9'2'2514,"0"-1"0,15 5 0,-18-4-1793,0 0 0,0 1 0,-1 0 0,8 4 0,-8-3-521,0 0 1,0 0 0,0 1-1,0 0 1,-1 0-1,0 0 1,0 0 0,0 0-1,-1 1 1,5 10 0,-2-4-88,-1 0-1,0 1 1,-1 0 0,-1-1 0,0 1 0,0 1 0,-1-1-1,-1 0 1,0 22 0,-1-33-28,-1 1 1,1-1-1,0 0 1,-1 0-1,1 0 0,-1 1 1,1-1-1,-1 0 0,0 0 1,0 0-1,0 0 1,0 0-1,-1 0 0,1-1 1,0 1-1,-1 0 0,1-1 1,-1 1-1,-3 2 1,2-3 79,1 1 1,-1-1-1,0 0 0,0 0 1,-1 0-1,1 0 1,0 0-1,0-1 1,0 1-1,0-1 1,-1 0-1,-3 0 0,-4-2 111,1 1-1,-1-1 1,0-1 0,1 0-1,0 0 1,0-1-1,-11-6 1,7 3-41,-1-1 0,-23-19 1,33 23-159,0 0 0,0-1 0,1 0 0,0 0 0,0 0 0,0 0 0,1 0 0,0-1 0,0 0 0,-3-7 0,4 8-21,0 0-1,0 0 0,1-1 1,0 1-1,0-1 1,0 1-1,0-7 0,2 9-41,-1-1 0,1 1-1,0-1 1,-1 1-1,2-1 1,-1 1 0,0 0-1,1-1 1,-1 1 0,1 0-1,0 0 1,2-3-1,-2 4-60,0-1-1,1 0 1,-1 1-1,1-1 1,-1 1-1,1 0 1,0 0-1,0 0 1,0 0-1,0 1 1,0-1-1,0 1 1,0-1-1,0 1 1,4-1-1,-1 2-34,0-1 1,0 0-1,0 1 0,-1 0 0,1 1 0,0-1 0,0 1 1,7 2-1,4 2-43,0 1 1,0 1-1,0 1 1,26 16-1,20 16 73,65 36 119,-124-74 0,1 0-1,0 0 1,0 0 0,0 0-1,0-1 1,0 0 0,9 1-1,-13-2-38,-1 0 0,0 0-1,1 0 1,-1 0-1,0 0 1,1-1-1,-1 1 1,1 0 0,-1 0-1,0 0 1,0-1-1,1 1 1,-1 0 0,0-1-1,1 1 1,-1 0-1,0 0 1,0-1-1,1 1 1,-1 0 0,0-1-1,0 1 1,0-1-1,0 1 1,1 0-1,-1-1 1,0 1 0,0-1-1,0 1 1,0 0-1,0-1 1,0 0 0,0-18 194,-1 13-224,0-26-77,0 16 87,1 0 1,0 0-1,1 0 0,6-30 1,-6 42-33,-1 1 0,2-1 0,-1 1 0,0 0 0,1 0 0,-1-1 0,1 1 0,0 0 1,0 1-1,0-1 0,1 0 0,-1 0 0,0 1 0,1-1 0,0 1 0,0 0 0,0 0 0,0 0 1,0 0-1,0 1 0,0-1 0,0 1 0,1 0 0,-1 0 0,0 0 0,1 0 0,6 0 0,-4 0-39,-1 1-1,0 1 1,1-1-1,-1 1 1,0 0-1,0 0 0,10 3 1,35 18-156,-27-11 182,35 15 4,12 6 14,106 33-1,-128-57-2500,-44-8 1750,0 0-1063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46.4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2769,'1'-15'14662,"2"21"-13746,5 19-997,8 25 391,45 93-1,-24-80-30,70 89-1,-25-39-164,-76-105-107,-3-4-15,0-1 0,-1 1 1,1 0-1,-1 0 0,0 0 0,0 0 1,0 0-1,-1 0 0,3 9 0,-5-15 77,1 0-1,-1 0 0,1 1 0,-1-1 0,0 0 0,0 0 0,-1-2 0,-5-9 132,3-2-64,0 0 1,1 0-1,0 0 1,0-21-1,2 30-91,1 1 0,0-1 1,1 1-1,0-1 0,0 1 0,0-1 0,0 1 0,1-1 0,0 1 0,0 0 0,0 0 1,0 0-1,1 0 0,0 0 0,4-5 0,-5 9-58,-1 0 0,0 0-1,0 0 1,0 0 0,1 0 0,-1 0 0,1 0-1,-1 0 1,1 0 0,-1 1 0,1-1 0,-1 1-1,1-1 1,-1 1 0,1 0 0,0-1 0,1 1-1,0 0-34,0 1-1,0-1 1,1 0-1,-1 1 1,0 0-1,0 0 1,0 0-1,4 2 1,1 1-24,0 1 0,0 0 0,-1 0 0,1 1 0,6 7 0,-12-11 67,12 11-54,-1 0-1,19 26 0,-29-36 43,-1 1-1,1 0 0,-1 0 1,0 0-1,0 0 0,-1 0 0,1 0 1,-1 0-1,0 0 0,0 1 1,0-1-1,0 0 0,-1 1 0,0-1 1,0 1-1,0-1 0,-1 7 1,-1-6 49,1-1 0,-1 0 0,0 0 0,0 1 0,-1-1 0,1-1 0,-1 1 0,0 0 0,0-1 0,0 1 0,0-1 0,-1 0 0,1 0 1,-1 0-1,0 0 0,0-1 0,0 0 0,0 1 0,0-1 0,0-1 0,-1 1 0,1-1 0,-7 2 0,1-1-44,1-1 1,-1 1-1,1-1 0,-1-1 0,1 0 1,-1 0-1,0-1 0,1 0 0,-1-1 1,-12-4-1,22 6-113,0 0 1,-1 0 0,1 0 0,0 0-1,-1 0 1,1-1 0,0 1 0,-1 0-1,1 0 1,0 0 0,-1-1 0,1 1-1,0 0 1,-1-1 0,1 1 0,0 0-1,0 0 1,0-1 0,-1 1 0,1 0-1,0-1 1,0 1 0,0-1 0,0 1-1,-1 0 1,1-1 0,0 1 0,0 0-1,0-1 1,0 1 0,0-1 0,0 1-1,0 0 1,0-1 0,0 1 0,0 0-1,1-1 1,-1 0 0,8-13-7733,-6 10 5723,2-5-3687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47.0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56 2256,'11'-6'14343,"-16"5"-10891,5 2-3412,0-1-1,0 0 1,0 0-1,0 0 1,0 0 0,0 0-1,0 0 1,-1 0-1,1 0 1,0 1 0,0-1-1,0 0 1,0 0 0,0 0-1,0 0 1,0 0-1,0 0 1,0 1 0,0-1-1,0 0 1,0 0 0,0 0-1,0 0 1,0 0-1,0 1 1,0-1 0,0 0-1,0 0 1,0 0-1,0 0 1,0 0 0,0 0-1,0 1 1,0-1 0,0 0-1,0 0 1,1 0-1,-1 0 1,0 0 0,0 0-1,0 1 1,0-1-1,0 0 1,0 0 0,0 0-1,0 0 1,1 0 0,-1 0-1,10 14 268,16 14-416,-7-10 151,0 0 0,1-1-1,1-1 1,1-1 0,0-1-1,35 17 1,-51-28-42,0-1 0,0 0 0,0 0 1,0-1-1,0 1 0,0-1 0,1-1 0,-1 1 0,10-1 0,-14 0 4,0-1 1,1 1-1,-1-1 0,0 1 1,1-1-1,-1 0 0,0 0 1,0 0-1,0 0 0,1 0 0,-1-1 1,-1 1-1,1-1 0,0 1 1,0-1-1,0 1 0,-1-1 1,1 0-1,-1 0 0,1 0 0,-1 0 1,0 0-1,0 0 0,0 0 1,0-1-1,0 1 0,0-4 0,2-5-29,-1 0-1,-1 0 0,0 0 0,0 0 0,-1-1 0,-2-13 0,-13-67 179,13 80-72,12 46-1375,21 97 1267,59 159-1,-20-50-287,-70-239 309,6 35-166,-6-34 145,1-1 1,-1 1-1,0-1 1,0 0-1,0 1 1,0-1-1,-1 1 1,1-1-1,0 1 1,-1-1-1,1 1 1,-1-1-1,1 0 1,-1 1-1,0-1 1,1 0 0,-1 1-1,0-1 1,0 0-1,-1 2 1,1-3 7,0 0 0,0 1 0,0-1 0,0 0 0,0 0 0,0 0 1,0 0-1,0 0 0,0 0 0,0 0 0,0 0 0,0-1 0,0 1 0,0 0 1,0-1-1,0 1 0,0 0 0,0-1 0,0 1 0,0-1 0,-1 0 0,-18-14 184,18 13-155,-14-13 76,0-1-1,-14-18 0,27 29-87,-1 0 0,1 0-1,0 0 1,0 0 0,0 0-1,1-1 1,0 1 0,0-1-1,0 0 1,1 0 0,0 0-1,-1-10 1,2 13-143,0 1 0,1-1 0,-1 1 0,0-1 0,1 1 0,0-1 0,-1 1 0,1 0 0,0-1 0,0 1 0,0 0 0,1 0 0,-1 0 0,1 0 0,-1 0 0,1 0 0,-1 0 0,1 0 0,3-2 0,-1 2-827,-1 0 1,0 0-1,1 0 0,0 0 1,-1 1-1,1-1 1,0 1-1,0 0 1,-1 0-1,1 0 0,6 0 1,2 1-4705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48.7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34 4769,'-2'-2'1341,"1"-1"0,0 1 0,0 0 0,0-1 0,0 1 0,1 0 0,-1-1 0,0-2 0,0-4 2473,4 12-2355,21 62-2178,25 53 904,95 160 63,-78-142-670,-46-90-1995,0-1-3362,-20-43 4791,1 2-1929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48.9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337 53 16,'-1'-1'1637,"-12"-17"7628,12 17-8858,-1-1-1,0 1 1,1-1-1,-1 1 1,0 0-1,0 0 1,0 0-1,0 0 0,0 0 1,0 0-1,0 1 1,-1-1-1,-1 0 1,-32-4 1072,-50-2 0,21 3-831,10 2-29,28 5-2073,2 5-5589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49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1 262 8,'23'5'2392,"1"2"-1,33 14 1,-48-17-1786,0 0 1,0 1 0,0 0-1,-1 1 1,0 0 0,0 0-1,0 1 1,11 12 0,-18-18-521,-1 0 1,1-1-1,0 1 0,-1 0 1,1 0-1,-1 0 1,1 0-1,-1 0 1,1 0-1,-1 0 0,0 0 1,0 0-1,1 0 1,-1 0-1,0 0 1,0 0-1,0 0 0,0 0 1,0 0-1,0 0 1,0 0-1,-1 0 1,1 0-1,-1 1 0,1-2 86,-1 1 0,1-1 0,-1 1-1,1-1 1,-1 1 0,1-1 0,-1 1 0,0-1-1,1 0 1,-1 1 0,0-1 0,1 0-1,-1 0 1,0 1 0,1-1 0,-1 0-1,0 0 1,0 0 0,1 0 0,-1 0-1,0 0 1,0 0 0,1 0 0,-1 0-1,0 0 1,1-1 0,-1 1 0,0 0 0,1 0-1,-1-1 1,0 1 0,1 0 0,-1-1-1,-1 0 1,-8-5 351,1-1 0,-1 0 1,1-1-1,-12-12 0,10 9-300,2 1-117,0 1-1,1-2 1,0 1-1,1-1 1,0 0-1,0-1 1,2 1-1,-1-1 1,1 0-1,-3-15 1,5 16-157,0-1 0,1 0 1,0 0-1,1 0 1,0 0-1,1 0 1,1 0-1,0 0 1,0 0-1,1 0 0,4-12 1,-5 22-133,-1 0 0,0 0 0,1 0 0,0 1 0,-1-1 0,1 0 0,0 1 0,0-1 0,0 1 0,0-1 0,0 1 0,1-1 0,-1 1 0,0 0 0,1-1 0,-1 1 0,0 0 0,1 0 0,0 0 0,-1 0 0,1 0 0,2 0 0,-1 0-325,0 1 0,0 0-1,0 0 1,0 0 0,0 1 0,0-1 0,0 1-1,0 0 1,0-1 0,0 1 0,0 0 0,-1 1-1,5 1 1,4 3-3313,23 16 0,-11-5-1413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49.7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32 4665,'-7'-8'7540,"-8"-3"-3602,12 9-3721,0 0 0,0 1-1,-1-1 1,1 1-1,-1 0 1,1 0 0,-1 0-1,0 0 1,1 1-1,-1-1 1,0 1-1,1 0 1,-1 0 0,0 1-1,1-1 1,-1 1-1,-5 1 1,6-1-195,0 0-1,1 1 1,-1-1-1,1 1 1,0-1 0,-1 1-1,1 0 1,0 0-1,0 0 1,0 0 0,0 0-1,0 0 1,0 0 0,1 1-1,-1-1 1,1 1-1,0-1 1,0 1 0,0 0-1,0-1 1,0 1-1,-1 5 1,2-4 21,-1 1 0,1-1 0,0 1 0,0-1 1,0 1-1,1-1 0,-1 1 0,1-1 0,0 1 0,1-1 0,2 7 0,-1-4 39,0 0 0,1-1 0,0 1 0,1-1 0,-1 0-1,9 8 1,-4-6 18,0 0-1,1 0 1,-1-1-1,1 0 1,1-1-1,-1 0 1,1-1-1,19 7 1,-26-10-25,1-1-1,-1 0 1,1 0 0,-1 0-1,1-1 1,0 0 0,-1 0-1,1 0 1,0 0 0,0-1-1,-1 1 1,6-3 0,-7 2-38,0 0 1,-1 0-1,1 0 0,-1-1 1,1 1-1,-1-1 1,0 0-1,1 0 0,-1 0 1,0 0-1,0 0 1,0 0-1,0 0 0,-1-1 1,1 1-1,-1-1 1,1 1-1,-1-1 0,0 1 1,1-6-1,0 3-32,-1 0-1,0 0 0,0 0 1,-1 0-1,1 0 1,-1-1-1,0 1 1,0 0-1,-1 0 0,-2-10 1,-1 2-34,0 0 1,-11-20 0,-6-16 127,70 126-978,-38-62 822,1-1 0,1 0 0,0-1 0,1 0 1,0-1-1,1 0 0,0-1 0,18 9 0,-22-16-451,-2-3-3746,-5-19-9221,-7 9 8767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50.0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8,'1'0'729,"1"0"0,0 0 0,0 0 0,-1 1 1,1-1-1,0 1 0,-1-1 0,1 1 0,0 0 0,1 1 0,16 14 2761,-11-6-3060,-1 1 1,8 12 0,0 0 1242,16 23-11,-20-27-1249,2-1 1,25 28-1,-32-40-399,-7-10-1399,-5-7-1396,4 7 1537,-1-1-1,0 0 0,0 1 0,-4-6 1,-4-5-1923,-3-5-668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50.2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 3953,'3'-5'3156,"-3"3"-2666,0 1-1,1 0 1,-1 0 0,1 0 0,-1 0 0,1-1 0,-1 1 0,1 0 0,0 0 0,0 0 0,0 0-1,-1 0 1,1 0 0,0 1 0,0-1 0,0 0 0,0 0 0,1 1 0,-1-1 0,0 0 0,2 0-1,9 20-1766,-8-11 990,0 0 1,-1 1-1,0-1 1,-1 1-1,3 15 0,0 22-4662,-2-21-109,-1-5 184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50.6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3553,'9'6'2277,"0"0"0,0 0 0,16 15 0,3 3 1603,17 17-1920,-23-22-1739,-11-9-76,21 14-1,-29-22-55,0 0 0,1 0 0,-1 0 0,1-1 1,0 1-1,-1-1 0,1 0 0,0 0 0,0 0 0,0-1 0,4 1 0,-7-1-56,1-1-1,-1 1 0,1 0 0,-1-1 0,0 1 1,1-1-1,-1 1 0,0-1 0,0 0 1,1 0-1,-1 0 0,0 1 0,0-1 0,0 0 1,0-1-1,0 1 0,0 0 0,0 0 1,0 0-1,0 0 0,0-3 0,2-1-86,0-1 0,0 0 0,2-9-1,21-63 149,-25 76-63,0 1 1,0-1 0,0 0 0,0 1-1,0-1 1,0 1 0,0-1 0,1 1-1,-1-1 1,0 1 0,1 0 0,-1 0-1,1-1 1,0 1 0,-1 0 0,1 1-1,0-1 1,0 0 0,0 0 0,-1 1-1,1-1 1,0 1 0,0 0 0,0-1-1,0 1 1,0 0 0,0 0 0,0 0-1,2 1 1,7 0-44,0 0 1,0 1-1,18 6 1,-27-7 9,38 13-56,0 2 1,37 21-1,-68-32 30,0-1-192,0 1 0,-1 0 0,12 9 0,-18-12-185,0 0-1,0 0 1,0 0-1,0 0 0,-1 1 1,1-1-1,1 4 1,-2-5-83,-1 0 0,1 0 0,-1 1 0,1-1 0,-1 0 0,0 0 0,0 1 0,1-1 0,-1 0 0,0 0 0,0 1 0,0-1 0,-1 0 1,1 0-1,0 1 0,0-1 0,-1 1 0,-6 12-7966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51.3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99 3209,'18'-5'3912,"-11"3"-1929,0 0 0,0 0 1,0 1-1,11-1 0,-19 2-1997,1 1 0,-1-1 1,1 0-1,-1 1 0,1-1 0,0 1 0,-1-1 1,1 1-1,0-1 0,-1 0 0,1 1 0,0-1 1,0 1-1,0-1 0,-1 1 0,1-1 0,0 1 1,0 0-1,0-1 0,0 1 0,0-1 1,0 1-1,-3 19-203,3-15 266,-1-1-38,-1 14 36,-7 26 0,8-39-19,-1-1-1,1 1 0,-1-1 1,0 0-1,0 0 0,0 0 0,-1 0 1,0 0-1,1 0 0,-1-1 1,-5 5-1,6-7 47,1 0 0,-1 0 0,0 0 0,0 0-1,0-1 1,0 1 0,0-1 0,0 1 0,0-1 0,0 0 0,0 1 0,0-1 0,0 0 0,0-1-1,0 1 1,0 0 0,0 0 0,1-1 0,-1 1 0,0-1 0,0 0 0,0 0 0,0 1 0,-2-3-1,-6-2 313,0-1-1,-17-14 0,22 17-286,1 0-1,0-1 0,0 0 1,0 0-1,1 0 1,-1 0-1,1 0 0,0-1 1,0 0-1,0 1 1,1-1-1,0 0 0,0 0 1,0 0-1,0-1 0,1 1 1,0 0-1,0-1 1,0 1-1,1-1 0,0 1 1,0-1-1,0 1 1,1 0-1,-1-1 0,1 1 1,1-1-1,-1 1 0,1 0 1,3-7-1,-3 9-126,-1-1 0,1 1 1,0 0-1,1 0 0,-1 0 0,0 0 0,1 0 0,0 0 0,0 1 0,0 0 0,0-1 0,0 1 0,0 0 0,0 0 1,1 1-1,-1-1 0,1 1 0,-1-1 0,6 0 0,-4 1-123,0 0 1,1 1-1,-1 0 0,1 0 1,-1 0-1,1 0 1,-1 1-1,0 0 0,1 0 1,-1 0-1,0 1 0,0 0 1,6 2-1,1 2-560,34 18-4327,-19-4-3729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51.7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194 169 2048,'-29'-39'4675,"10"12"-1992,-1 0 1,-33-31 0,51 56-2579,0 0 0,0 0-1,-1 0 1,1 0 0,-1 0 0,1 1 0,-4-2 0,5 3-103,1 0 0,-1-1 0,0 1 0,0 0 0,1 0 0,-1 0 0,0 0 0,0 0-1,1 0 1,-1 0 0,0 0 0,0 0 0,1 0 0,-1 1 0,0-1 0,1 0 0,-1 0 0,0 1 0,0-1 0,1 0 0,-1 1 0,1-1 0,-1 1 0,0-1 0,1 1 0,-1-1 0,1 1 0,-1-1 0,1 1 0,-1 0-1,1-1 1,0 1 0,-1 1 0,-3 6 8,0-1-1,1 1 0,0 1 1,1-1-1,0 0 1,-1 11-1,-4 53 334,7-67-324,-1 63 269,3 1-1,3 0 0,3 0 0,25 102 0,6-31-283,61 149 1,-79-233-360,12 29-3134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51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410 33 8354,'0'-1'310,"0"1"0,1-1 0,-1 1-1,0-1 1,0 1 0,0-1 0,0 0 0,1 1 0,-1-1 0,0 1 0,0-1 0,0 1 0,0-1 0,0 1 0,0-1-1,0 0 1,-1 1 0,1-1 0,0 1 0,0-1 0,0 1 0,0-1 0,-1 1 0,1-1 0,0 1 0,-1-1 0,1 0-1,-1 0-35,0 0 0,-1 0 0,1 1-1,0-1 1,0 0 0,-1 0-1,1 1 1,0-1 0,-1 1-1,-1-1 1,-4-1-103,0 0 1,0 1-1,-9 0 0,-29-1-261,1 1-1,-1 3 1,-64 10 0,36 0-6361,33-5-2823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52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 6881,'-2'1'9900,"-3"12"-7960,-4 18-1946,8-12 436,0-9-174,0 0 0,1 18-1,1-24-190,-1-1 1,1 0-1,0 1 0,0-1 0,0 0 0,0 0 0,1 0 0,-1 0 1,1 0-1,0 0 0,0 0 0,3 3 0,-4-4-74,1 0 0,0-1 0,-1 1 0,1-1 0,0 0-1,0 1 1,0-1 0,0 0 0,3 1 0,-5-2-58,1 0-1,-1 1 1,0-1 0,1 0 0,-1 0 0,0 0-1,1 0 1,-1 0 0,0 0 0,1 0-1,-1 0 1,0 0 0,1 0 0,-1-1 0,0 1-1,1 0 1,-1 0 0,0 0 0,1 0 0,-1 0-1,0-1 1,0 1 0,1 0 0,-1 0-1,1-1 1,-1 0-181,0 1-1,1-1 1,-1 0-1,0 0 1,1 0-1,-1 0 1,0 0-1,0 0 1,0 1-1,0-1 1,0 0-1,0 0 1,0 0-1,0-2 1,-1-3-1884,0-1 1,-1 1-1,-3-11 1,3 9 450,-6-13-3297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53.1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57 5201,'-32'-41'11429,"32"41"-11210,-1-1-1,1 1 1,0-1-1,-1 1 1,1-1-1,0 0 1,0 1-1,-1-1 1,1 0-1,0 1 1,0-1-1,0 0 0,0 1 1,0-1-1,0 0 1,0 1-1,0-1 1,0 0-1,0 0 1,0 1-1,1-1 1,-1 0-1,1 1-250,-1 0 0,0 0 1,1 1-1,-1-1 0,0 0 0,1 0 0,-1 0 0,0 1 0,1-1 0,-1 0 0,0 1 0,0-1 0,1 0 1,-1 1-1,0-1 0,0 0 0,0 1 0,1-1 0,-1 1 0,0-1 0,0 0 0,0 1 0,0-1 0,0 1 0,0-1 1,0 0-1,0 1 0,3 13-455,11 27-2648,7 14-7546,-14-36 4230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53.7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15 4505,'-1'3'7939,"-2"5"-2509,3 1-4501,4 0-696,1 0 1,-1 0 0,2 0-1,-1-1 1,2 0-1,-1 0 1,1-1 0,0 1-1,0-2 1,11 9-1,-5-6-167,-1-1 0,1 0 0,1-1-1,0 0 1,0-1 0,18 5 0,-27-9-35,1-1 0,-1 0 0,1 0 1,-1-1-1,1 1 0,11-1 1,-16-1-21,1 1 0,0 0 0,0 0 0,-1-1 0,1 1 0,-1-1 0,1 1 0,0-1 0,-1 0 0,1 0 0,-1 0 0,1 1 0,-1-1 0,0-1 0,1 1 0,-1 0 0,0 0 0,0 0 0,0-1 0,0 1 0,0-1 1,0 1-1,0-1 0,0 1 0,-1-1 0,1 1 0,0-3 0,0 0 3,0-1 1,0 1-1,-1-1 0,1 0 1,-1 1-1,0-1 0,-1 0 1,1 1-1,-1-1 0,-1-5 1,-2-2 4,0-1 0,-9-14 0,8 16 82,-1-1 0,-4-19 1,20 38-330,9 11 18,-15-15 230,-3-2-20,79 70 53,-66-61-17,-1 0 0,1-1 0,1-1-1,23 10 1,-31-15 2,0-1 1,0 0-1,0 0 0,0 0 1,0-1-1,1 0 0,-1-1 0,8 1 1,-10-2-26,0 1 1,0-1-1,0-1 0,0 1 1,0 0-1,-1-1 1,1 0-1,-1 0 0,1-1 1,-1 1-1,0-1 1,8-6-1,-10 7-19,0 0 0,0 0 0,0-1 0,0 1 0,0-1 0,-1 1-1,1-1 1,-1 0 0,0 0 0,1 1 0,-1-1 0,0 0 0,-1 0 0,1 0 0,-1 0 0,1 0 0,-1 0 0,0 0 0,0-4 0,-1-5-86,-1 0 0,0-1 0,-4-14 0,5 22 77,37 45-1191,17 26 789,-32-41-2421,-1 0-4329,-15-19 2695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54.2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138 208 5817,'8'2'927,"1"1"1,-1 0-1,0 0 0,0 1 0,-1 0 0,9 6 0,-7-4-285,-2 0 1,1 1-1,-1 0 0,13 14 0,-12-9-414,0 0 0,0 1-1,-1 0 1,-1 0 0,0 0-1,-1 1 1,7 23 0,-9-23-131,0 1 0,0 0 0,-1 0 0,-1 1 1,0-1-1,-2 16 0,1-30-64,0-1 0,0 0 0,0 1 0,-1-1 0,1 0 0,0 1-1,0-1 1,0 0 0,0 1 0,0-1 0,0 0 0,0 0 0,-1 1 0,1-1 0,0 0 0,0 1 0,0-1 0,-1 0 0,1 0 0,0 1 0,0-1 0,0 0 0,-1 0 0,1 0-1,0 0 1,-1 1 0,1-1 0,0 0 0,0 0 0,-1 0 0,1 0 0,0 0 0,-1 0 0,-13-4 563,-17-20-277,23 17-274,-117-96 166,107 85-218,0-1 0,1 0 0,0-1 0,-16-29 0,27 40-34,1-1 0,0 0-1,1-1 1,0 1 0,1-1-1,0 0 1,1 0 0,0 0-1,0 0 1,1 0 0,1-14-1,0 20-30,1-1-1,-1 0 1,1 1-1,1-1 1,-1 1-1,1-1 0,0 1 1,0 0-1,0 0 1,1 0-1,0 0 1,0 0-1,0 0 0,0 1 1,1-1-1,0 1 1,0 0-1,0 0 0,0 0 1,1 1-1,-1 0 1,1 0-1,9-5 1,-4 4 3,1 1 1,-1-1 0,1 2 0,-1-1-1,1 2 1,0-1 0,-1 2 0,1-1-1,0 1 1,14 2 0,-5 1 49,-1 1 1,0 0 0,0 1-1,34 14 1,-47-16 14,1 0 0,-1 1 0,0-1 1,0 1-1,0 0 0,-1 1 0,9 7 0,-13-11 5,0 1 0,0-1 0,0 0 0,0 0 0,0 1-1,0-1 1,-1 1 0,1-1 0,0 0 0,-1 1 0,1-1-1,-1 1 1,0 0 0,1-1 0,-1 1 0,0-1 0,0 1-1,0-1 1,0 1 0,0 0 0,0-1 0,-1 1 0,1-1-1,0 1 1,-1-1 0,1 1 0,-1-1 0,0 1 0,1-1-1,-1 0 1,0 1 0,0-1 0,0 0 0,0 0 0,0 1 0,0-1-1,0 0 1,-1 0 0,1 0 0,-2 1 0,-6 4 66,1 0-1,-1 0 1,-1-1 0,1 0 0,-18 6 0,-54 12-381,44-13-516,-16 5-2359,0-1-5142,20-5 3402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54.7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22 12219,'-5'-1'1545,"5"1"-1460,-1 0 1,1 0 0,-1 0 0,0 0 0,1-1 0,-1 1-1,1 0 1,-1 0 0,0 0 0,1 1 0,-1-1 0,1 0-1,-1 0 1,1 0 0,-1 0 0,0 0 0,1 1 0,-1-1-1,1 0 1,-1 1 0,1-1 0,-1 0 0,1 1 0,-1-1-1,1 0 1,0 1 0,-1-1 0,1 1 0,-1-1 0,1 1-1,0-1 1,0 1 0,-1-1 0,1 1 0,0-1 0,0 1 0,-1-1-1,1 1 1,0 1 0,0 2 38,-1 0-1,1 0 1,0 0-1,0 0 1,1 0-1,-1 0 1,1 0 0,0 0-1,0 0 1,0 0-1,0-1 1,1 1-1,0 0 1,0-1 0,3 6-1,-2-4-21,1 0 0,0 0 0,0 0-1,1 0 1,-1-1 0,1 0 0,0 0 0,0 0-1,6 3 1,-9-6-87,-1 0 0,1-1 0,0 1-1,-1 0 1,1-1 0,-1 0 0,1 1 0,0-1-1,-1 0 1,1 0 0,0 0 0,-1 0-1,1 0 1,0 0 0,-1 0 0,1 0-1,0-1 1,-1 1 0,1-1 0,-1 1 0,1-1-1,0 0 1,-1 1 0,0-1 0,3-2-1,2-2-16,-1 0-1,0 0 0,0 0 0,7-11 0,0 0-55,-7 11 43,-1 0 0,0 0 0,0-1 0,-1 0 0,0 0-1,0 0 1,0 0 0,-1 0 0,1-1 0,1-11 0,-4 17 10,0 1 0,0-1 0,0 1 0,0-1 0,0 0 1,0 1-1,0-1 0,0 0 0,0 1 0,0-1 0,1 1 0,-1-1 0,0 0 1,0 1-1,1-1 0,-1 1 0,0-1 0,1 1 0,-1-1 0,1 1 1,-1-1-1,0 1 0,1-1 0,-1 1 0,1 0 0,-1-1 0,1 1 1,0 0-1,-1-1 0,1 1 0,-1 0 0,1 0 0,-1 0 0,1-1 0,0 1 1,-1 0-1,1 0 0,0 0 0,2 1-91,0-1 0,-1 1 1,1 0-1,0 0 0,-1 0 0,1 1 0,3 2 0,14 8-1307,1 2-2532,2-3-5192,-13-8 4219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55.2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24 846 1384,'8'0'1697,"0"-1"0,1 1-1,-1-2 1,15-3 0,-17 3-1067,0 0 0,1-1 0,-1 0 1,0-1-1,0 1 0,-1-1 1,1 0-1,-1 0 0,1-1 1,4-6-1,-2 3-296,-1-1 0,-1-1 0,1 1 0,-1-1 0,-1 0 0,0 0 0,0-1 0,-1 0 0,-1 0 0,0 0 0,0 0 0,-1 0 0,1-19 0,-2 5-177,-1 0 0,-1 0-1,-1 0 1,-2 0-1,-7-30 1,-12-23-12,-61-141 1,61 172-168,-31-47 0,49 85 15,5 9-1,0 0-1,0 0 1,0 0 0,0-1 0,0 1-1,0 0 1,0 0 0,0 0 0,0 0-1,0 0 1,0-1 0,0 1 0,0 0-1,0 0 1,0 0 0,0 0 0,-1 0-1,1-1 1,0 1 0,0 0 0,0 0-1,0 0 1,0 0 0,0 0 0,-1 0-1,1 0 1,0 0 0,0 0 0,0-1 0,0 1-1,0 0 1,-1 0 0,1 0 0,0 0-1,0 0 1,0 0 0,0 0 0,-1 0-1,1 0 1,0 0 0,0 0 0,0 0-1,0 0 1,0 0 0,-1 0 0,1 1-1,0-1 1,0 0 0,0 0 0,0 0-1,0 0 1,-1 0 0,1 0 0,0 0-1,-3 13-207,3 18 144,2-3 72,1 0 0,2-1-1,0 1 1,14 36 0,48 102 17,29 21 64,-76-155-109,0-1-1,2-1 1,43 44-1,-62-70-108,2 0 0,-1 0 0,0-1 1,1 1-1,0-1 0,-1 0 0,1-1 0,0 1 0,1-1 0,5 2 0,-8-3-254,0-1-1,-1 1 1,1-1-1,0 0 0,-1 0 1,1 0-1,0 0 0,-1 0 1,6-2-1,-5 1-481,-1 0-1,1 0 0,0 0 1,0-1-1,-1 1 1,1-1-1,-1 0 1,1 0-1,3-4 0,4-4-2698,1-3-588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55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 45 2449,'-2'-7'5474,"-8"-19"2354,10 26-7708,-1-1-1,1 0 0,-1 0 0,1 1 0,-1-1 0,0 0 0,1 1 1,-1-1-1,0 0 0,0 1 0,1-1 0,-1 1 0,0-1 0,0 1 0,0 0 1,1-1-1,-1 1 0,0 0 0,0-1 0,0 1 0,0 0 0,0 0 1,0 0-1,0 0 0,0 0 0,-1 0 0,1 1-104,0-1 0,0 0 0,1 1 0,-1-1 0,0 1-1,0-1 1,1 1 0,-1-1 0,0 1 0,1 0 0,-1-1 0,1 1 0,-1 0 0,1 0 0,-1-1-1,1 1 1,-1 0 0,1 0 0,0 0 0,0-1 0,-1 1 0,1 0 0,0 0 0,0 0 0,0 0-1,0 0 1,0 0 0,0 1 0,1 27 295,3-10-176,1 0 1,0-1-1,1 0 1,14 28-1,-3-8-36,-7-13-20,1 0 0,2-1 0,19 30 0,7 10 68,-39-63-150,1 0 0,0 0 0,-1-1-1,1 1 1,-1 0 0,1 0 0,-1 0 0,0 0 0,1 0 0,-1 0 0,0 0 0,0 0 0,1 0-1,-1 0 1,0 0 0,0 2 0,0-3 12,-1 1 0,1-1-1,0 1 1,0-1 0,-1 1-1,1-1 1,0 1 0,-1-1 0,1 1-1,0-1 1,-1 1 0,1-1 0,-1 1-1,1-1 1,-1 0 0,1 1-1,-1-1 1,1 0 0,-1 0 0,0 1-1,-4 0 104,0 0 0,0 0 0,1 0 1,-1-1-1,-8 1 0,5-1 77,-27 0 471,-68-7 1,95 5-178,14-2 708,5-2-1067,6-5-157,1 0 0,0 1 0,0 1 0,1 1 1,23-7-1,-14 4 13,18-6-56,98-43-73,-129 53 154,0-2-1,0 0 0,-1-1 1,0 0-1,-1-1 1,23-24-1,-18 10 61,-18 24-61,1 0-1,-1 0 1,1 0-1,0 0 1,-1 0-1,0 0 0,1 0 1,-1 0-1,1 0 1,-1 0-1,0 0 0,0 0 1,0 0-1,0 0 1,0 0-1,0 0 1,0 0-1,0 0 0,0 0 1,0 0-1,0-1 1,-1 1-1,0-2 1,-1 3-40,-1-1 0,1 1 0,-1-1 1,1 1-1,0 0 0,-1 0 1,1 0-1,-1 0 0,1 0 0,-1 1 1,1-1-1,-4 2 0,1-1 26,0 1 0,0 0 0,0 0 0,1 1 0,-1-1 0,1 1-1,-1 0 1,1 0 0,0 0 0,0 1 0,0 0 0,1 0 0,-1 0 0,1 0 0,0 0 0,0 1-1,0-1 1,1 1 0,-1 0 0,1-1 0,-2 9 0,2-6 18,0-1-1,1 1 1,0-1 0,0 1 0,0 0 0,1-1-1,0 1 1,0 0 0,1 0 0,0-1-1,0 1 1,0-1 0,1 1 0,0-1-1,0 1 1,5 8 0,-2-8 39,1 1 1,-1 0-1,2-1 0,-1 0 1,1 0-1,0-1 1,0 0-1,0 0 1,1-1-1,0 0 0,0 0 1,0-1-1,1 0 1,10 3-1,-1-1-206,0 0-1,0-2 1,1-1-1,-1 0 1,1-1-1,20-1 1,-39-1 144,11 0-1766,-7-2-1224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56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34 4857,'-20'-12'6086,"-10"-5"-2798,28 16-3071,0 1 0,-1-1 0,1 0 0,0 1 1,0-1-1,0 1 0,0 0 0,-1 0 0,1 0 1,0 0-1,0 0 0,-4 1 0,5-1-190,0 1 0,-1-1 0,1 1 0,0-1 0,1 1 0,-1 0 0,0 0 0,0-1 0,0 1-1,0 0 1,0 0 0,1 0 0,-1 0 0,0 0 0,1 0 0,-1 0 0,1 0 0,-1 0 0,1 0 0,0 0 0,-1 0-1,1 1 1,0-1 0,0 0 0,0 0 0,0 0 0,0 0 0,0 1 0,0-1 0,0 0 0,1 2 0,-1 4 82,2 0 0,-1-1 0,5 14 0,-1-8 3,0-1 0,1 1 0,1-1 0,0 0 0,0-1 0,1 1 0,0-2 0,17 16 0,6 3 122,48 30 0,-52-39-196,-8-7-28,-13-9-31,-1 0-1,0 0 1,-1 1-1,1-1 1,-1 1-1,7 7 1,-11-11 10,0 1 1,0-1-1,0 0 1,0 1-1,0-1 1,0 1 0,0-1-1,-1 0 1,1 1-1,0-1 1,0 1-1,0-1 1,0 0 0,0 1-1,-1-1 1,1 0-1,0 1 1,0-1-1,-1 0 1,1 0-1,0 1 1,0-1 0,-1 0-1,1 1 1,0-1-1,-1 0 1,1 0-1,-1 1 1,-11 6-1,0-1 80,-1-1-1,1 0 1,-1-1 0,-16 4-1,-59 6 32,33-5-265,-9 7-2089,23-3-3640,33-10 4169,-17 5-8084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1:58.9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62 147 8,'10'4'20055,"5"-5"-14363,16-5-9398,-23 4 5607,-7 2-1897,50-14 279,-46 13-222,0-1 1,-1-1-1,1 1 0,-1-1 1,1 1-1,-1-2 1,0 1-1,4-4 0,-7 6-49,0 0-1,-1-1 1,1 1-1,0-1 1,0 1-1,-1-1 1,1 1-1,-1-1 1,1 0-1,-1 1 1,0-1-1,1 0 1,-1 1-1,0-1 1,0 0-1,0 1 1,-1-1-1,1-2 1,-1 2-27,1 0 0,0 0 0,-1 0 1,1 0-1,-1 0 0,0 0 0,0 0 1,0 0-1,0 0 0,0 0 1,0 1-1,0-1 0,-1 0 0,-1-1 1,-4-2-26,-1 0 0,1 1 0,-1 0 0,0 0 1,0 1-1,0 0 0,0 1 0,-9-3 0,11 4 28,-1 0-1,1 0 1,0 1-1,-1-1 1,1 1-1,-1 1 1,1-1-1,0 1 1,-1 0-1,1 1 1,-10 3 0,13-4 12,0 1 1,0-1-1,0 1 1,0 0 0,0 0-1,1 1 1,-1-1-1,1 0 1,-1 1 0,1 0-1,0-1 1,0 1-1,0 0 1,0 0 0,0 0-1,1 1 1,0-1-1,-1 0 1,1 0 0,0 1-1,1-1 1,-1 1-1,0-1 1,1 1 0,0-1-1,0 7 1,1-1 61,0-1 1,0 1 0,1-1-1,0 0 1,0 0 0,1 0-1,0 0 1,1 0 0,-1 0-1,6 7 1,-1-5 30,-1 0-1,1 0 1,1-1-1,0 0 1,0-1-1,1 0 1,0 0-1,0-1 1,1 0-1,0-1 1,0-1-1,1 1 1,-1-2-1,1 1 1,14 2-1,9 2 106,0-1 0,40 3 1,-59-10-141,1 0 1,0-1 0,0-1 0,-1 0 0,1-2 0,28-6 0,-40 7-256,0 0-1,1 0 1,-2 0 0,1 0-1,0-1 1,0 0 0,8-6-1,-12 5-1891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00.5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47 115 9906,'-9'-19'8238,"2"3"-5051,-18-46 474,23 56-3548,-2-5-110,8 17-4554,-3-4 3567,-1 0 0,1 0 0,-1 0 0,1 0 0,-1 0 0,0 3 0,1 3-2838,0 6-6017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00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6489,'-1'1'15332,"1"-2"-15265,0 1 1,0 0-1,0 0 1,0 0-1,0 0 1,-1 0-1,1 0 1,0 0-1,0 0 1,0 0-1,0 0 1,0 0-1,-1 0 1,1 0-1,0 0 1,0 0-1,0 0 1,0 0-1,0 0 1,0 1 0,-1-1-1,1 0 1,0 0-1,0 0 1,0 0-1,0 0 1,0 0-1,0 0 1,0 0-1,0 0 1,-1 0-1,1 1 1,0-1-1,0 0 1,0 0-1,0 0 1,0 0-1,0 0 1,0 0-1,0 1 1,0-1-1,0 0 1,0 0-1,0 0 1,12 18-84,-4-8 110,1 0 0,17 15 0,-22-22-198,-2-1-23,-1-1-1,0 0 1,1 1-1,-1-1 1,1 0-1,0 0 1,-1 0 0,1 0-1,0 0 1,0 0-1,0 0 1,0-1-1,3 2 1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01.1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8978,'0'5'1328,"0"0"1,1 0-1,0 0 1,0 0-1,0 0 1,1 0-1,0 0 1,2 7-1,1-5-854,-1 1-1,1-1 1,0 0-1,9 10 1,-3-5-526,2 0 1,0-1 0,0-1-1,23 14 1,-31-21 96,0 0-1,0-1 1,0 0 0,0 0 0,0 0-1,0 0 1,1-1 0,-1 0-1,1 0 1,5 0 0,-8-1-32,-1 0 0,1 0 0,-1-1 0,1 1 0,-1-1 1,1 1-1,-1-1 0,1 0 0,-1 0 0,0 0 0,1 0 0,-1 0 0,0-1 1,0 1-1,0-1 0,0 1 0,0-1 0,0 0 0,-1 0 0,1 0 0,0 0 0,-1 0 1,3-4-1,0-3-20,-1 1 1,0-1 0,0 0-1,-1 0 1,0 0 0,-1 0-1,1-18 1,2-7 117,-4 33-108,0 1 0,0-1 1,0 1-1,0-1 0,1 1 1,-1-1-1,0 1 0,0-1 0,1 1 1,-1-1-1,0 1 0,1 0 1,-1-1-1,0 1 0,1-1 1,-1 1-1,1 0 0,-1 0 1,1-1-1,-1 1 0,1 0 0,-1-1 1,1 1-1,-1 0 0,1 0 1,-1 0-1,1 0 0,-1 0 1,1 0-1,-1 0 0,1 0 0,-1 0 1,1 0-1,-1 0 0,1 0 1,-1 0-1,1 0 0,0 0 1,0 1-1,22 6-261,3 8 32,1 0-1,-2 1 1,26 22-1,-49-36 181,2 1-521,0 1 1,0 0-1,0 0 0,0 0 0,3 6 0,6 12-7716,-8-9-2435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01.7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218 62 9018,'-4'-4'906,"0"-1"1,-1 1-1,1 1 0,-1-1 0,-9-6 1,3 4 61,0 1 1,0 0 0,-23-7 0,31 11-905,-1 0 0,1 1 0,-1-1 0,1 1 0,0 0 0,-1-1 0,1 2 0,-1-1 0,1 0 0,-1 1 1,1-1-1,0 1 0,-1 0 0,1 0 0,0 0 0,0 1 0,-1-1 0,1 1 0,-3 2 0,2-1-34,1 0-1,-1 0 1,1 1-1,0-1 1,0 1-1,1 0 1,-1 0-1,1 0 1,-1 0 0,1 0-1,1 0 1,-1 1-1,-2 8 1,2-2 52,0 0-1,1 1 1,1-1 0,0 1 0,0-1 0,1 1 0,0-1 0,1 1 0,1-1-1,4 16 1,5 5 91,1 0 0,20 36 0,-2-10-186,2-1 0,3-1 1,69 83-1,-29-52-1452,76 117 0,-150-201 1082,18 25-2469,-6-12-4345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01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372 63 9682,'-6'-6'1351,"-1"1"0,1 0-1,-1 0 1,0 0 0,-10-5 0,7 6-446,-1 0 1,1 0 0,-19-4 0,15 5-721,-1 1 1,0 1-1,0 0 1,1 1 0,-1 1-1,-21 3 1,25-2-278,0 1 0,0 0-1,1 1 1,-1 0 0,1 0 0,0 1 0,0 0 0,-17 14-1,15-6-1853,-3 3-3895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02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128 354 5281,'2'2'615,"0"0"0,0 0-1,0 0 1,0 0 0,-1 0-1,1 0 1,-1 0 0,1 1 0,-1-1-1,0 1 1,0-1 0,0 1 0,0-1-1,0 1 1,-1 0 0,1-1-1,-1 5 249,-9-8 2367,5-11-3114,0 0-1,0 0 1,-2 1 0,1 0-1,-11-16 1,-41-50-252,20 30 485,36 45-244,0 1-1,0-1 1,0 1 0,1-1-1,-1 1 1,0-1 0,1 1-1,-1-1 1,1 0-1,-1 1 1,1-1 0,0-2-1,3 7-161,1-1 0,-1 1 0,1-1 0,0 0 0,4 1 0,-6-2 115,2 1-70,89 38-8,-78-35 54,-1-1 1,1 0-1,0-1 1,25 2-1,-20-4 3,0-2 0,0 0 0,38-7 0,-48 6-6,1 0-1,-1-1 1,0-1 0,0 0-1,-1 0 1,1-1-1,-1 0 1,0 0-1,9-8 1,-13 9-7,-1 0 1,0-1 0,0 1-1,0-1 1,0 0 0,-1 0-1,1 0 1,-1 0 0,-1-1-1,1 1 1,-1-1 0,0 0-1,0 0 1,0 1 0,-1-1-1,0 0 1,0 0-1,-1-1 1,0 1 0,0 0-1,0 0 1,-1 0 0,0 0-1,0 0 1,0 0 0,-1 0-1,0 1 1,-3-8 0,5 12-30,-1 0-1,1-1 1,-1 1 0,0 0 0,1-1 0,-1 1 0,0 0 0,0 0 0,0-1 0,0 1 0,0 0-1,0 0 1,0 0 0,-1 1 0,1-1 0,0 0 0,-1 0 0,1 1 0,0-1 0,-1 0 0,-1 0 0,1 1-8,0 0 1,0 0-1,0 0 0,1 1 1,-1-1-1,0 0 1,0 1-1,0-1 1,1 1-1,-1 0 1,0-1-1,1 1 1,-1 0-1,-2 2 1,-2 2-13,0 0 1,1 0 0,-1 0 0,1 1 0,1-1 0,-1 1-1,-5 10 1,6-9 20,1 0 0,0 0 0,0 0 0,0 1 0,1-1 0,0 1 0,1-1 0,0 1 0,0 0 0,0-1 0,1 1 0,1 11 0,0-13 17,0 1-1,1-1 1,0 0 0,0 0 0,0 0 0,1 0 0,0 0 0,0 0 0,0-1-1,1 0 1,0 1 0,0-1 0,0 0 0,0-1 0,7 6 0,-1-2 17,1-1 1,-1 0 0,1-1 0,1 0-1,-1-1 1,1 0 0,0-1 0,0 0 0,0-1-1,0 0 1,14 1 0,-10-2-460,0-1 1,0-1-1,0 0 0,0-1 1,0-1-1,0 0 0,0-1 0,20-7 1,-24 5-1321,-1 1 1,1-1-1,-1-1 1,-1 0-1,1-1 1,-1 0-1,0 0 1,-1-1-1,17-17 1,-15 11-46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03.0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53 8,'1'-2'876,"0"1"-1,0-1 1,0 0-1,0 0 1,0 0 0,0 0-1,0 0 1,-1-1-1,1 1 1,-1 0-1,1 0 1,-1 0 0,0-1-1,0 1 1,0 0-1,0 0 1,-1 0 0,1-1-1,-1-2 1,0 5-733,1-1 0,-1 0 0,0 1 0,0-1 0,1 1 0,-1-1 0,0 1 0,0-1 0,0 1 0,0-1 0,0 1 0,1 0 0,-1 0 0,0-1 0,0 1 0,-2 0 0,-14-1 118,13 2-190,1-1-1,0 1 1,-1 0-1,1 0 1,0 0-1,0 0 1,-1 0-1,1 1 1,0 0-1,0-1 1,0 1-1,1 0 1,-5 4-1,5-3-10,-1 1 0,1-1-1,-1 1 1,1 0 0,0 0 0,0-1 0,1 1-1,-1 1 1,1-1 0,-1 5 0,-1 2 29,1 0 0,1 0 0,-1 0 0,2 0 0,-1 1 1,2-1-1,-1 0 0,1 0 0,1 0 0,0 0 0,1 0 0,0 0 1,1-1-1,0 1 0,0-1 0,1 0 0,1 0 0,8 12 0,-5-10 27,20 26 130,-26-35-186,0 1 0,1-1-1,-1 0 1,1 0 0,-1-1 0,1 1 0,0-1 0,5 2 0,-8-3-4,0-1 1,1 1 0,-1-1 0,1 0 0,-1 1 0,1-1 0,-1 0-1,1 0 1,-1 0 0,1 0 0,-1 0 0,1-1 0,-1 1 0,0 0-1,1-1 1,-1 1 0,3-2 0,-2 1-14,1-1 0,0 1 0,-1-1 0,0 0 1,1 0-1,-1 0 0,0 0 0,2-4 0,1 0-40,-1 0 0,0-1 0,-1 0 1,1 0-1,-1 0 0,2-8 0,-1 3-38,-1-1-1,0 1 0,-1-1 0,-1 1 1,0-1-1,-1 1 0,-2-26 1,4 57-967,-2 31-1,0 5 1063,3-17-34,2 0 0,2 1 0,17 57 0,-7-43-699,46 94-1,-42-116-1876,-6-12-2385,-14-17 4105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04.1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8 184 8602,'-8'-9'9485,"10"15"-7773,19 39-1714,-13-26 184,1 0 0,1-1 1,21 30-1,-18-30-72,26 30 61,-34-42-152,0-1 1,0 0 0,1-1-1,-1 1 1,1-1 0,8 4-1,-14-7-6,1-1 0,-1 0 0,1 0 0,0 1 0,-1-1 0,1 0 0,0 0 0,-1 1 0,1-1-1,0 0 1,-1 0 0,1 0 0,0 0 0,-1 0 0,1 0 0,0 0 0,-1 0 0,1-1 0,0 1 0,-1 0-1,1 0 1,0 0 0,-1-1 0,1 1 0,0-1 0,0 0-12,0 0-1,0 0 1,0 0 0,-1 0-1,1 0 1,0 0 0,-1 0-1,1 0 1,0 0 0,-1-1-1,0 1 1,1-2 0,1-5-83,-1 1 0,-1 0 1,1-13-1,-1 18 64,0-16-98,-1 1-1,-7-34 0,-11-64 287,19 93 307,0 21-476,0 1-1,1 0 1,-1-1-1,0 1 1,0 0 0,0-1-1,1 1 1,-1 0 0,0-1-1,0 1 1,1 0 0,-1-1-1,0 1 1,1 0 0,-1 0-1,0-1 1,1 1 0,-1 0-1,0 0 1,1 0-1,-1-1 1,0 1 0,1 0-1,-1 0 1,1 0 0,-1 0-1,0 0 1,1 0 0,-1 0-1,1 0 1,-1 0 0,1 0-1,-1 0 1,0 0-1,1 0 1,-1 0 0,0 1-1,1-1 1,-1 0 0,1 0-1,-1 0 1,0 0 0,1 1-1,-1-1 1,0 0 0,1 0-1,-1 1 1,1 0 0,22 13-325,38 32 1,-45-33 353,0 0-1,1-1 1,0-1-1,37 17 1,-43-23 23,1-1 1,0 0-1,1-1 0,-1 0 1,0-1-1,1-1 0,0 0 1,17-1-1,-23 0-7,0-1 0,0 0 0,0-1 0,0 0 0,-1 0 0,1-1 0,-1 1 0,1-1 0,-1-1 0,0 1 0,0-1 0,0 0 0,-1-1 0,1 1-1,-1-1 1,7-8 0,-4 3-17,-1-1-1,1 0 1,-2-1-1,0 1 1,0-1-1,-1 0 1,-1-1 0,0 1-1,0-1 1,-1 0-1,-1 0 1,1-14-1,-3 20-10,0 0-1,0 0 1,-1 0 0,0 0-1,0 1 1,0-1 0,-1 0-1,-3-8 1,4 14-33,1 1 0,0-1 0,-1 0 0,0 1 0,1-1 0,-1 1 0,1-1 0,-1 1 0,1-1 0,-1 1 0,0-1 0,0 1 0,1 0 0,-1-1 0,0 1 0,1 0 0,-1 0 0,0 0 0,0-1 0,0 1 0,1 0 0,-1 0 0,0 0 0,0 0 0,1 0 0,-1 0 0,0 0 0,0 1 0,0-1 0,1 0 0,-1 0 0,0 1 0,0-1 0,1 0-1,-1 1 1,0-1 0,0 1 0,-27 17-188,18-9 200,1-1 0,0 2 0,0-1-1,1 1 1,0 0 0,0 1 0,2 0-1,-1 0 1,1 0 0,1 1 0,0 0-1,0 0 1,-2 15 0,6-24 17,1 0-1,-1 0 1,1 0-1,0 0 1,0 0-1,0 0 1,1 0 0,-1 0-1,1-1 1,-1 1-1,1 0 1,0 0-1,0 0 1,3 4 0,-2-3 36,1 0 0,0-1-1,0 1 1,0-1 0,0 0 0,0 0 0,0 0 0,8 4 0,0-1 43,-1 0-1,1-2 1,0 1-1,0-1 0,0-1 1,18 3-1,1-1 18,1-1 0,55 0 0,-73-5-99,1 0 0,-1 0 1,1-1-1,-1-1 0,1 0 0,-1-1 1,0-1-1,20-10 0,-29 13-6,1-1 1,-1 0-1,0 0 0,0 0 0,0 0 1,-1-1-1,1 0 0,-1 0 1,0 0-1,0 0 0,0 0 1,-1 0-1,1-1 0,-1 1 0,0-1 1,2-9-1,-1-1 3,0 0 0,-1 0 0,-1 0 0,-1-20-1,3 16 72,-3 19-86,0 0 0,0-1 0,0 1 1,0 0-1,0 0 0,0 0 1,0 0-1,0 0 0,0 0 1,0 0-1,1 0 0,-1 0 1,0 0-1,0 0 0,0 0 1,0 0-1,0 0 0,0 0 1,0 0-1,0 0 0,0-1 0,0 1 1,0 0-1,1 0 0,-1 0 1,0 0-1,0 0 0,0 0 1,0 0-1,0 0 0,0 0 1,0 0-1,0 1 0,0-1 1,1 0-1,-1 0 0,0 0 1,0 0-1,0 0 0,0 0 0,0 0 1,0 0-1,0 0 0,0 0 1,0 0-1,0 0 0,0 0 1,0 0-1,0 0 0,6 10-450,1 4 468,1-1 1,0 0-1,0-1 0,2 1 1,0-2-1,16 17 1,-4-5 59,-11-11-5,1-1 0,19 15 0,-25-21 24,1 0 1,0-1-1,0 0 0,0-1 1,0 0-1,15 5 0,-21-8-67,0 0-1,0 0 0,0 0 0,0 0 0,0 0 0,0 0 1,0 0-1,0 0 0,0 0 0,0 0 0,0-1 0,0 1 1,0 0-1,0-1 0,0 1 0,0-1 0,0 1 1,-1-1-1,1 1 0,0-1 0,0 0 0,-1 1 0,1-1 1,0 0-1,-1 0 0,2-1 0,1-3-15,0 0 1,-1 0-1,4-9 0,-1 4-84,-4 5 39,1 0 0,-1 0 0,0 0 0,0 0 0,0 0 1,-1 0-1,1-7 0,-2 8 16,1 0 1,1 0 0,-1-1-1,0 1 1,1 0-1,0 0 1,0 0 0,0 0-1,1 0 1,-1 0 0,1 1-1,3-7 1,-4 9-19,0 0 1,0 0 0,1 1-1,-1-1 1,0 0-1,0 0 1,1 1-1,-1-1 1,1 1 0,-1-1-1,0 1 1,1 0-1,-1 0 1,1-1 0,-1 1-1,1 0 1,-1 0-1,1 0 1,-1 1-1,3-1 1,30 9-381,-30-8 391,21 8-87,0 1 0,-1 1 0,36 22 0,-9 3-6025,-47-32 1951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05.1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59 1856,'-1'-3'1907,"0"-1"-1,0 1 0,0-1 0,-1 1 0,-3-6 0,3 5-1179,-1 1-1,1-1 1,-1 0-1,0 1 1,0-1-1,-1 1 1,-3-3-1,6 6-716,1-1 0,-1 1 0,1 0 0,-1 0 0,1 0-1,-1 0 1,1 0 0,-1 0 0,1 0 0,-1 0-1,1 0 1,-1 0 0,1 0 0,-1 0 0,1 0 0,-1 0-1,1 0 1,-1 0 0,1 1 0,-1-1 0,1 0-1,0 0 1,-1 1 0,1-1 0,-1 0 0,1 1 0,0-1-1,-1 0 1,1 1 0,0-1 0,-1 1 0,1-1-1,0 0 1,-1 1 0,1 0 0,-12 20-208,10-16 256,-1 3-10,0-1 0,0 0 0,1 0 0,0 1 1,1-1-1,0 1 0,0 0 0,1-1 0,0 15 0,1-11 68,1-1 1,0 0-1,1-1 0,0 1 0,0 0 0,1-1 0,0 1 1,9 13-1,-4-9 109,1-1-1,0 0 1,1-1 0,19 18 0,-29-28-173,1-1 1,0 1-1,0-1 0,0 0 1,0 0-1,0 1 0,0-1 1,0 0-1,0-1 0,0 1 1,1 0-1,-1-1 0,0 1 1,0-1-1,1 0 0,-1 1 0,4-1 1,-3-1 2,0 1 1,0-1 0,0 0-1,0 0 1,0 0-1,-1 0 1,1-1 0,0 1-1,0-1 1,-1 0-1,5-3 1,-1-1-4,1-1 0,-1 1 0,0-2 0,-1 1 0,1-1 0,-1 1 0,6-16-1,-5 8-52,-1-1-1,-1 1 0,0-1 1,2-28-1,0 8 116,6 96-1537,-7-48 1465,-1 1 0,1 0 0,1-1 0,0 0 0,1 0-1,1-1 1,-1 0 0,13 13 0,-5-8 48,-12-11-36,0-1 1,1 0 0,0 0-1,0 0 1,0 0 0,0-1-1,0 1 1,1-1 0,0 0-1,-1-1 1,1 1 0,8 2-1,-12-5-30,0 0-1,0 0 1,0 0 0,0 0-1,0 0 1,0 0-1,0 0 1,0-1-1,0 1 1,0 0-1,0-1 1,0 1-1,0-1 1,0 1-1,-1-1 1,1 1 0,0-1-1,0 1 1,-1-1-1,1 0 1,0 1-1,0-1 1,0-1-1,14-21 78,-11 17-82,0-1-29,0-1-1,0 0 1,3-13 0,6-12-40,34-69-154,-47 101 185,1 0 0,-1 1 0,0-1 0,0 0 0,1 1 0,-1-1 0,0 0 1,1 1-1,-1-1 0,1 1 0,-1-1 0,0 1 0,1-1 0,-1 1 0,1-1 0,0 1 0,-1 0 0,1-1 1,-1 1-1,1-1 0,0 1 0,-1 0 0,1 0 0,-1-1 0,1 1 0,1 0 0,-2 0-36,1 1 0,0-1 0,-1 0 0,1 1 0,-1-1-1,1 1 1,0-1 0,-1 1 0,1-1 0,-1 1 0,1-1 0,-1 1 0,0 0-1,1-1 1,-1 1 0,1 0 0,-1-1 0,0 1 0,0 0 0,1-1-1,-1 1 1,0 0 0,0 1 0,11 35-401,11 51 295,0 15 146,49 307-90,-68-377 101,-3 61 1,-1-81-20,0 0-1,-1 1 1,-1-1 0,0 0 0,-1-1 0,0 1 0,-8 16 0,9-24-15,0 0 1,0 0 0,-1 0 0,1-1 0,-1 1 0,0-1 0,0 0 0,-1 0 0,1-1-1,-1 1 1,0-1 0,0 0 0,-6 3 0,7-4 20,0-1 1,0 0 0,0 1-1,0-2 1,0 1-1,0 0 1,0-1-1,0 1 1,0-1-1,0-1 1,0 1 0,-1 0-1,1-1 1,0 0-1,0 0 1,0 0-1,0 0 1,-7-4-1,5 1 63,0 0 0,0-1 0,0 1-1,1-1 1,-1 0 0,1 0-1,0-1 1,1 0 0,0 0 0,-1 0-1,2 0 1,-1-1 0,1 1-1,0-1 1,0 0 0,1 0 0,0 0-1,0 0 1,-1-9 0,1 0-123,1 0-1,0-1 1,0 1 0,2-1 0,0 1 0,1-1 0,7-24 0,-7 31-325,1 0 0,1 1 0,0 0 0,0-1 0,1 1 0,0 1 0,0-1 0,1 1 0,12-14 0,-13 17-450,1 0 1,-1 0-1,1 1 1,0-1-1,0 1 1,1 1-1,-1-1 1,1 1-1,0 0 1,-1 1-1,1-1 0,0 1 1,1 1-1,7-2 1,6 2-3294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09.9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1148 48 8,'30'-13'671,"46"-6"9606,-48 13-5849,-19 3-3165,1 1 0,0 0-1,18 0 1,-100 44 1970,63-37-3142,-242 125 1083,-98 98-854,0 18 88,212-156-214,-20 19-7,151-105 728,-3 1-5679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10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665 91 8,'10'-3'1178,"-1"-1"0,0 1-1,0-1 1,15-10 0,-20 11 133,0 1-1,0-2 0,0 1 1,-1 0-1,0-1 0,6-7 1,-9 10-1137,0 1 0,0-1 0,0 1-1,0-1 1,0 1 0,0-1 0,0 1 0,-1-1 0,1 1 0,0-1 0,0 1-1,-1-1 1,1 1 0,0 0 0,-1-1 0,1 1 0,-1-1 0,1 1 0,0 0 0,-1 0-1,1-1 1,-1 1 0,1 0 0,-1-1 0,1 1 0,-1 0 0,-13-7 595,2 8-782,0 0 0,0 1 1,-22 6-1,-12 2 86,-47 0 64,0-4-1,-170-11 1,95-17 492,168 22-635,0 0 0,0 0 0,0 0 0,0 0 0,0 0 1,0 0-1,-1 0 0,1 0 0,0 0 0,0 0 0,0 0 0,0 0 0,0 0 0,0 0 0,0 1 0,0-1 0,0 0 0,0 0 0,0 0 0,0 0 0,0 0 0,0 0 0,0 0 0,0 0 0,0 0 0,0 0 0,0 0 0,0 0 0,0 0 0,0 0 0,0 1 1,0-1-1,0 0 0,0 0 0,0 0 0,0 0 0,0 0 0,0 0 0,0 0 0,0 0 0,0 0 0,0 0 0,0 0 0,0 0 0,0 0 0,0 0 0,0 1 0,0-1 0,0 0 0,0 0 0,0 0 0,0 0 0,0 0 0,0 0 0,1 0 0,-1 0 1,0 0-1,0 0 0,0 0 0,0 0 0,0 0 0,0 0 0,0 0 0,0 0 0,7 8-1,-5-6 42,0 0 0,-1-1 1,1 1-1,0-1 0,0 0 0,0 1 0,0-1 1,4 1-1,0 0 38,0-1-1,-1 0 1,1-1 0,0 1 0,0-1-1,-1-1 1,1 1 0,0-1 0,0 0-1,9-2 1,-10 2-32,0-1 0,1 0 0,-1 0 0,7-3 0,1-2-49,0 1-1,0 1 0,1 1 0,-1 0 0,1 0 0,0 1 1,0 1-1,23-1 0,9 3-107,60 7 1,-26 0 132,-52-6-18,129 12-25,-156-13 25,19 5-113,-20-5 102,0 0 0,1 0 0,-1 0 0,1 0 0,-1 0 0,0 0 0,1 0 0,-1 0 0,0 0-1,1 0 1,-1 0 0,0 1 0,1-1 0,-1 0 0,0 0 0,0 0 0,1 1 0,-1-1 0,0 0 0,0 0-1,1 1 1,-1-1 0,0 0 0,0 1 0,0-1 0,1 0 0,-1 0 0,0 1 0,0-1 0,0 0 0,0 1-1,0-1 1,0 1 0,0-1 0,0 0 0,0 1 0,0-1 0,0 0 0,0 1 0,0-1 0,0 1 0,-4 5 17,0 0 0,0 0 0,-1-1 0,0 0 1,0 1-1,-1-2 0,1 1 0,-8 4 1,-55 30 428,24-15-306,14-7-345,9-4 420,0 0 0,-28 22-1,43-31-499,1 1 0,0 0 0,0 1 0,0-1 0,1 1 0,0 0 0,0 0 0,0 1 0,1-1 0,0 1 0,0-1 0,-3 14 0,3-10-2747,1 1 0,0 14 1,1-1-6538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27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267 399 3897,'-6'4'20410,"8"5"-20446,0 0 1,1 1 0,6 13-1,2 7 58,15 40 113,2-1 0,64 109 0,5-31 317,-92-140-443,0-1-2,0 0 0,-1 0 0,0 1 0,0-1-1,-1 1 1,1 0 0,3 13 0,-6-12-39,-6-15-414,0-4 0,-70-90-3412,19 21 1665,-162-253 17,216 329 2187,-12-18 342,2-2-1,-16-41 0,-21-96 3308,41 129-2806,1 13-105,-16-34-1,0 1 260,21 46-850,-1-1 1,0 1 0,0 0 0,0 0-1,-1 1 1,-8-11 0,12 16-143,-1 0 0,1-1 0,0 1-1,-1 0 1,1-1 0,0 1 0,0-1 0,-1 1 0,1-1 0,0 1 0,0 0 0,0-1 0,-1 1 0,1-1 0,0 1 0,0-1 0,0 1 0,0-1-1,0 1 1,0-1 0,0 0 0,0 1-5,0 0 0,0 0 0,0 0 0,1 0 0,-1-1 0,0 1 0,0 0 0,0 0 0,0 0 0,1 0 0,-1 0 0,0 0 0,0 0 0,0 0 0,1 0 0,-1 0 0,0 0 0,0 0 0,0 0 0,0 0 0,1 0 0,-1 0 0,0 0 0,0 0 0,0 0 0,1 0 0,-1 0 0,0 0 0,0 0 0,0 0 0,0 0 0,1 0 0,-1 1 0,0-1 0,0 0-1,0 0 1,0 0 0,0 0 0,1 0 0,-1 0 0,0 1 0,0-1 0,0 0 0,0 0 0,0 0 0,0 0 0,0 1 0,28 9-536,170 108 143,-131-75 302,-45-30 60,-11-7-9,0 1 1,0 1-1,18 15 1,-22-15-122,-7-7 40,-16-4-879,-15-7 1168,1-1 0,0-1-1,-42-25 1,-79-57 185,145 90-340,4 2-22,0 0 1,-1 0-1,0 0 1,1 0 0,-1 1-1,0-1 1,0 1 0,1 0-1,-1 0 1,0 0-1,-6-1 1,8 3-26,1 0 0,-1 0 0,1 1 0,-1-1 0,1 0 0,-1 0 0,1 0 0,0 0 0,0 0 0,-1 0 0,1 1 0,0-1 1,0 2-1,0 2 5,-8 90-10,6-60-77,-2-6-852,-1-10-2923,3-12 1119,-2 8-8540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28.4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74 2985,'-4'-31'10036,"3"27"-9190,0 0 0,0 0-1,0 1 1,-1-1 0,1 1 0,-1-1 0,0 1-1,0 0 1,0 0 0,-4-4 0,25 47 2004,-5-17-2631,1-1 1,1-1-1,20 21 1,61 53 132,-48-48-203,11 12-40,82 78 63,-122-120-163,-1 2-1,-2 0 1,0 1-1,19 28 1,-35-47-25,-1 0 0,1 0 0,0 0 0,-1 1 0,1-1 0,-1 0 1,1 0-1,-1 0 0,0 1 0,0-1 0,1 0 0,-1 0 0,0 1 0,0-1 1,0 0-1,0 0 0,-1 1 0,1-1 0,0 0 0,-1 2 0,0-3-121,-1-1 1,0 1-1,1 0 0,-1-1 0,1 1 0,0-1 0,-1 0 1,1 1-1,-1-1 0,1 0 0,0 0 0,-2-1 0,-43-38-5575,33 26-352,-15-19-1,13 13-851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28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271 82 7714,'0'-2'859,"0"0"1,-1 0 0,1 1 0,0-1 0,-1 0 0,1 0 0,-1 0-1,0 1 1,0-1 0,1 0 0,-1 1 0,0-1 0,0 1 0,-2-3-1,-21-17 3192,4 2-1885,19 18-2001,-1 0 0,1-1-1,0 1 1,-1 0-1,1 0 1,0 0 0,-1 0-1,1 0 1,-1 0-1,0 0 1,-2-1-1,8 16 246,-38 111-349,-7 22-37,-6-9 4,25-72-20,16-43-59,-5 33-1,0 2-119,-4-11-3198,9-32-1185,-1 0-3790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29.5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1 3385,'-8'2'7728,"-11"-2"-4211,9-1-1549,-3 4-1169,-1 0 0,1 0 0,0 1 0,0 1-1,-22 11 1,29-13-687,-1 1-1,1 0 1,0 1-1,1-1 0,-1 1 1,1 1-1,-7 7 1,10-10-38,-1 0 0,1 0 0,0 1 0,0-1 0,0 1 0,0 0 0,1-1 0,-1 1 0,1 0 0,0 0 0,0 0 0,1 0 1,-1 0-1,1 0 0,0 4 0,0-5 13,1 0 1,0 0 0,0 0-1,0 0 1,0 0-1,1-1 1,-1 1 0,1 0-1,0-1 1,-1 1 0,1-1-1,0 0 1,1 0-1,-1 0 1,0 0 0,1 0-1,-1 0 1,1 0 0,-1-1-1,1 1 1,2 0-1,6 3 61,0 0 0,1-1 0,-1 0 0,13 2 0,1-1-84,0-1 0,1-1 0,-1-1 0,0-1 0,34-3-1,-42-1-1023,0 0 0,27-8-1,-23 2-3444,-11-2-3927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30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40 6817,'0'-3'1296,"0"1"0,0-1-1,-1 1 1,1-1-1,-1 1 1,1 0 0,-2-5-1,1 6-988,1 0 0,-1 0 0,1 0 0,-1 0 0,0 0 0,0 1 0,1-1 0,-1 0-1,0 0 1,0 0 0,0 1 0,0-1 0,-1-1 0,0 2-261,0-1 0,0 1 0,0-1 0,1 1 0,-1 0-1,0 0 1,0 0 0,0 0 0,0 0 0,0 0 0,1 1 0,-1-1 0,0 0 0,0 1 0,0 0-1,1-1 1,-1 1 0,0 0 0,1 0 0,-1 0 0,-2 2 0,-3 2 18,-1 1 1,1 0-1,0 1 1,1-1 0,0 2-1,0-1 1,0 0-1,1 1 1,0 0-1,-7 17 1,-2 8 253,-15 52 0,25-71-252,-2 7 25,0 0 0,2 1 1,-3 36-1,6-47-70,1 1 0,1-1 1,0 0-1,0 0 0,1 0 0,1 0 1,0 0-1,8 21 0,-4-19 4,0 0-1,1 0 1,0-1-1,1 0 1,0-1-1,1 1 1,13 10-1,-15-14-545,1-1 0,0 0 0,0 0 0,1-1 0,0-1 0,0 1 0,0-2 0,1 1 0,20 4 0,-5-6-3602,-10-4-1702,-3 0-3662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30.4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 0 8034,'-4'4'10241,"4"-3"-10070,-1-1-1,1 1 1,-1-1-1,0 1 1,1-1-1,-1 1 1,1 0-1,0-1 1,-1 1 0,1-1-1,-1 1 1,1 0-1,0-1 1,0 1-1,-1 0 1,1 0-1,0-1 1,0 1-1,0 1 1,-4 27 226,3-24-317,0 0 1,0 0 0,1 0-1,-1 0 1,2 7-1,4 22 82,2-1-1,2 0 1,1 0 0,1 0-1,16 31 1,74 137-178,-99-197 10,6 12-34,22 44-242,-27-53 202,0 1 1,-1 0-1,1 0 0,-1 0 1,1 15-1,-3-22 59,0 1-1,1 0 0,-2 0 1,1-1-1,0 1 1,0 0-1,0-1 1,-1 1-1,1 0 1,-1-1-1,1 1 0,-1 0 1,0-1-1,0 1 1,1-1-1,-1 0 1,0 1-1,0-1 1,-1 1-1,0 0 0,0-1 7,0 1 0,0-1 0,0 0 0,0 0 0,-1 0 0,1 0 0,0 0 0,0-1 0,-1 1 0,1-1 0,0 0 0,-5 1 0,-3-2 17,0 1-1,-1-2 1,1 1-1,0-1 1,-14-5-1,10 2 42,1-1-1,-1 0 0,1 0 0,0-1 1,1-1-1,-1 0 0,2-1 1,-1 0-1,-11-13 0,18 17-15,1 0 0,-1-1-1,1 0 1,0 1 0,1-2-1,-1 1 1,1 0 0,1 0-1,-1-1 1,1 0 0,0 1 0,0-1-1,-1-14 1,3 13-461,0 0 0,0-1 0,1 1 1,2-12-1,0 8-1948,0 1-1,9-21 1,-3 10-3215,-2-1-2354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30.6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 15155,'3'-3'4105,"3"-4"850,2 2-3312,-8 5-1679,0-1 0,1 1 0,-1 0-1,0 0 1,1 0 0,-1 0 0,1-1 0,-1 1 0,0 0-1,1 0 1,-1 0 0,0 0 0,1 0 0,-1 0 0,1 0-1,-1 0 1,0 0 0,1 0 0,-1 0 0,0 1 0,1-1-1,-1 0 1,0 0 0,1 0 0,-1 0 0,0 0 0,1 1-1,-1-1 1,0 0 0,1 0 0,-1 1 0,0-1 0,0 0-1,1 0 1,-1 1 0,0-1 0,0 0 0,0 1 0,1-1-1,-1 0 1,0 1 0,0-1 0,0 0 0,0 1 0,0 0 0,12 37-6213,-6-13-749,-2-3-3926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31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0 548 6225,'4'0'13126,"17"-3"-10135,6-2-2616,0 0-1,0 2 0,44 0 1,-36 3-196,55-9 1,-80 6-67,-14-1-295,-23-1-268,17 3 567,-10-2-74,12 3 7,0 0 0,-1-1 0,1 0 0,0-1 0,0 0 0,0 0-1,0-1 1,-9-5 0,10 4 103,0-1-1,0 0 0,0 0 1,-9-11-1,14 14-100,0 0 0,0 0 0,0-1 0,0 1 0,1-1 1,-1 1-1,1-1 0,0 1 0,0-1 0,0 0 0,1 0 0,-1 0 0,1-5 0,0-3-24,1 0 1,0 1-1,1-1 0,1 1 0,-1-1 1,2 1-1,0 0 0,0 0 0,1 1 1,6-12-1,1 3-93,1 1 0,0 0 0,1 1 0,25-22-1,-22 22-53,2 1 0,0 1-1,40-23 1,-45 31 122,0-1 0,1 2 0,0 0 1,0 1-1,1 0 0,29-4 1,-40 9-33,-1-1 1,1 1 0,-1 0 0,1 1-1,-1-1 1,1 1 0,-1 0 0,1 0-1,5 2 1,-8-2-2,0 0 1,0 0-1,0 0 0,-1 0 0,1 0 1,0 0-1,-1 0 0,1 1 0,-1-1 1,1 0-1,-1 1 0,0 0 1,1-1-1,-1 1 0,0 0 0,0-1 1,0 1-1,0 0 0,-1 0 0,1 0 1,0 0-1,-1 0 0,1 3 1,0 3 15,-1 0 1,0 0 0,0 1 0,-1-1 0,0 0 0,-1 0 0,1 0 0,-2 0 0,1 0 0,-1 0 0,0 0 0,-4 7-1,-6 7-33,-1-1-1,-26 30 0,15-18 33,18-25 21,2 0-1,-1 1 0,1 0 1,-5 12-1,10-20-1,0-1 0,-1 1-1,1 0 1,0 0 0,0 0 0,0-1-1,0 1 1,0 0 0,0 0 0,0 0 0,0 0-1,0-1 1,1 1 0,-1 0 0,0 0-1,0 0 1,1-1 0,-1 1 0,0 0-1,2 1 1,-1 0 19,1-1-1,-1 1 0,1 0 1,0-1-1,-1 1 0,1-1 1,3 2-1,2 1 56,-1-1-1,1 1 1,14 3-1,26 5-34,0-2-1,60 4 0,-21-8-3528,-59-6-546,-9-1-2744,-6-1-3502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31.8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33 8002,'10'-12'5046,"-9"11"-4860,0-1-1,0 1 1,0-1 0,0 1-1,0 0 1,0 0-1,0 0 1,1-1-1,-1 1 1,0 0-1,1 0 1,-1 1-1,1-1 1,-1 0 0,1 0-1,0 1 1,-1-1-1,1 1 1,0-1-1,-1 1 1,4 0-1,2 0-146,1 1 1,-1 0-1,1 1 0,-1 0 0,0 0 0,0 0 0,0 1 0,0 0 0,0 1 1,8 5-1,9 7-30,29 25 0,-44-33 26,20 18 48,-1 0-1,-2 2 0,30 41 0,56 101 342,-95-142-337,-1 0 1,-2 1 0,-1 1-1,17 58 1,-28-77-72,0 0 0,0 0 0,-1 0 0,-1 0 0,0 0 0,0 0 0,-4 19 0,2-22 2,0 0 0,-1 0-1,0 0 1,0-1 0,-1 1-1,0-1 1,0 0 0,0 0-1,-1 0 1,0-1 0,-10 10-1,6-7-38,-1 0-1,-1-1 1,0-1-1,0 1 0,-20 8 1,-16 4-1840,-2-3-3586,11-5-4669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33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495 9 5281,'4'-4'8849,"-10"2"-5778,-12 0-2281,-14 3-283,1 1 1,-1 1 0,-35 9 0,44-6-313,1 0-1,0 1 0,0 2 1,-40 22-1,57-29-177,0 1 1,0 1-1,0-1 0,1 1 1,-1-1-1,1 1 0,-7 9 1,10-12-9,0 1 1,0 0-1,0-1 0,1 1 1,-1 0-1,0 0 0,1 0 1,-1 0-1,1-1 1,0 1-1,-1 0 0,1 0 1,0 0-1,0 0 0,1 0 1,-1 0-1,0 0 1,1 0-1,-1 0 0,1 0 1,-1-1-1,1 1 0,0 0 1,0 0-1,1 2 1,4 5 85,0-1-1,1 1 1,0-2 0,0 1 0,0-1 0,1 0 0,0 0 0,0-1 0,13 7 0,12 5 112,42 17 1,-49-24-156,37 16 51,37 18 21,-98-45-129,-1 1 0,0-1 0,0 1 0,0-1 0,0 1 0,0 0 0,0-1 0,0 1 0,0 0 0,-1 0 0,1 0 0,0 0 0,0 0-1,0 2 1,-1-3-1,1 1 0,-1-1-1,0 0 1,0 1-1,0-1 1,0 1-1,0-1 1,0 1-1,0-1 1,0 1-1,0-1 1,-1 1 0,1-1-1,0 1 1,0-1-1,0 1 1,0-1-1,-1 0 1,1 1-1,0-1 1,-1 1-1,1-1 1,0 0 0,0 1-1,-1-1 1,-2 2 0,1 0 0,-1-1 0,1 1-1,-1-1 1,1 1 0,-1-1 0,0 0 0,0 0 0,0-1 0,-5 2 0,-53 4 28,0-2-1,-63-5 1,-14 1-3033,92 0-1821,15-1-2838,16 1 416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34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31 8594,'-20'-31'8183,"20"67"-6771,1 1-1106,1 0-1,3 0 1,9 40-1,0-22 92,29 72 1,-31-95-292,2-1 0,2-1-1,0 0 1,2-1 0,1-1 0,2-1 0,0 0 0,26 22 0,-45-47-69,0 0 0,0 0 0,0-1-1,0 1 1,0-1 0,0 0 0,0 1 0,0-1 0,1 0-1,-1 0 1,0-1 0,1 1 0,-1 0 0,1-1 0,-1 0-1,1 1 1,-1-1 0,5 0 0,-3-1 10,-1 0-1,1 0 1,-1 0 0,0 0-1,0-1 1,0 1 0,0-1-1,0 0 1,0 0 0,0 0-1,0 0 1,2-3 0,3-3 36,-1 0 0,0-1 0,-1 1 1,0-1-1,0-1 0,-1 1 0,7-19 1,9-44 473,-21 72-552,0-1-1,0 0 1,1 0 0,-1 0-1,0 0 1,1 0-1,-1 0 1,1 0 0,-1 0-1,1 1 1,-1-1-1,2-1 1,-2 2-3,0-1 0,1 1-1,-1 0 1,0 0 0,0 0 0,1 0 0,-1 0-1,0 0 1,0 0 0,1 0 0,-1 0-1,0 0 1,0 0 0,1 0 0,-1 0 0,0 0-1,1 0 1,-1 0 0,0 0 0,0 0 0,1 0-1,-1 0 1,0 0 0,0 1 0,0-1-1,1 0 1,-1 0 0,0 0 0,1 1 0,1 1 9,0 1 1,1 0 0,-1 0-1,0 0 1,2 4-1,2 2-3,3 5 27,1-1 1,1 0 0,1-1-1,0 0 1,0-1 0,16 12-1,-20-18-20,0 1 0,0-1 0,1 0-1,0-1 1,0 0 0,0-1 0,0 0-1,0 0 1,1 0 0,-1-2 0,21 3 0,-26-4-361,1 0 0,0-1 0,0 1 0,0-1 0,0 0 0,0 0 0,-1-1 1,1 1-1,0-1 0,-1 0 0,0 0 0,1-1 0,-1 1 0,0-1 0,0 0 1,0 0-1,-1 0 0,1-1 0,-1 1 0,1-1 0,-1 0 0,4-7 0,-6 10 385,-1 1-1,0-1 0,0 1 0,0-1 0,1 1 0,-1 0 0,0-1 0,0 1 0,1 0 0,-1-1 0,0 1 0,1 0 0,-1-1 0,1 1 0,-1 0 0,0-1 0,1 1 0,-1 0 0,1 0 0,-1 0 0,0-1 0,1 1 0,-1 0 0,1 0 0,-1 0 0,1 0 0,-1 0 0,1 0 0,0 0 0,0 0 4,0 1 0,1-1 0,-1 1-1,0-1 1,0 1 0,0 0 0,0-1 0,0 1-1,0 0 1,0 0 0,1 1 0,5 6 118,-1 0 1,7 13 0,-8-12 215,3 2-119,0-1 0,0 0 1,20 18-1,-1-6-2788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34.2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68 9730,'-8'-29'7251,"7"24"-6291,-1 1 1,1-1 0,0 0 0,0 0 0,0 1 0,0-6-1,1 9-746,1 22-4430,-2 16-2661,1-21 1554,0-3-2173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34.7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334 182 3649,'-62'-61'7398,"-41"-20"-941,96 76-6115,0 0 0,-1 0 0,1 1 0,-1 0 0,0 0 0,0 1 0,0 0 0,-15-4 0,21 7-324,1 1 0,0-1 0,0 0 1,0 0-1,-1 1 0,1-1 0,0 1 1,0-1-1,0 1 0,0 0 0,0-1 1,0 1-1,0 0 0,0 0 0,0 0 1,0-1-1,1 1 0,-1 0 0,0 0 0,-1 2 1,-13 24 74,6-10 53,2 2 0,0-1 0,1 0 0,1 1 0,1 0 0,0 1 0,0 24 0,3-17 74,1 0 1,2-1-1,1 1 0,11 49 1,-5-43-62,2 1 0,18 37 0,37 60 120,-5-10-197,-50-94-286,0 0 0,11 51 0,-22-68-1155,-5-11-1582,3 0 2330,1-1 0,-1 1 0,1-1-1,0 1 1,-1-1 0,1 0 0,0 1 0,-1-4 0,0-1-617,1 1 0,0 0 1,1-1-1,-1 1 0,1-1 1,0-7-1,0 2-442,0-9-1812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34.8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407 15 4249,'0'-11'10447,"-1"11"-10110,0-1-72,1 1 1,-1-1-1,0 1 0,0 0 0,0-1 0,0 1 1,0 0-1,0 0 0,0 0 0,0 0 0,0-1 1,-1 2-1,-37 3-1715,27-2 2703,-213 14-210,129-21-9458,76 3-457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35.2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7 9210,'-5'-7'8749,"4"11"-8052,3 47-433,3 0-1,1 0 1,3-1-1,20 65 1,-18-82-620,1-1 1,20 38 0,-9-27-3846,0-1-5160,-16-31 4023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35.6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0 202 544,'24'5'6597,"16"-2"-3037,-14-2-2309,-8 1-729,0-1 0,0 0 1,0-2-1,0 0 0,0-2 0,0 1 1,0-2-1,-1-1 0,22-8 0,-29 9-309,9-3 244,1-2 1,-2 0-1,24-15 1,-38 21-329,1 0 0,-1-1 1,0 1-1,0-1 0,-1 1 1,1-1-1,-1 0 0,0-1 1,0 1-1,0 0 0,-1-1 1,1 0-1,-1 1 0,0-1 1,0 0-1,-1 0 0,0 0 1,2-9-1,-3 12-107,0 1 0,0-1 0,0 0 0,0 1 0,0-1 0,0 0 0,0 1 0,-1-1 0,1 1 0,-1-1 0,1 1 0,-1-1 0,1 1 0,-1-1 0,0 1 0,0-1 0,0 1 0,0 0 0,0-1 0,-1 0 0,0 1-27,0-1-1,1 1 0,-1 0 0,0 0 0,0 0 0,0 1 0,0-1 0,0 0 1,0 1-1,0-1 0,-1 1 0,1 0 0,-3 0 0,-1 0-22,0 0 1,1 1-1,-1-1 1,0 2-1,1-1 0,-1 0 1,1 1-1,-1 0 0,1 1 1,-8 4-1,8-4 23,0 1 0,0 0 0,1 0 0,0 1 1,0-1-1,0 1 0,0 0 0,1 0 0,-1 0 0,1 1 0,1-1 0,-1 1 0,1-1 1,0 1-1,-2 10 0,3-11 54,0 0 1,0 0-1,1 0 1,0 0-1,0 0 1,0 0-1,1 0 1,-1 0-1,1 1 1,1-1 0,-1-1-1,1 1 1,-1 0-1,1 0 1,1-1-1,-1 1 1,1-1-1,-1 1 1,5 4-1,2 0 84,0-1 0,0 0 0,0-1-1,1 0 1,0 0 0,0-1 0,15 7 0,-3-4 0,1 0 0,37 9 0,-51-15-223,0-1 1,0-1-1,0 0 1,14 0-1,0-5-4327,-22 3 3794,4-1-2274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36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238 508 8042,'-15'8'6202,"-32"7"-1467,-25 1-2200,15-5-1620,54-10-905,0 0 0,0 0 0,1 0 0,-1 0 0,0 0 1,1 0-1,-1 1 0,1-1 0,0 1 0,-1 0 0,1-1 0,0 1 0,0 0 1,0 0-1,-2 4 0,3-4 4,0-1 0,0 0 1,1 1-1,-1 0 0,1-1 0,-1 1 0,1-1 1,0 1-1,-1-1 0,1 1 0,0 0 1,0-1-1,0 1 0,0 0 0,1-1 1,-1 1-1,0-1 0,1 1 0,-1 0 0,1-1 1,-1 1-1,1-1 0,0 0 0,0 1 1,0-1-1,0 1 0,0-1 0,1 1 1,5 6 92,0-1 1,0 0-1,1-1 1,0 1-1,0-1 1,0-1-1,1 0 1,0 0-1,11 4 1,-3-3 26,0 0 0,1-1 0,0 0 0,21 1 0,-33-5-74,1 0-1,0-1 0,0 0 1,0-1-1,0 0 1,-1 0-1,1 0 0,0-1 1,-1 1-1,8-5 1,-11 5-33,0 0 0,0-1 0,0 1 1,-1-1-1,1 0 0,-1 0 0,1 0 1,-1 0-1,0 0 0,0 0 0,0-1 0,0 1 1,0-1-1,0 1 0,-1-1 0,1 0 1,-1 0-1,0 0 0,1 0 0,-1 0 1,-1 0-1,1 0 0,0-5 0,0-7-14,-1 1 0,-1-1 0,-1 1 0,0 0 0,-7-25 0,-28-69 34,24 74-44,-11-25 12,-35-61-1,-41-51 19,69 124-8,31 47-29,0 0 1,0 0-1,0 0 0,0 0 1,0 0-1,0 0 0,-1 0 1,1 0-1,0 0 0,0 0 1,0 0-1,0 0 0,0 0 1,0 0-1,0 0 0,0 0 0,0 0 1,0 0-1,0 0 0,0 0 1,0 0-1,0 0 0,0 0 1,-1 0-1,1 0 0,0 0 1,0 0-1,0 0 0,0 0 1,0 0-1,0 0 0,0 0 1,0 0-1,0 0 0,0 0 1,0 0-1,0 0 0,0 0 1,0 0-1,0 0 0,-1 0 1,1 0-1,0 0 0,0 0 1,0 0-1,0 0 0,0 0 1,0 0-1,0 0 0,0 0 1,0 0-1,0-1 0,0 1 1,0 0-1,0 0 0,0 0 1,0 0-1,0 0 0,1 9-196,6 17 23,23 51 176,64 122-1,-26-60-107,-49-100-1137,28 43 0,-21-44-3721,2-1-5207,-14-21 2250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37.8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248 786 3609,'3'-3'5318,"7"-7"286,-9 6-5040,1 0-1,0 0 0,-1 0 1,1 0-1,-1 0 1,0 0-1,-1 0 0,1 0 1,-1-1-1,0-4 1,-4-43 915,2 37-947,-6-35 15,-2 0 0,-2 1 0,-36-91 1,-78-131 172,68 175 247,54 153-1745,5-25 771,2 0 1,1 0-1,1-1 1,9 32-1,-1-20 24,2-1-1,26 54 1,-30-75 2,0 1 0,2-1 0,1-1-1,0-1 1,1 0 0,1 0 0,1-2 0,1 0 0,0-1 0,1 0 0,1-2 0,0-1-1,1 0 1,1-1 0,-1-1 0,2-2 0,23 8 0,-24-10-20,1-1 0,0-1 0,34 3 0,-50-8 7,1 1 0,0-1 0,-1-1 1,1 1-1,0-1 0,-1-1 0,1 1 0,-1-1 0,0 0 0,1-1 0,-1 0 1,0 0-1,0-1 0,8-6 0,-12 8 2,0 0-1,0-1 1,-1 1-1,0-1 1,1 1-1,-1-1 1,0 0-1,0 0 1,-1 0 0,1-1-1,-1 1 1,1 0-1,-1 0 1,1-6-1,-1 3-2,0 0 0,-1 1 0,1-1 0,-2 0 0,1 1 0,0-1 0,-1 0 0,-2-8 0,0 4-10,-1 0-1,0 0 0,0 0 0,-1 1 0,0-1 0,-1 1 1,0 0-1,0 1 0,-11-11 0,15 16 1,-1 1 1,1 0-1,-1 0 0,1 0 1,-1 0-1,0 1 0,0-1 1,0 1-1,0-1 0,0 1 1,0 0-1,0 0 0,0 1 1,0-1-1,-1 1 0,1-1 0,0 1 1,-4 0-1,4 1 0,1-1 0,-1 1-1,1-1 1,-1 1 0,1 0-1,0 0 1,-1 0 0,1 0-1,0 1 1,0-1 0,0 1 0,-1-1-1,2 1 1,-1 0 0,0-1-1,0 1 1,0 0 0,1 0-1,-1 0 1,1 1 0,0-1 0,0 0-1,-2 5 1,1-3 4,1 0 0,-1 0 0,1 1-1,0-1 1,0 1 0,1-1 0,-1 1 0,1-1 0,0 1 0,0-1 0,1 1-1,-1-1 1,1 1 0,2 8 0,0-7 14,-1 0-1,1 0 1,1-1 0,-1 1 0,1-1-1,0 1 1,0-1 0,0 0 0,7 5-1,3 2 26,1-1-1,0-1 0,0-1 1,1 0-1,0-1 1,27 10-1,-26-12 31,1 0 1,-1-2-1,25 4 1,-36-7-224,0 0 0,0-1 0,0 0 0,0 0 0,0-1 0,0 1 0,1-1 0,-1-1 0,0 1 0,-1-1 0,1 0 0,0-1 0,8-3 0,-13 5-115,0 0 0,0 0 1,0 0-1,0 0 0,0 0 1,0 0-1,0 0 1,0 0-1,0 0 0,0-1 1,0 1-1,0-2 0,0 2-358,-1 0-1,0 0 0,1 0 0,-1 0 0,0-1 0,0 1 0,0 0 1,0 0-1,0 0 0,0-1 0,0 1 0,0 0 0,0 0 0,-1 0 1,0-2-1,-4-11-10239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38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224 147 6121,'-46'-44'6397,"29"26"-4354,-1 1 0,-1 1 1,-40-27-1,58 42-2003,0 0-1,-1 0 1,1 0-1,0 0 1,-1 1-1,1-1 1,0 1 0,-1-1-1,1 1 1,-1 0-1,1-1 1,0 1-1,-1 0 1,1 0 0,-1 0-1,1 0 1,-1 0-1,1 0 1,-1 0-1,1 1 1,-1-1 0,1 0-1,0 1 1,-1-1-1,-1 2 1,1 0-24,0 0 0,1 0 0,-1 0 0,0 0 0,1 0 0,0 0 0,-1 1 0,1-1 0,0 0-1,0 1 1,0-1 0,1 1 0,-2 3 0,0 8 85,-1-1-1,2 1 0,0 0 0,0 0 1,2 15-1,13 69 357,-5-53-301,3 0-1,25 64 1,49 81-80,1-26-635,-65-130-746,1 0 0,40 46 0,-60-77 980,18 18-2172,-5-12-2603,-16-9 4896,1 0 0,-1 1 1,0-1-1,0 0 0,1 0 0,-1 0 0,0 0 0,0 0 0,1 0 1,-1 0-1,0 0 0,1 0 0,-1 0 0,0-1 0,0 1 1,1 0-1,-1 0 0,0 0 0,4-15-7064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38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403 77 3865,'-3'-5'1298,"-2"0"-1,1 0 1,0 1 0,-1 0-1,0 0 1,0 0 0,-7-4 0,4 4-493,-1 0 1,1 0 0,-1 1-1,-12-3 1,-5 1-707,-1 1 0,-39-1 0,36 3 477,7 2-1111,0 0-1,-33 5 1,35-2-3952,-1 0-3740,11-1 3407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38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9186,'0'1'9920,"0"7"-9299,1 16 73,8 42-1,-4-40-378,8 44 287,34 102 0,41 60-737,-64-183-802,-8-19-1926,-3 1-5290,-9-23 3531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38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513 109 6129,'-3'-6'1197,"0"0"-1,-1 0 1,0 0-1,0 1 0,-1 0 1,1 0-1,-1 0 1,-1 0-1,-6-5 0,3 5-578,0-1 0,0 1 0,0 1-1,-1 0 1,-16-5 0,3 4-517,0 0 0,0 2 1,0 1-1,-43 1 0,44 2-273,0 1 0,0 0 0,-38 11 0,20 1-2987,2 4-3896,9-4-3981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39.8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 81 10522,'-11'-7'1785,"-1"1"-1,-1 0 1,-14-5-1,4 2-85,14 6-1174,0 0 0,0 0 0,-1 1 0,-14-2 0,22 4-480,-1-1-1,0 1 0,1 0 1,-1 0-1,0 0 1,0 0-1,1 0 1,-1 1-1,0-1 0,1 1 1,-1 0-1,1 0 1,-1 0-1,1 0 0,-1 0 1,1 1-1,0-1 1,0 1-1,-1-1 0,-2 4 1,4-4-26,0 1 1,0 0-1,0-1 1,0 1-1,0-1 0,1 1 1,-1 0-1,1 0 1,-1-1-1,1 1 1,0 0-1,-1 0 0,1 0 1,0 0-1,0-1 1,1 4-1,-1-1 26,1 0-1,0 0 1,1-1-1,-1 1 1,0 0-1,1-1 1,3 6-1,3 2 82,0 0 0,1 0 0,13 12-1,-4-5-38,0-1 0,1-2 0,0 0-1,28 16 1,-39-26-56,1 0-1,0-1 1,0 0-1,0-1 0,1 0 1,-1-1-1,1 1 1,-1-2-1,1 1 1,0-2-1,-1 1 1,1-1-1,16-2 1,-23 1-15,1 1 0,-1-1 0,0 0 0,-1 0 0,1 0 0,0 0 0,0-1 0,0 1 1,-1-1-1,1 1 0,0-1 0,-1 0 0,0 0 0,1 0 0,-1-1 0,0 1 0,2-3 0,-2 0 3,1 1-1,-1 0 1,0-1-1,-1 1 0,1-1 1,-1 0-1,0 1 1,0-1-1,0 0 0,0-5 1,-1-3 1,0 0 0,-1 0 0,-1 0 0,0 0 0,-1 0 0,0 0 0,-6-15 0,8 26-14,-28-84 441,32 97-551,1 1-1,1-1 0,-1-1 1,2 1-1,-1-1 1,9 11-1,-2-6 132,1-1 0,1-1 0,0 0 0,0-1 0,1-1 0,1 0 0,0-1 0,0-1 0,1 0 0,1-1 0,29 9 0,-42-15 7,-1-1 0,1 0 0,-1 0 0,1-1 0,-1 1 0,1-1 0,-1 0 0,1-1 0,0 1 0,-1-1 0,7-1 0,-9 1-7,1 0 0,-1 0 1,1 0-1,-1-1 0,0 1 0,0-1 0,1 0 0,-1 1 0,0-1 0,-1 0 1,1 0-1,0 0 0,0-1 0,-1 1 0,0 0 0,1 0 0,-1-1 0,0 1 0,0-1 1,1-3-1,0-2-15,0-1 1,0 0 0,-1 1 0,0-1 0,0 0 0,-1 0-1,0 0 1,-3-13 0,0 1-43,-2 0 0,-9-27 0,21 63-323,2-1 1,0 0-1,12 15 0,-9-14 358,2-1 0,-1-1 0,1 0 0,1-1 0,1-1 0,21 14 0,-29-21-39,0 1 0,1-1 1,-1-1-1,1 0 0,0 0 0,0 0 1,10 1-1,-17-4 25,1 0-1,-1 1 1,1-1 0,-1 0 0,1 0-1,-1 0 1,1 0 0,-1-1-1,1 1 1,-1 0 0,1-1 0,-1 0-1,0 0 1,1 0 0,-1 0-1,0 0 1,0 0 0,0 0 0,0-1-1,0 1 1,0-1 0,0 0 0,0 1-1,0-1 1,-1 0 0,1 0-1,-1 0 1,1 0 0,-1-1 0,2-3-1,-1-1-27,-1 0 0,1 0 0,-1 0 0,0-11 0,1-6-379,-2 20-347,3-15 147,0 11-3061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40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295 614 9170,'-19'-12'2550,"0"0"0,-32-13 0,42 21-2088,-1 1 1,1 0-1,-1 0 1,0 1 0,0 0-1,0 1 1,-20-1-1,26 2-385,0 1-1,0-1 1,-1 1-1,1 0 1,0 0-1,0 0 1,0 0-1,0 1 1,0 0-1,0 0 1,0 0-1,1 0 1,-1 0-1,1 1 1,-5 4-1,4-3-23,0 1 0,1-1 0,0 1 0,-1 0 0,1 0 0,1 0 0,-1 0 0,1 1 0,0-1 0,-2 8 0,2-2 16,0 1 0,1-1 0,0 0 1,1 0-1,0 1 0,0-1 1,1 0-1,1 1 0,0-1 1,1 0-1,4 12 0,-2-11 29,0 0-1,1 0 0,0 0 1,9 11-1,-12-19-40,1 1-1,-1-1 1,1 0 0,0 0 0,0-1-1,0 1 1,0-1 0,0 0 0,1 0-1,0 0 1,-1 0 0,10 2 0,-10-4-12,1 0 1,0-1 0,-1 1-1,1-1 1,-1 0 0,1-1-1,0 1 1,-1-1 0,1 0-1,-1 0 1,1 0 0,-1-1 0,0 1-1,0-1 1,1 0 0,-1 0-1,-1-1 1,1 1 0,0-1-1,4-4 1,0 0-5,0 0 0,-1 0-1,0-1 1,0 0 0,-1-1 0,0 0-1,9-17 1,-8 10-44,-1 0 1,-1 0-1,-1-1 0,0 1 0,-1-1 1,-1 0-1,0 0 0,-2-29 0,-3 4-85,-1 1 0,-14-57 0,9 61 18,-2 0-1,-2 0 1,-1 1 0,-20-35 0,2 14 47,-60-82 1,90 136 20,1 2-1,0-1 0,0 1-1,0-1 1,0 1 0,-1 0 0,1-1-1,0 1 1,-1 0 0,1 0-1,0 0 1,-1 0 0,-2-1 0,3 3-44,0 0 0,1 0-1,-1 0 1,0 0 0,1 0 0,-1 0 0,1 0 0,-1 0 0,0 3 0,-1 5 26,1 0 1,0 0-1,0 0 0,1 0 1,0 0-1,1 0 0,0 0 1,2 11-1,3 9 44,12 31 0,2-9 2,1-1 0,3-1 0,55 84 0,-77-132-37,67 111-276,-27-36-2729,-30-47-755,-6-10-1739,-2 1-5381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41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121 165 3785,'17'122'8650,"-16"-115"-8281,1 0 0,0 0 1,0 0-1,0 0 1,0 0-1,1-1 1,7 12-1,-10-18-329,0 0-1,0 0 1,0 1 0,0-1-1,0 0 1,0 0 0,0 0 0,0 0-1,0 0 1,0 0 0,0 0-1,1 1 1,-1-1 0,0 0-1,0 0 1,0 0 0,0 0-1,0 0 1,0 0 0,0 0 0,0 0-1,1 0 1,-1 0 0,0 1-1,0-1 1,0 0 0,0 0-1,0 0 1,0 0 0,1 0-1,-1 0 1,0 0 0,0 0 0,0 0-1,0 0 1,0 0 0,1 0-1,-1 0 1,0 0 0,0 0-1,0-1 1,2-5 1748,-2-9-381,-3 2-1339,0 0 0,-1 0 0,0 1 0,-1-1 0,-1 1 0,0 0 0,-9-14 0,0-1-12,-84-139 433,98 165-419,0-1 1,1 0 0,-1 1 0,0-1 0,0 0 0,1 1 0,-1-1-1,1 0 1,0 0 0,-1 0 0,1-1 0,0 2-51,0 1 1,0 0-1,0 0 0,0-1 1,1 1-1,-1 0 0,0 0 1,0 0-1,0-1 0,0 1 1,0 0-1,1 0 0,-1 0 1,0 0-1,0-1 0,0 1 1,1 0-1,-1 0 0,0 0 1,0 0-1,0 0 0,1 0 1,-1 0-1,0 0 0,0 0 1,1 0-1,-1 0 0,0-1 1,1 1-1,14 4-164,10 7-324,0 1-1,44 28 1,12 6-7936,-53-32 782,-14-11 2404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41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4289,'0'1'6122,"2"7"-4698,4 9 1803,8 31 1,-10-32-2370,0-1 0,13 27 0,-15-36-736,11 21 291,2-1 0,23 34 0,-25-41-353,-11-15-267,0 0 1,1 0-1,-1 0 1,1 0 0,0-1-1,0 1 1,7 5 0,-12-25-11555,1 14 10660,-3-10-6663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41.4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35 10754,'-2'-4'1758,"1"-1"0,0 1-1,0 0 1,0-1 0,0-7 0,4 14-1146,-1 4-1146,1 20 94,9 65-4015,-8-73-61,7 24-1,0-14-2926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41.9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263 161 7426,'0'-1'560,"1"0"0,-1-1 0,1 1 0,-1 0 0,0 0 0,0-1 0,1 1 0,-1 0 0,0 0 0,0-1 0,0 1 1,0 0-1,-1-1 0,1 1 0,-1-2 0,0 0-158,0 1 1,0-1-1,0 1 0,0-1 1,-1 1-1,-2-5 0,-1 2-189,0 0 0,0 0 0,0 0 0,-11-6 0,-5-4 365,6 4-184,-1 1-1,0 0 0,0 1 1,-1 1-1,0 0 0,-19-5 1,36 13-388,-1-1 0,0 1 0,0 0 0,0 0 0,0 0 0,0 0 0,0 0-1,0 0 1,0 0 0,0 0 0,0 0 0,0 0 0,0 1 0,0-1 0,0 0 0,0 1 0,0-1 0,0 0 0,0 1 0,0-1 0,1 1 0,-1 0 0,0-1 0,0 1 0,1 0 0,-1-1 0,0 1 0,1 0 0,-1 0 0,1 0 0,-1-1 0,1 1 0,-1 0 0,1 0 0,-1 0 0,1 0 0,0 0 0,0 0-1,-1 1 1,1 2 4,-1-1-1,1 1 0,-1 0 0,1-1 0,0 1 1,1 0-1,-1-1 0,1 1 0,1 5 0,0-3 26,0 0-1,1 1 0,0-1 0,0 0 1,1 0-1,-1-1 0,1 1 0,1-1 1,-1 1-1,1-1 0,0-1 0,0 1 0,0-1 1,0 0-1,1 0 0,0 0 0,12 5 1,-10-5-98,1 0 0,-1 1 1,0 1-1,0-1 1,0 1-1,-1 0 0,0 1 1,0 0-1,-1 0 1,0 0-1,0 1 0,0 0 1,-1 0-1,0 0 1,-1 1-1,6 15 0,-4-4-157,-1-1 1,0 1-1,-2 0 0,0 0 0,-2 0 0,0 1 0,-3 36 0,2-55 187,0 1 0,-1-1 0,1 0 0,0 0 0,-1 0 0,1 0 0,-1-1-1,0 1 1,0 0 0,0 0 0,0 0 0,0 0 0,0-1 0,0 1 0,0 0 0,-1-1 0,1 1-1,0-1 1,-1 0 0,0 1 0,1-1 0,-1 0 0,0 0 0,1 0 0,-1 0 0,0 0-1,0-1 1,0 1 0,0 0 0,0-1 0,0 0 0,0 1 0,0-1 0,0 0 0,0 0-1,0 0 1,0 0 0,0 0 0,-4-1 0,-6-2-445,0 0-1,0-1 1,1 0 0,-1-1-1,1 0 1,0 0 0,-12-9-1,9 5-1897,1-1 0,0-1-1,1 0 1,-21-23-1,19 15-2305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42.4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28 9386,'0'-2'926,"1"0"0,-1 0 0,0 0 1,0-1-1,0 1 0,0 0 0,-1 0 0,1 0 0,-1 0 0,-1-5 1,4 11-814,-1-1 1,1 1 0,-1-1-1,0 1 1,0 0 0,0-1 0,-1 1-1,1 0 1,-1 4 0,1 4 50,6 19 113,1-1-1,15 40 0,-15-49-182,18 47 233,52 93 0,48 55-80,-118-202-241,3 5-30,1-1 0,1 0 0,0 0 0,1-1 0,17 15 0,-30-31 26,-1-1 1,1 1-1,0 0 0,0-1 1,0 1-1,-1-1 0,1 1 1,0 0-1,0-1 0,0 0 1,0 1-1,0-1 1,0 0-1,0 1 0,0-1 1,0 0-1,0 0 0,0 0 1,0 0-1,0 0 0,0 0 1,0 0-1,0 0 1,0 0-1,0-1 0,0 1 1,0 0-1,0-1 0,0 1 1,0 0-1,0-1 1,0 1-1,-1-1 0,1 0 1,0 1-1,0-1 0,-1 0 1,1 1-1,0-1 0,0 0 1,-1 0-1,1 1 1,-1-1-1,1 0 0,-1 0 1,1 0-1,-1-1 0,3-4-11,0 0 0,-1 0 0,0 0 0,-1-1 0,1 1 0,0-9 0,-1-5-15,-1 0 0,-1 1 0,0-1 0,-2 0-1,-8-34 1,0 2 404,18 59-466,9 17 18,-5-8 118,3 2-32,1 0 1,1-2-1,1 1 0,0-2 0,31 21 1,-45-33-132,0-1 1,1 0 0,-1 0 0,1 0 0,0 0 0,-1-1 0,1 0-1,4 1 1,-7-1-13,0-1 1,0 0-1,0 0 0,0 0 0,0 0 0,0 0 0,-1 0 0,1-1 1,0 1-1,0 0 0,0 0 0,0 0 0,0-1 0,-1 1 0,1-1 0,0 1 1,0 0-1,0-1 0,-1 0 0,1 1 0,0-1 0,-1 1 0,1-1 1,-1 0-1,1 1 0,0-1 0,-1 0 0,1 0 0,-1 1 0,0-1 0,1 0 1,-1 0-1,0 0 0,1 0 0,-1 1 0,0-1 0,0 0 0,0 0 0,0-2 1,2-11-2292,-1 1 0,-1-1 0,-2-18 0,-8-41-2713,0 3 3218,7 35 1775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42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0 189 8,'4'-42'7742,"16"-69"1,-19 107-7241,0 1 1,0-1-1,0 1 1,0-1-1,1 1 1,2-5-1,-3 8-457,-1-1 0,0 1 0,1-1 0,-1 1 0,1-1 0,-1 1 0,1-1 0,-1 1 0,1 0-1,-1-1 1,1 1 0,-1 0 0,1-1 0,0 1 0,-1 0 0,1 0 0,-1-1 0,1 1 0,0 0 0,-1 0-1,1 0 1,0 0 0,-1 0 0,1 0 0,0 0 0,-1 0 0,1 0 0,-1 0 0,1 1 0,0-1-1,-1 0 1,1 0 0,-1 1 0,1-1 0,0 0 0,-1 0 0,1 1 0,-1-1 0,1 1 0,-1-1 0,1 1-1,-1-1 1,0 1 0,1 0 0,9 9-68,-2 1 1,0 1-1,0 0 0,-1 0 1,0 0-1,6 17 0,-7-16 19,21 47-4,27 98 0,5 68 2,-21-65-81,16 69-4513,-50-203 1678,-3-20-441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42.8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410 72 2024,'2'-17'6584,"-2"-8"-1897,0 12-1892,0 12-2724,-1 0 0,1 0 0,0 1 0,0-1 0,0 0 0,-1 0 0,1 1 0,0-1 0,-1 0 0,1 1 0,-1-1 0,1 0 0,-1 1 0,1-1 0,-1 0 0,1 1 1,-1-1-1,1 1 0,-1-1 0,0 1 0,1 0 0,-1-1 0,0 1 0,0-1 0,1 1 0,-1 0 0,0 0 0,0 0 0,1-1 0,-1 1 0,0 0 0,0 0 0,0 0 0,1 0 0,-1 0 0,-1 0 0,-5 0-130,-1 1 1,1 0-1,-8 1 1,12-1 169,-49 8-328,-93 16-447,47-11-5662,44-6-3670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44.7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91 134 8,'1'-6'1116,"-1"-1"1,0 1-1,-1 0 0,1-1 1,-1 1-1,-1 0 0,1 0 1,-1-1-1,0 1 0,0 1 1,-1-1-1,-5-9 0,1 5 385,6 8-1150,0 0 0,-1 0 0,0-1 0,1 1 0,-1 0 0,0 1 0,0-1 0,-4-2 0,-14-11 3297,20 17-3486,-1 0 1,1-1 0,-1 1 0,1-1-1,-1 1 1,0 0 0,1-1 0,-1 1 0,-1 1-1,-10 22 114,10-13-177,1 0 1,0 0-1,1 0 0,0 0 1,1 0-1,0 0 1,1 0-1,0 0 1,1 0-1,0-1 1,9 20-1,37 85 445,-25-63-404,27 86-1,-46-118-106,-1 0 1,0 0-1,-2 0 0,1 23 1,-2-75 513,2 0 1,2 0-1,9-36 1,-12 58-549,1 0 1,0 1-1,0-1 1,1 1-1,8-14 1,-10 19-17,0 0 0,0 1 0,1-1 0,-1 1 0,0-1 0,1 1 0,0 0 1,-1 0-1,1 0 0,0 1 0,0-1 0,0 0 0,0 1 0,0 0 0,0 0 0,1 0 0,-1 0 0,7 0 0,0 1-20,1 0-1,0 1 1,-1 0-1,1 1 1,0 0-1,-1 1 0,0 0 1,0 0-1,0 2 1,0-1-1,0 1 1,-1 0-1,0 1 0,0 0 1,-1 0-1,10 9 1,-15-11 24,0-1 1,0 0 0,-1 1-1,1-1 1,-1 1 0,0 0-1,0 0 1,0 0 0,0 0-1,-1 0 1,1 0 0,-1 0-1,0 1 1,-1-1 0,1 6-1,-1-7 7,0 1 0,0-1-1,0 1 1,-1-1-1,0 1 1,0-1 0,0 0-1,0 1 1,0-1-1,-1 0 1,1 0 0,-1 0-1,0 0 1,0 0-1,0 0 1,0 0-1,0 0 1,-1-1 0,-3 3-1,0 0 14,-1 0 0,0 0 0,0-1 0,0 0 0,-1-1 0,1 0-1,-1 0 1,0 0 0,0-1 0,-12 2 0,-5-1 20,1-2-1,-29-1 1,9 0-3924,2 2-4102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45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30 125 8386,'-12'7'6199,"11"-6"-5996,0-1 0,0 0 1,0 1-1,1-1 1,-1 0-1,0 1 1,0-1-1,0 1 1,1-1-1,-1 1 1,0-1-1,1 1 0,-1 0 1,0-1-1,1 1 1,-1 0-1,1 0 1,-1-1-1,1 1 1,-1 0-1,1 0 1,0 0-1,0 0 0,-1 1 1,0 1-60,1 0 1,0 0-1,0 0 1,0 0-1,0 0 1,0 0-1,1 0 1,-1 0-1,1 0 0,0 0 1,0 0-1,0 0 1,0 0-1,0 0 1,1-1-1,-1 1 1,1 0-1,0-1 1,0 1-1,0-1 0,4 4 1,5 5-64,1 0 1,0-1 0,0-1-1,1 0 1,0-1-1,1 0 1,0-1-1,0 0 1,0-1-1,1-1 1,0-1 0,25 5-1,-36-8-74,-1-1-1,1 0 0,-1 0 1,0-1-1,1 1 0,-1-1 1,1 1-1,-1-1 1,0 0-1,0 0 0,1-1 1,-1 1-1,0-1 1,0 0-1,0 1 0,0-1 1,-1 0-1,1-1 1,0 1-1,-1 0 0,0-1 1,1 0-1,-1 1 1,0-1-1,-1 0 0,1 0 1,2-4-1,-1 0-7,0 0 0,0-1 0,-1 1 0,0 0-1,0-1 1,-1 1 0,0-1 0,0 0 0,-1 0 0,0 1 0,-1-10-1,-2 3 10,0 0-1,-1 0 1,-1 1-1,-1-1 0,0 1 1,0 0-1,-1 0 1,-1 1-1,0 0 0,-13-14 1,6 11 2,14 17-44,1 0 0,-1-1-1,1 1 1,-1 0 0,1 0-1,0 0 1,0-1-1,0 5 1,0 6 43,1 1 0,1 0 0,0 0 0,1-1 0,1 0 0,0 1 0,6 12 0,45 81 58,-33-67-49,145 303-8,-163-332-21,0-1 0,-1 1 0,-1 0 0,0 0 0,0 0 0,1 18 0,-3-26 9,0 0 0,0 0-1,0 1 1,-1-1 0,1 0 0,-1 0-1,1 1 1,-1-1 0,0 0 0,1 0-1,-1 0 1,0 0 0,-1 0 0,1 0 0,0 0-1,-1 0 1,1-1 0,0 1 0,-1 0-1,0-1 1,0 1 0,1-1 0,-1 0-1,0 1 1,0-1 0,0 0 0,0 0-1,0 0 1,0-1 0,-1 1 0,1 0-1,0-1 1,0 1 0,0-1 0,-5 0-1,-8 1 10,0-1 0,0-1 0,0 0 0,0-1 0,-26-7 0,17 2-46,1-1 1,-39-18 0,55 22-388,0 0 0,1 0 0,0 0 0,0-1 0,0 0-1,0 0 1,1 0 0,-6-7 0,-3-10-4264,5-1-3458,6 6 1036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46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13 4201,'-2'0'928,"1"-1"0,-1 1 0,1 0 1,0-1-1,-1 1 0,1-1 0,-1 1 0,1-1 0,-3-1 0,3 1-176,0 0-1,-1 0 1,1 1-1,-1-1 0,1 0 1,-1 1-1,1-1 1,-1 1-1,-2-1 0,0 24 2226,5-12-2798,-1-1 0,2 0 0,-1 0 0,2 1 0,-1-1 0,1-1 0,8 19 0,4 0 44,21 33 1,0-2-25,-26-41-140,63 124 151,-60-114-191,-2 1 0,-1 0 0,7 33 0,-14-32 119,-3-29-282,0 0 0,0 1 0,0-1 0,0 0 0,0 0 0,-1 0 0,1 0 0,0 1 1,-1-1-1,1 0 0,-1 0 0,1 0 0,-1 0 0,1 0 0,-1 0 0,0 0 0,0 0 0,1 0 0,-1 0 0,0 0 1,-1 0-1,1-1-33,1 0 1,0 0 0,0 1 0,-1-1-1,1 0 1,0 0 0,0 0-1,-1 0 1,1-1 0,0 1 0,0 0-1,-1 0 1,1 0 0,0 0 0,0 0-1,0 0 1,-1 0 0,1 0-1,0 0 1,-2-4-2997,-1-6-4953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46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190 0 6713,'-1'0'10441,"-4"1"-7181,-11 1-1268,-15 12-13,12-4-1248,10-6-607,0 1 0,1-1 0,-1 2 0,1-1-1,0 1 1,1 0 0,-1 1 0,1 0 0,1 0 0,-1 1 0,-6 10 0,10-14-103,1 0 1,0 0-1,0 0 0,0 0 1,0 0-1,1 0 1,0 0-1,0 1 1,0-1-1,0 1 1,1-1-1,-1 1 0,1-1 1,1 1-1,-1-1 1,0 0-1,1 1 1,0-1-1,0 1 1,0-1-1,1 0 1,-1 0-1,1 0 0,0 0 1,0 0-1,6 7 1,-6-8 5,1 0 0,0-1 0,0 1 1,0-1-1,1 0 0,-1 0 0,0 0 0,1 0 1,-1 0-1,8 1 0,41 11 139,-19-9-99,0-1 0,46-1 0,67-9 20,-131 5-88,53-6-485,-26 2-3064,-30 5-4829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48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29 591 8234,'41'-10'8705,"1"5"-4886,44 5-2617,-42 0 490,-43 1-1620,1-1 1,-1-1-1,0 1 0,0 0 1,0 0-1,0 0 1,1-1-1,-1 1 0,0 0 1,0-1-1,0 1 1,0-1-1,0 1 0,0-1 1,0 0-1,0 1 1,0-1-1,-1 0 1,1 0-1,0 0 0,0 0 1,0 1-1,-1-1 1,1 0-1,-1 0 0,1 0 1,-1-1-1,1 1 1,-1 0-1,1 0 0,-1 0 1,0 0-1,0 0 1,0 0-1,1-1 1,-1 1-1,0 0 0,0 0 1,-1 0-1,1 0 1,0 0-1,0-1 0,-1 1 1,1 0-1,0 0 1,-1-1-1,0 1-75,0-1 0,0 1 0,0 0 0,0 0 0,0 0 0,0 0 0,0 0 0,-1 0 0,1 0 0,0 1 0,-1-1 0,1 0 0,0 1 0,-1-1 0,1 1 0,0-1 0,-4 0 0,-29-3-142,18 3 160,10 0-11,1-1 0,-1 0-1,1 0 1,0 0 0,-7-4-1,-11-4 42,16 7-28,1-1 0,-1 1 0,1-1 1,0 0-1,0-1 0,0 0 0,1 0 1,-1 0-1,1 0 0,-4-7 0,0 0 55,0 0 0,1 0 0,1-1 0,-7-16 0,11 20-50,0 0-1,1-1 0,0 1 1,0-1-1,1 1 0,0-1 1,1 0-1,0 1 0,1-1 1,-1 0-1,2 1 0,0-1 1,0 1-1,0-1 0,8-16 1,0 7-14,1-4-11,18-28 1,-24 44-5,0 1 1,0-1 0,1 1 0,0 0 0,0 0 0,0 1 0,1-1 0,7-3 0,-4 3-14,1 0 1,0 1 0,1 1-1,-1 0 1,1 1 0,0 0 0,-1 0-1,1 1 1,1 1 0,-1 0-1,0 1 1,20 2 0,-17-1-19,0 2 0,0 0 1,-1 1-1,0 0 0,0 1 0,0 1 1,0 0-1,-1 1 0,24 16 0,-33-20 26,-1 0 0,0 1 0,0-1 0,0 1-1,-1-1 1,1 1 0,-1 0 0,0 0-1,0 0 1,0 0 0,0 0 0,-1 0-1,0 1 1,0-1 0,0 1 0,0-1-1,-1 1 1,0 5 0,1 7 4,-2 1 1,0 0-1,-5 21 1,2-15 6,-1 1 1,-11 29-1,1-16-49,9-25 44,0 0-1,1 1 1,1-1-1,0 1 0,1 0 1,-3 22-1,7-34 15,-1 0-1,0 0 1,0-1-1,1 1 0,-1 0 1,1-1-1,0 1 1,-1 0-1,1-1 0,0 1 1,0-1-1,0 1 1,0-1-1,0 1 0,1-1 1,-1 0-1,0 1 1,1-1-1,-1 0 0,0 0 1,1 0-1,-1 0 1,1 0-1,0-1 0,-1 1 1,1 0-1,3 0 1,4 2 23,0-1 1,0 0 0,0-1 0,11 1 0,8-1-171,0 0 0,0-2 0,0 0 0,0-2 0,0-2 0,51-14 0,-72 17-529,-1-1 0,0 0 1,9-6-1,0-4-3887,-14 12 3568,0 0 1,-1 0-1,1-1 0,0 1 1,0-1-1,0 1 1,-1 0-1,1-1 1,0-2-1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2:48.3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200 60 10578,'1'-1'414,"-1"1"0,1-1 0,-1 1 0,0-1 0,1 0 0,-1 1 0,0-1 0,1 0 0,-1 1 0,0-1 0,0 0 0,1 0 0,-1 1 0,0-1 0,0 0 0,0 0 0,0 1-1,0-2 1,-5-14 3056,3 14-3289,1 0 0,-1 0 0,1-1 0,-1 1-1,0 0 1,0 1 0,0-1 0,0 0 0,0 1 0,-4-3-1,3 2-126,-1 1 0,1 0 0,0 0 1,0 1-1,-1-1 0,1 1 0,-1 0 0,1-1 0,0 1 0,-1 1 0,1-1 0,-1 0 0,1 1 0,0 0 0,0 0 0,-1 0 0,1 0 0,0 0 0,0 1 0,0-1 0,0 1 0,-4 3 0,4-3-35,0 0 0,0 1 0,1 0 0,-1-1 0,0 1 0,1 0 0,0 0 0,-1 1 0,1-1 0,1 0 0,-1 1 0,0-1 0,1 1 0,0-1 0,-1 1 0,2 0 0,-1 0 0,0 0 0,0 5 0,2 2 46,0 0 0,1-1 0,0 1 0,1 0 0,0-1 0,0 1 0,1-1 0,1 0 0,-1 0 0,2 0 0,-1-1 0,1 0 0,10 11 0,11 11 52,1-1-1,39 31 0,-48-43-94,8 3 12,-17-14-21,-1 0 0,10 11 0,-18-17-15,-1-1 0,1 1 0,0 0 0,-1 0 0,1-1-1,0 1 1,-1 0 0,1 0 0,-1 0 0,0 0 0,1 0 0,-1 0 0,0-1 0,1 1 0,-1 0-1,0 0 1,0 0 0,0 0 0,0 0 0,0 0 0,0 0 0,0 2 0,0-3-1,-1 1 1,0 0 0,1 0-1,-1 0 1,1 0 0,-1 0-1,0-1 1,0 1 0,1 0-1,-1-1 1,0 1 0,0 0 0,0-1-1,0 1 1,0-1 0,0 0-1,-1 1 1,-6 2-13,0-1 1,0-1-1,0 1 1,-9 0-1,14-2 9,-91 4-1181,39-3-1823,1 4-3697,23-1-245,-1-2-1894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3:42.3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1954 307 8,'10'-20'887,"-4"10"100,0 0 1,-2-1 0,1 1 0,-1-1-1,-1 0 1,0 0 0,3-19 0,-5 15-223,-1 4 173,1 1-1,0-1 1,4-18-1,-4 28-886,-1-1 172,1 0 0,-1 1 1,1-1-1,0 0 0,-1 0 0,1 0 0,0 1 1,1-1-1,-1 0 0,2-2 0,-3 4-340,1-8 178,0-1 106,0 0 1,3-7 0,-3 12-74,-1 1 0,1 0 0,0 0 0,0 0 1,1 0-1,-1 0 0,0 1 0,1-1 0,0 0 1,0 1-1,0-1 0,3-3 0,-14 62-279,-5 57 536,-3 10-174,14-103-126,-1 22 0,-1 13 32,1-35-93,0-1-1,-1 1 1,-1-1 0,-9 20-1,7-18 53,1 0-1,-6 24 0,4-8-9,-3-6-19,8-23-7,1 0 0,0 0 0,-2 12 1,-17 42 51,0 82 405,16-112-472,-16 58-1,13-59 6,-22 65 54,5 21 95,20-101-150,-1 0 0,-9 17 0,5-13-5,-7 10 11,14-24 17,0 0 1,0 1-1,1-1 1,0 1-1,0-1 1,-3 12-1,0 8 204,-6 36-49,3 0-125,9-59-49,-1 0 0,0-1 0,0 1-1,-1 0 1,1 0 0,-3 3 0,3-3-2,-1 0 0,1-1 0,-1 1 0,1 0 0,0 0 0,0 1 0,-1 4 0,-1 101 565,0 8-518,-9-48 6,-4-3-50,-11 33 23,4-13 46,9-38-91,10-33 23,-1 5 3,-1 0 1,-13 30-1,18-49-4,-5 12 8,-1 0 0,-4 18 0,-7 15-16,13-35 7,0 1-1,1-1 1,-4 19 0,-13 53 1,-14 63 36,-6 29 13,33-119-47,-7 35 43,4-32-21,7-35-12,-8 26 0,-21 76-32,8-52 36,-20 71 32,18-51 5,12-47-31,-46 139-16,23-78-8,4-19 29,-6 17-1,31-76-28,-91 272 4,37-143 14,51-127-1,-16 49 27,-4 70 112,4 14-82,6-68-51,6-28 3,15-63-25,-33 176 91,-26 150 184,13-159-151,2-10 34,4-16-128,32-112 7,-6 54-1,-11 79-30,2-12 26,8-58-22,-49 165-1,62-250-12,-37 150 32,26-77 4,-7 36 3,14-96-34,-17 35 0,0 1 2,21-56-5,1-1 0,-1 1 0,-1-1 0,1 0 0,-5 6-1,-8 11 28,5-2-15,-10 26 11,17-38-26,0 0 0,1 1 0,-3 10 0,-6 13-12,6-18 13,1 0 0,0 1 0,1 0 0,1 0 0,-3 27 0,4 76 384,2-53-3472,-4-1-4344,0-32-3397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3:36.6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83 608 8,'2'-17'0,"-1"0"0,0 0 0,-1-1 0,-2 1 0,-2-20 0,-2-15 0,-5-51 0,9 84 0,-2 1 0,0 0 0,-1 1 0,-12-29 0,-8-29 0,23 66 311,0 0-1,1 0 1,0 0-1,0-12 1,1 18-43,0 0 1,1-1-1,-1 1 1,1 0-1,-1 0 0,1-1 1,0 1-1,0 0 1,1 0-1,-1 0 1,1 0-1,-1 0 1,1 0-1,4-4 1,14-21 995,-20 28-1320,0 5-4051,1 23 3518,27 121 468,-9-63 186,87 381-1586,-84-385 1006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3:38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31 146 8,'-10'-28'39,"6"19"216,0 0 0,1 0 0,0 0 0,1 0 0,0-1 0,-1-13 0,5 1 1902,-2 21-2016,-1 0 1,1 0-1,0 1 1,1-1 0,-1 0-1,0 0 1,0 0-1,0 1 1,0-1 0,1 0-1,-1 1 1,0-1-1,0 0 1,1 1-1,-1-1 1,1 0 0,-1 1-1,1-1 1,-1 0-1,1 1 1,-1-1 0,1 1-1,-1-1 1,2 0-1,2 20 43,-3-13 30,0-1-1,0 1 0,0 0 0,1-1 0,0 1 1,0-1-1,4 9 0,4 7 190,-6-11-217,65 191 1798,-50-129-1523,-4 1 0,6 77 0,11 84 661,-25-188-834,11 26 145,-4-24-156,-7-21-89,14 30-1,3 11 21,-4 25 4,-1 0-29,4 13 81,-8-26 86,13 49-111,-5-8 80,1-25-7,-13-60-239,6 41-1,-1-1 41,-4-29-67,12 43 25,7 50 85,-19-86-160,6 28 54,0 56 29,-12-100 2,19 70 1,-12-38-29,42 192 112,-47-224-74,25 68 0,-24-78-76,9 41 0,-12-41 16,14 38 1,4 6 4,-16-44 73,18 39 1,-14-43-70,-2 1 0,11 34 0,-3-5-89,-12-36 27,0 0 1,-1 1 0,4 25-1,-3-13 47,0-1 0,2 0 0,15 36-1,1 6 8,2 9-20,11 40 20,-15-51 12,7 26-39,-9-20-5,4 14 8,-4 10 16,5 10-13,-10-34-12,38 147 23,-35-108-16,5 18 4,-16-101-13,2 37-1,-1-7 22,7 31 21,5-1 0,42 120 0,-18-60 3,-17-52-20,-19-66-33,8 56 0,-1 1-7,-5-35-2,4 78-1,-3-16 4,-4-66 28,1 0 0,27 83 0,-2-57-48,14 65-165,-31-99 213,42 122 2,-44-135 10,-5-10-21,7 23 0,3 8-21,3 12 19,3 49-77,-20-89 136,13 40-1,-11-43-28,-3-9 28,0-1-1,1 1 0,9 15 0,2 3-1383,-30-47-3084,11 13 3111,0 0-1,0 0 1,0 0-1,-4-7 1,-7-20-6491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3:45.4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9419 206 8,'118'-4'4,"59"3"1342,-144 1 82,-1-1 0,1-2 0,-1 0 0,61-17 0,-92 20-1316,-1 0 1,0 0 0,1 0-1,-1 0 1,1 0 0,-1 0-1,0 0 1,1 0 0,-1-1-1,1 1 1,-1 0 0,0 0 0,1 0-1,-1-1 1,1 1 0,-1 0-1,0 0 1,1-1 0,-1 1-1,0 0 1,0-1 0,1 1-1,-8-4 1042,-24-1-847,26 4-213,-80-6 728,-161 6-1,173 3-441,-186 7 600,-143 4 405,214 1-1099,20 0-32,-8-3-60,-60 3 77,34-12 55,155-2-221,-203-9 283,90 5-321,103 4-29,-206 3 2,64 2 18,154-2-59,-135 4 34,138-8 48,0-1 0,-53-11-1,36 5-11,-105 0-1,118 7-52,-102-1 5,-108-5 27,204 3-36,-88-7 8,-161 6-35,181 2 44,-46 1 17,-10-2-8,-1-1 3,70 4 51,-115-17 1,135 9-92,-29 5 38,3 0-18,56-1-6,-211-26 209,77 9-212,54 8 29,96 9-4,-310-28 134,-156 19 536,153 27-146,202-3-230,-19-9 312,96-3-477,-85 10-1,-138 23 195,116-13-283,35-3 93,94-11 159,-87-4 1,90 0-331,1 3 0,-79 15 0,-2 0 6,94-15-497,-161 17-154,132-12-3482,0 2-4502,32-4-1779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3:47.6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10 167 8,'-10'11'15044,"22"-5"-13704,-2-3-923,-1-1 0,1-1 1,0 1-1,0-2 1,0 1-1,1-1 1,-1-1-1,14-2 0,11 0-187,198-16 422,-47 1-491,313-18-58,-383 29-92,141-9 51,-151 12-4,214-6 178,-295 10-225,25 1 124,0-3 1,58-9-1,-11 0 154,-65 9-249,121-15 243,266-5 558,-402 22-747,142-2 315,283 32 1,-35 14-307,-299-29-94,17 1 19,-89-13 6,-21-1 25,1 0 0,-1-2 0,0 0 1,0 0-1,16-4 0,-30 4-48,5-1 47,1 0 1,-1-1-1,0 1 1,-1-1-1,1-1 1,0 1 0,5-4-1,-2 1-34,0 1 0,0 0-1,1 0 1,11-2 0,6-3-7,5-1-24,1 1-1,46-7 1,69 0-18,183 4-13,1 19-15,-297-6 39,541 40 48,-293-17-19,-39-3-5,128 9 14,-300-26-14,309 0 16,-9-46 32,167-10-99,-487 49 41,202-9-41,-22 2-7,-150 5 52,-3 1 29,185-4-65,21 22-6,8 0 36,-46-4-13,5 0 3,2-16 7,-245 5 6,125-12 78,-129 13-1814,-19 9-9378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3:49.4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810 423 8,'-6'-3'6199,"-12"-6"-3098,4 2-1667,-167-90 6493,76 32-6561,-28-15-1157,-52-9-2675,122 61-1553,-1 1-3291,24 10 869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3:51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174 229 8,'-15'-25'106,"-19"-44"1,26 51 388,5 12 278,0-1 1,-1 1-1,1 0 0,-1 0 0,0 0 0,-1 0 1,1 1-1,-1-1 0,0 1 0,-1 0 0,1 1 1,-1 0-1,-11-7 0,11 7 901,0 1 0,0-1 0,1 0 0,0-1 0,-9-8 0,20 22-1319,1 0 1,-1 0-1,-1 1 1,0 0 0,6 15-1,13 27-236,90 118 348,13-8-127,-114-146-315,19 26 42,-16-21-18,0 0 1,38 36-1,-44-49-114,-16-14-1160,-15-12-1677,0 3-2195,1-1-1,-20-21 1,20 19-295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3:51.7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363 92 8,'1'-1'871,"1"-1"0,-1 0-1,0 0 1,0 0 0,0 0 0,0 0-1,-1-1 1,1 1 0,-1 0 0,1 0-1,-1 0 1,0-1 0,0 1 0,0 0-1,0 0 1,0-1 0,0 1 0,-1-2-1,1-18 5539,0 20-6218,0 1 0,1 0 1,-1-1-1,0 1 0,1 0 0,-1 0 0,1-1 0,-1 1 1,1 0-1,0 0 0,-1 0 0,1 0 0,1-2 0,10-4 546,-8 6-687,-7 5-766,1-1 610,0 0 0,-1 0-1,2 0 1,-1 0 0,-2 5-1,-6 10 145,2-7-31,-22 33 175,1 1-1,-22 48 1,21-25 131,3 1-1,-20 79 1,39-117-265,-1 0 0,-2 0 1,-16 34-1,24-60-12,0 0 0,0-1-1,0 1 1,0-1 0,-6 5 0,8-8-121,0 1-1,0-1 1,0 0 0,-1 0 0,1 0 0,0-1 0,-1 1-1,1 0 1,-1 0 0,1-1 0,0 1 0,-1-1-1,0 1 1,1-1 0,-1 0 0,1 1 0,-1-1-1,1 0 1,-1 0 0,1 0 0,-1 0 0,0-1 0,-1 1-1,1-2-1044,0 1 0,0 0-1,0-1 1,0 0 0,0 1 0,0-1-1,0 0 1,1 0 0,-1 0-1,1 0 1,-3-4 0,3 4-96,-5-10-8938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3:52.4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147 115 8,'1'0'402,"-1"-1"0,1 1 0,-1-1-1,1 0 1,-1 0 0,1 1 0,-1-1 0,0 0 0,1 0 0,-1 1-1,0-1 1,0 0 0,1 0 0,-1 0 0,0 0 0,0 0 0,0 1-1,0-1 1,0 0 0,0 0 0,0 0 0,-1-1 0,-3-23 6418,3 19-5722,-1-13 3010,-1-26 0,3 45-3983,0 2-255,0 0 0,0 0 0,0 1-1,0-1 1,-1 0 0,1 0 0,-1 0-1,1 0 1,-2 2 0,-22 51 130,-3-6 27,16-29 20,0 0 0,-14 38 0,16-28 73,0 1 0,2 0 0,1 0 1,-2 43-1,7-59-37,2 0 0,-1 0 0,2-1 0,0 1 0,1 0 0,0-1 0,1 1 0,0-1 0,2 0 0,-1-1 0,14 23 1,-5-13-317,1-1 1,1 0 0,1-1 0,27 26 0,-33-39-2444,-5-8-1501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3:53.0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 27 1496,'-9'-10'6786,"8"8"-5748,-1 0 0,1 0-1,-1 1 1,1-1-1,-1 0 1,0 1 0,0-1-1,-2 0 1,6 4-873,-1 0-1,0 0 1,1 0-1,-1 0 0,0 0 1,0 0-1,0 0 1,0 1-1,-1-1 1,1 0-1,-1 1 1,1-1-1,-1 4 1,3 7 87,72 194 813,-34-102-819,-35-90-225,28 88 47,-31-91-74,0 0 0,-1 0 0,-1 0 1,0 1-1,-1-1 0,-1 21 0,1-31 3,-1 0 0,1 0 0,-1 1 0,1-1 0,-1 0 0,0 0 0,0 0 0,0 0 0,0 0-1,0 0 1,0 0 0,-1 0 0,1 0 0,0-1 0,-1 1 0,0 0 0,1-1 0,-3 2 0,1-1 16,0-1 1,0 1 0,0-1-1,0 0 1,0 0 0,-1 0-1,1 0 1,0-1 0,0 1-1,-1-1 1,-3 0 0,-3-1 43,1 0 1,-1 0-1,1-1 1,-1 0-1,1-1 1,0 0-1,-15-7 1,10 3 15,1 0 0,1-1 0,-1-1 0,1 0 0,1-1 0,0 0 0,-18-20 0,23 22-46,1 1-1,0-1 1,0 0 0,0 0 0,1-1 0,0 1 0,1-1 0,0 0 0,0 0-1,1 0 1,0 0 0,1-1 0,-1-14 0,2 20-30,0 0 0,0 1 0,1-1 0,-1 1 0,1-1 0,0 1 0,0-1 0,0 1 0,0 0 0,1-1 0,-1 1 0,1 0 0,0 0 1,0 0-1,0 0 0,0 0 0,0 0 0,1 1 0,-1-1 0,1 1 0,0 0 0,5-4 0,3 1-221,0-1 0,1 1 1,0 1-1,0 0 0,13-2 0,19-7-2138,-30 6-1818,-7-1-2774,-2-2-1192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3:53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18 10642,'4'-6'5930,"0"-1"-2530,-2 6-2400,-2-1-7,-2 2-1161,-1-1-801,0 2 353,-2 2-200,-2 2-912,-8 3-2505,-2 5-7402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4:06.1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35 403 8,'2'-1'711,"-1"0"0,1 1-1,-1-1 1,1 0 0,-1 1 0,1-1 0,-1 1 0,1 0-1,-1-1 1,1 1 0,-1 0 0,4 0 0,15-3 4927,-11-2-5170,1 2-1,-1-1 0,1 1 1,-1 1-1,1 0 0,19-2 1,17 3 170,-52 0-245,0 0 0,1 0 0,-1-1 0,-8-3 0,-27-8-297,33 10-15,1 0 0,-1 0 0,1 0 0,0-1 0,0 0 0,0 0 1,-9-8-1,9 6 49,3 4-82,1-2 0,0 1 0,0 0 0,1-1 0,-1 1 0,1-1 0,0 0 0,0 1 0,0-1 1,-2-5-1,-9-18 185,11 24-211,0-1 0,0 0 1,1 1-1,-1-1 0,1 0 0,0 0 0,0 0 0,0-8 0,0-35 125,1 31-87,8-42 93,-8 55-144,0 1 0,1-1-1,-1 1 1,1-1-1,0 1 1,0-1 0,0 1-1,0-1 1,0 1 0,0 0-1,1 0 1,-1 0 0,1-1-1,-1 1 1,1 1-1,0-1 1,0 0 0,0 0-1,0 1 1,4-3 0,-1 0-30,0 2 1,1-1 0,-1 1 0,0-1 0,1 1 0,0 1 0,-1-1-1,8 0 1,4 0-53,-1 2 0,0 0 0,1 1 0,-1 0 0,1 1 0,28 8 0,-32-6 45,0 0-1,0 1 0,-1 1 0,1 0 0,-1 0 0,-1 1 0,1 1 0,16 14 0,-26-20 2,1 1 1,-1-1-1,1 1 0,-1 0 0,0-1 0,0 1 0,0 0 0,0 0 0,-1 1 0,3 5 0,-3-7 20,-1 0 0,0 0-1,0 0 1,0 0 0,0 0 0,0 1 0,0-1-1,0 0 1,-1 0 0,1 0 0,-1 0-1,1 0 1,-1 0 0,0 0 0,0 0 0,0 0-1,0 0 1,-2 2 0,-22 28 67,16-22-5,-12 19 1,21-29-43,0 1 1,-1-1 0,1 1-1,0 0 1,-1-1-1,1 1 1,0 0 0,0-1-1,-1 1 1,1 0 0,0-1-1,0 1 1,0 0-1,0-1 1,0 1 0,0 0-1,0-1 1,0 1 0,0 0-1,0-1 1,0 1-1,1 0 1,-1-1 0,0 1-1,0 0 1,1-1 0,-1 1-1,1 1 1,0-1 53,1 0 0,-1 0 1,1 0-1,0 1 0,-1-1 0,1-1 1,0 1-1,-1 0 0,1 0 0,2 0 1,9 2 47,0-1 0,-1 0 0,1-1 0,0 0 0,0-1 0,0-1 0,19-2 0,-1 0-70,-18 2-164,0 0 1,-1-1-1,1-1 1,0 1-1,-1-2 1,13-5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4:06.7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519 56 8,'9'-5'1469,"-4"2"282,-1 1-1,-1 0 1,1-1 0,4-4-1,-7 7-1566,-1 0-1,0-1 1,0 1 0,0 0-1,0-1 1,-1 1-1,1 0 1,0 0 0,0-1-1,0 1 1,0 0-1,0-1 1,0 1 0,0 0-1,0 0 1,-1-1-1,1 1 1,0 0 0,0 0-1,0-1 1,-1 1-1,1 0 1,0 0 0,0 0-1,-1 0 1,1-1-1,0 1 1,0 0 0,-1 0-1,1 0 1,0 0-1,-1 0 1,-11-7 204,10 6-61,-3-2-165,0 0 0,0 1 1,-1 0-1,1 0 0,-1 0 1,0 1-1,1 0 0,-11-1 1,-4 1 98,-22 2 1,39-1-227,-226 29 697,123-12-2244,75-12-1632,5-1-3691,10-1-1421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4:07.3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45 8,'-4'-7'15066,"5"5"-13983,10-12 4319,-10 13-5310,1-1 0,-1 1 1,1 0-1,-1-1 1,1 1-1,0 0 0,-1 0 1,1 0-1,0 0 0,0 1 1,0-1-1,2 0 1,5-1-60,-1 0 0,0 0 0,1 1 0,12 0 1,-17 1-60,0 1 0,0-1 0,0 1 0,0 0 0,0 0 1,0 1-1,0-1 0,0 1 0,0 0 0,0 0 0,3 2 1,-6-3-6,0 0 0,0 1 0,0-1 0,0 0 0,0 0 0,-1 1 1,1-1-1,0 0 0,-1 1 0,1-1 0,-1 1 0,1-1 0,-1 1 1,0-1-1,0 1 0,1-1 0,-1 1 0,0-1 0,0 1 0,-1-1 1,1 1-1,0-1 0,-1 3 0,-1 4 7,0 0 0,0 0 0,-4 7 0,-17 30 11,17-34 15,0-1-1,1 1 1,0 1-1,-6 22 1,11-33 39,0-1 0,0 1-1,0 0 1,0 0 0,0 0 0,1 0 0,-1 0 0,0 0-1,1-1 1,-1 1 0,0 0 0,1 0 0,-1 0-1,1-1 1,-1 1 0,1 0 0,0-1 0,-1 1 0,1 0-1,0-1 1,-1 1 0,1-1 0,0 1 0,0-1-1,-1 1 1,1-1 0,0 0 0,0 1 0,0-1-1,0 0 1,0 0 0,1 1 0,5 0 131,-1 1 0,1-1 0,8 0 0,9 0 63,46-3 0,-57 0-483,0 0 0,0 0-1,-1-1 1,1-1-1,14-6 1,-26 9 17,0 1-1,0-1 1,0 1 0,0-1 0,0 0-1,0 1 1,0-1 0,0 0-1,-1 0 1,1 1 0,1-3 0,-2 2-425,1 0 1,-1 0-1,1 0 1,-1 0 0,0 0-1,0 0 1,1 0-1,-1 0 1,0 0 0,0 0-1,0 0 1,0 0-1,0 0 1,0 0 0,-1 0-1,1 0 1,-1-2-1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4:07.6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29 72,'0'-1'853,"0"-1"1,0 1-1,-1 0 0,1 0 1,-1-1-1,1 1 0,-1 0 0,1 0 1,-1 0-1,0 0 0,-1-2 1,-3-9 7437,5 20-8011,1 0 1,0 0 0,0 0 0,1-1 0,0 1 0,0 0 0,1-1-1,0 1 1,5 9 0,-3-8-471,1-1 0,0 1 1,0-1-1,1 0 0,0 0 0,0-1 0,9 7 0,-3-8-3940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4:07.9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6361,'1'13'2521,"-1"-12"-2176,0 1 0,-1-1 0,1 1 0,1-1-1,-1 1 1,0-1 0,0 0 0,0 1 0,1 1 0,8 18 2291,-2-4-1251,13 22 1,-10-23-1504,1-1 0,1 0-1,17 19 1,-24-32-2493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4:08.1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427 18 6065,'-33'-6'4664,"12"2"-1704,-39-3 0,34 6-2018,-1 2 0,0 1 0,-26 5 0,30-2-1393,0 1-1,1 1 0,-37 16 1,23-8-7867,19-8-1967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4:08.6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21 140 8,'-16'-78'10736,"12"50"-6332,4 25-4048,-1 1 0,1 0 1,0 0-1,0 0 0,0-1 0,1 1 1,-1 0-1,0 0 0,1 0 0,1-3 1,-2 5-304,1-1 0,-1 1 0,1-1 0,0 1 0,-1-1 0,1 1 0,0-1 1,-1 1-1,1-1 0,0 1 0,0 0 0,0 0 0,-1-1 0,1 1 0,0 0 0,0 0 1,0 0-1,-1 0 0,1 0 0,0 0 0,0 0 0,0 0 0,0 0 0,-1 0 0,1 1 0,0-1 1,0 0-1,0 1 0,23 9-360,-9 0 267,0 1 0,0 0-1,-1 1 1,-1 1-1,0 0 1,-1 0 0,19 28-1,62 115 136,-76-125-10,-1 0 1,-2 1-1,19 66 0,-30-87-68,-1 1 0,0-1 0,0 1 0,-2-1 0,1 1 0,-1 0 0,-1-1 0,0 1 0,-1 0 0,0-1 0,-1 0 0,0 1 0,-1-1-1,0 0 1,-9 16 0,5-13-21,0-1-1,-1 0 1,-1-1-1,-14 15 0,14-17-1423,-1-1 0,-21 14 0,13-10-4087,-1-1-4979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4:15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119 263 8,'-12'1'647,"1"0"-1,-19-2 1,19 0 2088,0-1 1,-17-4-1,27 6-2354,0 0 0,0 0 0,1-1 0,-1 1 0,0 0-1,0 0 1,0-1 0,1 1 0,-1 0 0,0-1 0,0 1 0,1-1-1,-1 1 1,0-1 0,1 1 0,-1-1 0,1 0 0,-1 1 0,1-1 0,-2-1-1,2 2-262,0-1-1,1 1 0,-1-1 0,0 1 1,0-1-1,0 1 0,0-1 0,1 1 1,-1-1-1,0 1 0,0-1 0,1 1 1,-1-1-1,0 1 0,1 0 0,-1-1 0,0 1 1,1 0-1,-1-1 0,1 1 0,-1 0 1,1-1-1,0 1 0,3-2-140,0 0 0,0 0 0,0 0 0,0 1 1,1-1-1,6 0 0,17 0-85,1 0 1,38 5-1,58 11 61,-36-3 23,47 3 15,209 17 6,-264-28 176,0-4 0,102-13 0,-160 11-91,6-1 143,0-1 0,35-10 1,-55 13-261,0 0 0,0 1 0,0 0 0,0 1 0,0 0 0,1 0 0,15 4 0,21-1 91,-33-4 260,-18-5 404,-1-1-786,-1 0 1,1 1-1,-1 0 1,-1 0-1,1 1 1,-1 0-1,0 0 1,-16-7-1,-78-26-90,93 35 158,-37-15 63,43 17-43,-8-5-132,0 1-1,-22-7 1,25 9 91,0 0 0,0-1 0,0 0 0,0-1 0,-11-8 0,-13-8-27,21 15 69,0-1 1,0 0 0,0-1 0,-14-14-1,25 22-35,1 0-107,12 3-655,-8-4 667,-1 0 1,1 0 0,0 1 0,0-1-1,0 1 1,0 0 0,0 1-1,0-1 1,6 2 0,-1-1-26,9 3 13,0 0 0,-1 2-1,33 13 1,-30-11 97,208 97 98,-62-8 315,-137-78-353,-14-9-39,0 0 0,-1 1 0,0 1 0,-1 0 0,14 16 0,-28-28-3,0 1 0,1 0 1,-1-1-1,0 1 0,0-1 0,0 1 1,0-1-1,0 1 0,0 0 0,0-1 1,0 1-1,0-1 0,0 1 0,-1-1 1,1 1-1,0 0 0,0-1 1,0 1-1,-1-1 0,1 1 0,0-1 1,-1 1-1,1-1 0,0 0 0,-1 1 1,1-1-1,-1 1 0,1-1 0,-1 0 1,1 1-1,0-1 0,-2 1 0,-17 13 334,17-14-303,-20 12 100,-1-1-1,0-2 1,0 0 0,-31 7-1,-32 11-201,67-20-59,-77 34-3216,80-33 42,2 0 0,-16 11 1,11-2-3428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4:16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317 166 3505,'1'-1'682,"0"0"1,0 0-1,-1 0 1,1 0-1,0 0 1,0 0-1,-1 0 1,1-1-1,-1 1 1,1 0-1,-1 0 1,1 0-1,-1-1 1,0 1-1,0 0 1,1 0-1,-1-1 1,0-2-1,-1 2-257,1 0 0,-1 0 0,1 0 0,-1 0 0,0 0-1,0 0 1,0 0 0,0 0 0,0 0 0,-2-2 0,-4-4-334,0 1 0,-1-1 0,-15-11 0,14 13 952,-2-3-855,0 1-1,0 1 1,-1 0 0,1 1 0,-1 0-1,-1 1 1,1 0 0,-1 1 0,-24-5 0,34 8-181,0 0 1,0 1 0,1-1 0,-1 1 0,0 0 0,0 0 0,0 0 0,0 0 0,0 1 0,0-1 0,0 1 0,1-1 0,-1 1 0,0 0 0,0 0 0,1 1-1,-1-1 1,1 0 0,-5 4 0,2 0 4,0 0-1,0 1 1,1 0-1,-1 0 1,1 0-1,0 0 1,1 1-1,0 0 1,0-1-1,0 1 1,1 0-1,0 1 1,0-1-1,1 0 1,-1 10-1,0-3 8,1-1 14,-1 1 1,1-1-1,1 0 0,2 14 1,5 20 131,19 69 1,24 42 254,2 7-274,-22-68-73,-14-52 6,16 84 0,-28-105-76,-1-13 8,-2 0-1,2 19 1,-3-25-212,-2 14 264,2-18-194,0-1 0,0 0 0,0 1 0,-1-1 0,1 0 1,0 0-1,0 1 0,-1-1 0,1 0 0,0 1 0,0-1 0,-1 0 1,1 0-1,0 0 0,-1 1 0,1-1 0,0 0 0,-1 0 0,1 0 1,0 0-1,-1 0 0,1 1 0,-1-1 0,1 0 0,0 0 0,-1 0 1,1 0-1,0 0 0,-1 0 0,1 0 0,-1 0 0,1-1 0,0 1 1,-1 0-1,1 0 0,0 0 0,-1 0 0,1 0 0,0-1 0,-1 1 1,1 0-1,0 0 0,-1 0 0,1-1 0,-1 0 0,-25-18-13734,14 9 7774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4:16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513 91 6905,'-10'-11'8810,"-1"-1"-5398,1 5-2640,-2 0 1,1 2-1,-1-1 0,0 1 1,0 1-1,-13-3 1,-78-11 364,71 14-898,-49 0 0,67 4-555,0 1-1,0 1 1,0 0 0,0 1-1,1 1 1,-15 5-1,-19 8-9310,23-9-2151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4:55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191 100 24575,'0'-1'0,"0"-1"0,1 1 0,-1-1 0,0 1 0,0-1 0,0 1 0,0-1 0,0 1 0,0-1 0,0 1 0,0-1 0,-1 1 0,1-1 0,-1 1 0,1 0 0,-1-1 0,1 1 0,-1 0 0,0-1 0,0 1 0,1 0 0,-1 0 0,0-1 0,-2 0 0,-1-3 0,-1 0 0,1 1 0,-1 0 0,-7-5 0,3 3 0,1 1 0,-1 0 0,0 1 0,0-1 0,-17-4 0,24 8 0,-1 1 0,1-1 0,-1 1 0,1 0 0,0-1 0,-1 1 0,1 0 0,-1 1 0,1-1 0,-1 0 0,1 1 0,0-1 0,-1 1 0,1 0 0,0-1 0,-1 1 0,1 1 0,0-1 0,0 0 0,0 0 0,0 1 0,0-1 0,0 1 0,0 0 0,0-1 0,1 1 0,-1 0 0,-1 3 0,1-1 0,0 0 0,0 0 0,0 0 0,1 0 0,-1 1 0,1-1 0,0 0 0,0 1 0,0 6 0,2 45 0,0-29 0,1-3 0,2 0 0,0-1 0,2 1 0,0-1 0,12 26 0,-9-22 0,72 241 0,-35-146 0,-54-130-1365,0-1-5461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4:55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403 41 24575,'-57'-11'0,"0"3"0,0 2 0,-77 2 0,118 4-341,-1-1 0,1-1-1,-20-4 1,24 4-6485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4:56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0 24575,'-10'0'0,"-5"0"0,-3 0 0,-1 0 0,0 0 0,2 0 0,0 0 0,2 0 0,-1 0 0,2 0 0,-1 0 0,1 0 0,0 0 0,2 0-8191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4:56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15 24575,'-20'-2'0,"-8"-1"0,-3 0 0,2 0 0,4 1 0,3 1 0,3 1 0,2-1 0,2 1 0,1 1 0,0-1 0,0 0 0,3 0-8191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4:57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1 536 24575,'48'-1'0,"83"-10"0,-112 9 0,37 1 0,-56 1 0,0 0 0,0 0 0,0-1 0,0 1 0,0 0 0,0 0 0,0 0 0,0 0 0,0 0 0,0 0 0,0 0 0,0 0 0,0 0 0,0 0 0,0 0 0,0 0 0,0 0 0,0 0 0,0 0 0,0 0 0,0 0 0,0 0 0,0 0 0,0 0 0,0 0 0,0 0 0,0 0 0,0 0 0,0 0 0,0 0 0,0 0 0,0-1 0,0 1 0,0 0 0,0 0 0,0 0 0,0 0 0,0 0 0,0 0 0,0 0 0,0 0 0,0 0 0,0 0 0,0 0 0,0 0 0,1 0 0,-1 0 0,0 0 0,-7-3 0,-9-4 0,6 5 0,1-1 0,0-1 0,0 0 0,1 0 0,-1 0 0,1-1 0,0-1 0,0 1 0,0-1 0,1-1 0,0 1 0,0-1 0,1-1 0,-1 1 0,2-1 0,-1 0 0,1 0 0,0-1 0,1 1 0,0-1 0,-3-10 0,3 9 0,1-1 0,0 0 0,0-1 0,1 1 0,-1-13 0,3 16 0,1 0 0,-1 0 0,1 0 0,0 1 0,1-1 0,0 0 0,0 1 0,5-12 0,0 6 0,0-1 0,1 1 0,0 1 0,1-1 0,1 1 0,0 1 0,0 0 0,1 0 0,0 1 0,1 1 0,0 0 0,1 0 0,0 1 0,0 1 0,1 0 0,0 1 0,0 0 0,0 1 0,1 1 0,0 0 0,-1 1 0,1 1 0,1 0 0,-1 1 0,29 2 0,-40-1 0,0 1 0,-1-1 0,1 1 0,0 0 0,-1 0 0,0 0 0,1 1 0,-1-1 0,0 1 0,1 0 0,-1-1 0,0 2 0,0-1 0,0 0 0,-1 1 0,1-1 0,-1 1 0,1 0 0,1 2 0,-1 1 0,0 0 0,0 0 0,0-1 0,-1 2 0,0-1 0,0 0 0,-1 0 0,0 0 0,0 1 0,0 6 0,0 1 0,-1 0 0,-1 1 0,0-1 0,-7 26 0,-20 53 0,16-59 0,9-24 0,0 1 0,-2 17 0,4-24 0,1 1 0,0-1 0,0 0 0,0 1 0,0-1 0,1 1 0,-1-1 0,1 0 0,2 5 0,-2-7 0,1 0 0,-1 0 0,0 0 0,1 0 0,0-1 0,-1 1 0,1-1 0,0 1 0,0-1 0,0 1 0,0-1 0,0 0 0,0 0 0,0 0 0,0 0 0,0-1 0,1 1 0,-1-1 0,3 1 0,6 1 0,1 0 0,15 0 0,-10-1-117,9 0-195,0 0 0,0-2 0,32-4 0,-44 2-6514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4:58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470 15 24575,'21'-2'0,"53"-7"0,-73 8 0,-5 1 0,-11-2 0,-20 1 0,-23 3 0,-102 15 0,104-10-121,0-3 0,-61-4 0,72 0-881,26 0-5824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4:59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72 24575,'0'0'0,"-1"-1"0,1 1 0,0-1 0,-1 1 0,1-1 0,0 0 0,0 1 0,0-1 0,-1 1 0,1-1 0,0 0 0,0 1 0,0-1 0,0 0 0,0 1 0,0-1 0,0 1 0,0-1 0,0 0 0,1 1 0,-1-1 0,0 1 0,0-1 0,0 0 0,1 1 0,-1-1 0,0 1 0,1-1 0,-1 1 0,0-1 0,1 1 0,-1-1 0,1 1 0,-1 0 0,1-1 0,-1 1 0,1-1 0,0 1 0,21-15 0,-12 9 0,1 1 0,0 0 0,0 1 0,0 0 0,0 1 0,0 0 0,1 1 0,-1 0 0,22 0 0,-32 2 0,0 0 0,1 0 0,-1 0 0,0 1 0,1-1 0,-1 0 0,0 1 0,0-1 0,0 1 0,1-1 0,-1 1 0,0-1 0,0 1 0,0 0 0,0 0 0,0-1 0,0 1 0,0 0 0,0 0 0,1 2 0,-1-1 0,0 0 0,0 0 0,0 0 0,-1 0 0,1 0 0,-1 0 0,1 1 0,-1-1 0,1 0 0,-1 5 0,-1 2 0,0 0 0,0 0 0,-1 0 0,-4 15 0,-1-5 0,-11 21 0,-5 17 0,19-45 0,2-8 0,0 1 0,1 0 0,-1-1 0,1 1 0,-1 9 0,2-13 0,0 0 0,0 0 0,0-1 0,0 1 0,1 0 0,-1-1 0,0 1 0,0 0 0,0 0 0,1-1 0,-1 1 0,0-1 0,1 1 0,-1 0 0,1-1 0,-1 1 0,1-1 0,0 2 0,0-2 0,0 1 0,0-1 0,0 1 0,0-1 0,0 1 0,0-1 0,1 0 0,-1 0 0,0 1 0,0-1 0,0 0 0,0 0 0,1 0 0,-1 0 0,1-1 0,10-1 0,-1 0 0,0-1 0,-1-1 0,1 0 0,0-1 0,16-9 0,-12 6 0,29-11 0,52-11-1365,-84 28-5461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4:59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0 24575,'-5'5'0,"0"0"0,0 0 0,1 1 0,0 0 0,0 0 0,0 0 0,1 0 0,-1 0 0,2 1 0,-5 11 0,7-14 0,-1 0 0,0 0 0,1 0 0,0 0 0,0 1 0,0-1 0,1 0 0,0 0 0,-1 0 0,1 0 0,0 0 0,1 0 0,-1 0 0,1-1 0,0 1 0,0 0 0,0-1 0,0 1 0,5 5 0,2 1 0,0 0 0,1 0 0,0-1 0,0-1 0,1 1 0,0-2 0,12 7 0,-21-13-124,-1 0 0,0-1 0,1 1 0,-1-1 0,1 1 0,-1-1-1,1 0 1,-1 0 0,1 0 0,2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4:59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24575,'0'3'0,"0"3"0,0 2 0,0 4 0,3 1 0,0 1 0,0 1 0,0 0 0,1 0 0,3 0 0,0 0 0,1 0 0,2-1 0,-1 1 0,-2-3-8191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4:59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496 41 24575,'-32'-8'0,"-13"-2"0,-3 1 0,3 2 0,5 1 0,6 5 0,5 3 0,2 3 0,3 0 0,1 3 0,-1-1 0,-1 2 0,-1-2 0,-1-1 0,1-2 0,6-2-8191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22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735 31 24575,'-9'1'0,"0"0"0,-17 4 0,-12 1 0,-42-4 0,-85-9 0,-18-1 0,-41 8 0,258-5 0,-4-1 0,274-12 0,-253 17 0,-7 0 0,0 2 0,0 1 0,51 11 0,-143-11 0,-37-4 0,-122 3 0,123 6 0,-38 1 0,92-7 0,17 0 0,1-1 0,-1 0 0,-16-3 0,29 3 0,0 0 0,0 0 0,0 0 0,0 0 0,0 0 0,0 0 0,0 0 0,0 0 0,-1 0 0,1 0 0,0 0 0,0 0 0,0 0 0,0 0 0,0 0 0,0 0 0,0 0 0,0 0 0,0 0 0,0 0 0,0 0 0,0 0 0,0 0 0,0 0 0,0 0 0,0-1 0,0 1 0,0 0 0,-1 0 0,1 0 0,0 0 0,0 0 0,0 0 0,0 0 0,0 0 0,0 0 0,0 0 0,0 0 0,0 0 0,0 0 0,0 0 0,0 0 0,0 0 0,0-1 0,0 1 0,0 0 0,0 0 0,0 0 0,0 0 0,0 0 0,0 0 0,0 0 0,0 0 0,1 0 0,-1 0 0,0 0 0,0 0 0,0 0 0,0 0 0,0 0 0,0 0 0,0 0 0,0-1 0,0 1 0,0 0 0,6-4 0,10-2 0,-3 1 0,0 2 0,1 0 0,0 1 0,18-1 0,59 2 0,-52 2 0,-20 0-682,31 4-1,-33-2-6143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26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326 175 24575,'-38'-32'0,"-55"-42"0,74 60 0,-1 1 0,-1 1 0,-21-9 0,38 20 0,0-1 0,0 1 0,0 0 0,0 0 0,0 0 0,0 0 0,0 1 0,0 0 0,0-1 0,-5 2 0,7-1 0,0 0 0,1 1 0,-1-1 0,1 1 0,-1-1 0,0 1 0,1 0 0,-1-1 0,1 1 0,-1 0 0,1 0 0,0 0 0,-1 0 0,1 0 0,0 0 0,0 1 0,0-1 0,0 0 0,0 1 0,0-1 0,0 0 0,0 1 0,1-1 0,-1 1 0,0-1 0,1 1 0,-1 2 0,-2 12 0,0 1 0,1 0 0,1 0 0,0 0 0,2 0 0,0 0 0,1-1 0,0 1 0,2 0 0,0-1 0,7 20 0,132 348 0,-123-340 0,3 5 0,23 75 0,-46-124 0,0 1 0,0-1 0,1 0 0,-1 1 0,0-1 0,0 0 0,0 1 0,0-1 0,0 1 0,0-1 0,0 0 0,0 1 0,0-1 0,0 1 0,0-1 0,0 0 0,0 1 0,0-1 0,0 1 0,0-1 0,0 0 0,0 1 0,-1 0 0,-5-6 0,-9-14 0,-1-15-1365,11 18-5461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26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16 24575,'-29'0'0,"-13"0"0,-3-3 0,0 0 0,6 0 0,7 0 0,6 2 0,6 0 0,3 0 0,2 1 0,2 0 0,-1 0 0,1 0 0,2 0-8191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27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 24575,'-9'2'0,"1"0"0,0 1 0,-1 0 0,1 1 0,0-1 0,1 2 0,-14 8 0,19-11 0,0-1 0,0 1 0,0 0 0,0 0 0,0 1 0,0-1 0,1 0 0,-1 1 0,1-1 0,-1 1 0,1-1 0,0 1 0,0 0 0,0-1 0,0 1 0,1 0 0,-1 0 0,1 0 0,0-1 0,0 1 0,0 0 0,0 0 0,0 0 0,0 0 0,1 0 0,-1-1 0,2 4 0,2 4 0,-1-1 0,1-1 0,1 1 0,0-1 0,0 1 0,1-1 0,0-1 0,0 1 0,13 11 0,8 4 0,39 27 0,-25-20 0,-41-30 0,1 0 0,-1 1 0,0-1 0,1 0 0,-1 0 0,0 1 0,1-1 0,-1 0 0,0 1 0,1-1 0,-1 0 0,0 1 0,0-1 0,1 0 0,-1 1 0,0-1 0,0 1 0,0-1 0,1 0 0,-1 1 0,0-1 0,0 2 0,0-2 0,0 0 0,-1 0 0,1 1 0,0-1 0,-1 0 0,1 0 0,0 1 0,0-1 0,-1 0 0,1 0 0,0 0 0,-1 1 0,1-1 0,0 0 0,-1 0 0,1 0 0,0 0 0,-1 0 0,1 0 0,-1 0 0,1 0 0,-28 0 0,23 0 0,-144-17 0,68 6 0,63 9-1365,3 1-5461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27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0 24575,'-15'0'0,"-7"0"0,-2 0 0,0 0 0,2 0 0,2 0 0,2 0 0,2 0 0,1 0 0,1 0 0,-1 3 0,1 0 0,0 0 0,0 0 0,0-2 0,0 1 0,-1-4 0,4-1-8191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27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41 24575,'-27'-7'0,"-12"-3"0,-1 1 0,4 1 0,5 3 0,6 4 0,2 2 0,2 4 0,5 1-8191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28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24575,'-1'0'0,"0"0"0,0 0 0,0 0 0,0 0 0,0 1 0,0-1 0,1 0 0,-1 0 0,0 1 0,0-1 0,0 0 0,0 1 0,0-1 0,0 1 0,1-1 0,-1 1 0,0 0 0,0-1 0,1 1 0,-1 0 0,1-1 0,-2 3 0,1-2 0,0 1 0,0 0 0,1 0 0,-1 0 0,0 1 0,1-1 0,0 0 0,-1 0 0,1 4 0,1 4 0,-1-1 0,1 0 0,4 15 0,-5-23 0,7 23 0,0 0 0,22 45 0,29 42 0,-10-24 0,-45-78-1365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29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43 24575,'8'-1'0,"0"-1"0,1 1 0,-1 1 0,1 0 0,-1 0 0,1 0 0,10 3 0,-14-2 0,1 1 0,-1-1 0,1 1 0,-1 1 0,0-1 0,0 1 0,0 0 0,0 0 0,0 0 0,-1 1 0,7 5 0,11 14 0,25 31 0,-41-46 0,0 0 0,-1 0 0,0 1 0,0 0 0,-1 0 0,0 0 0,-1 0 0,4 13 0,-7-20 0,1 0 0,-1 0 0,0 0 0,0 0 0,0 0 0,0-1 0,0 1 0,0 0 0,0 0 0,-1 0 0,1 0 0,-1 0 0,1 0 0,-1-1 0,0 1 0,1 0 0,-1 0 0,0-1 0,0 1 0,0-1 0,-1 1 0,1-1 0,0 1 0,-1-1 0,1 0 0,0 1 0,-1-1 0,0 0 0,1 0 0,-1 0 0,0 0 0,1 0 0,-1-1 0,0 1 0,0 0 0,0-1 0,0 0 0,-2 1 0,-6 1 0,-1-1 0,1-1 0,-1 1 0,1-2 0,-19-2 0,3-2 0,0-1 0,0-1 0,1-1 0,0-2 0,0 0 0,1-2 0,1-1 0,-32-22 0,49 31 0,1 0 0,0 0 0,0-1 0,0 0 0,1 0 0,-1 0 0,1 0 0,0-1 0,1 0 0,-1 0 0,-2-7 0,5 10 0,-1 0 0,1 0 0,1 0 0,-1-1 0,0 1 0,1 0 0,0-1 0,-1 1 0,1 0 0,1 0 0,-1-1 0,0 1 0,1 0 0,0-1 0,0 1 0,0 0 0,0 0 0,0 0 0,0 0 0,1 0 0,0 0 0,-1 0 0,1 1 0,0-1 0,3-2 0,-1 1-68,0 0 0,0 0-1,1 0 1,-1 1 0,1-1 0,0 1-1,0 0 1,0 1 0,0-1 0,1 1-1,-1 0 1,1 0 0,-1 1 0,1 0-1,0 0 1,-1 0 0,1 0 0,0 1-1,9 1 1,-1 1-6758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29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24575,'2'12'0,"1"12"0,3 6 0,2 4 0,0 0 0,1-1 0,2 2 0,1 0 0,1 1 0,1-1 0,0-3 0,1-3 0,0-4 0,-3-3 0,-1-3 0,-2-3 0,-2-1 0,-4-3-8191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29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24575,'-8'8'0,"0"0"0,1 1 0,0-1 0,0 1 0,-6 12 0,12-18 0,-1-1 0,1 0 0,0 1 0,0-1 0,1 1 0,-1-1 0,0 1 0,1 0 0,0-1 0,0 1 0,-1 0 0,1-1 0,1 1 0,-1 0 0,0-1 0,1 1 0,-1-1 0,1 1 0,0 0 0,0-1 0,0 0 0,0 1 0,0-1 0,1 0 0,-1 1 0,1-1 0,2 3 0,1 0 0,0 0 0,1-1 0,-1 1 0,1-1 0,0-1 0,0 1 0,1-1 0,-1 0 0,0 0 0,10 2 0,9 1 0,38 6 0,-27-6 0,-24-4 0,54 9 0,-57-10 0,0-1 0,0 0 0,0 0 0,0-1 0,11-1 0,-19 2-41,0 0 0,0 0-1,0-1 1,0 1-1,0 0 1,0 0 0,0-1-1,0 1 1,0 0 0,0-1-1,0 1 1,0-1-1,0 0 1,0 1 0,-1-1-1,1 0 1,0 1 0,0-1-1,-1 0 1,1 0-1,0 0 1,-1 0 0,1 1-1,0-1 1,-1 0 0,0 0-1,1 0 1,-1 0-1,0 0 1,1 0 0,-1 0-1,0-2 1,-2-5-6785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30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24575,'123'237'0,"-13"-26"0,-87-171-32,-15-28-234,0 1-1,-1 1 0,0-1 1,8 24-1,-12-22-6559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30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0 174 24575,'190'-91'0,"-188"90"-42,6-4 84,0 1 0,0-1 0,11-10-1,-18 14-98,0 0 0,1 0-1,-1 0 1,0 0 0,0-1-1,0 1 1,0-1 0,0 1-1,0 0 1,0-1 0,-1 0-1,1 1 1,0-1 0,-1 1 0,1-1-1,-1 0 1,0 1 0,1-1-1,-1 0 1,0 0 0,0 1-1,0-1 1,0 0 0,-1 0-1,0-2 1,-3-6-6769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30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24575,'76'133'0,"-30"-54"0,49 113 0,-53-102 0,-16-35 0,-21-42-1365,-3-4-5461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31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24575,'30'-17'0,"0"2"0,2 1 0,-1 2 0,56-15 0,-83 26 0,-1 1 0,0-1 0,1 1 0,-1-1 0,0 1 0,1 0 0,-1 1 0,1-1 0,-1 0 0,0 1 0,1 0 0,-1 0 0,4 1 0,-4 0 0,-1-1 0,0 1 0,1 0 0,-1 0 0,0-1 0,0 2 0,0-1 0,0 0 0,-1 0 0,1 0 0,-1 1 0,1-1 0,-1 1 0,0-1 0,2 6 0,1 3 0,-1 1 0,-1-1 0,0 1 0,0 0 0,-1 15 0,-4 59 0,1-70 0,-1 0 0,-9 26 0,1 2 0,5-25 0,5-14 0,-1 0 0,1 0 0,0 0 0,0 1 0,0-1 0,0 6 0,1-10 0,1 0 0,-1 0 0,0 0 0,0 1 0,1-1 0,-1 0 0,1 0 0,-1 0 0,1 0 0,-1 0 0,1 0 0,0 0 0,-1 0 0,1 0 0,0 0 0,0 0 0,0 0 0,-1-1 0,1 1 0,0 0 0,0-1 0,0 1 0,0 0 0,1-1 0,-1 1 0,0-1 0,0 0 0,0 1 0,0-1 0,0 0 0,3 0 0,5 2-170,0-1-1,-1 0 0,1-1 1,0 0-1,0-1 0,0 0 1,13-3-1,-12 1-6655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31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24575,'17'-2'0,"11"-1"0,3-1 0,-2 2 0,-2 0 0,-2 1 0,-5-2 0,-3-1 0,-2 1 0,-2 1 0,-2-2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40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563 412 24575,'-5'-1'0,"1"-1"0,-1 1 0,1-1 0,0 0 0,-1 0 0,1 0 0,0 0 0,0-1 0,0 0 0,-6-6 0,7 7 0,-131-96 0,-41-34 0,79 58 0,22 18 0,59 44-1365,2 3-5461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42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8 24575,'-11'-7'0,"12"13"0,13 16 0,32 35 0,-4-3 0,36 30 0,108 91 0,-173-164 0,0 1 0,0-2 0,0 1 0,1-2 0,1 0 0,20 10 0,-35-19 0,0 0 0,-1 0 0,1 0 0,0 0 0,0 0 0,0 0 0,0-1 0,1 1 0,-1 0 0,0 0 0,0 0 0,0 0 0,0 0 0,0 0 0,0 0 0,0 0 0,0 0 0,0 0 0,0 0 0,0 0 0,0 0 0,0 0 0,0 0 0,0 0 0,0 0 0,0 0 0,0 0 0,0 0 0,0 0 0,0 0 0,0-1 0,0 1 0,0 0 0,0 0 0,0 0 0,0 0 0,1 0 0,-1 0 0,0 0 0,0 0 0,0 0 0,0 0 0,0 0 0,0 0 0,0 0 0,0 0 0,0 0 0,0 0 0,0 0 0,0 0 0,0 1 0,-6-9 0,-11-7 0,4 5-1365,0 1-5461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43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11 24575,'0'0'0,"0"0"0,0-1 0,0 1 0,0-1 0,0 1 0,0-1 0,0 1 0,0 0 0,0-1 0,0 1 0,0-1 0,0 1 0,0-1 0,0 1 0,0 0 0,-1-1 0,1 1 0,0-1 0,0 1 0,0 0 0,-1-1 0,1 1 0,0 0 0,-1-1 0,-6 6 0,-6 18 0,-2 20 0,-32 114 0,6-13 0,26-103 0,-27 51 0,37-84 0,-13 21-1365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45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52 24575,'1'-13'0,"-1"10"0,0-1 0,0 0 0,0 1 0,0-1 0,-1 0 0,1 1 0,-2-7 0,1 10 0,1 0 0,0 0 0,0-1 0,0 1 0,-1 0 0,1 0 0,0-1 0,0 1 0,-1 0 0,1 0 0,0 0 0,-1 0 0,1-1 0,0 1 0,0 0 0,-1 0 0,1 0 0,0 0 0,-1 0 0,1 0 0,0 0 0,-1 0 0,1 0 0,0 0 0,-1 0 0,1 0 0,0 0 0,-1 0 0,1 0 0,0 0 0,-1 0 0,1 1 0,0-1 0,-1 0 0,1 0 0,0 0 0,0 0 0,-1 1 0,1-1 0,0 0 0,0 0 0,-1 1 0,1-1 0,0 0 0,0 0 0,-1 1 0,-12 13 0,12-13 0,-14 20 0,0 0 0,1 1 0,1 1 0,2 0 0,-18 49 0,24-57 0,1 0 0,0 0 0,1 0 0,1 1 0,0-1 0,1 1 0,1 0 0,0-1 0,1 1 0,1 0 0,0-1 0,1 0 0,1 1 0,1-1 0,0-1 0,0 1 0,2-1 0,0 0 0,13 21 0,-8-19 30,0-1 0,1 0 0,26 24 0,-29-31-242,1 0 0,0-1 0,0 0-1,0-1 1,0 0 0,23 8 0,-22-11-6614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46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0 24575,'-1'22'0,"2"1"0,0-1 0,1 0 0,2-1 0,6 26 0,5-4 0,27 53 0,-25-63 0,-2 1 0,19 68 0,-33-100 0,-1 0 0,1 0 0,-1 1 0,0-1 0,0 0 0,0 0 0,0 0 0,0 0 0,0 1 0,0-1 0,-1 0 0,1 0 0,-1 0 0,0 0 0,1 0 0,-1 0 0,0 0 0,0 0 0,0 0 0,-1 0 0,1-1 0,0 1 0,-1 0 0,1-1 0,-1 1 0,0-1 0,1 0 0,-1 1 0,0-1 0,-3 2 0,2-2 0,-1 1 0,1-1 0,-1 0 0,1 0 0,-1-1 0,1 1 0,-1-1 0,0 1 0,1-1 0,-1 0 0,1-1 0,-1 1 0,0-1 0,1 1 0,-1-1 0,1 0 0,-1 0 0,-3-2 0,-5-4 0,-1 0 0,1 0 0,0-2 0,0 1 0,1-1 0,-10-11 0,13 12 0,1 0 0,0 0 0,1-1 0,0 0 0,0 0 0,1 0 0,0-1 0,-6-18 0,10 26 0,0-1 0,0 1 0,0-1 0,1 0 0,0 1 0,-1-1 0,1 1 0,0-1 0,0 0 0,0 1 0,0-1 0,1 0 0,-1 1 0,1-1 0,0 1 0,0-1 0,0 1 0,0-1 0,0 1 0,0 0 0,0-1 0,1 1 0,-1 0 0,1 0 0,0 0 0,0 0 0,0 0 0,-1 1 0,2-1 0,-1 0 0,0 1 0,4-3 0,6-1 0,1 0 0,-1 0 0,1 1 0,0 1 0,17-2 0,-4-1 0,-22 5-170,1 0-1,-1 0 0,1 0 1,-1-1-1,0 0 0,0 0 1,5-3-1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46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24575,'-3'3'0,"0"3"0,0 2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47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17 24575,'5'-13'0,"-4"9"0,-3 11 0,-27 76 0,-14 44 0,37-105 0,1 0 0,2 0 0,0 0 0,0 24 0,3-36 0,1 0 0,-1-1 0,2 1 0,-1 0 0,1-1 0,4 13 0,-3-16 0,-1-1 0,1 1 0,0-1 0,0 0 0,1 0 0,0 0 0,0 0 0,0 0 0,0-1 0,1 0 0,5 4 0,8 7 60,32 16 0,-42-27-272,0 0 0,0 0 0,1 0-1,0-1 1,0-1 0,16 3 0,-13-4-6614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48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0 304 24575,'2'-2'0,"0"1"0,0-1 0,0 1 0,1 0 0,-1 0 0,0 0 0,1 0 0,-1 0 0,1 0 0,-1 1 0,1-1 0,3 0 0,35 0 0,-30 1 0,6 1 0,-1 0 0,1 1 0,24 6 0,-41-10 0,-6-4 0,-17-14 0,-6-5 0,22 18 0,1 0 0,0 0 0,0 0 0,1-1 0,0 0 0,1 0 0,-8-17 0,10 21 0,1 0 0,0 0 0,0 0 0,0-1 0,0 1 0,1 0 0,0 0 0,0-1 0,0 1 0,0 0 0,0-1 0,1 1 0,0 0 0,0 0 0,0 0 0,1 0 0,-1 0 0,1 0 0,2-4 0,0 2 0,0 1 0,0-1 0,1 1 0,0 0 0,0 1 0,0-1 0,0 1 0,1 0 0,0 0 0,0 1 0,0 0 0,9-4 0,-2 2 0,0 1 0,0 0 0,1 1 0,-1 1 0,17-2 0,-26 4 0,0 0 0,-1 0 0,1 0 0,0 0 0,0 0 0,-1 1 0,1 0 0,0-1 0,-1 2 0,1-1 0,-1 0 0,1 1 0,-1-1 0,0 1 0,0 0 0,1 0 0,2 3 0,-4-3 0,0 1 0,1 0 0,-2-1 0,1 1 0,0 0 0,0 0 0,-1 0 0,0 0 0,1 0 0,-1 0 0,0 1 0,-1-1 0,1 0 0,0 0 0,-1 1 0,0-1 0,0 1 0,0-1 0,-1 5 0,0 1 0,-1 0 0,0 0 0,-8 16 0,8-19 0,-1-1 0,1 1 0,1 0 0,-1-1 0,1 1 0,-1 0 0,2 0 0,-1 0 0,1 0 0,0 0 0,1 9 0,-1-13 0,1 0 0,0-1 0,0 1 0,0 0 0,0-1 0,0 1 0,0-1 0,0 1 0,0-1 0,1 1 0,-1-1 0,0 0 0,1 1 0,-1-1 0,1 0 0,0 0 0,-1 0 0,1-1 0,0 1 0,0 0 0,-1 0 0,1-1 0,0 1 0,0-1 0,0 0 0,2 1 0,7 0 0,1-1 0,-1 0 0,16-1 0,-10 0 0,80-1-1365,-85 2-5461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48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14 24575,'-7'-3'0,"-6"0"0,-2 0 0,-1 0 0,-1 2 0,1 2 0,0 2 0,0 0 0,1-1 0,1 0 0,-1-1 0,-2 0 0,-1-1 0,1 0 0,-2 0 0,-1 0 0,2 0 0,3 0-8191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50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24575,'3'0'0,"2"0"0,-1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51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1 344 24575,'29'-1'0,"1"-1"0,56-12 0,-62 6 0,-23 8 0,-1 0 0,0 0 0,1 0 0,-1 0 0,0-1 0,1 1 0,-1 0 0,0 0 0,1 0 0,-1 0 0,0-1 0,1 1 0,-1 0 0,0 0 0,1-1 0,-1 1 0,0 0 0,0-1 0,1 1 0,-1 0 0,0-1 0,0 1 0,0 0 0,0-1 0,1 1 0,-1 0 0,0-1 0,0 1 0,0-1 0,0 1 0,0 0 0,0-1 0,0 1 0,0-1 0,0 1 0,0 0 0,0-1 0,0 1 0,0 0 0,0-1 0,-1 1 0,1-1 0,0 1 0,0 0 0,0-1 0,-1 1 0,1 0 0,0-1 0,0 1 0,-1 0 0,1 0 0,0-1 0,0 1 0,-1 0 0,1 0 0,0-1 0,-1 1 0,0 0 0,-38-25 0,31 21 0,0-1 0,0 0 0,0-1 0,0 1 0,1-2 0,0 1 0,1-1 0,-9-10 0,10 9 0,0 0 0,0 0 0,1 0 0,1 0 0,-1 0 0,1-1 0,1 0 0,0 0 0,0 0 0,1 0 0,-1-17 0,2 22 0,0 0 0,0 0 0,1 0 0,-1 0 0,1 1 0,0-1 0,0 0 0,1 0 0,-1 1 0,1-1 0,0 0 0,0 1 0,0 0 0,0-1 0,0 1 0,1 0 0,0 0 0,-1 1 0,1-1 0,0 0 0,1 1 0,-1 0 0,0-1 0,0 2 0,1-1 0,0 0 0,-1 0 0,1 1 0,5-2 0,0 2 0,0-1 0,0 1 0,0 1 0,0-1 0,0 2 0,0-1 0,0 1 0,0 0 0,0 1 0,0 0 0,16 7 0,1 1 0,0 2 0,36 22 0,-61-33 0,11 5 0,-1 2 0,1-1 0,-1 2 0,13 12 0,-22-19 0,0 0 0,0 0 0,-1 0 0,1 0 0,0 0 0,-1 0 0,0 1 0,1-1 0,-1 1 0,0-1 0,0 1 0,0-1 0,-1 1 0,1 0 0,-1-1 0,1 1 0,-1 0 0,0-1 0,0 1 0,0 0 0,0-1 0,0 1 0,-1 0 0,1-1 0,-1 1 0,0 0 0,0-1 0,-2 5 0,-2 1 0,0-1 0,0 0 0,-1-1 0,0 1 0,-9 7 0,9-9 0,1 0 0,-1 1 0,1 0 0,0 0 0,1 0 0,-8 13 0,11-18 0,1 0 0,-1 1 0,1-1 0,-1 0 0,1 1 0,0-1 0,-1 0 0,1 1 0,0-1 0,0 0 0,0 1 0,0-1 0,0 0 0,0 1 0,1-1 0,-1 0 0,0 1 0,1-1 0,-1 0 0,2 3 0,-1-2 0,1 0 0,-1-1 0,1 1 0,-1 0 0,1 0 0,0-1 0,0 1 0,0-1 0,0 0 0,0 0 0,2 2 0,6 1 0,0-1 0,0 1 0,0-2 0,13 3 0,-11-3 24,0-1 0,-1 0 0,1 0 0,20-3 0,-27 2-130,0-1 0,0 0 0,0 0 0,-1 0 0,1-1 0,0 0-1,-1 0 1,1 0 0,-1 0 0,1-1 0,-1 0 0,0 1 0,6-7 0,-2 0-6720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51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3 24575,'-6'-1'0,"0"1"0,0-1 0,0 1 0,0 0 0,0 0 0,0 1 0,0 0 0,0 0 0,-9 2 0,13-2 0,0-1 0,1 1 0,-1 0 0,1-1 0,-1 1 0,0 0 0,1 0 0,-1 0 0,1 0 0,0 0 0,-1 0 0,1 1 0,0-1 0,0 0 0,0 1 0,0-1 0,0 1 0,0-1 0,0 1 0,0-1 0,0 1 0,1 0 0,-1-1 0,1 1 0,-1 0 0,1-1 0,0 1 0,0 0 0,0 0 0,0 0 0,0-1 0,0 1 0,0 0 0,0 0 0,1-1 0,0 3 0,1 2 0,0 0 0,0 1 0,1-1 0,0 0 0,0 0 0,1-1 0,-1 1 0,1-1 0,6 7 0,4 2 0,28 21 0,5 6 0,-47-41 0,0 1 0,1-1 0,-1 0 0,1 1 0,-1-1 0,1 0 0,-1 1 0,0-1 0,1 1 0,-1-1 0,0 1 0,0-1 0,1 1 0,-1-1 0,0 1 0,0-1 0,0 1 0,0-1 0,0 1 0,0 0 0,1-1 0,-1 1 0,0-1 0,0 1 0,-1 0 0,1 0 0,-1-1 0,1 1 0,0-1 0,-1 1 0,0-1 0,1 1 0,-1-1 0,1 0 0,-1 1 0,1-1 0,-1 0 0,0 1 0,1-1 0,-1 0 0,0 0 0,1 0 0,-2 1 0,-5 0 0,-1-1 0,1 1 0,-8-2 0,10 1 0,-31 1-682,-44 5-1,62-3-6143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53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1485 0 24575,'21'7'0,"-20"-7"0,0 1 0,0-1 0,0 0 0,0 1 0,0-1 0,0 1 0,0 0 0,0-1 0,0 1 0,0 0 0,-1 0 0,1-1 0,0 1 0,-1 0 0,1 0 0,-1 0 0,2 1 0,-3-2 0,1 1 0,0-1 0,0 1 0,0-1 0,0 0 0,0 1 0,0-1 0,-1 0 0,1 1 0,0-1 0,0 0 0,-1 1 0,1-1 0,0 0 0,0 1 0,-1-1 0,1 0 0,0 0 0,-1 1 0,1-1 0,0 0 0,-1 0 0,1 0 0,-1 0 0,1 1 0,0-1 0,-1 0 0,1 0 0,-1 0 0,1 0 0,0 0 0,-1 0 0,0 0 0,-19 2 0,16-2 0,-214 14 0,-569-15 0,691 9 0,2-1 0,66-5 0,-1 1 0,-43 10 0,23-3 0,-52 14-1365,89-21-5461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53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24575,'2'-2'0,"-1"0"0,1 0 0,-1 0 0,1 0 0,0 0 0,0 1 0,-1-1 0,1 1 0,0-1 0,1 1 0,-1 0 0,0-1 0,0 1 0,0 0 0,1 1 0,-1-1 0,1 0 0,-1 1 0,4-1 0,6-1 0,0 1 0,21 1 0,-22 0 0,21 0 0,42 1 0,-67-1 0,0 1 0,0 1 0,0-1 0,0 1 0,-1 0 0,1 1 0,12 5 0,-18-7 0,1 0 0,-1 0 0,1 0 0,-1 0 0,0 0 0,1 1 0,-1-1 0,0 0 0,0 1 0,0-1 0,0 0 0,0 1 0,0-1 0,-1 1 0,1 0 0,0-1 0,-1 1 0,1 2 0,-1-1 0,1 0 0,-1 0 0,0 0 0,0 0 0,-1 0 0,1 0 0,-1 0 0,0 0 0,-1 5 0,-3 2 0,1 0 0,-1-1 0,-1 0 0,-11 16 0,-5-2 0,17-19 0,0 1 0,0 1 0,-8 10 0,13-15 0,-1-1 0,1 1 0,0-1 0,-1 1 0,1 0 0,0-1 0,-1 1 0,1 0 0,0 0 0,0-1 0,0 1 0,-1 0 0,1-1 0,0 1 0,0 0 0,0 0 0,0-1 0,0 1 0,1 0 0,-1 0 0,0-1 0,0 1 0,0 0 0,1 0 0,-1-1 0,1 2 0,0-1 0,-1 0 0,1-1 0,1 1 0,-1 0 0,0 0 0,0 0 0,0-1 0,0 1 0,0 0 0,1-1 0,-1 1 0,0-1 0,2 1 0,5 0 0,1 1 0,-1-2 0,13 1 0,-20-1 0,17 0 40,0-1 0,20-3 0,-31 3-205,0-1 0,0 0 0,0 0 0,0 0 0,-1-1 0,1 0 0,-1 0 0,8-6 0,-1-1-6661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53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24575,'0'5'0,"0"4"0,0 3 0,3-1 0,0 1 0,3-2 0,-1-1 0,3 2 0,1 0 0,2-1 0,-1 0 0,1-1 0,0-3 0,-1-2-8191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54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24575,'8'18'0,"4"7"0,3 2 0,1 0 0,1-3 0,0-4 0,-4-1 0,-1-5 0,-2-2 0,-1-4 0,-2 1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54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27 24575,'-27'-5'0,"-14"-2"0,-4 1 0,2 1 0,4 1 0,6 5 0,4 1 0,4 0 0,1 3 0,1 1 0,1 1 0,4-1-8191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54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24575,'1'-2'0,"1"1"0,0-1 0,0 1 0,0-1 0,0 1 0,0 0 0,0 0 0,0 0 0,0 0 0,0 0 0,0 0 0,1 1 0,-1-1 0,0 1 0,1-1 0,-1 1 0,0 0 0,1 0 0,-1 0 0,0 0 0,1 0 0,-1 1 0,0-1 0,0 1 0,1 0 0,-1-1 0,0 1 0,0 0 0,0 0 0,0 0 0,3 2 0,5 4 0,-1 0 0,1 1 0,-1 0 0,13 16 0,-20-23 0,26 32 0,44 66 0,14 43 0,-63-102 0,-10-19 0,-2 1 0,17 44 0,-25-57 0,-1 0 0,1 0 0,-1 0 0,-1 1 0,0-1 0,0 1 0,-1-1 0,0 1 0,0-1 0,-4 15 0,3-20 8,0 0 0,-1 0 0,1 0 0,-1 0 0,0 0 0,-1-1 0,1 1 0,0-1 0,-1 1 0,0-1 0,0 0 0,0 0 0,0 0 0,-5 3 0,1-2-220,0 1 0,-1-1 0,1 0-1,-1-1 1,0 0 0,-9 3 0,-1-2-6614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57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476 198 24575,'-32'-10'0,"-15"-5"0,-5-1 0,2 1 0,4-1 0,8 1 0,5 0 0,3 1 0,5-1 0,1 1 0,1-1 0,0 4 0,3-1 0,2 4 0,4 1-8191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58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16 24575,'-26'-15'0,"26"15"0,0 0 0,0 0 0,0 0 0,0 0 0,0 0 0,0 0 0,0 0 0,0 0 0,0 0 0,0 0 0,0 0 0,1 0 0,-1 1 0,0-1 0,0 0 0,0 0 0,0 0 0,0 0 0,0 0 0,0 0 0,0 0 0,0 0 0,0 0 0,0 0 0,0 0 0,0 0 0,0 1 0,-1-1 0,1 0 0,0 0 0,0 0 0,0 0 0,0 0 0,0 0 0,0 0 0,0 0 0,0 0 0,0 0 0,0 0 0,0 0 0,0 0 0,0 0 0,0 0 0,0 0 0,0 0 0,0 0 0,0 0 0,0 1 0,-1-1 0,1 0 0,0 0 0,0 0 0,0 0 0,0 0 0,0 0 0,0 0 0,0 0 0,0 0 0,0 0 0,0 0 0,0 0 0,-1-1 0,13 16 0,194 190 0,-164-166 0,105 81 0,1 2 0,-136-107 120,-11-14-146,-1-1 0,0 0 0,0 0 0,0 1 0,1-1 0,-1 0 0,0 0 0,0 1 0,0-1-1,0 0 1,0 0 0,0 1 0,1-1 0,-1 0 0,0 1 0,0-1 0,0 0 0,0 1 0,0-1 0,0 0 0,0 0 0,0 1 0,0-1 0,-1 0 0,1 1 0,0-1 0,0 0 0,0 1-1,0-1 1,0 0 0,0 0 0,-1 1 0,1-1 0,0 0 0,0 0 0,0 1 0,-1-1 0,1 0 0,0 0 0,0 0 0,-1 1 0,1-1 0,0 0 0,0 0 0,-1 0 0,1 0 0,0 0-1,-1 0 1,1 0 0,0 1 0,0-1 0,-1 0 0,1 0 0,0 0 0,-1 0 0,1 0 0,-8-1-6800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58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46 24575,'1'-4'0,"-1"0"0,1 0 0,-1 0 0,1 0 0,3-7 0,-4 10 0,0 0 0,0 1 0,1-1 0,-1 0 0,0 0 0,0 1 0,1-1 0,-1 0 0,1 1 0,-1-1 0,0 1 0,1-1 0,-1 1 0,1-1 0,-1 0 0,1 1 0,0 0 0,-1-1 0,1 1 0,-1-1 0,1 1 0,0 0 0,-1-1 0,1 1 0,0 0 0,-1 0 0,1-1 0,0 1 0,0 0 0,-1 0 0,1 0 0,0 0 0,-1 0 0,1 0 0,0 0 0,0 0 0,-1 0 0,1 1 0,0-1 0,0 0 0,0 1 0,0 0 0,0-1 0,0 1 0,0 0 0,0 0 0,-1 0 0,1 0 0,0 0 0,-1 0 0,1 0 0,-1 0 0,1 0 0,-1 0 0,1 0 0,-1 0 0,0 0 0,1 0 0,-1 0 0,0 0 0,0 0 0,0 1 0,0-1 0,0 0 0,0 0 0,0 0 0,0 0 0,0 0 0,-1 1 0,1-1 0,0 0 0,-1 0 0,1 0 0,-2 2 0,-1 4 0,0 0 0,-1-1 0,-7 11 0,-19 20 0,20-25 0,0 1 0,-10 15 0,-1 13 0,1 1 0,-27 89 0,23-60 0,17-50 0,-2 0 0,-18 34 0,21-47-1365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5:59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82 24575,'-3'-27'0,"2"16"0,0 1 0,-5-21 0,5 31 0,1 1 0,0-1 0,0 0 0,0 0 0,0 0 0,0 1 0,0-1 0,0 0 0,0 0 0,-1 0 0,1 0 0,0 1 0,0-1 0,0 0 0,0 0 0,-1 0 0,1 0 0,0 0 0,0 0 0,0 1 0,-1-1 0,1 0 0,0 0 0,0 0 0,0 0 0,-1 0 0,1 0 0,0 0 0,0 0 0,-1 0 0,1 0 0,0 0 0,0 0 0,0 0 0,-1 0 0,1 0 0,0 0 0,0-1 0,0 1 0,-1 0 0,1 0 0,0 0 0,0 0 0,0 0 0,0 0 0,-1 0 0,1-1 0,0 1 0,0 0 0,0 0 0,0 0 0,0 0 0,-1-1 0,1 1 0,0 0 0,0 0 0,0 0 0,0-1 0,0 1 0,0 0 0,0 0 0,0-1 0,0 1 0,0 0 0,0 0 0,0 0 0,0-1 0,0 1 0,-8 17 0,8-17 0,-50 164 0,34-105 0,7-30 0,2 1 0,1-1 0,2 2 0,0-1 0,3 60 0,2-73 0,1 0 0,0 0 0,2 0 0,0 0 0,1-1 0,1 0 0,0 0 0,1 0 0,1 0 0,0-1 0,1-1 0,11 15 0,-10-17 24,1 0 0,0-1 0,1 0 0,20 15 0,-23-20-189,0 0 0,0-1 0,0 0 0,0-1 0,1 0 0,0 0 0,0-1 0,11 2 0,-7-3-6661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00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0 24575,'-1'1'0,"0"-1"0,-1 0 0,1 0 0,0 1 0,0-1 0,0 1 0,0-1 0,0 1 0,0-1 0,0 1 0,0 0 0,0-1 0,0 1 0,0 0 0,1 0 0,-1 0 0,0 0 0,0 0 0,1 0 0,-1 0 0,1 0 0,-1 0 0,1 0 0,-1 0 0,1 0 0,-1 3 0,-1 1 0,1 1 0,0 0 0,-1 11 0,1-2 0,1-1 0,0 1 0,1 0 0,0 0 0,2-1 0,0 1 0,0-1 0,1 1 0,10 21 0,7 11 0,-1-4 0,-2 1 0,17 61 0,-35-104 0,1 0 0,-1 1 0,0-1 0,0 1 0,1-1 0,-1 0 0,0 1 0,0-1 0,-1 1 0,1-1 0,0 0 0,0 1 0,-1-1 0,1 0 0,0 1 0,-1-1 0,1 0 0,-2 3 0,1-3 0,0-1 0,0 1 0,0 0 0,0 0 0,0-1 0,0 1 0,0 0 0,0-1 0,0 1 0,0-1 0,-1 1 0,1-1 0,0 0 0,0 1 0,0-1 0,-3 0 0,-1 0 0,0 0 0,-1 0 0,1-1 0,0 0 0,0 0 0,0 0 0,0-1 0,-7-3 0,2 0 0,0 0 0,1-1 0,0 0 0,0-1 0,0 0 0,1 0 0,0-1 0,0 0 0,-9-13 0,12 14 0,0 0 0,0-1 0,1 0 0,0 0 0,0 0 0,1 0 0,0-1 0,0 1 0,1-1 0,0 0 0,1 0 0,-1-9 0,2 15 7,0-1-1,1 1 0,-1 0 0,0-1 1,1 1-1,0 0 0,0-1 1,0 1-1,0 0 0,1 0 1,-1 0-1,1 0 0,0 0 0,0 1 1,0-1-1,0 0 0,0 1 1,5-4-1,-3 2-155,1 1 1,0-1-1,0 1 1,1 0-1,-1 1 1,0-1-1,1 1 1,0 0-1,9-1 1,0 0-6678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00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24575,'0'2'0,"-2"4"0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03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1 290 24575,'50'5'0,"0"1"0,68-2 0,-117-4 0,1 0 0,0 0 0,0-1 0,0 1 0,-1 0 0,1-1 0,0 1 0,2-2 0,-1-3 0,-9-3 0,0 3 0,-1 1 0,1 0 0,-1 0 0,0 1 0,0 0 0,-8-3 0,7 4 0,0-1 0,1-1 0,-1 1 0,-9-8 0,15 9 0,-1 0 0,1 0 0,0 0 0,0 0 0,0-1 0,0 1 0,0-1 0,1 1 0,-1-1 0,1 0 0,-1 0 0,1 1 0,0-1 0,0 0 0,-1-6 0,1 3 0,0 0 0,0 0 0,1 0 0,-1 0 0,1-1 0,1 1 0,-1 0 0,1 0 0,0 0 0,1 0 0,-1 0 0,1 0 0,0 0 0,1 1 0,-1-1 0,1 1 0,0-1 0,1 1 0,-1 0 0,1 0 0,0 0 0,0 1 0,0-1 0,1 1 0,0 0 0,0 1 0,0-1 0,5-2 0,-9 5 0,11-5 0,0 0 0,23-9 0,-32 14 0,-1 0 0,1 1 0,-1-1 0,1 0 0,-1 1 0,1 0 0,-1-1 0,1 1 0,0 0 0,-1 0 0,1 1 0,-1-1 0,1 0 0,0 1 0,-1 0 0,1-1 0,-1 1 0,0 0 0,1 0 0,-1 1 0,0-1 0,3 2 0,-3-1 0,-1 0 0,1 0 0,-1 1 0,1-1 0,-1 0 0,0 1 0,0-1 0,0 1 0,0-1 0,-1 1 0,1-1 0,-1 1 0,1 0 0,-1-1 0,0 1 0,0-1 0,0 1 0,0 0 0,-1 2 0,-1 8 0,-1-1 0,-6 19 0,9-31 0,-5 15 0,3-11 0,0 1 0,1-1 0,0 1 0,0-1 0,-1 8 0,2-10 0,0 0 0,0-1 0,0 1 0,1 0 0,-1 0 0,0-1 0,1 1 0,0 0 0,-1-1 0,1 1 0,0-1 0,0 1 0,0-1 0,0 1 0,0-1 0,0 1 0,0-1 0,1 0 0,0 1 0,5 4 0,0-1 0,1-1 0,-1 1 0,1-1 0,0 0 0,0-1 0,0 0 0,0-1 0,17 4 0,-9-3 0,0-1 0,0-1 0,0-1 0,25-1 0,-38 0-151,0 1-1,-1-1 0,1 1 0,-1-1 1,1 0-1,-1 0 0,1 0 1,2-2-1,4-3-6674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03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24575,'8'2'0,"2"4"0,1 5 0,3 4 0,0 1 0,-2 3 0,0 1 0,-1-1 0,-1-1 0,-2-1 0,-1-1 0,-1 0 0,-2-2 0,-1 1 0,-2-1 0,0 0 0,-1-2-8191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04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1 24575,'-27'0'0,"-14"0"0,-2 0 0,3 2 0,4 2 0,6 1 0,2 1 0,7 1 0,7 0-8191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04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28 264 24575,'161'0'0,"-172"-1"0,0 0 0,-1 0 0,1-1 0,0-1 0,0 1 0,-17-8 0,21 7 0,0 0 0,0-1 0,0 0 0,0 0 0,1 0 0,0-1 0,0 0 0,0 0 0,0 0 0,-7-11 0,11 14 0,0-1 0,0 1 0,1-1 0,-1 0 0,1 0 0,0 1 0,0-1 0,0 0 0,0 0 0,0 0 0,1 0 0,-1 0 0,1-1 0,0 1 0,0 0 0,0 0 0,0 0 0,1 0 0,-1 0 0,1 0 0,0 0 0,0 0 0,0 0 0,0 0 0,3-4 0,-1 2 0,1-1 0,0 1 0,1 0 0,-1 0 0,1 0 0,0 1 0,1 0 0,-1 0 0,1 0 0,10-6 0,-3 3 0,0 0 0,0 1 0,1 1 0,0 0 0,0 1 0,0 0 0,0 1 0,29-2 0,-28 4 0,-1 0 0,-1 0 0,1 2 0,-1-1 0,1 2 0,25 5 0,-37-7 0,0 1 0,-1 0 0,1-1 0,0 1 0,-1 0 0,1 0 0,-1 0 0,1 0 0,-1 0 0,0 0 0,1 1 0,-1-1 0,0 0 0,0 1 0,0-1 0,0 1 0,0-1 0,1 4 0,-1-3 0,0 0 0,-1 1 0,1-1 0,-1 1 0,0 0 0,0-1 0,0 1 0,0-1 0,0 1 0,-1-1 0,0 5 0,-2 1 0,0 1 0,0-1 0,-1-1 0,0 1 0,0-1 0,-9 13 0,-44 49 0,56-68 0,0 0 0,0 0 0,1 0 0,-1 0 0,0 0 0,1 0 0,-1 0 0,1 0 0,-1 0 0,1 0 0,-1 0 0,1 1 0,0-1 0,-1 0 0,1 0 0,0 0 0,0 1 0,0-1 0,0 0 0,0 0 0,0 0 0,1 1 0,-1-1 0,0 0 0,0 0 0,1 0 0,-1 0 0,1 1 0,-1-1 0,1 0 0,0 0 0,-1 0 0,1 0 0,0 0 0,0 0 0,-1-1 0,1 1 0,0 0 0,0 0 0,0 0 0,0-1 0,0 1 0,0-1 0,0 1 0,2 0 0,4 2 0,-1-1 0,1 0 0,0 0 0,0-1 0,0 1 0,10-1 0,16 1 60,31-3 0,-51 1-308,-1-2 1,0 0-1,0 0 1,0-1-1,21-8 1,-23 7-6579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05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3 24575,'-2'0'0,"0"-1"0,0 1 0,0-1 0,0 1 0,0 0 0,0 0 0,0 0 0,0 0 0,0 0 0,0 0 0,0 1 0,0-1 0,0 1 0,1-1 0,-1 1 0,0 0 0,0-1 0,0 1 0,0 0 0,1 0 0,-1 1 0,-2 0 0,3 0 0,0 0 0,0-1 0,0 1 0,0 0 0,0 0 0,0 0 0,0 0 0,1 0 0,-1-1 0,1 1 0,-1 0 0,1 1 0,0-1 0,-1 0 0,1 0 0,0 0 0,1 0 0,-1 0 0,0 0 0,1 0 0,-1 0 0,1 2 0,1 2 0,1 1 0,-1-1 0,1 1 0,0-1 0,1 0 0,-1 0 0,9 9 0,2 1 0,19 16 0,-18-18 0,18 21 0,-33-34 0,1-1 0,-1 1 0,0-1 0,1 1 0,-1-1 0,0 0 0,1 1 0,-1-1 0,0 1 0,0-1 0,0 1 0,1-1 0,-1 1 0,0 0 0,0-1 0,0 1 0,0-1 0,0 1 0,0-1 0,0 1 0,0-1 0,0 1 0,0-1 0,0 1 0,0 0 0,-1-1 0,1 1 0,0 0 0,-1 0 0,0 0 0,0 0 0,0-1 0,0 1 0,0 0 0,0 0 0,0-1 0,0 1 0,0-1 0,0 1 0,0-1 0,-2 1 0,-4 1 0,1 0 0,-1-1 0,-10 1 0,-220 32 77,118-15-1519,91-15-5384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05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1400 75 24575,'-42'-16'0,"0"2"0,-1 2 0,0 2 0,0 1 0,-1 3 0,-84-2 0,1 8 0,-260 3 0,240 4 0,-47 1 0,169-8-341,0 2 0,0 1-1,-45 11 1,56-10-6485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06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24575,'0'-6'0,"0"1"0,1 0 0,-1-1 0,1 1 0,0-1 0,3-8 0,-4 13 0,1-1 0,0 0 0,0 1 0,0-1 0,0 1 0,0-1 0,0 1 0,1-1 0,-1 1 0,1 0 0,-1 0 0,0-1 0,1 1 0,0 0 0,-1 0 0,1 1 0,0-1 0,-1 0 0,1 1 0,0-1 0,0 1 0,0-1 0,1 1 0,13-2 0,-1 1 0,1 1 0,-1 1 0,0 0 0,0 1 0,1 1 0,-1 0 0,0 1 0,-1 0 0,22 10 0,-34-13 0,0 0 0,0 0 0,0-1 0,0 1 0,-1 0 0,1 0 0,-1 1 0,1-1 0,0 0 0,-1 1 0,0-1 0,1 1 0,-1-1 0,0 1 0,0-1 0,0 1 0,0 0 0,0 0 0,0-1 0,0 1 0,-1 0 0,1 0 0,-1 0 0,1 0 0,-1 0 0,0 0 0,0 0 0,0 0 0,0 0 0,0 0 0,0 0 0,0 0 0,-1 0 0,1 0 0,-1 0 0,1-1 0,-1 1 0,0 0 0,-1 2 0,-2 3 0,0 1 0,-1-1 0,0 0 0,0 0 0,0-1 0,-1 1 0,-12 9 0,14-12 0,-1-1 0,1 1 0,0-1 0,0 1 0,0 1 0,-3 3 0,6-7 0,1-1 0,0 1 0,-1-1 0,1 1 0,0 0 0,0-1 0,-1 1 0,1-1 0,0 1 0,0 0 0,0-1 0,0 1 0,0-1 0,0 1 0,0 0 0,0-1 0,0 1 0,0 0 0,0-1 0,0 1 0,1 0 0,-1 0 0,1 0 0,0 0 0,-1-1 0,1 1 0,0 0 0,0-1 0,-1 1 0,1-1 0,0 1 0,0-1 0,0 1 0,0-1 0,0 1 0,0-1 0,0 0 0,0 0 0,2 1 0,17 4 40,0-2 0,25 2 0,-37-4-189,0-1 1,-1-1-1,1 0 1,-1 0-1,1 0 1,-1-1-1,1 0 1,-1 0-1,9-5 1,-7 3-6678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06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24575,'3'13'0,"0"5"0,3 4 0,2-1 0,0-1 0,1-4 0,-1-2 0,1-3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07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24575,'12'20'0,"4"9"0,2 1 0,-2-1 0,-4-6-8191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07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27 24575,'-29'-5'0,"-16"-2"0,-3 1 0,0 1 0,4 1 0,2 5 0,3 1 0,6 3 0,6 0 0,8 1-8191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08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24575,'23'10'0,"0"1"0,-1 1 0,-1 1 0,0 0 0,0 2 0,33 32 0,-41-34 0,0 1 0,-2 0 0,0 1 0,0 0 0,-2 1 0,0 0 0,0 0 0,-2 1 0,0 0 0,5 19 0,-6-15 0,-1 1 0,-1 0 0,-1 0 0,-1 1 0,-1 30 0,-1-45 0,-1 1 0,0 0 0,0-1 0,-1 1 0,0-1 0,-1 1 0,0-1 0,0 0 0,-1 0 0,0 0 0,0 0 0,-1-1 0,0 0 0,0 0 0,-1 0 0,-10 9 0,-1-2-341,-2 0 0,1-2-1,-31 15 1,26-15-6485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13.8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36 24575,'0'-3'0,"-3"0"0,-3 0 0,-2-2 0,-4 0 0,-1 1 0,-1 1 0,-1 1 0,0-2 0,2 0-8191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14.2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1 24575,'-7'0'0,"0"0"0,1 0 0,-1 0 0,0 1 0,0 0 0,1 1 0,-1-1 0,-11 5 0,17-5 0,1-1 0,0 0 0,-1 0 0,1 0 0,0 0 0,0 0 0,-1 0 0,1 0 0,0 1 0,0-1 0,-1 0 0,1 0 0,0 0 0,0 1 0,-1-1 0,1 0 0,0 0 0,0 0 0,0 1 0,-1-1 0,1 0 0,0 1 0,0-1 0,0 0 0,0 0 0,0 1 0,0-1 0,0 0 0,0 1 0,0-1 0,0 0 0,0 1 0,0-1 0,0 0 0,0 0 0,0 1 0,0-1 0,0 0 0,0 1 0,1 0 0,0 0 0,-1 0 0,1-1 0,0 1 0,0 0 0,0-1 0,0 1 0,0 0 0,0-1 0,2 1 0,29 9 0,-30-10 0,4 1 0,0 1 0,1-1 0,-1-1 0,8 1 0,-13-1 0,-1 0 0,0 0 0,0 0 0,0 0 0,0 0 0,0 0 0,0 0 0,0 0 0,0 0 0,0 0 0,0 0 0,0 0 0,1 0 0,-1 0 0,0 0 0,0 0 0,0 0 0,0 0 0,0 0 0,0 0 0,0 0 0,0 0 0,0 0 0,0 0 0,0 0 0,1 0 0,-1 0 0,0 0 0,0 0 0,0 0 0,0-1 0,0 1 0,0 0 0,0 0 0,0 0 0,0 0 0,0 0 0,0 0 0,0 0 0,0 0 0,0 0 0,0 0 0,0 0 0,0 0 0,0-1 0,0 1 0,0 0 0,1 0 0,-1 0 0,0 0 0,0 0 0,0 0 0,-1 0 0,1 0 0,0 0 0,-5-4 0,-10-1 0,11 5-92,-1 0 0,1 1 0,-1-1 0,-7 3 0,7-2-813,-6 1-5921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14.7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35 24575,'5'-8'0,"4"-2"0,3 1 0,-1 4 0,-4 3 0,-4 4 0,-4 2 0,-6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15.3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 8 24575,'-5'-8'0,"11"19"0,9 20 0,-15-31 0,0 0 0,0 0 0,0 0 0,0 0 0,0 0 0,0 0 0,0 0 0,0 0 0,0 0 0,0 1 0,0-1 0,0 0 0,0 0 0,0 0 0,0 0 0,0 0 0,0 0 0,0 0 0,0 0 0,0 0 0,0 0 0,0 0 0,0 0 0,0 1 0,0-1 0,0 0 0,0 0 0,0 0 0,0 0 0,0 0 0,0 0 0,0 0 0,0 0 0,0 0 0,0 0 0,0 0 0,-1 0 0,1 0 0,0 0 0,0 0 0,0 0 0,0 0 0,0 0 0,0 0 0,0 0 0,0 1 0,0-1 0,0 0 0,0 0 0,0 0 0,0 0 0,-1 0 0,1 0 0,0 0 0,0 0 0,0 0 0,0 0 0,0-1 0,0 1 0,-7-2 0,-7-6 0,9 5 0,-13-9 0,12 13 0,3 9 0,3-3-112,-2-6 259,-5-8-308,3 1-1078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16.6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63 24575,'-12'-2'0,"2"0"0,-1 0 0,0 1 0,0 0 0,1 1 0,-20 1 0,26 0 0,5 0 0,0-1 0,0 0 0,0 0 0,-1 0 0,1-1 0,0 1 0,-1 0 0,1 0 0,0 0 0,-1-1 0,1 1 0,-1 0 0,1-1 0,0 1 0,0-1 0,0-1 0,0 0 0,0 0 0,0 0 0,0 1 0,-1-1 0,1 0 0,-1 0 0,1 0 0,-1 0 0,0 0 0,1 0 0,-1 0 0,-1-4 0,2 5 0,-1 0 0,0 0 0,0 0 0,0 1 0,0-1 0,-1 0 0,1 0 0,0 0 0,0 0 0,0 1 0,-1-1 0,1 0 0,0 0 0,-1 1 0,1-1 0,0 0 0,-1 0 0,1 1 0,-1-1 0,0 0 0,1 1 0,-1-1 0,1 1 0,-1-1 0,0 1 0,1-1 0,-1 1 0,0-1 0,0 1 0,1 0 0,-1-1 0,0 1 0,0 0 0,0 0 0,0-1 0,0 2 0,0-1 0,0 0 0,0 1 0,0-1 0,0 1 0,0-1 0,0 1 0,1-1 0,-1 1 0,0 0 0,0-1 0,1 1 0,-1 0 0,0 0 0,1-1 0,-1 1 0,1 0 0,-1 0 0,1 0 0,-1 0 0,1 0 0,-1 0 0,1 0 0,0 0 0,0 0 0,0-1 0,-1 1 0,1 2 0,-3 31 0,3-30 0,1 0 0,-1 1 0,0-1 0,1 1 0,0-1 0,0 1 0,0-1 0,1 1 0,0-1 0,0 0 0,2 5 0,-3-7 0,0-1 0,-1 0 0,1 0 0,0 0 0,0 0 0,0 0 0,-1 0 0,1 0 0,0 0 0,0 0 0,1-1 0,-1 1 0,0 0 0,0 0 0,0-1 0,0 1 0,1-1 0,-1 1 0,0-1 0,1 0 0,-1 1 0,0-1 0,0 0 0,1 0 0,-1 0 0,0 0 0,1 0 0,-1 0 0,0 0 0,1-1 0,-1 1 0,0 0 0,1-1 0,-1 1 0,0-1 0,0 1 0,0-1 0,1 0 0,0 0 0,6-5-1365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17.1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 28 24575,'-3'-2'0,"-16"-16"0,18 17 0,-1 1 0,1-1 0,0 0 0,0 0 0,0 1 0,0-1 0,0 1 0,-1-1 0,1 1 0,0 0 0,0-1 0,-1 1 0,1 0 0,0 0 0,-1 0 0,-1 0 0,3 0 0,-1 0 0,1 1 0,0-1 0,-1 0 0,1 1 0,0-1 0,-1 0 0,1 1 0,0-1 0,0 0 0,-1 1 0,1-1 0,0 1 0,0-1 0,-1 0 0,1 1 0,0-1 0,0 1 0,0-1 0,0 1 0,0-1 0,0 1 0,0-1 0,0 0 0,0 1 0,0-1 0,0 1 0,0-1 0,0 1 0,0-1 0,0 1 0,0-1 0,0 0 0,1 1 0,-1-1 0,0 1 0,0-1 0,1 1 0,-1-1 0,11 19 0,-7-14 0,0-1 0,0 0 0,0 0 0,1 0 0,0 0 0,0-1 0,0 0 0,0 0 0,0-1 0,10 4 0,-14-5 0,1 0 0,0-1 0,0 0 0,0 1 0,0-1 0,-1 0 0,1 0 0,0 0 0,0 0 0,0 0 0,0 0 0,0-1 0,-1 1 0,1 0 0,3-2 0,-4 1 0,0 0 0,1 0 0,-1 0 0,0 0 0,0 0 0,0 0 0,0-1 0,0 1 0,0 0 0,-1 0 0,1-1 0,0 1 0,0-1 0,-1 1 0,1-1 0,-1 1 0,0-1 0,1 1 0,-1-1 0,0 1 0,0-4 0,0 4-35,0 0 0,0 0 0,1 0 0,-1 1 0,0-1 0,-1 0 0,1 0 0,0 0 0,0 0 0,0 0 0,0 0 0,-1 0 0,1 0 0,0 0 0,-1 1 0,1-1 0,-1 0 0,1 0 0,-1 0 0,0 1 0,1-1 0,-1 0 0,1 1 0,-1-1 0,0 0 0,0 1 0,1-1 0,-1 1 0,0-1 0,0 1 0,0 0 0,0-1 0,0 1 0,1 0 0,-1 0 0,0-1 0,0 1 0,-2 0 0,-5 1-6791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17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0 24575,'-15'0'0,"-7"0"0,2 0 0,6 2 0,3 4 0,8 1 0,3 1 0,5-1 0,1 2 0,2-2 0,3-1 0,1-2 0,-1-2-8191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18.0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24575,'1'1'0,"1"0"0,-1-1 0,0 1 0,0 0 0,0 0 0,0 0 0,1 0 0,-1 0 0,0 0 0,-1 0 0,1 1 0,0-1 0,1 2 0,4 4 0,0-1 0,0-1 0,0 1 0,1-2 0,9 7 0,-13-9 0,0-1 0,1 1 0,-1-1 0,0 1 0,1-1 0,-1 0 0,1 0 0,-1 0 0,1-1 0,-1 1 0,1-1 0,4 0 0,-7 0 0,0-1 0,0 1 0,0 0 0,0-1 0,0 1 0,-1-1 0,1 1 0,0-1 0,0 0 0,0 1 0,-1-1 0,1 0 0,0 1 0,-1-1 0,1 0 0,-1 0 0,1 0 0,-1 1 0,1-1 0,-1 0 0,0 0 0,1 0 0,-1 0 0,0 0 0,0 0 0,1 0 0,-1 0 0,0 0 0,0 0 0,0 0 0,0 0 0,0 0 0,-1 0 0,1 0 0,0 0 0,0 0 0,-1 1 0,1-1 0,0 0 0,-1 0 0,1 0 0,-1 0 0,0-1 0,1 10 0,5 7 0,0-6-1365,-1 0-5461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41.0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 9 24575,'0'0'0,"1"-1"0,-1 1 0,0-1 0,0 1 0,0-1 0,0 1 0,1 0 0,-1-1 0,0 1 0,0-1 0,1 1 0,-1 0 0,0-1 0,1 1 0,-1 0 0,0-1 0,1 1 0,-1 0 0,0 0 0,1-1 0,-1 1 0,1 0 0,-1 0 0,1 0 0,0 0 0,-1 0 0,0 0 0,1 1 0,-1-1 0,0 1 0,0-1 0,1 0 0,-1 1 0,0-1 0,0 0 0,0 1 0,1-1 0,-1 1 0,0-1 0,0 1 0,0-1 0,0 0 0,0 1 0,0 0 0,1 25 0,-6 3 0,1 0 0,0 32 0,3-43 0,-5 30 0,3-30 0,-2 28 0,6 488 0,0-523 0,0 0 0,4 19 0,-2-19 0,-1 1 0,1 14 0,-3 30 0,0-27 0,0-1 0,8 47 0,36 156 0,-37-199 0,-2 1 0,-1 0 0,0 42 0,-4-45 0,8 61 0,7 5 0,-6-24 0,-3-12 0,0 29 0,2 2 0,-3-42 0,-2 1 0,-4 54 0,-1-28 0,2 938 0,8-912 0,-1-1 0,0-7 0,1 1 0,-8-47 0,8 57 0,7 51 0,-12-121 0,-2 61 0,0 1 0,6-45 0,-3-32 0,0 24 0,-5 197 0,0-214 0,-5 29 0,-1 20 0,6-53 0,-7 113 0,1-42 0,0 6 0,2-54 0,2 0 0,4 57 0,0-29 0,-1 641 0,1-708 17,-1 1-1,2-1 1,2 12-1,-2-14-159,-1 0 0,0 0 0,0 0 0,0 0 0,-1 0-1,1 0 1,-1 0 0,-1 0 0,0 6 0,-2-2-6683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42.8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32 24575,'0'-1'0,"0"0"0,0 0 0,1 0 0,-1 0 0,1 0 0,-1 0 0,1 0 0,0 0 0,-1 0 0,1 1 0,0-1 0,-1 0 0,1 0 0,0 1 0,0-1 0,0 0 0,-1 1 0,1-1 0,0 1 0,0 0 0,0-1 0,1 0 0,23-7 0,-5 6 0,0 0 0,0 1 0,1 1 0,-1 0 0,40 8 0,37 1 0,-2-9 0,211 8 0,-10-2 0,-88-6 0,-113 6 0,-47-2 0,0-2 0,59-5 0,129-5 0,-81 6 0,-66-5 0,28 0 0,166 16 0,38 12 0,70 25 0,-259-26 0,55 10 0,95 12 0,-194-36 0,95-5 0,-78-3 0,361 2 0,-377 8 0,-13-1 0,-9-6 0,87 7 0,-83-3 0,76-4 0,-77-2 0,20-6 0,-1-1 0,-7 1 0,-55 3 0,31 1 0,-44 2 0,1 0 0,16-4 0,-15 2 0,23-1 0,-3 3 0,-11 1 0,1-1 0,31-6 0,-22 3 0,0 1 0,1 1 0,36 4 0,-4 0 0,-47-2 0,24 1 0,-42-1 0,0 0 0,0-1 0,-1 1 0,1-1 0,0 0 0,-1 1 0,1-1 0,-1 0 0,1 0 0,-1-1 0,0 1 0,5-3 0,-7 3-41,1 0 0,0 0-1,-1 1 1,1-1-1,-1 0 1,1 0 0,-1 0-1,1 0 1,-1 0 0,1 0-1,-1 0 1,0 0-1,0 0 1,1 0 0,-1 0-1,0 0 1,0 0 0,0 0-1,0 0 1,0 0-1,-1-1 1,1 1 0,0 0-1,0 0 1,-1 0 0,1 0-1,0 0 1,-1 0-1,1 0 1,-1 1 0,1-1-1,-2-1 1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44.8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70 24575,'5'-16'0,"7"-15"0,-11 29 0,0 0 0,-1 1 0,1-1 0,0 1 0,1-1 0,-1 0 0,0 1 0,0 0 0,1-1 0,-1 1 0,1 0 0,2-2 0,-3 2 0,-1 1 0,0 0 0,1 0 0,-1 0 0,1 0 0,-1 0 0,0-1 0,1 1 0,-1 0 0,1 0 0,-1 0 0,1 0 0,-1 0 0,0 0 0,1 0 0,-1 0 0,1 1 0,-1-1 0,1 0 0,-1 0 0,0 0 0,1 0 0,-1 0 0,1 1 0,-1-1 0,0 0 0,1 0 0,-1 1 0,1 0 0,0 0 0,0 0 0,-1 0 0,1 1 0,0-1 0,0 0 0,-1 1 0,1-1 0,-1 0 0,1 3 0,3 29 0,-4-33 0,-1 62 0,0-39 0,1 1 0,6 43 0,0-20 0,-2 0 0,-4 83 0,-1-54 0,0-52 0,-5 29 0,-1 13 0,0 16 0,-1 21 0,8 275 0,1-351 0,6 28 0,0 22 0,-6 421 0,-2-240 0,1 322 0,-8-489 0,1-8 0,6 255 0,2-160 0,-2-153 0,-5 31 0,-1 19 0,6 150 0,2-104 0,6-21 0,1-4 0,-9 663 0,10-664 0,-3-43 0,14 119 0,4 50 0,-18-155 0,2 48 0,-9 319 0,2-415 0,6 31 0,-4-31 0,1 30 0,-4 269 0,-1-302 0,0-1 0,-5 17 0,4-15 0,-3 24 0,5 89-1365,0-116-5461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48.1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15 24575,'0'-1'0,"-1"0"0,1-1 0,0 1 0,-1 0 0,1 0 0,0 0 0,-1 0 0,0 0 0,1 1 0,-1-1 0,1 0 0,-1 0 0,-1-1 0,2 2 0,0 0 0,-1 0 0,1 1 0,0-1 0,0 0 0,0 0 0,-1 0 0,1 0 0,0 0 0,0 1 0,-1-1 0,1 0 0,0 0 0,0 0 0,0 1 0,0-1 0,0 0 0,-1 0 0,1 0 0,0 1 0,0-1 0,0 0 0,0 0 0,0 1 0,0-1 0,0 0 0,0 0 0,0 1 0,0-1 0,0 0 0,0 1 0,-3 32 0,5 30 0,3-1 0,2 0 0,3 0 0,3-1 0,38 109 0,-51-169-30,3 9 68,0-1 1,0 1-1,1 13 1,-4-21-57,0-1 0,0 1 0,0 0 0,0 0 0,0 0 0,0-1-1,-1 1 1,1 0 0,-1 0 0,1-1 0,-2 4 0,2-5-31,-1 1 0,1 0 0,-1-1 0,0 1 1,1 0-1,-1-1 0,1 1 0,-1-1 0,0 1 0,0-1 0,1 0 0,-1 1 0,0-1 0,0 0 0,1 1 0,-1-1 0,0 0 0,0 0 0,0 0 1,0 0-1,1 1 0,-1-1 0,0-1 0,0 1 0,-1 0 0,-6-2-6777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48.3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41 24575,'25'2'0,"10"1"0,2 1 0,-3-2 0,-8-3 0,-7-3 0,-5-2 0,-5-2 0,-4-2 0,-3-2 0,-1 2-8191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48.5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 1 24575,'-4'24'0,"1"-1"0,2 1 0,0 0 0,1 1 0,2-2 0,7 42 0,-3-40 0,1 0 0,2 0 0,0-1 0,25 44 0,-25-50-682,8 23-1,-13-29-6143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49.1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86 24575,'8'21'0,"19"35"0,-13-31 0,-3-6 0,-8-15 0,-1-1 0,1 1 0,-1 0 0,0 0 0,0 0 0,-1 0 0,1 0 0,-1 1 0,0-1 0,2 8 0,-3-12 0,0 1 0,0-1 0,0 0 0,0 0 0,0 0 0,0 1 0,0-1 0,0 0 0,0 0 0,0 0 0,0 1 0,0-1 0,-1 0 0,1 0 0,0 0 0,0 1 0,0-1 0,0 0 0,0 0 0,0 0 0,0 0 0,-1 1 0,1-1 0,0 0 0,0 0 0,0 0 0,0 0 0,-1 0 0,1 0 0,0 0 0,0 1 0,0-1 0,0 0 0,-1 0 0,1 0 0,0 0 0,0 0 0,0 0 0,-1 0 0,-8-5 0,-6-10 0,9 7 0,0 0 0,0-1 0,1 0 0,0 0 0,0 0 0,1-1 0,0 0 0,-3-15 0,5 20 0,1 0 0,1 0 0,-1 0 0,1 0 0,0 0 0,0 0 0,1 0 0,-1 0 0,1 0 0,0 0 0,0 0 0,1 0 0,0 0 0,0 0 0,0 1 0,0-1 0,1 1 0,-1 0 0,5-5 0,-3 4 0,1 0 0,-1 1 0,1 0 0,0 0 0,1 0 0,-1 1 0,1 0 0,6-4 0,-9 6 0,0 0 0,-1 0 0,1 0 0,0 0 0,0 0 0,0 0 0,0 1 0,0-1 0,0 1 0,0 0 0,0 0 0,0 0 0,0 0 0,0 1 0,-1-1 0,1 1 0,0 0 0,0 0 0,4 1 0,0 4-1365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50.3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74 14 24575,'0'-1'0,"0"0"0,0 1 0,0-1 0,0 0 0,0 1 0,0-1 0,0 0 0,0 1 0,0-1 0,-1 0 0,1 1 0,0-1 0,0 0 0,-1 1 0,1-1 0,0 0 0,-1 0 0,1 1 0,-1 0 0,1 0 0,0 0 0,-1 0 0,1 0 0,0 0 0,0 0 0,-1 0 0,1 0 0,0 0 0,0 0 0,-1 0 0,1 0 0,0 0 0,0 0 0,-1 1 0,1-1 0,0 0 0,0 0 0,-1 0 0,1 0 0,0 1 0,0-1 0,0 0 0,-1 0 0,1 0 0,0 1 0,-13 20 0,3 4 0,1 0 0,1 0 0,2 1 0,0 0 0,2 0 0,-2 31 0,5-30 0,1-1 0,1 1 0,1 0 0,2-1 0,8 35 0,-8-47 0,1 0 0,0 0 0,1 0 0,1-1 0,0 0 0,1 0 0,0-1 0,1 0 0,0 0 0,1-1 0,11 11 0,-10-12-455,1 0 0,23 15 0,-23-18-6371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50.7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79 0 24575,'-4'21'0,"1"0"0,1 1 0,0 21 0,3-30 0,0 0 0,0 0 0,1 0 0,1-1 0,0 1 0,7 14 0,8 12 0,-13-29 0,1 1 0,-2 0 0,6 17 0,-10-27 0,0-1 0,1 1 0,-1-1 0,0 1 0,0 0 0,0-1 0,0 1 0,0-1 0,0 1 0,0 0 0,0-1 0,0 1 0,0 0 0,0-1 0,0 1 0,0-1 0,-1 1 0,1 0 0,0-1 0,0 1 0,-1-1 0,1 1 0,0-1 0,-1 1 0,1-1 0,-1 1 0,1-1 0,0 1 0,-2 0 0,1-1 0,0 1 0,-1-1 0,1 0 0,-1 1 0,1-1 0,0 0 0,-1 0 0,1 0 0,-1 0 0,1 0 0,0 0 0,-3-1 0,-4-1 0,-1-1 0,1 1 0,-9-6 0,12 6 0,-2-1 0,0 0 0,1 0 0,-1-1 0,1 1 0,0-2 0,-11-8 0,17 13 0,0-1 0,0 1 0,-1 0 0,1 0 0,0-1 0,0 1 0,-1 0 0,1-1 0,0 1 0,0 0 0,0-1 0,-1 1 0,1 0 0,0-1 0,0 1 0,0-1 0,0 1 0,0 0 0,0-1 0,0 1 0,0-1 0,0 1 0,0 0 0,0-1 0,0 1 0,0 0 0,0-1 0,1 1 0,-1-1 0,0 1 0,0 0 0,0-1 0,0 1 0,1 0 0,-1-1 0,0 1 0,0 0 0,1 0 0,-1-1 0,0 1 0,0 0 0,1 0 0,-1-1 0,0 1 0,1 0 0,-1 0 0,1 0 0,-1-1 0,0 1 0,1 0 0,-1 0 0,0 0 0,1 0 0,0 0 0,28-5 0,-21 4 0,22-5-1365,-17 4-5461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51.0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 10 24575,'2'-5'0,"2"1"0,-4 3 0,-3 5 0,-4 1 0,-1 3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51.72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1 420 24575,'5'-3'0,"22"-10"0,0 0 0,29-8 0,-48 18 0,1 1 0,-1 0 0,1 1 0,-1 0 0,1 0 0,-1 1 0,1 0 0,0 0 0,-1 1 0,1 0 0,13 4 0,-13-1 0,-9-4 0,0 0 0,0 0 0,0 1 0,1-1 0,-1 0 0,0 0 0,0 0 0,0 0 0,0 0 0,0 0 0,0 0 0,0 0 0,0 0 0,0 0 0,0 1 0,0-1 0,0 0 0,0 0 0,-1 0 0,1 0 0,0 0 0,0 0 0,0 0 0,0 0 0,0 0 0,0 0 0,0 0 0,0 0 0,0 1 0,0-1 0,0 0 0,0 0 0,0 0 0,0 0 0,0 0 0,0 0 0,0 0 0,-1 0 0,1 0 0,0 0 0,0 0 0,0 0 0,0 0 0,0 0 0,0 0 0,0 0 0,0 0 0,0 0 0,-1 0 0,-17 0 0,8-2 0,0-1 0,1-1 0,-1 0 0,1 0 0,0-1 0,0 0 0,0 0 0,1-1 0,0-1 0,0 1 0,0-1 0,1 0 0,0-1 0,0 0 0,1 0 0,0 0 0,1-1 0,0 0 0,0 0 0,0 0 0,2-1 0,-1 1 0,1-1 0,-3-13 0,6 16 0,0 1 0,0 0 0,0 0 0,1 0 0,0-1 0,0 1 0,1 0 0,-1 0 0,1 0 0,1 1 0,-1-1 0,1 0 0,0 1 0,0 0 0,1-1 0,6-7 0,-3 5 0,0 0 0,1 1 0,0-1 0,0 2 0,1-1 0,-1 1 0,1 0 0,1 1 0,9-4 0,-14 7 0,0 0 0,1 0 0,-1 1 0,0 0 0,1 0 0,-1 0 0,1 1 0,-1 0 0,1 0 0,-1 0 0,1 1 0,7 1 0,-10-1 0,0 0 0,0 0 0,-1 0 0,1 0 0,0 0 0,-1 1 0,1-1 0,-1 1 0,0 0 0,1-1 0,-1 1 0,0 0 0,0 0 0,0 1 0,0-1 0,-1 0 0,1 1 0,-1-1 0,1 1 0,-1 0 0,0-1 0,0 1 0,0 0 0,1 5 0,-1-3 0,0 1 0,-1-1 0,0 1 0,0 0 0,0-1 0,-1 1 0,0 0 0,-1 5 0,-3 6 0,-8 20 0,9-28 0,0 1 0,0-1 0,2 1 0,-1 0 0,1 0 0,0 0 0,0 16 0,3-22 0,0 0 0,-1-1 0,2 1 0,-1 0 0,0 0 0,1 0 0,0-1 0,0 1 0,0-1 0,0 1 0,0-1 0,1 0 0,-1 0 0,1 0 0,0 0 0,0 0 0,0-1 0,1 1 0,-1-1 0,7 4 0,-2-2 0,0 0 0,1 0 0,0 0 0,0-1 0,0 0 0,0-1 0,17 3 0,-20-5-195,0 1 0,0-1 0,-1 0 0,1 0 0,0-1 0,6-1 0,-2-1-6631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52.0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 24575,'5'-1'0,"0"0"0,-1 1 0,1 0 0,0 0 0,-1 1 0,1-1 0,0 1 0,-1 0 0,1 0 0,-1 0 0,0 1 0,5 1 0,-2 1 0,-1 0 0,0 0 0,0 0 0,0 0 0,0 1 0,9 10 0,-3-1 0,-1 1 0,-1-1 0,0 2 0,-1-1 0,9 25 0,-6-9 0,-1 0 0,-2 2 0,-1-1 0,-1 1 0,2 47 0,-8-67 0,-1 0 0,0-1 0,-1 1 0,0 0 0,-1-1 0,-1 1 0,-7 21 0,8-28 0,-1 1 0,-1 0 0,1-1 0,-1 1 0,0-1 0,0 0 0,-1 0 0,1-1 0,-1 1 0,-1-1 0,1 0 0,-1 0 0,0-1 0,-10 6 0,-24 9-1365,23-12-5461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6:57.4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631 17 24575,'0'-1'0,"-1"0"0,0-1 0,0 1 0,0 0 0,0 0 0,0 0 0,-1 0 0,1 0 0,0 0 0,0 0 0,-1 1 0,1-1 0,-1 0 0,1 1 0,0-1 0,-1 1 0,1-1 0,-1 1 0,1-1 0,-1 1 0,1 0 0,-1 0 0,0 0 0,1 0 0,-1 0 0,1 0 0,-1 1 0,1-1 0,-1 0 0,1 1 0,-2 0 0,-7 2 0,1 0 0,0 1 0,-13 7 0,-172 111 0,67-39 0,119-78 0,-164 95 0,153-91-1365,3 0-5461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7:12.7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2600 0 24575,'-3'1'0,"1"-1"0,0 1 0,0 0 0,0 0 0,0 0 0,0 0 0,0 0 0,0 1 0,-1 1 0,-6 2 0,-65 34 0,43-25 0,2 2 0,-47 33 0,38-21 0,17-14 0,-26 25 0,19-12 0,-69 63 0,19-23 0,-75 84 0,-146 225 0,159-190 0,-76 100 0,51-37 0,23 15 0,-32 115 0,75-156 0,55-129 0,-112 273 0,67-58 0,59-196 0,-95 340 0,50-239 0,40-123 0,21-47 0,-14 83 0,15-61 0,-19 104 0,18-55 0,10-80 0,1 0 0,4 63 0,0-35 0,0-49 0,0 0 0,4 18 0,-2-17 0,2 25 0,2 26 0,-4-50 0,-1 0 0,0 0 0,-2 29 0,0-43-105,0-1 0,-1 1 0,1-1 0,0 1 0,-1-1 0,1 0 0,-1 1 0,1-1 0,-1 1 0,0-1 0,0 0 0,-1 3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7:14.0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59 186 24575,'1'8'0,"0"1"0,0 0 0,1-1 0,0 1 0,1 0 0,0-1 0,7 15 0,33 53 0,-89-141 0,-20-30 0,66 94 0,-3-3 0,1 1 0,0-1 0,1 0 0,-3-6 0,4 9 0,0 1 0,-1-1 0,1 1 0,0 0 0,0-1 0,0 1 0,0-1 0,0 1 0,0-1 0,0 1 0,0-1 0,0 1 0,0-1 0,0 1 0,1-1 0,-1 1 0,0-1 0,0 1 0,0-1 0,0 1 0,1-1 0,-1 1 0,0 0 0,1-1 0,-1 1 0,0-1 0,1 1 0,-1 0 0,0-1 0,1 1 0,-1 0 0,1 0 0,-1-1 0,0 1 0,1 0 0,-1 0 0,1 0 0,-1-1 0,1 1 0,-1 0 0,1 0 0,-1 0 0,1 0 0,-1 0 0,1 0 0,-1 0 0,1 0 0,-1 0 0,1 0 0,-1 0 0,1 1 0,11 0 0,0 2 0,-1 0 0,0 0 0,1 1 0,13 6 0,29 10 0,-27-15 0,1 0 0,0-2 0,1-1 0,-1-2 0,32-2 0,-53 1 0,-1 1 0,1-1 0,0 0 0,-1-1 0,1 0 0,-1 0 0,1 0 0,-1-1 0,0 0 0,11-7 0,-15 8 0,1 0 0,0 0 0,-1-1 0,1 1 0,-1-1 0,0 0 0,0 1 0,0-1 0,0 0 0,-1 0 0,1-1 0,-1 1 0,0 0 0,0 0 0,0-1 0,0 1 0,0-1 0,-1 1 0,1-1 0,-1 1 0,0-1 0,-1-5 0,0 4 0,1 0 0,-2 0 0,1 0 0,0 0 0,-1 0 0,0 0 0,0 0 0,-1 0 0,1 1 0,-6-8 0,5 9 0,1-1 0,-1 1 0,0 1 0,0-1 0,0 0 0,0 1 0,-1-1 0,1 1 0,0 0 0,-1 0 0,0 0 0,1 1 0,-1-1 0,-6-1 0,8 3 0,0 0 0,1 0 0,-1 0 0,0 0 0,1 0 0,-1 0 0,1 0 0,-1 0 0,0 1 0,1-1 0,-1 0 0,1 1 0,-1 0 0,1-1 0,-1 1 0,1 0 0,-3 1 0,2 0 0,0 0 0,-1 0 0,1 1 0,0-1 0,1 0 0,-1 1 0,0-1 0,1 1 0,-2 2 0,0 3 0,0-1 0,1 1 0,0 0 0,0 0 0,0 0 0,0 11 0,2-10 0,1 0 0,0 0 0,0 0 0,1 0 0,0 0 0,0 0 0,1-1 0,0 1 0,0-1 0,1 0 0,1 1 0,-1-2 0,1 1 0,0-1 0,1 1 0,0-2 0,9 10 0,1-1 0,1-1 0,0-1 0,1 0 0,1-2 0,-1 0 0,24 10 0,1-6 120,-39-14-269,-1 0 1,1 0-1,0 0 1,0-1-1,0 0 1,0 0-1,0 0 1,0 0-1,4-1 1,2-2-6678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7:14.3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100 0 24575,'-10'7'0,"0"1"0,0 0 0,1 0 0,1 1 0,-1 0 0,2 1 0,-1 0 0,-6 11 0,12-17 0,0-1 0,0 1 0,0 0 0,1 0 0,0 0 0,-1 0 0,2 0 0,-1 0 0,0 0 0,1 1 0,0-1 0,-1 0 0,2 0 0,-1 0 0,0 0 0,1 1 0,0-1 0,0 0 0,0 0 0,1 0 0,-1 0 0,1-1 0,0 1 0,0 0 0,0-1 0,0 1 0,4 3 0,4 4 20,0 0 0,0 0 0,2-1 0,-1 0 0,21 13 0,-27-20-113,0 0 0,1 0 1,0 0-1,0-1 0,0 1 0,0-1 0,0-1 0,0 1 1,0-1-1,1 0 0,-1 0 0,0-1 0,1 0 1,-1 0-1,11-2 0,-4-2-6733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7:14.8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121 42 24575,'-6'-2'0,"0"0"0,-1 1 0,1-1 0,-1 1 0,1 1 0,-1 0 0,1 0 0,-11 1 0,15-1 0,0 0 0,1 0 0,-1 1 0,1-1 0,-1 1 0,0-1 0,1 1 0,-1 0 0,1-1 0,0 1 0,-1 0 0,1 0 0,0 0 0,-1 0 0,1 0 0,0 1 0,0-1 0,0 0 0,0 0 0,0 1 0,0-1 0,0 1 0,1-1 0,-1 0 0,0 1 0,1 0 0,-1-1 0,1 1 0,-1-1 0,1 1 0,0 0 0,0-1 0,0 1 0,0-1 0,0 1 0,0 0 0,0-1 0,1 4 0,1 2 0,0-1 0,0 0 0,0 0 0,0 0 0,1 0 0,0 0 0,1 0 0,-1 0 0,1-1 0,0 0 0,0 0 0,1 0 0,0 0 0,0-1 0,0 0 0,0 0 0,0 0 0,1 0 0,0-1 0,0 0 0,0 0 0,7 2 0,-8-4 0,0 0 0,0 0 0,0-1 0,0 1 0,0-1 0,0 0 0,0 0 0,0-1 0,6-1 0,-9 2 0,0-1 0,0 1 0,-1-1 0,1 0 0,0 0 0,-1 0 0,1 0 0,-1 0 0,1 0 0,-1 0 0,1-1 0,-1 1 0,0 0 0,0-1 0,0 1 0,0-1 0,0 0 0,0 1 0,0-1 0,0 0 0,0 1 0,-1-1 0,1 0 0,-1 0 0,1 1 0,-1-1 0,0-3 0,0 0 0,0 0 0,0 0 0,0 0 0,-1 0 0,0 0 0,0 0 0,-1 0 0,1 1 0,-1-1 0,0 0 0,0 1 0,0-1 0,-1 1 0,0 0 0,0 0 0,0 0 0,-6-6 0,1 2 0,0 1 0,0 0 0,-1 0 0,1 1 0,-1 0 0,-1 1 0,-12-6 0,18 9 15,-1 0 0,0 0 0,0 1 0,0 0 0,0 0 0,0 0 0,-9 0 0,11 1-93,1 0 0,0 0 0,-1 1-1,1-1 1,-1 1 0,1-1 0,0 1 0,0 0 0,-1 0-1,1 0 1,0 0 0,0 1 0,0-1 0,0 0 0,0 1-1,1 0 1,-1-1 0,-2 4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7:15.2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20 24575,'3'0'0,"1"1"0,-1-1 0,0 1 0,0 0 0,0 0 0,0 0 0,0 0 0,0 0 0,5 4 0,26 18 0,-18-11 0,81 46 0,-96-57 0,1 0 0,-1-1 0,1 1 0,-1 0 0,1-1 0,-1 1 0,1-1 0,-1 1 0,1-1 0,-1 0 0,1 0 0,-1 0 0,1 0 0,0 0 0,-1 0 0,1 0 0,1-1 0,-2 1 0,0-1 0,0 1 0,0-1 0,0 0 0,0 1 0,0-1 0,0 0 0,-1 0 0,1 0 0,0 1 0,0-1 0,-1 0 0,1 0 0,0 0 0,-1 0 0,1 0 0,-1 0 0,1-2 0,1-5 0,-1 0 0,0 0 0,0-1 0,0 1 0,-1-11 0,0 1 0,0 16 0,0 0 0,0-1 0,1 1 0,-1 0 0,1 0 0,-1 0 0,1 0 0,0 0 0,0 0 0,0 0 0,0 0 0,2-2 0,-2 3 0,-1 0 0,1 1 0,-1 0 0,1-1 0,0 1 0,-1-1 0,1 1 0,0 0 0,-1-1 0,1 1 0,0 0 0,-1 0 0,1 0 0,0-1 0,0 1 0,-1 0 0,1 0 0,0 0 0,0 0 0,-1 0 0,1 0 0,0 1 0,0-1 0,-1 0 0,1 0 0,0 0 0,-1 1 0,1-1 0,0 0 0,-1 1 0,1-1 0,0 1 0,-1-1 0,1 1 0,-1-1 0,1 1 0,-1-1 0,1 1 0,0 0 0,20 21-455,-1 0 0,18 26 0,-31-38-6371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7:15.6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345 25 24575,'-8'-4'0,"-22"-13"0,28 17 0,1-1 0,0 1 0,0-1 0,-1 1 0,1-1 0,0 1 0,0 0 0,-1 0 0,1-1 0,0 1 0,-1 0 0,1 0 0,0 1 0,-1-1 0,1 0 0,0 0 0,-1 1 0,1-1 0,0 0 0,-2 2 0,2-2 0,1 1 0,0-1 0,-1 1 0,1 0 0,-1-1 0,1 1 0,0 0 0,-1-1 0,1 1 0,0 0 0,-1-1 0,1 1 0,0 0 0,0 0 0,0-1 0,0 1 0,0 0 0,0 0 0,0-1 0,0 1 0,0 0 0,0-1 0,0 1 0,1 0 0,-1 0 0,0-1 0,0 1 0,1 1 0,11 19 0,-12-21 0,9 13 0,1-1 0,0 0 0,0-1 0,21 16 0,52 35 0,-59-48 0,29 13 0,-7-3 0,-45-24 0,-1 0 0,1 0 0,-1 0 0,1 1 0,-1-1 0,1 0 0,-1 0 0,1 1 0,-1-1 0,1 1 0,-1-1 0,1 0 0,-1 1 0,0-1 0,1 1 0,-1-1 0,0 1 0,1-1 0,-1 1 0,0-1 0,1 1 0,-1-1 0,0 1 0,0 1 0,0-2 0,0 1 0,-1-1 0,1 1 0,0-1 0,-1 1 0,1-1 0,-1 0 0,1 1 0,-1-1 0,1 1 0,-1-1 0,1 0 0,-1 0 0,1 1 0,-1-1 0,1 0 0,-1 0 0,1 0 0,-2 1 0,-32 4 0,-184-5 80,-64 5-1525,253-2-5381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7:15.9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24575,'3'27'0,"0"11"0,2 7 0,1 1 0,2-4 0,1-2 0,2-5 0,-1-2 0,1-2 0,0-2 0,1-3 0,1-4 0,-2-2 0,0-6 0,-2-2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7:16.2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266 24 24575,'-27'-5'0,"-12"-2"0,-1 1 0,4 1 0,5 4 0,6 2 0,4 1 0,6 3 0,3 0 0,1-1 0,3 2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7:16.52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118 304 24575,'-18'-16'0,"0"-1"0,2 0 0,0-1 0,-15-23 0,28 35 0,0-1 0,0 0 0,1 1 0,0-1 0,0 0 0,1 0 0,0 0 0,0 0 0,0 0 0,1 0 0,0-1 0,1 1 0,0 0 0,0 0 0,2-7 0,-2 9 0,1 0 0,0 0 0,-1 0 0,2 1 0,-1-1 0,0 1 0,1 0 0,0 0 0,6-7 0,-6 8 0,-1 1 0,1 0 0,0-1 0,0 1 0,0 1 0,0-1 0,0 0 0,0 1 0,1-1 0,-1 1 0,1 0 0,-1 0 0,0 1 0,8-2 0,-8 3-28,1-1 0,-1 0 0,1 1 0,-1 0 0,1 0 0,-1 0 0,0 0 0,1 0 0,-1 1 0,0 0 0,0-1 0,0 1 0,0 0 0,3 3 0,3 1-917,2 2-5881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7:16.8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24575,'1'7'0,"-1"1"0,1-1 0,0 0 0,0 0 0,1 0 0,0 0 0,1 0 0,-1 0 0,1-1 0,1 1 0,-1-1 0,8 11 0,-9-14 0,0-1 0,0 0 0,0 0 0,1 1 0,-1-1 0,0 0 0,1-1 0,-1 1 0,1 0 0,0-1 0,0 0 0,-1 1 0,1-1 0,0 0 0,0 0 0,0-1 0,0 1 0,0-1 0,0 1 0,0-1 0,1 0 0,-1 0 0,0 0 0,0-1 0,0 1 0,0-1 0,0 0 0,0 1 0,0-1 0,0-1 0,4-1 0,-3 0 0,0 1 0,0-1 0,-1 0 0,0 0 0,1 0 0,-1 0 0,0 0 0,-1-1 0,1 1 0,0-1 0,-1 0 0,3-6 0,11-15 0,-10 18-1365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7:17.1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148 0 24575,'-11'0'0,"0"1"0,-1 0 0,1 0 0,0 1 0,0 1 0,-20 7 0,28-9 0,0 0 0,1 0 0,-1 0 0,0 1 0,1-1 0,-1 1 0,0 0 0,1 0 0,0 0 0,0 0 0,-1 0 0,1 0 0,1 1 0,-1-1 0,0 1 0,0-1 0,1 1 0,0 0 0,-1-1 0,1 1 0,0 0 0,0 0 0,1 0 0,-1 0 0,0 0 0,1 0 0,0 0 0,0 0 0,0 0 0,1 4 0,0 3 0,1-1 0,1 0 0,0 0 0,0 0 0,1 0 0,0 0 0,5 8 0,-5-11 0,0 0 0,0 0 0,0-1 0,1 1 0,0-1 0,0 0 0,0 0 0,0-1 0,1 0 0,7 5 0,-11-8 0,1 1 0,-1-1 0,1 0 0,-1 0 0,1 0 0,0 0 0,0-1 0,-1 1 0,1-1 0,0 0 0,0 1 0,0-1 0,0 0 0,-1-1 0,1 1 0,0 0 0,0-1 0,-1 0 0,1 0 0,3-1 0,-3 0 0,0 1 0,0-1 0,-1-1 0,1 1 0,-1 0 0,0 0 0,0-1 0,1 0 0,-1 1 0,-1-1 0,1 0 0,0 0 0,-1 0 0,0 0 0,1 0 0,-1 0 0,0-4 0,3-7-1365,-2 1-5461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7:17.7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24575,'79'245'0,"-32"-107"0,-15-50 0,7 24 0,-36-100 0,1 0 0,1 0 0,8 16 0,-13-28 0,0 0 0,0 0 0,0 0 0,0 0 0,0 0 0,0 1 0,0-1 0,0 0 0,0 0 0,1 0 0,-1 0 0,0 0 0,0 0 0,0 0 0,0 1 0,0-1 0,0 0 0,0 0 0,1 0 0,-1 0 0,0 0 0,0 0 0,0 0 0,0 0 0,0 0 0,1 0 0,-1 0 0,0 0 0,0 0 0,0 0 0,0 0 0,0 0 0,1 0 0,-1 0 0,0 0 0,0 0 0,0 0 0,0 0 0,0 0 0,1 0 0,4-7 0,3-17 0,-5 16 0,1-2 0,0 1 0,1-1 0,0 1 0,1 0 0,0 1 0,0-1 0,1 1 0,0 1 0,0-1 0,1 1 0,0 0 0,0 1 0,17-10 0,-24 15 0,0 0 0,0 0 0,0 1 0,1-1 0,-1 1 0,0 0 0,0-1 0,1 1 0,-1 0 0,0-1 0,1 1 0,-1 0 0,0 0 0,0 0 0,1 0 0,-1 0 0,0 1 0,1-1 0,-1 0 0,0 1 0,0-1 0,1 0 0,-1 1 0,0 0 0,0-1 0,0 1 0,0 0 0,0-1 0,0 1 0,0 0 0,0 0 0,0 0 0,0 0 0,0 0 0,0 0 0,-1 0 0,1 0 0,0 0 0,-1 0 0,1 1 0,0 1 0,2 6 0,0 1 0,-1-1 0,0 1 0,2 16 0,-2-8 0,0-7-111,-1-2-46,0 1 0,1-1 1,1 0-1,-1 1 0,2-1 0,-1 0 1,6 9-1,-1-5-6669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7:17.9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24575,'5'2'0,"1"4"0,1 3 0,-2 2 0,-2 5 0,-1 1 0,0-1-8191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7:18.5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190 31 24575,'-8'32'0,"6"-16"0,-2-1 0,0 0 0,-1 0 0,0 0 0,-2 0 0,-12 22 0,18-35 0,0 0 0,-1 0 0,1 0 0,0 0 0,-1-1 0,0 1 0,1 0 0,-1-1 0,0 1 0,0-1 0,0 0 0,0 0 0,0 1 0,0-1 0,0-1 0,-1 1 0,1 0 0,0 0 0,-1-1 0,1 1 0,0-1 0,-1 0 0,1 0 0,0 0 0,-1 0 0,1 0 0,0 0 0,-1-1 0,1 1 0,0-1 0,-1 0 0,1 1 0,0-1 0,0 0 0,0 0 0,0 0 0,-3-2 0,1-1 0,0 1 0,-1 0 0,1-1 0,1 0 0,-1 0 0,0 0 0,1 0 0,0-1 0,0 1 0,0-1 0,1 0 0,0 0 0,-1 0 0,2 0 0,-3-8 0,3 6 0,0 1 0,0 0 0,1-1 0,0 1 0,0-1 0,0 1 0,1-1 0,0 1 0,0-1 0,1 1 0,2-7 0,-2 10 0,-1 0 0,0 0 0,1 0 0,0 1 0,0-1 0,0 0 0,0 1 0,0 0 0,0-1 0,1 1 0,-1 0 0,1 0 0,0 0 0,0 0 0,-1 1 0,1-1 0,0 1 0,0 0 0,0 0 0,0 0 0,1 0 0,-1 0 0,6 0 0,-4 1 0,0 0 0,-1 0 0,1 0 0,0 1 0,0-1 0,-1 1 0,1 0 0,0 1 0,-1-1 0,1 1 0,-1 0 0,7 4 0,2 2 0,0 1 0,18 17 0,-17-14 0,22 14 0,-27-20 0,-5-2 0,1-1 0,0 0 0,0-1 0,0 1 0,0-1 0,9 3 0,-13-5 0,1 0 0,-1 0 0,1 0 0,-1 0 0,1 0 0,-1 0 0,1 0 0,-1-1 0,0 1 0,1-1 0,-1 1 0,1-1 0,-1 1 0,0-1 0,1 0 0,-1 1 0,0-1 0,0 0 0,0 0 0,0 0 0,0 0 0,1 0 0,-2 0 0,1 0 0,0 0 0,0-1 0,0 1 0,0 0 0,-1-1 0,2-1 0,7-18 0,-6 14 0,0 0 0,0 0 0,1 0 0,0 0 0,5-5 0,-8 10 0,0 1 0,1-1 0,-1 1 0,0 0 0,1 0 0,-1 0 0,1 0 0,0 0 0,-1 0 0,1 0 0,0 0 0,0 1 0,-1-1 0,1 1 0,0-1 0,0 1 0,0 0 0,0 0 0,-1-1 0,1 1 0,0 1 0,0-1 0,0 0 0,0 0 0,2 1 0,8 4 0,0 0 0,0 0 0,-1 1 0,0 1 0,18 13 0,1 1 0,-17-13-136,-1 0-1,1-1 1,1-1-1,-1 0 1,1-1-1,0 0 1,1-1-1,-1 0 0,23 1 1,-25-4-6690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7:19.3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217 285 24575,'-52'-133'0,"41"111"0,-1 1 0,0 0 0,-28-34 0,37 51 0,0 1 0,0 0 0,0 0 0,-1 0 0,1 0 0,-1 0 0,0 0 0,-7-3 0,10 6 0,0 0 0,0-1 0,0 1 0,0 0 0,0 0 0,0-1 0,0 1 0,0 0 0,0 0 0,0 0 0,0 1 0,0-1 0,0 0 0,0 0 0,0 0 0,0 1 0,-1 0 0,0 0 0,1 0 0,0 0 0,0 0 0,-1 0 0,1 0 0,0 0 0,0 1 0,0-1 0,0 0 0,0 1 0,0-1 0,1 1 0,-1-1 0,0 3 0,-3 6 0,1 1 0,0 0 0,1 0 0,0 0 0,1 0 0,0 21 0,8 67 0,2-41-101,2 0-1,3-1 1,34 87 0,90 155-39,-133-283 325,-5-16-179,0 0 0,0 0 0,0 0 0,0 1 0,0-1-1,0 0 1,0 0 0,-1 0 0,1 0 0,0 0 0,0 0-1,0 0 1,0 0 0,-1 0 0,1 0 0,0 0 0,0 0-1,0 0 1,0 0 0,0 0 0,-1 0 0,1 0 0,0 0-1,0 0 1,0 0 0,0 0 0,-1 0 0,1 0 0,0 0-1,0 0 1,0 0 0,0 0 0,0 0 0,-1 0 0,1-1-1,0 1 1,0 0 0,0 0 0,0 0 0,0 0-1,0 0 1,0 0 0,-1-1 0,-22-20 97,9 5-103,-11-12 0,-43-62 0,63 82 0,-1-1 0,2 0 0,-1 0 0,1 0 0,1-1 0,-1 0 0,2 1 0,-1-1 0,1 0 0,1 0 0,0 0 0,0-15 0,1 22 0,0 1 0,1 0 0,-1 0 0,0-1 0,1 1 0,-1 0 0,1 0 0,0 0 0,0-1 0,0 1 0,0 0 0,0 0 0,0 1 0,0-1 0,1 0 0,-1 0 0,1 0 0,-1 1 0,1-1 0,0 1 0,-1-1 0,1 1 0,0 0 0,0 0 0,0 0 0,0 0 0,0 0 0,0 0 0,4 0 0,0 0 0,0 0 0,1 0 0,-1 1 0,1 0 0,-1 1 0,0-1 0,1 1 0,-1 1 0,8 1 0,335 81 0,-201-51 0,-135-29 0,-21-2 0,-20-3 0,18 0-124,1-1 0,-1 0 0,1 0 0,0-1 0,0 0 0,0 0-1,0-1 1,1 0 0,-1-1 0,-12-9 0,8 3-6702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7:19.5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24575,'7'0'0,"3"0"-8191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7:19.9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0 614 24575,'22'-18'0,"-1"-1"0,-1 0 0,-1-1 0,22-29 0,-34 38 0,1-1 0,-2 1 0,0-1 0,0 0 0,-1-1 0,-1 1 0,0-1 0,-1 0 0,0 0 0,-1 0 0,1-15 0,-3 11 0,0 0 0,-1 0 0,-1 1 0,-8-33 0,1 21 0,-22-53 0,25 69 0,1 0 0,-1 0 0,-1 1 0,0 0 0,-1 0 0,-13-14 0,21 25 0,-1-1 0,1 0 0,-1 1 0,1-1 0,-1 1 0,1-1 0,-1 1 0,0 0 0,1-1 0,-1 1 0,0 0 0,1-1 0,-1 1 0,0 0 0,1 0 0,-1-1 0,0 1 0,0 0 0,1 0 0,-1 0 0,0 0 0,1 0 0,-1 0 0,0 0 0,0 0 0,1 1 0,-1-1 0,0 0 0,1 0 0,-1 0 0,0 1 0,1-1 0,-1 0 0,0 1 0,1-1 0,-1 1 0,1-1 0,-1 1 0,0-1 0,1 1 0,-1-1 0,1 1 0,0-1 0,-1 1 0,1 0 0,-1-1 0,1 1 0,0 0 0,0-1 0,-1 1 0,1 0 0,0 0 0,-2 5 0,0 0 0,1-1 0,0 1 0,0 0 0,-1 6 0,1 11 0,2 0 0,0 0 0,1 0 0,1 0 0,11 40 0,-5-34 0,1-1 0,1-1 0,2 0 0,17 27 0,-12-24 0,1-1 0,26 29 0,-33-45 0,0 0 0,0-1 0,2-1 0,-1 0 0,1-1 0,19 10 0,-32-19 0,0 0 0,0 0 0,1-1 0,-1 1 0,0-1 0,1 1 0,-1-1 0,1 1 0,-1-1 0,0 0 0,1 0 0,-1 0 0,1 0 0,-1 0 0,1 0 0,-1 0 0,0 0 0,1 0 0,-1-1 0,2 1 0,-1-1 0,-1 0 0,0 0 0,0 0 0,0 0 0,0 0 0,0 0 0,0 0 0,0 0 0,0 0 0,-1 0 0,1-1 0,0 1 0,-1 0 0,1-1 0,-1 1 0,1-3 0,1-4 0,-1-1 0,0 1 0,0-1 0,-1 0 0,0-10 0,-6-32-1365,2 29-5461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7:20.72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24575,'44'68'0,"-3"2"0,50 115 0,25 38 0,-85-168 0,-28-51 0,-1 0 0,1 0 0,-1 1 0,0-1 0,0 0 0,-1 1 0,1-1 0,-1 1 0,1 5 0,-2-10 0,0 0 0,0 1 0,0-1 0,0 0 0,0 0 0,0 1 0,0-1 0,0 0 0,0 0 0,0 1 0,0-1 0,0 0 0,0 0 0,0 1 0,0-1 0,0 0 0,0 0 0,0 1 0,0-1 0,0 0 0,0 0 0,-1 0 0,1 1 0,0-1 0,0 0 0,0 0 0,0 0 0,-1 1 0,1-1 0,0 0 0,0 0 0,0 0 0,-1 0 0,1 0 0,0 1 0,0-1 0,-1 0 0,1 0 0,0 0 0,-1 0 0,-10-5 0,-11-13 0,-36-46 0,-17-15 0,73 77 0,0 0 0,0-1 0,0 1 0,0-1 0,-3-5 0,4 8 0,1 0 0,0 0 0,0-1 0,0 1 0,0 0 0,0-1 0,0 1 0,0 0 0,-1-1 0,1 1 0,0 0 0,0 0 0,0-1 0,0 1 0,0 0 0,0-1 0,1 1 0,-1 0 0,0 0 0,0-1 0,0 1 0,0 0 0,0-1 0,0 1 0,0 0 0,1-1 0,0 1 0,-1-1 0,1 1 0,0 0 0,-1 0 0,1-1 0,0 1 0,0 0 0,-1 0 0,1 0 0,0 0 0,0 0 0,-1 0 0,1 0 0,0 0 0,0 0 0,0 1 0,16 3 0,0 0 0,-1 1 0,30 15 0,3 0 0,-36-16 0,0 0 0,0-1 0,1 0 0,-1-1 0,1-1 0,-1 0 0,25-2 0,-30 1 0,-1-1 0,0 0 0,0-1 0,0 0 0,-1 0 0,1 0 0,0-1 0,-1 1 0,1-2 0,-1 1 0,0-1 0,0 0 0,-1 0 0,1-1 0,-1 1 0,8-10 0,-11 12 0,0-1 0,0 1 0,-1-1 0,1 0 0,-1 0 0,1 0 0,-1 0 0,0 0 0,0 0 0,0 0 0,-1 0 0,1 0 0,-1 0 0,0 0 0,0-1 0,0 1 0,0 0 0,0 0 0,-1 0 0,1 0 0,-1 0 0,0-1 0,0 1 0,0 0 0,-1 1 0,1-1 0,0 0 0,-1 0 0,0 1 0,0-1 0,-4-4 0,2 3 0,0 0 0,0 0 0,0 0 0,-1 0 0,0 1 0,0 0 0,0 0 0,0 0 0,0 0 0,0 1 0,-1 0 0,1 0 0,-1 1 0,0-1 0,1 1 0,-12 0 0,16 1 0,-1 0 0,1 0 0,-1 0 0,0 0 0,1 0 0,-1 1 0,1-1 0,-1 0 0,1 1 0,-1-1 0,1 1 0,-1 0 0,1 0 0,-1-1 0,1 1 0,0 0 0,-1 0 0,1 0 0,0 0 0,0 1 0,0-1 0,0 0 0,0 0 0,0 1 0,0-1 0,0 1 0,1-1 0,-1 0 0,1 1 0,-1 0 0,1-1 0,-1 1 0,1-1 0,-1 3 0,1-1 0,0 1 0,0-1 0,0 1 0,0-1 0,1 1 0,0-1 0,-1 1 0,1-1 0,0 0 0,0 0 0,1 1 0,-1-1 0,1 0 0,3 6 0,13 13 0,1-1 0,0 0 0,38 30 0,-46-42 0,0-1 0,1 0 0,1-1 0,-1 0 0,1-1 0,0 0 0,1-1 0,-1-1 0,18 4 0,-25-7 0,0 0 0,1 0 0,-1-1 0,0 0 0,0 0 0,0 0 0,0-1 0,0 0 0,0 0 0,0-1 0,11-3 0,-13 3 0,0-1 0,-1 1 0,1 0 0,-1-1 0,1 0 0,-1 0 0,0 0 0,0 0 0,0 0 0,-1-1 0,1 0 0,-1 1 0,0-1 0,0 0 0,0 0 0,0 0 0,1-7 0,0-1 0,0 0 0,-1-1 0,0 1 0,-1-17 0,-3-52 0,1 68 0,-2-20 0,-2-1 0,-1 1 0,-13-40 0,18 70 0,0 0 0,0 0 0,1-1 0,-1 1 0,1 0 0,0 0 0,0 0 0,0-1 0,0 1 0,1 0 0,-1 0 0,2-3 0,-2 4 0,1 0 0,0 1 0,0-1 0,0 0 0,0 1 0,0-1 0,0 1 0,0 0 0,1-1 0,-1 1 0,1 0 0,-1 0 0,0 0 0,1 0 0,0 0 0,-1 0 0,1 0 0,0 1 0,-1-1 0,1 0 0,0 1 0,2-1 0,4 0-85,0 0 0,1 0-1,-1 0 1,0 1 0,0 1-1,0-1 1,1 2 0,-1-1-1,0 1 1,0 0 0,0 0-1,-1 1 1,1 0 0,-1 1-1,12 6 1,-2 1-6741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17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118 214 24575,'-42'-191'0,"42"188"0,-4-16 0,4 19 0,0 0 0,0 0 0,0 0 0,0 0 0,0 0 0,0 0 0,0 0 0,0 0 0,0 0 0,0 0 0,0 0 0,0 0 0,0 0 0,0 0 0,0-1 0,0 1 0,-1 0 0,1 0 0,0 0 0,0 0 0,0 0 0,0 0 0,0 0 0,0 0 0,0 0 0,0 0 0,0 0 0,0 0 0,0 0 0,0 0 0,0 0 0,0 0 0,-1 0 0,1 0 0,0 0 0,0 0 0,0 0 0,0 0 0,0 0 0,0 0 0,0 0 0,0 0 0,0 0 0,0 0 0,0 0 0,0 0 0,0 0 0,0 0 0,0 0 0,-1 1 0,1-1 0,0 0 0,0 0 0,0 0 0,0 0 0,0 0 0,0 0 0,0 0 0,0 0 0,0 0 0,0 0 0,-4 12 0,2 1 0,0 0 0,1 0 0,0 15 0,1-14 0,-1 0 0,-3 21 0,-1 3 0,1 0 0,2 0 0,3 52 0,1-19 0,-3-37 0,1 13 0,9 85 0,-4-85 0,-2-1 0,-4 53 0,0-29 0,0-55 0,0-1 0,-4 17 0,2-15 0,-2 24 0,5 244 0,1-135 0,-1-135 0,2 0 0,3 17 0,-2-15 0,1 24 0,-3-22 0,7 99 0,-4-78 0,-1 0 0,-2 0 0,-4 41 0,-4-25 0,0 23 0,-1 4 0,1 3 0,8 37 0,-2 51 0,-6-101 0,0 21 0,0 17 0,-1 15 0,9-60 0,-2 70 0,-6-83 0,4-33 0,-1 25 0,3-14 0,1-1 0,2 1 0,1-1 0,1 0 0,8 29 0,14 13 0,-8-26 0,-15-37-227,-1 1-1,0 0 1,-1 0-1,0 0 1,0 19-1,-1-16-6598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19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14515 203 24575,'-127'16'0,"-217"-2"0,319-14 0,-312-9 0,-174-12 0,90 13 0,-109 1 0,329 8 0,-60 7 0,9-1 0,116-6 0,-286-3 0,6-20 0,150 6 0,169 11 0,-362-10 0,306 15 0,-215 1 0,9 21 0,-54 0 0,-256-32 0,-289-25 0,767 28 0,-96 0 0,-1198 7 0,1253 8 0,20-1 0,-347-16 0,252 2 0,-16 0 0,-8-8 0,7 0 0,-340-5 0,469 13 0,34 0 0,-251-11 0,229 8 0,-99-6 0,173 11 0,-142-4 0,194 9-455,0 2 0,-91 15 0,128-12-6371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22.4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 24575,'2'-2'0,"4"5"0,3 6 0,-1 1 0,-1 1 0,-1 0 0,0 0 0,8 18 0,0 3 0,31 59 0,26 51 0,-12-32 0,98 180 0,18-10 0,-13-61 0,-102-147 0,75 117 0,-41-10 0,16 24 0,-52-104 0,-8-13 0,-34-65-1365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24.0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1082 72 24575,'-4'-6'0,"2"2"0,-1 0 0,1 0 0,-1 0 0,0 0 0,0 1 0,0-1 0,-1 1 0,1 0 0,-1 0 0,0 0 0,0 0 0,0 1 0,-6-4 0,0 3 0,1 0 0,0 0 0,0 1 0,-1 0 0,-18-1 0,-48 6 0,75-3 0,0 3 0,0 1 0,0-1 0,0 1 0,1-1 0,-1 8 0,-1 2 0,-1-2 0,0 0 0,-1-1 0,-1 0 0,-9 17 0,7-16 0,1 1 0,1-1 0,-5 16 0,-21 100 0,16-28 0,9-55 0,-3 0 0,-14 46 0,20-80 0,-1 0 0,0-1 0,-1 1 0,0-1 0,-9 12 0,-36 40 0,39-49 0,-46 60 0,36-46 0,1 2 0,-26 49 0,30-43 0,-22 63 0,20-47 0,3-16 0,-27 47 0,1-5 0,-99 248 0,84-190 0,-27 77 0,71-163-682,-11 76-1,22-111-6143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25.3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447 90 24575,'11'-38'0,"-9"26"0,2 0 0,5-15 0,-45 129 0,-60 140 0,70-166 0,-18 99 0,-66 377 0,67-196 0,40-321 0,-6 68 0,4-62 0,2-9 0,-1-1 0,-18 60 0,-13 19 0,18-74 92,14-29-456,-1 0-1,1 1 1,-5 14 0,6-12-6462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26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24575,'2'2'0,"1"-1"0,-1 1 0,0 0 0,0 0 0,0 0 0,0 0 0,0 0 0,0 1 0,0-1 0,-1 0 0,1 1 0,0 2 0,15 37 0,-11-26 0,8 21 0,3-2 0,0 0 0,2 0 0,40 53 0,216 250 0,238 330 0,-441-545 0,11 16 0,-57-103 0,2 0 0,1-2 0,34 31 0,169 127 0,-218-183-91,-10-7-25,0 1 0,0-1 1,-1 1-1,1-1 0,-1 1 0,1 0 0,-1 1 0,0-1 1,0 0-1,4 8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27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405 90 24575,'53'-78'0,"-42"67"0,-11 11 0,0 0 0,0 0 0,0 0 0,0 0 0,1 0 0,-1 0 0,0 0 0,0 0 0,0 0 0,0 0 0,0 0 0,0 0 0,1 0 0,-1 0 0,0 0 0,0 0 0,0 0 0,0 0 0,0 0 0,0 0 0,0 0 0,1 0 0,-1 0 0,0 0 0,0 0 0,0 1 0,0-1 0,0 0 0,0 0 0,0 0 0,0 0 0,0 0 0,1 0 0,-1 0 0,0 0 0,0 1 0,0-1 0,0 0 0,0 0 0,0 0 0,0 0 0,0 0 0,0 0 0,0 1 0,0-1 0,0 0 0,0 0 0,0 3 0,0-1 0,-1 1 0,1 0 0,0-1 0,-1 1 0,0 0 0,-1 3 0,-91 285 27,17 8-242,56-218-47,-86 466 164,82-408 106,-39 177-8,48-249 0,-14 50 482,-11 65-1789,38-167-5519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27.6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 24575,'9'-3'0,"0"0"0,0 1 0,1 0 0,-1 0 0,19 0 0,-23 2 0,0 1 0,0-1 0,-1 1 0,1 0 0,0 0 0,-1 1 0,1-1 0,-1 1 0,1 0 0,-1 0 0,0 1 0,0-1 0,7 6 0,7 9 0,-1 0 0,16 22 0,-7-10 0,162 213-148,-18 14-124,-9-14 137,233 256 135,-200-238 423,-107-137-291,-69-98-132,-1 0 0,-1 1 0,-2 1 0,0 0 0,-2 1 0,-1 0 0,9 38 0,-9-24-1365,-7-25-5461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35.1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53 24575,'-1'-2'0,"-1"0"0,1 0 0,0 0 0,0 0 0,1-1 0,-1 1 0,0 0 0,1 0 0,-1 0 0,1-1 0,0 1 0,0 0 0,0-1 0,0 1 0,0 0 0,0 0 0,0-1 0,1 1 0,-1 0 0,2-4 0,-2 6 0,0 0 0,0 0 0,0-1 0,0 1 0,0 0 0,0 0 0,0 0 0,0 0 0,0 0 0,0 0 0,1 0 0,-1 0 0,0-1 0,0 1 0,0 0 0,0 0 0,0 0 0,0 0 0,0 0 0,0 0 0,0 0 0,0 0 0,0 0 0,0 0 0,0 0 0,0-1 0,0 1 0,1 0 0,-1 0 0,0 0 0,0 0 0,0 0 0,0 0 0,0 0 0,0 0 0,0 0 0,0 0 0,1 0 0,-1 0 0,0 0 0,0 0 0,0 0 0,0 0 0,0 0 0,0 0 0,0 0 0,0 0 0,1 0 0,-1 0 0,0 0 0,0 0 0,0 0 0,4 7 0,2 9 0,-2 7 0,-1 0 0,-1 25 0,4 31 0,11 24 0,-16-100-227,-1 1-1,0-1 1,1 0-1,-2 1 1,1 5-1,-3 0-6598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36.2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1 207 24575,'33'6'0,"-1"2"0,0-2 0,1-2 0,49 1 0,-91-5 0,1 0 0,0 0 0,-1-1 0,1 0 0,0-1 0,0 0 0,-10-3 0,15 4 0,0 0 0,0-1 0,0 1 0,0-1 0,0 0 0,1 0 0,-1 0 0,0 0 0,1 0 0,0 0 0,-1-1 0,1 1 0,0-1 0,0 0 0,1 1 0,-1-1 0,0 0 0,1 0 0,0 0 0,-1 0 0,1 0 0,1-1 0,-2-2 0,2 2 0,-1 1 0,1-1 0,0 0 0,0 1 0,1-1 0,-1 1 0,1-1 0,-1 1 0,1-1 0,0 1 0,1-1 0,2-5 0,-1 4 0,0 0 0,1 0 0,-1 0 0,1 1 0,0-1 0,0 1 0,7-4 0,2-2 0,0 1 0,1 1 0,1 0 0,28-10 0,-26 13 0,0 1 0,0 0 0,0 2 0,0 0 0,1 1 0,-1 0 0,0 2 0,21 2 0,-36-3 0,0 1 0,0-1 0,1 0 0,-1 1 0,0-1 0,0 1 0,0 0 0,0 0 0,0 0 0,0 0 0,0 0 0,0 0 0,0 0 0,0 1 0,0-1 0,2 3 0,-3-2 0,0 0 0,0-1 0,-1 1 0,1 0 0,0-1 0,-1 1 0,1 0 0,-1 0 0,0 0 0,1-1 0,-1 1 0,0 0 0,0 0 0,0 0 0,0 0 0,-1 0 0,1-1 0,0 1 0,-1 0 0,0 2 0,-5 11 0,0-1 0,0 0 0,-15 22 0,12-21 0,0 1 0,-9 22 0,17-36 0,1 0 0,-1 1 0,0-1 0,1 0 0,-1 1 0,1-1 0,0 0 0,0 1 0,0-1 0,0 0 0,0 1 0,0-1 0,0 1 0,1-1 0,0 0 0,-1 0 0,1 1 0,0-1 0,0 0 0,0 0 0,0 0 0,0 0 0,1 0 0,-1 0 0,1 0 0,-1 0 0,1-1 0,0 1 0,0 0 0,-1-1 0,1 1 0,0-1 0,4 2 0,5 2 0,1 0 0,-1 0 0,1-1 0,0-1 0,13 3 0,-17-4 0,11 2-455,0-1 0,34 2 0,-41-5-6371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36.6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34 24575,'-14'-5'0,"-3"-1"0,0 0 0,1 1 0,-2 1 0,1 1 0,-24-1 0,39 3 0,0 1 0,1 0 0,-1 0 0,0 0 0,0 1 0,0-1 0,1 0 0,-1 1 0,0-1 0,0 1 0,1-1 0,-1 1 0,0 0 0,1 0 0,-1 0 0,1 0 0,-1 0 0,1 0 0,0 0 0,-1 0 0,1 0 0,0 1 0,0-1 0,0 1 0,0-1 0,0 1 0,0-1 0,0 1 0,0 0 0,1-1 0,-1 1 0,1 0 0,-1-1 0,0 4 0,1 1 0,0 0 0,0-1 0,1 1 0,-1 0 0,1-1 0,0 1 0,1-1 0,-1 1 0,5 8 0,5 7 0,1 0 0,1-1 0,0-1 0,2 0 0,20 20 0,-1 0 0,-32-36 0,0-1 0,0 1 0,0-1 0,0 1 0,-1 0 0,3 6 0,-4-9 0,0 1 0,1-1 0,-1 1 0,0 0 0,0-1 0,0 1 0,0-1 0,0 1 0,0 0 0,0-1 0,-1 1 0,1-1 0,0 1 0,0 0 0,0-1 0,0 1 0,-1-1 0,1 1 0,0-1 0,-1 1 0,1-1 0,0 1 0,-1-1 0,1 1 0,-1-1 0,1 1 0,-1-1 0,1 1 0,-1-1 0,1 0 0,-1 1 0,1-1 0,-1 0 0,1 0 0,-1 0 0,1 1 0,-1-1 0,0 0 0,1 0 0,-1 0 0,0 0 0,1 0 0,-1 0 0,-9 1-58,0 0 1,0 0-1,-14-2 0,11 0-1076,-3 0-5692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37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27 24575,'-1'-5'0,"1"2"0,-1 1 0,0-1 0,1 1 0,-1-1 0,0 1 0,-2-4 0,3 6 0,0 0 0,0 0 0,-1 0 0,1 0 0,0 0 0,0 0 0,0 0 0,0 0 0,0 0 0,0 0 0,0 0 0,0 0 0,0 0 0,0 0 0,0-1 0,0 1 0,0 0 0,0 0 0,0 0 0,0 0 0,0 0 0,0 0 0,-1 0 0,1 0 0,0 0 0,0 0 0,0 0 0,0 0 0,0 0 0,0 0 0,0 0 0,0 1 0,0-1 0,0 0 0,0 0 0,0 0 0,0 0 0,0 0 0,0 0 0,0 0 0,0 0 0,0 0 0,-1 0 0,1 0 0,0 0 0,0 0 0,0 0 0,0 0 0,0 0 0,0 0 0,0 0 0,0 0 0,0 0 0,0 0 0,0 1 0,0-1 0,0 0 0,0 0 0,0 0 0,0 0 0,0 0 0,-2 7 0,1 8 0,1 89 0,2-86 0,0 1 0,1-1 0,9 29 0,-9-36-273,-1 0 0,0-1 0,0 1 0,0 18 0,-2-17-6553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38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70 24575,'8'-9'0,"0"1"0,1 0 0,1 1 0,-1 0 0,1 1 0,16-8 0,-22 12 0,0 0 0,1 0 0,-1 1 0,1 0 0,0 0 0,-1 0 0,1 1 0,0-1 0,0 1 0,-1 0 0,1 1 0,0-1 0,-1 1 0,1 0 0,0 0 0,-1 0 0,1 1 0,7 3 0,-8-3 0,0 0 0,-1 0 0,1 0 0,0 1 0,-1 0 0,1-1 0,-1 1 0,0 0 0,0 0 0,0 1 0,-1-1 0,4 5 0,-4-3 0,0 0 0,0 0 0,-1 0 0,1 0 0,-1 0 0,0 0 0,-1 0 0,1 0 0,-1 0 0,0 6 0,-1 1 0,0 0 0,-1 0 0,0-1 0,-1 1 0,0 0 0,0-1 0,-2 0 0,-9 21 0,13-30 0,0 0 0,0 0 0,0 0 0,0 0 0,0 0 0,1 0 0,-1 0 0,1 0 0,0 0 0,0 0 0,-1 1 0,1-1 0,1 0 0,-1 0 0,0 0 0,0 0 0,1 1 0,-1-1 0,1 0 0,0 0 0,0 0 0,-1 0 0,3 2 0,-1-1 0,1 0 0,-1 0 0,1 0 0,0-1 0,0 0 0,0 1 0,0-1 0,0 0 0,0 0 0,1-1 0,-1 1 0,7 2 0,-5-3-68,-1 1 0,1-1-1,0 0 1,0 0 0,-1 0 0,1 0-1,0-1 1,0 0 0,0 0 0,0 0-1,0-1 1,0 0 0,-1 0 0,1 0-1,0 0 1,-1-1 0,1 1 0,0-1-1,6-5 1,2-2-6758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38.9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0 347 24575,'14'1'0,"0"0"0,19 5 0,-23-4 0,0 0 0,1 0 0,-1-1 0,1-1 0,16 0 0,-27 0 0,0 0 0,1 0 0,-1 0 0,0 0 0,1-1 0,-1 1 0,0 0 0,1 0 0,-1 0 0,0 0 0,1 0 0,-1 0 0,0-1 0,1 1 0,-1 0 0,0 0 0,0 0 0,1-1 0,-1 1 0,0 0 0,0 0 0,1-1 0,-1 1 0,0 0 0,0-1 0,0 1 0,0 0 0,0-1 0,1 1 0,-1 0 0,0-1 0,0 1 0,-4-13 0,-13-9 0,16 21 0,-17-18 0,0-1 0,1-1 0,-15-24 0,28 39 0,1 1 0,0-1 0,0 0 0,0 0 0,1-1 0,0 1 0,0 0 0,0-1 0,1 0 0,0 1 0,0-1 0,1 0 0,0 1 0,0-1 0,1 0 0,-1 1 0,4-14 0,-2 16 0,0 0 0,1-1 0,-1 1 0,1 0 0,0 0 0,0 0 0,0 0 0,0 1 0,1-1 0,0 1 0,-1 0 0,1 0 0,0 0 0,1 1 0,-1-1 0,0 1 0,10-3 0,-1 0 0,0 1 0,0 0 0,1 1 0,0 1 0,15-1 0,-23 3 0,-1 0 0,0 0 0,1 0 0,-1 1 0,0 0 0,1 0 0,-1 1 0,0 0 0,0-1 0,0 2 0,0-1 0,-1 0 0,1 1 0,0 0 0,-1 0 0,0 1 0,0-1 0,0 1 0,0 0 0,0 0 0,-1 0 0,0 0 0,0 0 0,0 1 0,0 0 0,-1-1 0,0 1 0,0 0 0,0 0 0,0 1 0,-1-1 0,0 0 0,0 0 0,0 1 0,-1-1 0,0 0 0,0 1 0,0-1 0,-2 7 0,-8 31 0,6-32 0,1 0 0,1 0 0,0 0 0,0 0 0,0 21 0,3-29 0,-1-1 0,0 1 0,1-1 0,0 1 0,0-1 0,-1 0 0,1 0 0,0 1 0,1-1 0,-1 0 0,0 0 0,1 0 0,-1 0 0,1 0 0,0 0 0,-1-1 0,1 1 0,0 0 0,0-1 0,0 0 0,0 1 0,0-1 0,1 0 0,-1 0 0,0 0 0,1 0 0,1 0 0,6 1 0,-1 0 0,1 0 0,-1-1 0,1 0 0,14-1 0,16 0-34,-22 1-298,-1-1-1,0-1 0,22-3 0,-27 1-6493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39.2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211 1 24575,'-3'1'0,"0"1"0,1-1 0,-1 1 0,0 0 0,0 0 0,1 1 0,-1-1 0,1 0 0,0 1 0,0 0 0,0-1 0,0 1 0,0 0 0,1 0 0,-1 0 0,1 0 0,-1 0 0,1 0 0,0 1 0,1-1 0,-1 0 0,0 1 0,1-1 0,0 7 0,1 4 0,0 0 0,1 0 0,1 0 0,7 22 0,-3-13 0,-6-20 0,0 0 0,-1 0 0,1 0 0,-1 0 0,1 0 0,-1 0 0,0 0 0,0 0 0,-1 0 0,1 0 0,-1 0 0,1 0 0,-2 3 0,1-4 0,0 0 0,0-1 0,0 1 0,-1 0 0,1-1 0,-1 1 0,1-1 0,-1 1 0,1-1 0,-1 0 0,0 1 0,0-1 0,1 0 0,-1 0 0,0 0 0,0 0 0,0-1 0,0 1 0,-3 0 0,-19 4-341,-1-1 0,1-1-1,-39 0 1,44-2-6485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41.0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1 197 24575,'30'-11'0,"-2"7"0,0 2 0,56 3 0,-28 0 0,137 8 0,-10 8 0,-177-15 0,-1-2 0,1 1 0,0-1 0,-1 1 0,1-2 0,-1 1 0,1-1 0,0 1 0,-1-2 0,1 1 0,-1 0 0,0-1 0,10-5 0,-10 5 0,11-8 0,-16 10 0,0-1 0,0 1 0,1 0 0,-1-1 0,0 1 0,0 0 0,0 0 0,0-1 0,0 1 0,0 0 0,1-1 0,-1 1 0,0 0 0,0-1 0,0 1 0,0 0 0,0-1 0,0 1 0,0 0 0,0-1 0,-1 1 0,1 0 0,0-1 0,0 1 0,0 0 0,0-1 0,0 1 0,0 0 0,-1 0 0,1-1 0,0 1 0,0 0 0,0 0 0,-1-1 0,1 1 0,0 0 0,0 0 0,-1-1 0,1 1 0,0 0 0,-1 0 0,1 0 0,0 0 0,-1 0 0,1 0 0,0-1 0,0 1 0,-1 0 0,-105-47 0,25 12 0,79 34 0,0-1 0,-1 1 0,1-1 0,0 0 0,0 0 0,0 0 0,1 0 0,-1 0 0,0 0 0,1 0 0,-1 0 0,1-1 0,0 1 0,0-1 0,0 1 0,0-1 0,0 1 0,0-1 0,1 0 0,-1 1 0,1-1 0,0 0 0,0 1 0,0-1 0,0 0 0,0 1 0,0-1 0,1 0 0,0 1 0,-1-1 0,2-2 0,-2 4 0,1 0 0,-1 0 0,1 1 0,-1-1 0,1 0 0,-1 1 0,1-1 0,-1 0 0,1 1 0,-1-1 0,1 1 0,0-1 0,0 0 0,-1 1 0,1 0 0,0-1 0,0 1 0,-1-1 0,1 1 0,0 0 0,0 0 0,0-1 0,-1 1 0,1 0 0,0 0 0,0 0 0,0 0 0,0 0 0,0 0 0,0 0 0,-1 0 0,1 1 0,0-1 0,0 0 0,0 0 0,-1 1 0,1-1 0,0 0 0,1 2 0,4 1 0,0 1 0,0-1 0,11 10 0,-9-6 0,60 42 0,89 69 0,-156-117 0,0 0 0,0-1 0,0 1 0,0 0 0,0 0 0,0 0 0,0 0 0,0 0 0,-1 0 0,1 0 0,0 0 0,-1 0 0,1 1 0,-1-1 0,1 0 0,-1 0 0,1 0 0,-1 1 0,0-1 0,0 0 0,0 1 0,0-1 0,0 0 0,0 0 0,0 3 0,-1-2 0,0 0 0,0 0 0,0 0 0,0-1 0,0 1 0,0 0 0,-1 0 0,1-1 0,-1 1 0,1-1 0,-1 1 0,1-1 0,-1 0 0,-4 3 0,-3 1 0,-1 0 0,0 0 0,-1-1 0,1-1 0,-17 5 0,-59 5 0,9-1 0,27 1-1365,37-8-5461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42.1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1 393 24575,'28'-5'0,"1"1"0,0 1 0,0 1 0,32 3 0,53-3 0,-114 2 0,1 0 0,0 0 0,0 0 0,0 0 0,0 0 0,0-1 0,0 1 0,0 0 0,0-1 0,0 1 0,0 0 0,-1-1 0,1 1 0,0-1 0,0 0 0,0 1 0,0-2 0,-1 2 0,1-1 0,-1 1 0,0-1 0,0 1 0,1-1 0,-1 1 0,0-1 0,0 0 0,0 1 0,0-1 0,0 1 0,0-1 0,0 0 0,0 1 0,0-1 0,0 1 0,0-1 0,-1 1 0,1-1 0,-1-1 0,-1-2 0,-1-1 0,0 1 0,0 0 0,0 0 0,-4-5 0,2 3 0,-28-29 0,20 22 0,-23-31 0,33 38 0,-1 1 0,1-1 0,0 0 0,1 1 0,0-1 0,-1-1 0,2 1 0,-1 0 0,-1-12 0,3 10 0,-1 0 0,1 1 0,0-1 0,1 0 0,0 1 0,0-1 0,4-14 0,-3 18 0,0 0 0,0 0 0,0 0 0,0 0 0,1 1 0,0-1 0,-1 1 0,1-1 0,0 1 0,1 0 0,-1 0 0,1 0 0,-1 1 0,1-1 0,4-1 0,2-1 0,1 1 0,-1 0 0,1 0 0,-1 1 0,1 1 0,0 0 0,20-1 0,79 4 0,-107 0 0,11 0 0,0 0 0,0 1 0,0 1 0,20 6 0,-30-7 0,0-1 0,0 1 0,1-1 0,-1 1 0,-1 1 0,1-1 0,0 0 0,-1 1 0,1 0 0,-1 0 0,0 0 0,1 0 0,-2 0 0,1 1 0,0 0 0,-1-1 0,1 1 0,1 5 0,-3-5 0,0-1 0,-1 1 0,1 0 0,-1 0 0,0 0 0,0 0 0,0-1 0,0 1 0,-1 0 0,0 0 0,0-1 0,0 1 0,0 0 0,0-1 0,-1 1 0,-2 4 0,-5 7 0,0 0 0,-14 17 0,18-26 0,-77 95 0,79-97 0,1 0 0,0-1 0,-1 1 0,2 0 0,-1 0 0,0 0 0,1 0 0,-2 6 0,3-9 0,0 1 0,0-1 0,-1 0 0,1 1 0,0-1 0,0 1 0,0-1 0,1 0 0,-1 1 0,0-1 0,0 1 0,1-1 0,-1 0 0,1 1 0,-1-1 0,1 0 0,0 0 0,-1 1 0,1-1 0,0 0 0,0 0 0,0 0 0,0 0 0,0 0 0,0 0 0,0 0 0,0 0 0,2 1 0,7 2 0,-1-1 0,1 0 0,0 0 0,0-1 0,1 0 0,14 1 0,0 0 0,30 3-240,92-4 0,-115-2-645,-17 0-5941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43.1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38 24575,'2'-3'0,"0"0"0,0 0 0,0 1 0,0-1 0,1 1 0,-1 0 0,1 0 0,0-1 0,0 2 0,0-1 0,0 0 0,0 1 0,0-1 0,0 1 0,0 0 0,4-1 0,-2 1 0,1 0 0,-1 1 0,0 0 0,1 0 0,-1 0 0,0 1 0,1-1 0,-1 1 0,7 3 0,8 3 0,-1 1 0,0 1 0,-1 0 0,20 14 0,-36-21 0,10 5 0,0 1 0,-1 1 0,1 0 0,15 18 0,-23-23 0,-1 0 0,0 0 0,0-1 0,0 2 0,-1-1 0,0 0 0,1 0 0,-2 1 0,1-1 0,0 1 0,-1 0 0,0 0 0,0-1 0,0 1 0,-1 0 0,1 0 0,-1 7 0,-1-8 0,0-1 0,0 1 0,0-1 0,-1 1 0,1-1 0,-1 0 0,0 1 0,0-1 0,0 0 0,0 0 0,0 0 0,-1-1 0,1 1 0,-1-1 0,0 1 0,0-1 0,0 0 0,0 0 0,0 0 0,0 0 0,0 0 0,-7 1 0,-2 2 0,-1-1 0,0-1 0,0 0 0,-26 2 0,8-3 0,0-2 0,0 0 0,0-2 0,1-2 0,-1-1 0,1-1 0,0-1 0,-53-21 0,77 25 0,0 1 0,1-1 0,-1 0 0,1-1 0,-1 0 0,-6-5 0,11 8 0,0 0 0,0 0 0,1 0 0,-1 1 0,0-1 0,0 0 0,1-1 0,-1 1 0,0 0 0,1 0 0,-1 0 0,1 0 0,-1 0 0,1 0 0,0-1 0,-1 1 0,1 0 0,0 0 0,0-1 0,0 1 0,0 0 0,0 0 0,0-1 0,0 1 0,1 0 0,-1 0 0,0-1 0,1 1 0,-1 0 0,1 0 0,-1 0 0,1 0 0,-1 0 0,1 0 0,0 0 0,0 0 0,-1 0 0,1 0 0,2-2 0,4-3 0,0 1 0,1-1 0,0 1 0,0 0 0,0 1 0,16-7 0,55-14 0,-79 25 0,13-4-455,0 1 0,17-1 0,-16 3-6371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29.1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82 24575,'-3'-21'0,"1"10"0,0 1 0,1-1 0,1-15 0,0 26 0,0 0 0,0 0 0,0 0 0,0 0 0,0 0 0,0 0 0,0 0 0,0-1 0,0 1 0,0 0 0,0 0 0,0 0 0,0 0 0,0 0 0,0 0 0,0 0 0,0 0 0,0 0 0,0 0 0,0 0 0,0-1 0,0 1 0,0 0 0,0 0 0,0 0 0,0 0 0,0 0 0,0 0 0,0 0 0,0 0 0,0 0 0,0 0 0,0 0 0,0 0 0,1 0 0,-1 0 0,0 0 0,0 0 0,0 0 0,0 0 0,0 0 0,0-1 0,0 1 0,0 0 0,0 0 0,0 0 0,0 0 0,1 0 0,-1 0 0,0 0 0,0 1 0,0-1 0,0 0 0,0 0 0,0 0 0,0 0 0,0 0 0,0 0 0,0 0 0,0 0 0,1 0 0,-1 0 0,0 0 0,0 0 0,6 8 0,8 15 0,-12-20 0,112 197 0,9 9-202,74 122-201,70 48 403,40 4 0,-70-65 0,-231-309 8,8 12 154,14 25 1,-25-40-136,0 0 0,0 1 1,-1-1-1,0 0 0,0 1 0,0 0 1,-1-1-1,0 1 0,0 9 0,-1-14-79,0 1-1,-1-1 1,0 1-1,1-1 1,-1 0-1,0 1 1,0-1-1,0 0 1,-1 0-1,1 1 1,0-1-1,-1 0 1,1 0-1,-1 0 1,0-1-1,0 1 1,0 0-1,0-1 1,0 1-1,0-1 0,0 0 1,0 0-1,0 1 1,-1-1-1,-3 1 1,-7 2-6774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30.3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898 144 24575,'61'-144'0,"-70"165"0,0 1 0,-6 23 0,-10 25 0,-13 37 0,18-48 0,5-19 0,-3-1 0,-1 0 0,-33 49 0,-109 185 0,132-215 0,3 1 0,-36 117 0,-11 115 0,65-263 0,-1-1 0,-1 0 0,-1 0 0,-1-1 0,-2 0 0,-21 30 0,-62 114 0,50-81 0,31-59 0,2 2 0,1 0 0,2 1 0,1 0 0,-7 40 0,-4 27 0,20-95-105,0 0 0,-1-1 0,0 1 0,0-1 0,0 1 0,0-1 0,-1 0 0,1 0 0,-1 0 0,0 0 0,0 0 0,-5 3 0,0 0-6721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31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88 24575,'-6'-18'0,"3"8"0,0 0 0,0 0 0,-2 1 0,-9-18 0,14 27 0,0 0 0,0 0 0,0-1 0,0 1 0,0 0 0,0 0 0,0 0 0,0 0 0,0 0 0,0-1 0,0 1 0,0 0 0,0 0 0,0 0 0,-1 0 0,1 0 0,0-1 0,0 1 0,0 0 0,0 0 0,0 0 0,0 0 0,-1 0 0,1 0 0,0 0 0,0 0 0,0 0 0,0 0 0,0 0 0,-1 0 0,1-1 0,0 1 0,0 0 0,0 0 0,0 0 0,0 0 0,-1 0 0,1 0 0,0 0 0,0 1 0,0-1 0,0 8 0,4 12 0,19 50 18,42 89 1,45 63-255,-64-133-362,470 808-2618,-254-513 2866,-182-268 293,-64-92 99,4 3 679,-2 0 1,-1 1-1,24 54 1,-41-80-616,1 0 1,0 0 0,-1 0-1,1 0 1,-1 0 0,0 0 0,0 0-1,0 0 1,0 0 0,0 3 0,0-4-134,0-1 0,-1 1 0,1-1 0,0 1 0,0-1 1,-1 1-1,1-1 0,0 1 0,-1-1 0,1 1 0,-1-1 1,1 0-1,0 1 0,-1-1 0,1 1 0,-1-1 0,1 0 1,-1 0-1,1 1 0,-1-1 0,1 0 0,-1 0 0,0 0 1,1 1-1,-1-1 0,1 0 0,-1 0 0,1 0 0,-1 0 1,0 0-1,1 0 0,-1 0 0,1-1 0,-1 1 0,0 0 1,1 0-1,-1 0 0,0-1 0,-12-3-6799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31.9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977 26 24575,'3'-6'0,"5"-12"0,-6 17 0,-6 11 0,-44 100 0,-32 87 0,56-120 0,-94 277 0,78-248 0,15-39 0,-57 111 0,38-95 0,22-40 0,-2-1 0,-47 63 0,-10-10 0,-50 66 0,104-124 0,3 2 0,1 0 0,2 2 0,-23 62 0,36-80 0,0 0 0,-9 33 0,15-47-273,0 0 0,-2-1 0,1 1 0,-5 8 0,4-9-6553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43.8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4 24575,'-2'-1'0,"0"0"0,0 1 0,0-1 0,0 1 0,0 0 0,0 0 0,0-1 0,-1 1 0,1 1 0,0-1 0,0 0 0,0 0 0,0 1 0,0-1 0,0 1 0,0 0 0,0 0 0,0 0 0,0 0 0,0 0 0,0 0 0,0 0 0,1 0 0,-1 1 0,0-1 0,1 1 0,-1-1 0,1 1 0,0 0 0,0-1 0,-1 1 0,1 0 0,0 0 0,0 0 0,1 0 0,-1 0 0,0 0 0,1 0 0,-1 4 0,-1 4 0,1-1 0,0 1 0,1-1 0,0 1 0,0 0 0,1-1 0,3 16 0,12 27-14,-13-45-99,0 1 1,0-1-1,-1 1 1,0 0-1,0 0 0,-1 0 1,0 0-1,0 1 1,-1-1-1,0 0 1,-2 9-1,-1-4-6713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44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0 24575,'-22'0'0,"-10"0"0,-2 0 0,3 0 0,3 0 0,5 0 0,4 0 0,4 3 0,6 0-8191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44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5 106 24575,'-1'-5'0,"0"0"0,0 0 0,0 0 0,1 1 0,0-1 0,0 0 0,0 0 0,1-5 0,-1 7 0,1 1 0,0 0 0,-1 0 0,1 0 0,0 1 0,0-1 0,0 0 0,0 0 0,0 0 0,1 1 0,-1-1 0,1 0 0,-1 1 0,1 0 0,-1-1 0,1 1 0,0 0 0,0 0 0,-1 0 0,1 0 0,2-1 0,10-3 0,0 1 0,0 1 0,1 0 0,-1 1 0,0 0 0,1 1 0,-1 1 0,1 0 0,18 4 0,-31-4 0,0 0 0,0 0 0,0 0 0,0 1 0,0-1 0,-1 1 0,1 0 0,0 0 0,0-1 0,0 1 0,-1 0 0,1 0 0,0 0 0,-1 1 0,1-1 0,-1 0 0,0 1 0,1-1 0,-1 1 0,0-1 0,0 1 0,0 0 0,0-1 0,0 1 0,1 3 0,-1 0 0,0-1 0,0 0 0,0 1 0,-1-1 0,0 1 0,0-1 0,0 1 0,-1-1 0,1 1 0,-2 5 0,-3 7 0,-1 0 0,-1 0 0,-8 16 0,-1 1 0,14-28 0,-2 1 0,1 0 0,1 0 0,-1 0 0,1 0 0,-1 12 0,2-17 0,1 0 0,0-1 0,0 1 0,1 0 0,-1 0 0,0 0 0,0 0 0,1 0 0,0-1 0,-1 1 0,1 0 0,0 0 0,0-1 0,-1 1 0,1 0 0,1-1 0,-1 1 0,0-1 0,0 1 0,1-1 0,-1 0 0,0 0 0,1 1 0,-1-1 0,1 0 0,0 0 0,2 1 0,7 2 0,1 1 0,0-1 0,1-1 0,-1 0 0,1-1 0,-1-1 0,18 1 0,-24-2 30,1 0 0,-1-1 0,9-1 0,-13 1-123,0 1 0,0 0 1,0-1-1,0 1 0,-1-1 0,1 0 0,0 0 0,0 0 1,-1 0-1,1 0 0,-1 0 0,1 0 0,-1 0 1,1-1-1,1-1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46.2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23 24575,'-3'-19'0,"4"15"0,-1 13 0,2 3 0,-1 0 0,1 0 0,1-1 0,0 1 0,1-1 0,0 0 0,7 12 0,-10-21 0,-1 0 0,1-1 0,0 1 0,0 0 0,-1 0 0,1-1 0,-1 1 0,1 0 0,-1 0 0,0 0 0,0 0 0,0 0 0,0-1 0,0 1 0,0 0 0,-1 0 0,1 0 0,-1 2 0,0-2 0,-1-1 0,1 1 0,0 0 0,-1-1 0,1 1 0,-1-1 0,1 0 0,-1 0 0,0 1 0,0-1 0,1 0 0,-1 0 0,0-1 0,0 1 0,0 0 0,-3 0 0,-11 3 0,0 0 0,0-2 0,-25 2 0,-16 2 0,-16 2-1365,61-4-5461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46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39 24575,'-3'-4'0,"0"1"0,-1-1 0,1 0 0,-1 1 0,0 0 0,0 0 0,-1 0 0,-8-4 0,12 6 0,0 1 0,0-1 0,0 1 0,0-1 0,0 1 0,-1 0 0,1-1 0,0 1 0,0 0 0,0 0 0,-1 0 0,1 0 0,0 0 0,0 0 0,0 0 0,-1 0 0,1 0 0,0 1 0,0-1 0,0 1 0,0-1 0,0 0 0,-1 1 0,1 0 0,0-1 0,0 1 0,0 0 0,0 0 0,1-1 0,-1 1 0,0 0 0,0 0 0,0 0 0,1 0 0,-1 0 0,0 0 0,1 0 0,-1 0 0,1 0 0,-1 0 0,1 1 0,-1 1 0,0 1 0,0 0 0,0 0 0,1 0 0,0 0 0,-1 1 0,1-1 0,0 0 0,1 0 0,-1 0 0,1 0 0,0 0 0,0 1 0,0-1 0,0-1 0,1 1 0,0 0 0,4 7 0,2 1 0,1 1 0,1-1 0,17 16 0,-14-15 0,-12-12 0,0 0 0,0 0 0,-1 0 0,1 0 0,0 0 0,0 1 0,-1-1 0,1 0 0,0 0 0,-1 0 0,1 1 0,-1-1 0,1 0 0,-1 1 0,0-1 0,0 0 0,0 3 0,0-3 0,0 0 0,0-1 0,-1 1 0,1 0 0,-1 0 0,1 0 0,-1 0 0,1 0 0,-1-1 0,1 1 0,-1 0 0,0-1 0,0 1 0,1 0 0,-1-1 0,0 1 0,0-1 0,0 1 0,1-1 0,-1 1 0,0-1 0,0 0 0,0 1 0,0-1 0,-1 0 0,-23 6-682,-27 3-1,35-6-6143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47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232 30 24575,'-20'-4'0,"-8"-3"0,-3 1 0,2 1 0,3 1 0,4 2 0,3 1 0,3 3 0,1 1 0,0 0 0,4 0-8191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48.3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74 24575,'8'-9'0,"2"1"0,-1 0 0,1 0 0,0 1 0,0 1 0,20-10 0,-25 14 0,0 0 0,0 0 0,0 0 0,0 1 0,1 0 0,-1 0 0,1 1 0,-1-1 0,1 1 0,-1 0 0,1 1 0,-1-1 0,0 1 0,1 0 0,-1 1 0,0-1 0,7 4 0,-8-4 0,0 1 0,-1 0 0,1 0 0,-1 0 0,0 0 0,0 1 0,0-1 0,0 1 0,0 0 0,-1 0 0,1 0 0,-1 0 0,1 0 0,-1 1 0,0-1 0,1 5 0,-1-3 0,-1 0 0,1 0 0,-2 0 0,1 0 0,0 0 0,-1 1 0,0-1 0,0 0 0,-1 0 0,1 0 0,-1 0 0,-2 6 0,-2 4 0,0-1 0,-1 1 0,-1-1 0,-14 22 0,13-22 0,0 0 0,1 0 0,0 0 0,-7 24 0,14-37 0,-1 1 0,1-1 0,0 0 0,-1 1 0,1-1 0,0 0 0,0 1 0,0-1 0,0 0 0,0 1 0,1-1 0,-1 1 0,0-1 0,0 0 0,1 1 0,-1-1 0,1 0 0,-1 0 0,1 1 0,0-1 0,0 0 0,-1 0 0,1 0 0,0 0 0,0 0 0,0 0 0,0 0 0,0 0 0,0 0 0,0-1 0,1 1 0,-1 0 0,0 0 0,0-1 0,0 1 0,1-1 0,-1 0 0,0 1 0,1-1 0,1 1 0,7 0 0,0 0 0,0 0 0,0-1 0,16-2 0,-12 2 0,0-1-1365,-1 1-5461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49.1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0 378 24575,'81'-11'0,"28"-6"0,-102 16 0,0-1 0,-1 0 0,14-6 0,-49-4 0,24 10 0,-1 0 0,1-1 0,0 0 0,0 0 0,0 0 0,1-1 0,-1 1 0,1-1 0,0 0 0,0 0 0,0-1 0,0 1 0,1-1 0,0 0 0,0 0 0,0 0 0,0 0 0,1 0 0,0-1 0,-3-10 0,4 10 0,0-1 0,0 1 0,1 0 0,-1-1 0,1 1 0,1-1 0,-1 1 0,1 0 0,1-1 0,-1 1 0,1 0 0,0 0 0,0 0 0,1 0 0,-1 0 0,1 0 0,1 1 0,6-10 0,-1 5 0,0-1 0,0 2 0,1-1 0,0 1 0,23-14 0,-26 18 0,1 1 0,0 0 0,0 1 0,0 0 0,1 0 0,-1 1 0,1 0 0,-1 0 0,1 1 0,11 0 0,-11 1 0,0-1 0,1 1 0,0 0 0,-1 1 0,16 3 0,-22-3 0,-1-1 0,0 1 0,1 0 0,-1 0 0,0 0 0,1 1 0,-1-1 0,0 0 0,0 1 0,0-1 0,0 1 0,0 0 0,-1 0 0,1 0 0,0 0 0,-1 0 0,1 0 0,-1 0 0,0 0 0,0 0 0,0 1 0,1 3 0,0 0 0,-1 0 0,0 0 0,-1 0 0,1 0 0,-1 0 0,0 1 0,-1-1 0,1 0 0,-4 10 0,-2 8 0,-11 25 0,6-19 0,8-20 0,1-5 0,0 0 0,1 0 0,-1 0 0,1 0 0,0 1 0,0 5 0,1-9 0,0-1 0,1 0 0,-1 1 0,0-1 0,0 0 0,1 1 0,-1-1 0,1 0 0,-1 1 0,1-1 0,0 0 0,-1 0 0,1 0 0,0 0 0,0 1 0,0-1 0,0 0 0,0-1 0,0 1 0,0 0 0,0 0 0,0 0 0,1-1 0,-1 1 0,0 0 0,0-1 0,1 1 0,-1-1 0,2 1 0,7 1-124,1 0 0,0-1 0,0 0 0,0-1 0,0 0 0,0 0-1,-1-1 1,1-1 0,0 0 0,14-5 0,-15 5-6702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49.4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0 24575,'-4'4'0,"0"0"0,1 0 0,-1 1 0,1-1 0,0 1 0,0-1 0,0 1 0,1 0 0,-1 0 0,1 0 0,0 0 0,1 1 0,-1-1 0,1 1 0,0-1 0,1 0 0,-1 1 0,1 0 0,0-1 0,0 1 0,1-1 0,0 1 0,0-1 0,0 0 0,1 1 0,-1-1 0,1 0 0,0 0 0,1 0 0,-1 0 0,1 0 0,7 8 0,1 0 0,-4-6 0,-1 0 0,-1 0 0,1 0 0,-1 1 0,6 11 0,-10-17 0,-1-1 0,1 1 0,-1-1 0,1 1 0,-1-1 0,1 1 0,-1 0 0,0-1 0,0 1 0,0-1 0,0 1 0,0 0 0,0-1 0,-1 1 0,1-1 0,0 1 0,-1 0 0,1-1 0,-1 1 0,0-1 0,1 0 0,-1 1 0,0-1 0,0 1 0,0-1 0,0 0 0,0 0 0,0 0 0,0 1 0,-1-1 0,1 0 0,0 0 0,-1-1 0,1 1 0,0 0 0,-1 0 0,-2 0 0,-4 3-1,-1 0 0,0-1-1,0 0 1,-1-1 0,-10 2 0,-51 2 71,5 0-1498,52-3-5398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04.6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91 24575,'-5'-12'0,"-3"-5"0,2 0 0,-8-27 0,34 88 0,-11-25 0,-2 1 0,0 0 0,-2 0 0,0 1 0,-1-1 0,-1 1 0,0 24 0,-7-51 0,-1-8 0,-45-161 0,50 174 0,-9-25 0,9 26 0,0 0 0,0 1 0,0-1 0,0 0 0,0 0 0,0 0 0,0 0 0,0 0 0,0 0 0,0 0 0,0 0 0,0 0 0,0 0 0,0 0 0,0 0 0,0 0 0,0 0 0,0 0 0,-1 0 0,1 0 0,0 0 0,0 1 0,0-1 0,0 0 0,0 0 0,0 0 0,0 0 0,0 0 0,0 0 0,0 0 0,0 0 0,0 0 0,0 0 0,0 0 0,0 0 0,0 0 0,0 0 0,-1 0 0,1 0 0,0 0 0,0 0 0,0 0 0,0 0 0,0 0 0,0 0 0,0 0 0,0 0 0,0 0 0,0 0 0,0 0 0,0 0 0,0-1 0,0 1 0,0 0 0,0 0 0,0 0 0,0 0 0,0 0 0,-1 0 0,1 0 0,0 0 0,0 0 0,0 0 0,0 0 0,-2 9 0,1 12 0,1 1-98,2 104 329,0-108-531,0 0 1,2-1-1,0 1 0,11 32 1,-9-37-6527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05.6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39 24575,'1'-10'0,"-1"8"0,0 0 0,0 0 0,0 0 0,0-1 0,0 1 0,0 0 0,-1 0 0,1 0 0,-1-1 0,0-2 0,0 5 0,1 0 0,0 0 0,0 0 0,0 0 0,0 0 0,0-1 0,0 1 0,-1 0 0,1 0 0,0 0 0,0 0 0,0 0 0,0 0 0,-1 0 0,1 0 0,0 0 0,0 0 0,0 0 0,0 0 0,-1 0 0,1 0 0,0 0 0,0 0 0,0 0 0,0 0 0,-1 0 0,1 0 0,0 0 0,0 0 0,0 0 0,0 0 0,-1 0 0,1 1 0,0-1 0,0 0 0,0 0 0,0 0 0,0 0 0,-1 0 0,1 0 0,0 1 0,0-1 0,0 0 0,0 0 0,0 0 0,0 0 0,0 0 0,0 1 0,0-1 0,0 0 0,0 0 0,0 0 0,0 0 0,0 1 0,0-1 0,0 0 0,0 0 0,0 1 0,-6 13 0,6-12 0,-7 20 0,-5 37 0,8-36 0,2-13 0,1 0 0,0 1 0,1-1 0,0 0 0,1 1 0,0-1 0,5 21 0,2-3 0,18 40 0,-15-41 0,-7-15-455,0 0 0,4 21 0,-6-18-6371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06.3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217 0 24575,'-19'0'0,"-10"2"0,-2 2 0,3-1 0,4 2 0,6 0 0,2-1 0,2 2 0,0-1 0,1-1 0,2-1-8191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07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16 342 24575,'5'-4'0,"-1"1"0,1 0 0,0 0 0,0 0 0,0 1 0,0-1 0,0 1 0,1 1 0,-1-1 0,1 1 0,-1 0 0,1 0 0,7 0 0,-13 1 0,0 0 0,-1 0 0,1 0 0,0 0 0,0 0 0,0 0 0,0 0 0,0 0 0,0 0 0,0 0 0,0 0 0,0 0 0,0 0 0,0 0 0,0 0 0,0 0 0,0 0 0,0 0 0,0 0 0,0 0 0,0-1 0,0 1 0,0 0 0,0 0 0,0 0 0,-1 0 0,1 0 0,0 0 0,0 0 0,0 0 0,0 0 0,0 0 0,0 0 0,0 0 0,0 0 0,0 0 0,0 0 0,0 0 0,0 0 0,0 0 0,0 0 0,0-1 0,0 1 0,0 0 0,0 0 0,1 0 0,-1 0 0,0 0 0,0 0 0,0 0 0,0 0 0,0 0 0,0 0 0,0 0 0,0 0 0,-9-4 0,-13-4 0,17 7 0,-1-1 0,0-1 0,1 1 0,-1-1 0,1 0 0,-8-6 0,12 8 0,-1 0 0,1-1 0,-1 1 0,1-1 0,0 1 0,0-1 0,0 1 0,0-1 0,0 0 0,0 1 0,0-1 0,0 0 0,1 0 0,-1 0 0,1 1 0,-1-1 0,1 0 0,0 0 0,0 0 0,0 0 0,0 0 0,0 0 0,0 0 0,1-3 0,2-4 0,0 0 0,0 1 0,1-1 0,0 1 0,0 0 0,11-15 0,39-43 0,-41 50 0,5-9 0,-15 20 0,-1 1 0,1 0 0,0 0 0,0 0 0,0 0 0,0 1 0,1-1 0,-1 1 0,1 0 0,5-4 0,-7 6 0,0 1 0,-1 0 0,1-1 0,0 1 0,0 0 0,-1 0 0,1 0 0,0 0 0,0 0 0,0 0 0,-1 0 0,1 1 0,0-1 0,-1 1 0,1-1 0,0 1 0,-1 0 0,1-1 0,0 1 0,-1 0 0,1 0 0,-1 0 0,0 0 0,1 1 0,1 1 0,4 5 0,0-1 0,0 1 0,6 12 0,-7-12 0,5 8 0,-7-12 0,-1 0 0,0 0 0,0 1 0,0-1 0,0 1 0,-1-1 0,1 1 0,-2 0 0,1 0 0,0 0 0,-1 1 0,0-1 0,1 7 0,-1-4 0,-1 1 0,0-1 0,0 1 0,-1-1 0,0 1 0,0-1 0,-1 1 0,0-1 0,-1 0 0,-3 9 0,5-16 0,1-1 0,-1 1 0,1 0 0,-1-1 0,1 1 0,0 0 0,-1-1 0,1 1 0,0 0 0,0-1 0,-1 1 0,1 0 0,0 0 0,0-1 0,0 1 0,0 0 0,0 0 0,0-1 0,0 1 0,0 0 0,0-1 0,1 1 0,-1 0 0,0 0 0,0-1 0,0 1 0,1 0 0,-1-1 0,1 1 0,-1 0 0,0-1 0,1 1 0,1 0 0,0 0 0,0 0 0,0 0 0,0 0 0,0-1 0,0 1 0,0-1 0,0 0 0,0 0 0,0 1 0,2-2 0,85 0-1365,-76 1-5461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08.1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87 24575,'3'17'0,"1"13"0,2-1 0,1 0 0,12 32 0,-19-60 0,0 0 0,1-1 0,-1 1 0,0 0 0,1-1 0,-1 1 0,0-1 0,1 1 0,-1 0 0,0-1 0,1 1 0,-1-1 0,1 0 0,-1 1 0,1-1 0,0 1 0,-1-1 0,1 0 0,-1 1 0,1-1 0,-1 0 0,2 1 0,-1-1 0,-1-1 0,1 1 0,-1 0 0,0 0 0,1-1 0,-1 1 0,0 0 0,1 0 0,-1-1 0,0 1 0,0 0 0,1-1 0,-1 1 0,0-1 0,0 1 0,0 0 0,1-1 0,-1 1 0,0-1 0,0 1 0,0 0 0,0-1 0,0 1 0,0-1 0,0 1 0,0-1 0,0 1 0,0 0 0,0-1 0,0 1 0,0-1 0,0 1 0,0-1 0,-1 1 0,1 0 0,0-1 0,-17-82 0,9 50 0,2 0 0,-4-55 0,10 87 0,0 0 0,0 0 0,0 1 0,0-1 0,0 0 0,0 0 0,0 0 0,0 0 0,0 1 0,1-1 0,-1 0 0,0 0 0,1-1 0,-1 2 0,1 0 0,-1 0 0,0 0 0,0 0 0,0 0 0,1-1 0,-1 1 0,0 0 0,0 0 0,0 0 0,1 0 0,-1 0 0,0 0 0,0 0 0,0 0 0,1 0 0,-1 0 0,0 0 0,0 0 0,0 0 0,1 0 0,-1 0 0,0 0 0,0 0 0,1 1 0,-1-1 0,0 0 0,0 0 0,0 0 0,0 0 0,1 0 0,-1 0 0,17 19 0,-12-13 0,-1-2 0,53 57 0,-50-54 0,0-1 0,1 1 0,0-2 0,0 1 0,1-1 0,12 6 0,-20-10 0,1-1 0,0 1 0,-1 0 0,1-1 0,0 1 0,-1-1 0,1 1 0,0-1 0,-1 0 0,1 0 0,0 0 0,0 0 0,-1 0 0,1 0 0,0 0 0,0 0 0,-1-1 0,1 1 0,0-1 0,-1 1 0,1-1 0,0 0 0,-1 0 0,1 0 0,-1 0 0,0 0 0,1 0 0,-1 0 0,0 0 0,1 0 0,-1-1 0,0 1 0,0 0 0,0-1 0,0 1 0,0-1 0,0 1 0,-1-1 0,2-1 0,1-7 0,0 0 0,-1 0 0,0-1 0,0 1 0,-1-14 0,0 12 0,3-3 0,-1 12 0,3 9 0,12 31 0,21 35 0,39 62 0,-71-121 0,10 19-1365,-11-19-5461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8:59.4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42 24575,'5'-21'0,"-1"18"0,0 13 0,-2 10 0,-1 1 0,-2 24 0,0-28 0,1 1 0,0-1 0,6 33 0,3 16 0,-9-66 0,0 1 0,0-1 0,0 0 0,0 0 0,0 0 0,0 0 0,0 1 0,0-1 0,0 0 0,0 0 0,0 0 0,0 0 0,0 1 0,0-1 0,0 0 0,0 0 0,0 0 0,0 0 0,1 0 0,-1 1 0,0-1 0,0 0 0,0 0 0,0 0 0,0 0 0,0 0 0,0 1 0,1-1 0,-1 0 0,0 0 0,0 0 0,0 0 0,0 0 0,0 0 0,1 0 0,-1 0 0,0 0 0,0 0 0,0 0 0,0 0 0,1 0 0,-1 0 0,4-7 0,1-14 0,-3-109 0,-3 77 0,-1 14 0,2 36 0,-1 0 0,1 0 0,-1 0 0,0-1 0,0 1 0,0 0 0,0 0 0,-1 0 0,-2-4 0,4 7 0,0 0 0,0 0 0,-1-1 0,1 1 0,0 0 0,-1 0 0,1 0 0,0 0 0,0 0 0,-1-1 0,1 1 0,0 0 0,-1 0 0,1 0 0,0 0 0,0 0 0,-1 0 0,1 0 0,0 0 0,-1 0 0,1 0 0,0 0 0,-1 0 0,1 0 0,0 0 0,-1 0 0,1 1 0,0-1 0,0 0 0,-1 0 0,1 0 0,0 0 0,0 1 0,-1-1 0,1 0 0,0 0 0,0 0 0,-1 1 0,1-1 0,0 0 0,0 0 0,0 1 0,0-1 0,-1 0 0,1 1 0,0-1 0,0 0 0,0 0 0,0 1 0,-8 16 0,5-7 0,1 0 0,-1 0 0,1 0 0,0 21 0,3 44 0,1-28 0,-1-35 26,0 0 0,1 0 0,0 0 0,6 16 0,-4-15-400,0 0 1,-1 0-1,1 15 0,-3-15-6452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01.2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47 394 24575,'14'6'0,"1"-1"0,0 0 0,29 4 0,-2 1 0,25 4 0,-57-13 0,-14-6 0,-20-8 0,21 11 0,-53-25 0,36 18 0,1-1 0,-25-16 0,38 22 0,0-1 0,0 0 0,1 0 0,-1 0 0,1-1 0,0 0 0,1 0 0,0 0 0,0 0 0,-6-13 0,5 8 0,1-1 0,1 0 0,0 0 0,0 0 0,1 0 0,0-19 0,1 23 0,1 1 0,1-1 0,-1 0 0,1 1 0,1-1 0,-1 1 0,1 0 0,1-1 0,-1 1 0,1 0 0,7-12 0,-5 13 0,0 0 0,1 0 0,0 0 0,0 0 0,0 1 0,1 0 0,-1 1 0,1-1 0,0 1 0,1 1 0,-1-1 0,1 1 0,-1 1 0,1-1 0,0 1 0,0 0 0,0 1 0,14-1 0,-11 2 0,0-1 0,0 1 0,0 1 0,0 0 0,0 1 0,0 0 0,0 1 0,-1 0 0,1 0 0,-1 1 0,0 1 0,0-1 0,13 10 0,-19-12 0,-1 1 0,1 0 0,0 1 0,-1-1 0,0 1 0,1 0 0,-2-1 0,1 1 0,0 1 0,-1-1 0,0 0 0,1 0 0,-2 1 0,3 5 0,-3-6 0,-1 0 0,1 0 0,-1 0 0,0 0 0,0 0 0,0 0 0,0 0 0,-1 0 0,0 0 0,1 0 0,-2 0 0,1 0 0,0 0 0,-1-1 0,1 1 0,-1 0 0,-3 3 0,-1 1 0,0 0 0,-1 0 0,0-1 0,0 0 0,-1 0 0,0-1 0,-15 9 0,-2 3 0,23-16 0,0-1 0,0 1 0,0 0 0,0-1 0,0 1 0,1 0 0,-1 0 0,1 0 0,-1 0 0,1 0 0,0 1 0,0-1 0,-1 4 0,1-5 0,1 0 0,0 0 0,0 0 0,0 0 0,0 0 0,0 0 0,1 0 0,-1 0 0,0 0 0,0 0 0,1 0 0,-1 0 0,0 0 0,1 0 0,-1 0 0,1 0 0,0 0 0,-1-1 0,1 1 0,0 0 0,-1 0 0,1 0 0,0-1 0,0 1 0,-1 0 0,1-1 0,0 1 0,0-1 0,0 1 0,0-1 0,0 0 0,0 1 0,0-1 0,1 1 0,23 6 0,-1 0 0,1-1 0,0-1 0,34 1 0,-28-1-1365,-18-2-5461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02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31 114 24575,'0'17'0,"0"4"0,0 0 0,1 0 0,1 0 0,7 27 0,-3-36 0,-3-9 0,-4-9 0,-16-56 0,-9-35 0,23 82 0,1 0 0,1 1 0,0-1 0,2-26 0,-1 41 0,0-1 0,0 0 0,0 1 0,0-1 0,0 1 0,0-1 0,0 1 0,0-1 0,0 1 0,0-1 0,1 0 0,-1 1 0,0-1 0,0 1 0,1-1 0,-1 1 0,0 0 0,1-1 0,-1 1 0,0-1 0,1 1 0,-1-1 0,1 1 0,-1 0 0,1-1 0,0 1 0,0 0 0,-1 0 0,1 0 0,0 0 0,-1 0 0,1 0 0,0 1 0,-1-1 0,1 0 0,-1 0 0,1 1 0,0-1 0,-1 0 0,1 1 0,-1-1 0,1 0 0,0 2 0,5 2 0,-2 1 0,1 0 0,5 7 0,-8-9 0,63 69 0,-56-63 0,0-1 0,1 0 0,1-1 0,-1 0 0,20 10 0,-29-17 0,1 1 0,-1 0 0,1-1 0,-1 1 0,1-1 0,-1 1 0,1-1 0,-1 0 0,1 1 0,-1-1 0,1 0 0,0 0 0,-1 0 0,1-1 0,-1 1 0,1 0 0,0 0 0,-1-1 0,1 1 0,-1-1 0,1 1 0,1-2 0,-1 0 0,0 1 0,-1-1 0,1 0 0,-1 0 0,1 0 0,-1 0 0,1 0 0,-1 0 0,0 0 0,0 0 0,0 0 0,0-1 0,-1 1 0,2-4 0,13-80 0,-15 83 0,1 0 0,-1 0 0,1 1 0,0-1 0,0 0 0,0 0 0,2-2 0,-3 4 0,0 1 0,0 0 0,0 0 0,0 0 0,0-1 0,0 1 0,1 0 0,-1 0 0,0 0 0,0 0 0,0 0 0,1-1 0,-1 1 0,0 0 0,0 0 0,0 0 0,1 0 0,-1 0 0,0 0 0,0 0 0,0 0 0,1 0 0,-1-1 0,0 1 0,0 0 0,1 0 0,-1 0 0,0 0 0,0 0 0,0 1 0,1-1 0,-1 0 0,0 0 0,1 0 0,0 1 0,0 0 0,-1 0 0,1-1 0,0 1 0,-1 0 0,1 0 0,-1 0 0,1-1 0,-1 1 0,1 0 0,-1 0 0,1 1 0,31 96 0,10 21 0,-38-109-455,0 0 0,3 16 0,-4-14-6371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02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10 24575,'5'-3'0,"-1"0"0,-4 0 0,-1 3 0,-4 1 0,-2 1 0,-1 3 0,-2 0 0,-1 1 0,-1 1 0,-1-2 0,-1-1 0,0-2 0,-1 2 0,3 0-8191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11.6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24575,'3'15'0,"-2"-13"0,-1-1 0,1 1 0,-1 0 0,0 0 0,1 0 0,-1 0 0,0 3 0,-3 18 0,2-1 0,1 0 0,1 1 0,0-1 0,2 0 0,7 30 0,38 170 0,-20-83 0,32 100 0,20-3 0,-11-39 0,-55-145-80,0-6-563,23 60 1,-33-97-6184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12.3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27 24575,'0'-1'0,"-1"0"0,1 0 0,0 1 0,0-1 0,0 0 0,0 0 0,0 0 0,1 1 0,-1-1 0,0 0 0,0 1 0,0-1 0,1 0 0,-1 0 0,0 1 0,1-1 0,-1 0 0,1 1 0,-1-1 0,1 0 0,0 1 0,-1-1 0,1 1 0,-1 0 0,1 0 0,-1 0 0,1 0 0,-1 0 0,1 0 0,-1 1 0,1-1 0,-1 0 0,1 0 0,-1 0 0,1 0 0,-1 0 0,1 1 0,-1-1 0,1 0 0,-1 0 0,0 1 0,1-1 0,0 1 0,4 4 0,0-1 0,-1 2 0,6 6 0,-8-9 0,20 25 0,-2-2 0,2 0 0,0-1 0,35 30 0,-57-55 0,0 0 0,0 0 0,0 0 0,0 0 0,0 0 0,0 0 0,0 0 0,0 0 0,0 0 0,0-1 0,0 1 0,0 0 0,0 0 0,0 0 0,0 0 0,0 0 0,0 0 0,0 0 0,0 0 0,0 0 0,0 0 0,0 0 0,0 0 0,0 0 0,0 0 0,0 0 0,0 0 0,0 0 0,0-1 0,0 1 0,0 0 0,0 0 0,0 0 0,0 0 0,0 0 0,0 0 0,0 0 0,0 0 0,1 0 0,-1 0 0,0 0 0,0 0 0,0 0 0,0 0 0,0 0 0,0 0 0,0 0 0,0 0 0,0 0 0,0 0 0,0 0 0,0 0 0,0 0 0,0 0 0,-4-10 0,-8-13 0,-2 2 0,-1 1 0,0 0 0,-2 1 0,0 1 0,-32-25 0,44 39 0,0 0 0,0 1 0,-1-1 0,1 1 0,-11-4 0,15 7 0,0-1 0,1 1 0,-1 0 0,0-1 0,0 1 0,0 0 0,0 0 0,0 0 0,0 0 0,0 0 0,0 0 0,0 0 0,0 0 0,0 0 0,0 0 0,0 1 0,0-1 0,0 0 0,1 1 0,-1-1 0,0 1 0,0-1 0,0 1 0,0-1 0,1 1 0,-1-1 0,0 1 0,1 0 0,-1-1 0,0 1 0,1 0 0,-1 0 0,1-1 0,-1 1 0,1 0 0,-1 0 0,1 0 0,0 0 0,-1 0 0,1 0 0,0 0 0,0 0 0,0 0 0,0-1 0,0 3 0,-6 71 0,0-30 76,-2 13-1517,5-44-5385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14.0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0 433 24575,'93'7'0,"-11"1"0,-66-9 0,0-1 0,0 0 0,0-1 0,19-6 0,-19 5 0,-10 3 0,15-5 0,-20 6 0,-1 0 0,1-1 0,0 1 0,0 0 0,0-1 0,-1 1 0,1-1 0,0 1 0,0-1 0,-1 1 0,1-1 0,0 1 0,-1-1 0,1 0 0,-1 1 0,1-1 0,-1 0 0,2-1 0,-2 2 0,0-1 0,0 0 0,-1 1 0,1-1 0,0 1 0,0-1 0,0 1 0,0-1 0,-1 0 0,1 1 0,0-1 0,0 1 0,-1-1 0,1 1 0,0-1 0,-1 1 0,1 0 0,-1-1 0,1 1 0,-1-1 0,-13-10 0,8 7 0,-5-3 0,1-2 0,0 1 0,1-1 0,0 0 0,0-1 0,1 0 0,0-1 0,1 0 0,0 0 0,-8-17 0,9 12 0,1 1 0,1-1 0,0 0 0,1 0 0,0 0 0,1-25 0,1 36 0,1 0 0,1 0 0,-1 0 0,1 0 0,0 0 0,0 0 0,0 0 0,0 1 0,1-1 0,0 0 0,0 1 0,0-1 0,1 1 0,0 0 0,-1 0 0,1 0 0,1 0 0,-1 1 0,1-1 0,-1 1 0,1 0 0,0 0 0,0 0 0,0 0 0,1 1 0,-1-1 0,0 1 0,1 0 0,0 1 0,-1-1 0,1 1 0,5-1 0,3 0 0,0 1 0,0 1 0,-1 0 0,1 0 0,0 1 0,14 3 0,1 2 0,45 15 0,-49-12 0,-1 0 0,0 2 0,36 22 0,-55-31 0,-1 1 0,1-1 0,-1 1 0,0 0 0,0 0 0,0 1 0,0-1 0,-1 1 0,0-1 0,1 1 0,-1 0 0,0 0 0,2 7 0,-3-8 0,-1 0 0,1 0 0,0 0 0,-1 0 0,0 1 0,0-1 0,0 0 0,0 0 0,0 0 0,-1 1 0,0-1 0,1 0 0,-1 0 0,0 0 0,0 0 0,-1 0 0,1 0 0,-3 4 0,-6 5 0,1 0 0,-2-1 0,1 0 0,-24 18 0,8-7 0,25-22 0,0 1 0,0 0 0,0 0 0,0 0 0,0 0 0,1 0 0,-1 0 0,0 0 0,0 0 0,1 0 0,-1 0 0,0 0 0,1 0 0,-1 0 0,1 1 0,0-1 0,-1 0 0,1 0 0,0 1 0,0-1 0,0 0 0,-1 0 0,1 1 0,1-1 0,-1 0 0,0 0 0,0 1 0,0-1 0,1 0 0,-1 0 0,1 1 0,-1-1 0,1 0 0,-1 0 0,1 0 0,0 0 0,-1 0 0,1 0 0,0 0 0,0 0 0,0 0 0,0 0 0,0 0 0,1 1 0,6 3 0,-1 0 0,1 0 0,0-1 0,15 7 0,-13-7 24,0 0 0,0-1 0,0-1 0,15 3 0,-21-5-138,1 1 0,-1-1-1,0 0 1,1 0 0,-1 0 0,1 0-1,-1-1 1,1 0 0,-1 0 0,0 0-1,0-1 1,8-3 0,-3-1-6712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14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199 1 24575,'-6'-1'0,"0"2"0,0-1 0,0 1 0,0 0 0,0 0 0,1 0 0,-1 1 0,0 0 0,1 0 0,-11 6 0,14-7 0,-1 1 0,1 0 0,0 0 0,0 0 0,0 0 0,1 0 0,-1 0 0,0 0 0,1 0 0,0 1 0,-1-1 0,1 0 0,0 1 0,0-1 0,0 1 0,0 0 0,1-1 0,-1 1 0,1 0 0,0-1 0,0 1 0,-1 0 0,2 0 0,-1-1 0,0 1 0,1 3 0,1 1 0,0-1 0,0 1 0,0-1 0,1 0 0,0 0 0,0 0 0,0 0 0,1-1 0,7 10 0,6 5 0,24 20 0,-7-6 0,-28-29 0,9 12 0,-15-16 0,1-1 0,-1 0 0,0 1 0,0-1 0,0 1 0,1-1 0,-1 1 0,0-1 0,0 0 0,0 1 0,0-1 0,0 1 0,0-1 0,0 1 0,0-1 0,0 0 0,0 1 0,0-1 0,-1 1 0,1-1 0,0 1 0,0-1 0,0 0 0,0 1 0,-1-1 0,1 1 0,0-1 0,0 0 0,-1 1 0,1-1 0,0 0 0,-1 1 0,1-1 0,0 0 0,-1 0 0,1 1 0,-1-1 0,1 0 0,0 0 0,-1 0 0,1 0 0,-1 1 0,-9 2 0,1 1 0,-1-1 0,0-1 0,0 0 0,-20 1 0,-55-3 0,46-1 0,19 1-1365,4 0-5461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15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287 14 24575,'1'0'0,"-1"0"0,0 0 0,0 0 0,0 0 0,1 0 0,-1-1 0,0 1 0,0 0 0,0 0 0,0 0 0,0 0 0,0-1 0,0 1 0,1 0 0,-1 0 0,0 0 0,0-1 0,0 1 0,0 0 0,0 0 0,0-1 0,0 1 0,0 0 0,0 0 0,0 0 0,0-1 0,0 1 0,0 0 0,0 0 0,0 0 0,0-1 0,0 1 0,-1 0 0,1 0 0,0-1 0,-8-3 0,-13 1 0,21 3 0,-11 0 0,1 1 0,-1 0 0,-17 4 0,-12 1 0,-105 7-1365,130-11-5461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16.1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1 374 24575,'20'10'0,"1"-1"0,1-1 0,0-1 0,0 0 0,0-2 0,1 0 0,-1-2 0,1 0 0,0-2 0,32-2 0,-50 1 0,0-1 0,0 0 0,0 0 0,0-1 0,7-3 0,-11 5 0,-1 0 0,1 0 0,0-1 0,-1 1 0,1 0 0,-1 0 0,1-1 0,-1 1 0,1 0 0,-1-1 0,1 1 0,-1-1 0,1 1 0,-1 0 0,0-1 0,1 1 0,-1-1 0,0 1 0,1-1 0,-1 1 0,0-1 0,1 0 0,-1 1 0,0-1 0,0 1 0,0-1 0,0 1 0,0-1 0,1 0 0,-1 1 0,0-1 0,0 0 0,-1 1 0,1-1 0,0 1 0,0-1 0,0 0 0,0 1 0,0-1 0,-1 1 0,1-1 0,0 1 0,0-1 0,-1 1 0,1-1 0,0 1 0,-1-1 0,1 1 0,-1-1 0,1 1 0,-1-1 0,1 1 0,-1 0 0,1-1 0,-1 1 0,1 0 0,-1-1 0,-12-7 0,1 0 0,-1 0 0,-21-7 0,-19-12 0,47 23 0,-14-8 0,1 0 0,0-1 0,1-1 0,-24-25 0,38 35 0,0 0 0,1-1 0,-1 1 0,1-1 0,0 0 0,0 0 0,1 0 0,-1-1 0,1 1 0,0 0 0,1-1 0,-1 0 0,1 1 0,0-1 0,1 0 0,-1 0 0,1 1 0,0-1 0,0 0 0,1 0 0,0 1 0,0-1 0,3-7 0,-2 7 0,0 1 0,0-1 0,1 1 0,0 0 0,0 0 0,0 0 0,0 0 0,1 1 0,0-1 0,0 1 0,0 0 0,1 0 0,-1 1 0,1-1 0,0 1 0,6-4 0,-4 4 0,0 0 0,0 0 0,1 1 0,-1 0 0,0 0 0,1 1 0,0 0 0,-1 0 0,1 1 0,-1 0 0,1 0 0,7 1 0,0 2 0,-1 0 0,0 1 0,0 0 0,-1 1 0,0 1 0,1 0 0,-2 0 0,23 16 0,-28-17 0,-1 0 0,1 0 0,-1 1 0,0-1 0,0 1 0,-1 1 0,0-1 0,0 1 0,0 0 0,-1 0 0,0 1 0,-1-1 0,1 1 0,-1 0 0,-1 0 0,3 13 0,-4-17 0,-1 1 0,0-1 0,0 1 0,0-1 0,-1 1 0,1-1 0,-1 1 0,0-1 0,0 0 0,-1 1 0,-1 3 0,-3 3 0,0 0 0,-13 16 0,-2 5 0,20-31 0,0 0 0,1 0 0,-1 0 0,1 0 0,-1 0 0,1 0 0,0 0 0,-1 0 0,1 0 0,0 0 0,0 0 0,-1 0 0,1 0 0,0 0 0,0 0 0,0 0 0,0 0 0,1 0 0,-1 2 0,1-2 0,-1 0 0,1-1 0,-1 1 0,1 0 0,0 0 0,-1-1 0,1 1 0,0-1 0,0 1 0,-1 0 0,1-1 0,0 1 0,0-1 0,0 0 0,0 1 0,-1-1 0,3 1 0,4 0 0,0 0 0,0 0 0,1-1 0,11 0 0,-13 0 0,36 0 0,-19 1 0,1-2 0,0 0 0,45-9 0,-55 5-1365,-4 0-5461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16.8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50 114 24575,'0'13'0,"0"8"0,5 41 0,-4-55 0,1 0 0,0 0 0,0 0 0,0 0 0,1 0 0,0 0 0,1 0 0,0-1 0,5 8 0,-4-7 0,-2-3 0,0 1 0,0-1 0,0 0 0,1-1 0,-1 1 0,1-1 0,0 1 0,6 3 0,-9-7 0,-1 0 0,0 0 0,1 0 0,-1 0 0,0 0 0,1 0 0,-1 0 0,0 0 0,1 0 0,-1 0 0,0 0 0,0-1 0,1 1 0,-1 0 0,0 0 0,1 0 0,-1 0 0,0-1 0,0 1 0,1 0 0,-1 0 0,0 0 0,0-1 0,1 1 0,-1 0 0,0 0 0,0-1 0,0 1 0,0 0 0,1-1 0,-1 1 0,0 0 0,0-1 0,0 1 0,0 0 0,0-1 0,0 1 0,0 0 0,0 0 0,0-1 0,0 1 0,0 0 0,0-1 0,0 1 0,0-18 0,-1 7 0,-1 1 0,0 0 0,-1-1 0,0 1 0,0 0 0,-6-10 0,-33-58 0,14 29 0,16 27 0,-18-40 0,30 62 0,-1-1 0,1 1 0,0 0 0,0-1 0,0 1 0,-1 0 0,1-1 0,0 1 0,0-1 0,0 1 0,0 0 0,0-1 0,0 1 0,0-1 0,0 1 0,0 0 0,0-1 0,0 1 0,0-1 0,0 1 0,0 0 0,0-1 0,0 1 0,0-1 0,0 1 0,1-1 0,8 5 0,12 14 0,-20-17 0,17 16 0,1 0 0,1-1 0,0-1 0,1-1 0,0-1 0,46 20 0,-63-31 0,5 2 0,1-1 0,-1 1 0,1-1 0,0-1 0,10 2 0,-17-4 0,-1 0 0,1 0 0,-1 0 0,1 0 0,-1-1 0,1 1 0,0-1 0,-1 1 0,0-1 0,1 0 0,-1 0 0,1 0 0,-1 0 0,0-1 0,0 1 0,0 0 0,0-1 0,0 0 0,0 1 0,0-1 0,0 0 0,0 0 0,-1 0 0,3-5 0,0 1 0,-1-1 0,-1 1 0,1-1 0,-1 0 0,0 0 0,0-1 0,-1 1 0,0 0 0,-1 0 0,1-1 0,-2-12 0,1 20 0,0 0 0,0-1 0,-1 1 0,1 0 0,0-1 0,0 1 0,0 0 0,0-1 0,0 1 0,0 0 0,0-1 0,0 1 0,0 0 0,0-1 0,0 1 0,1 0 0,-1-1 0,0 1 0,0 0 0,0-1 0,0 1 0,0 0 0,1 0 0,-1-1 0,0 1 0,0 0 0,1 0 0,-1-1 0,1 1 0,5 7 0,10 25 0,-14-27 0,10 19 0,1 0 0,2-1 0,25 32 0,60 58 0,-90-102 0,27 28-1365,-28-29-5461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22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24575,'0'26'0,"1"0"0,1 0 0,1 0 0,1 0 0,1-1 0,2 0 0,0 0 0,2 0 0,1-1 0,13 25 0,-4-20 0,1 0 0,1-2 0,31 32 0,-50-56 0,0 0 0,1 0 0,-1 1 0,-1-1 0,1 0 0,0 1 0,-1-1 0,1 4 0,-1-6 0,-1-1 0,0 1 0,0 0 0,0-1 0,1 1 0,-1 0 0,0-1 0,0 1 0,0-1 0,0 1 0,0 0 0,0-1 0,0 1 0,0 0 0,-1-1 0,1 1 0,0-1 0,0 1 0,-1 0 0,1-1 0,0 1 0,0-1 0,-1 1 0,1-1 0,-1 1 0,1-1 0,0 1 0,-1-1 0,1 1 0,-1-1 0,1 0 0,-1 1 0,1-1 0,-1 0 0,0 1 0,1-1 0,-1 0 0,1 0 0,-1 1 0,0-1 0,1 0 0,-1 0 0,1 0 0,-1 0 0,0 0 0,1 0 0,-1 0 0,0 0 0,1 0 0,-1 0 0,1 0 0,-1-1 0,-1 1 0,-8-2-1365,0 0-5461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22.6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1 105 24575,'27'-14'0,"14"-6"0,7-1 0,0 3 0,-2 4 0,-5 5 0,-5 3 0,-5 4 0,-6 1 0,-4 2 0,-4-1 0,-5 1-8191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22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65 24575,'12'-5'0,"7"-1"0,2-1 0,3 0 0,-1 0 0,-1 2 0,-2-1 0,0 0 0,0 2 0,-2 1 0,-1-1 0,-4 0-8191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23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0 24575,'12'5'0,"0"0"0,0 1 0,0 0 0,19 14 0,-28-18 0,0 0 0,0 1 0,0 0 0,0 0 0,0-1 0,-1 2 0,1-1 0,-1 0 0,0 0 0,0 1 0,0-1 0,0 1 0,-1 0 0,1-1 0,-1 1 0,0 0 0,0 0 0,0 0 0,0 8 0,-1-11 0,-1 1 0,1-1 0,0 1 0,0-1 0,-1 1 0,1-1 0,-1 1 0,1-1 0,-1 1 0,1-1 0,-1 0 0,0 1 0,0-1 0,0 0 0,0 0 0,0 1 0,0-1 0,-2 2 0,0-2 0,1 1 0,-1 0 0,0-1 0,0 1 0,0-1 0,0 0 0,0 0 0,-6 1 0,1 0 0,-1-1 0,0-1 0,0 1 0,0-1 0,-16-3 0,22 3 0,-59-12 0,54 10 0,0-1 0,0 1 0,0-1 0,1-1 0,-11-6 0,16 9 0,-1-1 0,1 0 0,0 0 0,0 0 0,0 0 0,1 0 0,-1 0 0,0-1 0,1 1 0,0-1 0,-1 1 0,1-1 0,-1-4 0,1 6 0,1-1 0,-1 1 0,1 0 0,0-1 0,0 1 0,0 0 0,0-1 0,0 1 0,0 0 0,0-1 0,0 1 0,1 0 0,-1-1 0,0 1 0,1 0 0,-1 0 0,1-1 0,0 1 0,-1 0 0,1 0 0,0 0 0,0 0 0,-1 0 0,1 0 0,0 0 0,0 0 0,0 0 0,0 0 0,0 0 0,1 1 0,0-2 0,5-1-227,0 0-1,0 0 1,1 0-1,-1 1 1,13-2-1,-8 2-6598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23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0 176 24575,'20'19'0,"16"18"0,-19-21 0,-17-16 0,0 0 0,0 0 0,0 0 0,1 0 0,-1 0 0,0 1 0,0-1 0,0 0 0,0 0 0,1 0 0,-1 0 0,0 0 0,0 0 0,0 0 0,0 0 0,1 0 0,-1 0 0,0 0 0,0 0 0,0 0 0,1 0 0,-1 0 0,0 0 0,0 0 0,0 0 0,1 0 0,-1 0 0,0 0 0,0 0 0,0 0 0,0 0 0,1-1 0,-1 1 0,0-12 0,-16-40 0,9 30 0,-5-25 0,11 40 0,0 1 0,0-1 0,1 0 0,0 0 0,0 0 0,1 0 0,0 0 0,1-7 0,-1 11 0,-1 1 0,1 0 0,0 0 0,0-1 0,0 1 0,0 0 0,1 0 0,-1 0 0,0 0 0,1 0 0,-1 0 0,1 1 0,0-1 0,0 0 0,-1 1 0,5-3 0,-3 3 0,1-1 0,-1 1 0,0 0 0,1 0 0,-1 0 0,1 0 0,0 0 0,-1 1 0,1 0 0,3 0 0,5 0 0,0 2 0,-1 0 0,1 0 0,-1 1 0,21 8 0,16 10-1365,-30-13-5461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24.5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24575,'3'6'0,"10"20"0,1-1 0,30 44 0,-39-63 0,0 0 0,1 0 0,-1 0 0,1-1 0,0 0 0,1 0 0,-1 0 0,1-1 0,0 0 0,0 0 0,0-1 0,0 0 0,1 0 0,0 0 0,9 1 0,-16-4 0,0 0 0,0 0 0,0 1 0,0-1 0,0 0 0,0 0 0,0-1 0,0 1 0,0 0 0,0 0 0,0 0 0,0-1 0,0 1 0,0 0 0,0-1 0,0 1 0,0-1 0,-1 1 0,1-1 0,0 0 0,0 1 0,0-2 0,1 1 0,-1-1 0,0 0 0,0 0 0,0 1 0,-1-1 0,1 0 0,0 0 0,-1 0 0,1 0 0,0-3 0,0-5 0,-1 0 0,0 0 0,-2-16 0,1 22 0,-1-9 0,0-1 0,-7-16 0,3 7 0,5 22 0,1 0 0,0 1 0,-1-1 0,1 0 0,0 1 0,0-1 0,0 0 0,0 0 0,0 1 0,0-1 0,0 0 0,0 1 0,0-1 0,0 0 0,0 0 0,0 1 0,1-1 0,-1 0 0,0 1 0,1-2 0,-1 2 0,1-1 0,-1 1 0,1 0 0,-1 0 0,1 0 0,-1 0 0,1 0 0,-1 0 0,1 0 0,-1 0 0,1 0 0,-1 0 0,1 0 0,-1 0 0,1 0 0,-1 0 0,1 0 0,-1 1 0,0-1 0,1 0 0,-1 0 0,1 1 0,6 3 0,0 0 0,10 10 0,-13-10 0,212 158 0,-203-151-1365,-2-2-5461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24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84 24575,'-10'-1'0,"-1"0"0,-16 0 0,25 1 0,0 0 0,0 0 0,0 0 0,0 1 0,0-1 0,0 1 0,0-1 0,0 1 0,0-1 0,0 1 0,0 0 0,0 0 0,1 0 0,-1 0 0,0 0 0,1 1 0,-1-1 0,0 0 0,1 1 0,-2 2 0,2-3 0,1 1 0,-1-1 0,1 1 0,0-1 0,0 0 0,0 1 0,0-1 0,0 1 0,0-1 0,0 1 0,0-1 0,0 1 0,0-1 0,1 1 0,-1-1 0,1 1 0,-1-1 0,1 0 0,0 1 0,-1-1 0,1 0 0,0 0 0,0 1 0,0-1 0,0 0 0,0 0 0,1 1 0,4 4 0,0-1 0,0 0 0,11 7 0,-5-3 0,2-1 0,-1-1 0,1-1 0,0 1 0,0-2 0,1 0 0,0-1 0,0 0 0,0-2 0,0 1 0,29-1 0,-41-2 0,-1 0 0,0 0 0,0 0 0,0 0 0,1-1 0,-1 1 0,0-1 0,0 1 0,0-1 0,0 0 0,0 0 0,0 0 0,0 0 0,0 0 0,0-1 0,0 1 0,0 0 0,-1-1 0,1 0 0,-1 1 0,1-1 0,-1 0 0,0 0 0,1 0 0,-1 1 0,0-1 0,0-1 0,0 1 0,-1 0 0,1 0 0,0 0 0,-1 0 0,0 0 0,1-1 0,-1 1 0,0-4 0,0-2 0,-1 0 0,0 1 0,-1-1 0,1 1 0,-1-1 0,-1 1 0,1 0 0,-1 0 0,-6-11 0,4 10 15,0 0 0,0 1 0,0-1 0,-1 1 0,0 0 0,-1 1 0,-13-12 0,16 16-102,0-1-1,0 1 1,-1-1 0,1 1-1,-1 1 1,1-1 0,-1 1-1,0-1 1,1 1-1,-1 0 1,0 1 0,0-1-1,0 1 1,0 0 0,0 1-1,-7 0 1,-1 2-6739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25.7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273 46 24575,'-29'-7'0,"-67"-15"0,79 19 0,0 0 0,0 2 0,-29 1 0,44 0 0,0 0 0,-1 0 0,1 1 0,0-1 0,0 0 0,-1 1 0,1 0 0,0 0 0,0-1 0,0 1 0,0 0 0,0 1 0,0-1 0,0 0 0,0 0 0,0 1 0,1-1 0,-1 1 0,1 0 0,-1 0 0,1-1 0,-3 4 0,4-2 0,-1-1 0,0 1 0,0-1 0,1 1 0,-1 0 0,1-1 0,0 1 0,0 0 0,0-1 0,0 1 0,1 0 0,-1-1 0,1 1 0,-1-1 0,1 1 0,0-1 0,0 1 0,2 4 0,2 1 0,0 1 0,0-1 0,1 0 0,0 0 0,0-1 0,1 1 0,0-2 0,0 1 0,1-1 0,0 0 0,0 0 0,0-1 0,1 0 0,11 5 0,-7-5 0,0-1 0,0 0 0,0 0 0,0-1 0,1-1 0,0 0 0,-1-1 0,1-1 0,24-1 0,-36 0 0,1 1 0,-1 0 0,1-1 0,-1 1 0,0-1 0,0 0 0,1 0 0,-1 0 0,0 0 0,0 0 0,0 0 0,0 0 0,0-1 0,0 1 0,0-1 0,0 0 0,-1 1 0,3-4 0,-3 3 0,1-1 0,-1 0 0,1 0 0,-1 0 0,0 0 0,0 0 0,-1 0 0,1-1 0,0 1 0,-1 0 0,0 0 0,0-4 0,0-1 0,-1 0 0,0 1 0,-1 0 0,0-1 0,0 1 0,0 0 0,-1 0 0,0 0 0,0 0 0,-9-12 0,8 14-62,0 0 0,0 0 0,-1 0 0,0 0 0,0 1 0,0 0 0,-1 0 0,1 1 0,-1-1 0,0 1 0,0 0 0,0 1-1,0-1 1,-1 1 0,1 1 0,-1-1 0,1 1 0,-1 0 0,1 0 0,-1 1 0,-11 1 0,3-1-6764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26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60 24575,'22'29'0,"1"-2"0,27 27 0,-40-45 0,0 0 0,0-1 0,1 0 0,0-1 0,1 0 0,-1-1 0,1 0 0,24 8 0,-33-13 0,0 0 0,0-1 0,0 1 0,0-1 0,0 0 0,0 1 0,0-1 0,0 0 0,-1-1 0,1 1 0,0-1 0,0 1 0,0-1 0,5-2 0,-6 2 0,-1 0 0,1 0 0,-1 0 0,1 0 0,-1-1 0,1 1 0,-1-1 0,0 1 0,0-1 0,0 1 0,0-1 0,0 0 0,0 0 0,0 1 0,0-1 0,-1 0 0,1 0 0,-1 0 0,1 0 0,-1 0 0,0 0 0,0 0 0,0-2 0,0-2 0,0-1 0,-1 1 0,1-1 0,-2 1 0,1 0 0,-1 0 0,0-1 0,-3-5 0,-26-50 0,15 33 0,14 24 0,-1 0 0,0 1 0,1-1 0,-2 0 0,1 1 0,0 0 0,-1 0 0,-6-6 0,10 10-28,0 0 1,-1 0-1,1 0 0,0-1 0,0 1 0,0 0 0,0 0 0,-1 0 0,1 0 1,0 0-1,0 0 0,-1 0 0,1 0 0,0 0 0,0 0 0,0 0 1,-1 0-1,1 0 0,0 0 0,0 0 0,0 1 0,-1-1 0,1 0 1,0 0-1,0 0 0,0 0 0,0 0 0,-1 0 0,1 0 0,0 1 1,0-1-1,0 0 0,0 0 0,0 0 0,-1 0 0,1 1 0,0-1 0,0 0 1,0 0-1,0 0 0,0 1 0,0-1 0,0 0 0,0 0 0,0 0 1,0 1-1,0-1 0,0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26.6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180 194 24575,'-11'-15'0,"-44"-54"0,50 63 0,-1 0 0,0 0 0,0 1 0,0 0 0,-1 0 0,1 1 0,-1 0 0,-11-5 0,17 8 0,0 1 0,0-1 0,0 1 0,-1 0 0,1-1 0,0 1 0,-1 0 0,1 0 0,0-1 0,-1 1 0,1 0 0,0 0 0,-1 1 0,1-1 0,0 0 0,-1 0 0,1 1 0,0-1 0,0 0 0,-1 1 0,1-1 0,0 1 0,-2 1 0,1 0 0,1-1 0,0 1 0,0 0 0,-1-1 0,1 1 0,0 0 0,1 0 0,-1 0 0,0 0 0,0 0 0,1 0 0,-1 0 0,1 3 0,-1 7 0,0 0 0,1-1 0,1 1 0,2 14 0,-2-20 0,0 0 0,1 0 0,0 0 0,0 0 0,1 0 0,-1 0 0,1 0 0,0-1 0,1 0 0,-1 1 0,1-1 0,0-1 0,0 1 0,1 0 0,8 6 0,-7-6 0,1-1 0,0 0 0,0 0 0,1 0 0,-1-1 0,1 0 0,-1 0 0,1-1 0,0 0 0,0 0 0,14 0 0,1-1 0,1-1 0,-1-1 0,1-1 0,-1-1 0,29-8 0,-35 7 0,-1-2 0,-1 1 0,1-2 0,-1 0 0,0-1 0,-1 0 0,0-1 0,16-14 0,-27 21 0,0-1 0,0 0 0,0 0 0,0 0 0,0 0 0,-1-1 0,0 1 0,1-1 0,-1 1 0,-1-1 0,1 0 0,0 0 0,-1 0 0,0 0 0,0 0 0,0 0 0,0-5 0,-1 4 0,0 0 0,-1 0 0,0 0 0,0 1 0,0-1 0,0 1 0,-1-1 0,1 1 0,-1-1 0,0 1 0,-1 0 0,1 0 0,-1 0 0,-6-7 0,-36-40-1365,35 41-5461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27.2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160 835 24575,'13'-31'0,"-1"0"0,-2-1 0,7-41 0,-14 55 0,-1 1 0,-1-1 0,-1 1 0,0-1 0,-1 0 0,-1 1 0,-8-34 0,-11-19 0,-37-82 0,-41-60 0,99 211 0,-24-57 0,24 58 0,0 0 0,0 0 0,-1 0 0,1 0 0,0 0 0,0 0 0,0 1 0,0-1 0,0 0 0,0 0 0,0 0 0,0 0 0,0 0 0,0 0 0,0 0 0,0 0 0,0 0 0,0 0 0,0 0 0,0 0 0,0 0 0,0 0 0,0 0 0,-1 0 0,1 0 0,0 0 0,0 0 0,0 0 0,0 0 0,0 0 0,0 0 0,0-1 0,0 1 0,0 0 0,0 0 0,0 0 0,0 0 0,0 0 0,0 0 0,0 0 0,0 0 0,0 0 0,0 0 0,0 0 0,0 0 0,0 0 0,0 0 0,0 0 0,0 0 0,0 0 0,0 0 0,0 0 0,-1 8 0,3 12 0,8 33 0,2-1 0,25 66 0,51 97 0,-76-187 0,47 101 0,-42-96 0,38 54 0,-49-79 0,0 0 0,0-1 0,0 0 0,1 0 0,0 0 0,1-1 0,9 6 0,-13-9 0,1-1 0,0 1 0,1-1 0,-1 0 0,0-1 0,1 1 0,-1-1 0,1 0 0,-1 0 0,1-1 0,0 0 0,-1 0 0,10-1 0,19-6-1365,-19 3-5461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27.6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0 24575,'-13'3'0,"-1"0"0,2 0 0,-1 2 0,0-1 0,1 1 0,-22 14 0,31-18 0,0 2 0,0-1 0,0 0 0,0 0 0,1 1 0,-1 0 0,1-1 0,-1 1 0,1 0 0,0 0 0,0 0 0,1 0 0,-1 1 0,1-1 0,-1 0 0,1 1 0,0-1 0,0 1 0,1 0 0,-1-1 0,1 1 0,0-1 0,-1 1 0,2 0 0,-1-1 0,0 1 0,1-1 0,0 1 0,-1 0 0,3 4 0,0-2 0,-1-1 0,1 1 0,0-1 0,0 0 0,1 0 0,0 0 0,-1 0 0,2-1 0,-1 1 0,8 5 0,-9-7 0,0-1 0,1 1 0,-1-1 0,1 0 0,0 0 0,-1 0 0,1 0 0,0-1 0,0 1 0,0-1 0,0 0 0,1 0 0,-1-1 0,0 1 0,9-1 0,-11 0 0,0-1 0,0 1 0,1-1 0,-1 0 0,0 0 0,0 0 0,0 0 0,0 0 0,0 0 0,0-1 0,0 1 0,-1-1 0,1 1 0,0-1 0,2-3 0,1-2 0,1-1 0,6-15 0,-9 17 0,0 0 0,0 0 0,1 1 0,-1-1 0,10-9 0,-13 15 0,1-1 0,0 0 0,0 1 0,-1-1 0,1 1 0,0-1 0,0 1 0,0 0 0,0-1 0,0 1 0,0 0 0,-1-1 0,1 1 0,0 0 0,0 0 0,0 0 0,0 0 0,0 0 0,0 0 0,0 0 0,1 0 0,0 1 0,0 0 0,0-1 0,-1 1 0,1 0 0,0 0 0,-1 0 0,1 0 0,-1 1 0,1-1 0,1 2 0,3 4 0,0 1 0,0 0 0,7 13 0,-9-14 0,28 48-1365,-26-45-5461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28.1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2 133 24575,'5'33'0,"24"142"0,-18-127 0,26 75 0,-37-122 0,1 0 0,-1 0 0,0 0 0,1 0 0,0 0 0,-1 0 0,1 0 0,-1 0 0,1 0 0,0 0 0,1 1 0,-2-2 0,0 0 0,0 0 0,1 0 0,-1 0 0,0 0 0,0 0 0,0 0 0,0 0 0,1 0 0,-1 0 0,0 0 0,0 0 0,0 0 0,0 0 0,1 0 0,-1 0 0,0 0 0,0 0 0,0 0 0,0 0 0,1 0 0,-1 0 0,0 0 0,0 0 0,0-1 0,0 1 0,0 0 0,1 0 0,-1 0 0,0 0 0,0 0 0,0-1 0,0 1 0,0 0 0,0 0 0,0 0 0,0 0 0,0 0 0,1-1 0,-1-1 0,1 0 0,0-1 0,-1 1 0,1 0 0,-1-1 0,0 1 0,0 0 0,0-1 0,0-3 0,-8-33 0,-1 0 0,-22-58 0,18 62 0,2-1 0,1 0 0,-6-48 0,15 74 0,0-1 0,1 1 0,0-1 0,0 0 0,4-16 0,-3 24 0,-1 1 0,1-1 0,0 1 0,-1 0 0,1-1 0,1 1 0,-1 0 0,0 0 0,0 0 0,1 0 0,-1 0 0,1 0 0,0 0 0,-1 0 0,1 1 0,0-1 0,0 1 0,0-1 0,0 1 0,0 0 0,1 0 0,-1 0 0,0 0 0,0 0 0,1 0 0,-1 0 0,1 1 0,-1 0 0,4-1 0,1 1 0,0 0 0,-1 0 0,1 1 0,-1 0 0,0 0 0,1 1 0,-1-1 0,0 1 0,0 1 0,0-1 0,0 1 0,0 0 0,0 1 0,-1-1 0,0 1 0,0 0 0,0 0 0,8 10 0,-10-11 0,0 0 0,-1 1 0,1-1 0,-1 1 0,0 0 0,0-1 0,-1 1 0,1 0 0,-1 0 0,0 0 0,0 0 0,0 1 0,0-1 0,-1 0 0,0 0 0,0 0 0,0 0 0,0 1 0,0-1 0,-1 0 0,0 0 0,0 0 0,0 0 0,-1 0 0,1 0 0,-1 0 0,0 0 0,0-1 0,0 1 0,-3 3 0,-7 7-170,1-1-1,-2-1 0,0-1 1,0 1-1,-1-2 0,0 0 1,-17 8-1,10-5-6655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33.1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0 375 24575,'9'0'0,"22"0"0,-1-1 0,45-7 0,-57 5 0,0 2 0,25 0 0,8 0 0,-49 0 0,1 1 0,-1 0 0,1 0 0,-1-1 0,1 0 0,-1 1 0,1-1 0,-1 0 0,5-3 0,-7 4 0,0 0 0,0 0 0,0 0 0,0 0 0,0 0 0,0 0 0,0-1 0,0 1 0,0 0 0,0 0 0,0 0 0,0 0 0,0 0 0,0 0 0,0-1 0,0 1 0,0 0 0,0 0 0,0 0 0,0 0 0,0 0 0,0 0 0,-1-1 0,1 1 0,0 0 0,0 0 0,0 0 0,0 0 0,0 0 0,0 0 0,0 0 0,0 0 0,-1 0 0,1 0 0,0-1 0,0 1 0,0 0 0,0 0 0,0 0 0,0 0 0,-1 0 0,1 0 0,0 0 0,0 0 0,0 0 0,0 0 0,0 0 0,0 0 0,-1 0 0,1 0 0,0 0 0,0 0 0,0 0 0,0 0 0,0 1 0,-10-3 0,-4 1 0,-1-1 0,0-1 0,1 0 0,0-1 0,-1 0 0,1-1 0,1-1 0,-15-8 0,23 11 0,0 0 0,-1 0 0,1-1 0,0 0 0,1 0 0,-1 0 0,1-1 0,0 1 0,0-1 0,0 0 0,0-1 0,1 1 0,0 0 0,0-1 0,1 0 0,-1 1 0,1-1 0,1 0 0,-1 0 0,1-1 0,-1-8 0,2 9 0,0 0 0,0-1 0,1 1 0,0 0 0,0 0 0,0-1 0,1 1 0,0 0 0,0 0 0,1 1 0,-1-1 0,1 0 0,1 1 0,-1 0 0,5-6 0,-2 4 0,1 1 0,-1-1 0,1 1 0,0 1 0,0-1 0,1 1 0,0 1 0,0-1 0,0 1 0,10-3 0,-3 2 0,1 0 0,0 1 0,0 0 0,28-2 0,-33 6 0,-1 0 0,1 0 0,-1 1 0,1 0 0,-1 1 0,0 0 0,1 1 0,13 5 0,-9-2 0,-1 1 0,1 0 0,-1 1 0,21 16 0,-31-21 0,0 0 0,0 1 0,-1 0 0,1-1 0,-1 1 0,1 1 0,-1-1 0,0 0 0,-1 1 0,1 0 0,-1-1 0,0 1 0,0 0 0,-1 0 0,1 0 0,-1 1 0,1 8 0,-2-6 0,0 0 0,-1-1 0,1 1 0,-2-1 0,1 1 0,-1-1 0,-5 14 0,0-5 0,-1 1 0,-12 16 0,20-32 0,-1 0 0,0 0 0,1 0 0,-1 0 0,1 0 0,-1 0 0,1 0 0,-1 0 0,1 0 0,0 1 0,-1-1 0,1 0 0,0 0 0,0 0 0,0 1 0,0-1 0,0 0 0,0 0 0,1 1 0,-1-1 0,0 0 0,1 1 0,0 0 0,0-1 0,0 0 0,0 0 0,0 0 0,0 0 0,0 0 0,0 0 0,0 0 0,0 0 0,1 0 0,-1-1 0,0 1 0,1-1 0,-1 1 0,2 0 0,7 1 0,-1 0 0,0 0 0,1-1 0,12-1 0,-21 0 0,4 1-92,7-1-226,0 0 0,0 0-1,17-4 1,-15 1-6508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33.5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185 2 24575,'-18'-1'0,"6"1"0,0 0 0,0 0 0,-20 4 0,30-4 0,-1 1 0,1-1 0,0 1 0,0 0 0,0-1 0,0 1 0,0 0 0,0 0 0,0 0 0,0 1 0,0-1 0,0 0 0,0 1 0,1-1 0,-1 1 0,1 0 0,-1-1 0,1 1 0,0 0 0,-1 0 0,1 0 0,0 0 0,0 0 0,0 0 0,0 3 0,0-2 0,1-1 0,0 1 0,0 0 0,0-1 0,1 1 0,-1-1 0,1 1 0,-1-1 0,1 1 0,0-1 0,0 1 0,0-1 0,0 1 0,0-1 0,1 0 0,-1 0 0,1 1 0,3 2 0,3 4 0,1 0 0,14 12 0,-22-21 0,117 87 0,-76-57 0,-41-30 0,1 1 0,-1 0 0,0 0 0,0 0 0,1 0 0,-1 1 0,0-1 0,0 0 0,0 0 0,0 1 0,0-1 0,0 2 0,-1-2 0,0-1 0,0 0 0,0 1 0,0-1 0,0 0 0,0 1 0,0-1 0,0 0 0,0 1 0,0-1 0,0 0 0,0 1 0,0-1 0,0 0 0,0 0 0,0 1 0,-1-1 0,1 0 0,0 1 0,0-1 0,0 0 0,-1 1 0,-11 5 0,-1-2 0,0-1 0,0 0 0,0-2 0,-16 2 0,-56-4 0,41 0 0,-2 1-1365,28 0-5461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34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401 43 24575,'-29'-7'0,"-13"-3"0,-1 1 0,4 1 0,6 3 0,7 2 0,2 3 0,3 3 0,0 3 0,-1 0 0,1 1 0,-1 1 0,0-2 0,2 0 0,5 0-8191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35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0 461 24575,'212'-11'0,"-111"7"0,-12-6 0,-58 6 0,-25 4 0,0-1 0,0-1 0,0 1 0,9-4 0,-15 5 0,1 0 0,-1 0 0,0 0 0,0 0 0,0 0 0,0 0 0,0 0 0,0 0 0,0 0 0,0 0 0,1 0 0,-1 0 0,0 0 0,0-1 0,0 1 0,0 0 0,0 0 0,0 0 0,0 0 0,0 0 0,0 0 0,0 0 0,0 0 0,0 0 0,1 0 0,-1-1 0,0 1 0,0 0 0,0 0 0,0 0 0,0 0 0,0 0 0,0 0 0,0 0 0,0-1 0,0 1 0,0 0 0,0 0 0,0 0 0,0 0 0,0 0 0,0 0 0,0 0 0,-1 0 0,1-1 0,0 1 0,0 0 0,0 0 0,-6-4 0,-10-2 0,-30-4 0,26 6 0,0 0 0,0-2 0,-38-15 0,44 14 0,0 0 0,1-1 0,0 0 0,0-1 0,1-1 0,0 0 0,1-1 0,-11-12 0,18 18 0,1 0 0,-1 0 0,1 0 0,0 0 0,0-1 0,1 1 0,-1-1 0,1 0 0,0 0 0,1 0 0,0 0 0,0 0 0,0 0 0,0 0 0,1 0 0,0 0 0,1 0 0,-1 0 0,1 0 0,0 0 0,0 0 0,1 0 0,2-7 0,0 6 0,-1-1 0,1 1 0,0 0 0,1 0 0,0 0 0,0 0 0,0 1 0,1 0 0,0 0 0,0 0 0,0 1 0,1 0 0,0 0 0,0 1 0,0 0 0,0 0 0,15-5 0,-11 5 0,1 1 0,0 0 0,0 1 0,0 0 0,0 1 0,0 0 0,1 1 0,-1 1 0,0 0 0,0 0 0,18 5 0,-17-3 0,1 1 0,-1 1 0,0 0 0,-1 1 0,1 0 0,12 9 0,-20-12 0,-1 0 0,0 0 0,0 1 0,0-1 0,0 1 0,0 0 0,-1 0 0,0 1 0,0-1 0,0 0 0,0 1 0,-1 0 0,1 0 0,-1 0 0,-1 0 0,1 0 0,-1 0 0,2 10 0,-3-4 0,1-1 0,-2 1 0,0 0 0,0 0 0,-1-1 0,-5 17 0,-3 2 0,-14 27 0,6-15 0,18-39 0,-1-1 0,0 1 0,0 0 0,1-1 0,-1 1 0,1 0 0,0 0 0,0 0 0,-1-1 0,1 1 0,0 0 0,0 0 0,0 0 0,1-1 0,-1 1 0,0 0 0,1 0 0,-1 0 0,1-1 0,0 1 0,0 0 0,-1-1 0,1 1 0,0-1 0,2 3 0,-1-2 0,1 0 0,0 0 0,-1 0 0,1 0 0,0 0 0,0-1 0,0 1 0,1-1 0,-1 0 0,0 0 0,0 0 0,7 1 0,13 2 0,0-2 0,0-1 0,0 0 0,26-4 0,-11-1 0,64-17 0,-97 20-227,0-1-1,-1 1 1,0-1-1,1 0 1,4-3-1,1-3-6598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35.7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25 135 24575,'7'72'0,"4"30"0,-6-80 0,-1-17 0,-2-16 0,-1-9 0,0 0 0,-2-1 0,0 1 0,-2 0 0,0 0 0,-1 0 0,-8-24 0,3 18 0,1 5 0,-5-25 0,13 45 0,-1 1 0,1-1 0,0 1 0,0 0 0,0-1 0,0 1 0,0-1 0,0 1 0,0 0 0,0-1 0,0 1 0,0-1 0,0 1 0,0-1 0,0 1 0,0 0 0,0-1 0,0 1 0,0-1 0,1 1 0,-1 0 0,0-1 0,0 1 0,0-1 0,1 1 0,0-1 0,-1 1 0,1 0 0,-1 0 0,1 0 0,-1 0 0,1 0 0,-1 0 0,1 0 0,-1 0 0,1 0 0,-1 1 0,1-1 0,-1 0 0,1 0 0,-1 1 0,1-1 0,-1 0 0,1 1 0,22 18 0,-22-18 0,8 7 0,14 14 0,30 23 0,-45-39 0,0-1 0,0 0 0,0-1 0,0 0 0,0 0 0,1-1 0,0 0 0,17 4 0,-25-7 0,1 0 0,0 1 0,0-1 0,0 0 0,-1 0 0,1 0 0,0-1 0,0 1 0,0 0 0,-1-1 0,1 1 0,0-1 0,-1 1 0,1-1 0,0 0 0,-1 0 0,1 0 0,2-2 0,-2 1 0,-1 0 0,1 0 0,0 0 0,-1 0 0,1 0 0,-1-1 0,0 1 0,0-1 0,1 1 0,-2-1 0,2-3 0,0-6 0,0 0 0,0-1 0,-2 1 0,0-17 0,0 21 0,-1 0 0,1-14 0,0 21 0,0 0 0,0 0 0,0 0 0,0 0 0,0 0 0,0 0 0,1 0 0,-1 0 0,0 0 0,1 0 0,-1 1 0,1-1 0,-1 0 0,1 0 0,-1 0 0,2-1 0,-2 2 0,1 0 0,-1 0 0,1 0 0,-1 0 0,0 0 0,1 0 0,-1 0 0,1 0 0,-1 0 0,1 0 0,-1 0 0,0 0 0,1 0 0,-1 0 0,1 0 0,-1 0 0,1 0 0,-1 1 0,0-1 0,1 0 0,-1 0 0,0 1 0,1-1 0,-1 0 0,0 0 0,1 1 0,-1-1 0,0 0 0,1 1 0,9 11 0,46 78 0,10 12 0,-61-95-170,0 0-1,0 1 0,-1-1 1,0 1-1,0 0 0,-1 1 1,3 8-1,-4-5-6655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37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81 24575,'-43'-72'0,"43"72"0,0 0 0,0 0 0,-1-1 0,1 1 0,0 0 0,0 0 0,0 0 0,0 0 0,0-1 0,0 1 0,-1 0 0,1 0 0,0 0 0,0-1 0,0 1 0,0 0 0,0 0 0,0-1 0,0 1 0,0 0 0,0 0 0,0 0 0,0-1 0,0 1 0,0 0 0,0 0 0,0 0 0,0-1 0,0 1 0,0 0 0,1 0 0,-1 0 0,0-1 0,0 1 0,0 0 0,0 0 0,0 0 0,0-1 0,1 1 0,-1 0 0,0 0 0,0 0 0,0 0 0,12 2 0,16 11 0,-27-12 0,136 69 0,169 60 0,-277-120 0,-16-6 0,0 1 0,0 0 0,24 15 0,-37-20 0,1 0 0,-1 0 0,0 0 0,1 1 0,-1-1 0,0 0 0,1 0 0,-1 1 0,0-1 0,0 0 0,1 0 0,-1 1 0,0-1 0,0 0 0,0 1 0,1-1 0,-1 0 0,0 1 0,0-1 0,0 1 0,0-1 0,0 0 0,0 1 0,1-1 0,-1 1 0,0-1 0,0 0 0,0 1 0,-1 0 0,1-1 0,0 1 0,-1 0 0,1-1 0,-1 1 0,1-1 0,-1 1 0,1-1 0,-1 1 0,1-1 0,-1 1 0,0-1 0,1 1 0,-1-1 0,-1 1 0,-27 8 0,25-8 0,-179 39 0,137-34-82,22-3 180,-28 6-1,46-7-245,0 0 0,1 0 1,-1 0-1,0 0 0,1 1 0,-1 0 0,1 0 1,0 1-1,-8 6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38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0 509 24575,'44'0'0,"64"-9"0,28-6 0,-136 15 0,15-2 0,-1 0 0,0-1 0,1-1 0,24-10 0,-39 14 0,1 0 0,-1 0 0,0-1 0,0 1 0,1 0 0,-1 0 0,0-1 0,1 1 0,-1 0 0,0 0 0,0-1 0,1 1 0,-1 0 0,0-1 0,0 1 0,0 0 0,0-1 0,1 1 0,-1 0 0,0-1 0,0 1 0,0 0 0,0-1 0,0 1 0,0 0 0,0-1 0,0 1 0,0-1 0,0 1 0,0 0 0,0-1 0,0 1 0,0 0 0,0-1 0,-1 1 0,1 0 0,0-1 0,0 1 0,0 0 0,0-1 0,-1 1 0,1 0 0,0-1 0,0 1 0,-1 0 0,1 0 0,0-1 0,-1 1 0,1 0 0,0 0 0,-1-1 0,-20-14 0,16 12 0,-59-52 0,51 44 0,0 0 0,1-1 0,0 0 0,1-1 0,0 0 0,-14-25 0,19 27 0,0 0 0,1-1 0,0 0 0,1 0 0,0 0 0,1 0 0,0-1 0,1 1 0,-1-20 0,3 26 0,-1-4 0,1 0 0,0 0 0,1 0 0,4-19 0,-5 26 0,1 1 0,0 0 0,0-1 0,0 1 0,0 0 0,0 0 0,0 0 0,1 0 0,-1 0 0,1 0 0,-1 0 0,1 0 0,0 1 0,0-1 0,0 1 0,0-1 0,0 1 0,0 0 0,0-1 0,0 1 0,0 0 0,1 1 0,-1-1 0,0 0 0,5 0 0,10-1 0,0 1 0,0 1 0,0 0 0,0 1 0,0 1 0,-1 0 0,1 2 0,30 10 0,8 6 0,62 33 0,-102-45 0,-5-4 0,9 5 0,-1 0 0,-1 1 0,21 16 0,-34-23 0,-1-1 0,1 1 0,-1 0 0,0 1 0,0-1 0,0 0 0,0 1 0,-1 0 0,1-1 0,-1 1 0,0 0 0,0 0 0,0 0 0,-1 1 0,0-1 0,0 0 0,0 1 0,0-1 0,0 0 0,-1 9 0,0-8 0,-1 0 0,0 0 0,-1 0 0,1 0 0,-1 0 0,0 0 0,0-1 0,-1 1 0,1-1 0,-1 1 0,0-1 0,0 0 0,0 0 0,-5 4 0,0-1 0,-1 0 0,1 0 0,-1 0 0,-1-1 0,-14 7 0,20-11 0,1 0 0,-1 0 0,1 0 0,-1 1 0,1-1 0,0 1 0,-5 6 0,7-9 0,0 1 0,1 0 0,-1 0 0,1 0 0,-1 0 0,1 0 0,-1 0 0,1 0 0,0 0 0,-1 0 0,1 0 0,0 0 0,0 0 0,0 0 0,0 0 0,0 0 0,0 0 0,0 0 0,0 0 0,0 0 0,0 0 0,1 0 0,-1 0 0,0 0 0,1 0 0,-1 0 0,1 0 0,-1 0 0,1 0 0,-1 0 0,1 0 0,0 0 0,-1-1 0,1 1 0,0 0 0,1 0 0,1 2 0,0-1 0,0 0 0,1 0 0,-1 0 0,0 0 0,1-1 0,0 1 0,-1-1 0,5 1 0,36 6 0,-29-6 0,37 3 0,101-2 0,-99-4 0,-22-2-1365,-22 0-5461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39.6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78 208 24575,'0'16'0,"-1"2"0,2 0 0,2 20 0,-2-33 0,0 0 0,0-1 0,0 1 0,1 0 0,0-1 0,0 1 0,0-1 0,0 1 0,1-1 0,-1 0 0,1 0 0,5 5 0,-7-8 0,-1 0 0,1-1 0,-1 1 0,1-1 0,-1 0 0,1 1 0,-1-1 0,1 1 0,-1-1 0,1 0 0,-1 1 0,1-1 0,0 0 0,-1 0 0,1 1 0,-1-1 0,1 0 0,0 0 0,-1 0 0,1 0 0,0 0 0,-1 0 0,1 0 0,0 0 0,0 0 0,0-1 0,-1 1 0,1-1 0,-1 1 0,1-1 0,-1 1 0,0-1 0,1 1 0,-1-1 0,1 1 0,-1-1 0,0 0 0,0 1 0,1-1 0,-1 1 0,0-1 0,0 0 0,1-1 0,-1-3 0,1 1 0,-1-1 0,0 0 0,0 0 0,0-6 0,-4-10 0,-1-1 0,-1 1 0,0 0 0,-19-38 0,-48-75 0,69 126 0,2 5 0,0-1 0,0 0 0,1 1 0,-1-1 0,0-5 0,2 9 0,0 0 0,0-1 0,0 1 0,-1 0 0,1 0 0,0-1 0,0 1 0,0 0 0,0 0 0,0-1 0,0 1 0,0 0 0,0-1 0,1 1 0,-1 0 0,0 0 0,0-1 0,0 1 0,0 0 0,0 0 0,0 0 0,0-1 0,1 1 0,-1 0 0,0 0 0,0-1 0,0 1 0,0 0 0,1 0 0,-1 0 0,0-1 0,1 1 0,0 1 0,0-1 0,0 0 0,0 0 0,0 0 0,0 1 0,0-1 0,-1 0 0,1 1 0,0-1 0,0 0 0,0 1 0,-1-1 0,1 1 0,1 0 0,50 38 0,73 46 0,-111-77 0,1-1 0,0 0 0,0-1 0,1 0 0,-1-2 0,1 0 0,20 3 0,-33-7 0,1 1 0,0-1 0,0 0 0,0-1 0,0 1 0,0 0 0,0-1 0,-1 0 0,1 0 0,0 0 0,0-1 0,-1 1 0,1-1 0,-1 0 0,1 0 0,-1 0 0,0 0 0,0 0 0,0-1 0,0 0 0,0 1 0,-1-1 0,1 0 0,-1 0 0,0-1 0,0 1 0,4-7 0,-2 0 0,0 0 0,-1 0 0,0-1 0,0 1 0,-1 0 0,-1-1 0,0 0 0,0 1 0,-1-12 0,19 64 0,4 15 0,49 85 0,5 3-1365,-72-132-5461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42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598 1 24575,'0'0'0,"0"1"0,0 0 0,-1-1 0,1 1 0,0 0 0,-1-1 0,1 1 0,0-1 0,-1 1 0,1-1 0,-1 1 0,1-1 0,-1 1 0,1-1 0,-1 0 0,0 1 0,1-1 0,-1 0 0,1 1 0,-1-1 0,0 0 0,1 0 0,-1 1 0,0-1 0,1 0 0,-1 0 0,-1 0 0,-22 3 0,22-3 0,-20 0 0,0-1 0,-32-5 0,-17-1 0,-129 6 0,102 2 0,92-1 19,0 1 0,0 0 1,-11 3-1,12-2-180,1-1 1,0 0 0,0 0 0,-1-1 0,1 1 0,0-1-1,-1 0 1,-6-1 0,2-1-6666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42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433 12 24575,'-28'-5'0,"0"2"0,0 0 0,0 2 0,0 1 0,-41 6 0,-82 9 0,91-9-1365,48-6-5461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43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24575,'35'30'0,"89"70"0,-94-79 0,2 0 0,42 20 0,111 31 0,-154-62 0,-26-9 0,20 9 0,-23-9 0,-1-1 0,0 1 0,0-1 0,0 1 0,0-1 0,0 1 0,0 0 0,-1-1 0,1 1 0,0 0 0,0 0 0,0 0 0,-1 0 0,1 0 0,0 0 0,-1 0 0,1 0 0,0 1 0,-1-1 0,0 0 0,-1 0 0,1-1 0,0 1 0,0 0 0,0 0 0,-1 0 0,1 0 0,-1-1 0,1 1 0,-1 0 0,1 0 0,-1-1 0,1 1 0,-1 0 0,1-1 0,-1 1 0,0-1 0,1 1 0,-1-1 0,0 1 0,1-1 0,-3 1 0,-20 10 0,22-11 0,-41 14 0,0-2 0,-52 8 0,54-13 0,0 2 0,-74 27 0,106-32-195,0 0 0,0 0 0,1 1 0,0 0 0,0 1 0,-8 7 0,6-5-6631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44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1 553 24575,'17'-4'0,"0"0"0,0 1 0,0 1 0,23 0 0,24-3 0,42-2 0,-52 4 0,-45 3 0,0-1 0,0 0 0,-1 0 0,1-1 0,0-1 0,10-3 0,-19 6 0,1 0 0,-1 0 0,0-1 0,0 1 0,1 0 0,-1 0 0,0 0 0,0 0 0,0 0 0,1-1 0,-1 1 0,0 0 0,0 0 0,0 0 0,1-1 0,-1 1 0,0 0 0,0 0 0,0-1 0,0 1 0,0 0 0,1 0 0,-1-1 0,0 1 0,0 0 0,0-1 0,0 1 0,0 0 0,0 0 0,0-1 0,0 1 0,0 0 0,0 0 0,0-1 0,0 1 0,0 0 0,-1-1 0,1 1 0,0 0 0,0 0 0,0-1 0,0 1 0,0 0 0,0 0 0,-1-1 0,1 1 0,0 0 0,0 0 0,0 0 0,-1-1 0,1 1 0,0 0 0,0 0 0,-1 0 0,1 0 0,0 0 0,0 0 0,-1-1 0,1 1 0,0 0 0,0 0 0,-1 0 0,-20-9 0,19 8 0,-23-8 0,-42-22 0,59 26 0,0 0 0,0 0 0,1-1 0,0-1 0,0 1 0,0-1 0,1 0 0,-9-12 0,5 4 0,0 0 0,2-1 0,0 0 0,0-1 0,2 0 0,0 0 0,-7-35 0,11 45 0,1-1 0,0 0 0,1 0 0,0 0 0,0 0 0,1 0 0,0 0 0,0 0 0,1 0 0,0 1 0,0-1 0,1 1 0,0-1 0,0 1 0,1 0 0,0 0 0,0 0 0,1 1 0,0-1 0,7-7 0,-6 8 0,1 1 0,0 1 0,-1-1 0,2 1 0,-1 0 0,0 0 0,1 1 0,-1 0 0,1 1 0,0 0 0,0 0 0,0 0 0,16 0 0,-4 1 0,0 1 0,0 1 0,0 0 0,31 8 0,-23-3 0,-1 1 0,38 15 0,-57-18 0,1 0 0,-1 0 0,1 0 0,-1 1 0,-1 1 0,1-1 0,-1 1 0,0 1 0,0-1 0,-1 1 0,7 9 0,-10-12 0,0 1 0,-1 0 0,0 0 0,0 0 0,0 0 0,-1 1 0,1-1 0,-1 0 0,0 1 0,-1-1 0,1 0 0,-1 1 0,0-1 0,-1 1 0,1-1 0,-1 1 0,0-1 0,-1 0 0,1 1 0,-1-1 0,-3 7 0,-3 4 0,-1 1 0,0-2 0,-1 1 0,-1-1 0,-12 13 0,19-24 0,1 0 0,0 0 0,0 0 0,1 1 0,-1-1 0,1 0 0,0 1 0,-2 5 0,4-9 0,0 0 0,-1 1 0,1-1 0,0 0 0,0 1 0,0-1 0,0 1 0,0-1 0,1 0 0,-1 1 0,0-1 0,1 0 0,-1 1 0,0-1 0,1 0 0,0 0 0,-1 1 0,1-1 0,0 0 0,-1 0 0,1 0 0,0 0 0,0 0 0,0 0 0,0 0 0,0 0 0,0 0 0,0-1 0,1 1 0,-1 0 0,0-1 0,0 1 0,0-1 0,2 1 0,11 4 0,0-1 0,1 0 0,-1-1 0,1-1 0,26 1 0,-34-3-114,-1 0 1,1 0-1,-1-1 0,0 1 0,1-1 1,-1-1-1,0 1 0,0-1 0,0 0 1,0-1-1,6-2 0,-2-1-6712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45.1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 6 24575,'-10'-2'0,"1"1"0,-1 0 0,0 0 0,0 1 0,0 0 0,1 1 0,-13 2 0,19-3 0,1 1 0,-1-1 0,0 1 0,1 0 0,-1 0 0,1 0 0,-1 0 0,1 0 0,0 1 0,-1-1 0,1 1 0,0 0 0,0-1 0,0 1 0,0 0 0,0 0 0,1 0 0,-1 1 0,1-1 0,-1 0 0,1 0 0,0 1 0,0-1 0,0 1 0,0-1 0,0 1 0,0 0 0,1-1 0,-1 1 0,1 5 0,0-4 0,1-1 0,-1 1 0,1 0 0,0 0 0,0-1 0,0 1 0,1-1 0,-1 1 0,1-1 0,0 0 0,0 1 0,0-1 0,0 0 0,1 0 0,-1 0 0,7 4 0,1 2 0,0-1 0,0 0 0,19 10 0,21 6 0,-36-18 0,0 0 0,-1 1 0,19 13 0,-32-20 0,1 1 0,-1-1 0,1 0 0,-1 0 0,0 1 0,1-1 0,-1 0 0,0 1 0,1-1 0,-1 0 0,0 1 0,0-1 0,1 0 0,-1 1 0,0-1 0,0 1 0,0-1 0,0 0 0,1 1 0,-1-1 0,0 1 0,0-1 0,0 1 0,0-1 0,0 1 0,0-1 0,0 0 0,0 1 0,0-1 0,0 1 0,-1 0 0,0 0 0,1 0 0,-1-1 0,1 1 0,-1 0 0,0-1 0,0 1 0,1-1 0,-1 1 0,0-1 0,0 1 0,0-1 0,-1 1 0,-3 1 0,-1 0 0,1 0 0,-10 1 0,-56 9 66,-26 4-1497,80-14-5395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46.4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24575,'6'0'0,"1"2"0,-1-1 0,1 1 0,-1 0 0,0 1 0,0-1 0,0 1 0,0 0 0,-1 1 0,6 3 0,18 10 0,60 27 0,91 42 0,-18-24 0,-33-15 0,-122-44 0,-5-2 0,1 0 0,-1-1 0,0 1 0,1 0 0,-1 0 0,0 1 0,0-1 0,0 0 0,0 1 0,0-1 0,0 1 0,3 3 0,-5-5 0,0 1 0,0-1 0,0 0 0,0 1 0,0-1 0,0 0 0,0 1 0,0-1 0,0 0 0,0 1 0,0-1 0,0 0 0,-1 1 0,1-1 0,0 0 0,0 1 0,0-1 0,0 0 0,-1 0 0,1 1 0,0-1 0,0 0 0,-1 0 0,1 1 0,0-1 0,0 0 0,-1 0 0,1 0 0,0 1 0,-1-1 0,1 0 0,0 0 0,-1 0 0,1 0 0,0 0 0,-1 0 0,1 0 0,0 0 0,-1 0 0,1 0 0,0 0 0,-1 0 0,0 0 0,-18 2 0,18-2 0,-23 3 0,1 1 0,-1 1 0,1 0 0,-43 18 0,-26 6 0,70-23-95,3-2-328,1 1-1,-23 9 1,29-8-6403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51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1 184 24575,'0'-4'0,"0"0"0,1 0 0,-1 0 0,1 0 0,0 1 0,1-1 0,-1 0 0,0 0 0,1 1 0,0-1 0,0 1 0,0-1 0,0 1 0,1 0 0,-1 0 0,1 0 0,0 0 0,0 0 0,0 1 0,5-4 0,6-3 0,1 0 0,1 1 0,24-9 0,1-1 0,40-17 0,-60 27 0,-19 7 0,0 0 0,0 1 0,1-1 0,-1 1 0,0-1 0,1 1 0,-1 0 0,1 0 0,-1 0 0,0 0 0,1 0 0,-1 1 0,0-1 0,1 1 0,2 1 0,-1-1 0,0 1 0,0 0 0,0 1 0,-1-1 0,1 1 0,-1-1 0,0 1 0,4 3 0,0 3 0,1 1 0,-1 0 0,-1 0 0,0 0 0,7 15 0,-6-10 0,-1 1 0,0 0 0,-1 0 0,-1 0 0,3 22 0,-6-31 0,-1 1 0,1-1 0,-2 1 0,1 0 0,-1-1 0,0 1 0,-1-1 0,1 1 0,-1-1 0,-1 1 0,0-1 0,0 0 0,-7 12 0,-8 5 0,-2 0 0,-1-1 0,-46 40 0,63-59 0,-21 16 0,16-13 0,1-1 0,0 1 0,0 1 0,-10 13 0,17-21 0,1 1 0,-1-1 0,1 1 0,-1-1 0,1 1 0,-1-1 0,1 1 0,0 0 0,-1-1 0,1 1 0,0 0 0,0-1 0,-1 1 0,1 0 0,0-1 0,0 1 0,0 0 0,0-1 0,0 1 0,0 0 0,0-1 0,0 1 0,0 0 0,0-1 0,0 1 0,1 0 0,-1-1 0,0 1 0,0 0 0,1-1 0,-1 1 0,0 0 0,1-1 0,-1 1 0,0-1 0,1 1 0,-1-1 0,1 1 0,-1-1 0,1 1 0,-1-1 0,1 1 0,0-1 0,-1 0 0,1 1 0,-1-1 0,1 0 0,0 0 0,-1 1 0,1-1 0,0 0 0,0 0 0,6 2 0,-1-1 0,0 0 0,1-1 0,8 0 0,-13 0 0,12 1 0,23-1 0,44-5 0,-71 4 0,1-1 0,0 0 0,-1 0 0,1-1 0,-1-1 0,0 0 0,0 0 0,16-11 0,-14 6-1365,-3 0-5461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52.1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1 580 24575,'9'-5'0,"1"1"0,-1-1 0,1 2 0,0 0 0,0 0 0,1 1 0,-1 0 0,1 0 0,17 1 0,27 2 0,-32 1 0,0-2 0,47-5 0,-69 5 0,1 0 0,0 0 0,-1-1 0,1 1 0,0-1 0,-1 1 0,1-1 0,-1 0 0,1 0 0,-1 0 0,1 0 0,-1 0 0,3-2 0,-4 3 0,0-1 0,1 1 0,-1-1 0,0 1 0,0 0 0,0-1 0,0 1 0,1-1 0,-1 1 0,0-1 0,0 1 0,0-1 0,0 1 0,0-1 0,0 1 0,0 0 0,0-1 0,0 1 0,0-1 0,-1 0 0,1 0 0,-1 0 0,1 0 0,-1 0 0,1 0 0,-1-1 0,0 2 0,0-1 0,0 0 0,1 0 0,-3-2 0,-5-2 0,-1 0 0,1 0 0,-1 1 0,0 0 0,0 0 0,-17-3 0,-11-6 0,20 7 0,1-2 0,0 0 0,0-1 0,-21-16 0,30 19 0,0 0 0,0 0 0,1-1 0,0 0 0,0 0 0,0 0 0,1-1 0,0 0 0,0 0 0,-4-13 0,5 13 0,1-1 0,1 0 0,-1 0 0,1 0 0,1-1 0,0 1 0,0 0 0,1-1 0,0 1 0,1 0 0,0 0 0,0-1 0,1 1 0,0 0 0,1 0 0,0 0 0,0 1 0,1-1 0,0 1 0,1-1 0,6-8 0,-5 8 0,0 1 0,0 0 0,1 0 0,0 1 0,1 0 0,-1 0 0,1 1 0,1-1 0,-1 2 0,15-8 0,-11 8 0,1 0 0,-1 1 0,1 0 0,0 1 0,1 0 0,-1 1 0,22 0 0,-7 1 0,59 6 0,-73-3 0,0 1 0,-1 0 0,0 1 0,1 0 0,-1 1 0,16 9 0,-25-11 0,0 0 0,1 0 0,-1 0 0,-1 1 0,1 0 0,0-1 0,-1 1 0,0 1 0,0-1 0,0 0 0,-1 1 0,1 0 0,-1-1 0,3 11 0,-3-9 0,0 0 0,-1 0 0,0 0 0,0 0 0,0 0 0,-1 0 0,0 0 0,0 0 0,-1 1 0,1-1 0,-1 0 0,-3 8 0,-3 3 0,-1-1 0,0 0 0,-1-1 0,-1 0 0,-1 0 0,-17 19 0,18-21 0,6-9 0,0 1 0,1 0 0,-1 0 0,1 0 0,-4 12 0,6-16 0,1-1 0,0 1 0,-1 0 0,1 0 0,0 0 0,0 0 0,0 0 0,0 1 0,0-1 0,0 0 0,0 0 0,0 0 0,0 0 0,1 0 0,-1-1 0,0 1 0,1 2 0,0-2 0,0 0 0,0 0 0,0-1 0,0 1 0,0 0 0,0 0 0,0-1 0,0 1 0,0 0 0,0-1 0,0 1 0,0-1 0,0 0 0,1 1 0,-1-1 0,0 0 0,0 1 0,2-1 0,26 2 0,-1-1 0,40-3 0,-4 0 0,-56 1-341,0 1 0,0-1-1,11-3 1,-6 1-6485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52.8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57 143 24575,'-1'41'0,"0"-21"0,1 0 0,1 0 0,3 24 0,-3-39 0,0 0 0,0-1 0,0 1 0,1 0 0,0-1 0,0 1 0,0-1 0,0 1 0,1-1 0,-1 0 0,7 7 0,-9-11 0,0 0 0,0 0 0,0-1 0,0 1 0,0 0 0,0 0 0,0 0 0,0 0 0,0 0 0,0 0 0,0 0 0,0 0 0,0 0 0,0 0 0,0 0 0,0 0 0,0 0 0,0 0 0,0 0 0,0-1 0,0 1 0,0 0 0,0 0 0,0 0 0,0 0 0,0 0 0,0 0 0,0 0 0,0 0 0,0 0 0,0 0 0,0 0 0,0 0 0,0 0 0,0 0 0,0 0 0,0 0 0,0 0 0,1 0 0,-1 0 0,0-1 0,0 1 0,0 0 0,0 0 0,0 0 0,0 0 0,0 0 0,0 0 0,0 0 0,0 0 0,0 0 0,0 0 0,0 0 0,0 0 0,1 0 0,-1 0 0,0 0 0,0 1 0,0-1 0,0 0 0,0 0 0,0 0 0,0 0 0,0 0 0,0 0 0,0 0 0,0 0 0,-1-10 0,-5-11 0,-72-238 0,77 254 0,0 0 0,0 0 0,0 0 0,1 0 0,0-8 0,0 12 0,0 0 0,0 0 0,0 1 0,0-1 0,0 0 0,1 0 0,-1 0 0,0 1 0,1-1 0,-1 0 0,0 0 0,1 1 0,-1-1 0,1 0 0,-1 1 0,1-1 0,-1 1 0,1-1 0,0 1 0,-1-1 0,1 1 0,0-1 0,-1 1 0,1-1 0,0 1 0,-1 0 0,1-1 0,0 1 0,0 0 0,0 0 0,-1 0 0,1 0 0,0 0 0,0-1 0,0 1 0,-1 0 0,1 1 0,0-1 0,0 0 0,0 0 0,-1 0 0,1 0 0,1 1 0,3 1 0,0-1 0,0 1 0,0 0 0,0 1 0,-1-1 0,1 1 0,4 3 0,31 27 0,-26-21 0,-4-3 0,44 35 0,-46-38 0,0-1 0,0 0 0,1-1 0,-1 0 0,11 4 0,-17-7 0,-1-1 0,1 1 0,0-1 0,0 1 0,-1-1 0,1 0 0,0 0 0,0 0 0,0 0 0,-1 0 0,1 0 0,0 0 0,0 0 0,0-1 0,-1 1 0,1-1 0,0 1 0,-1-1 0,1 0 0,0 0 0,-1 0 0,1 0 0,-1 0 0,1 0 0,-1 0 0,0 0 0,1 0 0,-1-1 0,0 1 0,0 0 0,0-1 0,0 1 0,0-1 0,1-2 0,2-5 0,-1-1 0,0 0 0,0 0 0,-1 0 0,1-11 0,3-13 0,-6 33 0,0 0 0,1 1 0,-1-1 0,0 0 0,0 0 0,0 0 0,1 0 0,-1 1 0,1-1 0,-1 0 0,0 0 0,1 1 0,-1-1 0,1 0 0,-1 1 0,1-1 0,0 1 0,-1-1 0,1 0 0,0 1 0,-1-1 0,1 1 0,1-1 0,-1 1 0,0 0 0,0 0 0,-1 1 0,1-1 0,0 0 0,0 0 0,-1 1 0,1-1 0,0 1 0,0-1 0,-1 0 0,1 1 0,-1-1 0,1 1 0,0 0 0,-1-1 0,1 1 0,-1 0 0,1 0 0,4 7 0,0 0 0,-1-1 0,4 11 0,82 190 0,-74-177 48,-11-22-402,-1 0 1,0 0 0,4 12 0,-5-9-6473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19:59.9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4439 117 24575,'294'-27'0,"-217"24"0,-515 5-667,-91 2-218,228 4 640,-214 10-305,-841 98-672,665-63 592,346-51 3770,205-2-2208,137-1-922,0 1 0,0 0-1,0 0 1,0 1 0,0-1 0,0 0 0,0 1-1,1 0 1,-1 0 0,0 0 0,0 0-1,-4 2 1,7-2-10,0-1 0,0 0 0,1 1 0,-1-1 0,0 0 0,0 0 0,0 0 0,1 1 0,-1-1 0,0 0 0,0 0 0,1 0 0,-1 1 0,0-1 0,0 0 0,1 0 0,-1 0 0,0 0 0,1 0 0,-1 0 0,0 0 0,0 0 0,1 1 0,-1-1 0,0 0 0,1 0 0,-1 0 0,0 0 0,1-1 0,-1 1 0,13 2 0,247 0 0,-133-4 0,180-6-603,-153 3 393,2001-101-3825,-1739 65 2641,-297 23 2312,168-49-1,-271 63-425,113-40 3220,-128 44-3705,-1-1-1,1 1 0,-1 0 0,1 0 1,-1 0-1,1 0 0,-1-1 0,1 1 1,-1 0-1,1 0 0,-1-1 0,1 1 1,-1 0-1,1-1 0,-1 1 0,0-1 1,1 1-1,-1-1 0,0 1 0,1 0 1,-1-2-1,-9 0 52,-20 3-51,-23 9-7,-66 22 0,14-3 0,-398 55-1161,-6-43-132,468-38 1283,-1105 40-2128,842-39 2145,-157 4-208,2 8-1147,2 21 4561,278-4-282,152-28-2696,16-3-555,1 0 0,0 0 0,0 0 0,-10 5 0,10-2-6506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0:55.4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359 349 24575,'11'-18'0,"26"-45"0,48-60 0,-76 114 0,0 0 0,0 0 0,1 0 0,0 1 0,0 1 0,1 0 0,0 0 0,1 1 0,16-6 0,5-1 0,2 2 0,37-8 0,-34 12 0,0 2 0,51-2 0,77 9 0,-64 7 0,0 3 0,126 34 0,-106-16 0,-1 6 0,156 68 0,-202-68 0,126 81 0,51 72 0,-205-149 0,-3 3 0,-1 1 0,64 85 0,-86-99 0,0 2 0,-3 0 0,0 1 0,-3 1 0,0 1 0,-3 0 0,13 51 0,-14-21 0,-3 0 0,-2 0 0,-4 1 0,-8 97 0,-2-84 0,-4-1 0,-29 106 0,-70 145 0,97-293 0,-3 0 0,0-1 0,-43 62 0,46-78 0,-1-1 0,0-1 0,-1 0 0,-1-1 0,-1-1 0,0-1 0,-40 24 0,22-18 0,-2-2 0,0-1 0,-1-2 0,-1-2 0,0-2 0,0-1 0,-1-2 0,-73 4 0,50-10-81,0-3-1,-1-4 1,1-2-1,1-2 1,0-4-1,-65-21 1,21-1 81,2-5 0,1-4 0,-148-88 0,-144-125-745,312 195 497,4-4 0,-111-115 0,160 147 84,2-2 1,1 0 0,2-2-1,2-1 1,1-1-1,2-1 1,2 0-1,2-2 1,-15-55-1,20 49-4333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0:59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249 811 24575,'53'-278'0,"-49"250"0,14-87 0,-14 98 0,1 1 0,0-1 0,1 1 0,15-28 0,-11 28 0,1 0 0,0 0 0,1 1 0,1 1 0,0 0 0,1 1 0,22-18 0,-14 16 0,0 1 0,1 1 0,1 0 0,46-16 0,-21 14 0,2 2 0,-1 2 0,2 3 0,-1 1 0,56 1 0,-35 6-153,1 3 0,-1 3 0,0 3 0,99 26 0,-92-13 128,-1 3 0,-1 4 0,121 65 0,-143-62 25,-2 2 0,-2 2 0,-1 3 0,-2 2 0,-2 2 0,-2 2 0,-2 1 0,-1 3 0,-3 1 0,54 95 0,-55-75 0,-3 1 0,-3 1 0,-3 1 0,-4 2 0,-3 1 0,-3 0 0,-3 2 0,5 94 0,-16-107 0,-2 0 0,-4-1 0,-15 107 0,12-142 0,-1 0 0,-2 0 0,-1 0 0,-2-1 0,0 0 0,-2-1 0,-1-1 0,-1 0 0,-2 0 0,-20 25 0,16-28-6,-1 0 1,0-2-1,-2 0 1,0-2-1,-1 0 0,-1-2 1,-51 25-1,41-26 25,0-2-1,-1-1 0,0-2 1,-1-2-1,-66 8 0,47-13-95,0-2-1,0-2 0,-78-11 1,60 0-577,-146-42 0,129 23 475,1-4 0,2-4 0,1-4 0,3-4 0,-92-64 0,113 64 26,2-4 0,2-2-1,2-2 1,3-3-1,3-2 1,-78-114-1,85 101 72,3-1 0,4-2 1,3-1-1,-31-98 0,49 117 23,2 0 1,2-1-1,3-1 1,3 0-1,2 0 1,6-106-1,1 138-175,12-51 0,-3 42-2104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00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521 0 24575,'-13'13'0,"-60"64"0,61-62 0,0 1 0,1-1 0,-14 29 0,16-23 0,0 0 0,2 1 0,-10 44 0,-3 72 0,14-93 0,-25 220 0,-58 362 0,61-493 0,-47 268 0,12-78 0,45-222-1365,16-77-5461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01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2916 1 24575,'-7'3'0,"-181"106"0,150-84 0,1 2 0,-59 56 0,-296 291 0,232-249-273,-11-13-152,84-56 342,-329 204-612,-8 5-17,-421 298-289,790-526-4001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02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27 24575,'32'-7'0,"-7"1"0,1 1 0,-1 1 0,50 0 0,-70 4 0,0 1 0,-1 0 0,1 0 0,0 0 0,-1 0 0,1 1 0,-1 0 0,1 0 0,-1 0 0,0 1 0,0-1 0,0 1 0,0 0 0,0 0 0,-1 0 0,1 0 0,3 6 0,-3-3 0,1 0 0,-1 0 0,-1 0 0,1 1 0,-1-1 0,0 1 0,-1 0 0,0 0 0,0 0 0,2 13 0,-4-15 0,0 1 0,0-1 0,-1 1 0,1-1 0,-1 0 0,0 0 0,-1 1 0,1-1 0,-1 0 0,0 0 0,0 0 0,-1-1 0,0 1 0,-5 7 0,6-8 0,-1 0 0,0-1 0,0 1 0,-1-1 0,1 0 0,-1 0 0,1 0 0,-1 0 0,0-1 0,0 1 0,0-1 0,-1 0 0,1 0 0,0-1 0,-1 1 0,1-1 0,-6 1 0,-3-1 0,-1-1 0,0 0 0,0-1 0,1 0 0,-1-1 0,1-1 0,-1 0 0,-13-5 0,22 6 0,-1-1 0,0 1 0,1-1 0,0-1 0,0 1 0,0-1 0,0 0 0,-8-8 0,10 9 0,0-1 0,1 1 0,0-1 0,0 1 0,0-1 0,0 0 0,0 0 0,1 0 0,0 0 0,0 0 0,0 0 0,0 0 0,0 0 0,1-6 0,0 5-47,1-1 0,0 1 0,0 0 0,0-1 0,1 1 0,0 0 0,0 0 0,0 0 0,1 0-1,0 0 1,0 0 0,0 1 0,0-1 0,1 1 0,-1 0 0,1 0 0,0 0 0,0 0 0,1 1 0,-1 0 0,1 0 0,0 0-1,0 0 1,0 1 0,0 0 0,0 0 0,0 0 0,8-1 0,-2 2-6779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02.8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38 24575,'1'6'0,"-1"0"0,1 0 0,0 1 0,1-1 0,0 0 0,0-1 0,0 1 0,0 0 0,1-1 0,0 1 0,0-1 0,1 0 0,-1 0 0,1 0 0,0 0 0,7 5 0,-1-1 0,1 0 0,0-1 0,0 0 0,1-1 0,-1 0 0,19 7 0,-25-11 0,0-2 0,0 1 0,0 0 0,1-1 0,-1 0 0,0 0 0,1-1 0,-1 0 0,11 0 0,-14 0 0,0-1 0,-1 1 0,1-1 0,0 1 0,0-1 0,0 0 0,0 1 0,-1-1 0,1 0 0,0 0 0,-1 0 0,1-1 0,-1 1 0,1 0 0,-1 0 0,1-1 0,-1 1 0,0-1 0,0 0 0,0 1 0,0-1 0,0 0 0,0 1 0,0-1 0,-1 0 0,1 0 0,-1 0 0,1 0 0,0-3 0,0-9 0,-1 0 0,0 0 0,-1 0 0,-1 0 0,0 0 0,-4-13 0,0-9 0,5 34 11,1 1 0,0-1 0,-1 0 0,0 1 0,1-1 0,-1 0-1,0 1 1,0-1 0,0 1 0,-2-3 0,3 4-20,0 0 1,0-1-1,-1 1 0,1 0 0,0 0 1,-1 0-1,1-1 0,0 1 0,0 0 1,-1 0-1,1 0 0,0 0 0,-1 0 1,1 0-1,0-1 0,-1 1 0,1 0 1,0 0-1,-1 0 0,1 0 0,0 0 1,-1 0-1,0 1-59,1-1 1,-1 0-1,1 1 1,-1-1-1,1 0 0,-1 1 1,1-1-1,-1 1 1,1-1-1,0 0 1,-1 1-1,1-1 0,0 1 1,-1-1-1,1 1 1,0-1-1,0 1 1,-1 0-1,-2 8-6758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03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84 213 24575,'1'-7'0,"-1"0"0,1 0 0,-1 0 0,-1 0 0,1 0 0,-1 0 0,-2-8 0,2 13 0,1 0 0,-1 1 0,0-1 0,1 0 0,-1 1 0,0-1 0,0 0 0,0 1 0,0 0 0,0-1 0,-1 1 0,1-1 0,0 1 0,-2-1 0,2 1 0,-1 1 0,1-1 0,0 1 0,0-1 0,-1 1 0,1 0 0,0 0 0,-1-1 0,1 1 0,0 0 0,0 0 0,-1 0 0,1 1 0,0-1 0,-1 0 0,1 0 0,0 1 0,-1-1 0,1 1 0,0-1 0,0 1 0,-2 0 0,1 0 0,0 0 0,0 1 0,0-1 0,0 0 0,0 1 0,0 0 0,0-1 0,0 1 0,0 0 0,1 0 0,-1 0 0,1 0 0,-1 0 0,1 0 0,0 1 0,0-1 0,0 0 0,0 1 0,0-1 0,1 1 0,-1-1 0,1 1 0,-1-1 0,1 1 0,0-1 0,0 1 0,0 3 0,1-3 0,-1 0 0,1 0 0,0 0 0,0 1 0,0-1 0,0 0 0,1 0 0,-1 0 0,1-1 0,0 1 0,0 0 0,0-1 0,0 1 0,0-1 0,0 1 0,1-1 0,-1 0 0,1 0 0,-1 0 0,7 3 0,10 2 0,1 0 0,1-1 0,0-1 0,41 4 0,-16-4 0,-1-2 0,79-6 0,-120 3 0,0-1 0,-1 1 0,1-1 0,0 0 0,0 0 0,0 0 0,-1 0 0,1-1 0,-1 1 0,6-4 0,-8 4 0,0 0 0,0 0 0,0 0 0,0 0 0,0 0 0,0 0 0,-1-1 0,1 1 0,0 0 0,-1 0 0,1-1 0,0 1 0,-1 0 0,0-1 0,1 1 0,-1 0 0,0-1 0,0 1 0,0-1 0,0 1 0,0-1 0,0 1 0,0 0 0,0-1 0,0 1 0,-1-1 0,1 1 0,-1 0 0,1-1 0,-2-1 0,-5-12 0,-1 0 0,-1 0 0,-10-12 0,8 10 0,-17-29 0,26 40 0,-1 1 0,1-1 0,0 0 0,0 0 0,1 0 0,0 0 0,0 0 0,0 0 0,1-11 0,0 16-42,0 0-1,0 1 0,0-1 1,0 0-1,0 0 0,0 0 1,1 0-1,-1 0 0,0 0 1,0 0-1,1 0 0,-1 0 1,1 1-1,-1-1 0,1 0 1,-1 0-1,1 0 0,0 1 1,-1-1-1,1 0 0,0 1 1,-1-1-1,1 1 0,0-1 1,0 1-1,0-1 0,-1 1 1,1-1-1,0 1 0,0 0 1,1-1-1,7 1-6783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03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103 600 24575,'7'-5'0,"0"-1"0,0 0 0,0 0 0,-1-1 0,0 0 0,7-10 0,-9 12 0,-1-1 0,-1 0 0,1 1 0,-1-1 0,0 0 0,-1 0 0,1 0 0,-1 0 0,0 0 0,0-9 0,-1-14 0,0 0 0,-2 0 0,-1 0 0,-2 0 0,0 0 0,-2 1 0,-1 0 0,-2 0 0,0 1 0,-29-51 0,28 58 0,3 4 0,-1 1 0,0-1 0,-18-19 0,27 35 0,0-1 0,-1 1 0,1-1 0,-1 1 0,1-1 0,0 1 0,-1-1 0,1 1 0,-1-1 0,1 1 0,-1 0 0,0-1 0,1 1 0,-1 0 0,1 0 0,-1-1 0,1 1 0,-1 0 0,0 0 0,1 0 0,-1 0 0,0 0 0,1 0 0,-1 0 0,-1 0 0,2 0 0,-1 1 0,1-1 0,-1 1 0,1-1 0,-1 1 0,1-1 0,-1 1 0,1 0 0,-1-1 0,1 1 0,0 0 0,-1-1 0,1 1 0,0 0 0,0-1 0,-1 1 0,1 0 0,0 0 0,-1 8 0,0 0 0,0 16 0,1-21 0,1 24 0,0 0 0,1 0 0,2 0 0,1 0 0,1-1 0,2 0 0,0 0 0,2-1 0,1 0 0,1 0 0,1-1 0,1-1 0,1-1 0,31 38 0,-28-40-227,1-1-1,1-1 1,0 0-1,2-2 1,44 29-1,-53-40-6598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04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1 24575,'-4'0'0,"0"2"0,0-1 0,0 0 0,0 1 0,0 0 0,1 0 0,-1 0 0,1 0 0,0 1 0,-1-1 0,1 1 0,0 0 0,0 0 0,1 0 0,-1 0 0,-3 5 0,5-4 0,-1-1 0,1 0 0,0 0 0,-1 1 0,1-1 0,1 1 0,-1-1 0,1 1 0,-1-1 0,1 1 0,0-1 0,0 1 0,0-1 0,1 1 0,0-1 0,-1 1 0,1-1 0,0 1 0,2 3 0,2 4 0,0 0 0,1-1 0,0 1 0,0-1 0,1-1 0,10 12 0,-13-17 0,0 0 0,0 0 0,1 0 0,-1 0 0,1-1 0,0 0 0,0 0 0,0 0 0,1 0 0,-1-1 0,1 0 0,-1 0 0,1-1 0,8 2 0,-12-2 0,0-1 0,-1 0 0,1 0 0,0 0 0,-1 0 0,1 0 0,0 0 0,-1-1 0,1 1 0,0 0 0,-1-1 0,1 1 0,-1-1 0,1 0 0,-1 0 0,1 1 0,-1-1 0,0 0 0,1 0 0,-1 0 0,3-3 0,-3 2 0,0 0 0,0 0 0,0 0 0,0-1 0,0 1 0,0 0 0,0-1 0,-1 1 0,1-1 0,-1 1 0,0-1 0,0 1 0,0-4 0,-1-3 0,0-1 0,0 0 0,-1 0 0,-1 0 0,0 1 0,-4-12 0,-11-10 0,31 71 0,-9-30-227,0 0-1,1 0 1,1-1-1,-1 1 1,15 16-1,-12-18-6598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04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32 233 24575,'8'49'0,"2"0"0,3 0 0,1-1 0,36 79 0,-45-117 0,0 1 0,1-1 0,1 0 0,-1-1 0,1 0 0,15 15 0,-21-23 0,-1-1 0,1 1 0,-1-1 0,1 1 0,-1-1 0,1 0 0,-1 1 0,1-1 0,0 0 0,-1 1 0,1-1 0,-1 0 0,1 0 0,0 0 0,-1 1 0,1-1 0,0 0 0,-1 0 0,2 0 0,-2 0 0,0-1 0,1 1 0,-1 0 0,0 0 0,1 0 0,-1-1 0,0 1 0,0 0 0,1-1 0,-1 1 0,0 0 0,0 0 0,0-1 0,1 1 0,-1 0 0,0-1 0,0 1 0,0-1 0,0 1 0,0 0 0,0-1 0,0 1 0,0 0 0,0-1 0,0-2 0,0 0 0,0 0 0,0 0 0,0 0 0,-1 0 0,0 0 0,0-2 0,-49-106 0,6 13 0,-14-65 0,49 131 0,2-1 0,1 0 0,-2-38 0,7 66 0,1 0 0,0 0 0,1 0 0,-1 0 0,1 1 0,0-1 0,3-9 0,-4 13 0,1 0 0,-1-1 0,1 1 0,0 0 0,-1 0 0,1 0 0,0 0 0,0 0 0,0 0 0,0 0 0,0 0 0,0 0 0,0 0 0,0 0 0,0 1 0,1-1 0,-1 1 0,0-1 0,0 0 0,1 1 0,-1 0 0,0-1 0,1 1 0,-1 0 0,0 0 0,1 0 0,-1 0 0,1 0 0,-1 0 0,0 0 0,3 1 0,2 0 0,0 1 0,0 0 0,0 0 0,-1 1 0,1-1 0,-1 1 0,0 1 0,0-1 0,0 1 0,0 0 0,0 0 0,-1 0 0,6 6 0,-4-2 0,1 0 0,-1 1 0,-1-1 0,1 1 0,-2 0 0,1 0 0,3 13 0,-6-19 0,-1 1 0,0 0 0,0 0 0,-1 0 0,1 0 0,-1 0 0,0 0 0,0 0 0,0 0 0,-1 0 0,1 0 0,-1 0 0,0 0 0,0 0 0,0-1 0,-4 8 0,3-7 0,-1 0 0,0 0 0,0 0 0,-1 0 0,1 0 0,-1-1 0,0 1 0,0-1 0,0 0 0,0 0 0,-1-1 0,-7 4 0,-6 2-341,0-1 0,0-1-1,-32 6 1,27-8-6485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31.0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145 410 24575,'-32'-86'0,"-50"-93"0,76 167 0,1 0 0,0-1 0,-4-15 0,7 23 0,1 1 0,0-1 0,0 1 0,1-1 0,-1 0 0,1 1 0,0-1 0,1 0 0,-1 1 0,1-1 0,0 1 0,2-9 0,-3 12 0,1 1 0,-1-1 0,0 0 0,0 1 0,1-1 0,-1 1 0,0-1 0,1 0 0,-1 1 0,0-1 0,1 1 0,-1-1 0,1 1 0,-1-1 0,1 1 0,0 0 0,-1-1 0,1 1 0,-1-1 0,1 1 0,0 0 0,0-1 0,0 1 0,0 1 0,-1-1 0,1 0 0,-1 0 0,1 0 0,0 1 0,-1-1 0,1 0 0,-1 1 0,1-1 0,-1 0 0,1 1 0,-1-1 0,1 1 0,-1-1 0,0 1 0,1-1 0,-1 1 0,1 0 0,2 5 0,1 0 0,-2 0 0,4 10 0,-5-12 0,10 27 0,25 61 0,-15-44 0,-1 0 0,17 69 0,3 56 0,-27-122 0,40 129 0,-36-118 0,1 1 0,-11-40 0,9 48 0,-7-24 0,17 91 0,-17-97 0,9 34 0,-9-44 0,7 53 0,-11-58 0,13 38 0,-7-24 0,33 90 0,5 43 0,-18-55 0,10 14 0,25 109 0,-65-236 0,48 261 0,-18-116 0,-25-126 0,41 152 0,1-8 0,42 137 0,-71-249 0,36 102 0,-44-126 0,-1 2 0,7 47 0,3 8 0,27 75 0,-39-126 0,4 48 0,-5-53 0,0 7 0,-6-23 0,2-1 0,0 0 0,1 0 0,0 0 0,12 27 0,-14-34 112,-2-8-147,0-1 0,0 0-1,0 0 1,-1 0 0,1 0 0,0 1 0,0-1 0,0 0-1,0 0 1,0 0 0,-1 0 0,1 0 0,0 0 0,0 1-1,0-1 1,-1 0 0,1 0 0,0 0 0,0 0 0,0 0-1,-1 0 1,1 0 0,0 0 0,0 0 0,0 0 0,-1 0-1,1 0 1,0 0 0,0 0 0,0 0 0,-1 0 0,1 0-1,0 0 1,0 0 0,0-1 0,-1 1 0,1 0 0,0 0-1,0 0 1,0 0 0,-1-1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32.4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140 75 24575,'-6'-6'0,"5"4"0,0 1 0,-1-1 0,1 1 0,0 0 0,0-1 0,-1 1 0,1 0 0,-1 0 0,1 0 0,-1 0 0,0 0 0,1 1 0,-1-1 0,0 0 0,0 1 0,1-1 0,-1 1 0,0 0 0,0-1 0,0 1 0,-2 0 0,-26 5 0,25-4 0,0 0 0,0 0 0,0 0 0,0-1 0,0 0 0,0 0 0,0 0 0,-9-2 0,13 2 0,0 0 0,1 0 0,-1 0 0,0-1 0,1 1 0,-1 0 0,1 0 0,-1-1 0,1 1 0,-1 0 0,1-1 0,-1 1 0,1 0 0,-1-1 0,1 1 0,-1-1 0,1 1 0,-1-1 0,1 1 0,0-1 0,-1 1 0,1-1 0,0 0 0,-1 0 0,1 0 0,0 1 0,1-1 0,-1 0 0,0 1 0,0-1 0,0 1 0,1-1 0,-1 0 0,0 1 0,0-1 0,1 0 0,-1 1 0,1-1 0,-1 1 0,0-1 0,1 1 0,-1-1 0,2 0 0,1-2 0,1 0 0,1 0 0,-1 1 0,8-4 0,-3 2 0,0 1 0,0 0 0,0 1 0,1 0 0,-1 1 0,11-1 0,59 2 0,-41 1 0,254 8 0,6-3 0,-645-5 0,165-2 0,180 1 0,-3 0 0,1 0 0,0 0 0,0 0 0,0 1 0,0-1 0,0 1 0,-8 3 0,12-4 0,0 0 0,0 0 0,-1 0 0,1 0 0,0 0 0,0 0 0,0 0 0,0 0 0,0 0 0,0 0 0,0 0 0,0 0 0,0 0 0,0 0 0,-1 0 0,1 0 0,0 0 0,0 0 0,0 0 0,0 0 0,0 0 0,0 0 0,0 0 0,0 0 0,0 1 0,0-1 0,0 0 0,0 0 0,0 0 0,0 0 0,0 0 0,0 0 0,0 0 0,0 0 0,0 0 0,0 0 0,-1 1 0,1-1 0,0 0 0,0 0 0,0 0 0,1 0 0,-1 0 0,0 0 0,0 0 0,0 0 0,0 0 0,0 0 0,0 1 0,0-1 0,0 0 0,0 0 0,0 0 0,0 0 0,0 0 0,0 0 0,0 0 0,7 3 0,11-1 0,200 0 0,-113-4 0,78-12 0,-256 15 0,30-2 0,-13 0 0,-69 3 0,99 0 0,1 1 0,-48 11 0,17 1-1365,44-12-5461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34.6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991 9 24575,'0'0'0,"0"-1"0,0 1 0,0 0 0,0-1 0,0 1 0,0 0 0,0-1 0,0 1 0,0 0 0,0-1 0,1 1 0,-1 0 0,0-1 0,0 1 0,0 0 0,0 0 0,0-1 0,1 1 0,-1 0 0,0-1 0,0 1 0,1 0 0,-1 0 0,0 0 0,0-1 0,1 1 0,-1 0 0,0 0 0,1 0 0,-1 0 0,0 0 0,0-1 0,1 1 0,-1 0 0,0 0 0,1 0 0,-1 0 0,0 0 0,1 0 0,-1 0 0,0 0 0,1 0 0,-1 0 0,0 0 0,1 0 0,-1 1 0,0-1 0,1 0 0,0 0 0,0 0 0,-1 1 0,1-1 0,0 0 0,0 1 0,-1-1 0,1 1 0,0-1 0,0 1 0,-1-1 0,1 1 0,-1-1 0,1 1 0,-1 0 0,1-1 0,-1 1 0,1 0 0,0 1 0,-1 4 0,0 0 0,0 0 0,0-1 0,-1 1 0,0 0 0,0 0 0,0 0 0,-4 8 0,3-6 0,-25 71 0,-1 1 0,-1 15 0,16-58 0,1 0 0,-8 54 0,16-72 0,-1 0 0,-1 0 0,-1-1 0,0 1 0,-13 21 0,-6 14 0,13-24 0,7-17 0,0 0 0,1 0 0,-5 18 0,5-9 0,2-11 0,1-1 0,-2 20 0,-4 19 0,6-36 0,0 0 0,-1 13 0,3-10 0,-1 0 0,-7 30 0,5-26 0,-2 20 0,-1 9 0,3-23 0,0-1 0,3 44 0,1-44 0,-1 1 0,-6 41 0,-15 68 0,3 19 0,12-101 0,-2 41 0,7-64 0,-2 0 0,-1 0 0,-13 51 0,3-32 0,-29 65 0,41-109 0,-59 142 0,49-110 0,1 0 0,-8 43 0,-24 136 0,28-119 0,5-25 0,-37 141 0,-11-2 0,-14 48 0,-13 107 0,37-179 0,41-162 0,-13 36 0,9-30 0,2 1 0,1-1 0,-5 44 0,12-73-85,1 1-14,0-1 1,0 0-1,0 1 1,-1-1-1,1 1 1,-1-1 0,1 0-1,-1 0 1,0 1-1,0-1 1,0 0-1,-2 3 1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35.3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1 167 24575,'7'-15'0,"3"-7"0,-1-2 0,1 2 0,-1 4 0,0 3 0,1 3 0,1 3 0,-1 1 0,0 2 0,1 1 0,1 2 0,1 2 0,-2-2 0,0 0 0,-2 2 0,0 3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36.5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24575,'0'22'0,"-1"3"0,1-1 0,2 0 0,0 1 0,11 44 0,56 120 0,-9-31 0,-28-58 0,-7-6 0,-10-34 0,11 39 0,25 81 0,-25-62 0,-8-33 0,-2-3 0,5 17 0,2-6 0,23 72 0,59 213 0,-85-295 0,-11-47 0,48 189 0,16-5 0,-40-139 0,35 96 0,14 126 0,-46-159 0,2 21 0,-27-79 0,4 21 0,-7-51 0,2-1 0,3 0 0,29 78 0,1-28-1365,-40-95-5461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36.8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24575,'83'223'0,"4"13"0,-81-218-120,12 40 373,-16-51-502,-1 0-1,0 1 0,0-1 0,0 0 1,-2 14-1,-1-8-6576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37.7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 1 24575,'0'0'0,"0"0"0,0 0 0,-1 0 0,1 0 0,0 0 0,0 0 0,0 0 0,0 0 0,0 0 0,-1 0 0,1 0 0,0 0 0,0 0 0,0 0 0,0 0 0,0 0 0,-1 0 0,1 0 0,0 0 0,0 0 0,0 0 0,0 0 0,0 0 0,-1 0 0,1 0 0,0 0 0,0 0 0,0 0 0,0 0 0,0 1 0,0-1 0,-1 0 0,1 0 0,0 0 0,0 0 0,0 0 0,0 0 0,0 0 0,0 1 0,0-1 0,0 0 0,0 0 0,0 0 0,0 0 0,0 0 0,0 1 0,-1-1 0,1 0 0,0 0 0,0 0 0,0 0 0,0 1 0,1-1 0,-1 0 0,0 0 0,0 0 0,0 0 0,0 0 0,0 1 0,0-1 0,0 0 0,0 0 0,0 0 0,9 7 0,84 8 0,-46-8 0,64 10 0,177 5 0,-239-21 0,81-3 0,-129 2 0,-1 0 0,1 0 0,0 0 0,0 0 0,0 0 0,0 0 0,-1 0 0,1-1 0,0 1 0,0 0 0,0 0 0,-1-1 0,1 1 0,0-1 0,0 0 0,-1 1 0,0 0 0,0 0 0,0-1 0,0 1 0,0 0 0,0-1 0,0 1 0,0 0 0,-1 0 0,1-1 0,0 1 0,0 0 0,0 0 0,-1 0 0,1-1 0,0 1 0,0 0 0,0 0 0,-1 0 0,1 0 0,0-1 0,-1 1 0,1 0 0,0 0 0,0 0 0,-1 0 0,1 0 0,-28-9 0,3 4 0,0 2 0,0 0 0,0 2 0,-40 2 0,-100 21 0,104-12 0,-86 3 0,126-13 0,-50-1 0,60-2 0,11 3 0,0-1 0,0 1 0,0 0 0,0 0 0,0 0 0,0 0 0,0 0 0,0-1 0,0 1 0,0 0 0,0 0 0,0 0 0,0 0 0,0 0 0,0-1 0,0 1 0,0 0 0,0 0 0,0 0 0,0 0 0,0 0 0,0 0 0,1 0 0,-1-1 0,0 1 0,0 0 0,0 0 0,0 0 0,0 0 0,0 0 0,0 0 0,1 0 0,-1 0 0,0 0 0,0 0 0,0 0 0,1 0 0,19-6 0,25 2 0,14-2 0,90 2 0,-56 8 0,169 18 0,-324-21 0,-201-10 0,-6 3-1365,248 6-5461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39.3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4374 24575,'56'-99'0,"-51"88"0,0 0 0,-1 0 0,0 0 0,-1-1 0,2-18 0,0 6 0,81-307 0,-82 317 0,102-312 0,-88 265 0,17-100 0,-15 60 0,-5 29 0,72-282 0,-81 335 0,60-219 0,-55 181 0,40-176 0,5 54 0,-29 98 0,-18 52 0,0 0 0,5-44 0,23-185 0,-23 179 0,33-96 0,-6 29 0,-17 10 0,-19 102 0,11-75 0,-7 38 0,3 1 0,26-82 0,-4 37 0,-16 51 0,31-74 0,-32 99 0,3 0 0,0 2 0,36-48 0,-55 83 9,1 0 1,-1 0-1,1 0 0,-1 0 0,0-1 1,0 1-1,0 0 0,0-1 0,0 1 0,-1-1 1,1 1-1,0-5 0,-1 6-57,0 0 0,-1 0 0,1 0 0,0 0 0,0 0 1,-1 0-1,1 0 0,-1 0 0,1 0 0,-1 0 0,1 0 0,-1 0 0,0 0 0,1 0 0,-1 0 1,0 1-1,0-1 0,1 0 0,-1 0 0,0 1 0,0-1 0,0 1 0,0-1 0,0 1 0,0-1 0,0 1 1,0-1-1,0 1 0,0 0 0,-2-1 0,-8-1-6778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39.8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36 24575,'3'-4'0,"0"0"0,0 0 0,1 0 0,-1 1 0,1 0 0,0 0 0,5-4 0,-8 7 0,0-1 0,-1 1 0,1-1 0,0 1 0,0 0 0,0-1 0,0 1 0,0 0 0,0 0 0,0 0 0,0 0 0,0 0 0,0 0 0,0 0 0,0 0 0,0 0 0,0 0 0,0 1 0,0-1 0,0 0 0,0 1 0,0-1 0,0 0 0,0 1 0,0 0 0,0-1 0,0 1 0,-1-1 0,1 1 0,0 0 0,0 0 0,-1-1 0,1 1 0,-1 0 0,1 0 0,0 0 0,-1 0 0,0 0 0,1 0 0,0 1 0,15 34 0,13 42 0,-6-13 0,12 31 0,29 135 0,3 105 0,-51-244 0,6 35 0,-6-29 0,29 100 0,2-39 0,-11-15 0,-9-31 0,121 323-17,-87-271-1331,-47-125-5478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41.9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580 215 24575,'27'-6'0,"1"-1"0,-1-1 0,-1-2 0,1-1 0,-2 0 0,35-23 0,-33 19 0,49-23 0,-75 38 0,0-1 0,0 1 0,-1 0 0,1-1 0,0 1 0,0 0 0,0-1 0,-1 1 0,1-1 0,0 0 0,-1 1 0,1-1 0,0 1 0,-1-1 0,2-1 0,-2 2 0,-1-1 0,1 1 0,0 0 0,0-1 0,0 1 0,0 0 0,0 0 0,0-1 0,0 1 0,-1 0 0,1 0 0,0 0 0,0-1 0,0 1 0,-1 0 0,1 0 0,0 0 0,0-1 0,-1 1 0,1 0 0,0 0 0,0 0 0,-1 0 0,1 0 0,0 0 0,0-1 0,-1 1 0,1 0 0,-1 0 0,-31-4 0,27 3 0,-82-12 0,55 7 0,1 2 0,-34-1 0,-384 6 0,287 12 0,144-11 0,16-2 0,-1 0 0,1 1 0,0-1 0,-1 1 0,1-1 0,-1 1 0,1 0 0,0 0 0,0 0 0,-3 1 0,5-1 0,0-1 0,0 0 0,0 0 0,0 0 0,0 0 0,0 1 0,0-1 0,0 0 0,0 0 0,0 0 0,0 0 0,1 0 0,-1 1 0,0-1 0,0 0 0,0 0 0,0 0 0,0 0 0,0 0 0,0 0 0,0 1 0,1-1 0,-1 0 0,0 0 0,0 0 0,0 0 0,0 0 0,0 0 0,1 0 0,-1 0 0,0 0 0,0 0 0,0 0 0,0 0 0,0 0 0,1 0 0,-1 0 0,0 0 0,0 0 0,0 0 0,0 0 0,1 0 0,-1 0 0,0 0 0,0 0 0,10 1 0,128 11 0,68 3 0,-1-18 0,-177 2 0,-13 0 0,0 0 0,0 0 0,0-2 0,0 0 0,23-8 0,-37 11 0,0 0 0,-1 0 0,1 0 0,-1-1 0,1 1 0,-1 0 0,1 0 0,0-1 0,-1 1 0,1-1 0,-1 1 0,0 0 0,1-1 0,-1 1 0,1-1 0,-1 1 0,0-1 0,1 1 0,-1-1 0,0 0 0,0 1 0,0-1 0,0 1 0,0 0 0,0-1 0,0 1 0,0 0 0,0-1 0,-1 1 0,1 0 0,0-1 0,0 1 0,0 0 0,-1-1 0,1 1 0,0 0 0,0 0 0,-1-1 0,1 1 0,0 0 0,-1 0 0,1 0 0,0-1 0,-1 1 0,-25-8 0,-56-7 0,-99-5 0,151 20 0,0 0 0,-32 6 0,-23 0 0,34-5-1365,30-1-5461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44.2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946 43 24575,'6'-5'0,"0"0"0,0 0 0,0 1 0,0 0 0,11-5 0,-13 7 0,-1 1 0,0-1 0,1 1 0,0 0 0,-1 0 0,1 0 0,-1 1 0,1-1 0,0 1 0,0 0 0,-1 0 0,8 1 0,-9-1 0,0 1 0,-1-1 0,1 1 0,-1-1 0,0 1 0,1 0 0,-1 0 0,0 0 0,1 0 0,-1 0 0,0 0 0,0 0 0,0 0 0,0 1 0,0-1 0,2 3 0,-2-1 0,1 0 0,-1 0 0,0 0 0,0 0 0,0 0 0,-1 0 0,1 7 0,0-2 0,-1-1 0,-1 1 0,1-1 0,-1 1 0,-1 0 0,-3 10 0,-12 30 0,7-22 0,-11 45 0,-3 20 0,9-38 0,-29 77 0,2-11 0,-3 8 0,-2 32 0,-2-1 0,31-101 0,-15 59 0,-20 87 0,24-93 0,25-90 0,-4 23 0,-4 72 0,11-98 0,-4 19 0,-2-1 0,-1 0 0,-18 49 0,15-49 0,-23 65 0,-14 43 0,40-112 0,-16 59 0,-46 112 0,46-137 0,-30 132 0,22-71 0,18-72 0,1 0 0,3 1 0,3 0 0,-2 81 0,9-111 0,-2-1 0,-4 26 0,-9 77 0,1-35 0,11-78 0,2 1 0,-1-1 0,2 20 0,0-18 0,0-1 0,-5 30 0,-8 10 0,-9 48 0,17-43 0,4-38 0,-5 26 0,1-12 0,5-28 0,-1 0 0,0 0 0,-1 1 0,0-1 0,0 0 0,-1-1 0,0 1 0,0 0 0,-1-1 0,-6 11 0,3-10-273,0-1 0,0 1 0,0-2 0,-13 11 0,4-6-6553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44.6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435 1 24575,'-7'0'0,"-1"1"0,1 0 0,-9 3 0,-12 1 0,-8-1 0,-114 15 0,115-14-455,-1-2 0,-56-1 0,73-2-6371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46.1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1200 4233 24575,'-38'-122'0,"26"80"0,-22-55 0,11 37 0,-23-90 0,30 87 0,-36-83 0,40 115 0,2-1 0,1 0 0,1 0 0,2-1 0,-3-37 0,4 37 0,-2 0 0,-12-38 0,-5-17 0,7-19 0,11 57 0,-2-50 0,5 51 0,-2-1 0,-13-57 0,10 77 0,-1 0 0,-1 1 0,-23-49 0,26 61 0,0 0 0,2 0 0,0-1 0,-3-19 0,-4-73 0,11 99 0,-5-38 0,-19-70 0,19 93 0,-26-82 0,6 25 0,-10-22 0,-3-12 0,-40-178 0,59 213 0,-27-89 0,4 29 0,14 41 0,-11-61 0,7 23 0,-19-108 0,47 217 0,-2-1 0,-1 0 0,-20-46 0,17 50 0,9 23 9,0-1-1,0 1 1,-1-1 0,0 1-1,0 0 1,0 0-1,0 0 1,-1 0-1,1 1 1,-1-1 0,0 1-1,-6-4 1,-4-1-416,-1 0 0,-21-8 0,32 14 151,-17-7-6570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46.5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100 170 24575,'-5'-15'0,"-4"-7"0,0-2 0,-2 2 0,2 4 0,2 1 0,-1 4 0,2 2 0,-1 3 0,-1 0 0,-3 1 0,2 2-8191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48.3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1022 11 24575,'0'0'0,"0"0"0,0-1 0,0 1 0,0 0 0,0-1 0,0 1 0,0-1 0,0 1 0,0 0 0,0-1 0,0 1 0,0 0 0,0-1 0,0 1 0,0-1 0,0 1 0,-1 0 0,1-1 0,0 1 0,0 0 0,0-1 0,-1 1 0,1 0 0,0 0 0,0-1 0,-1 1 0,1 0 0,0 0 0,0-1 0,-1 1 0,1 0 0,-1-1 0,0 2 0,1-1 0,-1 0 0,0 0 0,0 1 0,1-1 0,-1 0 0,0 1 0,1-1 0,-1 1 0,1-1 0,-1 1 0,0-1 0,1 1 0,-1 0 0,-18 25 0,4 12 0,11-27 0,0 0 0,-8 14 0,4-11 0,0 0 0,1 0 0,0 1 0,1 0 0,-5 23 0,-4 35 0,10-39 0,1-8 0,-1 44 0,5 190 0,0-250 0,-1 1 0,-1 0 0,0-1 0,0 1 0,-6 14 0,-23 49 0,18-47 0,-17 52 0,14-24 0,-18 65 0,20-56 0,-6 69 0,4-8 0,-46 184 0,33-190 0,9-31 0,-41 108 0,32-125 0,-34 94 0,57-140 0,-7 43 0,3-11 0,-37 183 0,43-217 0,-23 127 0,15-64 0,9-60 0,1-1 0,1 31 0,1-31 0,-1 0 0,-6 34 0,4-37 0,1 0 0,1 0 0,2 22 0,-2 34 0,-13 9 0,6-24 0,1-25 0,-2 10 0,-22 71 0,1-12 0,20-73 0,-1-1 0,-2 0 0,-2 0 0,-24 39 0,21-38 0,8-13 0,-13 43 0,-4 7 0,12-37-1365,10-19-5461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49.6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783 129 24575,'6'-4'0,"-1"1"0,1-1 0,-1 0 0,0 0 0,8-9 0,-12 11 0,1 0 0,-1 1 0,1-1 0,-1-1 0,0 1 0,0 0 0,0 0 0,-1 0 0,1 0 0,0-1 0,-1 1 0,1 0 0,-1-1 0,0 1 0,0-1 0,0 1 0,0 0 0,0-1 0,-1-2 0,0 2 0,1-1 0,-1-1 0,0 1 0,0 0 0,-1 0 0,-2-7 0,3 10 0,1 0 0,-1 0 0,0 0 0,0 0 0,0 0 0,1 0 0,-1 1 0,0-1 0,0 0 0,0 0 0,0 1 0,0-1 0,-1 1 0,1-1 0,0 1 0,0-1 0,0 1 0,0-1 0,-1 1 0,1 0 0,0 0 0,0 0 0,0 0 0,-3 0 0,-18 2 0,-40 9 0,38-6 0,-27 3 0,-118 19 0,106-15 0,8-4 0,0-1 0,-79-2 0,125-5 0,6 0 0,1 1 0,0-1 0,-1 0 0,1 0 0,-1 0 0,1 0 0,0-1 0,-1 1 0,1-1 0,0 1 0,-1-1 0,1 0 0,0 0 0,-4-2 0,6 3 0,0 0 0,-1 0 0,1-1 0,0 1 0,0 0 0,0 0 0,0-1 0,-1 1 0,1 0 0,0-1 0,0 1 0,0 0 0,0 0 0,0-1 0,0 1 0,0 0 0,0-1 0,0 1 0,0 0 0,0 0 0,0-1 0,0 1 0,0 0 0,0-1 0,0 1 0,0 0 0,1 0 0,-1-1 0,0 1 0,0 0 0,0-1 0,10-7 0,12-2 0,-9 6 0,0 1 0,0 0 0,1 1 0,19 0 0,0-1 0,250-5 0,-266 8 0,-99 7 0,-12 1 0,-36 0 0,-23-1 0,125-6 0,18-1 0,0 1 0,-1-1 0,1-1 0,0 0 0,-10-2 0,15 1 0,5-1 0,11 0 0,16-1 0,30 4 0,-1 3 0,1 2 0,-1 2 0,59 16 0,-104-19 0,-15-4 0,-19-4 0,6 1-1365,1 1-5461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51.2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 6 24575,'0'0'0,"0"0"0,0 0 0,0 0 0,0 0 0,0 0 0,0-1 0,0 1 0,0 0 0,0 0 0,0 0 0,0 0 0,0 0 0,0-1 0,0 1 0,0 0 0,0 0 0,0 0 0,0 0 0,0-1 0,0 1 0,0 0 0,0 0 0,0 0 0,0 0 0,0 0 0,0-1 0,0 1 0,0 0 0,-1 0 0,1 0 0,0 0 0,0 0 0,0 0 0,0 0 0,0-1 0,0 1 0,0 0 0,-1 0 0,1 0 0,0 0 0,0 0 0,0 0 0,0 0 0,0 0 0,-1 0 0,1 0 0,0 0 0,0 0 0,0 0 0,0 0 0,-1 0 0,1 0 0,0 0 0,0 0 0,0 0 0,0 0 0,0 0 0,-1 0 0,1 0 0,0 0 0,0 0 0,0 0 0,0 1 0,-7 8 0,5 5 0,0 1 0,1-1 0,1 1 0,1 18 0,0-2 0,2 15 0,14 80 0,-6-63 0,7 82 0,1 11 0,-9-112 0,1 0 0,3 0 0,23 48 0,33 52 0,4 10 0,-56-104 0,19 88 0,-24-78 0,3 0 0,39 95 0,-7-32 0,13 52 0,-48-132 0,8 26 0,-2-4 0,42 95 0,-46-126 0,-2 0 0,12 56 0,-16-50 0,-3-1 0,3 52 0,0-14 0,3-1 0,27 95 0,20 83 0,-23-80 0,-24-66 0,2 1 0,1-8 0,-8-57 0,-1-7 0,2 0 0,16 51 0,-13-61 0,2-1 0,21 37 0,39 46 0,-21-33 0,-28-38-71,47 65-1223,-58-88-5532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52.9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215 2284 24575,'-1'-113'0,"-18"-142"0,-17 19-693,-33-249-1355,16-229 2035,42 527-106,-11-69-1551,19 219-1978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54.1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224 50 24575,'-25'-10'0,"3"2"0,1 0 0,-2 1 0,1 1 0,-36-4 0,56 9 0,-1 1 0,1 0 0,0 0 0,-1 0 0,1 1 0,0-1 0,-1 0 0,1 1 0,0 0 0,0-1 0,-1 1 0,1 0 0,0 0 0,0 0 0,-2 2 0,2-2 0,1 1 0,0-1 0,0 1 0,0-1 0,-1 1 0,1-1 0,1 1 0,-1 0 0,0 0 0,0-1 0,1 1 0,-1 0 0,1 0 0,-1 0 0,1 0 0,0 0 0,0-1 0,0 5 0,0 8 0,1-1 0,1 1 0,0 0 0,0-1 0,2 0 0,8 24 0,-8-27 0,0 0 0,1-1 0,1 0 0,-1 0 0,1-1 0,1 1 0,0-1 0,0 0 0,12 9 0,182 128 0,-199-144 0,21 17 0,-22-18 0,0 1 0,0-1 0,-1 1 0,1-1 0,0 1 0,-1 0 0,1-1 0,0 1 0,-1 0 0,1-1 0,-1 1 0,0 0 0,1 0 0,-1 0 0,0 0 0,1-1 0,-1 1 0,0 0 0,0 0 0,0 0 0,1 0 0,-1 0 0,0 0 0,0 0 0,-1 1 0,1-1 0,-1 0 0,0 0 0,0 0 0,0-1 0,0 1 0,0 0 0,0-1 0,0 1 0,0 0 0,0-1 0,0 1 0,0-1 0,0 0 0,0 1 0,0-1 0,0 0 0,0 0 0,0 0 0,-3 0 0,-26 0 0,23 0 0,-16-1-273,-1 0 0,1-2 0,-1-1 0,-30-9 0,41 9-6553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54.7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 44 24575,'-2'8'0,"0"1"0,1-1 0,0 0 0,1 1 0,0-1 0,0 1 0,1-1 0,0 1 0,0-1 0,1 0 0,0 1 0,1-1 0,0 0 0,0 0 0,1-1 0,-1 1 0,2-1 0,-1 0 0,1 0 0,0 0 0,1 0 0,-1-1 0,1 0 0,11 9 0,-8-9 0,-1 0 0,1 0 0,0-1 0,0 0 0,0-1 0,19 6 0,-25-9 0,-1 0 0,1-1 0,-1 1 0,1-1 0,-1 0 0,1 0 0,-1 0 0,1 0 0,-1-1 0,1 1 0,-1 0 0,1-1 0,-1 0 0,4-1 0,-5 1 0,1 0 0,0-1 0,0 1 0,-1-1 0,1 1 0,-1-1 0,1 1 0,-1-1 0,0 0 0,0 0 0,1 0 0,-1 0 0,-1 0 0,1 0 0,0 0 0,0 0 0,-1 0 0,1 0 0,-1-3 0,2-7 0,-1 0 0,0 0 0,-1 0 0,0 0 0,-1 0 0,-3-16 0,-21-70 0,14 63 0,9 20 0,3 15 0,-1 0 0,0 0 0,0 0 0,1 0 0,-1 0 0,0 0 0,0 0 0,1 0 0,-1 0 0,0 0 0,0 0 0,0 0 0,1 1 0,-1-1 0,0 0 0,0 0 0,1 0 0,-1 0 0,0 0 0,0 1 0,0-1 0,0 0 0,1 0 0,-1 0 0,0 0 0,0 1 0,0-1 0,0 0 0,0 0 0,1 1 0,17 24 0,-17-22 0,25 37 0,38 55 0,-50-77 0,0-1 0,1 0 0,20 16 0,-26-25-1365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55.3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80 24575,'0'0'0,"0"0"0,0 0 0,-1 0 0,1 0 0,0 0 0,0 0 0,0 0 0,0 0 0,0 0 0,-1 0 0,1 0 0,0 0 0,0 1 0,0-1 0,0 0 0,0 0 0,0 0 0,0 0 0,-1 0 0,1 0 0,0 0 0,0 0 0,0 1 0,0-1 0,0 0 0,0 0 0,0 0 0,0 0 0,0 0 0,0 0 0,0 1 0,0-1 0,0 0 0,0 0 0,0 0 0,0 0 0,0 0 0,0 1 0,0-1 0,2 9 0,5 7 0,-7-16 0,48 76 0,-40-64 0,1-2 0,0 1 0,1-1 0,15 13 0,-23-22 0,-1 0 0,0 0 0,1 0 0,-1 0 0,1 0 0,0 0 0,-1 0 0,1-1 0,0 1 0,-1-1 0,1 1 0,0-1 0,0 0 0,2 1 0,-3-2 0,1 1 0,-1 0 0,0-1 0,0 1 0,0-1 0,0 1 0,0-1 0,0 1 0,0-1 0,0 0 0,-1 1 0,1-1 0,0 0 0,0 0 0,0 0 0,-1 0 0,1 0 0,-1 0 0,1 0 0,0 0 0,-1 0 0,0 0 0,1-2 0,1-2 0,0 0 0,0-1 0,-1 1 0,0-1 0,0 1 0,-1-1 0,1 1 0,-1-1 0,-1-6 0,-1-4 0,-9-28 0,7 29 0,1 1 0,-2-22 0,6 35 0,4 6 0,5 8 0,-9-11 0,10 12 0,48 65 0,-48-67 0,0 0 0,1 0 0,25 18 0,-34-27 0,0-1 0,1 0 0,-1 0 0,1-1 0,0 1 0,-1-1 0,1 1 0,0-1 0,0-1 0,5 2 0,-8-2 0,1 0 0,-1 0 0,1 0 0,-1 0 0,1-1 0,-1 1 0,1 0 0,-1-1 0,1 1 0,-1-1 0,0 1 0,1-1 0,-1 0 0,0 0 0,1 0 0,-1 1 0,0-1 0,0 0 0,0 0 0,0-1 0,0 1 0,0 0 0,0 0 0,0 0 0,0-1 0,-1 1 0,1 0 0,0-1 0,0-2 0,2-9 0,0 0 0,-1-1 0,-1 1 0,0-1 0,-1 1 0,-3-26 0,1 0 0,2 34 0,0-3 0,0 1 0,0 0 0,3-15 0,-3 21 0,0 1 0,0-1 0,0 0 0,0 0 0,0 0 0,0 1 0,1-1 0,-1 0 0,0 0 0,1 1 0,-1-1 0,1 0 0,-1 0 0,0 1 0,1-1 0,0 0 0,-1 1 0,1-1 0,-1 1 0,1-1 0,0 1 0,-1-1 0,1 1 0,0-1 0,-1 1 0,1 0 0,0-1 0,0 1 0,0 0 0,-1 0 0,1 0 0,0-1 0,0 1 0,0 0 0,-1 0 0,1 0 0,0 0 0,0 0 0,0 1 0,-1-1 0,1 0 0,0 0 0,0 0 0,1 1 0,5 3 0,0-1 0,-1 1 0,1 1 0,-1-1 0,0 1 0,0 0 0,0 1 0,-1-1 0,5 7 0,7 10 0,15 27 0,-9-11-1365,-14-23-5461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1:57.9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312 8 24575,'-1'-8'0,"-3"12"0,-2 14 0,-7 53 0,-35 105 0,47-172 0,-1-1 0,1 1 0,-1-1 0,1 0 0,-1 1 0,0-1 0,-4 4 0,6-7 0,-1 1 0,1-1 0,-1 1 0,0-1 0,1 1 0,-1-1 0,1 1 0,-1-1 0,0 0 0,1 1 0,-1-1 0,0 0 0,0 0 0,1 0 0,-1 1 0,0-1 0,0 0 0,1 0 0,-1 0 0,0 0 0,0 0 0,1 0 0,-1 0 0,0-1 0,0 1 0,1 0 0,-1 0 0,0-1 0,0 1 0,1 0 0,-1-1 0,0 1 0,1 0 0,-1-1 0,1 1 0,-1-1 0,1 1 0,-1-1 0,1 1 0,-1-1 0,1 0 0,-1 0 0,-83-100 0,64 76-273,2 0 0,1-1 0,1-1 0,-19-44 0,30 59-6553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3:06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69 24575,'-48'-68'0,"142"234"0,20 30 0,11-12 0,-87-133 0,-57-85 0,-41-34-1365,48 56-5461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3:06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12 24575,'0'-1'0,"0"1"0,0 0 0,0-1 0,0 1 0,0-1 0,0 1 0,0-1 0,0 1 0,0 0 0,0-1 0,0 1 0,0-1 0,0 1 0,-1-1 0,1 1 0,0 0 0,0-1 0,0 1 0,-1 0 0,1-1 0,0 1 0,0 0 0,-1-1 0,1 1 0,0 0 0,-1-1 0,1 1 0,-1 0 0,1 0 0,-1 0 0,0 0 0,1 0 0,-1 0 0,0 0 0,1 0 0,-1 0 0,1 0 0,-1 1 0,0-1 0,1 0 0,-1 0 0,1 1 0,-1-1 0,1 0 0,-1 2 0,-20 18 0,13-9 0,1 1 0,0 0 0,1 1 0,-7 16 0,-14 55 0,18-56 0,-4 20 0,-15 41 0,-54 93 0,61-139 0,12-26-682,-14 23-1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3:07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68 24575,'-13'-9'0,"-46"-28"0,53 34 0,-1 0 0,0 0 0,0 0 0,0 0 0,-1 1 0,-12-2 0,18 4 0,0 0 0,1 0 0,-1 0 0,0 0 0,0 0 0,1 0 0,-1 1 0,0-1 0,1 1 0,-1-1 0,0 1 0,1-1 0,-1 1 0,1 0 0,-1 0 0,1 0 0,-1 0 0,-1 1 0,1 0 0,1 0 0,-1 0 0,0 1 0,1-1 0,-1 0 0,1 1 0,0-1 0,0 1 0,0-1 0,-1 4 0,0 5 0,0 1 0,1-1 0,0 0 0,1 15 0,0-21 0,0-1 0,1 1 0,0 0 0,0 0 0,0-1 0,0 1 0,1-1 0,-1 1 0,1-1 0,1 0 0,4 8 0,1-1 0,0-1 0,19 17 0,-15-16 0,15 19 0,-26-29 0,0 1 0,1-1 0,-1 1 0,0-1 0,-1 1 0,1-1 0,0 1 0,0 0 0,-1 0 0,1-1 0,-1 1 0,1 0 0,-1 0 0,0 0 0,0-1 0,0 1 0,0 2 0,0-3 0,-1 0 0,1 0 0,-1 0 0,1 0 0,-1 0 0,0 0 0,1 0 0,-1 0 0,0 0 0,1 0 0,-1 0 0,0 0 0,0-1 0,0 1 0,0 0 0,0-1 0,0 1 0,0-1 0,0 1 0,0-1 0,0 1 0,0-1 0,0 0 0,-1 1 0,1-1 0,0 0 0,-2 0 0,-21 2 0,-1 0 0,-38-4 0,13 0 0,24 1-417,-28-6 0,47 6-114,-11-1-6295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3:08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27 24575,'-2'-3'0,"0"0"0,-1 0 0,1 0 0,-1 0 0,0 1 0,-6-5 0,9 7 0,-1-1 0,0 1 0,0-1 0,1 1 0,-1 0 0,0 0 0,0 0 0,0-1 0,1 1 0,-1 0 0,0 0 0,0 0 0,0 0 0,1 0 0,-1 0 0,0 1 0,0-1 0,0 0 0,1 0 0,-1 0 0,0 1 0,0-1 0,1 0 0,-1 1 0,0-1 0,0 1 0,1-1 0,-1 1 0,1-1 0,-1 1 0,0 0 0,1-1 0,-1 1 0,1 0 0,-1-1 0,1 1 0,0 0 0,-1 0 0,-5 9 0,1 0 0,1 0 0,-1 0 0,2 1 0,-4 12 0,-8 57 0,11-43 0,1 0 0,2 0 0,7 70 0,-3-91 0,0 0 0,1 0 0,1-1 0,0 0 0,1 0 0,1 0 0,0 0 0,1-1 0,16 21 0,-16-26-1365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3:08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 24575,'-2'6'0,"1"1"0,0 0 0,0-1 0,0 1 0,1 0 0,0 0 0,0 0 0,1-1 0,2 13 0,3 5 0,12 32 0,-8-27 0,27 69 0,-22-64 0,-1 2 0,9 42 0,-22-76 0,-1-1 0,1 0 0,-1 0 0,0 1 0,1-1 0,-1 0 0,0 1 0,0-1 0,0 0 0,0 1 0,0-1 0,-1 0 0,1 1 0,0-1 0,-1 0 0,1 1 0,0-1 0,-1 0 0,0 0 0,1 1 0,-1-1 0,0 0 0,1 0 0,-1 0 0,0 0 0,0 0 0,0 0 0,0 0 0,0 0 0,0-1 0,0 1 0,0 0 0,-1 0 0,1-1 0,0 1 0,0-1 0,-1 1 0,1-1 0,0 0 0,0 1 0,-1-1 0,1 0 0,0 0 0,-1 0 0,1 0 0,-2 0 0,-4 0 0,1-1 0,-1 1 0,0-1 0,0-1 0,1 1 0,-1-1 0,-11-5 0,11 3 0,0 0 0,1 0 0,-1 0 0,0-1 0,1 0 0,-9-10 0,13 12 0,-1 1 0,1-1 0,0 1 0,0-1 0,0 0 0,0 0 0,1 0 0,-1 0 0,1 0 0,0 0 0,0 0 0,0 0 0,0-1 0,0 1 0,1 0 0,-1-1 0,1 1 0,0-4 0,1 4 7,0 0-1,0 1 1,0-1-1,0 0 1,0 1-1,1-1 1,-1 1-1,1 0 1,0-1-1,-1 1 1,1 0-1,0 0 1,4-3-1,31-21-788,-30 21 108,6-3-6152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3:09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24575,'5'2'0,"2"4"0,-1 3 0,1 2 0,0 2 0,-1-1-8191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3:10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0 492 24575,'36'0'0,"-12"1"0,0-1 0,0-1 0,0-1 0,34-8 0,-57 10 0,-1 0 0,1 0 0,-1 0 0,1 0 0,-1 0 0,1 0 0,-1 0 0,1-1 0,-1 1 0,1 0 0,-1 0 0,0-1 0,1 1 0,-1 0 0,1-1 0,-1 1 0,0 0 0,1-1 0,-1 1 0,0 0 0,1-1 0,-1 1 0,0-1 0,0 1 0,1-1 0,-1 1 0,0-1 0,0 1 0,0-1 0,0 1 0,0-1 0,0 1 0,1-1 0,-2-1 0,1 1 0,-1-1 0,1 1 0,-1 0 0,0-1 0,1 1 0,-1 0 0,0-1 0,0 1 0,0 0 0,-2-2 0,-3-3 0,-1 0 0,-14-9 0,12 9 0,0 1 0,1-2 0,0 1 0,0-1 0,0-1 0,1 1 0,0-1 0,0-1 0,1 1 0,0-1 0,0 0 0,1 0 0,0-1 0,1 0 0,-6-18 0,7 14 0,0-1 0,0 1 0,1-1 0,1 0 0,1 0 0,2-29 0,-1 37 0,0 0 0,1 0 0,0 0 0,0 1 0,0-1 0,1 1 0,0 0 0,1 0 0,-1 0 0,1 0 0,0 0 0,0 1 0,1-1 0,0 1 0,0 0 0,0 1 0,7-5 0,-5 4 0,0 1 0,1-1 0,0 2 0,0-1 0,0 1 0,1 1 0,-1 0 0,1 0 0,-1 0 0,14 0 0,-18 2 0,0-1 0,0 1 0,0 0 0,0 1 0,0-1 0,0 1 0,0 0 0,0 0 0,-1 0 0,1 0 0,0 1 0,-1-1 0,1 1 0,-1 0 0,1 0 0,-1 0 0,0 1 0,0-1 0,0 1 0,0 0 0,0 0 0,-1 0 0,1 0 0,3 7 0,-4-6 0,-1-1 0,0 1 0,0 0 0,0 0 0,-1 0 0,1 1 0,-1-1 0,0 0 0,0 0 0,0 0 0,-1 0 0,1 0 0,-1 0 0,-2 4 0,-1 8 0,-2-1 0,-7 17 0,-3 0 0,9-19 0,1-1 0,0 1 0,1-1 0,0 2 0,-4 19 0,8-30 0,1 0 0,0 1 0,0-1 0,0 0 0,0 0 0,0 1 0,1-1 0,-1 0 0,1 0 0,0 0 0,0 1 0,0-1 0,1 0 0,-1 0 0,1 0 0,-1-1 0,1 1 0,0 0 0,0-1 0,0 1 0,0-1 0,1 0 0,-1 1 0,1-1 0,-1 0 0,1 0 0,0-1 0,4 3 0,5 2 0,-1-1 0,1 0 0,0-1 0,1 0 0,20 4 0,-24-7 0,0 0 0,0 0 0,0-1 0,0 0 0,0 0 0,-1-1 0,1 0 0,17-6 0,-23 7-59,-1-2 0,0 1-1,1 0 1,-1 0-1,0-1 1,0 1 0,0-1-1,0 0 1,0 0 0,0 1-1,0-1 1,0 0 0,-1-1-1,1 1 1,-1 0-1,0 0 1,0-1 0,0 1-1,0-1 1,0 1 0,0-1-1,0-3 1,1-6-6767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3:10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24575,'13'6'0,"1"1"0,-1 0 0,0 1 0,-1 0 0,0 1 0,0 0 0,-1 1 0,0 0 0,-1 1 0,0 0 0,16 24 0,-7-5 0,-2 1 0,0 0 0,22 64 0,-31-74 0,38 121 0,-41-122 0,-1 0 0,-1 0 0,-1 0 0,0 0 0,-2 27 0,-1-42 7,1 0-1,-1 1 0,-1-1 0,1 0 1,-1 0-1,1 0 0,-1 0 1,-1-1-1,1 1 0,-1 0 1,0-1-1,0 0 0,0 1 0,0-1 1,-1-1-1,0 1 0,0 0 1,-5 3-1,0-1-192,-1 0 1,1 0-1,-1-1 0,-1-1 1,1 0-1,0 0 1,-18 3-1,10-3-6640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3:11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1 24575,'-15'0'0,"-7"0"0,-5 0 0,0 0 0,2 0 0,2 0 0,4 0 0,1 0 0,3 0 0,0 2 0,3 4 0,2 1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3:11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7 24575,'-27'-2'0,"-12"-2"0,0 4 0,5 3 0,6 1 0,8 1-8191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3:14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665 30 24575,'108'-16'0,"-30"3"0,-109 15 0,-35-2 0,16-1 0,-63 0 0,-118 2 0,156 6 0,-9 0 0,77-7 0,0 1 0,-1-1 0,1 1 0,0 0 0,0 1 0,0 0 0,-8 3 0,14-5 0,1 0 0,0 0 0,0 0 0,0 0 0,0 0 0,0 0 0,-1 0 0,1 1 0,0-1 0,0 0 0,0 0 0,0 0 0,0 0 0,0 0 0,0 0 0,0 0 0,-1 1 0,1-1 0,0 0 0,0 0 0,0 0 0,0 0 0,0 0 0,0 1 0,0-1 0,0 0 0,0 0 0,0 0 0,0 0 0,0 1 0,0-1 0,0 0 0,0 0 0,0 0 0,0 0 0,0 0 0,0 1 0,0-1 0,0 0 0,1 0 0,-1 0 0,0 0 0,7 7 0,11 1 0,102 32 0,-43-16 0,-55-18 0,-16-5 0,-1 0 0,1 1 0,-1-1 0,1 1 0,-1 0 0,0 1 0,0-1 0,0 1 0,9 7 0,-14-10 0,0 0 0,1 1 0,-1-1 0,0 1 0,1-1 0,-1 1 0,0-1 0,1 1 0,-1-1 0,0 1 0,0-1 0,0 1 0,0 0 0,1-1 0,-1 1 0,0-1 0,0 1 0,0-1 0,0 1 0,0 0 0,0-1 0,-1 1 0,1-1 0,0 1 0,0 0 0,-1 0 0,0 0 0,1 1 0,-1-1 0,0 0 0,0 0 0,0 0 0,0 0 0,0 0 0,-2 2 0,-3 1 0,1-1 0,-1 0 0,-8 4 0,-24 7 0,-69 17 0,4-2 0,84-23 0,1 2 0,0 0 0,-24 15 0,37-20 0,1 0 0,-1 1 0,1 0 0,0 0 0,0 0 0,0 0 0,1 1 0,-1 0 0,1-1 0,0 1 0,0 0 0,-2 7 0,4-10 0,0 0 0,1 0 0,-1 0 0,1 1 0,-1-1 0,1 0 0,0 0 0,0 0 0,0 0 0,0 0 0,0 0 0,0 1 0,0-1 0,1 0 0,-1 0 0,1 0 0,-1 0 0,1 0 0,0 0 0,0 0 0,0 0 0,0-1 0,0 1 0,1 0 0,-1 0 0,0-1 0,1 1 0,-1-1 0,1 1 0,0-1 0,-1 0 0,1 0 0,0 0 0,0 0 0,2 1 0,6 3 0,1-1 0,0 0 0,1-1 0,-1 0 0,20 1 0,59 1 0,-88-5 0,280-12 0,-257 11-17,-16 1-320,1-1 0,-1 1 0,13-4 0,-13 1-6489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3:15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 24575,'0'0'0,"-1"-1"0,1 1 0,0 0 0,0-1 0,0 1 0,0-1 0,-1 1 0,1 0 0,0-1 0,0 1 0,-1 0 0,1-1 0,0 1 0,0 0 0,-1-1 0,1 1 0,-1 0 0,1-1 0,0 1 0,-1 0 0,1 0 0,0 0 0,-1-1 0,1 1 0,-1 0 0,0 0 0,1 1 0,0-1 0,-1 0 0,1 1 0,0-1 0,-1 0 0,1 1 0,0-1 0,0 0 0,-1 1 0,1-1 0,0 1 0,0-1 0,0 1 0,0-1 0,0 1 0,-1-1 0,1 1 0,-2 26 0,6 2 0,1 0 0,1 0 0,15 39 0,-4-9 0,-10-37-110,-4-13-16,0-1 1,-1 1-1,0-1 1,0 1-1,-1 0 1,0 0-1,-1 0 1,0 0-1,-1 9 1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3:15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0 24575,'-17'2'0,"0"0"0,0 1 0,1 1 0,-1 1 0,1 0 0,0 1 0,-17 9 0,32-14 0,-1-1 0,1 1 0,0 0 0,0-1 0,0 1 0,0 0 0,0 0 0,0 0 0,0 0 0,0 0 0,0 0 0,0 0 0,1 0 0,-1 0 0,0 1 0,1-1 0,-1 0 0,1 0 0,-1 1 0,1-1 0,-1 2 0,1-2 0,0 1 0,1-1 0,-1 0 0,0 1 0,1-1 0,-1 0 0,1 1 0,-1-1 0,1 0 0,0 0 0,-1 1 0,1-1 0,0 0 0,0 0 0,0 0 0,2 2 0,2 1 0,0 0 0,1 0 0,0 0 0,0-1 0,0 1 0,0-1 0,8 2 0,30 7 0,0-2 0,79 7 0,-51-7 0,-35-6-1365,-24-3-5461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3:17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40 24575,'-9'-15'0,"-7"-9"0,28 45 0,9 9 0,10 12 0,40 43 0,-39-52 0,207 224 0,-231-248 116,-20-20-1597,2 4-5345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3:17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33 24575,'-2'-4'0,"0"1"0,1 0 0,-1 0 0,0 0 0,-1 0 0,1 0 0,-3-2 0,4 4 0,0 0 0,0 1 0,1-1 0,-1 1 0,0-1 0,0 1 0,0 0 0,0-1 0,0 1 0,0 0 0,1 0 0,-1 0 0,0-1 0,0 1 0,0 0 0,0 0 0,0 0 0,0 1 0,0-1 0,0 0 0,0 0 0,0 0 0,0 1 0,0-1 0,0 0 0,1 1 0,-1-1 0,0 1 0,0-1 0,0 1 0,-1 1 0,-7 5 0,0 1 0,1 0 0,0 0 0,0 1 0,-11 18 0,-29 55 0,41-69 0,-64 143 0,50-104 0,-54 95 0,68-138-1365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3:18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14 24575,'-1'-1'0,"1"1"0,-1-1 0,1 0 0,-1 0 0,1 0 0,-1 1 0,0-1 0,1 0 0,-1 1 0,0-1 0,0 0 0,1 1 0,-1-1 0,0 1 0,0-1 0,0 1 0,0-1 0,0 1 0,0 0 0,1 0 0,-1-1 0,-2 1 0,1 0 0,-1 0 0,1 0 0,0 0 0,0 1 0,-1-1 0,1 1 0,0 0 0,0-1 0,-4 3 0,0 0 0,-1 1 0,1 0 0,-1 1 0,1-1 0,-7 8 0,9-8 0,0 1 0,0 0 0,1 0 0,-1 0 0,1 0 0,0 1 0,0-1 0,1 1 0,-1 0 0,1-1 0,1 1 0,-1 0 0,-1 12 0,3-14 0,0 0 0,0 0 0,0-1 0,0 1 0,1 0 0,0 0 0,0-1 0,0 1 0,0-1 0,0 1 0,1-1 0,-1 1 0,1-1 0,0 0 0,0 0 0,0 0 0,0 0 0,1 0 0,-1 0 0,1-1 0,0 1 0,0-1 0,0 1 0,3 1 0,6 2 0,0 0 0,0-1 0,0 0 0,1 0 0,18 3 0,1-2 0,34 2 0,-41-6 0,0-1 0,27-2 0,-51 1-105,1 0 0,0 0 0,-1-1 0,1 1 0,-1-1 0,1 1 0,-1-1 0,1 1 0,-1-1 0,1 0 0,-1 0 0,3-1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3:19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17 24575,'0'-8'0,"1"0"0,-3 14 0,-4 21 0,-1 0 0,-2 0 0,-16 35 0,-3 11 0,19-47 0,1-1 0,1 1 0,2 1 0,1-1 0,-2 38 0,7-52 0,0-1 0,1 1 0,0 0 0,1-1 0,0 1 0,1-1 0,0 0 0,1 0 0,0 0 0,0-1 0,12 16 0,-9-15 0,0-1 0,1 0 0,0 0 0,0-1 0,1 0 0,0 0 0,1-1 0,-1-1 0,2 0 0,13 7 0,4-5-1365,-17-7-5461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3:20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 24575,'1'6'0,"-1"1"0,1-1 0,0 1 0,1 0 0,0-1 0,2 8 0,21 40 0,-21-46 0,50 88 0,-29-55 0,22 52 0,-45-89 0,0 1 0,-1-1 0,1 1 0,-1-1 0,0 1 0,0-1 0,-1 1 0,1 9 0,-1-13 0,-1 1 0,1 0 0,0-1 0,-1 1 0,1 0 0,-1-1 0,0 1 0,1-1 0,-1 1 0,0-1 0,0 0 0,0 1 0,0-1 0,0 0 0,0 1 0,0-1 0,-1 0 0,1 0 0,0 0 0,-1 0 0,1 0 0,-1 0 0,1-1 0,-1 1 0,1 0 0,-1-1 0,-2 1 0,0 0 0,0 0 0,-1 0 0,1-1 0,-1 0 0,0 1 0,1-2 0,-1 1 0,1 0 0,-1-1 0,1 0 0,0 0 0,-1-1 0,1 1 0,0-1 0,0 0 0,-6-3 0,-4-3 0,1-1 0,0 0 0,-15-15 0,24 20 0,-1-1 0,1 1 0,1-1 0,-1 0 0,1 0 0,-1 0 0,2 0 0,-1-1 0,0 1 0,1-1 0,-3-10 0,5 14 0,-1-1 0,1 1 0,-1-1 0,1 1 0,0 0 0,0-1 0,0 1 0,0-1 0,1 1 0,-1-1 0,1 1 0,-1-1 0,1 1 0,0 0 0,0-1 0,0 1 0,0 0 0,0 0 0,0 0 0,1 0 0,-1 0 0,1 0 0,-1 0 0,1 0 0,0 1 0,0-1 0,0 1 0,0-1 0,0 1 0,4-2 0,68-25-1365,-63 23-5461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3:20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9 24575,'-3'-5'0,"-3"1"0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3:21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22 24575,'0'-2'0,"0"0"0,0 1 0,-1-1 0,1 1 0,0-1 0,-1 0 0,1 1 0,-1-1 0,0-2 0,1 4 0,-1 0 0,1-1 0,0 1 0,0 0 0,0 0 0,0 0 0,0 0 0,0 0 0,0 0 0,-1-1 0,1 1 0,0 0 0,0 0 0,0 0 0,0 0 0,-1 0 0,1 0 0,0 0 0,0 0 0,0 0 0,0 0 0,-1 0 0,1 0 0,0 0 0,0 0 0,0 0 0,-1 0 0,1 0 0,0 0 0,0 0 0,0 0 0,-1 0 0,-6 9 0,-3 11 0,1 0 0,1 1 0,-7 23 0,12-33 0,-10 33 0,-8 49 0,18-74 0,1 0 0,0 1 0,2-1 0,0 1 0,3 23 0,0-31 0,0 0 0,0 0 0,1-1 0,1 1 0,0-1 0,0 0 0,1 0 0,1-1 0,0 0 0,12 14 0,-6-9 0,2 0 0,-1-1 0,2-1 0,0 0 0,27 15 0,-12-13-1365,-18-11-5461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3:21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0 409 24575,'69'-8'0,"132"1"0,-201 7 0,0 0 0,0 0 0,0 0 0,0 0 0,0 0 0,0 0 0,-1 0 0,1 0 0,0 0 0,0 0 0,0 0 0,0 0 0,0 0 0,0 0 0,0 0 0,0 0 0,0 0 0,0 0 0,0 0 0,0 0 0,0 0 0,0 0 0,0 0 0,0 0 0,0 0 0,0 0 0,0 0 0,0-1 0,0 1 0,0 0 0,0 0 0,0 0 0,0 0 0,0 0 0,0 0 0,0 0 0,0 0 0,0 0 0,0 0 0,0 0 0,0 0 0,0 0 0,1 0 0,-1 0 0,0 0 0,0 0 0,0 0 0,0 0 0,0 0 0,0 0 0,0 0 0,0 0 0,0 0 0,0 0 0,0 0 0,-7-5 0,-9-2 0,-1 0 0,0-1 0,1 0 0,0-1 0,0-1 0,1 0 0,-15-14 0,25 19 0,-1-1 0,0 1 0,1-1 0,0 0 0,1-1 0,-1 1 0,1-1 0,1 0 0,-1 0 0,1 0 0,0 0 0,1-1 0,-1 1 0,2-1 0,-1 0 0,0-13 0,1 13 0,1 1 0,1-1 0,-1 0 0,1 0 0,1 1 0,-1-1 0,1 0 0,6-13 0,-5 15 0,1 0 0,-1 1 0,1-1 0,0 1 0,0 0 0,0 1 0,1-1 0,0 1 0,0-1 0,0 2 0,7-5 0,-3 3 0,0 0 0,0 1 0,1 1 0,-1-1 0,1 1 0,0 1 0,0 0 0,0 1 0,0-1 0,0 2 0,0 0 0,0 0 0,0 0 0,11 3 0,-8-1 0,1 1 0,-1 0 0,0 1 0,0 1 0,-1 0 0,1 0 0,-1 1 0,-1 1 0,1 0 0,11 10 0,-20-15 0,0 0 0,-1 1 0,1 0 0,-1-1 0,0 1 0,0 0 0,0 0 0,0 1 0,0-1 0,-1 0 0,0 0 0,1 1 0,0 5 0,-1-4 0,0 1 0,-1 0 0,1 0 0,-1-1 0,-1 1 0,1 0 0,-3 10 0,0-4 0,-1 0 0,0-1 0,0 1 0,-1-1 0,-1 0 0,0 0 0,-10 13 0,1-6 0,10-13 0,1 0 0,0 0 0,0 1 0,0-1 0,0 1 0,-4 12 0,7-17 0,1 0 0,0 0 0,0 0 0,-1 0 0,1 1 0,0-1 0,0 0 0,0 0 0,0 0 0,0 0 0,0 0 0,1 0 0,-1 0 0,0 0 0,0 0 0,1 0 0,-1 0 0,1 0 0,-1-1 0,1 1 0,-1 0 0,1 1 0,1-1 0,-1 1 0,1-1 0,-1 0 0,1 0 0,-1 0 0,1 0 0,0-1 0,-1 1 0,1 0 0,0-1 0,3 2 0,4-1 0,1 1 0,0-2 0,17 0 0,-21 0 0,103-2-1365,-96 2-5461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3:22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0 24575,'-18'0'0,"-7"0"0,-5 0 0,1 0 0,2 0 0,3 0 0,4 0 0,3 0 0,1 0 0,1 0 0,1 0 0,0 3 0,1 0 0,-1 0 0,0 0 0,2-2-8191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3:23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35 24575,'-9'-35'0,"9"35"0,0 1 0,0-1 0,0 0 0,0 0 0,0 0 0,0 0 0,0 0 0,0 0 0,0 0 0,-1 0 0,1 0 0,0 0 0,0 0 0,0 0 0,0 0 0,0 0 0,0 0 0,0 0 0,0 0 0,0 0 0,0 0 0,0 0 0,0 0 0,0 0 0,0 0 0,0 0 0,0 0 0,0 0 0,0 0 0,0 0 0,0 0 0,0 0 0,0 0 0,0 0 0,0 0 0,0 0 0,-1 0 0,1 0 0,0 0 0,0 0 0,0 0 0,0 0 0,0 0 0,0 0 0,0 0 0,0 8 0,1 12 0,9 53 0,12 75 0,7-28 0,-14-65 0,-12-37 120,-3-11-321,0-7 178,0 0-1,0 0 1,0 0 0,0 0-1,0 0 1,0 0 0,0 0-1,0 0 1,0 0 0,0 0-1,0 0 1,0 0-1,0 0 1,0 0 0,0 0-1,0 0 1,-1 0 0,1 0-1,0 0 1,0 0 0,0 0-1,0 0 1,0 0 0,0 0-1,0 0 1,0 0 0,0 0-1,0 0 1,0 0 0,0 0-1,0 0 1,0 0 0,0 0-1,0 0 1,0 0 0,0 0-1,0 0 1,0 0 0,0 0-1,0 0 1,0 0-1,-1 0 1,1 0 0,0 0-1,0 0 1,0 0 0,0 0-1,0 0 1,0 0 0,0 0-1,0 0 1,0 0 0,0 0-1,0 0 1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3:23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1 24575,'-4'6'0,"0"0"0,-1 0 0,1 0 0,-1-1 0,-1 0 0,1 0 0,-9 6 0,9-7 0,0 0 0,0 0 0,0 1 0,1-1 0,-1 1 0,1 0 0,0 0 0,1 1 0,-5 8 0,7-13 0,1 0 0,0-1 0,-1 1 0,1 0 0,0 0 0,0 0 0,0 0 0,-1 0 0,1 0 0,0-1 0,0 1 0,0 0 0,1 0 0,-1 0 0,0 0 0,0 0 0,0 0 0,1-1 0,-1 1 0,0 0 0,1 0 0,-1 0 0,1-1 0,0 2 0,0-1 0,0 0 0,1 1 0,-1-1 0,1 0 0,-1 0 0,1 0 0,0 0 0,-1-1 0,1 1 0,0 0 0,2 0 0,4 1 0,1-1 0,0 1 0,14-1 0,171-3 0,-167-4-1365,-18 3-5461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3:24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203 409 24575,'0'-1'0,"1"0"0,-1 1 0,1-1 0,-1 0 0,1 0 0,-1 1 0,1-1 0,-1 0 0,0 0 0,1 0 0,-1 1 0,0-1 0,0 0 0,0 0 0,0 0 0,0 0 0,0 1 0,0-1 0,0 0 0,0 0 0,0 0 0,0 0 0,0 0 0,-1 1 0,1-1 0,0 0 0,0 0 0,-1 1 0,1-1 0,-1 0 0,1 0 0,-1 1 0,1-1 0,-1 0 0,1 1 0,-1-1 0,0 1 0,1-1 0,-1 1 0,-1-2 0,-3-2 0,-1 0 0,0 0 0,-11-5 0,15 7 0,-14-6 0,-2-1 0,0 0 0,1-2 0,1 0 0,-23-19 0,35 27 0,1 0 0,0-1 0,0 1 0,0-1 0,0 1 0,1-1 0,-1 0 0,1 0 0,0 0 0,0-1 0,0 1 0,1 0 0,0-1 0,0 1 0,0-1 0,0 1 0,1-1 0,-1 1 0,1-1 0,0 0 0,1 1 0,-1-1 0,1 1 0,0-1 0,1-4 0,1 1 0,0 1 0,1 0 0,0-1 0,0 2 0,1-1 0,-1 0 0,1 1 0,11-10 0,-6 6 0,1 1 0,0 0 0,0 1 0,15-8 0,-13 9 0,0 1 0,0 1 0,1 0 0,-1 1 0,1 1 0,0 0 0,1 0 0,-1 2 0,0 0 0,0 0 0,1 2 0,-1-1 0,0 2 0,1 0 0,-1 1 0,0 0 0,19 8 0,-30-10 0,0 0 0,1 1 0,-1 0 0,0 0 0,0 0 0,0 0 0,-1 0 0,1 1 0,0-1 0,-1 1 0,1 0 0,-1-1 0,0 1 0,0 0 0,0 0 0,0 1 0,-1-1 0,1 0 0,-1 1 0,0-1 0,0 1 0,0-1 0,0 1 0,-1-1 0,0 1 0,1-1 0,-1 1 0,0 0 0,-1-1 0,1 1 0,-1 0 0,1-1 0,-1 1 0,0-1 0,-1 1 0,1-1 0,0 0 0,-1 0 0,0 1 0,-2 3 0,-21 26 0,-45 47 0,30-36 0,38-42 0,0 0 0,0 0 0,1 1 0,-1-1 0,1 1 0,-1-1 0,1 1 0,0 0 0,0-1 0,0 1 0,-1 5 0,2-7 0,0 0 0,0 0 0,0 0 0,1 0 0,-1 0 0,0 0 0,0 0 0,1 0 0,-1 0 0,0 0 0,1 0 0,-1 0 0,1 0 0,-1 0 0,1 0 0,0-1 0,-1 1 0,1 0 0,0 0 0,0-1 0,-1 1 0,1 0 0,0-1 0,0 1 0,0-1 0,0 1 0,0-1 0,0 0 0,0 1 0,0-1 0,-1 0 0,1 0 0,1 1 0,-1-1 0,0 0 0,1 0 0,19 2 0,0-1 0,1-1 0,32-4 0,-49 4-105,-1-1 0,1 0 0,-1 0 0,0 0 0,1 0 0,-1-1 0,0 1 0,0-1 0,0 0 0,0-1 0,0 1 0,6-5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3:24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11 24575,'-14'-4'0,"-1"1"0,-17 0 0,25 2 0,1 1 0,-1 0 0,1 1 0,-1-1 0,1 1 0,-1 1 0,-7 2 0,12-4 0,1 1 0,-1-1 0,1 1 0,-1 0 0,1-1 0,0 1 0,-1 0 0,1 0 0,0 0 0,0 0 0,-1 0 0,1 0 0,0 1 0,0-1 0,0 0 0,0 1 0,1-1 0,-1 0 0,0 1 0,0-1 0,0 3 0,1-2 0,-1 1 0,1 0 0,0-1 0,0 1 0,0 0 0,0-1 0,1 1 0,-1 0 0,1-1 0,0 1 0,1 4 0,3 3 0,0 1 0,1-1 0,0 0 0,12 15 0,11 11 0,37 36 0,-65-71 0,0 0 0,0 0 0,0 0 0,0 0 0,0 0 0,-1 0 0,1 0 0,0 0 0,-1 1 0,1-1 0,0 0 0,-1 0 0,1 3 0,-1-4 0,0 1 0,0 0 0,-1-1 0,1 1 0,0-1 0,0 1 0,-1-1 0,1 1 0,0-1 0,-1 1 0,1-1 0,-1 0 0,1 1 0,0-1 0,-1 1 0,1-1 0,-1 0 0,1 1 0,-1-1 0,1 0 0,-1 0 0,0 1 0,1-1 0,-1 0 0,1 0 0,-1 0 0,1 0 0,-1 0 0,0 0 0,1 0 0,-1 0 0,1 0 0,-2 0 0,-36 2 35,-49-3 0,26-1-1470,45 2-5391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3:25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24575,'15'4'0,"-2"1"0,1 0 0,0 1 0,-1 1 0,0 0 0,-1 0 0,1 1 0,-1 1 0,-1 0 0,0 1 0,0 0 0,-1 0 0,17 24 0,-5-4 0,-2 0 0,19 39 0,-24-39 0,15 33 0,-27-55 0,0 1 0,0 0 0,-1 0 0,0-1 0,1 14 0,-3-19 5,0-1 0,0 1 0,0 0 0,0-1 0,-1 1 0,1-1 0,-1 1 0,0-1 0,0 1 0,0-1 0,0 0 0,0 1 0,0-1 0,-1 0 0,1 0 0,-1 0 0,1 0 0,-1 0 0,0 0 0,0 0 0,0-1 0,0 1 0,-3 2 0,-1-1-170,1 0 0,-1-1 0,1 0 0,-1 0 0,0 0 0,0-1 0,0 1 0,-11 0 0,1-2-6661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3:26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24575,'0'-2'0,"0"0"0,0 0 0,0 0 0,0 0 0,0 0 0,1 0 0,-1 0 0,1 0 0,-1 0 0,1 0 0,0 0 0,0 0 0,0 0 0,0 1 0,1-3 0,-1 3 0,1 0 0,-1 0 0,0 1 0,0-1 0,0 1 0,0-1 0,1 1 0,-1-1 0,0 1 0,1 0 0,-1-1 0,0 1 0,1 0 0,-1 0 0,0 0 0,1 0 0,-1 0 0,0 0 0,1 1 0,-1-1 0,0 0 0,0 1 0,1-1 0,0 1 0,8 4 0,0-1 0,-1 2 0,0-1 0,0 1 0,-1 0 0,0 1 0,12 12 0,5 3 0,-7-7 0,-1 0 0,-1 2 0,0 0 0,-2 0 0,0 2 0,0 0 0,-2 0 0,-1 1 0,0 0 0,-1 1 0,-2 1 0,0-1 0,-1 1 0,-1 1 0,5 32 0,-9-35 0,-1 1 0,0-1 0,-2 0 0,0 0 0,-1 0 0,-1 0 0,-1 0 0,-7 21 0,8-30 0,-1 0 0,-1-1 0,0 1 0,0-1 0,-1 0 0,0-1 0,-1 0 0,0 0 0,-1 0 0,1-1 0,-2 0 0,1 0 0,-1-1 0,0 0 0,-18 10 0,-3-2-1365,18-10-5461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4:00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204 110 24575,'-29'-31'0,"20"20"0,-1 1 0,0 0 0,0 0 0,-1 1 0,-19-12 0,29 20 0,-1 0 0,0 0 0,0 0 0,0 0 0,0 1 0,0-1 0,0 1 0,0-1 0,0 1 0,0 0 0,0 0 0,0-1 0,0 2 0,0-1 0,0 0 0,0 0 0,0 1 0,-4 0 0,4 0 0,0 0 0,-1 1 0,1-1 0,0 1 0,0-1 0,-1 1 0,1 0 0,1 0 0,-1 0 0,0 0 0,0 0 0,-1 4 0,-1 1 0,0 0 0,1 1 0,0-1 0,0 1 0,1-1 0,0 1 0,0 0 0,0 14 0,2-1 0,0 1 0,2-1 0,1 1 0,0-1 0,2 0 0,7 22 0,52 121 0,-55-145 0,46 102 0,37 95 0,-88-206 0,0 0 0,-1 0 0,-1 1 0,0-1 0,0 1 0,-1 0 0,-1-1 0,0 12 0,0-21 0,0 0 0,0 0 0,0 0 0,0 0 0,0 0 0,0 0 0,0 0 0,-1 0 0,1 0 0,0 0 0,-1 0 0,1 0 0,-1-1 0,1 1 0,-1 0 0,1 0 0,-1 0 0,1 0 0,-1-1 0,0 1 0,0 0 0,1-1 0,-1 1 0,0-1 0,0 1 0,0 0 0,0-1 0,1 0 0,-1 1 0,0-1 0,0 0 0,0 1 0,0-1 0,0 0 0,0 0 0,0 0 0,0 0 0,0 0 0,0 0 0,0 0 0,0 0 0,0 0 0,0 0 0,0-1 0,0 1 0,-1-1 0,-3-1 0,0 1 0,1-2 0,-1 1 0,1-1 0,0 1 0,0-1 0,0 0 0,-4-4 0,-3-6-1365,2 1-5461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4:00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46 24575,'-32'-5'0,"-16"-2"0,-4 1 0,2-2 0,7 2 0,5 0 0,8 3 0,3 0 0,4 2 0,4 1 0,2 0 0,4 0-8191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4:01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33 24575,'-22'-6'0,"-1"-1"0,1 1 0,-1 1 0,-1 2 0,-27-2 0,49 4 0,0 1 0,1 0 0,-1 0 0,0 0 0,1 0 0,-1 1 0,1-1 0,-1 0 0,0 1 0,1-1 0,-1 1 0,1 0 0,-1-1 0,1 1 0,-1 0 0,1 0 0,0 0 0,-1 0 0,1 0 0,0 0 0,0 0 0,0 1 0,0-1 0,0 0 0,-1 2 0,1-1 0,0 1 0,1-1 0,0 0 0,-1 0 0,1 1 0,0-1 0,0 0 0,0 1 0,0-1 0,1 0 0,-1 0 0,1 1 0,-1-1 0,1 0 0,0 0 0,0 0 0,1 3 0,5 9 0,1-1 0,0-1 0,1 0 0,0 0 0,1 0 0,16 14 0,75 55 0,-77-63 0,107 73 0,-127-88 0,-1-1 0,0 1 0,1 0 0,4 6 0,-8-8 0,1-1 0,-1 0 0,0 1 0,1-1 0,-1 1 0,0-1 0,0 0 0,1 1 0,-1-1 0,0 1 0,0-1 0,0 1 0,0-1 0,0 1 0,1-1 0,-1 1 0,0-1 0,0 1 0,0-1 0,0 1 0,-1-1 0,1 1 0,0-1 0,0 1 0,0-1 0,0 1 0,0-1 0,-1 1 0,1-1 0,0 0 0,0 1 0,-1-1 0,1 1 0,0-1 0,-1 0 0,1 1 0,0-1 0,-1 0 0,1 1 0,-1-1 0,1 0 0,0 1 0,-1-1 0,1 0 0,-1 0 0,1 0 0,-1 0 0,1 1 0,-1-1 0,1 0 0,-1 0 0,1 0 0,-1 0 0,-7 2 0,1-1 0,-1 0 0,0-1 0,1 1 0,-1-1 0,0-1 0,-9-1 0,-55-13 0,44 8 0,-31-6-682,-111-11-1,150 23-6143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4:01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75 24575,'-27'-10'0,"-12"-3"0,-1 1 0,4-1 0,5 3 0,3 2 0,4 3 0,4 3 0,2 0 0,2 2 0,2 3 0,0 1 0,0-1 0,3 0-8191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4:01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69 24575,'-30'-12'0,"-11"-5"0,-3 2 0,6 2 0,5 4 0,6 6 0,6 4 0,3 3 0,3 4 0,1 3 0,1 0 0,0 0 0,2-1-8191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4:02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9 24575,'-4'-2'0,"0"0"0,0 1 0,1 0 0,-1 0 0,-1 0 0,1 1 0,0-1 0,-6 1 0,8 0 0,1 1 0,0-1 0,0 0 0,-1 0 0,1 1 0,0-1 0,0 1 0,-1-1 0,1 1 0,0 0 0,0-1 0,0 1 0,0 0 0,0 0 0,0 0 0,0 0 0,0 0 0,0 0 0,0 0 0,1 0 0,-1 0 0,0 0 0,1 0 0,-1 0 0,1 1 0,-1-1 0,1 0 0,-1 0 0,1 1 0,0 1 0,-1 4 0,1-1 0,0 1 0,0-1 0,0 1 0,1-1 0,0 1 0,0-1 0,1 1 0,0-1 0,0 0 0,4 9 0,6 9 0,22 33 0,-22-38 0,24 49 118,-15-25-1601,-16-34-5343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4:03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96 24575,'49'-51'0,"-43"44"0,1 2 0,1-1 0,-1 1 0,1 0 0,13-6 0,-17 10 0,0-1 0,1 2 0,-1-1 0,0 0 0,0 1 0,0 0 0,1 0 0,-1 0 0,0 1 0,0-1 0,0 1 0,0 0 0,1 0 0,-1 0 0,-1 1 0,1 0 0,0-1 0,0 1 0,5 4 0,-2-1 0,0 0 0,0 0 0,0 1 0,-1-1 0,0 2 0,0-1 0,0 0 0,7 13 0,-10-13 0,0 0 0,0 0 0,-1 1 0,0-1 0,0 0 0,-1 1 0,1 0 0,-1-1 0,-1 1 0,1-1 0,-1 1 0,-1 0 0,1-1 0,-1 1 0,0 0 0,-4 12 0,2-9 0,-1 0 0,0-1 0,-1 0 0,1 0 0,-2 0 0,1 0 0,-1-1 0,-1 1 0,0-2 0,-9 10 0,6-9 0,7-5 0,-1 0 0,0 0 0,0 1 0,1-1 0,0 1 0,0-1 0,0 1 0,0 0 0,0 1 0,1-1 0,-2 5 0,4-8 0,0-1 0,0 1 0,0 0 0,0-1 0,0 1 0,0-1 0,0 1 0,0-1 0,0 1 0,1 0 0,-1-1 0,0 1 0,0-1 0,1 1 0,-1-1 0,0 1 0,1-1 0,-1 1 0,0-1 0,1 0 0,-1 1 0,1-1 0,-1 1 0,1-1 0,-1 0 0,1 0 0,-1 1 0,1-1 0,-1 0 0,1 0 0,0 1 0,-1-1 0,1 0 0,-1 0 0,2 0 0,23 3 0,-22-3 0,32 2 0,0-2 0,0-1 0,65-11 0,-83 7-1365,-3 0-5461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4:03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24575,'1'9'0,"0"0"0,0 0 0,5 15 0,-1-5 0,10 34 0,33 82 0,-3-15 0,-45-119-30,6 23 184,-6-23-242,0 1 1,0-1-1,1 0 1,-2 1-1,1-1 0,0 0 1,0 1-1,0-1 1,-1 0-1,1 0 0,0 1 1,-1-1-1,1 0 1,-1 0-1,0 0 1,0 2-1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4:03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 24575,'-2'0'0,"0"0"0,-1 0 0,1 0 0,0 1 0,0-1 0,-1 1 0,1 0 0,0-1 0,0 1 0,0 0 0,0 0 0,0 1 0,0-1 0,0 0 0,0 1 0,0-1 0,1 1 0,-1-1 0,1 1 0,-1 0 0,1 0 0,-1 0 0,1 0 0,0 0 0,-2 4 0,3-5 0,-1 1 0,1 0 0,-1 0 0,1 0 0,-1 0 0,1 0 0,0 0 0,0-1 0,0 1 0,0 0 0,1 0 0,-1 0 0,0 0 0,1 0 0,-1 0 0,1 0 0,0-1 0,0 1 0,0 0 0,-1-1 0,1 1 0,1 0 0,-1-1 0,0 1 0,0-1 0,1 0 0,-1 1 0,1-1 0,-1 0 0,4 2 0,5 3 17,0-1 0,1 0 1,0 0-1,0-2 0,0 1 0,17 2 0,-6-2-512,0-2 0,32 0 0,-41-2-6331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4:05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24575,'6'7'0,"0"0"0,-1 1 0,6 8 0,6 10 0,10 8 0,-2 1 0,-1 1 0,-2 1 0,27 62 0,-46-92-273,-1-1 0,0 1 0,-1 0 0,1 9 0,-1-4-6553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4:05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1 337 24575,'72'20'0,"-33"-9"0,74 13 0,-111-24 0,1 1 0,-1-1 0,1 0 0,-1 0 0,1 0 0,-1 0 0,1 0 0,-1-1 0,1 1 0,-1-1 0,1 0 0,-1 1 0,1-1 0,3-3 0,-4 3 0,-1 0 0,0-1 0,0 1 0,0 0 0,0-1 0,0 0 0,0 1 0,0-1 0,0 1 0,-1-1 0,1 0 0,-1 1 0,1-1 0,-1 0 0,0 0 0,1 0 0,-1 1 0,0-1 0,0 0 0,0 0 0,-1-2 0,-2-18 0,-2 0 0,0 1 0,-1-1 0,-2 1 0,-9-20 0,9 21 0,-7-19 0,0-1 0,-27-49 0,35 80 0,7 16 0,7 17 0,28 79 0,50 100 0,-70-169-102,-10-21-56,1 1 0,0-1 0,1 0 1,1 0-1,0-1 0,0 0 0,13 13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4:06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24575,'12'-4'0,"5"-4"0,1 2 0,1 1 0,18-4 0,-32 8 0,0 1 0,-1-1 0,1 1 0,0 0 0,0 0 0,-1 0 0,1 1 0,0 0 0,-1 0 0,1 0 0,-1 0 0,1 1 0,-1 0 0,1 0 0,-1 0 0,0 0 0,6 5 0,4 6 0,-1 0 0,-1 1 0,0 0 0,0 1 0,-2 1 0,0 0 0,-1 0 0,0 1 0,6 18 0,-12-28 0,-1-1 0,0 1 0,-1-1 0,0 1 0,0 0 0,0-1 0,-1 1 0,0 0 0,0 0 0,-2 7 0,0-3 0,0 0 0,-1-1 0,-1 1 0,0-1 0,-7 15 0,10-24 0,0 1 0,0-1 0,0 1 0,1 0 0,-1-1 0,0 1 0,1 0 0,0 0 0,-1-1 0,1 1 0,0 0 0,0 0 0,0 3 0,1-4 0,-1 0 0,1 0 0,-1 0 0,1 0 0,-1 0 0,1 0 0,0 0 0,-1-1 0,1 1 0,0 0 0,0 0 0,0 0 0,-1-1 0,1 1 0,0 0 0,0-1 0,0 1 0,0-1 0,0 1 0,0-1 0,1 0 0,0 1 0,10 3 24,0-1 0,0 0 0,0-1 0,18 1 0,-24-3-159,1 0 0,-1 0 0,0-1 0,0 1 0,1-2 0,-1 1 0,0-1 0,0 0 0,0 0 0,8-4 0,-5 0-6691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4:06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24575,'27'0'0,"13"0"0,4 0 0,-2 0 0,-3 0 0,-6 0 0,-5 2 0,-6 1 0,-6 0-8191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4:39.1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6264 29 24575,'179'-25'0,"-138"23"0,-1 1 0,59 6 0,91 4 0,-176-8 0,0 0 0,19 4 0,-18-2 0,24 2 0,-24-5 0,144-1 0,-111-6 0,-30 4 0,31-2 0,24 7 0,56-4 0,-124 2 0,1-1 0,-1 0 0,0 0 0,1-1 0,8-3 0,-27 10 0,-1 1 0,0-2 0,1 0 0,-1 0 0,-16 1 0,-78 5 0,-29 6 0,94-10 0,17-2 0,-36 1 0,43-4 0,-28 5 0,29-3 0,-29 1 0,-238-4 0,184-8 0,8 1 0,-234 7 0,241 8 0,11-1 0,-61 0 0,-33 1 0,-27-9 0,218 2 0,25 5 0,11 0 0,277-3 0,19 1 0,103-3 0,-318-7 0,167-15 0,-251 14 0,121-9 0,-66 9 0,3-1 0,-102 8 0,18 1 0,1-3 0,36-5 0,-49 6 0,-14 1 0,0 0 0,0 0 0,1-1 0,-1 1 0,0-1 0,0 1 0,0-1 0,0 0 0,0 0 0,0 0 0,5-4 0,-8 5 0,0 0 0,0 0 0,0 0 0,0-1 0,0 1 0,0 0 0,0 0 0,0 0 0,0 0 0,0-1 0,0 1 0,0 0 0,0 0 0,0 0 0,0-1 0,0 1 0,0 0 0,0 0 0,0 0 0,0 0 0,-1 0 0,1-1 0,0 1 0,0 0 0,0 0 0,0 0 0,0 0 0,-1 0 0,1 0 0,0-1 0,0 1 0,0 0 0,0 0 0,-1 0 0,1 0 0,0 0 0,0 0 0,0 0 0,0 0 0,-1 0 0,1 0 0,0 0 0,0 0 0,0 0 0,-1 0 0,1 0 0,-10-1 0,-5 1 0,-28 6 0,-6 0 0,-52 1 0,-29 1 0,56-7 0,-128 7 0,7-1 0,9 0 0,46 0 0,-21 1 0,136-6 0,-300 16 0,146-11 0,11 1 0,-529 27 0,396-15 0,126-7 0,-173 5 0,169-10 0,-14-1 0,-833-8 0,906 9 0,9-1 0,-592-6 0,324-2 0,214 8 0,13 0 0,-22 1 0,-14-1 0,-343-7 0,510 1 0,-38 6 0,23-1 0,-66 9 0,73-9 0,24-4 0,-1-1 0,1 0 0,0 0 0,0-1 0,-1 1 0,1-1 0,-1 0 0,-5-1 0,11 1 2,0 0-1,0 0 0,1 0 0,-1 0 1,0-1-1,0 1 0,0 0 0,0 0 1,0 0-1,1 0 0,-1 0 0,0 0 1,0-1-1,0 1 0,0 0 0,0 0 1,0 0-1,0 0 0,0-1 0,0 1 1,0 0-1,0 0 0,0 0 0,0-1 1,0 1-1,0 0 0,0 0 0,0 0 1,0 0-1,0-1 0,0 1 0,0 0 1,0 0-1,0 0 0,0-1 0,0 1 1,0 0-1,0 0 0,0 0 0,0 0 1,-1 0-1,1-1 0,0 1 0,0 0 1,0 0-1,0 0 0,0 0 0,-1 0 1,1 0-1,0 0 0,0-1 0,0 1 1,0 0-1,-1 0 0,1 0 0,0 0 1,0 0-1,0 0 0,0 0 0,-1 0 1,1 0-1,0 0 0,0 0 0,0 0 1,-1 0-1,17-8-678,-13 7-94,6-3-6055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4:41.0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255 175 24575,'-233'-29'0,"216"24"0,12 1 0,12 1 0,42-3 0,-14 3 0,148-7 0,-58 6 0,452-6 0,-374 12 0,-145-2 0,361-9 0,-70-9 0,-261 15 0,-56 1 0,46-9 0,-142 10 0,-437 17-699,225-3 416,167-9 265,-372 7-162,221-3 342,36-2 856,678-5-1011,-217-2-130,76-7-259,-7 1 183,29 0 199,22 0 0,-93-1 353,-4 1-9,1069 8-344,-1201-9 0,-9 1 0,23 0 0,2-1 0,4 1 0,9 0 0,9 0 0,10-1 0,1006 9 0,-1168-2 0,0 0 0,18-4 0,-17 2 0,25-2 0,-25 5 0,143 1 0,-110 6 0,-30-4 0,32 1 0,-23-2 0,34 5 0,-48-5 0,28 2 0,81-3 0,-54-3 0,408 2 0,-468 0 3,1-1 0,0-1 0,10-2 0,23-4 42,-39 8-164,0 0 1,0 0-1,0 0 1,0 1-1,0-1 1,-1 1-1,1-1 1,0 1-1,0 0 1,0 0-1,4 3 1,2 2-6708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23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9 24575,'0'0'0,"0"0"0,0-1 0,0 1 0,0-1 0,0 1 0,-1-1 0,1 1 0,0 0 0,0-1 0,-1 1 0,1-1 0,0 1 0,-1 0 0,1-1 0,0 1 0,-1 0 0,1 0 0,0-1 0,-1 1 0,1 0 0,-1 0 0,1-1 0,0 1 0,-1 0 0,0 0 0,1 1 0,0-1 0,-1 0 0,1 1 0,0-1 0,-1 0 0,1 1 0,0-1 0,0 0 0,0 1 0,-1-1 0,1 1 0,0-1 0,0 0 0,0 1 0,0-1 0,0 1 0,0-1 0,0 1 0,-1 26 0,6-4 0,0-1 0,18 43 0,25 40 0,0-22 0,-48-80 57,-3-7-1479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23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16 24575,'21'4'0,"1"0"0,-1 0 0,0 2 0,27 11 0,-42-15 0,0 1 0,0 0 0,0 1 0,-1-1 0,1 1 0,-1 0 0,0 1 0,0-1 0,-1 1 0,1 0 0,-1 0 0,0 1 0,-1-1 0,1 1 0,3 9 0,-4-10 0,-1 1 0,0-1 0,0 1 0,-1 0 0,0 0 0,0-1 0,0 1 0,-1 0 0,1 0 0,-2 0 0,0 7 0,1-10 0,-1 0 0,0 0 0,0-1 0,0 1 0,0 0 0,0-1 0,0 1 0,-1-1 0,1 0 0,-1 1 0,0-1 0,0 0 0,0 0 0,0 0 0,0 0 0,0 0 0,0 0 0,-1-1 0,1 1 0,-1-1 0,1 0 0,-1 0 0,1 0 0,-1 0 0,-4 1 0,-4 0 0,0 0 0,0 0 0,0-2 0,0 1 0,0-1 0,0-1 0,0 0 0,0-1 0,1 0 0,-14-4 0,12 2 0,0 0 0,1 0 0,0-1 0,0-1 0,0 0 0,1 0 0,-1-1 0,-17-16 0,24 18 0,0 0 0,0 0 0,0 0 0,0 0 0,1 0 0,0-1 0,0 0 0,0 1 0,1-1 0,0 0 0,-2-12 0,3 15 0,0-1 0,1 1 0,0 0 0,0-1 0,0 1 0,0 0 0,0-1 0,1 1 0,0 0 0,-1-1 0,1 1 0,0 0 0,1 0 0,-1 0 0,0-1 0,1 2 0,0-1 0,0 0 0,0 0 0,0 0 0,0 1 0,0-1 0,5-2 0,-2 1-76,0 0 1,0 1-1,1-1 0,0 1 0,-1 0 0,1 1 0,0-1 0,1 1 1,-1 1-1,0-1 0,1 1 0,-1 0 0,1 0 0,-1 1 1,1 0-1,-1 0 0,9 1 0,-3 3-6750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24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24575,'20'62'0,"22"62"0,75 154 0,-116-277 9,-1 0 1,1 1-1,0-1 0,-1 0 0,1 0 1,0 0-1,-1 0 0,1 0 0,0 0 0,0 0 1,0 0-1,1 0 0,1-3-210,-3-9-1083,-1 0-5542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24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0 24575,'-27'33'0,"20"-26"0,0 0 0,1 0 0,0 1 0,0 0 0,1 0 0,0 0 0,1 1 0,-5 11 0,9-18 0,-1 0 0,1-1 0,0 1 0,0 0 0,0 0 0,0 0 0,0 0 0,0-1 0,0 1 0,1 0 0,-1 0 0,1 0 0,-1-1 0,1 1 0,0 0 0,0 1 0,1 0 0,0 0 0,1 1 0,-1-2 0,1 1 0,-1 0 0,1 0 0,4 3 0,1-1 0,1 1 0,-1-2 0,1 1 0,0-1 0,11 4 0,-6-4 0,0-1 0,1 0 0,-1-1 0,26 1 0,58-7 0,-95 4-85,0-1 0,0 1-1,0 0 1,0-1 0,0 0-1,0 0 1,0 0 0,0 0-1,0 0 1,0 0 0,0-1-1,0 1 1,-1-1 0,1 0-1,3-3 1,-1-3-6741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28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26 24575,'-34'-6'0,"-5"-2"0,-1 3 0,-74-2 0,110 7 0,0 0 0,1 1 0,-1-1 0,1 1 0,-1-1 0,0 1 0,1 1 0,-1-1 0,1 0 0,0 1 0,-4 2 0,5-3 0,0 1 0,1-1 0,-1 1 0,1-1 0,0 1 0,0 0 0,-1-1 0,1 1 0,0 0 0,0 0 0,1 0 0,-1 0 0,0 0 0,1 0 0,-1 0 0,1 0 0,0 0 0,-1 0 0,1 0 0,0 3 0,1 5 0,0 0 0,0 0 0,0 0 0,2 0 0,-1-1 0,1 1 0,0-1 0,1 1 0,0-1 0,1 0 0,0-1 0,0 1 0,1-1 0,0 0 0,0-1 0,1 1 0,9 7 0,12 10 0,2-2 0,0-2 0,42 23 0,-48-29 0,32 14 0,-37-19 0,0 0 0,31 23 0,-48-32 0,0 0 0,-1 1 0,1-1 0,-1 0 0,1 1 0,-1 0 0,0-1 0,1 1 0,-1 0 0,0 0 0,0-1 0,0 1 0,-1 0 0,2 3 0,-2-4 0,0 0 0,0 0 0,0 0 0,0 0 0,-1 0 0,1 0 0,0 0 0,-1 0 0,1 0 0,0 0 0,-1 0 0,1 0 0,-1 0 0,0 0 0,1 0 0,-1 0 0,0 0 0,1 0 0,-1 0 0,0-1 0,0 1 0,0 0 0,0-1 0,0 1 0,0-1 0,0 1 0,0-1 0,-1 1 0,-11 5 0,-1-2 0,0 0 0,0 0 0,-1-1 0,1-1 0,-22 1 0,24-2 0,-195 4 0,167-5 0,16-3 120,23 3-194,0 0-1,0-1 1,0 1 0,0-1 0,0 1-1,0-1 1,0 1 0,0-1 0,1 0-1,-1 1 1,0-1 0,0 0 0,1 0-1,-1 0 1,0 1 0,1-1 0,-1 0-1,1 0 1,-2-2 0,0-5-6752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28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29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9 124 24575,'-2'-3'0,"1"-1"0,0 1 0,0-1 0,0 1 0,0-1 0,0 0 0,1 1 0,0-1 0,0 0 0,0-6 0,1 8 0,-1 1 0,1 0 0,-1-1 0,1 1 0,0-1 0,-1 1 0,1 0 0,0-1 0,0 1 0,0 0 0,0 0 0,0 0 0,0 0 0,0 0 0,0 0 0,1 0 0,-1 0 0,0 0 0,1 0 0,-1 1 0,0-1 0,1 0 0,-1 1 0,1 0 0,-1-1 0,1 1 0,-1 0 0,3-1 0,18 1 0,11-1 0,-31 1 0,-1-1 0,0 1 0,0 0 0,0 0 0,0-1 0,1 1 0,-1-1 0,0 1 0,0-1 0,0 1 0,0-1 0,0 1 0,0-1 0,0 0 0,-1 0 0,1 0 0,0 1 0,0-1 0,0 0 0,-1 0 0,2-2 0,-2 2 0,0 1 0,0-1 0,0 0 0,1 0 0,-1 0 0,0 0 0,-1 0 0,1 0 0,0 0 0,0 0 0,0 1 0,0-1 0,-1 0 0,1 0 0,0 0 0,-1 0 0,1 1 0,-1-1 0,1 0 0,-1 0 0,1 1 0,-1-1 0,1 0 0,-1 1 0,0-1 0,1 0 0,-1 1 0,0-1 0,0 1 0,1-1 0,-3 0 0,1 0 0,0 0 0,-1 0 0,1 0 0,0 0 0,-1 0 0,1 0 0,-1 0 0,1 1 0,-6-1 0,7 1 0,-1 0 0,0 0 0,1 1 0,-1-1 0,0 1 0,1-1 0,-1 1 0,1-1 0,-1 1 0,1 0 0,-1 0 0,1 0 0,0-1 0,-1 1 0,1 1 0,0-1 0,-2 1 0,1 1 0,0 0 0,0 0 0,1 0 0,-1 0 0,1 0 0,-1 0 0,1 0 0,-1 4 0,0 4 0,0 1 0,0 0 0,1 20 0,1-1 0,2 1 0,2-1 0,0 0 0,2 0 0,16 47 0,68 145 0,-4-10 0,-39-47 0,-47-165 0,4 16 0,-4-16 0,0 0 0,1-1 0,-1 1 0,0-1 0,0 1 0,0 0 0,1-1 0,-1 1 0,0-1 0,0 1 0,1-1 0,-1 1 0,0-1 0,1 1 0,-1-1 0,1 1 0,-1-1 0,1 1 0,-1-1 0,1 1 0,0-2-44,-1 1 0,0-1-1,1 1 1,-1-1 0,0 1 0,1-1-1,-1 1 1,0-1 0,0 1 0,0-1-1,1 0 1,-1 1 0,0-1 0,0 1-1,0-1 1,0 0 0,0 0-1,0 0-523,1-9-6258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29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29 24575,'-27'-5'0,"-13"-1"0,-4-1 0,5 2 0,5 2 0,7 1 0,6 3 0,3 2 0,2 0 0,2 2 0,3 0-8191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30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44 24575,'-27'-3'0,"-13"-2"0,-4-2 0,5 2 0,5 0 0,7 0 0,5 0 0,4 1 0,3 1 0,4 2-8191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30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73 24575,'-27'-7'0,"-14"-3"0,-5-2 0,3 2 0,4 1 0,4 1 0,5 1 0,3 2 0,1 2 0,5 1-8191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31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24575,'-2'19'0,"1"12"0,1 3 0,3-2 0,4-1 0,0-4 0,1-4 0,3-1 0,1-1 0,1-3 0,1-1 0,0-1 0,-1-2 0,-2 1 0,-2-1 0,-2-3-8191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31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24575,'5'-6'0,"1"1"0,0 0 0,0 0 0,0 0 0,1 1 0,0 0 0,0 0 0,0 1 0,12-5 0,-16 8 0,0-1 0,1 0 0,-1 1 0,1-1 0,-1 1 0,1 0 0,-1 0 0,0 1 0,1-1 0,-1 1 0,1-1 0,-1 1 0,0 0 0,1 0 0,-1 1 0,0-1 0,0 1 0,0 0 0,0-1 0,0 1 0,0 0 0,-1 1 0,6 4 0,-5-3 0,0-1 0,0 1 0,0 0 0,0 0 0,-1 1 0,1-1 0,-1 1 0,0-1 0,-1 1 0,1 0 0,-1-1 0,0 1 0,0 0 0,0 0 0,-1 0 0,0 7 0,0-4 0,-1 0 0,0 0 0,0 1 0,-1-1 0,0-1 0,-1 1 0,0 0 0,0-1 0,-5 9 0,-7 7 0,12-19 0,-1 0 0,1 1 0,0-1 0,1 1 0,-1 0 0,1-1 0,0 1 0,0 0 0,0 1 0,-1 8 0,3-12 0,0-1 0,1 0 0,-1 0 0,0 0 0,0 1 0,1-1 0,-1 0 0,1 0 0,-1 0 0,1 0 0,0 0 0,-1 1 0,1-1 0,0 0 0,0-1 0,0 1 0,0 0 0,0 0 0,0 0 0,0 0 0,0-1 0,0 1 0,0 0 0,0-1 0,0 1 0,0-1 0,2 1 0,3 1 0,1 0 0,0-1 0,12 1 0,-8 0 0,20 2 60,48 0 0,-66-4-272,-1-1 0,1 0 0,0-1-1,-1 0 1,1-1 0,18-8 0,-14 4-6614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31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24575,'3'9'0,"3"9"0,0 6 0,2 4 0,2 2 0,-1 0 0,1 1 0,1 0 0,1-3 0,1-2 0,-2 0 0,0-2 0,0-2 0,1-1 0,-1-1 0,-1-4 0,-1-2 0,-3-4-8191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32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0 24575,'-9'9'0,"-1"1"0,-1 1 0,-9 14 0,18-23 0,0 1 0,0 0 0,0 0 0,1-1 0,-1 1 0,1 0 0,0 0 0,0 1 0,0-1 0,0 0 0,1 0 0,-1 0 0,1 1 0,0-1 0,0 6 0,1-7 0,-1 0 0,1 0 0,0 0 0,0 0 0,0-1 0,0 1 0,0 0 0,0 0 0,0-1 0,1 1 0,-1-1 0,0 1 0,1-1 0,0 1 0,-1-1 0,1 0 0,0 0 0,0 0 0,3 2 0,4 0 0,0 1 0,17 4 0,-23-8 0,14 5 30,1-2 0,-1 0 0,29 1 0,-39-4-165,1 0 0,0-1 0,-1 0 0,1 0 0,-1-1 0,1 0 0,-1 0 0,1-1 0,-1 1 0,11-8 0,-8 4-6691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32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24575,'8'10'0,"4"8"0,3 6 0,1 4 0,1 1 0,-1 2 0,0 0 0,0 0 0,-1-1 0,0-1 0,-1 1 0,1-1 0,-1-3 0,0-3 0,-2 0 0,-1-2 0,-2-5-8191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32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24575,'29'-2'0,"13"-2"0,1 1 0,-4 1 0,-4 2 0,-5 2 0,-6 1 0,-4-1 0,-3 0 0,-2-3 0,-1-4 0,-3-4 0,-4-2 0,-2 0-8191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32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24575,'2'1'0,"0"0"0,1 1 0,-1-1 0,0 1 0,0-1 0,-1 1 0,1-1 0,0 1 0,-1 0 0,1 0 0,-1 0 0,1 0 0,1 3 0,0 0 0,67 97 0,-44-62 0,57 68 0,-75-99 0,7 7 0,15 22 0,-26-34 0,-1 1 0,0 0 0,-1 0 0,1 0 0,-1 0 0,0 0 0,0 1 0,0-1 0,1 12 0,-3-15-114,0-1 1,0 1-1,0 0 0,-1 0 0,1 0 1,0 0-1,-1 0 0,1 0 0,-1 0 1,0-1-1,-1 4 0,-4 4-6712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33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24575,'9'-10'0,"-1"0"0,1 1 0,0 0 0,1 1 0,16-11 0,-23 16 0,1 1 0,-1 1 0,1-1 0,0 0 0,-1 1 0,1 0 0,0 0 0,0 0 0,0 0 0,0 0 0,0 1 0,0 0 0,0 0 0,0 0 0,0 0 0,0 1 0,0-1 0,0 1 0,0 0 0,0 1 0,5 1 0,1 2 0,0 0 0,0 1 0,-1 0 0,0 0 0,12 11 0,-18-15 0,-1 1 0,1-1 0,-1 1 0,0 0 0,0 0 0,0-1 0,0 1 0,0 0 0,0 1 0,-1-1 0,0 0 0,1 0 0,-1 1 0,-1-1 0,1 1 0,0-1 0,-1 1 0,1-1 0,-1 1 0,-1 6 0,-11 30 0,10-34 0,-1 1 0,1-1 0,0 1 0,1 0 0,-1 11 0,2-15 0,0-1 0,0 1 0,0-1 0,1 1 0,0-1 0,-1 0 0,1 1 0,0-1 0,0 0 0,0 1 0,0-1 0,1 0 0,-1 0 0,1 0 0,-1 0 0,1 0 0,0 0 0,-1 0 0,5 2 0,-1 0 11,1 0 0,0 0 0,0-1 0,0 0-1,0 0 1,0 0 0,0-1 0,1 0 0,0 0 0,8 1-1,5-1-497,1-1 0,22-2 0,-43 1 464,13 0-6803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33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24575,'5'-1'0,"1"0"0,-1 0 0,0 0 0,0-1 0,1 0 0,-1 0 0,0 0 0,-1 0 0,1-1 0,0 0 0,7-6 0,-7 5 0,0 1 0,0 0 0,0-1 0,1 2 0,-1-1 0,1 0 0,0 1 0,0 0 0,8-1 0,30 1 30,47 3-1,-27 0-1453,-49-1-5402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21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99 24575,'-7'-11'0,"-1"-1"0,0 2 0,-12-13 0,15 18 0,1 0 0,-1 1 0,-1 0 0,1 0 0,-1 0 0,0 0 0,1 1 0,-10-3 0,12 5 0,-1 0 0,1 1 0,-1-1 0,1 1 0,-1 0 0,1 0 0,-1 0 0,1 1 0,-1-1 0,1 1 0,-1 0 0,1 0 0,0 0 0,-1 0 0,1 1 0,0-1 0,0 1 0,0 0 0,0 0 0,-5 4 0,3-2 0,0 0 0,1 1 0,-1-1 0,1 1 0,0 0 0,0 0 0,0 1 0,1-1 0,0 1 0,-4 8 0,4-4 0,1 0 0,0 0 0,0 0 0,0 21 0,5 41 0,-3-65 0,2 14 0,1 0 0,1 0 0,9 29 0,27 60 0,-3-11 0,-29-73 0,0-2 0,6 27 0,-12-44 0,-1 0 0,-1 0 0,1 0 0,-1 0 0,0 1 0,0-1 0,-1 0 0,-3 11 0,4-17 0,0 0 0,0 1 0,0-1 0,-1 0 0,1 0 0,-1 0 0,1 0 0,-1 0 0,1 0 0,-1 0 0,1 0 0,-1 0 0,0-1 0,0 1 0,1 0 0,-1 0 0,0-1 0,0 1 0,0 0 0,0-1 0,0 1 0,0-1 0,-2 2 0,2-2 0,-1 0 0,1 0 0,-1 0 0,1-1 0,-1 1 0,1 0 0,-1-1 0,1 1 0,0-1 0,-1 1 0,1-1 0,-1 1 0,1-1 0,0 0 0,0 0 0,-1 0 0,0-1 0,-10-8-1365,0-1-5461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21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454 30 24575,'-27'-2'0,"-14"-2"0,-4 1 0,-1 1 0,4-3 0,4 1 0,5 0 0,4 2 0,2 0 0,1 1 0,-1 0 0,0 1 0,2 0 0,5 1-8191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47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14 24575,'5'-2'0,"-1"0"0,1 0 0,0 0 0,0 1 0,0-1 0,0 1 0,0 1 0,0-1 0,0 1 0,0 0 0,0 0 0,0 0 0,1 1 0,-1-1 0,0 1 0,6 3 0,-7-3 0,0 1 0,0 0 0,0 0 0,0 0 0,-1 0 0,1 1 0,-1-1 0,0 1 0,1 0 0,-1 0 0,0 1 0,-1-1 0,1 0 0,-1 1 0,1 0 0,-1-1 0,0 1 0,-1 0 0,3 7 0,-2-5 0,0 1 0,-1-1 0,0 0 0,0 0 0,0 1 0,-1-1 0,0 0 0,0 1 0,-1-1 0,1 0 0,-3 9 0,2-14 0,0 0 0,0 1 0,0-1 0,0 0 0,0 0 0,0 1 0,0-1 0,0 0 0,0 0 0,0 0 0,-1 0 0,1-1 0,0 1 0,-1 0 0,1 0 0,-1-1 0,1 1 0,-1-1 0,1 0 0,-1 1 0,1-1 0,-3 0 0,-4 1 0,-1-1 0,-16-1 0,14 1 0,3-1 0,1 1 0,-1-2 0,1 1 0,-1-1 0,1 0 0,-1 0 0,1-1 0,0 0 0,0 0 0,0-1 0,1 0 0,-1 0 0,1 0 0,0-1 0,0 0 0,0 0 0,1-1 0,-8-9 0,12 13 3,0 1 0,0-1 0,0 1 0,0-1 0,0 0 0,0 1 0,0-1 0,0 0 0,1 0 0,-1 0 0,1 0 0,-1 0 0,1 0 0,0 1 0,0-1 0,0 0 0,0 0 0,0 0 0,0 0 0,0 0 0,1 0 0,-1 0 0,1 0 0,0 0 0,-1 1 0,1-1 0,0 0 0,0 0 0,0 1 0,0-1 0,0 1 0,0-1 0,1 1 0,-1-1 0,1 1 0,-1 0 0,1-1 0,-1 1 0,3-1 0,2-2-152,0 1 1,1 0-1,-1 1 1,1-1-1,-1 1 1,1 0-1,0 1 1,0 0-1,12-1 1,-5 2-6678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6:21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 24575,'-1'42'0,"3"75"0,-2-116 0,0 1 0,1 0 0,-1-1 0,0 1 0,1 0 0,0-1 0,-1 1 0,1-1 0,0 1 0,0-1 0,0 0 0,0 1 0,0-1 0,0 0 0,1 1 0,-1-1 0,0 0 0,0 0 0,1 0 0,-1 0 0,1-1 0,-1 1 0,1 0 0,2 0 0,4 2 0,0-1 0,0 0 0,15 2 0,-6-1 0,4 0 0,3 2 0,39 11 0,-56-14 0,0 0 0,-1 1 0,0 0 0,1 1 0,-1-1 0,-1 1 0,1 0 0,0 1 0,-1-1 0,8 9 0,-11-11 0,-1 0 0,1 1 0,0-1 0,-1 0 0,1 1 0,-1 0 0,0-1 0,0 1 0,0 0 0,0-1 0,0 1 0,-1 0 0,1 0 0,-1 0 0,0-1 0,0 1 0,0 5 0,-1-4 0,0 0 0,0-1 0,0 1 0,-1 0 0,1-1 0,-1 0 0,0 1 0,0-1 0,0 0 0,0 0 0,-6 5 0,-1 1 0,0-1 0,-1 0 0,0-1 0,-1 0 0,0-1 0,0 0 0,-13 5 0,8-5 0,-1 0 0,1-2 0,-1 0 0,0 0 0,-20 0 0,28-3 0,-1-1 0,1 0 0,-1 0 0,1-1 0,-1 0 0,1-1 0,0 0 0,0-1 0,0 0 0,-17-8 0,21 8-124,0 0 0,0-1 0,0 0 0,1 0 0,-1 0 0,1-1-1,0 0 1,1 1 0,-1-1 0,-4-9 0,3 4-6702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6:21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24575,'31'-12'0,"14"-5"0,4 2 0,-4 2 0,-8 7 0,-7 3 0,-6 4 0,-5 0 0,-6 1-8191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6:22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24575,'1'2'0,"1"0"0,-1 1 0,0-1 0,0 0 0,0 1 0,0-1 0,0 1 0,-1-1 0,1 1 0,0-1 0,-1 4 0,3 8 0,13 42 0,3-1 0,3 0 0,2-2 0,52 86 0,-74-136 17,0 1 0,0-1 1,0 1-1,-1 0 0,1 0 0,0 4 0,-1-7-62,-1 0 0,0 0 0,0-1 0,0 1 0,0 0 0,0 0 0,0 0 0,0 0 0,0 0 0,0 0 0,0 0 0,0 0 0,-1-1 0,1 1 0,0 0 0,-1 0 0,1 0 0,-1 0 0,1-1 0,-1 1 0,1 0 0,-1 0 0,1-1 0,-1 1 0,0-1 0,1 1 0,-1 0 0,0-1 0,0 1 0,1-1 0,-1 1 0,-1-1 0,-7 4-6781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6:22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24575,'-11'11'0,"0"-2"0,1 2 0,0 0 0,1 0 0,-14 20 0,23-29 0,-1-1 0,0 1 0,0 0 0,1-1 0,-1 1 0,0 0 0,1-1 0,0 1 0,-1 0 0,1-1 0,0 1 0,0 0 0,0 0 0,0-1 0,0 1 0,1 0 0,-1-1 0,0 1 0,1 0 0,1 3 0,-1-3 0,1 0 0,-1 0 0,1 0 0,0 0 0,0 0 0,0 0 0,0 0 0,0 0 0,0-1 0,0 1 0,1-1 0,2 2 0,6 1 0,0 0 0,0 0 0,1-1 0,21 3 0,-14-3-151,0-1-1,0-1 0,0-1 0,0-1 1,0 0-1,-1-2 0,1 0 1,32-10-1,-38 9-6674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39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277 174 24575,'5'-1'0,"0"-2"0,0 1 0,0 0 0,0-1 0,-1 0 0,5-4 0,-8 7 0,0-1 0,0 0 0,-1 0 0,1 0 0,0 0 0,0 0 0,-1 1 0,1-1 0,-1 0 0,1 0 0,-1-1 0,1 1 0,-1 0 0,0 0 0,1 0 0,-1 0 0,0 0 0,0 0 0,0 0 0,0-1 0,0 1 0,0 0 0,0 0 0,0 0 0,0 0 0,-1 0 0,1 0 0,0 0 0,-1-1 0,1 1 0,-1 0 0,1 0 0,-1 0 0,-1-1 0,-1-2 0,0 0 0,-1-1 0,0 1 0,0 1 0,0-1 0,-1 1 0,1 0 0,-7-4 0,-44-19 0,34 17 0,7 2 0,-7-3 0,-27-9 0,43 17 0,-1 1 0,0-1 0,1 1 0,-1 0 0,0 1 0,0-1 0,1 1 0,-1 0 0,0 1 0,-7 1 0,10-2 0,1 1 0,0 0 0,-1 0 0,1 1 0,0-1 0,-1 0 0,1 1 0,0-1 0,0 1 0,0 0 0,0 0 0,0-1 0,1 1 0,-1 1 0,1-1 0,-1 0 0,1 0 0,0 0 0,-1 1 0,1-1 0,1 1 0,-1-1 0,0 1 0,0-1 0,1 4 0,-2 7 0,0 0 0,1 0 0,2 24 0,0-18 0,0 7 0,1 1 0,2-1 0,0 0 0,9 26 0,-1-13 0,33 69 0,16 10 0,-31-64 0,35 88 0,-59-126 0,-3-11 0,-1 1 0,0 0 0,0 0 0,0 0 0,-1 0 0,0 0 0,0 8 0,-2-7-1365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39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14 24575,'-29'-3'0,"-13"0"0,-1 0 0,4 0 0,6 2 0,9 2 0,9 4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39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9 24575,'-26'-3'0,"-41"-2"0,61 5 0,-1 0 0,1 1 0,0 0 0,-1 0 0,1 0 0,0 1 0,-12 4 0,17-6 0,0 1 0,0-1 0,0 1 0,-1-1 0,1 1 0,0-1 0,0 1 0,0 0 0,0 0 0,0 0 0,0-1 0,0 1 0,0 0 0,1 0 0,-1 0 0,0 0 0,0 0 0,1 1 0,-1-1 0,1 0 0,-1 0 0,1 0 0,-1 1 0,1-1 0,0 0 0,0 0 0,-1 1 0,1-1 0,0 0 0,0 0 0,0 1 0,1-1 0,-1 0 0,0 1 0,0-1 0,1 0 0,-1 0 0,0 0 0,1 1 0,-1-1 0,1 0 0,0 0 0,-1 0 0,3 2 0,3 5 0,0-1 0,0 0 0,1 0 0,14 10 0,-17-14 0,-1 0 0,10 7 0,0 0 0,20 11 0,-30-19 0,0 0 0,-1-1 0,1 1 0,0-1 0,0 0 0,0 0 0,1 0 0,-1 0 0,0-1 0,0 1 0,0-1 0,1 0 0,-1 0 0,0 0 0,0 0 0,1-1 0,-1 1 0,0-1 0,4-1 0,-5 1 0,0 0 0,-1-1 0,1 1 0,0 0 0,0-1 0,-1 1 0,1-1 0,-1 0 0,1 1 0,-1-1 0,0 0 0,0 0 0,1 0 0,-1 0 0,-1 0 0,1 0 0,0 0 0,0 0 0,-1 0 0,1-1 0,-1 1 0,0 0 0,0 0 0,0 0 0,0-3 0,0-1 0,-1 1 0,1 0 0,-1-1 0,0 1 0,-1 0 0,1 0 0,-1 0 0,0 0 0,-4-7 0,4 9 0,-10-15 0,12 17 0,0 0 0,-1 1 0,1-1 0,-1 1 0,1-1 0,-1 1 0,1-1 0,-1 1 0,1-1 0,-1 1 0,1-1 0,-1 1 0,0 0 0,1-1 0,-1 1 0,1 0 0,-1-1 0,0 1 0,0 0 0,1 0 0,-1 0 0,0 0 0,0 0 0,0 0 0,1 0 0,-1 1 0,1-1 0,-1 0 0,1 1 0,-1-1 0,1 1 0,0-1 0,-1 1 0,1-1 0,0 1 0,-1-1 0,1 1 0,0-1 0,0 1 0,-1 0 0,1-1 0,0 1 0,0-1 0,0 1 0,0 0 0,0-1 0,0 1 0,0 0 0,0-1 0,0 1 0,0-1 0,0 1 0,0 0 0,1 0 0,5 20 0,-1-13-97,1 0-1,-1 0 1,1 0-1,0-1 1,1 0-1,-1 0 1,2-1-1,-1 0 1,1 0-1,-1-1 1,2 1-1,-1-2 0,13 6 1,-9-5-6729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40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161 469 24575,'0'-49'0,"-2"-1"0,-13-70 0,10 99 0,0-1 0,-1 1 0,-1 1 0,-1-1 0,-1 1 0,-1 0 0,-23-35 0,26 44 0,5 8 0,0-1 0,0 1 0,0 0 0,-1 0 0,1 0 0,-1 0 0,1 1 0,-1-1 0,0 1 0,0-1 0,0 1 0,-5-3 0,7 5 0,1 0 0,-1 0 0,1 0 0,-1 0 0,1 0 0,-1 0 0,1 0 0,-1 1 0,1-1 0,0 0 0,-1 0 0,1 0 0,-1 0 0,1 1 0,-1-1 0,1 0 0,-1 0 0,1 1 0,0-1 0,-1 0 0,1 1 0,0-1 0,-1 0 0,1 1 0,0-1 0,-1 1 0,1-1 0,0 1 0,0-1 0,-1 0 0,1 1 0,0-1 0,0 1 0,0-1 0,0 1 0,0-1 0,0 1 0,0 0 0,-2 23 0,1-20 0,2 25 0,0 1 0,2-1 0,1 1 0,1-1 0,2 0 0,1-1 0,1 1 0,1-2 0,2 1 0,0-2 0,2 0 0,1 0 0,26 33 0,-38-55 0,1 0 0,-1 1 0,1-1 0,0-1 0,1 1 0,-1 0 0,0-1 0,10 5 0,-12-7 0,-1-1 0,1 1 0,-1-1 0,1 1 0,-1-1 0,1 0 0,-1 1 0,1-1 0,0 0 0,-1 0 0,1 0 0,-1 0 0,1-1 0,-1 1 0,1 0 0,-1-1 0,1 1 0,-1-1 0,1 1 0,-1-1 0,1 0 0,-1 0 0,0 1 0,1-1 0,-1 0 0,0 0 0,0 0 0,0 0 0,0-1 0,1 1 0,-2 0 0,1 0 0,0-1 0,0 1 0,0-2 0,2-2 0,-1 1 0,0-1 0,0 0 0,-1 1 0,1-1 0,-1 0 0,-1 0 0,2-10 0,-4-43 0,1 41 0,18 53 0,-12-23 0,0 0 0,1 0 0,0-1 0,1 0 0,0-1 0,18 21 0,-23-29 0,1 0 0,-1-1 0,1 1 0,0-1 0,0 0 0,0 0 0,0 0 0,0 0 0,1 0 0,-1-1 0,1 1 0,-1-1 0,1 0 0,-1 0 0,1 0 0,0 0 0,-1-1 0,1 0 0,0 0 0,-1 0 0,1 0 0,0 0 0,-1-1 0,1 1 0,0-1 0,-1 0 0,1 0 0,-1-1 0,1 1 0,5-4 0,-5 2-124,1 0 0,-1 0 0,0 0 0,0-1 0,0 0 0,0 0-1,0 0 1,-1 0 0,0 0 0,4-8 0,0-1-6702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40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24575,'0'3'0,"-2"0"0,-1 3 0,0 2 0,-2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41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54 24575,'-2'-2'0,"-35"-31"0,34 31 0,1 0 0,-1 0 0,0 0 0,0 0 0,0 1 0,-1-1 0,1 1 0,0 0 0,-1 0 0,1 0 0,-6 0 0,8 1 0,-1 0 0,1 0 0,0 0 0,-1 0 0,1 1 0,0-1 0,0 0 0,-1 1 0,1-1 0,0 1 0,0 0 0,0-1 0,0 1 0,0 0 0,0 0 0,0-1 0,0 1 0,0 0 0,0 0 0,0 0 0,0 0 0,1 0 0,-1 1 0,0-1 0,1 0 0,-1 0 0,1 0 0,-1 1 0,1-1 0,0 0 0,-1 0 0,1 1 0,0-1 0,0 3 0,-1 2 0,1 0 0,0 0 0,1 0 0,-1 0 0,1 0 0,2 7 0,-2-8 0,1 1 0,1-1 0,-1 0 0,1 0 0,0 0 0,0-1 0,0 1 0,0-1 0,1 1 0,0-1 0,0 0 0,0 0 0,9 5 0,-10-6 0,1-1 0,0 0 0,-1 0 0,1 0 0,0 0 0,0-1 0,0 1 0,0-1 0,0 0 0,1 0 0,-1-1 0,0 1 0,0-1 0,1 0 0,-1 0 0,0 0 0,0-1 0,9-1 0,-11 1 0,0 0 0,0 0 0,0 0 0,-1-1 0,1 1 0,0 0 0,0-1 0,-1 1 0,1-1 0,-1 0 0,1 1 0,-1-1 0,0 0 0,0 0 0,0 0 0,0 0 0,0 0 0,0 0 0,0 0 0,-1 0 0,1 0 0,-1-1 0,1 1 0,-1-3 0,1-8 0,0 1 0,-2 0 0,-1-15 0,1 14 0,2 24 0,-1-6 0,0 0 0,0 0 0,0-1 0,1 1 0,0 0 0,0 0 0,0-1 0,0 1 0,1 0 0,0-1 0,0 0 0,0 1 0,0-1 0,1 0 0,0 0 0,5 6 0,-4-6-91,0-1 0,1 0 0,-1 0 0,1 0 0,0 0 0,0-1 0,0 0 0,0 0 0,0 0 0,0-1 0,1 1 0,-1-1 0,0-1 0,12 1 0,-5-1-6735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41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0 24575,'-4'3'0,"0"1"0,0-1 0,1 1 0,-1 0 0,1 0 0,-1 0 0,1 1 0,1-1 0,-1 1 0,0-1 0,1 1 0,-2 6 0,2-4 0,0 1 0,1 0 0,0 0 0,0-1 0,0 1 0,1 0 0,1 11 0,2 1 0,1 0 0,0-1 0,2 1 0,0-1 0,13 27 0,-16-41 0,0 3 0,0-1 0,0 1 0,0 0 0,-1-1 0,3 13 0,-5-18 0,0 0 0,0-1 0,0 1 0,0 0 0,0 0 0,0 0 0,-1-1 0,1 1 0,-1 0 0,1-1 0,-1 1 0,1 0 0,-1-1 0,0 1 0,0-1 0,0 1 0,0-1 0,0 1 0,0-1 0,0 0 0,-1 1 0,1-1 0,0 0 0,-1 0 0,1 0 0,-1 0 0,1 0 0,-1 0 0,1-1 0,-1 1 0,-2 0 0,-29 9 0,-1-1 0,-60 7 0,34-6 0,22-4-1365,5 0-5461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58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24575,'6'-12'0,"-6"12"0,1 0 0,-1-1 0,0 1 0,0 0 0,1 0 0,-1 0 0,0-1 0,0 1 0,1 0 0,-1 0 0,0 0 0,1 0 0,-1 0 0,0-1 0,0 1 0,1 0 0,-1 0 0,0 0 0,1 0 0,-1 0 0,0 0 0,1 0 0,1 1 0,0 0 0,0 0 0,-1 0 0,1 0 0,0 0 0,-1 1 0,1-1 0,-1 0 0,3 4 0,14 15 0,0 1 0,-1 1 0,-1 1 0,-1 1 0,-1 0 0,-1 0 0,-1 1 0,16 52 0,-28-76 0,1-1 0,-1 1 0,0 0 0,0-1 0,1 1 0,-1 0 0,0-1 0,0 1 0,0 0 0,0-1 0,0 1 0,0 0 0,0-1 0,0 1 0,0 0 0,0-1 0,0 1 0,-1 0 0,1 0 0,-1-1 0,1 0 0,0 0 0,-1 0 0,1 0 0,0 0 0,-1 0 0,1 0 0,-1 0 0,1 0 0,0 0 0,-1 0 0,1-1 0,0 1 0,-1 0 0,1 0 0,0 0 0,-1-1 0,1 1 0,0 0 0,-1 0 0,1-1 0,0 1 0,-20-22 0,1-4-1365,10 16-5461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58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 24575,'12'0'0,"5"-1"0,34 5 0,-46-3 0,0 0 0,0 0 0,0 0 0,0 1 0,-1 0 0,1 0 0,0 0 0,-1 1 0,0-1 0,1 1 0,4 4 0,9 10 0,21 25 0,-33-34 0,1 0 0,-1 0 0,-1 1 0,0 0 0,0 0 0,3 10 0,-7-18 0,-1 1 0,1 0 0,-1 0 0,1 0 0,-1 0 0,0 0 0,1-1 0,-1 1 0,0 0 0,0 0 0,-1 0 0,1 0 0,0 0 0,-1 0 0,1 0 0,-1-1 0,1 1 0,-1 0 0,-2 3 0,2-3 0,-1 0 0,0 0 0,0 0 0,0 0 0,0 0 0,0-1 0,-1 1 0,1-1 0,0 0 0,-1 1 0,1-1 0,-5 1 0,-4 1 0,1-1 0,-1 0 0,0 0 0,0-1 0,-21-1 0,16-1 0,-1-1 0,1 0 0,1-1 0,-22-7 0,32 9 0,-1-1 0,0-1 0,0 1 0,1-1 0,-1 0 0,1 0 0,0-1 0,0 1 0,0-1 0,0 0 0,1-1 0,0 1 0,-1-1 0,-3-6 0,7 9 0,0 0 0,0 0 0,0 0 0,0 0 0,1 0 0,-1 0 0,1 0 0,-1 0 0,1 0 0,0 0 0,0 0 0,0 0 0,0 0 0,0-1 0,0 1 0,1-2 0,0 0 0,0 1 0,1 0 0,-1 0 0,1 0 0,-1-1 0,1 1 0,0 1 0,0-1 0,3-3 0,2-1 0,0 1 0,0 0 0,1 0 0,-1 1 0,1 0 0,14-7 0,5 4-1365,-15 6-5461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59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0 24575,'-20'0'0,"-8"0"0,-3 0 0,0 0 0,2 0 0,4 0 0,3 0 0,4 0 0,-1 3 0,1 0 0,1 0 0,1 0 0,3-2-8191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5:59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4 24575,'-1'-1'0,"0"1"0,0-1 0,0 1 0,0 0 0,0-1 0,0 1 0,0 0 0,0 0 0,0 0 0,0 0 0,0 0 0,0 0 0,0 0 0,0 0 0,0 1 0,0-1 0,-1 0 0,1 1 0,0-1 0,0 0 0,1 1 0,-1-1 0,0 1 0,0 0 0,0-1 0,0 1 0,0 0 0,1-1 0,-1 1 0,0 0 0,0 0 0,1 0 0,-1 0 0,1 0 0,-1 0 0,1 0 0,-1 0 0,1 1 0,-1 1 0,0 1 0,0-1 0,0 0 0,1 1 0,0-1 0,0 1 0,0-1 0,0 1 0,0-1 0,2 7 0,1 0 0,1 0 0,-1 0 0,1-1-1,1 0 1,9 15 0,33 37 44,-3-6-1452,-37-44-5418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6:00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24575,'8'-5'0,"62"-35"0,-62 36 0,0 0 0,1 0 0,0 1 0,0 1 0,0 0 0,13-2 0,-18 4 0,0 0 0,0 0 0,0 1 0,0-1 0,0 1 0,0 0 0,0 1 0,-1-1 0,1 0 0,-1 1 0,1 0 0,-1 0 0,1 0 0,-1 0 0,0 1 0,0-1 0,0 1 0,0 0 0,0 0 0,-1 0 0,1 0 0,-1 0 0,0 0 0,2 4 0,-1-1 0,0-1 0,0 1 0,-1 0 0,0 0 0,0 0 0,0 0 0,-1 0 0,0 0 0,0 0 0,0 1 0,-1-1 0,0 0 0,0 0 0,-2 9 0,0-5 0,-2 0 0,1-1 0,-1 1 0,0-1 0,-1 0 0,-10 14 0,-40 46 0,43-55 0,11-14 0,0 1 0,0 0 0,0 0 0,0 0 0,1 0 0,-1 0 0,0 0 0,1 0 0,-1 1 0,0-1 0,1 0 0,0 0 0,-1 0 0,1 1 0,0-1 0,0 0 0,-1 1 0,1-1 0,0 0 0,0 0 0,0 1 0,1-1 0,-1 3 0,1-3 0,0 0 0,0 0 0,0 0 0,0 0 0,0 0 0,0 0 0,0 0 0,0 0 0,0 0 0,1 0 0,-1-1 0,0 1 0,1 0 0,-1-1 0,0 1 0,1-1 0,-1 0 0,0 1 0,1-1 0,-1 0 0,3 0 0,13 2 0,0-1 0,0-1 0,31-3 0,-38 2 0,1-1 0,-1 0 0,1-1 0,-1 0 0,0-1 0,0 0 0,11-7 0,-18 10-170,-1-1-1,1 0 0,-1 1 1,0-1-1,0 0 0,0-1 1,3-2-1,1-5-6655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6:01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24575,'0'15'0,"0"48"0,14 120 0,28 73 0,-35-225-69,-4-23-75,-1 1 0,-1-1 0,1 1 0,-1-1 0,-1 1 0,1 0 0,-2-1 0,0 12 0,-3-8-6682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6:02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24575,'27'-23'0,"-25"22"0,-1 0 0,1 0 0,0 0 0,-1 1 0,1-1 0,0 0 0,0 1 0,0-1 0,0 1 0,-1-1 0,1 1 0,0 0 0,0 0 0,0 0 0,2 0 0,-3 0 0,-1 1 0,1-1 0,-1 0 0,1 0 0,-1 1 0,1-1 0,-1 0 0,1 1 0,-1-1 0,0 1 0,1-1 0,-1 0 0,0 1 0,1-1 0,-1 1 0,0-1 0,0 1 0,1-1 0,-1 1 0,0-1 0,0 1 0,0-1 0,0 1 0,0 0 0,0-1 0,0 1 0,0-1 0,0 1 0,0-1 0,0 2 0,-3 20 0,2-15 0,0 8 0,0 0 0,1 0 0,1 0 0,3 20 0,18 59 0,22 43 0,2 4 0,-38-108-273,-2 0 0,-1 0 0,-1 0 0,-2 49 0,-2-70-6553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6:04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10 24575,'-17'0'0,"-9"0"0,-1 0 0,0 0 0,4 0 0,2 0 0,2 0 0,3 0 0,1 0 0,0 0 0,1-3 0,1 0 0,1 0-8191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6:04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30 24575,'-29'-5'0,"-13"-1"0,-1 0 0,4 1 0,7 1 0,5 2 0,6 1 0,3 3 0,6 1-8191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6:05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 24575,'3'-6'0,"-1"-1"0,1 0 0,0 1 0,0 0 0,1 0 0,0 0 0,0 0 0,1 0 0,-1 1 0,9-8 0,-8 10 0,-1-1 0,1 1 0,0 0 0,-1 1 0,1-1 0,1 1 0,-1 0 0,0 0 0,0 1 0,1-1 0,-1 1 0,1 1 0,-1-1 0,7 1 0,-1-1 0,-2 1 0,0 0 0,0 0 0,16 4 0,-23-4 0,0 1 0,0-1 0,0 1 0,0 0 0,0-1 0,0 1 0,0 0 0,0 1 0,0-1 0,-1 0 0,1 0 0,0 1 0,-1-1 0,1 1 0,-1 0 0,1-1 0,-1 1 0,0 0 0,0 0 0,0 0 0,1 2 0,2 7 0,-1 0 0,0 0 0,0 1 0,-2-1 0,2 18 0,-3-2 0,-3 33 0,2-51 0,0 0 0,-1-1 0,0 1 0,-1-1 0,0 1 0,-7 12 0,-29 44 0,10-21 0,29-43 0,-1 0 0,1-1 0,-1 1 0,1 0 0,-1-1 0,1 1 0,0 0 0,-1 0 0,1 0 0,0-1 0,-1 1 0,1 0 0,0 0 0,0 0 0,0-1 0,0 1 0,0 0 0,0 0 0,0 0 0,0 0 0,0 0 0,0-1 0,0 1 0,1 0 0,-1 0 0,0 0 0,0-1 0,1 1 0,-1 0 0,1 0 0,-1-1 0,1 1 0,-1 0 0,1-1 0,-1 1 0,1-1 0,0 1 0,-1 0 0,1-1 0,0 1 0,-1-1 0,1 0 0,0 1 0,0-1 0,-1 0 0,1 1 0,0-1 0,0 0 0,0 0 0,-1 0 0,2 1 0,7 0 0,0 0 0,-1 0 0,1-1 0,10-1 0,-9 1 0,267-2-1365,-265 2-5461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6:24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24575,'1'-3'0,"1"6"0,4 16 0,5 29 0,76 276 0,-69-266 0,-18-55-1365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6:26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14 24575,'-1'-1'0,"1"1"0,0-1 0,-1 0 0,1 0 0,0 1 0,-1-1 0,1 0 0,-1 0 0,0 1 0,1-1 0,-1 1 0,1-1 0,-1 1 0,0-1 0,1 1 0,-1-1 0,0 1 0,0-1 0,1 1 0,-1 0 0,0-1 0,-1 1 0,2 0 0,-1 0 0,0 0 0,0 1 0,1-1 0,-1 0 0,1 1 0,-1-1 0,0 0 0,1 1 0,-1-1 0,1 1 0,-1-1 0,1 0 0,-1 1 0,1 0 0,-1-1 0,1 1 0,-1-1 0,1 1 0,0-1 0,-1 1 0,1 0 0,0-1 0,0 1 0,-1 1 0,-3 7 0,3-6 0,0-1 0,0 1 0,-1-1 0,1 1 0,1 0 0,-1-1 0,0 1 0,1 0 0,-1 0 0,1-1 0,0 1 0,0 0 0,0 0 0,1 3 0,-1-6 0,1 1 0,0 0 0,-1-1 0,1 1 0,-1 0 0,1-1 0,0 1 0,0-1 0,-1 1 0,1-1 0,0 1 0,0-1 0,0 1 0,-1-1 0,1 0 0,0 0 0,0 1 0,0-1 0,0 0 0,0 0 0,0 0 0,1 0 0,24-1 0,-19 1 0,16-2 0,-7 0 0,1 2 0,19 0 0,-32 1 0,-1-1 0,1 1 0,0-1 0,0 1 0,-1 0 0,1 0 0,0 1 0,-1-1 0,0 1 0,1 0 0,-1 0 0,0 0 0,0 0 0,0 0 0,3 4 0,-4-4 0,0 1 0,0 0 0,-1 1 0,1-1 0,-1 0 0,0 0 0,0 1 0,0-1 0,0 0 0,-1 1 0,1-1 0,-1 1 0,0 4 0,0 3 0,-1-1 0,0 1 0,-3 12 0,3-19 0,0-1 0,0 1 0,0 0 0,-1-1 0,1 0 0,-1 1 0,0-1 0,0 0 0,-1 0 0,1 0 0,0 0 0,-1 0 0,0 0 0,-3 2 0,1-1 0,-1-1 0,1 1 0,-1-1 0,0-1 0,0 1 0,0-1 0,-11 3 0,-5-1 0,0-1 0,0-1 0,-39-1 0,18-1-1365,31-1-5461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6:27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1 160 24575,'0'-4'0,"0"0"0,1 0 0,-1 0 0,1 0 0,0 0 0,0 0 0,0 0 0,1 0 0,-1 0 0,1 1 0,0-1 0,0 1 0,0-1 0,0 1 0,1 0 0,0 0 0,-1 0 0,1 0 0,0 0 0,7-4 0,3-1 0,0 1 0,1 0 0,0 0 0,18-4 0,9-5 0,18-6 0,-82 19 0,6 3 0,-57 2 0,64-1 0,0 1 0,0 0 0,0 0 0,0 1 0,-12 5 0,19-6-114,0 0 1,0-1-1,0 2 0,0-1 0,0 0 1,0 1-1,1-1 0,0 1 0,-1 0 1,1-1-1,-3 6 0,1 0-6712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6:36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2 24575,'-91'-1'0,"-97"2"0,146 7-767,38-7 169,-6 1-6228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6:37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53 24575,'3'-4'0,"0"-1"0,1 0 0,-1 1 0,1-1 0,0 1 0,0 0 0,0 0 0,10-6 0,-12 9 0,0 0 0,-1 0 0,1 0 0,0 0 0,0 1 0,0-1 0,0 1 0,0-1 0,0 1 0,0 0 0,0-1 0,0 1 0,0 0 0,0 0 0,0 1 0,0-1 0,0 0 0,0 1 0,-1-1 0,1 1 0,0-1 0,0 1 0,0 0 0,0 0 0,-1 0 0,1 0 0,0 0 0,2 3 0,3 2 0,0 1 0,-1 0 0,0 1 0,0 0 0,-1-1 0,7 14 0,-4-4 0,0 0 0,7 24 0,-14-37 0,0 0 0,0 0 0,0 0 0,-1 0 0,1 0 0,-1 0 0,0 0 0,0 0 0,0 0 0,-1 0 0,-1 7 0,1-9 0,0 1 0,0-1 0,0 1 0,-1-1 0,1 0 0,-1 1 0,1-1 0,-1 0 0,0 0 0,0 0 0,0 0 0,0-1 0,0 1 0,0 0 0,-1-1 0,1 1 0,0-1 0,-4 1 0,-2 1 0,-1 0 0,1-1 0,-1 0 0,0 0 0,0-1 0,0 0 0,-13-1 0,2 0 0,1-2 0,-27-5 0,35 5 0,1-1 0,0 0 0,0 0 0,0-1 0,-17-10 0,25 13 0,0-1 0,-1 1 0,1-1 0,0 0 0,0 0 0,0 0 0,0-1 0,0 1 0,0 0 0,1-1 0,-3-3 0,4 4 0,-1 1 0,0-1 0,1 0 0,0 0 0,-1 0 0,1 0 0,0 0 0,0 0 0,0 1 0,0-1 0,1 0 0,-1 0 0,0 0 0,1 0 0,-1 0 0,1 1 0,0-1 0,-1 0 0,2-2 0,2-1 11,-1-1 0,1 1 0,0 0 0,0 0 0,0 0 0,1 1-1,0-1 1,0 1 0,0 0 0,10-5 0,-6 4-223,0 0 0,0 1 0,0 1-1,0 0 1,1 0 0,13-2 0,-9 3-6614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6:38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16 24575,'-1'-8'0,"1"0"0,1 14 0,10 45 0,21 63 0,-3-14 0,-16-48 0,17 76 0,-25-106-111,-3-14 170,-1 0 1,1 0 0,-1 12-1,-1-17-165,0 0-1,0 0 1,-1 0-1,1 0 0,-1-1 1,0 1-1,0 0 1,0 0-1,0-1 0,0 1 1,-1-1-1,1 1 1,-4 3-1,-3 4-6719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6:39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0 24575,'-27'0'0,"-13"0"0,-4 0 0,5 0 0,5 0 0,7 0 0,5 0 0,4 0 0,5 2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6:39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21 24575,'-29'-5'0,"-13"-1"0,-1 0 0,4 3 0,6 3 0,9 1-8191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6:39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 24575,'0'32'0,"0"34"0,1-59 0,0 1 0,0 0 0,0-1 0,1 1 0,1-1 0,3 9 0,-5-13 0,0 0 0,1-1 0,0 1 0,-1-1 0,1 1 0,0-1 0,0 0 0,1 0 0,-1 0 0,0 0 0,1 0 0,-1 0 0,1 0 0,0-1 0,-1 0 0,1 1 0,6 1 0,1-1 0,0 0 0,1 0 0,20 0 0,-20-2 0,1 1 0,17 4 0,-19-3 0,0 1 0,-1 0 0,1 0 0,-1 1 0,14 8 0,-21-10 0,0-1 0,0 0 0,0 1 0,0 0 0,0 0 0,0-1 0,0 1 0,-1 0 0,1 1 0,-1-1 0,1 0 0,-1 0 0,0 1 0,0-1 0,0 0 0,0 1 0,0-1 0,-1 1 0,1-1 0,-1 1 0,1-1 0,-1 1 0,0 0 0,0-1 0,0 1 0,-1 3 0,-1 0 0,0 0 0,0-1 0,0 1 0,0-1 0,-1 0 0,0 0 0,0 0 0,0 0 0,-1 0 0,0-1 0,0 1 0,0-1 0,0 0 0,0 0 0,-1-1 0,0 1 0,0-1 0,-9 4 0,-7 4 0,-1-2 0,0 0 0,-29 6 0,20-7 0,-1-2 0,-1-1 0,-41 1 0,65-6-162,0-1 0,0 0 0,1 0 0,-11-4 0,15 4-393,-8-1-6271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6:40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24575,'30'-7'0,"16"-3"0,9 1 0,1 1 0,-3 6 0,-3 1 0,-4 5 0,-3 1 0,-5 0 0,-7 2 0,-3-1 0,-6-2-8191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6:43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24575,'3'-3'0,"1"0"0,0 1 0,0-1 0,0 1 0,0-1 0,0 1 0,0 1 0,1-1 0,-1 0 0,0 1 0,1 0 0,0 0 0,-1 1 0,1-1 0,-1 1 0,1 0 0,0 0 0,-1 0 0,1 1 0,-1-1 0,6 3 0,8 1 0,1 2 0,-1 0 0,29 14 0,-31-11 0,1-1 0,-1 2 0,0 0 0,-1 1 0,-1 1 0,1 0 0,-2 1 0,0 0 0,0 1 0,-2 1 0,1 0 0,-2 0 0,0 1 0,-1 0 0,8 19 0,-13-22 0,0 0 0,-1 1 0,0-1 0,-1 1 0,-1-1 0,0 26 0,-2-14 0,-1 0 0,-10 45 0,11-69 0,1 2 0,-1 0 0,0 0 0,0 0 0,0 0 0,0 0 0,0 0 0,0-1 0,-4 6 0,5-8 0,0 0 0,0 0 0,0 0 0,0 0 0,-1 0 0,1 0 0,0 0 0,0 0 0,0 0 0,0 0 0,0 0 0,-1 0 0,1 0 0,0 0 0,0 0 0,0 0 0,0 0 0,0 0 0,0 0 0,-1-1 0,1 1 0,0 0 0,0 0 0,0 0 0,0 0 0,0 0 0,0 0 0,-1 0 0,1 0 0,0 0 0,0-1 0,0 1 0,0 0 0,0 0 0,0 0 0,0 0 0,0 0 0,0-1 0,0 1 0,0 0 0,0 0 0,0 0 0,0 0 0,0 0 0,0-1 0,0 1 0,0 0 0,0 0 0,0 0 0,0 0 0,0 0 0,0-1 0,0 1 0,0 0 0,-1-9 0,6-12-1365,-2 11-5461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6:43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445 1 24575,'-27'5'0,"-14"1"0,-7 0 0,-1-1 0,4-1 0,4-2 0,4-1 0,6 0 0,6-1 0,3-3 0,1 0 0,3-1 0,2 2 0,3-3 0,2 1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6:44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24575,'-7'19'0,"1"0"0,1 0 0,1 0 0,-3 35 0,6-39 0,1-1 0,1 1 0,0 0 0,1-1 0,0 1 0,1-1 0,6 15 0,10 18 0,2-2 0,1 0 0,37 52 0,-43-71 0,-14-22-111,10 17 356,-11-20-345,-1 0 0,1 0 0,-1 0 0,1 0 0,-1 0 0,1 0 0,-1 1 0,0-1 0,0 0 1,0 0-1,0 1 0,0-1 0,0 0 0,0 2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6:44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0 24575,'-32'11'0,"13"-6"0,1 1 0,0 1 0,-29 15 0,46-21 0,0 0 0,-1-1 0,1 1 0,0 0 0,0 0 0,0 0 0,0 0 0,0 0 0,0 0 0,0 0 0,0 0 0,0 1 0,0-1 0,0 0 0,1 1 0,-1-1 0,0 0 0,1 1 0,0-1 0,-1 1 0,1-1 0,-1 3 0,2-2 0,-1 0 0,0-1 0,1 1 0,-1 0 0,1 0 0,0 0 0,0-1 0,0 1 0,0 0 0,0-1 0,0 1 0,0-1 0,0 1 0,0-1 0,1 1 0,-1-1 0,3 1 0,5 5 0,0 0 0,0-1 0,1 0 0,0-1 0,0 0 0,0-1 0,1 0 0,18 4 0,9-1 0,46 4 0,-53-8 0,-19-1 30,0-2 0,0 0 0,21-2 0,-29 1-129,0 1 0,0-1 0,0 0 0,0 0 0,0 0 0,-1-1 0,1 1 0,-1-1 0,1 0 0,-1 0 0,1 0 0,-1 0 0,0-1 0,6-5 0,-4 0-6727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6:45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19 24575,'0'-1'0,"0"0"0,-1 0 0,1 0 0,0 0 0,0 0 0,0 0 0,-1 1 0,1-1 0,0 0 0,-1 0 0,1 0 0,0 1 0,-1-1 0,1 0 0,-1 0 0,0 1 0,1-1 0,-1 0 0,0 1 0,0-1 0,0 0 0,1 1 0,0 0 0,-1 0 0,1 0 0,-1-1 0,1 1 0,-1 0 0,1 0 0,-1 0 0,1 0 0,-1 0 0,1 0 0,-1 0 0,1 0 0,-1 0 0,1 0 0,0 0 0,-1 1 0,1-1 0,-1 0 0,1 0 0,-1 0 0,1 1 0,-1-1 0,1 0 0,0 0 0,-1 1 0,1-1 0,0 0 0,-1 1 0,1-1 0,0 0 0,-1 1 0,1-1 0,0 1 0,0-1 0,-1 0 0,1 2 0,-4 5 0,1 1 0,0-1 0,1 1 0,-1 0 0,2 0 0,-1 0 0,1 0 0,0 12 0,0 5 0,5 36 0,4-12 0,2 0 0,2-1 0,25 62 0,17 68 0,-50-160 0,-1 0 0,-1 0 0,-1 0 0,-1 0 0,-2 22 0,-3-23 0,2-15 0,-1-9 0,2-6-1365,1-1-5461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6:57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24575,'8'-6'0,"1"0"0,-1 1 0,1 1 0,0 0 0,0 0 0,1 0 0,-1 1 0,1 1 0,13-3 0,-4 3 0,1 1 0,0 0 0,35 4 0,-51-2 0,1-1 0,-1 1 0,1 0 0,0 0 0,-1 0 0,0 1 0,1-1 0,-1 1 0,0 0 0,0 0 0,0 1 0,0-1 0,0 1 0,0 0 0,-1 0 0,0 0 0,1 0 0,-1 1 0,0 0 0,-1-1 0,1 1 0,-1 0 0,1 0 0,-1 0 0,0 1 0,-1-1 0,1 0 0,-1 1 0,0-1 0,0 1 0,0-1 0,0 7 0,-2 136 0,-1-52 0,2-81 0,-2 0 0,-3 16 0,3-17 0,0-1 0,0 24 0,2-34 14,0-1-1,0 1 0,0 0 0,1-1 1,-1 1-1,0 0 0,1-1 1,1 4-1,2-3-214,2-10-1083,-1 0-5542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6:57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46 24575,'-27'-7'0,"-14"-3"0,-5 1 0,3 1 0,7 3 0,4 1 0,5 3 0,5 0 0,3 1 0,3 0 0,2 3 0,0 1 0,3-1-8191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6:58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10 24575,'5'-3'0,"-1"0"0,-4 0 0,-4 3 0,-3 1 0,-7 1 0,-2 0 0,-4 0 0,-3-1 0,-3 0 0,-2-1 0,2 0 0,0 0 0,-1 0 0,3 0 0,2 0 0,5 0-8191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00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17 24575,'-6'-14'0,"2"11"0,1 10 0,2 3 0,1 0 0,1 0 0,0 0 0,0 0 0,1 0 0,0 0 0,5 12 0,-3-9 0,12 42 0,3-1 0,3-1 0,27 50 0,-41-87 1,8 30-1,-8-22-1366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00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63 24575,'-2'-3'0,"0"-1"0,0 1 0,0 0 0,0-1 0,0 0 0,-2-6 0,4 9 0,0 0 0,-1 0 0,1 0 0,0 0 0,0 1 0,0-1 0,0 0 0,0 0 0,0 0 0,0 0 0,0 0 0,1 1 0,-1-1 0,0 0 0,0 0 0,1 0 0,-1 1 0,1-1 0,-1 0 0,0 0 0,1 1 0,0-1 0,-1 0 0,1 1 0,-1-1 0,1 1 0,0-1 0,-1 0 0,1 1 0,0 0 0,-1-1 0,1 1 0,0-1 0,0 1 0,0 0 0,-1 0 0,3-1 0,4-1 0,0 1 0,1 0 0,-1 0 0,1 1 0,-1 0 0,1 0 0,-1 1 0,15 2 0,0 2 0,35 13 0,-53-17 0,-1 1 0,1-1 0,-1 1 0,0 0 0,1 0 0,-1 0 0,0 0 0,0 0 0,0 1 0,-1-1 0,1 1 0,0 0 0,-1 0 0,0 0 0,4 5 0,-5-4 0,1 0 0,-1 0 0,0 1 0,0-1 0,0 0 0,0 0 0,-1 1 0,0-1 0,0 0 0,0 1 0,0-1 0,-1 0 0,-1 7 0,-1 2 0,-2-1 0,1 0 0,-2 1 0,0-1 0,0-1 0,-1 0 0,0 0 0,-12 13 0,-18 31 0,35-51 0,0-1 0,0 1 0,0 0 0,1 0 0,0 0 0,-1-1 0,1 1 0,1 1 0,-1-1 0,1 0 0,-1 0 0,1 0 0,1 5 0,-1-7 0,0 0 0,1 0 0,0 0 0,-1 0 0,1 0 0,0-1 0,0 1 0,0 0 0,0 0 0,0-1 0,0 1 0,1 0 0,-1-1 0,0 1 0,1-1 0,0 0 0,-1 0 0,1 1 0,0-1 0,-1 0 0,1 0 0,0 0 0,0-1 0,0 1 0,0 0 0,0-1 0,3 1 0,4 1 0,0-1 0,0-1 0,0 0 0,0 0 0,0-1 0,11-1 0,0-2 0,33-11 0,-47 13-170,0-1-1,0 1 0,0-1 1,0 0-1,0 0 0,0-1 1,5-5-1,-2 1-6655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05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40 24575,'-1'-1'0,"-4"-3"0,0 0 0,1 0 0,-2 0 0,1 0 0,0 1 0,-1 0 0,1 0 0,-1 0 0,0 1 0,-7-2 0,13 4 0,-1 0 0,1 0 0,0 0 0,-1 0 0,1 0 0,-1 0 0,1 0 0,0 0 0,-1 0 0,1 0 0,-1 0 0,1 0 0,0 0 0,-1 1 0,1-1 0,-1 0 0,1 0 0,0 0 0,-1 1 0,1-1 0,0 0 0,0 0 0,-1 1 0,1-1 0,0 0 0,-1 1 0,1 0 0,-3 13 0,7 20 0,-3-27 0,15 75 0,31 92 0,-27-107 0,-2 1 0,12 99 0,-27-138 0,-2 0 0,-3 43 0,2-70-105,0 0 0,0-1 0,-1 1 0,1-1 0,-1 1 0,1-1 0,-1 1 0,1-1 0,-1 0 0,0 1 0,0-1 0,-1 3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06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12 24575,'124'-11'0,"-111"12"0,-13 0 0,0-1 0,0 0 0,0 0 0,0 0 0,0 0 0,0 1 0,0-1 0,0 0 0,0 0 0,0 0 0,0 1 0,0-1 0,0 0 0,0 0 0,0 0 0,0 0 0,0 1 0,0-1 0,-1 0 0,1 0 0,0 0 0,0 0 0,0 1 0,0-1 0,0 0 0,0 0 0,-1 0 0,1 0 0,0 0 0,0 0 0,0 0 0,0 0 0,-1 0 0,1 1 0,-24 9 0,2-5 0,0-2 0,0-1 0,0-1 0,-1 0 0,-22-3 0,-11 0 0,14 2-1365,29 0-5461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07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41 24575,'-17'-8'0,"-9"-2"0,-1 1 0,0 2 0,4 1 0,2 5 0,2 3 0,3 0 0,-2 1 0,1-1 0,0-1 0,0 0 0,2 0 0,-1-1 0,4 0-8191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08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17 24575,'-2'-2'0,"0"1"0,1-1 0,-1 1 0,0-1 0,0 1 0,0 0 0,0 0 0,0 0 0,0 0 0,-1 0 0,1 1 0,0-1 0,0 1 0,0-1 0,-1 1 0,1 0 0,-5 0 0,6 0 0,-1 0 0,1 1 0,-1-1 0,1 0 0,0 1 0,-1-1 0,1 1 0,0 0 0,-1-1 0,1 1 0,0 0 0,0 0 0,-1 0 0,1 0 0,0 0 0,0 0 0,0 0 0,0 0 0,0 0 0,1 1 0,-1-1 0,0 0 0,0 1 0,1-1 0,-1 0 0,1 1 0,-1-1 0,1 2 0,-1 1 0,1 0 0,-1 0 0,1 0 0,0 0 0,0 0 0,1 0 0,-1 0 0,1 0 0,0 0 0,0 0 0,0 0 0,0 0 0,1-1 0,1 5 0,-2-7 0,0 1 0,0-1 0,0 0 0,0 1 0,0-1 0,0 0 0,0 0 0,0 0 0,0 1 0,1-1 0,-1 0 0,0-1 0,1 1 0,-1 0 0,1 0 0,-1-1 0,1 1 0,-1 0 0,1-1 0,-1 0 0,1 1 0,0-1 0,-1 0 0,1 0 0,0 0 0,-1 0 0,1 0 0,0 0 0,-1 0 0,1-1 0,-1 1 0,1-1 0,-1 1 0,1-1 0,2-1 0,2-1 0,0 1 0,-1 0 0,1 0 0,0 0 0,0 0 0,0 1 0,0 0 0,10 0 0,-13 1 0,1 1 0,-1-1 0,1 1 0,-1-1 0,0 1 0,1 0 0,-1 1 0,0-1 0,0 0 0,0 1 0,0 0 0,0 0 0,0 0 0,0 0 0,0 0 0,3 4 0,71 72 0,-66-68 0,0 1 0,10 13 0,-18-20 0,0 1 0,0-1 0,0 1 0,0 0 0,-1 0 0,0 0 0,0 0 0,0 0 0,1 7 0,-3-9 0,0-1 0,0 0 0,0 0 0,0 0 0,-1 0 0,1 1 0,0-1 0,-1 0 0,0 0 0,1 0 0,-1 0 0,0 0 0,0 0 0,0 0 0,0 0 0,0-1 0,-1 1 0,1 0 0,-1-1 0,1 1 0,-1-1 0,1 1 0,-1-1 0,0 0 0,0 1 0,0-1 0,1 0 0,-1 0 0,-4 1 0,-1 1 0,-1-1 0,0 1 0,0-1 0,0-1 0,0 1 0,-13 0 0,-15-2 0,0 0 0,-39-7 0,60 5 0,0-1 0,1-1 0,0 0 0,0 0 0,0-2 0,0 1 0,-24-16 0,26 12-1365,3 0-5461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08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24575,'32'-5'0,"18"1"0,5 1 0,1 4 0,-4 1 0,-7 3 0,-7 1 0,-7-1 0,-5-1 0,-5-2 0,-5 0-8191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09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70 24575,'0'-5'0,"-3"-4"0,-3-3 0,0-2 0,0-1 0,2 5 0,1 6 0,2 6 0,0 6 0,0 3 0,4 3 0,1 1 0,1-2 0,1 0 0,-1-4-8191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11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46 118 24575,'-45'-118'0,"76"195"0,10 32 0,-10-30 0,36 144 0,-66-220 0,0 2 0,0 1 0,0-1 0,0 1 0,0 0 0,-1-1 0,0 1 0,0 0 0,-2 10 0,2-16-29,0 1-1,0-1 0,0 0 1,0 0-1,0 0 0,0 1 0,0-1 1,0 0-1,0 0 0,0 0 1,0 1-1,0-1 0,-1 0 1,1 0-1,0 0 0,0 1 1,0-1-1,0 0 0,0 0 1,0 0-1,-1 0 0,1 1 1,0-1-1,0 0 0,0 0 1,0 0-1,-1 0 0,1 0 1,0 0-1,0 0 0,0 1 0,-1-1 1,1 0-1,0 0 0,0 0 1,0 0-1,-1 0 0,1 0 1,0 0-1,0 0 0,-1 0 1,1 0-1,0 0 0,0 0 1,-1-1-1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12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0 24575,'-8'4'0,"-1"1"0,1 0 0,0 0 0,-8 7 0,15-11 0,-1 1 0,1-1 0,-1 0 0,1 1 0,0-1 0,-1 1 0,1-1 0,0 1 0,0 0 0,0-1 0,0 1 0,0 0 0,1 0 0,-1 0 0,1 0 0,-1 0 0,1 0 0,-1 0 0,1 0 0,0 0 0,0 0 0,0 0 0,0-1 0,0 1 0,1 0 0,0 4 0,0-4 0,0 0 0,0 0 0,0-1 0,1 1 0,-1 0 0,1 0 0,-1-1 0,1 1 0,0-1 0,-1 1 0,1-1 0,0 0 0,3 2 0,31 13 0,-26-12 0,15 6 0,0-1 0,1-1 0,0-2 0,1 0 0,-1-2 0,1 0 0,0-2 0,52-3 0,-67-2-1365,-3 0-5461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12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7 24575,'-5'-7'0,"3"11"0,2 14 0,10 19 0,1-1 0,1 1 0,35 66 0,0 2 0,-30-52-1365,-13-44-5461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13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 24575,'-18'16'0,"13"-11"0,-1-1 0,1 1 0,0 1 0,-7 10 0,11-14 0,0 0 0,-1 1 0,1-1 0,1 0 0,-1 1 0,0-1 0,0 1 0,1-1 0,0 1 0,-1-1 0,1 1 0,0 0 0,0-1 0,1 1 0,-1-1 0,0 1 0,2 4 0,-1-4 0,0 0 0,0 0 0,1 0 0,-1 0 0,1 0 0,0 0 0,0 0 0,-1-1 0,2 1 0,-1-1 0,0 1 0,1-1 0,3 3 0,-1-1 0,1-1 0,-1 0 0,1 0 0,-1-1 0,1 0 0,11 3 0,2-1 0,0-1 0,0-1 0,32-1 0,21-2-1365,-58 1-5461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13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24575,'-3'12'0,"-1"1"0,2 0 0,0 0 0,0 0 0,1 0 0,1 0 0,0 0 0,1 0 0,0 0 0,6 24 0,1-8 0,1-1 0,2 0 0,22 42 0,-32-68 0,11 22 0,10 27 0,-20-44 0,1 1 0,-1 0 0,0 0 0,-1 0 0,0 0 0,0 0 0,-1 0 0,0 8 0,0-15 5,0 0 0,0 0 0,-1 0-1,1 0 1,0 0 0,0 0 0,-1 0 0,1 0-1,0 0 1,-1 0 0,1 0 0,-1 0 0,0 0-1,1 0 1,-1 0 0,1-1 0,-1 1-1,0 0 1,0-1 0,0 1 0,1 0 0,-1-1-1,0 1 1,-2 0 0,2-1-55,0 0 1,1 1-1,-1-1 1,0 0-1,0 0 1,0 0-1,0-1 1,0 1-1,1 0 1,-1 0-1,0 0 1,0-1-1,0 1 1,0 0-1,1-1 1,-1 1-1,0 0 1,0-1-1,1 1 1,-1-1-1,0 0 1,1 1-1,-1-1 1,1 1-1,-1-1 1,1 0-1,-1 0 1,1 1-1,-1-2 1,-4-7-6777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14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 24575,'-6'2'0,"-1"0"0,1 1 0,0-1 0,1 1 0,-9 6 0,12-7 0,-1 0 0,0 1 0,1-1 0,-1 1 0,1-1 0,0 1 0,0 0 0,0 0 0,1 0 0,-1 0 0,-2 6 0,-17 56 0,21-64 0,0-1 0,0 1 0,0-1 0,0 1 0,0 0 0,0-1 0,0 1 0,0 0 0,0-1 0,0 1 0,0-1 0,0 1 0,0-1 0,0 1 0,0 0 0,1-1 0,-1 1 0,0-1 0,1 1 0,-1-1 0,0 1 0,1-1 0,-1 1 0,1 0 0,0 0 0,0-1 0,0 1 0,1 0 0,-1 0 0,0-1 0,1 1 0,-1-1 0,0 1 0,1-1 0,1 1 0,5-1 0,1 1 0,-1-1 0,9-1 0,-9 1 0,201-2-1365,-194 2-5461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42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28 24575,'-4'-24'0,"3"21"0,4 16 0,30 110 0,-15-62 0,18 42 0,-5-14 0,-28-72-1365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43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29 24575,'17'-5'0,"48"-13"0,-56 16 0,-1 1 0,1 0 0,-1 0 0,1 1 0,13 1 0,-20-1 0,0 1 0,0-1 0,0 1 0,0-1 0,0 1 0,0 0 0,0 0 0,-1 0 0,1 0 0,0 0 0,0 0 0,-1 0 0,1 1 0,-1-1 0,3 3 0,-1 0 0,-1-1 0,0 0 0,0 1 0,0 0 0,-1-1 0,1 1 0,1 7 0,0 3 0,-1 1 0,-1 0 0,0 21 0,0-29 0,-1-1 0,-1 1 0,1-1 0,-1 1 0,0-1 0,-1 1 0,0-1 0,0 0 0,0 0 0,0 0 0,-1 0 0,-7 11 0,8-14 0,-1 1 0,0 0 0,0-1 0,0 1 0,-1-1 0,1 0 0,-1 0 0,0-1 0,0 1 0,0-1 0,0 0 0,0 0 0,0 0 0,-1 0 0,1-1 0,0 0 0,-7 1 0,-9 1 0,0-2 0,0 0 0,-37-4 0,44 1 0,0 0 0,-1-1 0,1 0 0,0-1 0,1-1 0,-21-9 0,30 12 0,0 0 0,0 1 0,0-2 0,0 1 0,1 0 0,-1 0 0,1-1 0,-1 0 0,1 1 0,0-1 0,0 0 0,0 0 0,0 0 0,1 0 0,-1 0 0,1-1 0,0 1 0,0 0 0,0-1 0,0 1 0,1-1 0,-1 1 0,1-1 0,0 1 0,0-1 0,0 1 0,0-1 0,1 1 0,-1-1 0,1 1 0,0-1 0,0 1 0,1 0 0,-1-1 0,3-3 0,0 1 11,1-1 0,1 1 0,-1 0 0,1 1 0,0-1 0,0 1-1,1 1 1,-1-1 0,1 1 0,12-6 0,-8 6-223,0-1 0,1 2 0,-1-1-1,1 2 1,0-1 0,16 0 0,-9 2-6614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43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24575,'14'77'0,"3"0"0,28 77 0,-29-112 0,27 53 0,-36-80-1365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44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0 24575,'-57'44'0,"-37"29"0,92-72 0,1 0 0,0 0 0,0 0 0,0 0 0,0 0 0,0 0 0,0 0 0,0 0 0,0 1 0,1-1 0,-1 0 0,0 1 0,1-1 0,-1 1 0,1-1 0,-1 1 0,1-1 0,0 1 0,-1 1 0,2-1 0,-1-1 0,0 1 0,1-1 0,-1 0 0,1 1 0,0-1 0,-1 1 0,1-1 0,0 0 0,0 1 0,0-1 0,0 0 0,0 0 0,0 0 0,0 0 0,0 0 0,1 0 0,-1 0 0,1 1 0,3 0 0,0 1 0,1 0 0,-1-1 0,0 0 0,1 0 0,-1-1 0,1 1 0,-1-1 0,10 1 0,6-1 0,27-2 0,-24 0 0,-16 1-195,0-1 0,0 0 0,0 0 0,0 0 0,0-1 0,10-4 0,-5 0-6631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44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24575,'9'32'0,"4"15"0,2 7 0,1 0 0,0-5 0,-3-6 0,0-7 0,-1-6 0,-3-5 0,1-1 0,-2-4 0,0-1 0,-1-3 0,-2 0 0,-4-4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44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0 273 24575,'1'0'0,"68"13"0,80 3 0,-146-15 0,0-1 0,1 0 0,-1-1 0,0 1 0,1 0 0,-1-1 0,0 0 0,1 0 0,-1 0 0,0 0 0,0 0 0,0-1 0,0 1 0,0-1 0,0 0 0,0 0 0,-1 0 0,1 0 0,-1-1 0,1 1 0,-1-1 0,0 1 0,0-1 0,0 0 0,0 0 0,-1 0 0,1 0 0,-1 0 0,0 0 0,1 0 0,-1 0 0,-1-1 0,1 1 0,0-5 0,0-1 0,-1 0 0,1 0 0,-2 0 0,1 0 0,-1 0 0,-1 1 0,-4-16 0,-1 1 0,-17-37 0,19 50 0,0 0 0,0 0 0,-1 0 0,-8-10 0,11 19 0,2 6 0,4 9 0,78 208 0,-28-117 106,-21-44-1577,-26-51-5355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45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24575,'11'-5'0,"0"1"0,0 1 0,1 0 0,-1 0 0,21-1 0,-30 4 0,1 0 0,0 0 0,0 0 0,-1 1 0,1-1 0,0 1 0,-1-1 0,1 1 0,0 0 0,-1 0 0,1 0 0,-1 0 0,0 1 0,1-1 0,-1 1 0,0-1 0,0 1 0,0 0 0,0 0 0,0 0 0,0 0 0,0 0 0,-1 0 0,1 0 0,-1 0 0,0 1 0,1-1 0,-1 1 0,0-1 0,0 5 0,2 3 0,-1 1 0,0 0 0,0 0 0,-1 19 0,-6 46 0,4-67 0,-1 0 0,-1 0 0,0 0 0,0 0 0,-5 9 0,4-8 0,0 1 0,-5 19 0,9-28 0,-1-1 0,1 0 0,0 1 0,0-1 0,0 1 0,0-1 0,0 1 0,1-1 0,-1 0 0,0 1 0,1-1 0,-1 1 0,1-1 0,-1 0 0,1 1 0,0-1 0,-1 0 0,1 0 0,0 0 0,0 0 0,0 1 0,0-1 0,0 0 0,0 0 0,0-1 0,0 1 0,0 0 0,1 0 0,-1-1 0,0 1 0,1 0 0,-1-1 0,0 1 0,1-1 0,-1 0 0,0 1 0,2-1 0,7 2 0,0-1 0,-1 0 0,1 0 0,12-2 0,-17 1 0,18 0-95,-15 1-64,0-1 0,0 0 1,0-1-1,0 1 0,0-2 0,0 1 1,15-6-1,-11 1-6667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45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24575,'29'-2'0,"13"-1"0,1 0 0,-4 0 0,-4 1 0,-6 1 0,-4 1 0,-5-3 0,-3 0 0,-5 0-8191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48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807 59 24575,'20'-2'0,"44"-7"0,-115 5 0,-143-11 0,18 1 0,169 14 0,-188-9 0,163 6 0,0 1 0,0 1 0,0 2 0,-54 8 0,44-4-1365,30-4-5461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49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353 195 24575,'1'0'0,"-1"-1"0,0 1 0,1-1 0,-1 1 0,0-1 0,0 1 0,1-1 0,-1 1 0,0-1 0,0 1 0,0-1 0,0 1 0,1-1 0,-1 1 0,0-1 0,0 1 0,0-1 0,0 1 0,0-1 0,0 1 0,-1-1 0,1 1 0,0-1 0,0 1 0,0-1 0,0 1 0,-1-1 0,1 1 0,0-1 0,0 1 0,-1-1 0,1 1 0,0-1 0,-1 1 0,1 0 0,-1-1 0,1 1 0,0 0 0,-1-1 0,-21-14 0,18 13 0,-79-41 0,29 16 0,-122-58 0,175 84 0,1 1 0,0 0 0,-1-1 0,1 1 0,-1 0 0,1 0 0,0 0 0,-1-1 0,1 1 0,-1 0 0,1 0 0,-1 0 0,1 0 0,-1 0 0,1 0 0,0 0 0,-1 0 0,1 0 0,-1 0 0,1 0 0,-1 0 0,1 0 0,-1 1 0,5 7 0,14 11 0,102 75 0,-25-22 0,-63-49 0,-24-19 0,-1 1 0,0 0 0,0 1 0,8 7 0,-14-12 0,-1 0 0,1 0 0,0-1 0,-1 1 0,1 0 0,-1 0 0,1 0 0,-1 0 0,1 0 0,-1-1 0,0 1 0,1 0 0,-1 0 0,0 0 0,0 0 0,0 0 0,0 0 0,0 0 0,0 0 0,0 0 0,0 0 0,0 0 0,0 2 0,-1-2 0,0 1 0,0 0 0,0-1 0,0 1 0,0-1 0,0 1 0,0-1 0,-1 0 0,1 1 0,0-1 0,-4 2 0,-2 1 0,0 0 0,-1 0 0,1 0 0,-13 3 0,-20 7-1365,30-10-5461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53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365 185 24575,'-105'-65'0,"-82"-44"0,184 107 0,-1 1 0,0-1 0,0 1 0,0 0 0,1-1 0,-1 2 0,0-1 0,-7 0 0,10 1 0,0 0 0,-1 0 0,1 1 0,0-1 0,0 0 0,0 0 0,0 1 0,-1-1 0,1 1 0,0-1 0,0 1 0,0 0 0,0-1 0,0 1 0,0 0 0,0 0 0,0 0 0,1 0 0,-1-1 0,0 1 0,0 0 0,1 0 0,-1 1 0,1-1 0,-1 0 0,1 0 0,-1 0 0,1 0 0,-1 0 0,1 1 0,0 1 0,-2 8 0,1 0 0,0 0 0,1 0 0,0 0 0,1 0 0,4 22 0,22 66 0,-19-75 0,61 178 0,15 23 0,-66-179 0,-14-37-1365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53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45 24575,'-29'-7'0,"-13"-3"0,-3 1 0,3 1 0,6 3 0,7 2 0,6 1 0,4 1 0,3 4 0,5 3 0,1 0 0,2 3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54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786 59 24575,'-299'-24'0,"173"13"-65,-213-12-1235,318 22-5526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54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59 24575,'-26'-9'0,"-69"-24"0,79 28 0,-1 2 0,0-1 0,-30-1 0,44 6 0,1-1 0,-1 0 0,1 1 0,-1-1 0,0 1 0,1 0 0,-1 0 0,1 0 0,0 0 0,-1 0 0,1 0 0,0 1 0,0-1 0,0 1 0,0 0 0,0-1 0,0 1 0,0 0 0,0 0 0,1 0 0,-1 0 0,1 1 0,-1-1 0,1 0 0,0 1 0,0-1 0,-1 4 0,-1 3 0,1-1 0,-1 2 0,1-1 0,1 0 0,0 0 0,0 15 0,1-11 0,2 1 0,0-1 0,0 0 0,1 0 0,1 0 0,0-1 0,1 1 0,10 18 0,8 10 0,30 41 0,-37-59 0,5 5 0,-9-13 0,11 20 0,-20-30 0,-1-1 0,0 0 0,0 1 0,0 0 0,-1-1 0,1 1 0,-1 0 0,0 0 0,0 8 0,-2-2-1365,-2-2-5461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54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44 24575,'-27'-5'0,"-13"-1"0,-4-1 0,5 2 0,5-1 0,7 1 0,5 1 0,4 1 0,3 1 0,1 3 0,3 2-8191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55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 24575,'-11'0'0,"0"0"0,0 1 0,1 1 0,-1 0 0,-18 5 0,27-6 0,-1 0 0,0 0 0,0 0 0,1 0 0,-1 1 0,1-1 0,-1 1 0,1-1 0,-1 1 0,1 0 0,0 0 0,0 0 0,0 0 0,0 0 0,0 1 0,1-1 0,-1 1 0,1-1 0,-1 1 0,1-1 0,0 1 0,0 0 0,0 0 0,0-1 0,1 1 0,-1 3 0,1-2 0,0-1 0,1 0 0,-1 0 0,1 1 0,0-1 0,0 0 0,0 0 0,0 0 0,0 0 0,1 0 0,-1 0 0,1 0 0,0 0 0,3 3 0,5 5 0,22 20 0,-19-19 0,9 5 0,-18-14 0,0 0 0,1 0 0,-1 0 0,0 1 0,-1-1 0,1 1 0,-1 0 0,1 0 0,2 6 0,-6-10 0,0 0 0,0 1 0,1-1 0,-1 1 0,0-1 0,0 0 0,0 1 0,0-1 0,0 1 0,0-1 0,0 0 0,0 1 0,-1-1 0,1 1 0,0-1 0,0 0 0,0 1 0,0-1 0,0 1 0,-1-1 0,1 0 0,0 1 0,0-1 0,-1 0 0,1 1 0,0-1 0,0 0 0,-1 0 0,1 1 0,0-1 0,-1 0 0,1 0 0,0 0 0,-1 1 0,1-1 0,-1 0 0,1 0 0,0 0 0,-1 0 0,1 0 0,-1 0 0,1 0 0,-21 3 0,19-3 0,-30 1-455,-1-2 0,-51-7 0,66 5-6371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7:59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330 100 24575,'-106'-39'0,"-66"-19"0,170 57 0,0 0 0,0 1 0,0 0 0,0-1 0,0 1 0,0 0 0,0 0 0,0 0 0,0 0 0,0 1 0,0-1 0,1 0 0,-1 1 0,-2 0 0,2 0 0,1 0 0,0 0 0,0 0 0,-1 0 0,1 0 0,0 0 0,0 0 0,0 1 0,0-1 0,0 0 0,1 1 0,-1-1 0,0 0 0,1 1 0,-1-1 0,1 1 0,-1-1 0,0 3 0,0 3 0,0 1 0,1-1 0,-1 0 0,1 0 0,0 1 0,1-1 0,0 0 0,4 14 0,21 59 0,-20-65 0,68 157 0,-1-3 0,-58-127 0,-1 1 0,9 48 0,-22-82 0,6 25 0,-1 0 0,1 59 0,-7-90-105,0 0 0,0 0 0,0 0 0,-1 0 0,1-1 0,-1 1 0,0 0 0,1 0 0,-1-1 0,-1 1 0,1 0 0,-3 4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00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31 24575,'-30'-2'0,"-14"-4"0,-5 0 0,4 0 0,4 2 0,7 1 0,7 1 0,3 1 0,3 1 0,2 0 0,3 0 0,1 3 0,3 1-8191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00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8 24575,'-27'-2'0,"-3"-2"0,-1 2 0,-52 3 0,80 0 0,0-1 0,0 0 0,0 1 0,1-1 0,-1 1 0,0 0 0,0 0 0,1 0 0,-1 1 0,1-1 0,-1 1 0,-4 3 0,6-4 0,0 0 0,1 0 0,-1 0 0,0 0 0,0 1 0,1-1 0,-1 0 0,1 1 0,-1-1 0,1 0 0,-1 1 0,1-1 0,0 1 0,0-1 0,0 0 0,0 1 0,0-1 0,0 1 0,0-1 0,0 1 0,1-1 0,-1 0 0,0 1 0,1-1 0,-1 0 0,1 1 0,0 0 0,3 7 0,1-1 0,0-1 0,0 1 0,0-1 0,1 1 0,0-2 0,13 13 0,54 37 0,-62-48 0,111 74 0,-107-70 0,-13-6 0,-3-5 0,1-1 0,0 0 0,-1 1 0,1-1 0,0 0 0,-1 1 0,1-1 0,0 0 0,-1 1 0,1-1 0,-1 0 0,1 0 0,-1 0 0,1 0 0,-1 1 0,1-1 0,0 0 0,-2 0 0,-8 2 0,-1-1 0,1-1 0,-1 1 0,0-1 0,-20-4 0,-53-14 0,64 14 0,-18-7-1365,24 7-5461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00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12 24575,'-22'-3'0,"-9"0"0,-3 0 0,0 0 0,3 4 0,5 1 0,4 1 0,3-1 0,3 0 0,1-1 0,4 0-8191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00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56 24575,'-27'-7'0,"-14"-3"0,-2 1 0,1-1 0,3 1 0,5 3 0,4 2 0,5 4 0,3 2 0,4 1 0,2-1 0,4 0-8191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01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24575,'2'13'0,"4"8"0,3 3 0,0 3 0,0-1 0,3 0 0,0 1 0,-1-2 0,-1-1 0,-1-1 0,0-3 0,-2-2 0,-1-1 0,-3-2 0,-1 0 0,-1-1 0,-1-3-8191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01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24575,'3'-2'0,"14"-9"0,22-11 0,-34 19 0,0 1 0,0 0 0,1 0 0,-1 0 0,0 1 0,1 0 0,-1 0 0,1 0 0,8 1 0,-11 0 0,0 1 0,-1-1 0,1 1 0,0 0 0,-1 0 0,1 0 0,-1 1 0,1-1 0,-1 1 0,1-1 0,-1 1 0,0 0 0,0 0 0,0 0 0,0 0 0,0 0 0,0 0 0,-1 0 0,1 1 0,-1-1 0,1 1 0,0 2 0,4 8 0,-1-1 0,-1 1 0,4 16 0,-8-28 0,1 3 0,0 1 0,0-1 0,-1 1 0,0-1 0,0 1 0,0-1 0,0 1 0,-1-1 0,1 1 0,-1-1 0,0 1 0,-1-1 0,-2 8 0,0-5 0,0 1 0,-1-2 0,0 1 0,0 0 0,0-1 0,-11 10 0,15-15 0,-4 3 0,1 1 0,-1 0 0,1-1 0,0 1 0,-4 8 0,7-12 0,1 0 0,-1 0 0,1 0 0,0-1 0,-1 1 0,1 0 0,0 0 0,-1 0 0,1 0 0,0 0 0,0 0 0,0 1 0,0-1 0,0 0 0,0 0 0,0 0 0,1 0 0,-1 0 0,0 0 0,0 0 0,1 0 0,-1 0 0,1-1 0,-1 1 0,1 0 0,-1 0 0,1 0 0,-1 0 0,1 0 0,0-1 0,0 1 0,-1 0 0,1-1 0,0 1 0,0 0 0,0-1 0,0 1 0,0-1 0,-1 0 0,1 1 0,2 0 0,6 2 0,0 1 0,1-1 0,-1-1 0,1 0 0,0 0 0,13 0 0,63-2 0,-47-1 0,17 0-1365,-42 1-5461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02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24575,'-2'28'0,"1"1"0,1-1 0,1 1 0,10 52 0,-2-41 0,1 0 0,29 66 0,-37-101-62,4 9-199,0 1 1,0 1-1,-2-1 1,6 31-1,-9-34-6565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02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0 24575,'0'0'0,"-11"3"0,0-1 0,1 2 0,0-1 0,-19 10 0,27-11 0,0-1 0,0 1 0,-1-1 0,1 1 0,0 0 0,0 0 0,0 0 0,1 0 0,-1 0 0,0 0 0,1 1 0,0-1 0,-1 0 0,1 1 0,0-1 0,0 1 0,0 0 0,1-1 0,-1 1 0,1-1 0,-1 1 0,1 0 0,0 0 0,0 4 0,0-3 0,1-1 0,-1 1 0,1-1 0,0 1 0,0-1 0,0 0 0,0 0 0,1 1 0,-1-1 0,1 0 0,0 0 0,0-1 0,0 1 0,0 0 0,1 0 0,-1-1 0,1 0 0,-1 1 0,1-1 0,0 0 0,0 0 0,0-1 0,0 1 0,0 0 0,5 1 0,7 2 0,0-1 0,1-1 0,-1 0 0,23 1 0,-12-1 0,98 5-1365,-109-8-5461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06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 24575,'-7'0'0,"-5"0"0,-4 0 0,0 0 0,-1 0 0,1 0 0,0 0 0,0 0 0,1 0 0,1 0 0,-1 2 0,1 1 0,-1 0 0,1 0 0,0-1 0,-1-1 0,3-1-8191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06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15 24575,'-30'-2'0,"-14"-2"0,-2 1 0,4 1 0,6 0 0,8 1 0,6 3 0,4 1 0,5 0-8191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06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24575,'-2'4'0,"1"0"0,0 0 0,0 0 0,0 1 0,0-1 0,0 0 0,1 1 0,0-1 0,0 0 0,0 1 0,1-1 0,1 7 0,0-1 0,1-1 0,0 1 0,0-1 0,7 14 0,7 5 0,1-1 0,30 35 0,-13-18 0,-17-23-1365,-10-14-5461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07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45 24575,'-7'4'0,"0"1"0,0 0 0,1 1 0,0-1 0,0 1 0,0 0 0,1 1 0,-8 12 0,5-8 0,-17 19 0,20-26 0,1 0 0,-1 0 0,0-1 0,0 1 0,0-1 0,-1 0 0,1-1 0,-1 1 0,1-1 0,-1-1 0,0 1 0,0-1 0,-10 2 0,13-3 0,0 0 0,0 0 0,0 0 0,-1 0 0,1-1 0,0 1 0,0-1 0,0 0 0,0 0 0,0 0 0,0 0 0,0-1 0,1 1 0,-1-1 0,0 1 0,1-1 0,-1 0 0,1 0 0,0 0 0,-1-1 0,1 1 0,0 0 0,0-1 0,1 0 0,-1 1 0,0-1 0,-1-5 0,1 5 4,1 0 0,0 0-1,0 0 1,0-1-1,0 1 1,1 0 0,-1-1-1,1 1 1,0 0 0,0-1-1,0 1 1,0 0-1,1-1 1,-1 1 0,1 0-1,0 0 1,0-1 0,0 1-1,0 0 1,1 0-1,-1 0 1,1 0 0,0 0-1,0 1 1,0-1 0,0 1-1,0-1 1,1 1-1,-1-1 1,1 1 0,-1 0-1,5-2 1,2-2-169,0 1 0,1 0 0,0 0 0,0 1 0,0 0 0,0 1 0,1 0 0,18-2 0,-15 4-6661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07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18 24575,'0'-1'0,"1"0"0,-1 0 0,1 0 0,-1 0 0,1 0 0,0 0 0,-1 0 0,1 0 0,0 0 0,0 0 0,0 1 0,0-1 0,-1 0 0,1 1 0,0-1 0,0 0 0,0 1 0,2-1 0,-2 1 0,0 0 0,0 0 0,0 0 0,0 0 0,0 0 0,0 0 0,-1 0 0,1 0 0,0 1 0,0-1 0,0 0 0,0 1 0,-1-1 0,1 0 0,0 1 0,0-1 0,-1 1 0,2 1 0,1 1 0,1 0 0,-1 1 0,-1-1 0,1 1 0,-1 0 0,1 0 0,2 7 0,-1-2 0,-1-2 0,0 0 0,0 1 0,-1-1 0,0 1 0,0-1 0,1 9 0,-3-14 0,0-1 0,0 1 0,-1 0 0,1 0 0,0 0 0,-1 0 0,1 0 0,-1 0 0,1-1 0,-1 1 0,0 0 0,0-1 0,0 1 0,0 0 0,0-1 0,0 1 0,0-1 0,-1 1 0,1-1 0,0 0 0,-1 0 0,1 1 0,-1-1 0,1 0 0,-1 0 0,0 0 0,1-1 0,-1 1 0,0 0 0,-2 0 0,-3 1 0,0-1 0,0 1 0,0-1 0,0-1 0,0 1 0,-1-1 0,1 0 0,0-1 0,0 0 0,0 0 0,-8-3 0,6 2 0,0-1 0,1 0 0,-1 0 0,1-1 0,0 0 0,0 0 0,1-1 0,-11-8 0,16 11 0,0 1 0,0-1 0,0 0 0,0 0 0,1 0 0,-1 0 0,1 0 0,-1 0 0,1 0 0,0 0 0,0-1 0,0 1 0,0 0 0,0-1 0,0 1 0,1-1 0,-1 1 0,1-1 0,-1 1 0,1-1 0,0 1 0,0-1 0,1 0 0,-1 1 0,0-1 0,1 1 0,-1-1 0,1 1 0,0-1 0,0 1 0,0 0 0,0-1 0,0 1 0,1 0 0,-1 0 0,1 0 0,-1 0 0,1 0 0,0 0 0,0 0 0,0 1 0,0-1 0,0 1 0,0-1 0,0 1 0,5-2 0,-1 0-136,1 1-1,0-1 1,-1 2-1,1-1 1,0 1-1,0 0 1,0 0-1,0 1 0,10 0 1,-1 1-6690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08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31 24575,'0'-1'0,"0"1"0,0 0 0,0-1 0,0 1 0,0 0 0,0 0 0,0-1 0,0 1 0,0 0 0,-1-1 0,1 1 0,0 0 0,0 0 0,0-1 0,0 1 0,-1 0 0,1 0 0,0-1 0,0 1 0,0 0 0,-1 0 0,1 0 0,0-1 0,0 1 0,-1 0 0,1 0 0,0 0 0,-1 0 0,1 0 0,0 0 0,0 0 0,-1-1 0,1 1 0,0 0 0,-1 0 0,1 0 0,0 0 0,-1 0 0,1 0 0,-5 14 0,3 20 0,2-34 0,0 3 0,0 0 0,0 0 0,0 1 0,-1-1 0,1 0 0,-1 0 0,0 0 0,1 0 0,-2-1 0,1 1 0,0 0 0,0 0 0,-3 3 0,2-4 0,0 0 0,0-1 0,0 1 0,0-1 0,0 1 0,0-1 0,0 0 0,0 0 0,0 0 0,-1 0 0,1 0 0,0-1 0,-1 1 0,1-1 0,0 1 0,-1-1 0,-3 0 0,-9 1 0,0-1 0,0-1 0,1 0 0,-24-6 0,32 6 0,0-1 0,0 1 0,0-1 0,0-1 0,0 1 0,1-1 0,-1 0 0,1 0 0,0-1 0,0 0 0,0 0 0,0 0 0,-5-6 0,9 8 0,0 1 0,0 0 0,0 0 0,0-1 0,0 1 0,1 0 0,-1-1 0,0 1 0,1-1 0,-1 1 0,1-1 0,0 1 0,-1-1 0,1 1 0,0-1 0,0 1 0,0-1 0,0 1 0,0-1 0,0 1 0,1-3 0,0 2 0,0 0 0,0 1 0,0-1 0,0 0 0,1 1 0,-1-1 0,0 1 0,1-1 0,-1 1 0,1 0 0,-1-1 0,1 1 0,0 0 0,2-1 0,4-2 0,0 1 0,1 0 0,-1 0 0,1 1 0,0 0 0,10-1 0,15 1-1365,-20 2-5461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08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61 24575,'-3'-5'0,"1"0"0,0 0 0,1 1 0,-3-9 0,4 13 0,0 0 0,0 0 0,0 0 0,0 0 0,0 0 0,0 0 0,0 0 0,0 0 0,1 0 0,-1 0 0,0 0 0,0 0 0,0 0 0,0 0 0,0 0 0,0 0 0,0 0 0,0 0 0,0 0 0,0 0 0,0 0 0,0 0 0,0 0 0,0 0 0,0 0 0,0 0 0,0 0 0,0 0 0,0 0 0,0 0 0,1 0 0,-1 0 0,0 0 0,0 0 0,0 0 0,0 0 0,0 0 0,0 0 0,0 0 0,0 0 0,0 0 0,0 0 0,0 0 0,0 0 0,0 0 0,0 0 0,0 0 0,0 0 0,0 0 0,0 0 0,0 0 0,7 8 0,5 11 0,1 4 0,-6-10 0,0 0 0,6 14 0,-12-24 0,0 0 0,0 0 0,0 0 0,0 0 0,0 0 0,-1 1 0,0-1 0,1 0 0,-1 0 0,-1 1 0,1-1 0,0 0 0,-1 0 0,-1 6 0,1-8 0,0 1 0,0-1 0,0 1 0,0-1 0,0 0 0,0 1 0,0-1 0,0 0 0,-1 0 0,1 0 0,-1 0 0,1 0 0,-1 0 0,1 0 0,-1 0 0,1-1 0,-1 1 0,0-1 0,1 1 0,-1-1 0,0 0 0,-3 1 0,-5 0 0,0-1 0,-18-1 0,13 0 0,-2 0 0,1 0 0,-1-1 0,0-1 0,1-1 0,0 0 0,0-1 0,0-1 0,-25-13 0,39 18 0,0 0 0,1 0 0,-1 0 0,1 0 0,-1 0 0,1 0 0,0 0 0,-1-1 0,1 1 0,0-1 0,0 1 0,0 0 0,0-1 0,0 0 0,0 1 0,0-1 0,0 0 0,1 1 0,-1-1 0,1 0 0,-1 0 0,1 0 0,0 1 0,0-1 0,0 0 0,0-3 0,1 2 0,-1 0 0,1 0 0,0 0 0,1 0 0,-1 0 0,0 0 0,1 1 0,0-1 0,0 1 0,-1-1 0,2 1 0,-1-1 0,0 1 0,0 0 0,3-2 0,7-4 0,-1 0 0,1 1 0,1 0 0,-1 1 0,1 0 0,0 1 0,25-6 0,-15 6 0,1 1 0,1 1 0,38 0 0,-42 3-1365,-4 1-5461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10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2248 3 24575,'0'0'0,"0"0"0,0 0 0,0 0 0,0 0 0,0 0 0,0 0 0,0 0 0,0 0 0,-1 0 0,1 0 0,0 0 0,0-1 0,0 1 0,0 0 0,0 0 0,0 0 0,0 0 0,0 0 0,0 0 0,0 0 0,0 0 0,0 0 0,0 0 0,0-1 0,0 1 0,0 0 0,0 0 0,0 0 0,0 0 0,0 0 0,0 0 0,0 0 0,0 0 0,0 0 0,0 0 0,1-1 0,-1 1 0,0 0 0,0 0 0,0 0 0,0 0 0,-18 2 0,-26 5 0,4-2 0,-67 1 0,17-2 0,-90 10 0,-151 14 0,-310-4 0,401-33 0,128 3 0,1-1 0,41 1 0,-88 5 0,149 1 24,0 1 0,0 1 0,0-1 0,-12 5 0,17-5-123,1 0 0,0 1 0,0-1 0,0 1 0,0 0 0,1 0 0,-1 0 0,0 0 0,1 0 0,-1 0 0,1 1 0,0-1 0,0 1 0,-4 5 0,1 2-6727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10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24575,'-7'8'0,"-3"4"0,0 3 0,3 1 0,2 1 0,4 0 0,2-1 0,4-1 0,1 0 0,1-3 0,1 0 0,0-1 0,-1 1 0,2-2 0,-2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11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24575,'5'-3'0,"-1"0"0,1 1 0,0-1 0,0 1 0,0 1 0,0-1 0,0 1 0,1 0 0,-1 0 0,0 0 0,1 1 0,-1 0 0,0 0 0,8 1 0,-8 0 0,-1 0 0,1 1 0,-1-1 0,1 1 0,-1 0 0,0 0 0,1 1 0,-1-1 0,0 1 0,-1 0 0,1 0 0,0 0 0,-1 0 0,0 1 0,0-1 0,4 7 0,0-1 0,-1 1 0,0 0 0,0 0 0,-1 0 0,4 12 0,-8-18 0,0 0 0,-1-1 0,1 1 0,0 0 0,-1-1 0,0 1 0,0 0 0,0 0 0,0-1 0,-1 1 0,1 0 0,-1-1 0,0 1 0,0-1 0,0 1 0,-1-1 0,1 1 0,-1-1 0,-2 4 0,-38 45 0,41-52 0,1 0 0,0 1 0,0-1 0,-1 0 0,1 1 0,0-1 0,0 0 0,0 1 0,0-1 0,-1 1 0,1-1 0,0 0 0,0 1 0,0-1 0,0 1 0,0-1 0,0 0 0,0 1 0,0-1 0,0 1 0,0-1 0,0 1 0,0-1 0,0 0 0,1 1 0,-1-1 0,0 1 0,1 0 0,-1-1 0,1 1 0,0-1 0,-1 1 0,1-1 0,0 1 0,-1-1 0,1 0 0,0 1 0,-1-1 0,1 0 0,0 0 0,1 1 0,28 1 0,-27-2 0,5-1 14,0 0 0,-1 0 0,14-4-1,0 0-1433,-11 3-5406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11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17 24575,'3'0'0,"1"0"0,-1 0 0,0 0 0,0 1 0,1-1 0,-1 1 0,0 0 0,0 0 0,0 0 0,0 0 0,0 1 0,0-1 0,0 1 0,-1-1 0,1 1 0,0 0 0,-1 0 0,3 3 0,-3-2 0,0 0 0,0 0 0,0 0 0,-1 0 0,1 1 0,-1-1 0,0 0 0,0 1 0,0-1 0,0 1 0,-1-1 0,1 1 0,-1-1 0,0 1 0,0-1 0,-1 6 0,1-6 0,0 0 0,0-1 0,-1 1 0,1-1 0,0 1 0,-1 0 0,0-1 0,0 0 0,0 1 0,0-1 0,0 1 0,0-1 0,-1 0 0,1 0 0,-1 0 0,1 0 0,-1 0 0,0 0 0,0 0 0,0 0 0,0-1 0,0 1 0,0-1 0,0 0 0,-1 1 0,1-1 0,0 0 0,-1 0 0,1 0 0,-1-1 0,1 1 0,-1-1 0,1 1 0,-1-1 0,0 0 0,-4 0 0,-10 0 0,-1-1 0,1 0 0,-1-1 0,1-1 0,0-1 0,0-1 0,0 0 0,1-1 0,0 0 0,-26-16 0,38 20 0,0 0 0,1-1 0,-1 0 0,1 1 0,0-1 0,0 0 0,0 0 0,-4-7 0,6 9 0,1 0 0,-1 0 0,0-1 0,1 1 0,-1 0 0,1 0 0,0-1 0,-1 1 0,1 0 0,0-1 0,0 1 0,0-1 0,0 1 0,0 0 0,0-1 0,0 1 0,0 0 0,1-1 0,-1 1 0,0 0 0,1-1 0,-1 1 0,1 0 0,0 0 0,-1-1 0,1 1 0,0 0 0,0 0 0,0 0 0,2-2 0,2-1-91,0 0 0,0 0 0,1 1 0,-1 0 0,1 0 0,0 0 0,0 1 0,0-1 0,0 1 0,1 1 0,-1-1 0,0 1 0,1 0 0,10 1 0,-3-1-6735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12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16 24575,'-1'-1'0,"1"0"0,0 1 0,-1-1 0,1 0 0,0 1 0,0-1 0,0 0 0,-1 1 0,1-1 0,0 0 0,0 1 0,0-1 0,0 0 0,0 0 0,0 1 0,0-1 0,1 0 0,-1 1 0,0-2 0,1 2 0,-1-1 0,1 1 0,-1 0 0,0 0 0,1 0 0,-1 0 0,1 0 0,-1 0 0,1 0 0,-1 0 0,0 0 0,1 0 0,-1 1 0,1-1 0,-1 0 0,0 0 0,1 0 0,-1 0 0,0 1 0,1-1 0,-1 0 0,0 0 0,1 1 0,24 20 0,-21-17 0,0 1 0,0-1 0,-1 1 0,1 0 0,-1 0 0,-1 0 0,5 9 0,-6-13 0,-1 0 0,1 0 0,-1 1 0,0-1 0,1 0 0,-1 0 0,0 1 0,0-1 0,0 0 0,0 1 0,0-1 0,0 0 0,0 1 0,0-1 0,0 0 0,-1 1 0,1-1 0,-1 0 0,1 0 0,-1 1 0,1-1 0,-1 0 0,0 0 0,1 0 0,-1 0 0,0 0 0,0 0 0,0 0 0,0 0 0,0 0 0,0 0 0,0 0 0,0-1 0,0 1 0,0 0 0,-1-1 0,1 1 0,-2 0 0,-3 1 0,0-1 0,-1 1 0,1-1 0,0 0 0,-1-1 0,-7 0 0,-39-3 0,46 2 0,-9 0 0,1-2 0,-19-4 0,31 7 0,0-1 0,0 0 0,0 0 0,0 0 0,0 0 0,0-1 0,1 1 0,-1-1 0,0 0 0,1 1 0,-1-1 0,1-1 0,0 1 0,0 0 0,-1 0 0,1-1 0,1 1 0,-3-4 0,4 5 4,-1-1 0,1 1 0,0-1 0,0 0 0,-1 1 0,1-1 0,1 1 0,-1-1 0,0 1 0,0-1 0,0 1 0,1-1 0,-1 0 0,1 1 0,-1 0 0,1-1 0,0 1 0,-1-1 0,1 1 0,0 0 0,0-1 0,0 1 0,0 0 0,0 0 0,0 0 0,0 0 0,1 0 0,-1 0 0,3-1 0,1-2-252,1 0 1,0 1-1,0 0 1,1 0-1,8-3 1,-1 2-6579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12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17 24575,'3'-2'0,"1"0"0,0 0 0,0 0 0,0 0 0,0 1 0,1 0 0,-1 0 0,0 0 0,1 0 0,-1 0 0,1 1 0,-1 0 0,0 0 0,1 0 0,-1 1 0,1-1 0,-1 1 0,7 2 0,-8-1 0,1-1 0,-1 1 0,1 0 0,-1 0 0,0 0 0,0 1 0,0-1 0,0 1 0,0-1 0,-1 1 0,1 0 0,-1 0 0,0 1 0,1-1 0,-2 0 0,1 1 0,0-1 0,-1 1 0,1-1 0,-1 1 0,1 5 0,-1-3 0,1-1 0,-2 1 0,1 0 0,0 0 0,-1 0 0,0-1 0,-1 1 0,1 0 0,-1 0 0,-3 9 0,3-12 0,0-1 0,0 1 0,-1-1 0,1 1 0,0-1 0,-1 1 0,0-1 0,0 0 0,0 0 0,0 0 0,0 0 0,0 0 0,0-1 0,0 1 0,-1 0 0,1-1 0,-1 0 0,1 0 0,-1 1 0,0-2 0,1 1 0,-1 0 0,-5 0 0,1 0 0,-1 0 0,0-1 0,0 0 0,1-1 0,-1 0 0,0 0 0,1 0 0,-1-1 0,1 0 0,-1-1 0,1 0 0,0 0 0,0 0 0,0-1 0,0 0 0,1 0 0,0-1 0,0 0 0,0 0 0,0 0 0,1-1 0,-5-6 0,8 9 8,1 0 0,-1 1 0,1-1 0,0 0 0,0 0 0,0-1 0,0 1 0,1 0 0,-1 0 0,1 0 0,0-1 0,0 1 0,0 0 0,0-4 0,1 5-67,-1 0-1,0 0 1,1 0-1,-1 0 1,1 0 0,0 1-1,0-1 1,-1 0-1,1 0 1,0 1 0,0-1-1,1 1 1,-1-1-1,0 1 1,0-1 0,1 1-1,-1 0 1,1 0-1,-1-1 1,1 1 0,0 0-1,-1 0 1,1 1-1,3-2 1,5-1-6767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14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 24575,'-20'0'0,"-9"0"0,-1 0 0,1 0 0,3 0 0,4 0 0,6 0-8191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15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34 24575,'-30'-7'0,"-11"-3"0,-2 0 0,4 5 0,8 3-8191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16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10 24575,'0'-1'0,"-1"0"0,1 0 0,-1 1 0,0-1 0,1 0 0,-1 1 0,0-1 0,0 1 0,0-1 0,1 1 0,-1-1 0,0 1 0,0-1 0,0 1 0,0 0 0,0 0 0,0-1 0,0 1 0,0 0 0,0 0 0,0 0 0,0 0 0,-1 0 0,1 1 0,0-1 0,0 1 0,0 0 0,0-1 0,0 1 0,0 0 0,0 0 0,1-1 0,-1 1 0,0 0 0,1 0 0,-1 0 0,0 0 0,1 0 0,-1 0 0,0 2 0,-1 3 0,0 0 0,0 1 0,1-1 0,0 1 0,0 10 0,3 101 0,-2-117 0,0 0 0,0 0 0,0 0 0,0 0 0,0 0 0,1-1 0,-1 1 0,0 0 0,0 0 0,1 0 0,-1-1 0,1 1 0,-1 0 0,1 0 0,-1-1 0,1 1 0,-1 0 0,1-1 0,0 1 0,-1-1 0,1 1 0,0-1 0,0 1 0,-1-1 0,1 1 0,0-1 0,0 0 0,0 1 0,-1-1 0,1 0 0,0 0 0,0 0 0,0 0 0,0 1 0,0-1 0,-1 0 0,1-1 0,0 1 0,0 0 0,0 0 0,0 0 0,1-1 0,5-1 0,1 0 0,-1 0 0,0-1 0,8-4 0,-1 1 0,-9 4 0,1 0 0,0 1 0,0 0 0,0 0 0,0 0 0,0 1 0,0 0 0,0 0 0,0 0 0,0 1 0,0 0 0,0 0 0,0 1 0,0-1 0,-1 1 0,1 1 0,5 2 0,-7-3 0,-1 0 0,0 0 0,0 0 0,0 0 0,0 1 0,0-1 0,0 1 0,-1 0 0,1 0 0,-1 0 0,0 0 0,1 0 0,-2 1 0,1-1 0,0 1 0,-1-1 0,1 1 0,-1 0 0,0-1 0,0 1 0,-1 0 0,1 0 0,-1-1 0,0 1 0,0 0 0,0 0 0,-1 6 0,-1-4 7,1-1 0,-1 1 0,0-1 0,0 0 0,-1 0 1,0 0-1,1 0 0,-2 0 0,1-1 0,0 1 0,-1-1 0,0 0 0,0 0 0,0 0 0,-1-1 0,-5 5 0,6-6-69,1 0 0,-1 0 0,1 0 0,-1 0 1,1 0-1,-1-1 0,0 0 0,0 0 0,0 0 0,0 0 0,0 0 0,0-1 1,0 0-1,0 0 0,0 0 0,0 0 0,0-1 0,0 1 0,0-1 0,0 0 1,0 0-1,1-1 0,-6-1 0,-1-3-6764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16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24575,'29'-10'0,"13"-3"0,4 3 0,-4 4 0,-6 2 0,-7 4 0,-6 3 0,-5 2 0,-4 2-8191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16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 15 24575,'-29'-3'0,"-15"0"0,-5 0 0,4 0 0,4 2 0,7-1 0,6 4 0,7 1 0,3 0 0,0 0 0,1 1 0,3 1-8191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17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18 24575,'-13'-7'0,"11"5"0,0 1 0,0 0 0,1 0 0,-1 0 0,0 0 0,0 0 0,0 0 0,0 1 0,0-1 0,0 1 0,-1 0 0,1-1 0,0 1 0,0 0 0,0 0 0,0 0 0,0 0 0,0 1 0,-1-1 0,1 1 0,-2 0 0,0 1 0,-1 0 0,1 0 0,-1 1 0,1-1 0,0 1 0,0 0 0,0 1 0,1-1 0,-1 1 0,1-1 0,-1 1 0,1 0 0,1 0 0,-1 0 0,0 1 0,-2 5 0,-2 7 0,0 0 0,1 1 0,-4 19 0,7-27 0,2 1 0,-1-1 0,1 1 0,1 0 0,0-1 0,1 1 0,0-1 0,0 1 0,1-1 0,5 16 0,-6-21 0,0-1 0,1 1 0,0-1 0,0 0 0,0 0 0,1 0 0,-1 0 0,1 0 0,0 0 0,0-1 0,0 1 0,1-1 0,-1 0 0,1 0 0,0 0 0,-1-1 0,1 1 0,1-1 0,-1 0 0,0 0 0,0 0 0,1-1 0,-1 1 0,1-1 0,8 1 0,20 2 0,-16-1 0,0-1 0,21-1 0,-34-1 0,1-1 0,0 1 0,0-1 0,0 0 0,0 0 0,-1-1 0,1 1 0,0-1 0,-1 0 0,0 0 0,1-1 0,4-3 0,-7 5 0,-1 0 0,1-1 0,-1 1 0,1-1 0,-1 1 0,0-1 0,0 0 0,0 0 0,0 1 0,0-1 0,0 0 0,0 0 0,0 0 0,-1 0 0,1 0 0,-1 0 0,1 0 0,-1 0 0,0 0 0,0 0 0,0-1 0,0 1 0,0 0 0,0 0 0,-1 0 0,1 0 0,-2-3 0,1 2 0,0 0 0,0 0 0,-1 0 0,1 1 0,-1-1 0,0 0 0,0 1 0,0-1 0,0 1 0,0 0 0,0 0 0,-1 0 0,1 0 0,-1 0 0,1 0 0,-1 1 0,-5-3 0,4 2-54,0 1-1,0 0 0,0 0 1,-1 1-1,1-1 1,0 1-1,0 0 0,-1 0 1,1 0-1,0 0 1,0 1-1,-1 0 0,1 0 1,0 0-1,0 0 0,0 1 1,0 0-1,0-1 1,1 1-1,-1 1 0,0-1 1,1 0-1,0 1 1,-6 5-1,-3 3-6771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24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24575,'-4'11'0,"0"-1"0,1 1 0,0 0 0,1 0 0,0 0 0,1 0 0,0 0 0,1 0 0,0 0 0,0 0 0,1 0 0,1 0 0,0 0 0,1 0 0,0 0 0,0-1 0,1 1 0,1-1 0,10 18 0,-6-14 0,20 24 0,-25-33 0,0 0 0,1-1 0,0 0 0,0 0 0,0 0 0,0 0 0,1-1 0,5 3 0,-9-5 0,-1-1 0,0 1 0,1-1 0,-1 1 0,0-1 0,1 0 0,-1 0 0,1 0 0,-1 0 0,0 0 0,1 0 0,-1 0 0,1 0 0,-1 0 0,0-1 0,1 1 0,-1 0 0,0-1 0,1 1 0,1-2 0,-1 0 0,0 1 0,0-1 0,0 0 0,0 0 0,0 0 0,-1 0 0,1 0 0,-1 0 0,0 0 0,3-5 0,-1-1 0,0 0 0,-1-1 0,1 1 0,-2-1 0,2-15 0,-2 21 0,-1 0 0,0 1 0,0-1 0,1 0 0,0 1 0,1-4 0,-2 6 0,0 0 0,0-1 0,0 1 0,0 0 0,0 0 0,0 0 0,0-1 0,1 1 0,-1 0 0,0 0 0,0 0 0,0 0 0,0 0 0,1-1 0,-1 1 0,0 0 0,0 0 0,0 0 0,0 0 0,1 0 0,-1 0 0,0 0 0,0 0 0,1 0 0,-1 0 0,0 0 0,0 0 0,0 0 0,1 0 0,-1 0 0,0 0 0,10 8 0,-5-2 0,9 13 0,21 20 0,-28-33 0,-1-1 0,1 1 0,-1-1 0,1-1 0,1 1 0,-1-1 0,10 3 0,-7-3 0,0-1 0,1-1 0,-1 1 0,1-2 0,0 0 0,20 0 0,-26-1 0,-1 0 0,1 0 0,0 0 0,0-1 0,-1 0 0,1 0 0,0-1 0,-1 1 0,1-1 0,-1 0 0,0 0 0,1 0 0,-1-1 0,0 0 0,0 1 0,-1-1 0,6-6 0,-6 5 0,0-1 0,-1 1 0,0-1 0,0 1 0,0-1 0,-1 0 0,1 0 0,-1 0 0,0 0 0,-1 0 0,1 0 0,-1 0 0,0 0 0,-1-6 0,0 2 0,0 0 0,0 0 0,-1 0 0,0 1 0,-1-1 0,0 1 0,-5-11 0,4 12-97,0 0-1,-1 1 1,0-1-1,0 1 1,0 0-1,-1 0 1,0 1-1,0-1 1,0 1-1,-1 1 1,1-1-1,-1 1 0,-11-5 1,8 6-6729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26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2 24575,'-57'-1'0,"-62"2"0,70 6 0,32-4 0,-31 2 0,6-5-1365,29 0-5461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26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15 24575,'-30'-2'0,"-14"-2"0,-2 1 0,1 1 0,4 0 0,2 1 0,2 3 0,2 1 0,3 0 0,7-1-8191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27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9 107 24575,'-2'-4'0,"1"1"0,0-1 0,-1 0 0,2 0 0,-1 0 0,0 0 0,1 0 0,0 0 0,0 0 0,0 0 0,0 0 0,2-5 0,-2 6 0,1 1 0,0 0 0,0 0 0,0-1 0,0 1 0,0 0 0,1 0 0,-1 0 0,1 0 0,-1 0 0,1 1 0,0-1 0,0 0 0,0 1 0,-1-1 0,2 1 0,-1 0 0,0 0 0,0 0 0,0 0 0,4-1 0,9-2 0,0 1 0,0 1 0,0 1 0,1 0 0,-1 1 0,26 2 0,1 0 0,-33-2 0,0 1 0,1 0 0,-1 0 0,0 1 0,0 0 0,0 0 0,13 6 0,-19-7 0,0 1 0,-1-1 0,1 1 0,-1 0 0,1-1 0,-1 1 0,0 0 0,0 0 0,0 1 0,0-1 0,0 0 0,0 1 0,0-1 0,-1 1 0,1 0 0,-1-1 0,0 1 0,0 0 0,0 0 0,0 0 0,0 0 0,-1-1 0,1 1 0,-1 0 0,0 0 0,0 6 0,-1-3 0,0 1 0,0-1 0,0 1 0,-1-1 0,0 0 0,0 0 0,-1 1 0,0-1 0,0-1 0,-6 10 0,-5 4 0,-27 29 0,1-2 0,31-35 0,-18 26 0,25-33 0,0-1 0,0 1 0,0 0 0,1-1 0,-1 1 0,1 0 0,0 0 0,-1 6 0,2-9 0,0 0 0,0 0 0,0 0 0,0 0 0,0 0 0,0-1 0,1 1 0,-1 0 0,0 0 0,0 0 0,1 0 0,-1 0 0,0-1 0,1 1 0,-1 0 0,1 0 0,-1 0 0,1-1 0,0 1 0,-1 0 0,1-1 0,0 1 0,0 0 0,1 0 0,0 0 0,1 0 0,-1 0 0,0 0 0,0 0 0,0-1 0,1 1 0,-1-1 0,3 1 0,4-1 0,0 0 0,-1 0 0,18-3 0,-5-2-341,-1 0 0,0-1-1,20-9 1,-27 10-6485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27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24575,'2'17'0,"4"8"0,3 2 0,0 0 0,1-3 0,1-3 0,1-3 0,1-2 0,1-1 0,1 0 0,-1-1 0,-2-3-8191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28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24575,'14'27'0,"8"14"0,3 2 0,-1-3 0,0-7 0,-1-6 0,-4-5 0,-4-4 0,-1-3 0,-1-1 0,0-3 0,-3-3-8191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28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440 0 24575,'-29'0'0,"-15"0"0,-5 0 0,1 0 0,7 2 0,4 2 0,5-1 0,2 2 0,2 0 0,0 2 0,0-1 0,3 1 0,5 0-8191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28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24575,'-3'3'0,"0"2"0,2 2 0,2 1 0,3-1 0,1 2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29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0 24575,'-1'1'0,"-16"9"0,0 0 0,-26 22 0,39-29 0,1 0 0,-1 0 0,1 0 0,0 1 0,0-1 0,1 1 0,-1 0 0,1 0 0,-1 0 0,1 0 0,1 0 0,-1 1 0,0-1 0,1 1 0,0-1 0,0 1 0,0 6 0,1-9 0,0 0 0,0-1 0,0 1 0,0-1 0,1 1 0,-1 0 0,1-1 0,-1 1 0,1-1 0,-1 1 0,1-1 0,0 1 0,0-1 0,0 0 0,0 1 0,0-1 0,2 2 0,-1-1 0,0-1 0,0 1 0,0-1 0,1 1 0,-1-1 0,1 0 0,-1 0 0,1 0 0,4 1 0,5-1 0,0 1 0,0-2 0,24-1 0,-23 1 0,6-2 0,23-4 0,-32 4 0,0 0 0,1 0 0,0 1 0,-1 1 0,1 0 0,-1 0 0,1 1 0,13 2 0,-21-2 0,1 1 0,-1-1 0,0 0 0,0 1 0,0 0 0,0 0 0,0 0 0,0 0 0,0 0 0,-1 0 0,1 1 0,-1-1 0,0 1 0,0 0 0,0 0 0,0-1 0,0 2 0,0-1 0,-1 0 0,1 0 0,-1 0 0,0 1 0,0-1 0,1 6 0,-2-5 0,1 0 0,-1 0 0,0 0 0,0 1 0,-1-1 0,1 0 0,-1 0 0,0 0 0,0 0 0,0 0 0,-1 0 0,1 0 0,-1 0 0,0 0 0,0-1 0,0 1 0,-1-1 0,1 0 0,-1 1 0,-4 3 0,3-4 9,0 1 0,0-1 0,0 0 1,-1-1-1,1 1 0,-1-1 0,0 0 0,0 0 0,0 0 0,0-1 0,-9 2 0,-2-1-393,0-1 1,-24-2-1,34 1 61,-9-1-6503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29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24575,'29'-17'0,"15"-3"0,5 1 0,-4 7 0,-4 6 0,-7 5 0,-6 6 0,-9 3-8191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30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513 1 24575,'-23'0'0,"0"1"0,-32 6 0,30-3 0,-1-2 0,-37-2 0,36 0 0,1 1 0,-29 4 0,-18 2 0,34-5 0,33-1-151,-1 0-1,0 1 0,1 0 0,-1 0 1,1 0-1,-1 1 0,1-1 1,-10 8-1,7-4-6674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30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 24575,'-19'0'0,"1"-1"0,-32 4 0,46-2 0,-1 0 0,0 0 0,1 0 0,0 0 0,-1 1 0,1 0 0,0-1 0,-1 2 0,1-1 0,0 0 0,1 1 0,-5 3 0,5-3 0,1 0 0,-1 0 0,1 1 0,0-1 0,0 1 0,0-1 0,0 1 0,0 0 0,-1 8 0,-7 39 0,6-29 0,1 5 0,0 0 0,2 0 0,4 52 0,-3-74 0,1-1 0,0 1 0,0 0 0,0-1 0,1 1 0,-1 0 0,1-1 0,0 0 0,0 1 0,1-1 0,-1 0 0,1 0 0,0-1 0,0 1 0,0 0 0,1-1 0,-1 0 0,1 0 0,0 0 0,0 0 0,0 0 0,0-1 0,0 0 0,0 0 0,1 0 0,-1 0 0,7 1 0,1 0 0,0 0 0,1-1 0,-1 0 0,0-1 0,1 0 0,12-1 0,-20 0 0,1-1 0,-1 0 0,1 0 0,-1 0 0,0-1 0,0 0 0,0 0 0,0 0 0,0-1 0,0 1 0,0-1 0,-1 0 0,0 0 0,1-1 0,-1 1 0,5-7 0,-8 8 0,1 0 0,0 0 0,-1 0 0,0 0 0,1 0 0,-1 0 0,0-1 0,0 1 0,0-1 0,0 1 0,-1-1 0,1 1 0,-1-1 0,1 1 0,-1-1 0,0 0 0,0 1 0,0-1 0,0 1 0,-1-1 0,1 1 0,-1-1 0,1 1 0,-1-1 0,0 1 0,0-1 0,0 1 0,0 0 0,-1-1 0,1 1 0,-1 0 0,1 0 0,-1 0 0,0 0 0,1 0 0,-1 0 0,0 1 0,0-1 0,0 1 0,-1-1 0,1 1 0,0 0 0,-1 0 0,1 0 0,0 0 0,-1 0 0,1 0 0,-1 1 0,0-1 0,-3 1 0,-10-1-227,0 1-1,0 0 1,0 2-1,0 0 1,-20 5-1,23-4-6598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31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0 24575,'-10'0'0,"-5"0"0,-3 0 0,-1 0 0,0 0 0,2 0 0,0 0 0,2 0 0,-1 0 0,2 0 0,-1 0 0,1 0 0,2 0-8191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31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12 24575,'-27'-3'0,"-11"0"0,-2 0 0,3 0 0,6 4 0,6 1 0,7 1-8191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33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24575,'-1'38'0,"2"69"0,0-105 0,-1 1 0,0-1 0,1 0 0,-1 0 0,1 1 0,0-1 0,0 0 0,0 0 0,0 0 0,0 0 0,0 0 0,1 0 0,-1 0 0,2 2 0,-2-4 0,0 1 0,-1 0 0,1-1 0,0 1 0,0-1 0,0 1 0,0-1 0,0 1 0,0-1 0,0 0 0,0 1 0,0-1 0,0 0 0,0 0 0,0 0 0,0 0 0,0 0 0,0 0 0,0 0 0,0 0 0,0 0 0,0 0 0,0-1 0,0 1 0,0 0 0,0-1 0,0 1 0,0-1 0,0 1 0,0-1 0,0 1 0,0-1 0,0-1 0,16-11 0,-12 8 0,0 1 0,0 0 0,0 1 0,0-1 0,11-4 0,-14 7 0,0 0 0,0 1 0,0 0 0,-1-1 0,1 1 0,0 0 0,0 0 0,0 0 0,0 0 0,0 0 0,-1 1 0,1-1 0,0 0 0,0 1 0,0-1 0,-1 1 0,1 0 0,0 0 0,-1-1 0,1 1 0,0 0 0,-1 1 0,1-1 0,-1 0 0,2 2 0,1 1 0,-1 0 0,1 0 0,-1 1 0,0 0 0,0-1 0,0 1 0,-1 0 0,4 11 0,-2-5 0,-1 0 0,0 1 0,1 13 0,-4-23 0,0 0 0,1 0 0,-1 0 0,0 0 0,0 0 0,-1 0 0,1 0 0,0 0 0,-1 0 0,1 0 0,-1 0 0,1 0 0,-1 0 0,0 0 0,0 0 0,0-1 0,0 1 0,0 0 0,0-1 0,0 1 0,-1-1 0,1 1 0,-1-1 0,1 1 0,-1-1 0,1 0 0,-1 0 0,0 0 0,0 0 0,1 0 0,-1 0 0,0-1 0,0 1 0,-3 0 0,-5 1 0,-1 0 0,0-1 0,0 0 0,0-1 0,-12-1 0,5 0 0,-7 1-60,9 0-375,0 0 0,-17-3 0,18-1-6391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33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24575,'29'-10'0,"13"-1"0,3 2 0,-3 5 0,-6 5 0,-7 2 0,-6 4 0,-7 0-8191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34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24575,'0'9'0,"0"7"0,2 2 0,2 1 0,1 0 0,3-2 0,3 0 0,-1-2 0,0 0 0,2 0 0,0 0 0,1-1 0,-1 0 0,-1-2 0,-3-1 0,1-2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34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24575,'3'10'0,"0"5"0,3 3 0,2 1 0,0 0 0,1 1 0,-1 0 0,1-4 0,1-2 0,-1 0 0,0-1 0,1 0 0,0 0 0,-1-2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34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7 24575,'-30'-3'0,"-14"0"0,-2 2 0,1 4 0,2 5 0,3-1 0,3 5 0,3 2 0,3-1 0,3 0 0,8-3-8191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35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885 0 24575,'-90'0'0,"0"4"0,-88 16 0,-181 28 0,217-36-1365,116-10-5461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35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24575,'1'-2'0,"1"1"0,0-1 0,1 1 0,-1 0 0,0 0 0,0 0 0,0 0 0,1 0 0,-1 0 0,0 1 0,1-1 0,3 0 0,32 0 0,-26 1 0,10 0 0,-1 0 0,1 2 0,0 0 0,-1 2 0,1 0 0,-1 2 0,0 0 0,29 14 0,-49-20 0,1 1 0,-1 0 0,1-1 0,-1 1 0,1 0 0,-1 0 0,1 0 0,-1 0 0,0 1 0,0-1 0,0 0 0,1 0 0,-1 1 0,0-1 0,-1 1 0,1-1 0,0 1 0,0-1 0,-1 1 0,1 0 0,-1-1 0,1 1 0,-1 0 0,1-1 0,-1 1 0,0 2 0,0-1 0,-1-1 0,0 0 0,1 0 0,-1 0 0,0 1 0,0-1 0,0 0 0,0 0 0,0 0 0,0-1 0,-1 1 0,1 0 0,-1 0 0,1-1 0,-1 1 0,0-1 0,0 1 0,1-1 0,-4 2 0,-28 11 0,-1 1 0,32-14 0,0 1 0,0-1 0,0 0 0,0 1 0,0-1 0,0 1 0,1 0 0,-1-1 0,0 1 0,1 0 0,-3 4 0,4-5 0,0 0 0,-1 0 0,1 0 0,0 1 0,0-1 0,0 0 0,0 0 0,0 0 0,0 0 0,0 0 0,0 1 0,0-1 0,1 0 0,-1 0 0,0 0 0,1 0 0,-1 0 0,1 0 0,-1 0 0,1 0 0,0 0 0,-1 0 0,1 0 0,0 0 0,0 0 0,-1-1 0,1 1 0,0 0 0,0-1 0,1 2 0,5 3 0,1 0 0,14 8 0,-12-8 0,20 10 0,-22-12 0,0 1 0,-1 0 0,1 0 0,-1 1 0,0 0 0,11 9 0,-17-13 0,0 0 0,-1 0 0,1 0 0,0 0 0,-1 0 0,1 1 0,-1-1 0,1 0 0,-1 0 0,1 0 0,-1 0 0,0 1 0,0-1 0,1 0 0,-1 0 0,0 1 0,0-1 0,0 0 0,0 0 0,-1 1 0,1-1 0,0 0 0,0 0 0,-1 0 0,1 1 0,-1-1 0,1 0 0,-1 0 0,0 0 0,1 0 0,-1 0 0,0 0 0,0 0 0,1 0 0,-1 0 0,0 0 0,0 0 0,-1 0 0,-4 4 0,0-1 0,0 0 0,0 0 0,0 0 0,-8 3 0,-9 1-7,1-1 0,-1-1 0,-1-1 0,-37 3 1,5-1-1325,40-4-5495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45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30 24575,'16'-7'0,"-12"6"0,-1 0 0,0 0 0,0-1 0,0 1 0,0-1 0,0 0 0,4-3 0,-7 5 0,1 0 0,-1-1 0,0 1 0,0 0 0,0 0 0,0 0 0,0 0 0,0 0 0,0 0 0,0 0 0,0 0 0,0 0 0,0 0 0,0-1 0,0 1 0,0 0 0,0 0 0,0 0 0,0 0 0,0 0 0,0 0 0,0 0 0,0 0 0,0 0 0,0-1 0,0 1 0,0 0 0,0 0 0,0 0 0,0 0 0,0 0 0,0 0 0,0 0 0,0 0 0,0 0 0,0-1 0,0 1 0,0 0 0,0 0 0,0 0 0,-1 0 0,1 0 0,0 0 0,0 0 0,0 0 0,0 0 0,0 0 0,0 0 0,0 0 0,0 0 0,-9-3 0,-8 2 0,-39 2 0,-80 10 0,112-8-682,-25-2-1,37-1-6143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45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31 24575,'0'-1'0,"0"-1"0,-1 1 0,1 0 0,0 0 0,-1 0 0,1-1 0,-1 1 0,1 0 0,-1 0 0,0 0 0,1 0 0,-1 0 0,0 0 0,0 0 0,0 0 0,0 0 0,1 0 0,-1 0 0,0 1 0,-1-1 0,1 0 0,0 1 0,0-1 0,0 1 0,0-1 0,0 1 0,-1 0 0,1-1 0,0 1 0,-2 0 0,-6-2 0,0 1 0,0 0 0,-10 1 0,12 0 0,-260 1 0,239 2-1365,19 0-5461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47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32 24575,'-15'-22'0,"14"21"0,1 1 0,-1-1 0,1 0 0,-1 1 0,1-1 0,-1 1 0,1-1 0,-1 1 0,1-1 0,-1 1 0,0-1 0,0 1 0,1-1 0,-1 1 0,0 0 0,1-1 0,-1 1 0,0 0 0,0 0 0,0 0 0,1-1 0,-1 1 0,0 0 0,0 0 0,0 0 0,1 0 0,-1 1 0,-1-1 0,2 1 0,-1-1 0,0 1 0,1 0 0,-1 0 0,1-1 0,0 1 0,-1 0 0,1 0 0,0 0 0,-1 0 0,1 0 0,0 0 0,0-1 0,0 1 0,0 0 0,0 0 0,0 0 0,0 0 0,0 0 0,0 1 0,5 25 0,-2-16 0,-3-4 0,0 0 0,0 0 0,0 0 0,-2 10 0,0-2 0,2-15 0,0 1 0,0-1 0,0 1 0,0-1 0,0 1 0,-1-1 0,1 1 0,0-1 0,1 1 0,-1-1 0,0 1 0,0 0 0,0-1 0,0 1 0,0-1 0,0 1 0,1-1 0,-1 0 0,0 1 0,0-1 0,1 1 0,-1-1 0,0 1 0,1-1 0,-1 0 0,1 1 0,-1-1 0,0 0 0,1 1 0,-1-1 0,1 0 0,-1 1 0,1-1 0,-1 0 0,1 0 0,-1 0 0,1 0 0,-1 1 0,1-1 0,-1 0 0,1 0 0,0 0 0,3-1 0,0 1 0,0-1 0,0 1 0,-1-1 0,5-2 0,5 0 0,1 0 0,0 1 0,0 1 0,0 0 0,1 1 0,-1 1 0,0 0 0,0 1 0,0 1 0,0 0 0,0 0 0,0 2 0,-1 0 0,0 0 0,0 1 0,22 14 0,-31-17 0,0-1 0,-1 1 0,0 0 0,0 1 0,0-1 0,0 0 0,0 1 0,0 0 0,-1-1 0,0 1 0,0 0 0,0 0 0,0 0 0,-1 1 0,3 7 0,-4-9 0,0 0 0,0 0 0,0-1 0,0 1 0,0 0 0,0 0 0,-1 0 0,1 0 0,-1-1 0,0 1 0,0 0 0,0 0 0,0-1 0,-1 1 0,1-1 0,-1 1 0,1-1 0,-1 0 0,0 0 0,0 1 0,0-1 0,0 0 0,0-1 0,0 1 0,-4 2 0,-2 1 0,0-1 0,1 0 0,-2-1 0,1 1 0,0-1 0,0-1 0,-1 0 0,-15 2 0,5-2 0,0-2 0,0 0 0,-19-2 0,27 0-170,1 0-1,0 0 0,0-1 1,0 0-1,0 0 0,0-2 1,-14-7-1,15 7-6655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47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24575,'27'-14'0,"14"-6"0,5 1 0,-4 7 0,-3 4 0,-6 5 0,-6 2 0,-5 4 0,-5 1 0,-1 0 0,-5 0-8191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48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24575,'-2'13'0,"-1"5"0,0 4 0,3-1 0,4-1 0,1-1 0,2-4 0,1-3 0,0-2 0,0-1 0,0-2 0,-1 0 0,1-1 0,2-1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48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24575,'10'22'0,"5"9"0,1 3 0,-1-5 0,-2-5 0,-1-6 0,-3-4 0,0-2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48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29 24575,'-30'-5'0,"-14"-2"0,-2 1 0,4 1 0,7 1 0,4 2 0,5 3 0,5 5 0,3 2 0,3 1 0,0 2 0,4-2-8191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49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729 1 24575,'-256'5'0,"193"0"0,1 2 0,-66 16 0,-71 27-1365,179-45-5461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49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24575,'26'1'0,"1"1"0,-2 1 0,1 1 0,0 1 0,-1 2 0,0 0 0,29 13 0,-53-19 0,1-1 0,0 1 0,0 0 0,0 0 0,0 0 0,-1 0 0,1 0 0,0 1 0,-1-1 0,1 0 0,-1 1 0,0-1 0,1 1 0,-1 0 0,0-1 0,0 1 0,1 2 0,-1-2 0,-1-1 0,0 1 0,0-1 0,0 1 0,0-1 0,0 1 0,0-1 0,-1 1 0,1-1 0,0 1 0,-1-1 0,1 1 0,-1-1 0,0 0 0,1 1 0,-1-1 0,0 0 0,0 1 0,0-1 0,0 0 0,0 0 0,0 0 0,0 0 0,-1 1 0,-11 9 0,8-6 0,0-1 0,0 1 0,0 0 0,1 0 0,-8 12 0,11-16 0,0 1 0,1-1 0,-1 1 0,1-1 0,-1 1 0,1-1 0,0 1 0,-1-1 0,1 1 0,0-1 0,0 1 0,0-1 0,0 1 0,1 0 0,-1-1 0,0 1 0,0-1 0,1 1 0,-1-1 0,1 1 0,0-1 0,-1 0 0,1 1 0,0-1 0,0 0 0,0 1 0,0-1 0,0 0 0,0 0 0,0 0 0,3 2 0,5 4 0,0 0 0,1-1 0,0 0 0,11 5 0,-14-8 0,0 0 0,0 0 0,0 1 0,0 1 0,-1-1 0,1 1 0,-1 0 0,0 0 0,-1 1 0,1 0 0,4 6 0,-9-10 0,-1-1 0,1 1 0,0-1 0,0 1 0,-1-1 0,1 1 0,-1 0 0,1-1 0,-1 1 0,0 0 0,0-1 0,1 1 0,-1 0 0,0-1 0,-1 1 0,1 0 0,0-1 0,0 1 0,-1 0 0,1-1 0,-1 1 0,1 0 0,-1-1 0,0 1 0,0-1 0,0 1 0,0-1 0,0 1 0,0-1 0,0 0 0,0 0 0,0 1 0,0-1 0,-1 0 0,1 0 0,-1 0 0,-2 1 0,-3 2 0,0 0 0,0 0 0,-1-1 0,0 0 0,0-1 0,-12 3 0,-24 2 0,-53 3 0,59-5-1365,23-2-5461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50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15 24575,'-29'-2'0,"-15"-2"0,-5 1 0,4 1 0,7 0 0,7 1 0,7 0 0,4 1 0,4 3 0,2 0 0,3 0-8191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50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24575,'28'-8'0,"0"1"0,54-5 0,-65 11 0,-1 0 0,1 1 0,0 1 0,-1 1 0,1 0 0,23 7 0,-38-8 0,0 0 0,0-1 0,0 1 0,1 0 0,-1 0 0,0 0 0,0 0 0,-1 0 0,1 1 0,0-1 0,0 1 0,-1-1 0,1 1 0,0 0 0,-1-1 0,0 1 0,1 0 0,0 2 0,-1-2 0,-1 0 0,1 1 0,-1-1 0,1 0 0,-1 0 0,0 1 0,0-1 0,0 0 0,0 0 0,-1 1 0,1-1 0,0 0 0,-1 0 0,0 0 0,1 1 0,-1-1 0,0 0 0,-2 2 0,-3 7 0,0 0 0,-1-1 0,0 0 0,-1 0 0,0-1 0,0 0 0,-19 15 0,20-18 0,0 0 0,0 0 0,1 0 0,0 1 0,0 0 0,-5 9 0,11-15 0,-1 0 0,0 1 0,0 0 0,0-1 0,1 1 0,-1-1 0,1 1 0,-1 0 0,1-1 0,0 1 0,0 0 0,0-1 0,0 1 0,0 0 0,0 0 0,0-1 0,0 1 0,1 0 0,-1-1 0,1 1 0,-1 0 0,1-1 0,0 1 0,-1-1 0,1 1 0,0-1 0,0 1 0,0-1 0,0 0 0,0 1 0,1-1 0,-1 0 0,0 0 0,1 0 0,-1 0 0,0 0 0,1 0 0,-1 0 0,3 0 0,1 2 7,0-1 0,0 0-1,0 0 1,1-1 0,-1 1-1,0-1 1,1 0-1,0-1 1,-1 1 0,1-1-1,-1 0 1,1 0 0,-1-1-1,1 0 1,-1 0 0,1 0-1,8-4 1,-4 2-172,-1-1 0,1-1 0,-1 1 0,0-2 0,0 1 0,0-1 0,-1-1 0,12-10 0,-11 8-6661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51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24575,'5'17'0,"4"8"0,1 5 0,0 0 0,2-3 0,1-4 0,-2-2 0,0-4 0,0-1 0,-1-2 0,0-2 0,-3-2 0,2-1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51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24575,'15'27'0,"7"9"0,0 1 0,-1-4 0,-2-4 0,-5-6 0,-1-3 0,-3-6-8191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51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638 36 24575,'-10'-2'0,"-133"-28"0,126 28 0,-1 1 0,1 0 0,-1 1 0,1 1 0,-1 1 0,-22 5 0,34-5-32,-63 15-412,0-3-1,-101 8 1,144-21-6382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53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24 24575,'-1'-12'0,"1"0"0,4 21 0,0 9 0,-1 1 0,0-1 0,0 24 0,-3 58 0,-2-39 0,2-16 0,-1-6 0,2 0 0,8 59 0,10-4-1365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53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76 24575,'1'-1'0,"0"-1"0,0 1 0,0 0 0,0-1 0,0 1 0,0 0 0,1 0 0,-1 0 0,0 0 0,1 0 0,-1 0 0,0 1 0,1-1 0,-1 0 0,1 1 0,-1-1 0,1 1 0,0-1 0,-1 1 0,1 0 0,-1 0 0,1 0 0,0 0 0,-1 0 0,1 0 0,-1 0 0,1 0 0,0 1 0,-1-1 0,1 1 0,-1-1 0,1 1 0,-1-1 0,1 1 0,-1 0 0,2 1 0,6 3 0,0 1 0,-1 1 0,0-1 0,11 12 0,-10-9 0,7 6 0,5 5 0,0-1 0,28 19 0,-86-72 0,3 9 0,1-2 0,2-2 0,-42-46 0,72 73 0,0 0 0,-1 1 0,1-1 0,-1 1 0,0-1 0,1 1 0,-1-1 0,0 1 0,0 0 0,-3-1 0,5 2 0,-1 0 0,0 0 0,1 0 0,-1 0 0,0 0 0,0 0 0,1 0 0,-1 0 0,0 0 0,0 0 0,1 1 0,-1-1 0,0 0 0,1 1 0,-1-1 0,0 0 0,1 1 0,-1-1 0,1 1 0,-1-1 0,1 1 0,-1-1 0,1 1 0,-1-1 0,1 1 0,-1 0 0,1-1 0,0 1 0,-1 0 0,1-1 0,0 1 0,-1 0 0,1 0 0,0 0 0,-22 55 0,15-37 0,0 0 0,-1-1 0,-19 30 0,16-29 26,8-13-374,-1 0 0,0-1 1,-6 8-1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55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9 24575,'-1'0'0,"1"-1"0,-1 0 0,1 1 0,-1-1 0,0 1 0,1-1 0,-1 0 0,0 1 0,1 0 0,-1-1 0,0 1 0,0-1 0,0 1 0,1 0 0,-1 0 0,0-1 0,0 1 0,0 0 0,0 0 0,-1 0 0,1 0 0,1 0 0,-1 1 0,1-1 0,-1 0 0,1 1 0,-1-1 0,1 1 0,0-1 0,-1 0 0,1 1 0,0-1 0,-1 1 0,1-1 0,0 1 0,-1-1 0,1 1 0,0 0 0,0-1 0,0 1 0,-1-1 0,1 1 0,0 0 0,-1 4 0,1-1 0,0 1 0,0-1 0,0 1 0,0 0 0,1 5 0,2 1 0,0 0 0,1 0 0,0 0 0,1-1 0,10 18 0,37 46 0,-44-63 0,14 15 0,-21-24 0,1 0 0,0-1 0,-1 1 0,1-1 0,0 1 0,0-1 0,0 0 0,0 0 0,0 1 0,0-1 0,4 1 0,-5-2 0,0 0 0,-1-1 0,1 1 0,-1 0 0,1 0 0,0 0 0,-1-1 0,1 1 0,-1 0 0,1 0 0,-1-1 0,1 1 0,-1-1 0,1 1 0,-1 0 0,1-1 0,-1 1 0,0-1 0,1 1 0,-1-1 0,0 1 0,1-1 0,-1 0 0,0 1 0,0-1 0,1 1 0,-1-1 0,0 1 0,0-1 0,0 0 0,0 1 0,0-1 0,0 0 0,0 0 0,2-26 0,-2 24 0,-1-10 0,-1 0 0,-4-22 0,3 24 0,1 1 0,1-1 0,0 0 0,0-19 0,1 29 0,0 0 0,0 0 0,0 0 0,0 0 0,0 0 0,0 0 0,1 0 0,-1 0 0,0 0 0,1 0 0,-1 0 0,1 0 0,-1 0 0,1 1 0,-1-1 0,1 0 0,-1 0 0,1 0 0,0 1 0,-1-1 0,1 0 0,1 0 0,-1 0 0,1 1 0,-1 0 0,0 0 0,0 0 0,0 0 0,0-1 0,0 2 0,0-1 0,0 0 0,0 0 0,0 0 0,0 0 0,1 1 0,-1-1 0,0 0 0,0 1 0,1 0 0,4 3 0,1 0 0,-1 0 0,0 1 0,9 8 0,20 21 0,-15-13 0,1-1 0,1-1 0,0-1 0,34 20 0,-54-37 0,1 0 0,-1 1 0,1-1 0,0 0 0,-1 0 0,1 0 0,0-1 0,0 1 0,-1-1 0,1 1 0,3-1 0,-5 0 0,0 0 0,0-1 0,1 1 0,-1 0 0,0-1 0,0 1 0,0-1 0,0 1 0,0-1 0,0 0 0,0 1 0,0-1 0,0 0 0,-1 0 0,1 0 0,0 0 0,0 0 0,-1 0 0,1 0 0,0 0 0,-1 0 0,1 0 0,-1 0 0,1 0 0,-1 0 0,0 0 0,0 0 0,1-2 0,2-9 0,0 1 0,-1-1 0,0 0 0,-1 0 0,0 0 0,-1 0 0,0 0 0,-1 0 0,-2-14 0,2 24 0,-1-16 0,4 13 0,7 7 0,4 8 27,-1 0 0,0 0-1,-1 1 1,13 16 0,-10-12-777,27 25 1,-29-31-6077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59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 24575,'10'0'0,"-1"0"0,1 1 0,-1 0 0,19 5 0,-24-5 0,1 1 0,-1 0 0,0 0 0,0 0 0,0 1 0,0-1 0,0 1 0,0 0 0,-1 0 0,1 0 0,-1 0 0,3 5 0,-1-2 0,-1 0 0,0 0 0,0 1 0,0-1 0,-1 1 0,0 0 0,0 0 0,-1 1 0,0-1 0,2 14 0,-4-20 0,0 0 0,0 0 0,0 0 0,-1 0 0,1 1 0,0-1 0,-1 0 0,1 0 0,0 0 0,-1 0 0,1 0 0,-1 0 0,1 0 0,-1 0 0,0 0 0,0 0 0,1-1 0,-1 1 0,0 0 0,0 0 0,0 0 0,0-1 0,0 1 0,0-1 0,0 1 0,0-1 0,0 1 0,0-1 0,0 1 0,0-1 0,0 0 0,0 0 0,0 1 0,-2-1 0,-5 1 0,-1-1 0,1 1 0,-15-2 0,13 0 0,-10 1 0,-1-2 0,-20-4 0,33 4 0,1 0 0,-1 0 0,1 0 0,0-1 0,0 0 0,0 0 0,1-1 0,-13-8 0,18 11 3,0 1-1,0-1 1,0 0 0,0 0-1,0 1 1,0-1-1,1 0 1,-1 0 0,0 0-1,0 0 1,1 0-1,-1 0 1,1 0 0,-1 0-1,1-1 1,-1 1 0,1 0-1,-1 0 1,1 0-1,0 0 1,0-1 0,0 1-1,0 0 1,0 0-1,0-1 1,0 1 0,0 0-1,0 0 1,0 0-1,1-1 1,-1 1 0,1 0-1,-1 0 1,1 0-1,-1 0 1,1 0 0,-1 0-1,1 0 1,0 0-1,0 0 1,-1 0 0,1 0-1,0 0 1,0 0-1,2-1 1,2-1-168,-1 0 0,1 0 0,0 0 0,0 0 0,1 1 0,-1 0 0,0 0 0,10-2 0,-2 2-6661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8:59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171 359 24575,'-25'-2'0,"-30"1"0,48 1 0,0 1 0,0 0 0,-1 0 0,1 0 0,0 1 0,0 0 0,0 1 0,-10 5 0,16-8 0,0 0 0,0 1 0,0-1 0,0 1 0,0-1 0,1 1 0,-1 0 0,0-1 0,0 1 0,0 0 0,1 0 0,-1-1 0,0 1 0,1 0 0,-1 0 0,1 0 0,-1 0 0,1 0 0,-1 0 0,1 0 0,0 0 0,-1 0 0,1 0 0,0 2 0,0-2 0,1 0 0,-1 1 0,1-1 0,-1 0 0,1 1 0,-1-1 0,1 0 0,0 0 0,0 0 0,-1 0 0,1 0 0,0 0 0,0 0 0,0 0 0,0 0 0,2 1 0,3 2 0,1 0 0,-1 0 0,1-1 0,0 0 0,12 4 0,-14-6 0,0 0 0,0 0 0,0 0 0,0-1 0,0 1 0,1-1 0,-1 0 0,0-1 0,0 1 0,0-1 0,0 0 0,5-2 0,-7 2 0,0-1 0,0 1 0,-1 0 0,1-1 0,0 0 0,-1 1 0,1-1 0,-1 0 0,0-1 0,0 1 0,0 0 0,0 0 0,0-1 0,0 0 0,-1 1 0,1-1 0,-1 0 0,1 1 0,-1-1 0,0 0 0,1-4 0,-1-1 0,0 0 0,0 0 0,-1 0 0,0 0 0,0 0 0,-1 0 0,0 0 0,0 0 0,-5-13 0,-3-6 0,-16-35 0,22 56 0,-21-42 0,-53-76 0,66 106 0,10 18 0,1-1 0,-1 0 0,1 0 0,-1 0 0,0 1 0,1-1 0,-1 0 0,0 1 0,1-1 0,-1 0 0,0 1 0,0-1 0,0 0 0,0 1 0,1 0 0,0 0 0,0 0 0,-1 0 0,1 0 0,0 1 0,0-1 0,0 0 0,-1 0 0,1 0 0,0 0 0,0 0 0,0 0 0,-1 0 0,1 0 0,0 0 0,0 1 0,0-1 0,0 0 0,-1 0 0,1 0 0,0 0 0,0 0 0,0 1 0,0-1 0,0 0 0,0 0 0,-1 0 0,1 1 0,0-1 0,0 0 0,0 0 0,0 1 0,-1 2 0,1 1 0,-1-1 0,1 1 0,0-1 0,0 7 0,1 8 0,2 0 0,0 0 0,1-1 0,9 27 0,0-9 0,22 40 0,-24-55 0,0-2 0,1 0 0,1 0 0,24 26 0,-27-34 0,0-1 0,0 0 0,1 0 0,-1-1 0,2-1 0,-1 0 0,1-1 0,22 9 0,-31-14 0,0 0 0,1 0 0,-1 0 0,0-1 0,1 1 0,-1-1 0,0 0 0,1 0 0,-1 0 0,0-1 0,1 1 0,-1-1 0,0 0 0,5-1 0,-6 1 0,0 0 0,0 0 0,0 0 0,0 0 0,0-1 0,-1 1 0,1-1 0,0 1 0,-1-1 0,1 0 0,-1 1 0,1-1 0,-1 0 0,0 0 0,0 0 0,0 0 0,0 0 0,0 0 0,0-1 0,-1 1 0,1-4 0,1-6 0,-2-1 0,0 1 0,0 0 0,-1 0 0,-1 0 0,0 0 0,-1 0 0,0 0 0,0 1 0,-10-20 0,20 45 0,1 0 0,0-1 0,1 0 0,0 0 0,1-1 0,1 0 0,-1-1 0,2 0 0,0 0 0,0-2 0,19 12 0,-22-15 0,0-1 0,0 0 0,0-1 0,15 4 0,-22-7 0,1 0 0,0 0 0,-1-1 0,1 1 0,-1-1 0,1 1 0,0-1 0,-1 0 0,1 0 0,0-1 0,-1 1 0,1 0 0,0-1 0,-1 0 0,1 1 0,-1-1 0,1 0 0,-1 0 0,1-1 0,-1 1 0,0 0 0,4-4 0,-5 3 0,1 0 0,-1 0 0,1 0 0,-1 0 0,0-1 0,0 1 0,0-1 0,0 1 0,0-1 0,-1 1 0,1-1 0,-1 1 0,1-1 0,-1-2 0,-1-42 0,-1 27 0,2 18 0,0 0 0,0 0 0,0 0 0,0 0 0,0 0 0,0 0 0,1 0 0,-1 1 0,1-1 0,-1 0 0,1 0 0,1-2 0,-2 3 0,1 1 0,-1 0 0,0-1 0,0 1 0,1 0 0,-1 0 0,0 0 0,1-1 0,-1 1 0,0 0 0,1 0 0,-1 0 0,1 0 0,-1 0 0,0-1 0,1 1 0,-1 0 0,1 0 0,-1 0 0,0 0 0,1 0 0,-1 0 0,1 1 0,15 6 0,59 58 63,-40-33-1491,-27-25-5398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00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118 561 24575,'10'-30'0,"-1"-1"0,-2-1 0,5-43 0,-10 60 0,-2 0 0,0-1 0,-1 1 0,0-1 0,-1 1 0,-1 0 0,0 0 0,-1 0 0,-7-16 0,-13-22 0,-2 2 0,-41-60 0,66 111 0,1-1 0,0 0 0,-1 0 0,1 1 0,-1-1 0,1 1 0,-1-1 0,0 0 0,1 1 0,-1-1 0,0 1 0,1-1 0,-1 1 0,0-1 0,0 1 0,0 0 0,1 0 0,0 0 0,0 0 0,0 0 0,-1 0 0,1 0 0,0 0 0,0 0 0,-1 1 0,1-1 0,0 0 0,0 0 0,0 0 0,0 0 0,-1 1 0,1-1 0,0 0 0,0 0 0,0 0 0,0 1 0,0-1 0,0 0 0,-1 0 0,1 0 0,0 1 0,0-1 0,0 0 0,0 0 0,0 1 0,0-1 0,0 0 0,0 28 0,2-8 0,2-1 0,1 0 0,0 0 0,1 0 0,12 23 0,-3-5 0,41 88 0,-44-105 0,0 1 0,2-2 0,27 33 0,-36-47 0,0 0 0,0 0 0,0-1 0,1 0 0,0 0 0,0 0 0,0-1 0,0 0 0,0 0 0,1 0 0,11 2 0,-14-4 0,0 0 0,0-1 0,0 0 0,0 1 0,0-2 0,0 1 0,0 0 0,0-1 0,0 1 0,0-1 0,0 0 0,0-1 0,0 1 0,0-1 0,-1 1 0,1-1 0,0 0 0,-1-1 0,0 1 0,6-6 0,-1 1 0,-1 0 0,-1-1 0,1 0 0,-1 0 0,0-1 0,-1 1 0,0-1 0,-1-1 0,0 1 0,0-1 0,-1 1 0,0-1 0,0 0 0,-1 0 0,0-13 0,-2 19 0,0-1 0,-1 0 0,0 1 0,1-1 0,-2 1 0,1-1 0,-3-6 0,3 10 0,1 0 0,-1-1 0,1 1 0,-1 0 0,1-1 0,-1 1 0,0 0 0,0 0 0,1 0 0,-1 0 0,0 0 0,0 0 0,0 0 0,0 0 0,0 0 0,-1 0 0,1 1 0,0-1 0,0 0 0,0 1 0,-1-1 0,1 1 0,0-1 0,-1 1 0,1 0 0,0-1 0,-1 1 0,-1 0 0,2 0 0,0 1 0,0-1 0,1 1 0,-1-1 0,0 0 0,0 1 0,0 0 0,1-1 0,-1 1 0,0 0 0,1-1 0,-1 1 0,0 0 0,1-1 0,-1 1 0,1 0 0,-1 0 0,1 0 0,0 0 0,-1 0 0,1-1 0,0 1 0,0 0 0,-1 0 0,1 2 0,-2 26 0,2-25 0,0 4 0,1 1 0,-1-1 0,2 1 0,-1-1 0,1 0 0,1 0 0,-1 0 0,1 0 0,1 0 0,6 11 0,-6-13 0,-1 0 0,1-1 0,0 0 0,1 1 0,-1-2 0,1 1 0,0 0 0,1-1 0,-1 0 0,1 0 0,-1-1 0,1 0 0,12 5 0,-16-7 0,1 0 0,-1 0 0,0-1 0,1 1 0,-1-1 0,0 0 0,1 1 0,-1-1 0,0 0 0,1-1 0,-1 1 0,1 0 0,-1-1 0,0 1 0,0-1 0,1 0 0,-1 1 0,3-3 0,-3 2 0,0-1 0,0 0 0,0 1 0,0-1 0,0 0 0,0 0 0,-1-1 0,1 1 0,0 0 0,-1 0 0,0-1 0,0 1 0,0-1 0,0 1 0,1-5 0,0-1 0,-1 0 0,0 0 0,0 0 0,-1 0 0,0 0 0,0 0 0,-1 0 0,0 0 0,-1 0 0,1 0 0,-2 0 0,1 1 0,-1-1 0,0 1 0,0-1 0,-1 1 0,0 0 0,-1 1 0,1-1 0,-12-11 0,11 12 0,-1 1 0,0 0 0,0 0 0,0 0 0,0 0 0,-1 1 0,0 0 0,0 1 0,-12-5 0,13 6 0,1 1 0,-1-1 0,0 1 0,0 1 0,0-1 0,0 1 0,0 0 0,0 0 0,0 1 0,0-1 0,0 1 0,1 1 0,-9 2 0,7-1-341,0 0 0,0 0-1,-9 7 1,1 1-6485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01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24575,'0'-5'0,"0"0"0,1-1 0,-1 1 0,1 0 0,0 0 0,1 1 0,-1-1 0,1 0 0,0 0 0,0 1 0,0-1 0,1 1 0,0-1 0,3-4 0,-3 7 0,-1-1 0,0 1 0,1 0 0,0 0 0,0 0 0,-1 0 0,1 0 0,0 1 0,0-1 0,1 1 0,-1 0 0,0 0 0,0 0 0,1 0 0,-1 1 0,0-1 0,1 1 0,-1 0 0,0 0 0,1 0 0,-1 0 0,5 1 0,-5 0 0,70 13 0,-61-11 0,-1 1 0,0 0 0,0 0 0,14 8 0,-23-11 0,0 0 0,0 0 0,0 1 0,-1-1 0,1 1 0,0-1 0,0 1 0,-1 0 0,1-1 0,-1 1 0,0 0 0,1 0 0,-1 0 0,0 0 0,0 0 0,0 1 0,-1-1 0,2 3 0,-2-2 0,0 0 0,1 1 0,-1-1 0,-1 0 0,1 1 0,0-1 0,-1 0 0,0 0 0,0 1 0,0-1 0,-2 4 0,-1 3 0,-2-1 0,1 1 0,-1-2 0,0 1 0,-1-1 0,-15 15 0,12-14 0,1 2 0,-1-1 0,2 1 0,-1 0 0,2 1 0,-1 0 0,-5 12 0,13-22 0,-1-1 0,0 0 0,1 1 0,-1-1 0,1 1 0,0-1 0,-1 1 0,1-1 0,0 1 0,0-1 0,0 1 0,0-1 0,0 1 0,0-1 0,0 1 0,1-1 0,-1 1 0,1-1 0,-1 1 0,1 1 0,1-1 0,-1-1 0,0 1 0,1 0 0,-1-1 0,1 1 0,-1-1 0,1 0 0,0 1 0,0-1 0,-1 0 0,1 0 0,4 1 0,3 1 0,-1 0 0,1-1 0,0-1 0,0 1 0,16-1 0,-12 0 17,1-2 0,-1 0 1,0 0-1,1-2 0,-1 1 0,15-6 0,-23 6-91,0 0-1,0 1 1,-1-2 0,1 1 0,-1 0-1,1-1 1,-1 0 0,0 0 0,0 0-1,0-1 1,-1 1 0,1-1 0,-1 0-1,0 0 1,0 0 0,0 0 0,-1-1-1,1 1 1,2-7 0,-2-1-6752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02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24575,'5'10'0,"4"5"0,1 4 0,0 2 0,2 1 0,1-2 0,0-1 0,2-1 0,-1-2 0,-2-1 0,0 0 0,-3-3-8191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02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24575,'17'27'0,"8"11"0,3 2 0,-2-3 0,-2-7 0,-6-4 0,-3-5 0,-1-4 0,-4-2 0,-1-1 0,-2-1 0,1-2 0,-2-1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02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639 29 24575,'-27'-5'0,"-14"-2"0,-7 1 0,-1 1 0,4 1 0,1 2 0,2 3 0,2 2 0,1 3 0,0 2 0,-1 1 0,-1 0 0,-1 2 0,2 1 0,5-1 0,9-3-8191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11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19 24575,'-61'1'0,"-66"-2"0,117-1-273,1 1 0,-1-1 0,1-1 0,-10-3 0,6 1-6553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12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7 24575,'-15'-3'0,"-7"0"0,0 3 0,1 0 0,2 2 0,0 1 0,-1 2 0,2-1 0,4-1-8191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13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8 24575,'0'0'0,"0"0"0,0-1 0,0 1 0,0 0 0,0-1 0,0 1 0,0 0 0,0-1 0,0 1 0,0 0 0,0 0 0,-1-1 0,1 1 0,0 0 0,0 0 0,0-1 0,-1 1 0,1 0 0,0 0 0,0-1 0,0 1 0,-1 0 0,1 0 0,0 0 0,-1 0 0,1-1 0,0 1 0,0 0 0,-1 0 0,1 0 0,0 0 0,-1 0 0,1 0 0,0 0 0,-1 0 0,1 0 0,0 0 0,0 0 0,-1 0 0,-4 13 0,3 22 0,2-35 0,1 11 0,-1 1 0,-1-1 0,0 1 0,-1-1 0,0 0 0,0 1 0,-6 11 0,8-22 0,-1 1 0,1-1 0,0 0 0,-1 0 0,1 0 0,0 0 0,0 0 0,-1 1 0,1-1 0,0 2 0,0-3 0,1 1 0,-1-1 0,0 0 0,0 1 0,0-1 0,0 0 0,0 1 0,0-1 0,1 0 0,-1 1 0,0-1 0,0 0 0,1 0 0,-1 1 0,0-1 0,0 0 0,1 0 0,-1 0 0,0 1 0,0-1 0,1 0 0,-1 0 0,0 0 0,1 0 0,2 1 0,0-1 0,0 0 0,0 0 0,0 0 0,0-1 0,0 1 0,4-1 0,-7 1 0,18-4 0,-8 2 0,0 0 0,0 0 0,0 1 0,0 0 0,1 1 0,-1 1 0,19 2 0,-3 3 0,28 10 0,-44-12 0,-1 0 0,1 0 0,-1 1 0,0 0 0,15 12 0,-21-15 0,-1-1 0,0 1 0,0 0 0,-1 0 0,1 0 0,0 0 0,-1 0 0,1 0 0,-1 1 0,0-1 0,0 1 0,0-1 0,0 0 0,0 1 0,0 0 0,-1-1 0,1 1 0,-1-1 0,1 1 0,-1 0 0,-1 5 0,1-5 0,-1 0 0,0 0 0,0 0 0,0 0 0,-1-1 0,1 1 0,-1 0 0,1 0 0,-1-1 0,0 1 0,0-1 0,0 1 0,0-1 0,-1 0 0,1 0 0,-1 0 0,1 0 0,-4 1 0,-5 3 0,0 0 0,0-1 0,0 0 0,-1-1 0,1 0 0,-1-1 0,0-1 0,0 1 0,0-2 0,-1 0 0,1 0 0,-21-3 0,10-3-1365,14 1-5461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13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24575,'30'-5'0,"14"1"0,2 1 0,-1 1 0,-4 4 0,-7 1 0,-3 0 0,-6 2 0,-3 0 0,-4 0 0,-5-2-8191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14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24575,'0'17'0,"0"9"0,0 4 0,0-1 0,0 1 0,0-4 0,0-2 0,2-4 0,1-3 0,0-1 0,2-2 0,3 0 0,-1 0 0,2 0 0,1 0 0,2 0 0,1-2 0,-2-4-8191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14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24575,'0'15'0,"3"9"0,0 4 0,3-1 0,-1-3 0,3-4 0,-1-5 0,0-1 0,3-1 0,1-1 0,2 1 0,0-2 0,-1-3-8191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15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402 24 24575,'-27'-5'0,"-14"-2"0,-4 1 0,2 1 0,4 4 0,3 2 0,4 4 0,4 0 0,2 2 0,1 3 0,2-1 0,2 0 0,5 0-8191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17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18 24575,'-48'-1'0,"-63"-7"0,33 0 120,68 7-368,0 1 1,1 0-1,-1 1 1,0 1-1,-18 4 1,19-3-6579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19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9 24575,'-3'-1'0,"1"-1"0,-1 1 0,0 0 0,1 0 0,-1 0 0,0 1 0,0-1 0,1 1 0,-1-1 0,0 1 0,0 0 0,0 0 0,0 0 0,0 1 0,0-1 0,1 1 0,-1-1 0,0 1 0,0 0 0,1 0 0,-1 0 0,0 0 0,1 1 0,-1-1 0,1 1 0,0 0 0,-1-1 0,1 1 0,0 0 0,0 0 0,0 0 0,0 1 0,-2 3 0,-3 4 0,1 1 0,0 0 0,1 1 0,0-1 0,1 1 0,-5 17 0,2-1 0,0 1 0,2 0 0,-2 51 0,7-68 0,1 0 0,0-1 0,1 1 0,0-1 0,1 0 0,6 18 0,-7-23 0,1 0 0,0 0 0,0 0 0,0-1 0,1 1 0,0-1 0,0 1 0,1-1 0,-1 0 0,1-1 0,0 1 0,10 5 0,4 2 0,1-2 0,0 0 0,0-1 0,1-1 0,0-1 0,1 0 0,0-2 0,33 4 0,-52-9 0,0 0 0,0 0 0,-1 0 0,1 0 0,0-1 0,0 1 0,0-1 0,0 0 0,0 0 0,-1 0 0,1 0 0,0 0 0,-1 0 0,1-1 0,4-3 0,-6 4 0,0 0 0,0 0 0,0-1 0,0 1 0,0 0 0,0 0 0,-1-1 0,1 1 0,0-1 0,-1 1 0,1-1 0,-1 1 0,0-1 0,1 1 0,-1-1 0,0 0 0,0 1 0,0-1 0,0 1 0,0-1 0,0 1 0,-1-1 0,1 1 0,0-1 0,-1 1 0,1-1 0,-1 1 0,0-1 0,1 1 0,-1-1 0,-1-1 0,-2-3 0,0 1 0,0-1 0,-1 0 0,1 1 0,-1 0 0,-1 0 0,1 1 0,-1-1 0,1 1 0,-1 0 0,0 1 0,-12-6 0,12 7 0,1 0 0,-1 0 0,0 0 0,0 1 0,1 0 0,-1 0 0,0 0 0,0 1 0,0-1 0,0 2 0,0-1 0,0 1 0,0 0 0,0 0 0,-7 2 0,-2 3-1365,2 0-5461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19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24575,'2'24'0,"4"11"0,0 2 0,2-3 0,0-5 0,0-5 0,2-4 0,-1-2 0,1-3 0,0-1 0,-1-3-8191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19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24575,'7'24'0,"3"11"0,2 2 0,1-3 0,1-5 0,1-5 0,-3-4 0,0-2 0,0-3 0,-2-4-8191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20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21 24575,'-29'-5'0,"-15"-1"0,-2 0 0,1 3 0,4 3 0,2 3 0,2 4 0,2 1 0,3 1 0,4-1 0,7-1-8191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21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3070 16 24575,'-37'-1'0,"-46"-7"0,17 3 0,-103 3 0,85 3 0,13-1 0,-212 9 0,155-2 0,0 1 0,-42 7 0,-119-9 0,180-7 0,-477 1 0,484-8 0,7 1 0,56 6 0,-210 3 0,196 2 0,0 3 0,0 2 0,-60 19 0,18 6-1365,80-27-5461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22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61 24575,'-1'-2'0,"0"1"0,1-1 0,-1 0 0,1 1 0,0-1 0,0 1 0,-1-1 0,1 0 0,0 1 0,0-1 0,1 0 0,-1 1 0,0-1 0,0 0 0,1 1 0,-1-1 0,1 1 0,0-1 0,-1 1 0,2-3 0,-1 3 0,1-1 0,0 0 0,-1 1 0,1 0 0,0-1 0,0 1 0,-1 0 0,1 0 0,0-1 0,0 2 0,0-1 0,1 0 0,1 0 0,7-2 0,1 1 0,-1 1 0,0 0 0,19 1 0,-28 0 0,19 0 0,1 2 0,0 0 0,23 6 0,-32-5 0,0 1 0,0 1 0,0 0 0,-1 0 0,0 1 0,14 10 0,-24-15 0,1 1 0,-1 0 0,0-1 0,0 1 0,0 0 0,0 0 0,0 0 0,-1 0 0,1 1 0,-1-1 0,1 0 0,-1 1 0,0-1 0,0 1 0,0-1 0,0 1 0,0 0 0,-1-1 0,1 1 0,-1 0 0,0-1 0,0 1 0,0 0 0,0-1 0,0 1 0,0 0 0,-1 0 0,1-1 0,-1 1 0,0 0 0,-2 4 0,1-2 0,-1 1 0,0-1 0,0 1 0,-1-1 0,0 0 0,0 0 0,0 0 0,0-1 0,-1 1 0,0-1 0,0 0 0,-9 5 0,-13 5 0,19-11 0,1 1 0,0-1 0,0 1 0,0 0 0,1 1 0,-1 0 0,1 0 0,-7 8 0,12-12 0,0-1 0,1 1 0,-1 0 0,0 0 0,1 0 0,-1 0 0,1 0 0,0 0 0,-1 0 0,1 0 0,0 0 0,-1 0 0,1 1 0,0-1 0,0 0 0,0 0 0,0 0 0,0 0 0,0 0 0,0 0 0,0 0 0,1 0 0,-1 1 0,0-1 0,1 0 0,-1 0 0,1 0 0,-1 0 0,1 0 0,-1 0 0,1-1 0,0 1 0,-1 0 0,1 0 0,0 0 0,0-1 0,0 1 0,1 1 0,4 2 0,0 0 0,1 0 0,-1-1 0,13 5 0,-8-3 0,39 16 0,43 22 0,-92-42 0,1-1 0,-1 1 0,1 0 0,-1 0 0,1 0 0,-1 0 0,0 0 0,0 0 0,1 0 0,-1 0 0,0 0 0,0 1 0,0-1 0,0 1 0,0-1 0,-1 0 0,1 1 0,0 0 0,-1-1 0,1 1 0,-1-1 0,1 1 0,-1 2 0,0-3 0,0 1 0,-1 0 0,1 0 0,-1 0 0,1-1 0,-1 1 0,0 0 0,0-1 0,0 1 0,0-1 0,0 1 0,0-1 0,0 1 0,0-1 0,-1 0 0,1 0 0,0 1 0,-1-1 0,1 0 0,-4 1 0,-4 3 0,0 0 0,0-1 0,-1 0 0,0-1 0,-15 4 0,-53 6 0,65-11 0,-119 14-1365,114-14-5461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23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28 24575,'-3'1'0,"0"-1"0,0 1 0,0 0 0,-1-1 0,-3 3 0,-11 3 0,-7-4 0,1 0 0,-1-1 0,-34-3 0,56 1 15,-1 1 0,1-1 0,0 0 0,0 0 0,-1 0 0,1-1 0,-4-1 0,6 2-98,-1 1 1,1-1-1,0 0 1,-1 0-1,1 0 1,0 0-1,0 0 1,0-1-1,0 1 1,0 0-1,0 0 1,0-1-1,0 1 1,0-1-1,0 1 1,1-1-1,-1-1 1,0-6-6744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23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18 24575,'-25'-5'0,"-10"-2"0,-2 3 0,3 3 0,8 3 0,5 4 0,6 1-8191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25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16 24575,'-9'-1'0,"0"0"0,0 0 0,-11-4 0,-20-2 0,-107 6 63,77 2-1491,58-1-5398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25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24575,'-1'8'0,"0"-1"0,0 1 0,-3 9 0,-2 16 0,4-15 0,2 0 0,2 33 0,-1-42 0,1-1 0,0 0 0,0 0 0,0 0 0,1-1 0,0 1 0,1-1 0,7 12 0,-7-12-117,-1-3-39,-1 0 0,1 0 0,0 0 0,0-1 0,0 1 0,0-1 0,5 4 0,1-2-6670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26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24575,'5'25'0,"1"10"0,3 2 0,-1-3 0,2-5 0,0-5 0,2-4 0,1-3 0,0-1 0,2-2 0,-3-1 0,-1-2 0,-2-1 0,0-1 0,1-4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26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591 7 24575,'-29'-2'0,"-13"-1"0,-3 2 0,0 2 0,6 2 0,4 2 0,4 2 0,2 2 0,-2 0 0,0 0 0,-2 0 0,-1-3 0,-1 0 0,-3 0 0,3-2 0,2 2 0,8-1-8191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27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717 63 24575,'-3'-4'0,"1"0"0,-1 0 0,0 0 0,0 0 0,0 0 0,0 1 0,0 0 0,-1 0 0,0 0 0,0 0 0,0 0 0,0 1 0,0-1 0,0 1 0,0 0 0,-1 0 0,1 1 0,-1 0 0,0-1 0,-5 1 0,-9-2 0,0 2 0,-1 0 0,-32 4 0,30-1 0,-183 24 0,3 18 0,128-24-1365,55-15-5461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27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24575,'7'-3'0,"0"0"0,1 1 0,-1 0 0,1 0 0,-1 1 0,1 0 0,9 0 0,4 0 0,30 5 0,-33-3 0,1 1 0,-1 2 0,0 0 0,0 0 0,0 2 0,0 0 0,20 11 0,-37-16 0,1-1 0,-1 1 0,0 0 0,1 0 0,-1 0 0,1 0 0,-1 0 0,0 0 0,0 1 0,0-1 0,0 0 0,0 1 0,0-1 0,0 0 0,0 1 0,0-1 0,-1 1 0,1 0 0,-1-1 0,1 1 0,-1-1 0,1 1 0,-1 3 0,0-3 0,-1 0 0,1 0 0,-1 0 0,1 0 0,-1 0 0,0-1 0,0 1 0,1 0 0,-1 0 0,-1-1 0,1 1 0,0 0 0,0-1 0,-1 1 0,1-1 0,-1 0 0,1 1 0,-1-1 0,-2 2 0,-26 13 0,24-13 0,-1 0 0,1 0 0,0 1 0,0 0 0,-11 10 0,16-13 0,0 1 0,-1 0 0,1 0 0,0-1 0,0 1 0,0 0 0,0 0 0,0 0 0,1 0 0,-1 0 0,0 0 0,1 0 0,0 0 0,-1 0 0,1 1 0,0-1 0,0 0 0,0 0 0,1 0 0,-1 0 0,0 0 0,1 0 0,-1 0 0,2 4 0,0-1 0,0-1 0,1 0 0,-1 0 0,1 0 0,-1 0 0,1 0 0,0-1 0,5 5 0,31 26 0,-21-20 0,52 41 0,-69-54 0,0 0 0,0 0 0,0 0 0,0 0 0,0 0 0,0 0 0,0 0 0,-1 0 0,1 0 0,0 0 0,-1 1 0,1-1 0,-1 0 0,1 0 0,-1 1 0,1-1 0,-1 0 0,0 1 0,0-1 0,0 0 0,0 1 0,0-1 0,0 0 0,0 1 0,0-1 0,0 0 0,-1 1 0,1-1 0,0 0 0,-1 0 0,0 2 0,-1-1 0,1 1 0,-1-1 0,0 0 0,0 0 0,0 0 0,0 0 0,0-1 0,-1 1 0,1-1 0,-1 1 0,1-1 0,-1 0 0,1 0 0,-5 1 0,-126 29-1073,127-30 781,-10 2-6534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34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16 24575,'35'-9'0,"-35"9"0,0 0 0,0 0 0,0 0 0,0 0 0,-1 0 0,1 0 0,0 0 0,0 0 0,0 0 0,0 0 0,0 0 0,0 0 0,0 0 0,0 0 0,0 0 0,0 0 0,0 0 0,0 0 0,0-1 0,0 1 0,0 0 0,0 0 0,0 0 0,0 0 0,0 0 0,0 0 0,0 0 0,0 0 0,0 0 0,0 0 0,0 0 0,0 0 0,0 0 0,0 0 0,0 0 0,0 0 0,0-1 0,0 1 0,0 0 0,0 0 0,0 0 0,0 0 0,0 0 0,0 0 0,0 0 0,0 0 0,0 0 0,0 0 0,0 0 0,1 0 0,-1 0 0,0 0 0,0 0 0,0 0 0,0 0 0,0 0 0,0 0 0,0 0 0,0 0 0,0 0 0,0 0 0,0 0 0,0 0 0,0 0 0,0 0 0,-7-2 0,-12 0 0,11 2 0,-26-1 0,-46 5 0,70-3 0,1 0 0,0 1 0,-1 0 0,1 1 0,0 0 0,0 0 0,0 1 0,0 0 0,-14 10 0,19-10 0,0-1 0,1 1 0,-1 0 0,1-1 0,0 2 0,0-1 0,0 0 0,1 0 0,0 1 0,0-1 0,0 1 0,0 0 0,0 0 0,1 0 0,0 0 0,-1 9 0,2-7 0,-1-1 0,1 1 0,1 0 0,-1-1 0,1 1 0,0 0 0,1-1 0,-1 1 0,1-1 0,1 1 0,-1-1 0,5 7 0,3 3 0,1 0 0,1-1 0,0-1 0,1 0 0,1-1 0,0 0 0,1-1 0,0-1 0,1 0 0,0-1 0,21 10 0,-22-14-1365,-2-2-5461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35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91 24575,'-2'1'0,"-38"22"0,37-21 0,0 0 0,0 0 0,0 1 0,1-1 0,-1 1 0,1 0 0,-1 0 0,1 0 0,0 0 0,-2 3 0,3-5 0,1 0 0,0 1 0,-1-1 0,1 0 0,0 0 0,-1 0 0,1 0 0,0 0 0,0 0 0,0 0 0,0 0 0,0 1 0,0-1 0,0 0 0,0 0 0,1 0 0,-1 0 0,0 0 0,1 0 0,-1 0 0,1 0 0,0 2 0,0-1 0,1-1 0,-1 1 0,1 0 0,0-1 0,0 1 0,-1-1 0,1 0 0,0 1 0,0-1 0,4 1 0,2 1 0,0 0 0,1 0 0,0-1 0,14 2 0,6-2 0,-1 0 0,47-5 0,-70 2 0,0 1 0,-1-1 0,1 0 0,-1 0 0,1-1 0,-1 1 0,0-1 0,1 0 0,-1 0 0,0-1 0,4-2 0,-7 3 0,1 1 0,-1 0 0,1 0 0,-1-1 0,0 1 0,0-1 0,0 1 0,0-1 0,0 0 0,0 1 0,0-1 0,-1 0 0,1 0 0,0 0 0,-1 1 0,0-1 0,1 0 0,-1 0 0,0 0 0,0 0 0,0 0 0,0 0 0,0 1 0,0-1 0,-1 0 0,1 0 0,-1 0 0,1 0 0,-2-2 0,-1-2 0,-1 0 0,1 0 0,-1 0 0,0 0 0,-1 1 0,1-1 0,-1 1 0,0 0 0,-1 1 0,1-1 0,-1 1 0,-8-5 0,-3-1 0,-1 1 0,0 1 0,-22-7 0,27 11 30,1 1 0,0 0 0,-20-2 0,26 4-179,0 1 1,0 0-1,0 0 1,0 1-1,0-1 1,0 1-1,1 0 1,-1 1-1,-9 3 1,2 2-6678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35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 24575,'-9'2'0,"-1"2"0,2-1 0,-1 1 0,0 1 0,1-1 0,-11 9 0,18-12 0,-1 0 0,1 1 0,-1-1 0,1 1 0,-1-1 0,1 1 0,0 0 0,0 0 0,0-1 0,0 1 0,0 0 0,0 0 0,0 0 0,0 0 0,1 0 0,-1 0 0,1 0 0,0 0 0,0 1 0,0-1 0,0 0 0,0 0 0,0 0 0,0 0 0,0 0 0,1 0 0,-1 0 0,1 0 0,0 0 0,0 0 0,-1 0 0,1 0 0,0 0 0,2 2 0,3 5 0,0-1 0,1-1 0,0 1 0,0-1 0,0 0 0,1 0 0,0-1 0,14 8 0,75 36 0,-89-46 0,35 16 0,76 37 0,-118-56 0,1 0 0,0 0 0,-1 0 0,1 0 0,-1 1 0,1-1 0,-1 0 0,0 1 0,1-1 0,-1 0 0,0 1 0,0 0 0,1 1 0,-1-2 0,-1-1 0,0 1 0,0-1 0,0 0 0,0 1 0,0-1 0,0 0 0,0 1 0,0-1 0,0 1 0,0-1 0,0 0 0,0 1 0,0-1 0,0 1 0,-1-1 0,1 0 0,0 1 0,0-1 0,0 0 0,-1 1 0,1-1 0,0 0 0,-1 1 0,0 0 0,0-1 0,0 1 0,0 0 0,0-1 0,0 1 0,0-1 0,0 1 0,0-1 0,0 1 0,-1-1 0,-1 1 0,-26 2 0,-1 0 0,0-2 0,-34-4 0,6 2 0,9 1-455,-1 3 0,-73 13 0,104-12-6371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40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32 24575,'-1'-2'0,"0"1"0,1-1 0,-1 1 0,1-1 0,0 0 0,-1 0 0,1 1 0,0-3 0,0 3 0,0 0 0,0 1 0,0-1 0,0 0 0,0 1 0,1-1 0,-1 0 0,0 1 0,0-1 0,0 1 0,1-1 0,-1 0 0,0 1 0,1-1 0,-1 1 0,0-1 0,1 1 0,-1-1 0,1 1 0,-1-1 0,1 1 0,-1-1 0,1 0 0,0 1 0,-1 0 0,1 1 0,-1-1 0,0 0 0,1 0 0,-1 0 0,0 0 0,1 0 0,-1 1 0,1-1 0,-1 0 0,0 0 0,0 1 0,1-1 0,-1 0 0,0 1 0,1-1 0,-1 0 0,0 1 0,0-1 0,0 0 0,1 1 0,-1-1 0,0 0 0,0 1 0,0-1 0,0 1 0,0-1 0,0 0 0,0 1 0,0-1 0,0 1 0,0-1 0,0 1 0,3 16 0,-3-16 0,0 118 0,1-118 0,-1 1 0,0-1 0,1 1 0,-1-1 0,1 1 0,-1-1 0,1 1 0,-1-1 0,1 0 0,0 0 0,0 1 0,0-1 0,0 0 0,0 0 0,0 0 0,0 0 0,0 0 0,0 0 0,0 0 0,1 0 0,-1 0 0,0-1 0,1 1 0,-1-1 0,1 1 0,-1-1 0,0 1 0,1-1 0,-1 0 0,3 1 0,6 0 0,-1 0 0,1-1 0,17-2 0,-12 1 0,8 0 0,-7 0 0,1 1 0,-1 0 0,30 4 0,-42-3 0,0 0 0,0 0 0,0 0 0,-1 1 0,1-1 0,0 1 0,0 0 0,-1 0 0,1 0 0,-1 0 0,0 1 0,1 0 0,-1-1 0,-1 1 0,1 0 0,0 0 0,-1 1 0,1-1 0,-1 0 0,2 5 0,-3-6 0,0 0 0,0-1 0,-1 1 0,1 0 0,-1 0 0,1-1 0,-1 1 0,0 0 0,0 0 0,0 0 0,0-1 0,0 1 0,0 0 0,0 0 0,-1 0 0,1-1 0,-1 1 0,0 2 0,0-2 0,-1 1 0,1-1 0,-1 1 0,1-1 0,-1 0 0,0 1 0,0-1 0,0 0 0,-1-1 0,-2 4 0,-5 1 0,0-1 0,0 0 0,0 0 0,-18 5 0,-9-1 0,0-1 0,-1-1 0,-41 1 0,41-5 0,32-2-170,0 0-1,0-1 0,0 0 1,0 0-1,0 0 0,0-1 1,-9-2-1,6 0-6655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41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24575,'29'-10'0,"13"-3"0,1 1 0,-2 2 0,-5 3 0,-9 5 0,-6 3 0,-7 1-8191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41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24575,'0'5'0,"3"6"0,0 4 0,3 2 0,2 1 0,0-1 0,1 2 0,2-2 0,1-2 0,1-1 0,1 0 0,0 0 0,0-3 0,1-3 0,0-3 0,-3-2-8191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41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24575,'15'24'0,"7"12"0,2 0 0,0-2 0,-2-5 0,-4-7-8191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42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4 24575,'-27'-2'0,"-9"1"0,0 1 0,2 0 0,3 4 0,5 0 0,3 2 0,4 0 0,2 1 0,2 0 0,3-1-8191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42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24575,'1'10'0,"-1"0"0,1 0 0,1 0 0,0-1 0,5 16 0,-5-20 0,0 0 0,0 0 0,1 0 0,-1 0 0,1 0 0,0 0 0,0-1 0,1 0 0,-1 0 0,1 0 0,7 6 0,-10-9 0,1 1 0,0-1 0,-1 0 0,1 0 0,0 0 0,0-1 0,-1 1 0,1 0 0,0-1 0,0 1 0,0-1 0,0 1 0,0-1 0,0 0 0,0 0 0,0 0 0,0 0 0,0 0 0,2-1 0,-1 0 0,-1 0 0,0 0 0,0 0 0,0-1 0,0 1 0,0 0 0,0-1 0,0 1 0,0-1 0,-1 0 0,1 0 0,0 0 0,1-3 0,3-5 0,0-1 0,-1 0 0,0-1 0,5-20 0,-10 31 0,1-4 0,1 1 0,-1-1 0,1 1 0,0-1 0,0 1 0,1 0 0,-1 0 0,1 0 0,4-4 0,-6 6 0,1 1 0,0-1 0,-1 1 0,1 0 0,0 0 0,0 0 0,0 0 0,0 0 0,0 1 0,0-1 0,0 0 0,0 1 0,0 0 0,0-1 0,0 1 0,1 0 0,-1 0 0,0 0 0,0 0 0,0 1 0,0-1 0,0 1 0,4 0 0,6 3 14,0 0-1,-1 0 0,1 1 0,-1 1 1,0 0-1,0 1 0,-1 0 1,15 12-1,-20-14-106,1 0 0,-1 0 1,0 1-1,0-1 0,-1 1 0,0 1 0,0-1 0,0 0 1,-1 1-1,0 0 0,0 0 0,-1 0 0,0 0 1,0 0-1,1 12 0,-2-6-6733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43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1316 28 24575,'-6'-4'0,"-1"0"0,0 1 0,0 0 0,0 0 0,0 1 0,0 0 0,-1 0 0,1 0 0,-1 1 0,1 1 0,-10-1 0,-9 2 0,-51 8 0,27-2 0,-300 18 0,-38-11-1017,313-12 1017,-138 22 0,183-16-348,19-4-6478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43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24575,'17'-7'0,"1"0"0,0 1 0,0 1 0,0 1 0,0 0 0,33-2 0,-37 6 0,0 0 0,-1 1 0,1 1 0,0 0 0,0 1 0,-1 0 0,1 1 0,-1 0 0,22 12 0,-31-14 0,0 0 0,0 0 0,-1 1 0,1-1 0,-1 1 0,1 0 0,5 7 0,-9-9 0,1 0 0,0-1 0,-1 1 0,1 0 0,0 0 0,-1 0 0,1 0 0,-1 0 0,0 0 0,1 1 0,-1-1 0,0 0 0,0 0 0,0 0 0,1 0 0,-1 0 0,0 0 0,-1 0 0,1 1 0,0-1 0,0 0 0,0 0 0,-1 0 0,1 0 0,0 0 0,-1 0 0,1 0 0,-1 0 0,1 0 0,-1 0 0,0 0 0,1 0 0,-1 0 0,0-1 0,0 1 0,-1 1 0,-3 2 0,0-1 0,-1 1 0,0-1 0,1 0 0,-1 0 0,0-1 0,-1 0 0,1 0 0,-11 2 0,7-2 0,0 1 0,-14 6 0,24-9 0,-1 0 0,1 0 0,-1 0 0,0 1 0,1-1 0,-1 0 0,0 1 0,1-1 0,-1 0 0,1 1 0,-1-1 0,1 1 0,-1-1 0,1 1 0,-1-1 0,1 1 0,0-1 0,-1 1 0,1-1 0,0 1 0,-1 0 0,1-1 0,0 1 0,0-1 0,0 1 0,-1 0 0,1-1 0,0 1 0,0 0 0,0-1 0,0 1 0,0 0 0,0-1 0,0 1 0,0 0 0,1-1 0,-1 1 0,0 0 0,0-1 0,0 1 0,1 0 0,-1-1 0,0 1 0,1-1 0,-1 1 0,1-1 0,-1 1 0,0-1 0,2 2 0,2 2 0,0 0 0,1 0 0,0 0 0,7 5 0,-8-7 0,12 9 0,1-2 0,19 9 0,-20-11 0,1 1 0,25 18 0,-41-25 0,0 0 0,1 0 0,-1 0 0,0 0 0,0 0 0,1 1 0,-1-1 0,0 0 0,0 1 0,0-1 0,-1 1 0,1-1 0,0 1 0,0 0 0,-1-1 0,1 1 0,-1 1 0,0-2 0,0 0 0,0 1 0,0-1 0,0 0 0,-1 0 0,1 0 0,0 0 0,-1 0 0,1 0 0,-1 0 0,1 0 0,-1 0 0,1 0 0,-1 0 0,0 0 0,0 0 0,1-1 0,-1 1 0,0 0 0,0 0 0,0-1 0,0 1 0,0-1 0,0 1 0,0-1 0,-2 2 0,-4 1 0,-1 0 0,0-1 0,-1 1 0,1-1 0,0-1 0,-16 2 0,-53-4 0,43 0 0,-37 1-1365,54-1-5461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45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15 24575,'-3'-2'0,"1"0"0,-1 1 0,1-1 0,-1 1 0,1 0 0,-1 0 0,0 0 0,0 0 0,1 0 0,-1 1 0,0-1 0,0 1 0,0 0 0,0-1 0,0 1 0,-5 1 0,4 0 0,1 1 0,-1-1 0,1 1 0,-1-1 0,1 1 0,0 0 0,0 0 0,0 1 0,0-1 0,0 1 0,0-1 0,-3 6 0,-2 1 0,2-1 0,0 1 0,0 1 0,0-1 0,1 1 0,1 0 0,-1 0 0,2 0 0,-1 1 0,2-1 0,-3 13 0,3-8 0,1-1 0,1 1 0,0 0 0,1 0 0,1 0 0,0 0 0,6 21 0,0-12 0,0 0 0,2-1 0,1 0 0,0-1 0,2-1 0,0 1 0,2-2 0,0 0 0,27 27 0,13 3-1365,-33-31-5461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45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24575,'-1'1'0,"0"0"0,0 0 0,1 0 0,-1 0 0,0 0 0,1 1 0,-1-1 0,1 0 0,0 0 0,-1 1 0,1-1 0,0 0 0,0 1 0,0-1 0,0 0 0,0 1 0,0 2 0,6 25 0,-4-22 0,14 43 0,1-1 0,27 51 0,-7-16 0,-31-69 0,7 14 0,-1 1 0,-1 1 0,-2 0 0,6 36 0,-14-58 0,0 1 0,-1 0 0,0-1 0,-1 1 0,0 0 0,0-1 0,-5 16 0,4-18 0,-1 0 0,0 1 0,0-2 0,-1 1 0,0 0 0,0-1 0,-1 0 0,0 0 0,0 0 0,-11 9 0,9-8-227,0-1-1,-1-1 1,0 1-1,0-1 1,-12 5-1,4-4-6598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46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0 24575,'-21'0'0,"0"1"0,0 1 0,-22 4 0,6 1 0,0-1 0,0-2 0,-39 0 0,34-4-1365,24-1-5461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46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34 24575,'-29'-7'0,"-13"-3"0,-1 1 0,4 4 0,4 3 0,5 2 0,6 3 0,4 1 0,5 0-8191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50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1 24575,'-33'-1'0,"-53"3"0,76-1 0,-1 0 0,1 1 0,-1 0 0,1 1 0,-18 7 0,25-9 0,0 0 0,0 1 0,0-1 0,0 1 0,1 0 0,-1 0 0,1 0 0,0 0 0,-1 0 0,1 1 0,0-1 0,0 1 0,0-1 0,1 1 0,-1 0 0,1 0 0,-2 3 0,2-2 0,0-1 0,0 1 0,1 0 0,-1 0 0,1 0 0,0 0 0,0 0 0,1-1 0,-1 1 0,1 0 0,-1 0 0,3 5 0,0-1 0,0 0 0,1 0 0,0-1 0,0 1 0,1-1 0,-1 0 0,2 0 0,-1-1 0,1 1 0,0-1 0,0-1 0,8 6 0,-7-5 0,1 0 0,1-1 0,-1 0 0,1-1 0,-1 0 0,1 0 0,1-1 0,-1 0 0,0 0 0,1-1 0,-1 0 0,12 0 0,-6-2-1365,-2 0-5461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50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88 24575,'-1'1'0,"0"0"0,0 1 0,0-1 0,0 1 0,1 0 0,-1-1 0,0 1 0,1 0 0,-1-1 0,1 1 0,0 0 0,-1 0 0,1 0 0,0-1 0,0 1 0,0 0 0,0 0 0,1-1 0,0 5 0,0-4 0,0 0 0,0 0 0,0 0 0,0-1 0,1 1 0,-1 0 0,0 0 0,1-1 0,0 1 0,-1-1 0,1 1 0,0-1 0,3 2 0,3 1 0,0 0 0,0-1 0,0 0 0,0 0 0,1-1 0,-1 0 0,10 0 0,-3 0 0,-1-1 0,26-1 0,-36 0 0,0-1 0,-1 1 0,1-1 0,0 0 0,0 0 0,0 0 0,-1 0 0,1-1 0,-1 0 0,1 1 0,-1-1 0,0-1 0,1 1 0,-1 0 0,4-5 0,-6 7 0,-1-1 0,1 0 0,0 0 0,-1 0 0,1-1 0,-1 1 0,1 0 0,-1 0 0,1 0 0,-1 0 0,0 0 0,1-1 0,-1 1 0,0 0 0,0 0 0,0 0 0,0-1 0,0 1 0,0 0 0,-1-1 0,1-1 0,-1 0 0,0 1 0,0-1 0,0 1 0,-1-1 0,1 1 0,-1-1 0,-2-2 0,-3-3 0,0 1 0,-1 0 0,-13-11 0,8 9 0,0 0 0,-29-13 0,34 19 0,0 0 0,0 0 0,0 1 0,0-1 0,0 2 0,-1-1 0,-10 1 0,17 1-85,-1 0 0,1 0-1,-1 0 1,0 1 0,1 0-1,-1-1 1,1 1 0,0 0-1,-1 0 1,1 0 0,0 1-1,-1-1 1,1 1 0,0-1-1,-2 2 1,-5 7-6741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50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4 24575,'-5'-1'0,"-17"-1"0,-28 1 0,45 1 0,-1 1 0,1-1 0,0 1 0,0 0 0,0 0 0,0 1 0,0-1 0,0 1 0,0 1 0,0-1 0,-4 3 0,8-4 0,0 0 0,0 0 0,0 0 0,0 0 0,0 0 0,0 0 0,1 0 0,-1 0 0,0 0 0,1 0 0,-1 1 0,1-1 0,-1 0 0,1 0 0,0 1 0,-1-1 0,1 0 0,0 0 0,0 1 0,0-1 0,0 0 0,0 1 0,0-1 0,0 0 0,1 1 0,-1-1 0,0 0 0,1 0 0,-1 1 0,1-1 0,-1 0 0,1 0 0,0 2 0,3 2 0,-1 1 0,1 0 0,0-1 0,1 0 0,4 5 0,10 7 0,0-1 0,30 18 0,-30-22 0,-1 1 0,0 1 0,22 23 0,-39-36 0,0 0 0,0-1 0,0 1 0,-1 0 0,1 0 0,0 0 0,-1 0 0,1 0 0,-1 0 0,1 0 0,-1 0 0,0 0 0,1 0 0,-1 0 0,0 0 0,0 0 0,1 0 0,-1 0 0,0 0 0,0 2 0,-1-2 0,1 0 0,-1-1 0,1 1 0,-1 0 0,1 0 0,-1-1 0,1 1 0,-1 0 0,1-1 0,-1 1 0,0-1 0,0 1 0,1-1 0,-1 1 0,0-1 0,0 0 0,1 1 0,-1-1 0,-2 1 0,-3 0 0,-1 1 0,0-1 0,0 0 0,-13-1 0,-86 7 7,62-3-1379,29-3-5454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53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 24575,'-4'1'0,"0"-1"0,0 1 0,0 0 0,0 0 0,0 1 0,1-1 0,-1 1 0,1 0 0,-1 0 0,1 0 0,0 0 0,-1 1 0,1-1 0,-3 4 0,-3 3 0,1 0 0,0 0 0,-9 14 0,3-1 0,1 0 0,1 0 0,2 1 0,0 1 0,1 0 0,1 0 0,1 0 0,2 1 0,-4 31 0,8-37 0,0 0 0,1 0 0,1 0 0,0 0 0,2 0 0,0 0 0,2 0 0,-1-1 0,2 0 0,1 0 0,0 0 0,19 31 0,-6-16 0,2-2 0,1-1 0,1-1 0,2-1 0,0-1 0,2-1 0,51 36 0,-53-42 47,15 9-1459,-31-24-5414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53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46 24575,'-8'-8'0,"-4"-1"0,-3-1 0,-1 3 0,-1 1 0,-2 3 0,0 1 0,0 2 0,-1 0 0,0 0 0,2 0 0,0 1 0,-1-1 0,1 3 0,0 0 0,1 0 0,1 0 0,3-1-8191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54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24575,'-7'7'0,"-1"5"0,2 3 0,4 2 0,3-1 0,3 1 0,1-1 0,2-1 0,3 0 0,-1 0 0,1-3 0,-2-1 0,1 1 0,1-3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54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24575,'15'22'0,"7"10"0,2 2 0,0-3 0,-2-3 0,-2-5 0,-5-3 0,-2-4 0,-1 0 0,0-2 0,-2-1 0,-3-2-8191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54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45 24575,'-27'-7'0,"-14"-3"0,-4 1 0,2 1 0,4 3 0,6 2 0,4 1 0,4 1 0,2 4 0,1 0 0,1 3 0,1 3 0,1 2 0,2-1 0,1 1 0,3-2-8191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55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24575,'5'8'0,"0"0"0,0-1 0,1 0 0,8 8 0,0 0 0,-7-5 0,2-1 0,-1-1 0,1 1 0,0-1 0,1-1 0,0 0 0,19 11 0,-28-18 0,-1 0 0,1 1 0,0-1 0,0 0 0,0 0 0,0 0 0,-1 0 0,1 0 0,0-1 0,0 1 0,0 0 0,-1 0 0,1 0 0,0-1 0,0 1 0,-1 0 0,1-1 0,0 1 0,-1-1 0,1 1 0,0-1 0,-1 1 0,1-1 0,0 1 0,-1-1 0,1 1 0,-1-1 0,1 0 0,-1 0 0,0 1 0,1-1 0,-1 0 0,0 1 0,1-1 0,-1 0 0,0-1 0,2-3 0,0 0 0,0-1 0,1-9 0,0-23 0,-3 31 0,0-1 0,0 1 0,1 0 0,0-1 0,1 1 0,0 0 0,0 0 0,0 0 0,1 0 0,0 0 0,4-7 0,-5 12 0,-1 1 0,1-1 0,-1 0 0,1 1 0,0-1 0,0 1 0,0 0 0,0-1 0,0 1 0,0 0 0,0 0 0,0 0 0,0 1 0,0-1 0,1 0 0,-1 1 0,0 0 0,0-1 0,1 1 0,-1 0 0,0 0 0,1 0 0,-1 1 0,0-1 0,1 0 0,-1 1 0,0 0 0,0-1 0,0 1 0,3 1 0,6 3 0,0 0 0,0 1 0,-1 1 0,12 8 0,-20-14 0,10 8 24,0 1 0,0 0 0,-1 0 0,11 14 0,-18-19-130,0 0 0,-1 0 0,1 0 0,-1 0 0,-1 1 0,1-1-1,-1 1 1,0 0 0,0 0 0,0 0 0,-1 0 0,0 0 0,0 7 0,-1-1-6720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56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1201 48 24575,'-2'-6'0,"1"2"0,0 1 0,0-1 0,-1 0 0,0 1 0,1-1 0,-4-3 0,4 6 0,0 0 0,0-1 0,0 1 0,-1 1 0,1-1 0,0 0 0,-1 0 0,1 0 0,0 1 0,-1-1 0,1 1 0,-1-1 0,1 1 0,-1-1 0,1 1 0,-1 0 0,1 0 0,-1 0 0,-2 0 0,-11 1 0,-1 1 0,-20 4 0,-9 2 0,-594 23 0,481-28 0,114 0 0,-68 14 0,102-15-195,0 1 0,0-1 0,0 2 0,1 0 0,0 0 0,-14 8 0,14-6-6631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56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24575,'8'-3'0,"-1"1"0,1-1 0,-1 1 0,1 0 0,0 1 0,-1 0 0,9 0 0,55 2 0,-53-1 0,-1 2 0,0 0 0,0 1 0,0 1 0,-1 1 0,1 0 0,28 14 0,-44-19 0,1 1 0,-1-1 0,0 1 0,0 0 0,0 0 0,0 0 0,0-1 0,0 1 0,0 0 0,0 0 0,0 1 0,0-1 0,0 0 0,-1 0 0,1 0 0,0 0 0,-1 1 0,1-1 0,0 2 0,-1-2 0,0 1 0,0-1 0,-1 0 0,1 0 0,0 0 0,0 0 0,-1 0 0,1 0 0,0 0 0,-1 1 0,1-1 0,-1 0 0,0-1 0,1 1 0,-1 0 0,0 0 0,0 0 0,-1 1 0,-3 2 0,0 0 0,0 0 0,-1-1 0,1 0 0,-1 0 0,-11 5 0,10-6 0,-2 1 0,1 0 0,0 0 0,0 1 0,-12 8 0,19-12 0,0 1 0,0 0 0,0 0 0,0 0 0,0 0 0,0 0 0,0 0 0,0 0 0,0 0 0,0 0 0,0 0 0,1 0 0,-1 1 0,1-1 0,-1 0 0,1 0 0,-1 1 0,1-1 0,0 0 0,-1 1 0,1-1 0,0 0 0,0 1 0,0-1 0,0 1 0,0-1 0,0 0 0,1 1 0,-1-1 0,0 0 0,1 1 0,-1-1 0,1 0 0,-1 0 0,1 1 0,0-1 0,0 1 0,6 6 0,0 0 0,0-1 0,0 0 0,1-1 0,0 0 0,0 0 0,1 0 0,12 5 0,7 5 0,-14-7 0,14 9 0,-26-16 0,0-1 0,0 0 0,-1 1 0,1 0 0,-1-1 0,1 1 0,-1 0 0,0 0 0,0-1 0,0 1 0,2 4 0,-3-5 0,0 0 0,0 0 0,0 0 0,0 0 0,0 0 0,0 0 0,0 0 0,0 0 0,0 0 0,-1 0 0,1 0 0,0 0 0,-1 0 0,1 0 0,0 0 0,-1 0 0,0 0 0,1-1 0,-1 1 0,1 0 0,-1 0 0,0 0 0,0-1 0,1 1 0,-1 0 0,0-1 0,0 1 0,-1 0 0,-4 2 0,1 0 0,-1 0 0,-8 3 0,10-5 0,-20 7 0,0-2 0,-1-1 0,1 0 0,-29 0 0,50-5 0,-14 2-1365,2-1-5461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29:57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24575,'22'19'0,"-1"1"0,0 1 0,-2 1 0,26 38 0,54 104 0,-83-134 0,58 113 0,-65-122 0,-1 0 0,0 1 0,-2 0 0,-1 0 0,3 23 0,-7-38 0,-1 0 0,0 1 0,0-1 0,-1 0 0,0 0 0,0 0 0,-1 0 0,1-1 0,-2 1 0,1 0 0,-1 0 0,-5 10 0,3-10 0,0 0 0,0 0 0,-1 0 0,0-1 0,0 0 0,0 0 0,-1-1 0,0 1 0,0-1 0,-9 4 0,-2 2-82,1-1-560,-23 9 1,26-13-6185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04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2 24575,'0'0'0,"1"0"0,-1 0 0,0-1 0,0 1 0,0 0 0,0 0 0,1 0 0,-1 0 0,0 0 0,0 0 0,0 0 0,1 0 0,-1 0 0,0 0 0,0 0 0,0 0 0,1 0 0,-1 0 0,0 0 0,0 0 0,0 0 0,0 0 0,1 0 0,-1 0 0,0 0 0,0 1 0,0-1 0,1 0 0,-1 0 0,0 0 0,0 0 0,0 0 0,0 0 0,0 1 0,0-1 0,1 0 0,-1 0 0,0 0 0,0 0 0,0 1 0,-9 3 0,-16 3 0,-30-4 0,-61-3 0,38-2 0,50 2-1365,16 0-5461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05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15 24575,'-13'0'0,"-5"0"0,-4-2 0,1-2 0,1 1 0,1 1 0,2 0 0,1 1 0,1 0 0,0 1 0,1 0 0,0 3 0,0 0 0,0 0 0,-1 0 0,-1-1 0,-2 1 0,3 1-8191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06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16 24575,'-34'-6'0,"0"2"0,0 0 0,0 3 0,-35 2 0,66-1 0,0 1 0,-1 0 0,1 0 0,0 0 0,0 0 0,-1 1 0,1-1 0,0 1 0,0 0 0,1-1 0,-1 2 0,0-1 0,1 0 0,-1 0 0,1 1 0,-1-1 0,1 1 0,0 0 0,0 0 0,1 0 0,-1 0 0,0 0 0,1 0 0,0 0 0,0 0 0,0 1 0,0-1 0,-1 6 0,1-2 0,0-1 0,1 0 0,0 1 0,0-1 0,0 1 0,0-1 0,1 1 0,0-1 0,1 0 0,0 1 0,0-1 0,0 0 0,0 0 0,6 9 0,-3-8 0,1 0 0,0 0 0,1 0 0,0-1 0,0 0 0,0 0 0,0-1 0,1 0 0,0 0 0,0 0 0,1-1 0,13 4 0,-6-2 0,1-2 0,0 0 0,0 0 0,0-2 0,32 1 0,-19-6-1365,-18 0-5461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07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31 24575,'-20'6'0,"-23"12"0,38-16 0,0 1 0,0 0 0,0 0 0,1 0 0,0 0 0,-1 1 0,1-1 0,0 1 0,-6 9 0,9-12 0,1 0 0,-1 0 0,0 0 0,1 0 0,-1 0 0,1 0 0,0 0 0,-1 1 0,1-1 0,0 0 0,0 0 0,-1 0 0,1 1 0,0-1 0,0 0 0,1 0 0,-1 1 0,0-1 0,0 0 0,1 2 0,0-1 0,0 0 0,0 0 0,1 0 0,-1 0 0,0 0 0,1-1 0,-1 1 0,1 0 0,-1-1 0,4 3 0,2 0 0,-1 0 0,1-1 0,-1 1 0,1-1 0,13 3 0,-4-2 0,-1-1 0,1-1 0,30 0 0,47-6 0,-90 4 0,0-1 0,0 1 0,0-1 0,-1 1 0,1-1 0,0 0 0,0 0 0,-1 0 0,1 0 0,-1-1 0,1 1 0,-1-1 0,0 1 0,1-1 0,-1 0 0,0 0 0,0 0 0,0 0 0,2-4 0,-3 4 0,0 0 0,0 0 0,0 0 0,0 0 0,-1 0 0,1 0 0,-1 0 0,1-1 0,-1 1 0,0 0 0,0 0 0,0 0 0,0-1 0,0 1 0,-1 0 0,1 0 0,-1 0 0,1-1 0,-1 1 0,0 0 0,0 0 0,0 0 0,0 0 0,0 0 0,-2-2 0,-3-3 0,0-1 0,0 1 0,-1 1 0,0-1 0,-1 1 0,1 0 0,-1 1 0,0 0 0,0 0 0,-1 1 0,0 0 0,1 0 0,-1 1 0,-1 0 0,1 1 0,0 0 0,-1 0 0,1 1 0,-12 0 0,16 1-151,0 1-1,0 0 0,0 1 0,0-1 1,0 1-1,0 0 0,0 0 1,-6 4-1,2-1-6674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07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0 24575,'-6'3'0,"-1"1"0,1 0 0,0 0 0,0 0 0,0 1 0,-9 9 0,13-12 0,0 0 0,1 0 0,-1 0 0,1 0 0,0 1 0,0-1 0,0 0 0,0 0 0,0 1 0,0-1 0,0 0 0,1 1 0,-1-1 0,1 1 0,0-1 0,0 1 0,0-1 0,0 1 0,0-1 0,0 1 0,1-1 0,-1 1 0,2 3 0,1 1 0,1 0 0,-1-1 0,1 0 0,0 1 0,0-1 0,1 0 0,0-1 0,5 6 0,50 39 0,-26-23 0,-10-8 0,-12-11 0,-1 1 0,-1 0 0,0 1 0,0 0 0,0 1 0,7 12 0,-16-23 0,-1 1 0,1 0 0,-1 0 0,1-1 0,-1 1 0,0 0 0,1 0 0,-1 0 0,0-1 0,0 1 0,0 0 0,0 0 0,0 0 0,0 0 0,0 0 0,0-1 0,0 1 0,0 0 0,0 0 0,0 0 0,-1 0 0,1-1 0,0 1 0,-1 1 0,0-1 0,0 1 0,0-1 0,0 0 0,-1 0 0,1 0 0,0 0 0,0 0 0,-1-1 0,1 1 0,0 0 0,-1-1 0,-2 2 0,-3 0 0,-1 0 0,0-1 0,0 0 0,-9 0 0,-39 1 0,-56 4 0,21 0-1365,73-6-5461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09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24575,'5'12'0,"2"7"0,2 2 0,-1 1 0,1-2 0,1-1 0,0-2 0,-1-1 0,0-1 0,-1-3 0,-1-1 0,1-2 0,-1-1 0,0-1 0,0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09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24575,'0'14'0,"3"6"0,0 4 0,0 0 0,2-2 0,0-1 0,2-3 0,1-1 0,3-2 0,2 0 0,-2-1 0,0 0 0,-2 0 0,-2-2-8191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09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376 0 24575,'-30'0'0,"-12"0"0,-3 0 0,3 0 0,3 0 0,7 0 0,6 0 0,5 3 0,1 0 0,1 3 0,2-1 0,2 0 0,0 1 0,3 0-8191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10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2 172 24575,'0'0'0,"0"0"0,0 0 0,0 0 0,0 0 0,0 0 0,0 0 0,0 0 0,-1 0 0,1 0 0,0 1 0,0-1 0,0 0 0,0 0 0,0 0 0,0 0 0,0 0 0,0 0 0,0 0 0,0 0 0,0 0 0,0 0 0,0 0 0,-1 0 0,1 1 0,0-1 0,0 0 0,0 0 0,0 0 0,0 0 0,0 0 0,0 0 0,0 0 0,0 0 0,0 0 0,0 1 0,0-1 0,0 0 0,0 0 0,0 0 0,0 0 0,0 0 0,0 0 0,0 0 0,1 0 0,-1 1 0,0-1 0,0 0 0,0 0 0,0 0 0,0 0 0,0 0 0,5 9 0,8 6 0,-10-11 0,5 5 0,1-1 0,15 12 0,-22-19 0,0 1 0,0-1 0,0 1 0,0-1 0,1 0 0,-1 0 0,0 0 0,1 0 0,-1-1 0,1 1 0,-1 0 0,1-1 0,-1 0 0,1 0 0,-1 0 0,1 0 0,-1 0 0,5-1 0,-5 0 0,0 0 0,-1 0 0,1 0 0,0 0 0,0 0 0,-1-1 0,1 1 0,-1-1 0,1 1 0,-1-1 0,0 1 0,0-1 0,1 0 0,-1 0 0,0 0 0,-1 0 0,1 1 0,0-1 0,0 0 0,0-3 0,1-4 0,0 0 0,-1 0 0,1-11 0,-2-30 0,-1 37 0,0-1 0,2 0 0,2-21 0,-2 33 0,-1-1 0,1 1 0,-1 0 0,1 0 0,0 0 0,0 0 0,0 0 0,0 0 0,0 0 0,0 0 0,0 0 0,1 0 0,-1 0 0,1 1 0,-1-1 0,1 1 0,0-1 0,0 1 0,3-3 0,-2 3 0,0 0 0,0 0 0,0 1 0,0-1 0,0 1 0,0-1 0,0 1 0,0 0 0,0 0 0,0 0 0,0 1 0,6 0 0,2 3 0,0-1 0,0 1 0,0 1 0,0 0 0,0 1 0,12 9 0,-9-6 30,0 2 0,-1 0 0,18 18 0,-25-21-216,1-1 1,-2 1-1,1 0 0,-1 0 1,-1 1-1,1-1 1,4 16-1,-5-9-6640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10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661 1 24575,'-197'11'0,"-27"2"0,146-6 3,-65 5-1371,125-11-5458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11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24575,'10'-4'0,"0"0"0,0 1 0,1 1 0,0 0 0,-1 0 0,1 1 0,0 0 0,11 1 0,-8 1 0,0 1 0,-1 1 0,1 0 0,-1 0 0,25 11 0,-12-5 0,17 7 0,-40-14 0,-1-1 0,0 0 0,1 1 0,-1-1 0,0 1 0,0-1 0,0 1 0,0 0 0,0 0 0,0 0 0,-1 0 0,1 0 0,1 4 0,-2-5 0,-1-1 0,0 1 0,1 0 0,-1-1 0,0 1 0,0 0 0,0-1 0,0 1 0,0 0 0,0-1 0,0 1 0,0 0 0,0-1 0,0 1 0,0 0 0,0-1 0,-1 1 0,1 0 0,0-1 0,0 1 0,-1 0 0,1-1 0,0 1 0,-1-1 0,1 1 0,-1-1 0,1 1 0,0-1 0,-1 1 0,1-1 0,-1 1 0,0-1 0,1 1 0,-1-1 0,1 0 0,-2 1 0,-3 1 0,0 0 0,0 0 0,-11 3 0,-5 2 0,20-7 0,1 1 0,-1-1 0,1 0 0,-1 1 0,1-1 0,-1 1 0,1-1 0,-1 1 0,1-1 0,-1 1 0,1-1 0,-1 1 0,1 0 0,0-1 0,-1 1 0,1 0 0,0-1 0,0 1 0,-1 0 0,1-1 0,0 1 0,0 0 0,0-1 0,0 2 0,0 0 0,1-1 0,-1 0 0,1 0 0,-1 0 0,1 1 0,-1-1 0,1 0 0,0 0 0,-1 0 0,1 0 0,0 0 0,1 1 0,3 3 0,0-1 0,0 0 0,0-1 0,8 5 0,0-1 0,3 1 0,17 13 0,-29-19 0,-1 1 0,1 0 0,-1 0 0,0 0 0,0 1 0,0-1 0,0 1 0,0-1 0,-1 1 0,3 4 0,-5-7 0,1 1 0,-1-1 0,1 0 0,-1 1 0,0-1 0,1 1 0,-1-1 0,0 0 0,0 1 0,0-1 0,0 0 0,0 1 0,0-1 0,-1 1 0,1-1 0,0 0 0,-1 1 0,1-1 0,-1 0 0,0 2 0,-1-1 0,1 0 0,-1 0 0,1 0 0,-1 0 0,0 0 0,0-1 0,0 1 0,0 0 0,0-1 0,-4 2 0,-1 1 0,-1-1 0,0 0 0,0 0 0,-1-1 0,-13 2 0,-14 2-80,20-3-177,-1 0 0,0-2 0,0 0 0,-25-1 0,25-3-6569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11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0 24575,'-9'1'0,"1"0"0,0 1 0,-1 0 0,1 0 0,0 1 0,0 0 0,1 1 0,-13 6 0,16-7 0,1 0 0,-1 0 0,1 0 0,-1 0 0,1 0 0,0 1 0,0 0 0,1 0 0,-1-1 0,1 1 0,0 1 0,0-1 0,0 0 0,0 1 0,1-1 0,0 0 0,-1 6 0,0 1-9,1 0 0,0 1 0,1-1 1,0 0-1,1 0 0,0 1 0,1-1 0,6 21 0,-3-16 42,1-1 1,1 0-1,0 0 0,1 0 1,15 19-1,-1-7-281,0-1 1,2-1-1,1-1 1,1-1-1,34 23 1,-37-29-6579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12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24575,'69'64'-507,"98"116"-1,-145-153 552,-1 2 0,-2 0 0,-1 2 0,-1 0 0,-1 1 0,-2 0 0,15 55 0,-26-79-17,-1 1 1,0 0 0,-1 0-1,0 1 1,0-1 0,-1 0-1,-1 0 1,1 0 0,-1 0-1,-1 0 1,0 0-1,0 0 1,-1 0 0,0 0-1,0-1 1,-1 1 0,0-1-1,0 0 1,-1 0 0,0-1-1,-1 1 1,0-1 0,-10 10-1,2-5-254,0 0-1,-1-2 1,0 1-1,0-2 1,-24 11-1,16-9-6598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15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1 24575,'-30'0'0,"-73"2"0,85-1 0,1 1 0,-1 1 0,-29 9 0,41-10 0,0 0 0,0 1 0,0 0 0,0 0 0,1 0 0,-1 1 0,1 0 0,0 0 0,0 0 0,1 1 0,-7 7 0,9-9 0,0-1 0,0 1 0,1 0 0,-1-1 0,1 1 0,0 0 0,-1 0 0,1 0 0,1 0 0,-1 1 0,0-1 0,1 0 0,0 0 0,-1 0 0,1 1 0,1-1 0,-1 0 0,0 0 0,1 0 0,0 0 0,-1 0 0,1 1 0,0-1 0,1 0 0,1 2 0,1 3 0,1-1 0,0-1 0,0 1 0,1-1 0,0 0 0,0 0 0,0 0 0,1-1 0,14 9 0,7 2 0,36 15 0,-53-26 0,9 4-682,24 7-1,-29-11-6143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16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58 24575,'-6'6'0,"0"0"0,0 1 0,1 0 0,-1 0 0,-6 14 0,11-19 0,0 0 0,0 0 0,0 0 0,0 0 0,1 0 0,-1 0 0,1 0 0,-1 0 0,1 1 0,0-1 0,0 0 0,0 0 0,0 0 0,1 1 0,-1-1 0,0 0 0,1 0 0,0 0 0,-1 0 0,1 0 0,0 0 0,0 0 0,0 0 0,0 0 0,1 0 0,-1 0 0,0-1 0,3 3 0,1 0 0,0 0 0,0-1 0,1 1 0,-1-1 0,1-1 0,0 1 0,0-1 0,0 0 0,0 0 0,0-1 0,1 0 0,-1 0 0,0 0 0,0-1 0,1 0 0,-1 0 0,0-1 0,1 1 0,-1-1 0,9-3 0,-13 4 0,-1-1 0,1 0 0,0 1 0,0-1 0,-1 0 0,1 0 0,0 0 0,-1 0 0,1-1 0,-1 1 0,1 0 0,-1 0 0,0-1 0,1 1 0,-1-1 0,0 0 0,0 1 0,0-1 0,0 0 0,-1 1 0,1-1 0,0 0 0,-1 0 0,1 0 0,-1 0 0,1 1 0,-1-1 0,0 0 0,0 0 0,0 0 0,0 0 0,0 0 0,-1-3 0,0 0 0,-1-1 0,0 1 0,1 0 0,-2-1 0,1 1 0,-1 0 0,1 0 0,-1 1 0,-1-1 0,-4-5 0,-1 0 0,-1 0 0,0 1 0,-1 0 0,-15-9 0,19 14 0,0 0 0,0 0 0,0 1 0,0 0 0,0 0 0,0 1 0,-1 0 0,0 0 0,-8 0 0,14 1-91,0 1 0,0 0 0,0 1 0,0-1 0,0 0 0,0 0 0,0 1 0,0 0 0,0-1 0,0 1 0,0 0 0,0 0 0,0 0 0,-2 2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16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23 24575,'-1'-5'0,"-3"-9"0,4 11 0,2 6 0,18 31 0,78 127 0,-96-159 0,3 6 0,0-1 0,-1 0 0,1 1 0,-2 0 0,6 14 0,-8-20 0,-1-1 0,0 1 0,0 0 0,1-1 0,-1 1 0,0-1 0,0 1 0,-1 0 0,1-1 0,0 1 0,0 0 0,-1-1 0,1 1 0,-1-1 0,-1 3 0,1-3 0,0 1 0,0-1 0,-1 1 0,1-1 0,0 1 0,-1-1 0,1 0 0,-1 0 0,0 0 0,1 0 0,-1 0 0,0 0 0,0 0 0,0-1 0,-3 2 0,-6 0 0,1 0 0,-1 0 0,0-1 0,0 0 0,-12-2 0,-56-7 0,23 2 0,-76 1-1365,115 6-5461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16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24575,'10'27'0,"3"12"0,1 1 0,0-4 0,-2-8 0,-1-5 0,-4-8-8191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17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24575,'5'15'0,"1"7"0,3 0 0,-1-4-8191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17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 24575,'-8'1'0,"1"0"0,0 1 0,-1 0 0,1 0 0,0 1 0,0 0 0,0 0 0,-12 8 0,17-9 0,0-1 0,0 1 0,0-1 0,1 1 0,-1 0 0,1-1 0,-1 1 0,1 0 0,0 0 0,0 0 0,-1 0 0,1 0 0,1 0 0,-1 1 0,0-1 0,0 0 0,1 0 0,-1 1 0,1-1 0,0 0 0,0 0 0,0 1 0,0-1 0,0 0 0,0 1 0,1-1 0,-1 0 0,1 1 0,-1-1 0,1 0 0,0 0 0,0 0 0,1 2 0,2 4 0,1 0 0,0-1 0,0 0 0,0 0 0,1 0 0,0-1 0,7 7 0,51 35 0,-12-10 0,-48-35 0,-1 0 0,0 1 0,0-1 0,0 1 0,-1-1 0,1 1 0,2 5 0,-5-9 0,1 1 0,-1 0 0,1 0 0,-1 0 0,1 0 0,-1 0 0,0-1 0,0 1 0,1 0 0,-1 0 0,0 0 0,0 0 0,0 0 0,0 0 0,0 0 0,0 0 0,0 0 0,-1 0 0,1 0 0,0 0 0,0 0 0,-1-1 0,1 1 0,0 0 0,-1 0 0,1 0 0,-1 0 0,1-1 0,-1 1 0,0 0 0,1-1 0,-1 1 0,0 0 0,1-1 0,-1 1 0,0-1 0,0 1 0,0-1 0,1 1 0,-2 0 0,-8 2 17,1 0-1,-1 0 0,0-1 0,0 0 1,-12 1-1,-52-2-925,62-1 355,-3 0-6272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18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0 244 24575,'51'-3'0,"44"-6"0,-83 8 0,-1-2 0,1 0 0,-1 0 0,1-1 0,17-9 0,-27 12 0,0 0 0,0 0 0,0 0 0,-1 0 0,1 0 0,-1-1 0,1 1 0,-1 0 0,1-1 0,-1 1 0,0-1 0,1 0 0,-1 1 0,0-1 0,0 0 0,0 0 0,-1 0 0,1 0 0,0 0 0,0-3 0,-1 2 0,0 0 0,0 0 0,0 0 0,-1 0 0,1 0 0,-1 0 0,0 0 0,0 0 0,0 0 0,0 0 0,0 0 0,-3-3 0,-3-5 0,0 1 0,0 1 0,-1-1 0,-1 1 0,-16-14 0,24 23 0,-13-12 0,-25-15 0,35 24 0,1 1 0,-1 0 0,1 1 0,-1-1 0,0 1 0,1-1 0,-1 1 0,0 0 0,0 1 0,0-1 0,0 1 0,0-1 0,0 1 0,-5 1 0,8-1 0,-1 0 0,1 1 0,0-1 0,-1 1 0,1-1 0,0 1 0,-1 0 0,1 0 0,0-1 0,0 1 0,0 0 0,-1 0 0,1 0 0,0 0 0,0 1 0,1-1 0,-1 0 0,-1 2 0,1-1 0,0 1 0,-1 0 0,1 0 0,1 0 0,-1 0 0,0 0 0,1 0 0,-1 4 0,1 0 0,0-1 0,1 1 0,-1-1 0,1 1 0,1-1 0,-1 1 0,5 10 0,-1-7 0,0-1 0,1 0 0,0 0 0,1 0 0,0-1 0,15 15 0,55 40 0,-67-55 0,4 2 30,-1 0 0,1-1 0,22 10 0,-31-17-129,-1 0 0,1 0 0,1 0 0,-1-1 0,0 0 0,0 0 0,0 0 0,1 0 0,-1-1 0,0 0 0,1 0 0,-1-1 0,0 1 0,10-3 0,-6-1-6727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18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24575,'113'136'0,"-76"-95"0,51 43 0,-87-83 0,-1-1 0,0 1 0,1-1 0,-1 1 0,1-1 0,-1 0 0,1 1 0,-1-1 0,1 0 0,-1 1 0,1-1 0,-1 0 0,1 0 0,0 1 0,-1-1 0,1 0 0,0 0 0,-1 0 0,1 0 0,-1 0 0,1 0 0,0 0 0,-1 0 0,1 0 0,0 0 0,0 0 0,0-1 0,-1 0 0,1 1 0,-1-1 0,1 0 0,-1 1 0,1-1 0,-1 0 0,1 1 0,-1-1 0,0 0 0,1 0 0,-1 0 0,0 1 0,0-1 0,0 0 0,1-1 0,-1-5 0,0 0 0,0 0 0,-2-12 0,-5-15 0,-15-44 0,12 46 0,-9-54 0,17 66-1365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19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120 228 24575,'0'-18'0,"-4"-82"0,3 89 0,-1 0 0,0 0 0,0 1 0,-1-1 0,-1 1 0,-9-20 0,13 29 0,0 1 0,-1-1 0,1 0 0,0 0 0,-1 0 0,1 0 0,-1 0 0,0 1 0,1-1 0,-1 0 0,1 1 0,-1-1 0,0 0 0,0 1 0,1-1 0,-1 1 0,0-1 0,0 1 0,0-1 0,0 1 0,1 0 0,-1-1 0,0 1 0,0 0 0,0 0 0,0-1 0,0 1 0,0 0 0,0 0 0,0 0 0,0 0 0,0 1 0,0-1 0,0 0 0,0 0 0,1 0 0,-1 1 0,0-1 0,0 0 0,0 1 0,0-1 0,0 1 0,1-1 0,-1 1 0,0-1 0,0 1 0,1 0 0,-1-1 0,0 1 0,0 1 0,-3 3 0,0 0 0,0 0 0,0 0 0,1 1 0,0-1 0,-3 7 0,2-1 0,0 0 0,0 0 0,2 0 0,-1 0 0,1 0 0,1 1 0,0-1 0,1 0 0,0 1 0,1-1 0,3 18 0,-3-20 0,1-1 0,0 0 0,1 1 0,0-1 0,1 0 0,-1 0 0,1-1 0,1 1 0,0-1 0,0 0 0,0 0 0,1-1 0,0 1 0,0-1 0,12 9 0,-14-13 0,0 1 0,0-1 0,0-1 0,0 1 0,1-1 0,-1 1 0,0-1 0,1 0 0,-1-1 0,1 1 0,-1-1 0,1 0 0,-1 0 0,1 0 0,-1-1 0,1 0 0,8-2 0,-6 1 0,0 0 0,-1-1 0,1 0 0,0 0 0,-1 0 0,0-1 0,0 0 0,0 0 0,0-1 0,7-7 0,-8 5 0,1 0 0,-1-1 0,0 0 0,-1 1 0,8-18 0,-2 2 0,-10 22 0,0 0 0,1 0 0,-1 0 0,1 0 0,0 0 0,-1 0 0,1 0 0,0 0 0,-1 0 0,1 0 0,0 0 0,0 1 0,0-1 0,0 0 0,0 0 0,-1 1 0,1-1 0,1 1 0,-1-1 0,0 1 0,0-1 0,2 0 0,-2 2 0,0-1 0,1 0 0,-1 1 0,0-1 0,0 1 0,0-1 0,0 1 0,0-1 0,0 1 0,0 0 0,0 0 0,0-1 0,0 1 0,0 0 0,0 0 0,0 0 0,-1 0 0,1 0 0,0 0 0,-1 0 0,2 2 0,2 5 0,1 0 0,0 0 0,1 0 0,10 11 0,-13-16 0,-1-1 0,1 0 0,0 0 0,0 0 0,0 0 0,0 0 0,0-1 0,0 1 0,0-1 0,0 0 0,1 0 0,-1 0 0,7 0 0,1 0 0,1-1 0,-1 0 0,0-1 0,18-4 0,-21 3 0,0 1 0,0 0 0,1 0 0,-1 0 0,0 1 0,1 1 0,-1-1 0,0 1 0,13 3 0,-12-1-151,-1 0-1,0 0 0,1 1 0,-1 0 1,-1 0-1,1 1 0,-1 0 1,10 8-1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19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48 24575,'-12'-8'0,"-1"0"0,0 1 0,-1 1 0,-16-5 0,26 9 0,-1 1 0,1 0 0,0 0 0,-1 0 0,1 0 0,-1 1 0,1 0 0,-1 0 0,1 0 0,0 1 0,-1-1 0,1 1 0,-1 0 0,1 0 0,0 1 0,0-1 0,0 1 0,-5 2 0,6-1 0,0-1 0,0 1 0,1 0 0,-1 0 0,1 0 0,-1 0 0,1 0 0,0 0 0,0 1 0,0-1 0,1 1 0,-1 0 0,1-1 0,0 1 0,0 0 0,-1 7 0,0 4 0,1-1 0,1 0 0,1 20 0,3 6-64,1 0 1,3-1-1,1 0 0,19 50 0,-4-27-95,59 107-1,-54-119 160,2-1 0,42 50 0,-64-88 107,1 0-1,16 13 0,-23-21-81,1-1-1,-1 1 1,1-1-1,0 1 1,0-1-1,0 0 1,0-1 0,0 1-1,0-1 1,1 1-1,-1-2 1,6 2-1,-9-2-121,1 0-1,0 0 1,-1 0-1,1-1 1,-1 1-1,1 0 1,-1-1-1,1 1 1,-1-1-1,1 0 1,-1 1-1,0-1 0,2-1 1,6-5-6729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19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91 24575,'-27'-13'0,"-11"-3"0,-5-2 0,1 2 0,5 4 0,6 4 0,6 3 0,2 3 0,3 2 0,2 0 0,2 1 0,1-1 0,1 1 0,2 2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20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24575,'0'6'0,"1"0"0,0 0 0,0-1 0,1 1 0,-1 0 0,1 0 0,1-1 0,-1 1 0,1-1 0,0 0 0,0 0 0,0 0 0,1 0 0,-1 0 0,1-1 0,0 0 0,1 0 0,-1 0 0,10 7 0,-7-6 0,1-1 0,-1 0 0,1 0 0,0 0 0,-1-1 0,1 0 0,1-1 0,-1 1 0,0-2 0,1 1 0,-1-1 0,1 0 0,12-1 0,-18 0 0,-1-1 0,0 1 0,0 0 0,0-1 0,1 1 0,-1-1 0,0 0 0,0 0 0,0 0 0,0 0 0,0 0 0,0 0 0,-1 0 0,1-1 0,0 1 0,0-1 0,1-1 0,0-1 0,-1-1 0,1 1 0,0-1 0,-1 0 0,2-7 0,12-20 0,-16 31 2,1 1 0,0-1 0,-1 0-1,1 0 1,0 0 0,0 0 0,0 1-1,0-1 1,-1 0 0,1 1 0,0-1 0,0 1-1,0-1 1,0 1 0,1-1 0,-1 1-1,0 0 1,0 0 0,0-1 0,0 1-1,0 0 1,0 0 0,0 0 0,1 0 0,-1 0-1,0 0 1,0 1 0,0-1 0,0 0-1,0 0 1,0 1 0,0-1 0,0 1-1,0-1 1,2 2 0,3 2-85,1 0-1,-1 1 0,0 0 1,7 7-1,-1-2-927,0 0-5815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20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24575,'3'9'0,"1"-1"0,0 1 0,0-1 0,1 0 0,0-1 0,0 1 0,0-1 0,1 0 0,1 0 0,-1 0 0,1-1 0,0 0 0,0-1 0,1 0 0,13 8 0,-19-12 0,0 0 0,0 0 0,0 0 0,1-1 0,-1 1 0,0 0 0,0-1 0,1 0 0,-1 0 0,0 1 0,1-1 0,-1-1 0,0 1 0,1 0 0,-1 0 0,0-1 0,0 1 0,1-1 0,-1 0 0,0 0 0,0 0 0,0 0 0,0 0 0,0 0 0,3-3 0,2-2 0,-1-1 0,0 0 0,0 0 0,0-1 0,5-8 0,10-14 0,-19 28 0,-1 0 0,0 1 0,1 0 0,-1-1 0,1 1 0,0 0 0,-1 0 0,1 0 0,0 0 0,0 0 0,0 0 0,0 0 0,0 0 0,-1 1 0,1-1 0,0 1 0,4-1 0,-3 2 0,0-1 0,0 0 0,0 1 0,0 0 0,0-1 0,0 1 0,0 0 0,0 1 0,-1-1 0,6 3 0,3 4 0,-1 0 0,-1 1 0,1 0 0,11 14 0,-20-21 0,23 28-1365,-15-17-5461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20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4 24575,'-4'-1'0,"0"0"0,0 1 0,0-1 0,0 1 0,0 0 0,0 0 0,0 0 0,-1 1 0,1 0 0,0 0 0,0 0 0,0 0 0,1 0 0,-1 1 0,0-1 0,0 1 0,1 0 0,-1 1 0,1-1 0,0 0 0,-1 1 0,1 0 0,0 0 0,1 0 0,-1 0 0,0 0 0,1 0 0,0 1 0,0-1 0,0 1 0,0 0 0,0 0 0,1 0 0,0-1 0,0 1 0,0 0 0,0 0 0,0 1 0,1-1 0,0 0 0,0 0 0,0 0 0,0 0 0,1 0 0,0 0 0,-1 0 0,1 0 0,1 0 0,1 5 0,1-1 6,1 0 0,0 0 0,1 0 0,-1-1 0,1 0 0,0 0 0,1-1 0,0 0 0,0 0 0,0 0 0,1-1 0,0 0 0,0-1 0,0 0 0,0 0 0,1 0 0,0-1 0,-1-1 0,17 4 0,-17-5-71,1 1 1,-1-1-1,0-1 1,0 1-1,1-1 1,-1-1-1,0 0 0,1 0 1,-1 0-1,0-1 1,0 0-1,0-1 1,0 0-1,-1 0 0,1-1 1,-1 0-1,0 0 1,0-1-1,0 1 1,0-2-1,-1 1 1,6-7-1,-3 0-6761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21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24575,'80'265'0,"-44"-139"0,-18-66 0,2 5 0,12 72 0,-31-128 0,-4-12 0,-4-16 0,6 14 0,0 0 0,1 0 0,0 0 0,0 0 0,0-1 0,1 1 0,-1 0 0,1 0 0,0 0 0,1 0 0,-1 1 0,1-1 0,0 0 0,0 1 0,4-6 0,-5 7 0,1 0 0,1 0 0,-1 1 0,0-1 0,1 1 0,-1 0 0,1 0 0,0 0 0,0 0 0,0 0 0,0 0 0,0 1 0,0 0 0,0-1 0,0 1 0,1 0 0,-1 1 0,0-1 0,1 0 0,-1 1 0,1 0 0,-1 0 0,6 0 0,5 2 0,0 1 0,0 0 0,26 9 0,39 21 0,-62-25 0,0-2 0,-11-3 0,0-1 0,0 1 0,0-1 0,6 5 0,-10-6 0,-1 0 0,0 0 0,0 0 0,0 0 0,0 0 0,0 0 0,0 0 0,0 0 0,0 0 0,-1 1 0,1-1 0,0 0 0,-1 1 0,1-1 0,0 0 0,-1 1 0,0-1 0,1 0 0,-1 1 0,0-1 0,0 1 0,0-1 0,0 3 0,-9 66-1365,8-57-5461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21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24575,'2'15'0,"1"7"0,0 2 0,0 0 0,-1-4-8191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0:22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11 24575,'-34'46'0,"-2"-2"0,-58 55 0,91-97 0,0 0 0,0 0 0,0-1 0,0 1 0,0-1 0,0 1 0,-1-1 0,1 0 0,0 0 0,-1 0 0,1-1 0,0 1 0,-1-1 0,1 0 0,-1 0 0,1 0 0,-1 0 0,1-1 0,-1 1 0,-5-3 0,4 2 0,1 0 0,-1-1 0,1 0 0,0 1 0,0-2 0,0 1 0,0 0 0,0-1 0,0 0 0,1 0 0,-1 0 0,1 0 0,0-1 0,0 1 0,-3-5 0,3 3 0,1-1 0,0 0 0,0 1 0,0-1 0,1 0 0,-1 0 0,1 0 0,1 1 0,-1-1 0,1 0 0,0 0 0,0 0 0,1 0 0,2-12 0,-2 15 0,0 0 0,0 0 0,0 0 0,0 0 0,0 0 0,0 0 0,1 1 0,-1-1 0,1 0 0,0 1 0,0-1 0,0 1 0,0 0 0,0 0 0,1-1 0,-1 1 0,1 1 0,-1-1 0,1 0 0,0 1 0,0-1 0,0 1 0,-1 0 0,1 0 0,0 0 0,1 0 0,-1 1 0,0-1 0,6 0 0,-2 2 0,-1 0 0,1 0 0,-1 0 0,0 0 0,1 1 0,-1 0 0,0 1 0,7 3 0,48 29 0,-53-29 0,45 30 0,-35-22 0,0-1 0,1-1 0,1-1 0,24 11 0,-42-21 0,1 0 0,-1-1 0,1 1 0,0 0 0,-1-1 0,1 1 0,-1-1 0,1 0 0,0 0 0,-1 0 0,5-1 0,-6 1 0,1-1 0,-1 1 0,1-1 0,-1 0 0,0 0 0,1 1 0,-1-1 0,0 0 0,0 0 0,0-1 0,1 1 0,-1 0 0,0 0 0,-1 0 0,1-1 0,0 1 0,0 0 0,0-1 0,-1 1 0,1-3 0,2-5 0,0 1 0,-1-1 0,-1 0 0,2-14 0,-2 13 0,0-1 0,5-18 0,-5 26 0,0-1 0,1 1 0,-1 0 0,1 0 0,0 0 0,0 0 0,0 0 0,0 0 0,0 0 0,1 1 0,-1-1 0,5-2 0,-6 4 0,1 0 0,-1 0 0,1 0 0,0 0 0,-1 1 0,1-1 0,0 1 0,0-1 0,0 1 0,-1 0 0,1 0 0,0 0 0,0-1 0,0 2 0,-1-1 0,1 0 0,0 0 0,0 1 0,0-1 0,-1 1 0,1-1 0,0 1 0,0 0 0,2 1 0,5 4 0,0-1 0,0 1 0,9 9 0,-2-2 0,33 19-455,1-1 0,97 43 0,-135-69-6371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22:16:13.0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24575,'0'0'-8191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22:16:21.4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24575,'0'0'-8191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22:16:24.6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24575,'0'0'-8191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22:17:06.6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24575,'0'0'-8191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30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61 24575,'-1'-27'0,"-1"-7"0,13 49 0,63 125 0,-35-63 0,264 472 0,-285-518 0,-1 1 0,23 68 0,-36-92 0,-3-11 0,-5-15 0,-2 1-341,-2 0 0,0 0-1,-12-16 1,10 17-6485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31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24575,'0'-4'0,"0"0"0,0 0 0,1-1 0,-1 1 0,1 0 0,0 0 0,0 0 0,0 0 0,1 0 0,1-4 0,-2 7 0,0-1 0,1 1 0,-1-1 0,0 1 0,0 0 0,1 0 0,-1-1 0,1 1 0,-1 0 0,1 0 0,0 0 0,-1 1 0,1-1 0,0 0 0,0 1 0,-1-1 0,1 1 0,0-1 0,0 1 0,0 0 0,-1 0 0,1 0 0,0 0 0,4 0 0,8 3 0,0 0 0,1 1 0,-1 0 0,-1 1 0,1 1 0,19 10 0,6 2 0,28 15 0,-88-46 0,5 3 0,-24-12 0,20 13 0,3 1 0,-21-6 0,34 12 0,-1 1 0,1 0 0,0 0 0,-1 1 0,1-1 0,0 1 0,-1 0 0,1 0 0,-1 0 0,-6 2 0,10-2 0,-1 1 0,1-1 0,-1 1 0,1-1 0,0 1 0,-1 0 0,1 0 0,0 0 0,0 0 0,-1 0 0,1 0 0,0 0 0,0 0 0,0 0 0,0 1 0,1-1 0,-2 2 0,0 0 0,1 0 0,0 1 0,0-1 0,0 0 0,0 1 0,0-1 0,1 5 0,-1 2 0,1 0 0,1-1 0,-1 1 0,5 16 0,6 9 0,-8-25 0,0 0 0,0 0 0,1 12 0,-4-21-85,0 0 0,1 1-1,-1-1 1,0 0 0,-1 0-1,1 0 1,0 1 0,0-1-1,-1 0 1,1 0 0,0 0-1,-1 1 1,1-1 0,-1 0-1,0 1 1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32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3 24575,'-79'-1'0,"18"0"0,0 2 0,-62 9 0,116-9 0,0 1 0,-1-1 0,1 1 0,0 1 0,0-1 0,-7 5 0,12-6 0,1-1 0,-1 1 0,1 0 0,-1 1 0,1-1 0,-1 0 0,1 0 0,0 1 0,0-1 0,-1 0 0,1 1 0,0-1 0,0 1 0,1 0 0,-1-1 0,0 1 0,0 0 0,1-1 0,-1 1 0,1 0 0,0 0 0,-1 0 0,1-1 0,0 1 0,0 0 0,0 0 0,0 0 0,0 0 0,1 2 0,1 2 0,0 0 0,0-1 0,1 1 0,0-1 0,0 1 0,0-1 0,0 0 0,1 0 0,0-1 0,0 1 0,8 6 0,7 5 0,31 21 0,-37-28 0,40 24 0,101 45 0,-133-68 0,28 11 0,-49-21 0,1 1 0,-1-1 0,0 0 0,1 0 0,-1 0 0,0 0 0,1 1 0,-1-1 0,0 0 0,1 0 0,-1 1 0,0-1 0,0 0 0,1 1 0,-1-1 0,0 0 0,0 1 0,1-1 0,-1 0 0,0 1 0,0-1 0,0 0 0,0 1 0,0-1 0,0 1 0,1-1 0,-1 0 0,0 1 0,0-1 0,0 1 0,-1 0 0,1-1 0,-1 1 0,1-1 0,0 1 0,-1-1 0,0 1 0,1-1 0,-1 1 0,1-1 0,-1 1 0,1-1 0,-1 0 0,0 1 0,1-1 0,-2 1 0,-25 6 0,10-6 0,-1 0 0,1-2 0,-1 0 0,1-1 0,0 0 0,0-2 0,0 0 0,0-1 0,0 0 0,-26-14 0,41 18 11,0 0 0,0 0 0,0 0 0,0-1 0,0 1 0,0-1-1,0 0 1,0 1 0,0-1 0,-1-2 0,3 3-62,-1 0 0,1 0-1,-1 0 1,1 0 0,0 0 0,-1 0 0,1 1-1,0-1 1,0 0 0,0 0 0,0 0-1,0 0 1,0 0 0,0 0 0,0 0 0,0 0-1,0 0 1,0 0 0,0 0 0,1 0 0,-1 0-1,1 0 1,-1 1 0,0-1 0,1 0 0,-1 0-1,1 0 1,1-1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33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44 24575,'-21'-7'0,"-9"-3"0,0 1 0,-38-7 0,64 16 0,-1-1 0,0 1 0,1 0 0,-9 1 0,13-1 0,-1 0 0,1 0 0,-1 0 0,1 0 0,-1 0 0,1 0 0,-1 0 0,1 0 0,-1 0 0,1 0 0,0 0 0,-1 1 0,1-1 0,-1 0 0,1 0 0,-1 1 0,1-1 0,0 0 0,-1 1 0,1-1 0,0 0 0,-1 1 0,1-1 0,0 0 0,-1 1 0,1-1 0,0 1 0,0-1 0,0 1 0,-1-1 0,1 1 0,0-1 0,0 1 0,0-1 0,0 0 0,0 1 0,0-1 0,0 1 0,0-1 0,0 1 0,0-1 0,0 1 0,0-1 0,0 1 0,0-1 0,0 1 0,1-1 0,-1 1 0,0-1 0,0 1 0,1-1 0,-1 1 0,5 6 0,-1-1 0,1 0 0,0 0 0,1 0 0,0 0 0,-1-1 0,2 0 0,-1 0 0,9 5 0,-6-5 0,1 0 0,0 0 0,0 0 0,0-2 0,0 1 0,15 2 0,-19-5 0,1 0 0,-1 0 0,0-1 0,1 0 0,-1 0 0,1-1 0,10-1 0,-15 1 0,0 1 0,0-1 0,0 0 0,0 0 0,0 0 0,0 0 0,0 0 0,-1 0 0,1 0 0,0 0 0,0-1 0,-1 1 0,1-1 0,-1 1 0,0-1 0,1 0 0,-1 1 0,0-1 0,0 0 0,0 0 0,0 0 0,0 0 0,0 0 0,-1 0 0,1 0 0,0-2 0,-1-1 0,1 1 0,-1 0 0,0-1 0,0 1 0,0 0 0,0-1 0,-1 1 0,0 0 0,0 0 0,-2-5 0,7 16 12,-1 1 0,2-1 0,-1 0 0,1-1 0,0 1 0,0-1 0,0 1 0,1-2 0,8 8 0,-9-9-126,1 0 0,-1 0-1,1 0 1,0-1 0,0 0 0,0 0-1,1 0 1,-1-1 0,1 0 0,-1 0-1,1 0 1,12 0 0,-6-2-6712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33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24575,'8'8'0,"51"47"0,-50-48 0,0 0 0,0-1 0,1 0 0,0-1 0,12 6 0,-10-7 0,2 2 0,29 7 0,-40-12 0,0 0 0,0-1 0,0 1 0,0-1 0,0 0 0,0 0 0,0 0 0,0 0 0,0 0 0,-1-1 0,1 1 0,0-1 0,0 0 0,0 0 0,0 0 0,4-2 0,-6 1 0,1 0 0,0 1 0,0-1 0,-1 0 0,0 0 0,1 0 0,-1 0 0,0 0 0,0 0 0,0-1 0,0 1 0,0 0 0,0-1 0,-1 1 0,1 0 0,-1-1 0,0 1 0,0-1 0,0 1 0,0-1 0,0 1 0,0-1 0,0 1 0,-1 0 0,0-3 0,-1-4 0,-1 0 0,0 1 0,0-1 0,-1 1 0,-6-12 0,-9-13 0,20 32 0,3 3 0,5 4 0,15 12 0,-3-3 0,23 14 0,-39-26 0,1 0 0,0 0 0,0 0 0,0-1 0,1 0 0,-1 0 0,1-1 0,-1 1 0,9-1 0,8-4 0,-20 2 0,-1 0 0,0 1 0,0-1 0,1 1 0,-1 0 0,0 0 0,1 0 0,-1 0 0,0 0 0,1 0 0,-1 0 0,0 1 0,5 1 0,-2 0-227,1 1-1,0 1 1,-1-1-1,1 1 1,4 4-1,-1 0-6598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34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91 188 24575,'76'119'0,"35"65"0,-110-181 0,0 0 0,1 1 0,-1-1 0,0 0 0,-1 1 0,2 4 0,-2-7 0,0-1 0,0 1 0,0-1 0,0 1 0,0-1 0,0 1 0,0-1 0,0 1 0,-1-1 0,1 0 0,0 1 0,0-1 0,0 1 0,0-1 0,-1 1 0,1-1 0,0 0 0,0 1 0,-1-1 0,1 0 0,0 1 0,-1-1 0,0 1 0,0-1 0,1 0 0,-1 0 0,0 0 0,0 0 0,1 0 0,-1 0 0,0 0 0,0 0 0,1 0 0,-1 0 0,0 0 0,1 0 0,-1 0 0,0-1 0,0 1 0,1 0 0,-1-1 0,0 0 0,-18-9 0,1-2 0,0 0 0,1-1 0,1-1 0,-19-20 0,20 21 0,2-1 0,0 0 0,0 0 0,1-1 0,1-1 0,0 0 0,2 0 0,-10-21 0,14 25 0,0 0 0,1-1 0,1 1 0,0-1 0,0 0 0,1 1 0,1-1 0,0 0 0,1 0 0,0 0 0,4-19 0,-3 26 0,0 1 0,1 0 0,-1-1 0,1 1 0,1 0 0,-1 0 0,1 0 0,0 0 0,0 1 0,0-1 0,0 1 0,1 0 0,0 0 0,0 0 0,0 0 0,0 1 0,1-1 0,0 1 0,-1 0 0,1 1 0,0-1 0,0 1 0,0 0 0,1 0 0,-1 1 0,0-1 0,1 1 0,-1 0 0,1 1 0,-1-1 0,1 1 0,0 0 0,-1 1 0,1-1 0,-1 1 0,8 2 0,-2 0 0,-1 1 0,0 0 0,0 0 0,0 1 0,0 1 0,-1-1 0,0 2 0,0-1 0,10 11 0,-15-14 0,0 0 0,-1 1 0,0 0 0,0 0 0,0 0 0,0 0 0,-1 0 0,0 1 0,1-1 0,-1 1 0,-1-1 0,1 1 0,-1 0 0,0 0 0,0 0 0,0-1 0,-1 1 0,0 0 0,0 0 0,0 0 0,0 0 0,-2 8 0,0-9 5,1 0-1,-1 0 1,0 0 0,0 0-1,0-1 1,-1 1 0,1-1-1,-1 1 1,0-1-1,0 0 1,0 0 0,0 0-1,-1-1 1,1 1 0,-1-1-1,1 0 1,-1 0-1,0 0 1,-6 2 0,-8 3-276,-1-2 1,-37 8 0,40-10-377,-6 1-6179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34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138 641 24575,'9'-27'0,"-2"0"0,-1 0 0,-1-1 0,-1 0 0,0-37 0,-4 42 0,-1 1 0,-2 0 0,0 0 0,-1 0 0,-1 1 0,-1-1 0,-12-25 0,-12-17 0,-40-63 0,52 97 0,8 16 0,5 12 0,5 10 0,9 29 0,24 60 0,-13-43 0,79 199 0,-75-204 0,2-1 0,63 88 0,-79-124 0,18 18 0,-25-26 0,1-1 0,0 0 0,0 0 0,0 0 0,1 0 0,-1-1 0,1 1 0,8 2 0,-11-4 0,-1-1 0,0 0 0,1 0 0,-1 0 0,1 1 0,-1-1 0,0 0 0,1-1 0,-1 1 0,0 0 0,1 0 0,-1-1 0,0 1 0,1 0 0,-1-1 0,0 0 0,0 1 0,1-1 0,0 0 0,0-1 0,0 0 0,0 0 0,0 0 0,0 0 0,0-1 0,0 1 0,-1 0 0,3-5 0,1-3 0,-1 0 0,0-1 0,3-16 0,-7 26 0,8-37 0,4-61 0,-11 93 0,0-1 0,0 0 0,4-12 0,-4 18 0,-1 0 0,0 0 0,1 0 0,-1 0 0,1 0 0,-1 0 0,1 0 0,0 0 0,-1 1 0,1-1 0,0 0 0,-1 0 0,1 1 0,0-1 0,1 0 0,-1 1 0,-1 0 0,1 0 0,0-1 0,-1 1 0,1 0 0,0 0 0,-1 0 0,1 1 0,0-1 0,-1 0 0,1 0 0,0 0 0,-1 0 0,1 1 0,0-1 0,-1 0 0,1 1 0,0-1 0,-1 0 0,1 1 0,-1-1 0,1 1 0,-1-1 0,1 1 0,0 0 0,4 5 0,-1 0 0,0 0 0,0 0 0,-1 0 0,1 1 0,-1 0 0,2 7 0,5 9 0,-3-6 0,2 1 0,1-1 0,0-1 0,16 21 0,-17-32 114,-9-5-163,1 0 0,-1 0-1,0 0 1,1 0 0,-1 0-1,0 0 1,1 0 0,-1 0 0,0 0-1,1 0 1,-1-1 0,0 1-1,0 0 1,1 0 0,-1 0-1,0-1 1,0 1 0,0 0-1,1 0 1,-1 0 0,0-1-1,0 1 1,0 0 0,1-1 0,-1 1-1,0 0 1,0 0 0,0-1-1,0 1 1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34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24575,'12'15'0,"7"10"0,-1 5 0,-2 2 0,-5-1 0,-3-3 0,-4-8-8191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35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24575,'4'5'0,"9"16"0,-12-20 0,-1 0 0,1 0 0,0 0 0,0 0 0,0 0 0,0 0 0,-1-1 0,1 1 0,0 0 0,1-1 0,-1 1 0,0 0 0,0-1 0,0 1 0,2-1 0,-2 0 0,-1 0 0,1 0 0,-1 0 0,1 0 0,0-1 0,-1 1 0,1 0 0,-1 0 0,1-1 0,0 1 0,-1 0 0,1-1 0,-1 1 0,1-1 0,-1 1 0,0 0 0,1-1 0,-1 1 0,1-1 0,-1 0 0,0 1 0,1-1 0,-1 1 0,0-1 0,1 0 0,5-19 0,-5 16 0,4-13 0,-3 9 0,0 1 0,1-1 0,-1 1 0,1 0 0,6-10 0,-8 15 0,0 0 0,1 1 0,-1-1 0,0 1 0,1 0 0,-1-1 0,1 1 0,-1 0 0,1 0 0,0 0 0,-1 0 0,1 0 0,0 0 0,0 1 0,0-1 0,-1 0 0,1 1 0,0 0 0,0-1 0,0 1 0,0 0 0,0 0 0,0 0 0,0 0 0,0 0 0,3 1 0,2 1 0,-1 0 0,0 0 0,0 1 0,0 0 0,-1 0 0,1 0 0,-1 1 0,0-1 0,6 6 0,2 3 0,-1-1 0,14 19 0,2 8 22,-20-27-369,0 1 0,0-1 1,18 17-1,-16-20-6479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35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74 24575,'-2'-4'0,"-1"-3"0,-1-1 0,-1 1 0,1 0 0,-1 1 0,-1-1 0,1 1 0,-1 0 0,-7-6 0,12 12 0,1-1 0,0 1 0,-1 0 0,1-1 0,-1 1 0,1 0 0,0 0 0,-1-1 0,1 1 0,-1 0 0,1 0 0,-1 0 0,1 0 0,-1 0 0,1 0 0,-1-1 0,1 1 0,-1 0 0,1 1 0,-1-1 0,1 0 0,-1 0 0,1 0 0,-1 0 0,1 0 0,-1 0 0,1 1 0,-1-1 0,1 0 0,-1 0 0,1 1 0,-1-1 0,1 0 0,0 0 0,-1 1 0,1-1 0,0 1 0,-1-1 0,1 0 0,0 1 0,-1-1 0,1 1 0,0-1 0,0 1 0,-1-1 0,1 1 0,0-1 0,0 0 0,0 1 0,0-1 0,0 1 0,0 0 0,0-1 0,0 1 0,0 0 0,-1 4 0,1 1 0,-1-1 0,2 10 0,0-3 0,1 0 0,1 0 0,0 0 0,0-1 0,1 1 0,1-1 0,11 20 0,-1-7 0,0-1 0,25 29 0,-40-51 0,1 0 0,-1-1 0,1 1 0,-1-1 0,1 1 0,-1 0 0,1-1 0,-1 1 0,1-1 0,0 1 0,-1-1 0,1 0 0,0 1 0,-1-1 0,1 0 0,0 1 0,0-1 0,-1 0 0,1 0 0,0 1 0,0-1 0,-1 0 0,1 0 0,0 0 0,1 0 0,-1-1 0,-1 1 0,1-1 0,0 1 0,0-1 0,-1 0 0,1 1 0,0-1 0,-1 0 0,1 1 0,0-1 0,-1 0 0,1 0 0,-1 0 0,1 0 0,-1 1 0,0-1 0,1-1 0,1-6 0,0 0 0,0 0 0,1-13 0,-2-5 0,-1 1 0,-1-1 0,-6-38 0,3 28 0,3 35 0,1 0 0,0 0 0,0 0 0,0 0 0,0 1 0,0-1 0,0 0 0,0 0 0,0 0 0,0 0 0,0 0 0,0 0 0,0 1 0,1-1 0,0-2 0,-1 4 0,0-1 0,1 0 0,-1 0 0,0 0 0,1 0 0,-1 0 0,1 0 0,-1 1 0,0-1 0,0 0 0,1 0 0,-1 0 0,0 1 0,1-1 0,-1 0 0,0 0 0,0 1 0,1-1 0,-1 0 0,0 1 0,0-1 0,0 0 0,1 1 0,13 28 0,0 5 0,43 114 0,-49-121 0,37 126 0,-36-116 0,-2 0 0,3 45 0,-9-73 0,-1 0 0,0-1 0,0 1 0,-4 17 0,4-24 0,-1 0 0,1 0 0,-1 0 0,0 0 0,1 0 0,-1 0 0,0 0 0,0-1 0,-1 1 0,1 0 0,0-1 0,0 1 0,-1-1 0,1 1 0,-1-1 0,1 0 0,-1 0 0,0 1 0,1-1 0,-1 0 0,0-1 0,0 1 0,0 0 0,0 0 0,0-1 0,1 1 0,-4 0 0,-1-1 0,1 0 0,0-1 0,-1 1 0,1-1 0,0 0 0,0 0 0,-1 0 0,1-1 0,0 0 0,0 0 0,1 0 0,-1 0 0,0-1 0,1 0 0,-1 0 0,1 0 0,0-1 0,0 1 0,1-1 0,-1 0 0,1 0 0,-1 0 0,1-1 0,0 1 0,1-1 0,-1 0 0,1 1 0,-3-11 0,4 13 7,1 0 0,0 0 0,-1-1 0,1 1 0,0 0 1,0 0-1,1 0 0,-1 0 0,0 0 0,1-1 0,-1 1 0,1 0 0,0 0 0,-1 0 0,1 0 0,2-3 0,0 1-219,0 0 0,0 0 0,1 1-1,-1-1 1,1 1 0,4-4 0,4-2-6614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36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59 24575,'-75'-21'0,"45"12"0,1 0 0,-2 2 0,-50-5 0,79 12 0,1 0 0,-1 0 0,0 0 0,1 0 0,-1 0 0,0 0 0,1 0 0,-1 0 0,0 1 0,1-1 0,-1 1 0,0-1 0,1 1 0,-1 0 0,1 0 0,-1 0 0,1-1 0,-1 1 0,1 0 0,0 1 0,0-1 0,-1 0 0,1 0 0,0 1 0,0-1 0,0 0 0,-1 3 0,1 0 0,0 0 0,0 0 0,0 0 0,0 1 0,1-1 0,0 0 0,0 0 0,0 0 0,0 1 0,2 3 0,-1-2 0,1 0 0,-1-1 0,1 1 0,1-1 0,-1 0 0,1 0 0,0 1 0,0-2 0,0 1 0,1 0 0,0-1 0,0 1 0,0-1 0,0 0 0,1-1 0,9 7 0,-1-1 0,2-1 0,-1 0 0,1-1 0,29 9 0,-37-14 0,0 0 0,0 0 0,0-1 0,1 0 0,-1-1 0,0 0 0,1 0 0,-1 0 0,1-1 0,11-2 0,-17 2 0,1 0 0,0 0 0,0 0 0,-1 0 0,1 0 0,0 0 0,-1-1 0,1 1 0,-1-1 0,0 0 0,1 0 0,-1 0 0,0 0 0,0 0 0,-1-1 0,1 1 0,0 0 0,-1-1 0,1 1 0,-1-1 0,0 0 0,0 1 0,0-1 0,0 0 0,0 0 0,0 0 0,-1 1 0,0-1 0,1-3 0,-1 0 0,-1 0 0,1 0 0,-1 1 0,-2-12 0,2 14 0,0 0 0,0 1 0,0-1 0,0 0 0,0 1 0,-1-1 0,1 1 0,-1-1 0,1 1 0,-1 0 0,-3-4 0,2 6 0,4 5 0,3 7 0,0-6 0,-1 0 0,1 0 0,0-1 0,1 0 0,-1 0 0,1 0 0,0 0 0,0 0 0,0-1 0,1 0 0,0 0 0,-1-1 0,1 0 0,1 0 0,-1 0 0,0 0 0,1-1 0,-1 0 0,10 1 0,-11-2 0,1-1 0,0 1 0,-1-1 0,1 0 0,0 0 0,-1-1 0,1 1 0,-1-1 0,1-1 0,-1 1 0,1-1 0,-1 0 0,0 0 0,0 0 0,0-1 0,0 0 0,0 0 0,0 0 0,-1-1 0,0 1 0,1-1 0,-1 0 0,5-7 0,-7 9 0,0 0 0,0 0 0,0 0 0,0 0 0,1 0 0,-1 1 0,1-1 0,0 1 0,-1 0 0,1 0 0,0-1 0,-1 2 0,1-1 0,0 0 0,0 1 0,5-1 0,7 0 0,-1 1 0,19 2 0,-6-1 0,-1 1 30,0 2 0,0 0 0,30 9 0,27 6-1515,-70-18-5341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37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33 514 24575,'-6'12'0,"1"1"0,0 1 0,1-1 0,1 1 0,-4 21 0,6-27 0,0 0 0,1 0 0,0 0 0,0 0 0,1 1 0,0-1 0,0 0 0,1 0 0,0 0 0,6 14 0,-7-20 0,0 1 0,0-1 0,1 1 0,0-1 0,-1 1 0,1-1 0,0 0 0,0 0 0,0 0 0,0 0 0,1 0 0,-1 0 0,0 0 0,1-1 0,-1 1 0,1-1 0,0 0 0,-1 0 0,1 0 0,0 0 0,0 0 0,0-1 0,0 1 0,0-1 0,-1 0 0,1 0 0,0 0 0,0 0 0,0 0 0,0-1 0,0 1 0,0-1 0,0 0 0,-1 0 0,1 0 0,0 0 0,-1 0 0,1-1 0,0 1 0,-1-1 0,0 0 0,1 1 0,-1-1 0,4-5 0,0-1 0,-1 0 0,1 0 0,-1-1 0,-1 0 0,0 0 0,0 0 0,-1 0 0,0-1 0,-1 1 0,0-1 0,0 0 0,0-11 0,-1-4 0,0 0 0,-2-1 0,-6-39 0,-2 20 0,-27-85 0,-29-39 0,43 115 0,15 32 0,6 17 0,-1 1 0,1-1 0,-1 0 0,0 1 0,0-1 0,0 1 0,-1 0 0,-3-5 0,6 19 0,9 24 0,14 37 0,-6-20 0,63 176 576,-47-135-1806,-1 0-4004,-23-64 2931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37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314 106 24575,'-26'-13'0,"-91"-43"0,97 48 0,-1 1 0,0 1 0,-40-7 0,58 12 0,-23 0 0,25 1 0,1 0 0,-1 0 0,0 0 0,0 0 0,1 0 0,-1 0 0,0 0 0,0 0 0,1 0 0,-1 1 0,0-1 0,1 0 0,-1 1 0,0-1 0,1 0 0,-1 1 0,1-1 0,-1 1 0,0-1 0,1 1 0,-1-1 0,1 1 0,0-1 0,-1 1 0,1 0 0,-1-1 0,1 1 0,0 0 0,-1 0 0,1 3 0,0 0 0,0 0 0,0-1 0,1 1 0,-1 0 0,1 0 0,0-1 0,0 1 0,0-1 0,4 8 0,21 35 0,-26-45 0,11 16 0,1 0 0,0-1 0,1 0 0,24 21 0,-31-31 0,0 0 0,1-1 0,-1 0 0,1-1 0,1 0 0,-1 0 0,1 0 0,-1-1 0,1 0 0,0 0 0,0-1 0,0 0 0,17 1 0,-22-3 0,0 0 0,0-1 0,1 1 0,-1-1 0,0 0 0,0 0 0,0 0 0,0 0 0,0-1 0,-1 1 0,1-1 0,0 0 0,-1 1 0,1-1 0,-1 0 0,1-1 0,-1 1 0,0 0 0,2-4 0,-2 4 0,0-1 0,-1 1 0,1-1 0,-1 1 0,1-1 0,-1 1 0,0-1 0,0 0 0,-1 1 0,1-1 0,0 0 0,-1 0 0,1 1 0,-1-1 0,0 0 0,0 0 0,0 0 0,-1 0 0,1 1 0,-1-1 0,-1-4 0,-1 4 0,1 8 0,-1 8 0,2 4 0,1-1 0,0 1 0,1 0 0,1 0 0,7 28 0,-3-21 0,1 0 0,2 0 0,13 26 0,-12-29 0,-3-5 0,1-1 0,0 0 0,1-1 0,17 22 0,-18-30-1365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38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24575,'4'10'0,"1"0"0,0 0 0,0-1 0,1 0 0,0 0 0,0-1 0,1 1 0,0-2 0,11 11 0,-1-4 0,0 0 0,1-1 0,29 16 0,-37-24 0,-4-1 0,2 0 0,-1 0 0,0-1 0,1 0 0,8 2 0,-14-5 0,0 1 0,-1-1 0,1 0 0,0 0 0,-1 0 0,1 0 0,0 0 0,0 0 0,-1-1 0,1 1 0,0 0 0,-1-1 0,1 0 0,-1 1 0,1-1 0,0 0 0,-1 0 0,1 1 0,-1-1 0,0 0 0,1-1 0,-1 1 0,0 0 0,0 0 0,0 0 0,0-1 0,0 1 0,0-1 0,1-1 0,1-2 0,-1 0 0,-1 0 0,1 0 0,-1 1 0,0-2 0,0 1 0,0 0 0,0 0 0,-1 0 0,0 0 0,0 0 0,-1 0 0,1 0 0,-1 0 0,0 0 0,-1 0 0,1 0 0,-4-7 0,7 15 0,-1-1 0,1 0 0,0 0 0,0 0 0,0 0 0,4 3 0,3 3 0,13 15-119,40 38 370,-55-55-465,1 0 0,0 0 0,0-1 1,0 0-1,1-1 0,16 7 0,-11-7-6612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3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35 24575,'-6'-5'0,"0"0"0,-1 1 0,1 0 0,-1 0 0,1 0 0,-9-2 0,14 6 0,0-1 0,-1 1 0,1-1 0,-1 1 0,1 0 0,0 0 0,-1 0 0,1 0 0,-1 0 0,1 0 0,0 0 0,-1 0 0,1 1 0,-1-1 0,1 0 0,0 1 0,-1-1 0,1 1 0,0 0 0,0-1 0,-1 1 0,1 0 0,0 0 0,0 0 0,0-1 0,0 1 0,0 0 0,0 1 0,0-1 0,0 0 0,1 0 0,-1 0 0,0 0 0,1 1 0,-1-1 0,1 0 0,-1 1 0,1-1 0,-1 3 0,-1 5 0,0 1 0,0-1 0,1 0 0,0 1 0,1 0 0,0-1 0,1 1 0,0-1 0,0 1 0,1-1 0,0 0 0,0 0 0,1 0 0,6 12 0,-1-3 0,1-1 0,1 0 0,0-1 0,1 0 0,1-1 0,16 16 0,-25-27 0,1 0 0,0-1 0,0 1 0,0-1 0,1 0 0,-1 0 0,1 0 0,0-1 0,9 4 0,-12-6 0,0 1 0,0-1 0,0 0 0,0 1 0,0-1 0,0 0 0,0 0 0,0-1 0,0 1 0,0 0 0,0-1 0,0 1 0,0-1 0,0 1 0,0-1 0,0 0 0,-1 0 0,1 0 0,0 0 0,0 0 0,-1 0 0,1-1 0,-1 1 0,1 0 0,-1-1 0,0 1 0,1-1 0,0-2 0,3-3 0,-1 0 0,-1 0 0,1-1 0,-1 1 0,0-1 0,-1 0 0,0 0 0,2-14 0,-3 7 0,0 0 0,0 0 0,-4-27 0,2 26 0,-1 1 0,-1 0 0,-1 0 0,-9-26 0,7 32 0,6 15 0,4 16 0,1-11 0,0 0 0,1 1 0,1-2 0,-1 1 0,2-1 0,-1 0 0,1-1 0,13 12 0,-16-16 0,0-1 0,1 1 0,-1-1 0,1 0 0,0-1 0,0 0 0,1 1 0,-1-2 0,1 1 0,-1-1 0,1 0 0,0-1 0,0 1 0,0-1 0,0-1 0,9 1 0,-12-2 0,0 0 0,0 0 0,0 0 0,0 0 0,0-1 0,-1 1 0,1-1 0,0 0 0,-1 0 0,0 0 0,1-1 0,-1 1 0,0-1 0,0 0 0,5-6 0,11-9 0,-18 17 0,0 0 0,0 0 0,1 1 0,-1-1 0,0 1 0,0-1 0,1 1 0,-1-1 0,0 1 0,0 0 0,1 0 0,-1-1 0,0 1 0,1 0 0,-1 0 0,0 0 0,1 0 0,-1 1 0,0-1 0,1 0 0,-1 1 0,0-1 0,2 1 0,3 2 0,1 0 0,-1 1 0,9 5 0,11 7 0,-16-12 20,0-1 0,1 1 0,-1-2 0,1 1 0,16 0 0,-24-3-91,1 0 1,-1 0-1,1 0 0,-1-1 0,1 1 1,-1-1-1,1 0 0,-1 0 1,0-1-1,0 1 0,1 0 0,-1-1 1,0 0-1,0 0 0,0 0 1,-1 0-1,1 0 0,0-1 0,-1 1 1,4-5-1,0-2-6755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39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24575,'5'-1'0,"0"0"0,-1 0 0,1 0 0,0 1 0,-1-1 0,1 1 0,0 1 0,0-1 0,-1 1 0,1-1 0,0 1 0,-1 0 0,1 1 0,-1-1 0,1 1 0,-1 0 0,0 0 0,0 1 0,0-1 0,0 1 0,0 0 0,6 6 0,2 3 0,0 0 0,-2 1 0,1 0 0,-2 0 0,11 20 0,-2 1 0,25 63 0,4 42 0,-18-51 0,-18-56 0,-4-14 0,0 0 0,-2 1 0,0 0 0,3 27 0,4-101 0,-10 46 0,16-62 0,-15 60 0,1 1 0,0 0 0,0 0 0,11-16 0,-14 24 0,1 0 0,-1 0 0,1 0 0,0 0 0,0 0 0,0 0 0,0 1 0,0-1 0,0 0 0,0 1 0,1 0 0,-1-1 0,0 1 0,1 0 0,-1 0 0,1 1 0,-1-1 0,1 0 0,0 1 0,-1 0 0,1-1 0,2 1 0,-2 1 0,0-1 0,0 1 0,0-1 0,0 1 0,0 0 0,0 0 0,-1 0 0,1 1 0,0-1 0,-1 1 0,1-1 0,-1 1 0,0 0 0,0 0 0,1 0 0,-1 0 0,0 0 0,-1 1 0,4 3 0,4 10 0,-1 0 0,0 0 0,-1 1 0,0 0 0,-1 0 0,-2 1 0,1 0 0,-2 0 0,2 24 0,-17-65-1365,6 8-5461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39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24575,'12'5'0,"5"4"0,1 3 0,-2 4 0,-4 2 0,-4 0 0,-4-2-8191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40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24575,'8'7'0,"0"0"0,0 0 0,-1 1 0,-1 0 0,1 0 0,-1 0 0,-1 1 0,1 0 0,-1 0 0,-1 1 0,0 0 0,0-1 0,-1 1 0,0 0 0,-1 1 0,0-1 0,-1 0 0,0 1 0,0-1 0,-2 12 0,1-5 0,1 0 0,0 0 0,1-1 0,1 1 0,0-1 0,1 1 0,1-1 0,10 22 0,-11-31 0,-1 0 0,1-1 0,0 0 0,1 0 0,-1 0 0,1 0 0,0-1 0,1 1 0,7 5 0,-8-8 0,-1 0 0,1-1 0,0 1 0,1-1 0,-1 0 0,0 0 0,0 0 0,1-1 0,-1 0 0,1 0 0,-1 0 0,1-1 0,9 0 0,-13 0-76,0 0 1,0-1-1,0 1 0,0 0 0,0-1 0,0 0 0,0 1 0,0-1 1,0 0-1,0 0 0,-1 0 0,1 0 0,0 0 0,-1 0 1,1-1-1,-1 1 0,4-3 0,1-5-6750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40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24575,'42'-9'0,"0"2"0,56-3 0,86 7 0,-130 3 0,-46 1 0,0 0 0,1 0 0,10 3 0,-11-2 0,-7-2 0,-1-1 0,1 1 0,-1 0 0,1 0 0,-1 0 0,0 0 0,1-1 0,-1 1 0,1 0 0,-1 0 0,1-1 0,-1 1 0,0 0 0,1-1 0,-1 1 0,1-1 0,-1 1 0,0 0 0,0-1 0,1 1 0,-1-1 0,0 1 0,0-1 0,0 1 0,1-1 0,-1 1 0,0-1 0,0 1 0,0-1 0,0 1 0,0-1 0,0 1 0,0-1 0,0 0 0,4-9 0,-4 10 0,0 0 0,1 0 0,-1 0 0,0 0 0,1 0 0,-1 0 0,0 0 0,0 0 0,1 0 0,-1 0 0,0 1 0,1-1 0,-1 0 0,0 0 0,1 0 0,-1 0 0,0 0 0,1 1 0,-1-1 0,0 0 0,0 0 0,1 0 0,-1 1 0,0-1 0,0 0 0,0 0 0,1 1 0,-1-1 0,0 0 0,0 1 0,0-1 0,0 0 0,1 1 0,12 19 0,0 0 0,14 30 0,-16-29 0,-1-3 0,-3-6 0,-1 0 0,0 0 0,6 20 0,-11-22-1365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40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24575,'5'8'0,"2"4"0,-1 3 0,-1 1 0,-1 1 0,-2-3-8191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41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24575,'19'24'0,"0"1"0,1 0 0,34 32 0,-53-56 0,-1 0 0,1-1 0,0 1 0,0 0 0,1 0 0,-1-1 0,0 1 0,0-1 0,0 1 0,0-1 0,1 1 0,-1-1 0,0 0 0,0 1 0,2-1 0,-2 0 0,-1 0 0,1-1 0,0 1 0,0 0 0,-1 0 0,1 0 0,0-1 0,0 1 0,-1 0 0,1-1 0,0 1 0,-1-1 0,1 1 0,-1-1 0,1 1 0,-1-1 0,1 1 0,0-2 0,2-3 0,-1 1 0,1-1 0,-1 0 0,0 0 0,2-10 0,1-1 0,-4 13 0,0 1 0,0-1 0,0 1 0,0-1 0,1 1 0,-1 0 0,1 0 0,-1-1 0,1 1 0,0 1 0,0-1 0,0 0 0,0 0 0,0 1 0,0-1 0,5-2 0,-5 4 0,0-1 0,1 0 0,-1 1 0,0 0 0,1 0 0,-1-1 0,1 1 0,-1 1 0,0-1 0,1 0 0,-1 0 0,0 1 0,1 0 0,-1-1 0,0 1 0,0 0 0,1 0 0,-1 0 0,2 2 0,97 62 0,30 15 0,-104-62-1365,-18-10-5461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41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297 178 24575,'-27'-23'0,"-11"-10"0,-1 2 0,-55-32 0,91 61 0,-8-4 0,1 1 0,-12-5 0,20 9 0,0 1 0,1-1 0,-1 0 0,0 1 0,0-1 0,0 1 0,1 0 0,-1 0 0,0-1 0,0 1 0,0 0 0,0 1 0,0-1 0,1 0 0,-1 1 0,0-1 0,0 1 0,0-1 0,1 1 0,-4 1 0,4 0 0,-1-1 0,1 1 0,0 0 0,0-1 0,0 1 0,0 0 0,1 0 0,-1 0 0,0 0 0,1 0 0,-1 0 0,1 0 0,0 0 0,0 0 0,0 0 0,0 0 0,0 0 0,0 2 0,1 6 0,0 0 0,4 12 0,-2-13 0,0 1 0,1-1 0,0 0 0,1 0 0,0 0 0,0 0 0,1-1 0,0 0 0,0 0 0,12 11 0,9 5 0,47 34 0,-66-52 0,-2-2 0,-1-1 0,1 0 0,-1 0 0,1 0 0,0-1 0,0 1 0,0-1 0,0-1 0,1 1 0,-1-1 0,0 0 0,1-1 0,10 0 0,-13 0 0,-1 0 0,1-1 0,-1 0 0,1 1 0,-1-1 0,0-1 0,1 1 0,-1 0 0,0-1 0,0 0 0,0 1 0,0-1 0,0 0 0,0-1 0,-1 1 0,1 0 0,-1-1 0,0 0 0,1 1 0,-1-1 0,0 0 0,-1 0 0,1 0 0,0 0 0,-1-1 0,2-3 0,-1-6 0,1 1 0,-2-1 0,1 1 0,-2-1 0,0 0 0,0 0 0,-3-15 0,-2 12 0,1 12 0,1 11 0,0 10 0,1 1 0,1-1 0,1 1 0,2 19 0,-2-15 0,24 213 0,-7-87 0,-16-139 0,0 0 0,-1 0 0,-1 0 0,1 0 0,-1 1 0,-3 8 0,4-16 0,-1 0 0,1 0 0,-1-1 0,1 1 0,-1 0 0,0-1 0,0 1 0,1 0 0,-1-1 0,0 1 0,-1-1 0,1 1 0,0-1 0,0 0 0,-1 0 0,1 1 0,-1-1 0,1 0 0,-1 0 0,1 0 0,-1 0 0,0-1 0,1 1 0,-1 0 0,0-1 0,0 1 0,1-1 0,-1 0 0,0 1 0,0-1 0,0 0 0,1 0 0,-1 0 0,0 0 0,0-1 0,-3 0 0,-5-1 0,0-1 0,0-1 0,1 0 0,-1 0 0,1-1 0,0 0 0,1-1 0,-1 1 0,1-2 0,-10-8 0,8 5 0,0-1 0,0 0 0,1 0 0,1-1 0,0 0 0,-12-24 0,17 28 0,-1-1 0,2 1 0,-1-1 0,1 0 0,0 0 0,1 0 0,0 0 0,1 0 0,0-1 0,1-14 0,0 20 0,-1 1 0,1 0 0,-1-1 0,1 1 0,0 0 0,0 0 0,1-1 0,-1 1 0,1 0 0,0 0 0,-1 0 0,1 1 0,0-1 0,1 0 0,-1 1 0,0-1 0,1 1 0,0 0 0,-1 0 0,1 0 0,0 0 0,0 0 0,0 1 0,0-1 0,0 1 0,0 0 0,1 0 0,-1 0 0,0 0 0,7 0 0,5 0-1365,-2 1-5461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43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1 332 24575,'10'-1'0,"1"0"0,-1 0 0,12-4 0,12-2 0,34-1 0,76 1 0,378 17 0,-87-5 0,-346-11 0,-76 4 0,0 0 0,0-1 0,0 0 0,20-9 0,-17 3 0,-15 7 0,1 1 0,-1 0 0,1 0 0,-1 0 0,1 0 0,0 0 0,-1 0 0,1 1 0,0-1 0,0 1 0,0-1 0,0 1 0,0 0 0,-1-1 0,1 1 0,0 0 0,0 0 0,3 1 0,-104-38 0,58 20 0,-152-77 0,155 74 0,36 19 0,-59-33 0,52 28 0,1 0 0,-1 0 0,1-1 0,-11-12 0,18 19 0,1-1 0,-1 1 0,1-1 0,0 1 0,-1-1 0,1 0 0,-1 1 0,1-1 0,0 0 0,0 1 0,-1-1 0,1 0 0,0 1 0,0-1 0,0 0 0,0 1 0,-1-2 0,2 1 0,-1 1 0,0-1 0,0 1 0,0 0 0,0-1 0,1 1 0,-1-1 0,0 1 0,0 0 0,1-1 0,-1 1 0,0 0 0,1 0 0,-1-1 0,0 1 0,1 0 0,-1 0 0,0-1 0,1 1 0,-1 0 0,1 0 0,2-1 0,-1 0 0,0 1 0,0 0 0,1-1 0,-1 1 0,0 0 0,1 0 0,-1 0 0,4 1 0,17 5 0,0 2 0,0 0 0,29 15 0,-32-13 0,62 29 0,149 97 0,-223-130 0,0 0 0,-1 0 0,1 1 0,-1 0 0,-1 0 0,7 8 0,-12-13 0,1 1 0,-1-1 0,0 0 0,1 1 0,-1-1 0,0 1 0,-1 0 0,1-1 0,0 1 0,-1 0 0,1 3 0,-1-4 0,0 0 0,-1 0 0,1 0 0,0 0 0,-1-1 0,1 1 0,-1 0 0,0 0 0,0-1 0,1 1 0,-1 0 0,0-1 0,0 1 0,-1-1 0,1 1 0,0-1 0,0 0 0,-3 2 0,-3 3 0,-1-1 0,0 0 0,0 0 0,0-1 0,0 0 0,-1-1 0,-16 5 0,-66 10 0,91-18 0,-50 7-93,-116 24-1179,144-25-5554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43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24575,'0'-1'0,"1"0"0,-1 1 0,0-1 0,1 0 0,-1 1 0,1-1 0,0 1 0,-1-1 0,1 1 0,-1-1 0,1 1 0,0 0 0,-1-1 0,1 1 0,0 0 0,-1-1 0,1 1 0,0 0 0,0 0 0,-1 0 0,1 0 0,0 0 0,0 0 0,-1 0 0,1 0 0,0 0 0,0 0 0,-1 0 0,1 0 0,0 0 0,0 1 0,-1-1 0,1 0 0,0 0 0,-1 1 0,1-1 0,0 1 0,-1-1 0,1 0 0,-1 1 0,1-1 0,-1 1 0,1 0 0,-1-1 0,1 1 0,-1-1 0,1 1 0,-1 0 0,0-1 0,1 1 0,-1 0 0,1 1 0,1 4 0,0 0 0,0 0 0,0 1 0,1 10 0,11 76 0,41 140 0,-23-99 0,-31-132 0,-1-1 0,0 0 0,0 0 0,0 0 0,1 0 0,-1 0 0,1 0 0,-1 0 0,1 0 0,-1 0 0,1 0 0,-1 0 0,1 0 0,0 0 0,0-1 0,-1 1 0,1 0 0,0 0 0,0-1 0,0 1 0,0 0 0,0-1 0,0 1 0,0-1 0,0 0 0,0 1 0,0-1 0,0 0 0,0 1 0,0-1 0,0 0 0,0 0 0,0 0 0,1 0 0,0 0 0,5-1 0,0 0 0,-1 0 0,1-1 0,12-5 0,-2 1 0,25-5 0,0 2 0,1 2 0,0 2 0,57 0 0,-90 5 0,37-2 0,-42 2 0,-1-1 0,1 1 0,-1-1 0,1-1 0,-1 1 0,0 0 0,8-5 0,-5-1-1365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44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118 234 24575,'16'-24'0,"23"-35"0,-36 53 0,-1 1 0,1-1 0,-1 0 0,0 1 0,0-1 0,-1 0 0,1 0 0,0-12 0,-2 14 0,-1 0 0,1 0 0,-1 0 0,0 1 0,0-1 0,0 0 0,0 0 0,-1 1 0,1-1 0,-1 1 0,0-1 0,0 1 0,0 0 0,-1-1 0,1 1 0,-1 0 0,0 1 0,0-1 0,0 0 0,-5-3 0,5 5 0,1-1 0,-1 1 0,1 0 0,-1 0 0,1 0 0,-1 0 0,0 0 0,1 0 0,-1 1 0,0-1 0,0 1 0,0 0 0,1 0 0,-1 0 0,0 0 0,0 0 0,0 1 0,1-1 0,-1 1 0,0 0 0,0 0 0,1 0 0,-1 0 0,1 0 0,-1 1 0,1-1 0,-1 1 0,1-1 0,-3 3 0,-3 4 0,1-1 0,-1 1 0,1 0 0,0 1 0,1 0 0,-8 13 0,13-19 0,-1 0 0,1 0 0,0 0 0,0-1 0,0 1 0,0 0 0,0 1 0,1-1 0,-1 0 0,1 0 0,0 0 0,0 0 0,0 0 0,0 0 0,1 0 0,-1 1 0,1-1 0,0 0 0,0 0 0,0 0 0,0-1 0,0 1 0,1 0 0,-1 0 0,1-1 0,4 6 0,2 0 0,0 0 0,0-1 0,1 0 0,1 0 0,-1-1 0,13 6 0,64 26 0,-61-28 0,9 5-170,2-3-1,0 0 0,0-3 1,0 0-1,1-3 0,1-1 1,59 0-1,-85-5-6655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44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0 24575,'-20'4'0,"-55"11"0,65-12 0,-1 0 0,1 0 0,0 1 0,-17 10 0,26-13 0,0-1 0,0 1 0,0-1 0,0 1 0,0-1 0,1 1 0,-1 0 0,0 0 0,0-1 0,0 1 0,1 0 0,-1 0 0,0 0 0,1 0 0,-1 0 0,1 0 0,-1 0 0,1 0 0,-1 0 0,1 0 0,0 0 0,-1 0 0,1 0 0,0 0 0,0 1 0,0-1 0,0 0 0,0 0 0,0 0 0,0 0 0,0 0 0,1 0 0,-1 1 0,0-1 0,1 0 0,-1 0 0,1 0 0,-1 0 0,1 0 0,-1 0 0,1 0 0,0 0 0,-1-1 0,1 1 0,0 0 0,1 1 0,5 4 0,0 0 0,0 0 0,0-1 0,13 7 0,-16-9 0,97 50 120,-85-45-417,1-2 0,0 0 0,1-1 0,22 4 0,-22-7-6529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45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24575,'305'750'-556,"-292"-725"-81,29 42 1,-34-54-5726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45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415 134 24575,'-29'-19'0,"-15"-8"0,-3 3 0,3 3 0,3 5 0,6 4 0,5 4 0,4 3 0,5 4 0,3 0 0,2 4 0,1 1 0,2 0 0,-1 0 0,3 0 0,1 4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45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24575,'1'3'0,"0"0"0,1 0 0,-1 0 0,1 0 0,-1 0 0,1 0 0,0 0 0,0-1 0,0 1 0,1-1 0,-1 1 0,3 2 0,-2-3 0,6 7 0,0-1 0,1 0 0,0-1 0,0 0 0,22 10 0,-25-13 0,1-1 0,0 0 0,-1-1 0,1 0 0,0 0 0,0 0 0,1-1 0,-1-1 0,16 1 0,-21-2 0,0 1 0,0-1 0,0 0 0,0 1 0,0-1 0,0-1 0,0 1 0,0 0 0,0-1 0,-1 1 0,1-1 0,0 0 0,-1 0 0,5-4 0,-1-1 0,0-1 0,-1 0 0,7-13 0,9-11 0,-19 30 3,-1 0 0,0 1-1,1-1 1,-1 1-1,1 0 1,-1-1 0,1 1-1,-1 0 1,1 0-1,0 0 1,0 0 0,0 0-1,-1 1 1,1-1 0,0 0-1,0 1 1,0-1-1,0 1 1,0 0 0,0 0-1,0 0 1,0 0 0,0 0-1,0 0 1,0 0-1,0 1 1,0-1 0,0 1-1,2 0 1,5 3-103,-1 0 1,1 1-1,-1-1 0,-1 2 1,9 5-1,-2-1-746,-5-3-5980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46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126 246 24575,'-1'0'0,"0"-1"0,0 0 0,0 0 0,0 0 0,-1 0 0,1 0 0,0 0 0,1 0 0,-1 0 0,0 0 0,0 0 0,0 0 0,1-1 0,-1 1 0,1 0 0,-1-1 0,0-2 0,-2-2 0,-5-8 0,-1 1 0,-20-22 0,22 27 0,0 0 0,0-1 0,1 1 0,0-1 0,0-1 0,1 1 0,0-1 0,-5-16 0,10 25 0,-1 0 0,1 1 0,0-1 0,0 1 0,0-1 0,0 0 0,-1 1 0,1-1 0,0 1 0,0-1 0,0 0 0,0 1 0,1-1 0,-1 1 0,0-1 0,0 0 0,0 1 0,0-1 0,1 1 0,-1-1 0,0 1 0,0-1 0,1 0 0,-1 1 0,1-1 0,-1 1 0,1-1 0,0 1 0,0-1 0,-1 1 0,1 0 0,0 0 0,0 0 0,0-1 0,0 1 0,0 0 0,0 0 0,0 0 0,0 0 0,0 1 0,0-1 0,0 0 0,1 1 0,6 1 0,0 1 0,-1 1 0,9 4 0,-14-7 0,53 31 0,-32-18 0,50 23 0,-55-30 0,0 0 0,0-2 0,22 5 0,-34-9 0,0 0 0,1-1 0,-1 0 0,0 0 0,0 0 0,0-1 0,0 0 0,0 0 0,0 0 0,0-1 0,0 0 0,-1 0 0,1-1 0,5-2 0,-7 2 0,1 0 0,-1 0 0,0 0 0,0 0 0,-1-1 0,1 1 0,-1-1 0,1 0 0,-1 0 0,-1 0 0,1-1 0,0 1 0,-1 0 0,3-10 0,-4 11 0,0 1 0,0-1 0,-1 0 0,0 0 0,0 0 0,0 0 0,0 0 0,0 1 0,0-1 0,-1 0 0,1 0 0,-1 0 0,0 0 0,0 1 0,0-1 0,0 0 0,0 1 0,0-1 0,-1 1 0,0 0 0,1-1 0,-1 1 0,0 0 0,0 0 0,0 0 0,0 0 0,-4-3 0,3 4 0,1-1 0,-1 0 0,0 0 0,0 1 0,0 0 0,0-1 0,0 1 0,0 0 0,0 0 0,0 1 0,0-1 0,0 1 0,0-1 0,0 1 0,-1 0 0,1 0 0,0 1 0,0-1 0,-6 2 0,7-1 0,-1 0 0,1 0 0,0 0 0,0 0 0,0 0 0,1 1 0,-1-1 0,0 1 0,0-1 0,1 1 0,-1-1 0,1 1 0,-1 0 0,1 0 0,0 0 0,0 0 0,0 0 0,0 0 0,0 0 0,0 0 0,0 1 0,1-1 0,-1 0 0,1 0 0,0 1 0,-1-1 0,1 5 0,1-3 0,-1 1 0,1 0 0,0 0 0,0 0 0,0-1 0,0 1 0,1-1 0,0 1 0,0-1 0,0 0 0,1 1 0,-1-1 0,1 0 0,0 0 0,0-1 0,0 1 0,7 5 0,6 3 0,-1 0 0,1-1 0,20 9 0,-21-11 0,7 3 0,1-1 0,0-1 0,25 7 0,75 15 0,-83-22-1365,-24-6-5461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47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24575,'1'-11'0,"-1"5"0,1 0 0,0 0 0,0 1 0,1-1 0,-1 1 0,1-1 0,0 1 0,3-6 0,-4 11 0,-1-1 0,0 1 0,0 0 0,0 0 0,0-1 0,0 1 0,0 0 0,1 0 0,-1 0 0,0 0 0,0-1 0,0 1 0,1 0 0,-1 0 0,0 0 0,0 0 0,0 0 0,1 0 0,-1 0 0,0-1 0,0 1 0,0 0 0,1 0 0,-1 0 0,0 0 0,0 0 0,1 0 0,-1 0 0,0 0 0,0 0 0,1 0 0,-1 0 0,0 0 0,0 0 0,1 1 0,-1-1 0,0 0 0,0 0 0,0 0 0,1 0 0,-1 0 0,0 0 0,0 1 0,0-1 0,1 0 0,-1 0 0,0 0 0,0 0 0,0 1 0,0-1 0,0 0 0,0 0 0,1 0 0,-1 1 0,0-1 0,0 0 0,0 0 0,0 1 0,0-1 0,0 0 0,7 19 0,-6-15 0,28 78 0,48 96 0,-74-170 0,2 0 0,-1 0 0,1 0 0,7 7 0,-10-13 0,0 1 0,0-1 0,0 0 0,1 0 0,-1-1 0,1 1 0,-1 0 0,1-1 0,0 1 0,0-1 0,-1 0 0,1 0 0,0 0 0,0 0 0,6 0 0,7 0 0,0-1 0,0-1 0,0 0 0,22-5 0,62-19 0,-67 16 0,-17 5-273,-1-1 0,0 0 0,-1 0 0,24-14 0,-25 10-6553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47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24575,'4'27'0,"3"11"0,2 5 0,1-1 0,0-5 0,1-4 0,0-2 0,-1-2 0,-1-1 0,-1-2 0,-2-6-8191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48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737 0 24575,'-721'0'-1365,"706"0"-5461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49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521 184 24575,'-95'-44'0,"-2"3"0,-201-54 0,296 95 0,-1-1 0,0 0 0,0 0 0,-1 1 0,1-1 0,-7 1 0,8 3 0,5 1 0,8 4 0,46 24 0,100 42 0,3 1 0,-133-61 0,-10-6 0,1 1 0,-1 2 0,0-1 0,-1 2 0,17 15 0,-32-26 0,1 1 0,-1-1 0,0 0 0,1 1 0,-1-1 0,0 1 0,0-1 0,0 1 0,0 0 0,-1-1 0,1 1 0,0 0 0,-1 0 0,1 0 0,-1-1 0,1 1 0,-1 0 0,0 0 0,0 0 0,0 0 0,0 3 0,-1-3 0,0 0 0,0-1 0,0 1 0,0 0 0,0 0 0,0-1 0,-1 1 0,1 0 0,-1-1 0,1 1 0,-1-1 0,0 0 0,1 0 0,-1 1 0,0-1 0,0 0 0,0-1 0,-3 3 0,-10 2 0,-1-1 0,1-1 0,0 0 0,-1-1 0,-24 1 0,1 0 0,-76 4-1365,94-6-5461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50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24575,'-1'2'0,"0"-1"0,0 1 0,0 0 0,0-1 0,0 1 0,1 0 0,-1-1 0,1 1 0,-1 0 0,1 0 0,0 0 0,0-1 0,0 1 0,0 0 0,0 0 0,0 1 0,6 34 0,-5-29 0,7 34 0,2-1 0,1 0 0,21 47 0,-14-43 0,-7-16 0,16 30 0,-27-58 0,1 1 0,0-1 0,-1 0 0,1 0 0,0 0 0,0 0 0,-1 0 0,1 0 0,0 0 0,0 0 0,0 0 0,0-1 0,0 1 0,0 0 0,1-1 0,-1 1 0,0-1 0,0 1 0,0-1 0,1 1 0,-1-1 0,2 1 0,1-1 0,0-1 0,-1 1 0,1-1 0,-1 0 0,1 0 0,6-2 0,23-10 0,-18 7 0,1 0 0,0 1 0,0 1 0,31-5 0,81-4-1365,-113 12-5461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50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0 220 24575,'29'-5'0,"1"-1"0,-1-1 0,-1-2 0,32-13 0,-57 21 0,0-1 0,0 0 0,0 1 0,0-1 0,0 0 0,0 0 0,-1-1 0,1 1 0,-1-1 0,1 1 0,-1-1 0,0 0 0,0 0 0,3-6 0,-4 7 0,0-1 0,-1 0 0,1 1 0,-1-1 0,1 0 0,-1 0 0,0 0 0,0 0 0,0 1 0,0-1 0,-1 0 0,1 0 0,-1 1 0,0-1 0,0 0 0,0 1 0,0-1 0,-2-4 0,0 2 0,0 0 0,-1 0 0,1 0 0,-1 0 0,0 0 0,-1 1 0,1 0 0,-1 0 0,0 0 0,0 0 0,0 1 0,0 0 0,0 0 0,-1 0 0,1 1 0,-1 0 0,0 0 0,0 0 0,0 1 0,0 0 0,0 0 0,0 0 0,0 1 0,0 0 0,-10 1 0,14-1 0,0 0 0,0 1 0,0 0 0,0-1 0,0 1 0,0 0 0,0 0 0,0 0 0,1 0 0,-1 0 0,0 0 0,1 1 0,-1-1 0,1 0 0,-1 1 0,1-1 0,0 1 0,-1 0 0,1-1 0,0 1 0,0 0 0,0 0 0,1 0 0,-1 0 0,0 0 0,1 0 0,-1 0 0,1 0 0,-1 0 0,1 3 0,0 1 0,-1 1 0,1-1 0,0 1 0,1-1 0,0 1 0,0-1 0,0 0 0,4 11 0,0-7 0,0-1 0,0 1 0,1-1 0,0 0 0,0 0 0,1-1 0,11 10 0,-3-4 0,0-1 0,34 23 0,-34-27 0,-1-1 0,25 10 0,-34-16 0,1 0 0,-1 0 0,1-1 0,-1 0 0,1 0 0,0 0 0,0 0 0,0-1 0,-1 0 0,12-1 0,-14 0-151,0 0-1,0 0 0,0-1 0,0 1 1,-1-1-1,1 1 0,0-1 1,2-2-1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50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11 24575,'-35'-4'0,"18"1"0,0 1 0,0 1 0,-1 1 0,1 0 0,-31 5 0,47-4 0,-1-1 0,0 0 0,0 1 0,0-1 0,0 1 0,1 0 0,-1-1 0,0 1 0,1 0 0,-1 0 0,1 0 0,-1 0 0,1 1 0,-1-1 0,1 0 0,0 1 0,-1-1 0,1 1 0,0-1 0,0 1 0,0-1 0,0 1 0,0 0 0,1-1 0,-1 1 0,1 0 0,-1 0 0,1 0 0,-1 2 0,1 0 0,0-1 0,1 1 0,-1-1 0,1 1 0,0-1 0,0 1 0,0-1 0,0 1 0,1-1 0,0 0 0,-1 0 0,1 0 0,0 0 0,4 4 0,6 7 0,1 0 0,1-2 0,0 1 0,21 13 0,-8-9 0,48 25 0,-64-38 0,-1 0 0,1 0 0,-1-1 0,1 0 0,21 2 0,-27-5 0,0 1 0,-1-1 0,1 0 0,0 0 0,-1-1 0,1 1 0,0-1 0,-1 0 0,1 0 0,-1-1 0,1 1 0,-1-1 0,0 0 0,1 0 0,-1 0 0,5-5 0,-7 6-136,-1-1-1,1 0 1,0 0-1,-1 0 1,1-1-1,-1 1 1,0 0-1,0 0 0,2-4 1,0-6-6690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51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24575,'3'27'0,"0"14"0,2 4 0,4 3 0,1-2 0,3-5 0,0-3 0,2-4 0,0-5 0,0-3 0,0-3 0,-1-1 0,1-1 0,0-2 0,-1-5 0,1-1 0,-1-4 0,-2-3-8191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51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377 121 24575,'-29'-20'0,"-15"-6"0,-3 1 0,5 5 0,5 6 0,5 5 0,7 4 0,4 3 0,4 2 0,2 3 0,1 2 0,1 1 0,0 3 0,2 3 0,3 1 0,3 0 0,2 0-8191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51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24575,'7'11'0,"0"1"0,1-1 0,0 0 0,1-1 0,0 0 0,0-1 0,1 0 0,1 0 0,-1-1 0,1 0 0,1-1 0,21 11 0,-30-17 0,1 1 0,-1-1 0,0 1 0,0-1 0,1 0 0,-1-1 0,1 1 0,-1 0 0,0-1 0,1 0 0,-1 0 0,1 0 0,-1 0 0,1-1 0,-1 1 0,1-1 0,4-1 0,-5 0 0,0 0 0,0 1 0,0-1 0,0 0 0,-1-1 0,1 1 0,-1 0 0,1-1 0,-1 1 0,0-1 0,0 0 0,0 0 0,0 0 0,0 0 0,-1 0 0,0 0 0,2-5 0,9-49 0,-12 56 0,0 1 0,0 0 0,1-1 0,-1 1 0,0 0 0,0-1 0,0 1 0,1 0 0,-1-1 0,0 1 0,0 0 0,1 0 0,-1-1 0,0 1 0,1 0 0,-1 0 0,0-1 0,1 1 0,-1 0 0,0 0 0,1 0 0,-1 0 0,0 0 0,1 0 0,-1-1 0,1 1 0,-1 0 0,0 0 0,1 0 0,-1 0 0,1 0 0,-1 0 0,0 0 0,1 1 0,-1-1 0,0 0 0,1 0 0,-1 0 0,1 0 0,-1 0 0,0 1 0,1-1 0,-1 0 0,0 0 0,0 1 0,1-1 0,-1 0 0,0 0 0,1 1 0,-1-1 0,0 1 0,20 18 0,-17-15 0,57 54 120,-51-51-368,0 0 1,0-1-1,0 0 1,1-1-1,15 7 1,-12-8-6579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52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52 136 24575,'94'100'0,"-129"-158"0,-16-7 0,-1-3 0,51 67 0,0-1 0,0 1 0,1 0 0,-1-1 0,0 1 0,1-1 0,-1 1 0,1-1 0,-1 0 0,1 1 0,0-1 0,0 0 0,-1 1 0,2-4 0,-1 5 0,0-1 0,0 1 0,0-1 0,0 1 0,0 0 0,0-1 0,1 1 0,-1 0 0,0-1 0,0 1 0,1 0 0,-1-1 0,0 1 0,1 0 0,-1 0 0,0-1 0,0 1 0,1 0 0,-1 0 0,1 0 0,-1-1 0,0 1 0,1 0 0,0 0 0,1 0 0,-1 0 0,0-1 0,0 2 0,1-1 0,-1 0 0,0 0 0,0 0 0,0 0 0,1 1 0,0 0 0,14 5 0,0 2 0,-1 0 0,27 18 0,-4-1 0,-24-17 0,24 15 0,1-1 0,0-2 0,53 18 0,-84-35 0,-1-1 0,1-1 0,0 1 0,-1-1 0,1 0 0,0-1 0,0 0 0,10-1 0,-15 1 0,-1-1 0,1 1 0,-1-1 0,0 0 0,1 0 0,-1 0 0,0 0 0,0 0 0,0 0 0,1-1 0,-1 1 0,-1-1 0,1 1 0,0-1 0,0 0 0,-1 1 0,1-1 0,-1 0 0,1 0 0,-1-1 0,0 1 0,0 0 0,0 0 0,0 0 0,0-1 0,0 1 0,-1-1 0,1 1 0,-1 0 0,1-4 0,-1 1 0,0-1 0,-1 0 0,1 1 0,-1-1 0,0 1 0,-1-1 0,1 1 0,-1 0 0,0 0 0,0-1 0,-1 1 0,1 1 0,-5-6 0,-1-3 0,-1 1 0,0 1 0,-19-19 0,28 30 0,-1-1 0,1 1 0,-1-1 0,1 0 0,-1 1 0,0-1 0,1 1 0,-1-1 0,0 1 0,1 0 0,-1-1 0,0 1 0,0 0 0,1-1 0,-1 1 0,0 0 0,0 0 0,1 0 0,-1 0 0,0 0 0,0 0 0,-1 0 0,2 0 0,-1 0 0,1 1 0,-1-1 0,0 1 0,1-1 0,-1 1 0,1-1 0,-1 1 0,1-1 0,0 1 0,-1 0 0,1-1 0,0 1 0,-1 0 0,1-1 0,0 1 0,0 0 0,-1-1 0,1 2 0,-1 6 0,0 0 0,1-1 0,0 13 0,0-15 0,0 4 0,0-1 0,1 0 0,0 0 0,1 0 0,0 0 0,5 15 0,-4-18 0,0 1 0,0-1 0,0 1 0,1-1 0,0 0 0,0 0 0,0-1 0,0 1 0,9 5 0,-5-4 6,0 0 0,1-1 0,-1 0 0,1-1 0,1 0 0,-1 0 0,0-1 0,1 0 0,0-1 0,13 2 0,9-1-225,61-2-1,-45-3-772,-33 2-5834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1:53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24575,'0'-2'0,"0"0"0,0-1 0,0 1 0,0 0 0,1 0 0,-1-1 0,1 1 0,-1 0 0,1 0 0,0 0 0,0 0 0,0 0 0,0 0 0,0 0 0,1 0 0,-1 1 0,1-1 0,1-2 0,-1 3 0,0-1 0,1 1 0,-1-1 0,0 1 0,1 0 0,-1 0 0,1 0 0,0 0 0,-1 1 0,1-1 0,0 1 0,-1 0 0,1-1 0,0 1 0,2 0 0,17 2 0,0 0 0,0 2 0,40 11 0,60 29 0,-115-41 0,70 31 0,-65-28 0,-1 0 0,0 1 0,0 0 0,13 13 0,-23-19 0,1 0 0,-1 0 0,0 0 0,0 0 0,0 1 0,0-1 0,0 0 0,0 0 0,0 1 0,-1-1 0,1 0 0,0 1 0,-1-1 0,1 1 0,-1-1 0,1 1 0,-1-1 0,0 1 0,0 0 0,0-1 0,0 1 0,0 1 0,0-1 0,-1 0 0,0 0 0,0 0 0,0-1 0,0 1 0,0 0 0,0-1 0,0 1 0,-1-1 0,1 0 0,0 1 0,-1-1 0,1 0 0,-1 0 0,-2 2 0,-6 2 0,-1 1 0,1-2 0,-1 1 0,-18 3 0,24-7 0,0 1 0,-1 0 0,1 0 0,1 0 0,-1 1 0,0-1 0,0 1 0,-6 6 0,10-8 0,0 0 0,0 0 0,0 0 0,0 0 0,0 0 0,0 1 0,0-1 0,1 0 0,-1 1 0,0-1 0,1 0 0,-1 1 0,1-1 0,0 1 0,-1-1 0,1 1 0,0-1 0,0 1 0,0-1 0,0 1 0,0-1 0,0 1 0,1-1 0,-1 1 0,0-1 0,1 1 0,-1-1 0,1 1 0,-1-1 0,1 0 0,0 1 0,0-1 0,0 0 0,0 0 0,1 2 0,5 5 0,0-1 0,1 0 0,0 0 0,0 0 0,0-1 0,1 0 0,0-1 0,0 0 0,11 4 0,-7-2 0,1 0 0,-1 1 0,16 12 0,-28-19 0,0 0 0,0-1 0,0 1 0,0 0 0,0 0 0,0-1 0,0 1 0,-1 0 0,1 0 0,0 0 0,-1 0 0,1 0 0,-1 0 0,1 1 0,-1-1 0,1 0 0,-1 0 0,0 0 0,0 0 0,1 0 0,-1 1 0,0-1 0,0 0 0,0 2 0,-1-2 0,0 1 0,0-1 0,1 0 0,-1 1 0,0-1 0,0 0 0,0 0 0,0 0 0,-1 1 0,1-1 0,0 0 0,0-1 0,-1 1 0,1 0 0,0 0 0,-1-1 0,1 1 0,-3 0 0,-17 6 8,0 0 0,0-2-1,-37 4 1,6 0-1404,27-5-5430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09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259 105 24575,'-19'-14'0,"-63"-43"0,74 52 0,-1 0 0,1 1 0,-2 0 0,1 0 0,0 1 0,0 0 0,-19-2 0,26 5 0,0 0 0,-1-1 0,1 1 0,0 0 0,-1 1 0,1-1 0,-1 0 0,1 1 0,0-1 0,0 1 0,-1 0 0,1 0 0,0 0 0,0 0 0,0 0 0,0 0 0,0 1 0,-3 2 0,3-2 0,0 1 0,0-1 0,0 1 0,0 0 0,0 0 0,1 0 0,0 0 0,-1 0 0,1 0 0,0 0 0,-1 7 0,1 0 0,0 0 0,1 0 0,0 0 0,0 0 0,1 0 0,1 0 0,4 19 0,76 191 0,18-7 0,-48-106 0,-46-96 0,13 35 0,-17-42 0,-1-1 0,0 0 0,-1 0 0,1 1 0,-1-1 0,1 1 0,-1-1 0,0 0 0,0 1 0,-1-1 0,0 6 0,-2-3-1365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09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15 24575,'-29'-2'0,"-13"-1"0,-1 0 0,4 0 0,6 1 0,7 1 0,5 1 0,6 2 0,3 1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10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5 24575,'-1'-1'0,"-24"-1"0,-29 1 0,48 1 0,-1 0 0,1 1 0,-1 0 0,1 0 0,-1 1 0,1 0 0,0 0 0,0 0 0,-10 6 0,15-7 0,0-1 0,0 1 0,0 0 0,0-1 0,0 1 0,0 0 0,0-1 0,1 1 0,-1 0 0,0 0 0,0 0 0,1 0 0,-1 0 0,1 0 0,-1 0 0,1 0 0,0 0 0,-1 0 0,1 0 0,0 0 0,-1 0 0,1 1 0,0-1 0,0 2 0,1-1 0,-1 0 0,1 0 0,0 1 0,-1-1 0,1 0 0,0 0 0,0 0 0,1 0 0,-1 0 0,0 0 0,3 2 0,4 4 0,0 0 0,0-1 0,18 12 0,100 54 0,-17-12 0,-108-60 0,1 0 0,-1 0 0,0-1 0,0 2 0,1-1 0,-1 0 0,0 0 0,0 0 0,0 0 0,0 1 0,0-1 0,0 2 0,-1-3 0,0 0 0,1 1 0,-1-1 0,0 0 0,0 1 0,0-1 0,0 0 0,0 1 0,0-1 0,0 0 0,0 1 0,0-1 0,-1 0 0,1 1 0,0-1 0,0 0 0,0 0 0,0 1 0,0-1 0,0 0 0,-1 1 0,1-1 0,0 0 0,-12 6 0,-2-4 0,1 0 0,0-1 0,0 0 0,-15-2 0,-52-8 0,-37-9-1365,104 15-5461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10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24575,'0'15'0,"2"9"0,4 4 0,0-1 0,2-3 0,2-2 0,2-1 0,1-1 0,1-1 0,-2-2 0,-3-4-8191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10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7 24575,'-27'0'0,"-14"0"0,-2 0 0,3 0 0,7 0 0,5 0 0,7 0 0,3 0 0,2 0 0,5-3 0,1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11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31 24575,'-29'-5'0,"-13"-2"0,-1 1 0,2 1 0,5 2 0,6 0 0,6 2 0,7 1-8191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11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24575,'37'114'0,"-7"-27"0,-25-70 0,-2-4 0,1 0 0,0 0 0,12 21 0,-15-31 0,1 0 0,0 0 0,0 0 0,0-1 0,1 1 0,-1-1 0,0 1 0,1-1 0,0 0 0,0 0 0,-1 0 0,1 0 0,0 0 0,0-1 0,1 1 0,-1-1 0,0 0 0,0 0 0,7 1 0,7 0 0,1-1 0,0-1 0,0-1 0,26-4 0,70-19 0,-103 22 0,-2-1-101,6 0 218,24-9 0,-36 10-224,0 1 0,1 0 0,-1-1 0,-1 1 0,1-1 0,0 0 0,0 0 0,-1 0 0,1-1 0,-1 1 0,0 0 0,1-1 0,2-4 0,-1-2-6719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11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24575,'7'27'0,"3"14"0,2 2 0,-2-3 0,1-4 0,1-6 0,-2-5 0,0-4 0,-2-4 0,0-2 0,-1-4-8191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12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55 24575,'16'-10'0,"0"0"0,20-8 0,-28 15 0,-1 0 0,1 1 0,0-1 0,-1 1 0,1 1 0,0 0 0,13-1 0,-19 2 0,0 0 0,0 1 0,0-1 0,0 0 0,0 0 0,0 1 0,0 0 0,-1-1 0,1 1 0,0 0 0,0 0 0,0 0 0,-1 0 0,1 0 0,0 0 0,-1 0 0,1 0 0,-1 1 0,2 1 0,-1 0 0,-1-1 0,1 1 0,-1 0 0,1 0 0,-1 0 0,0 0 0,0 0 0,0 0 0,-1 1 0,2 5 0,-2 1 0,0-1 0,0 1 0,-1 0 0,0 0 0,-1-1 0,0 1 0,-4 9 0,4-13 0,-1 0 0,0 0 0,0 0 0,-1 0 0,0-1 0,0 0 0,0 0 0,-1 0 0,0 0 0,1 0 0,-2-1 0,1 0 0,0 0 0,-1-1 0,0 1 0,0-1 0,0 0 0,0-1 0,0 1 0,-1-1 0,-6 1 0,6-1 0,0-1 0,1 0 0,-1 0 0,0-1 0,0 0 0,0 0 0,1 0 0,-1-1 0,0 0 0,0 0 0,1-1 0,-1 0 0,1 0 0,-1-1 0,1 1 0,0-1 0,0-1 0,0 1 0,1-1 0,-10-8 0,12 9 0,0 0 0,0-1 0,1 0 0,-1 1 0,1-1 0,0 0 0,1 0 0,-1 0 0,1-1 0,-1 1 0,1 0 0,0 0 0,1-1 0,-1 1 0,1-1 0,0 1 0,0 0 0,0-1 0,1 1 0,1-8 0,-1 7 0,0 0 0,0 1 0,1-1 0,-1 1 0,1-1 0,0 1 0,1 0 0,-1-1 0,1 1 0,0 1 0,0-1 0,0 0 0,0 1 0,1-1 0,-1 1 0,1 0 0,0 0 0,8-4 0,-8 5-124,0 0 0,0 0 0,0 1 0,1-1 0,-1 1 0,1 0-1,-1 1 1,1-1 0,-1 1 0,10 0 0,-2 1-6702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12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5 24575,'3'-1'0,"1"0"0,-1 0 0,0 1 0,1-1 0,-1 1 0,0-1 0,1 1 0,-1 0 0,0 0 0,1 1 0,-1-1 0,1 1 0,-1-1 0,0 1 0,0 0 0,1 0 0,-1 1 0,0-1 0,0 1 0,0-1 0,0 1 0,3 2 0,7 6 0,1 1 0,-1 0 0,11 13 0,-21-20 0,6 4 0,-1 2 0,0-1 0,0 1 0,6 12 0,-12-19 0,0 1 0,0 0 0,-1 0 0,1 0 0,-1 0 0,0 0 0,0 5 0,0-7 0,-1 0 0,0 0 0,0 0 0,0 0 0,-1 0 0,1 0 0,0 0 0,-1 0 0,0 0 0,1 0 0,-1 0 0,0 0 0,0 0 0,0 0 0,-1 1 0,0 0 0,-1-1 0,1 0 0,0 0 0,-1-1 0,1 1 0,-1 0 0,0-1 0,1 0 0,-1 1 0,0-1 0,0 0 0,0-1 0,-5 2 0,-5 0 0,-23 2 0,20-4 0,-1 0 0,1-1 0,0-1 0,-18-4 0,24 3 0,-1 1 0,1-2 0,1 1 0,-1-1 0,0-1 0,1 0 0,-13-9 0,20 13-68,0-1 0,-1 1-1,1-1 1,1 0 0,-1 0 0,0 0-1,0 0 1,1 0 0,-1 0 0,1-1-1,0 1 1,-1-1 0,1 1 0,0 0-1,1-1 1,-1 0 0,0 1 0,1-1-1,-1-4 1,2-5-6758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13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24575,'1'21'0,"2"1"0,0-1 0,2 1 0,6 20 0,-2-10 0,2 5 30,1 0 0,2-1 0,22 43 0,70 93-1515,-97-159-5341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13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24575,'-7'4'0,"1"0"0,0 1 0,0 0 0,1 0 0,-1 0 0,-6 8 0,11-11 0,0 1 0,-1-1 0,1 0 0,0 1 0,0-1 0,1 0 0,-1 1 0,0-1 0,1 1 0,-1-1 0,1 1 0,0-1 0,0 1 0,0 0 0,0-1 0,0 1 0,1-1 0,-1 1 0,1-1 0,0 1 0,-1-1 0,3 4 0,-1-1 0,1-1 0,0 1 0,0 0 0,0-1 0,1 0 0,-1 0 0,1 0 0,0 0 0,0-1 0,0 0 0,1 1 0,-1-1 0,1-1 0,-1 1 0,1-1 0,7 3 0,2 0 0,1-1 0,0 0 0,0-1 0,23 3 0,-30-6 15,-1 0 0,0 0 0,1 0 0,-1-1 0,0 0 0,0 0 0,8-3 0,-11 3-121,0-1 0,0 0 0,0 1 0,-1-1 0,1 0 0,0-1-1,-1 1 1,1-1 0,-1 1 0,0-1 0,0 0 0,0-1 0,3-3 0,0-3-6720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13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24575,'13'27'0,"5"13"0,4 9 0,-1-1 0,-1-3 0,-1-4 0,-2-6 0,-1-5 0,-1-3 0,0 0 0,-4-3 0,0-2 0,-2-4 0,-1-1 0,-1-2 0,-2-1 0,-2 0 0,-1-2-8191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14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24575,'29'7'0,"13"3"0,1 2 0,-4-2 0,-6-1 0,-7-3 0,-5 0 0,-3-1 0,-3-2 0,-1 0 0,-1-4 0,-2-4 0,-3-4 0,-4-3 0,-1-1 0,-2 1-8191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14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24575,'13'27'0,"5"14"0,1 5 0,-1-1 0,-1-3 0,0-6 0,-4-4 0,-2-3 0,1-4 0,-3-1 0,-2-2 0,-1-3 0,0-2 0,1-1 0,-2-1 0,0-3-8191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14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24575,'16'-4'0,"17"-5"0,1 2 0,65-7 0,-90 14 0,0 0 0,0 0 0,0 0 0,-1 1 0,1 1 0,0-1 0,0 1 0,-1 1 0,1 0 0,-1 0 0,0 0 0,0 1 0,0 0 0,-1 1 0,1 0 0,10 9 0,-14-10 0,0 0 0,-1 0 0,0 1 0,1-1 0,-2 1 0,1-1 0,0 1 0,-1 0 0,0 0 0,0 0 0,0 0 0,-1 1 0,0-1 0,0 0 0,0 1 0,-1 8 0,0-5 0,0-1 0,-1 0 0,-1 0 0,1 1 0,-1-1 0,-1 0 0,0-1 0,0 1 0,0 0 0,-5 8 0,-50 87 0,56-99 0,0 0 0,0 1 0,0-1 0,1 1 0,0-1 0,0 1 0,0 0 0,0 6 0,1-9 0,0-1 0,0 1 0,0-1 0,1 0 0,-1 1 0,0-1 0,1 1 0,-1-1 0,0 0 0,1 1 0,0-1 0,-1 0 0,1 1 0,0-1 0,0 0 0,0 0 0,0 0 0,0 0 0,0 0 0,0 0 0,0 0 0,0 0 0,0 0 0,1 0 0,-1-1 0,0 1 0,0 0 0,1-1 0,-1 1 0,1-1 0,0 1 0,12 1 0,-1-1 0,1 0 0,0 0 0,24-3 0,1 0 0,-24 2-113,-5 0-137,-1 0-1,1-1 1,0 0-1,15-3 1,-15 1-6576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14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24575,'27'-2'0,"14"1"0,2 1 0,-3 3 0,-7 1 0,-8 0-8191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16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1 274 24575,'116'-8'0,"-46"1"0,173-7 0,262-19 0,-187 10 0,-7 6 0,-218 10 0,28 0 0,-119 7 0,1 0 0,0 0 0,0 0 0,0 0 0,0 0 0,0-1 0,0 1 0,0-1 0,0 0 0,0 0 0,0 0 0,-1 0 0,4-2 0,-6 3 0,0 0 0,0 0 0,0 0 0,0-1 0,0 1 0,0 0 0,0 0 0,0 0 0,0 0 0,0 0 0,0-1 0,0 1 0,0 0 0,0 0 0,-1 0 0,1 0 0,0 0 0,0-1 0,0 1 0,0 0 0,0 0 0,0 0 0,0 0 0,-1 0 0,1 0 0,0 0 0,0 0 0,0 0 0,0-1 0,-1 1 0,1 0 0,0 0 0,0 0 0,0 0 0,0 0 0,-1 0 0,1 0 0,0 0 0,0 0 0,0 0 0,0 0 0,-1 0 0,1 1 0,-10-3 0,-25-1 0,-1-2 0,1-1 0,-1-2 0,2-1 0,0-2 0,0-2 0,-43-22 0,48 17 0,27 17 0,1 0 0,-1 0 0,1 0 0,-1 0 0,1-1 0,0 1 0,-1 0 0,1-1 0,0 1 0,0-1 0,0 0 0,0 1 0,0-1 0,1 0 0,-2-2 0,2 4 0,0-1 0,0 1 0,0-1 0,1 1 0,-1-1 0,0 1 0,0 0 0,0-1 0,0 1 0,1-1 0,-1 1 0,0 0 0,0-1 0,1 1 0,-1-1 0,0 1 0,1 0 0,-1-1 0,0 1 0,1 0 0,-1 0 0,0-1 0,1 1 0,-1 0 0,1 0 0,-1 0 0,0-1 0,1 1 0,-1 0 0,1 0 0,-1 0 0,1 0 0,-1 0 0,1 0 0,-1 0 0,1 0 0,-1 0 0,0 0 0,2 0 0,19 3 0,-20-3 0,31 9 0,-1 1 0,0 2 0,33 17 0,-50-23 0,26 14 0,0 0 0,-1 3 0,-2 1 0,54 45 0,-87-66 0,-1 0 0,0 0 0,0 0 0,4 7 0,-6-9 0,-1-1 0,0 1 0,1 0 0,-1-1 0,0 1 0,1-1 0,-1 1 0,0 0 0,0-1 0,0 1 0,1 0 0,-1-1 0,0 1 0,0 0 0,0-1 0,0 1 0,0 0 0,0-1 0,0 1 0,-1-1 0,1 1 0,0 0 0,0-1 0,0 1 0,-1 0 0,1-1 0,0 1 0,-1-1 0,1 1 0,0-1 0,-1 1 0,1-1 0,-1 1 0,1-1 0,-1 1 0,1-1 0,-1 1 0,1-1 0,-1 0 0,0 1 0,0-1 0,-10 4 0,0 0 0,0-1 0,-1 0 0,1-1 0,-1 0 0,1-1 0,-23 0 0,-11 2 0,-33 6-1365,59-5-5461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17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320 193 24575,'-8'-17'0,"0"0"0,-1 1 0,-1 0 0,-1 1 0,0 0 0,-1 0 0,-18-17 0,23 27 0,0-1 0,0 1 0,0 0 0,-1 0 0,1 1 0,-1 0 0,-15-5 0,17 7 0,0 1 0,0 0 0,0 0 0,0 0 0,-1 1 0,1 0 0,0 0 0,0 0 0,0 1 0,-1 0 0,1 0 0,-6 3 0,9-3 0,0 0 0,0 0 0,1 0 0,-1 1 0,0-1 0,1 1 0,-1 0 0,1 0 0,-1 0 0,1 0 0,0 0 0,0 0 0,-3 5 0,3-3 0,-1 1 0,1 0 0,-1 0 0,1 0 0,1 0 0,-1 0 0,-1 6 0,1 4 0,1 0 0,0 0 0,1 0 0,2 24 0,3-8 0,1 0 0,1-1 0,1 0 0,2-1 0,1 0 0,1 0 0,26 43 0,-2-13 0,4-2 0,59 68 0,22-1 0,-112-116-1365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17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61 24575,'-30'-10'0,"-11"-3"0,-2 1 0,1 1 0,6 4 0,7 3 0,5 2 0,4 1 0,4 3 0,2 2 0,3-1-8191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18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8 24575,'-5'0'0,"-9"-3"0,0 1 0,0 0 0,0 2 0,-21 0 0,32 0 0,1 0 0,-1 1 0,0-1 0,0 1 0,1-1 0,-1 1 0,0 0 0,1 0 0,-1 0 0,1 1 0,-1-1 0,1 0 0,0 1 0,0 0 0,-1-1 0,1 1 0,0 0 0,0 0 0,1 0 0,-1 0 0,0 1 0,1-1 0,-1 0 0,1 1 0,0-1 0,0 1 0,0-1 0,0 1 0,-1 5 0,2-5 0,-1 0 0,1 0 0,0 0 0,0 0 0,1 0 0,-1 0 0,1 0 0,-1 0 0,1 0 0,0 0 0,0 0 0,0-1 0,1 1 0,-1 0 0,1-1 0,-1 1 0,1-1 0,0 1 0,0-1 0,0 0 0,0 0 0,3 3 0,6 4 0,1-1 0,0 0 0,19 9 0,-8-4 0,-2-2 0,15 9 0,-34-18 0,1-1 0,-1 1 0,0 0 0,0 0 0,0 0 0,0 0 0,0 0 0,0 0 0,0 1 0,2 3 0,-4-5 0,0 0 0,0 0 0,0 0 0,0 0 0,0 0 0,0 0 0,0 0 0,0 0 0,0 0 0,0 1 0,0-1 0,-1 0 0,1-1 0,0 1 0,-1 0 0,1 0 0,-1 0 0,1 0 0,-1 0 0,1 0 0,-1 0 0,1-1 0,-1 1 0,0 0 0,0 0 0,1-1 0,-1 1 0,0 0 0,0-1 0,0 1 0,0-1 0,0 0 0,-1 1 0,-5 3 0,1-2 0,-1 1 0,-10 2 0,-5-1-49,0-1 0,0 0 0,-1-2 0,-35-2 1,23 0-1073,18 1-5705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18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24575,'-1'-4'0,"2"1"0,-1 0 0,0 0 0,1 0 0,-1 0 0,1 0 0,0 0 0,0 0 0,0 0 0,0 0 0,0 0 0,1 1 0,3-6 0,-4 7 0,1-1 0,0 1 0,-1-1 0,1 1 0,0 0 0,0 0 0,-1-1 0,1 1 0,0 1 0,0-1 0,0 0 0,0 0 0,1 1 0,-1-1 0,0 1 0,0 0 0,0 0 0,0-1 0,0 2 0,5-1 0,4 2 0,0 0 0,0 1 0,-1 0 0,1 1 0,0 0 0,-1 1 0,0 0 0,0 0 0,11 9 0,4 4 0,-2 0 0,28 29 0,-49-45 0,1 1 0,-1 0 0,1 0 0,-1 0 0,0 0 0,0 0 0,0 1 0,0-1 0,-1 0 0,0 1 0,1 0 0,-1-1 0,0 1 0,0 6 0,-1-7 0,0 0 0,0-1 0,0 1 0,-1 0 0,1-1 0,-1 1 0,0 0 0,0-1 0,0 1 0,0-1 0,0 0 0,0 1 0,-1-1 0,1 0 0,-1 1 0,1-1 0,-1 0 0,0 0 0,0-1 0,0 1 0,-4 2 0,3-1 0,-1-1 0,0 1 0,0 1 0,0-1 0,-3 5 0,6-8 0,1 1 0,0-1 0,-1 0 0,1 1 0,0-1 0,0 1 0,0-1 0,-1 0 0,1 1 0,0-1 0,0 1 0,0-1 0,0 1 0,0-1 0,0 1 0,0-1 0,0 1 0,0-1 0,0 0 0,0 1 0,0-1 0,0 1 0,0 0 0,1 0 0,-1-1 0,1 1 0,-1-1 0,1 1 0,0-1 0,-1 0 0,1 1 0,-1-1 0,1 0 0,0 1 0,-1-1 0,1 0 0,0 0 0,-1 1 0,1-1 0,0 0 0,0 0 0,0 0 0,14 2 0,0-1 0,0 0 0,29-4 0,45-10 0,-68 9 0,50-6-1365,-54 8-5461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20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9 24575,'-83'1'0,"-92"-2"0,136-4-1365,22 1-5461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21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41 24575,'-27'-9'0,"-12"-5"0,-1 4 0,4 4 0,5 4 0,6 6 0,4 2 0,6 0-8191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22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24575,'0'14'0,"2"1"0,0-1 0,0 1 0,2-1 0,0 0 0,9 23 0,44 78 0,-50-101 0,6 11-77,28 46-1211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22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24575,'6'-8'0,"1"1"0,0 0 0,0 0 0,1 0 0,0 1 0,0 0 0,1 1 0,14-8 0,-19 11 0,1 0 0,-1 1 0,0-1 0,1 1 0,-1 0 0,0 0 0,1 1 0,0-1 0,-1 1 0,1 0 0,-1 0 0,1 0 0,-1 1 0,1-1 0,-1 1 0,1 0 0,-1 1 0,0-1 0,1 1 0,-1 0 0,6 3 0,-7-2 0,1-1 0,-1 1 0,0 0 0,0-1 0,0 1 0,0 0 0,-1 1 0,1-1 0,-1 0 0,0 1 0,0 0 0,0-1 0,2 8 0,-2-5 0,-1 0 0,0 0 0,0 0 0,0 1 0,-1-1 0,0 0 0,0 0 0,-2 9 0,-1-1 0,0 0 0,-1 0 0,0 0 0,-2-1 0,1 0 0,-2 0 0,-8 14 0,7-15 0,-13 23 0,20-33 0,0 0 0,0 1 0,0-1 0,0 0 0,0 1 0,1-1 0,-1 0 0,1 1 0,0-1 0,0 1 0,0-1 0,0 1 0,0 2 0,1-4 0,0 0 0,-1 1 0,1-1 0,0 0 0,0 0 0,0 0 0,0 0 0,0 0 0,0 0 0,0 0 0,0 0 0,0 0 0,0 0 0,0 0 0,1-1 0,-1 1 0,0-1 0,1 1 0,-1-1 0,3 1 0,32 7 0,-29-7 0,1-1 14,0 1-1,0-1 0,0 0 0,0-1 1,0 0-1,0 0 0,0-1 1,9-3-1,-3 0-384,0 0-1,-1-1 1,21-12 0,-25 12-6455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23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24575,'1'25'0,"0"0"0,2 0 0,1-1 0,1 1 0,1-1 0,1 0 0,1 0 0,1-1 0,18 33 0,1-3-682,35 48-1,-57-91-6143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23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24575,'-5'2'0,"-1"0"0,1 1 0,0 0 0,-1-1 0,1 2 0,1-1 0,-1 0 0,0 1 0,-6 7 0,10-10 0,0 0 0,0 1 0,0-1 0,0 1 0,0-1 0,0 1 0,0-1 0,0 1 0,1-1 0,-1 1 0,0 0 0,1-1 0,0 1 0,-1 0 0,1 0 0,0-1 0,0 1 0,0 0 0,0 0 0,0-1 0,0 1 0,1 0 0,-1 0 0,0-1 0,1 1 0,0 0 0,-1-1 0,1 1 0,0-1 0,0 1 0,0-1 0,0 1 0,0-1 0,2 3 0,3 2 0,1 0 0,-1-1 0,1 0 0,0 0 0,0 0 0,0-1 0,1-1 0,0 1 0,0-1 0,0 0 0,0-1 0,8 2 0,6 0 0,0-1 0,0-1 0,31-1 0,-45-1 17,1 0 0,-1-1 1,1 0-1,-1 0 0,0-1 0,9-3 0,-14 4-85,-1 0 1,1 0-1,-1 0 1,1-1-1,-1 1 1,0-1-1,0 0 1,1 1-1,-1-1 1,0 0-1,-1 0 1,1 0-1,0-1 1,0 1-1,-1 0 1,0-1-1,1 1 1,-1-1-1,0 1 1,0-1-1,1-4 1,0-5-6759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23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24575,'0'0'0,"1"0"0,0 1 0,-1-1 0,1 0 0,0 1 0,-1-1 0,1 0 0,0 1 0,-1-1 0,1 0 0,-1 1 0,1-1 0,-1 1 0,1-1 0,-1 1 0,1 0 0,-1-1 0,1 1 0,-1 1 0,9 15 0,-6-11 0,26 51 0,3-2 0,45 60 0,-41-66-682,48 86-1,-79-126-6143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24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1 317 24575,'277'38'0,"-275"-37"0,0-1 0,1 1 0,-1-1 0,0 0 0,0 0 0,0 0 0,1 0 0,-1 0 0,0 0 0,0-1 0,1 1 0,-1-1 0,0 0 0,0 1 0,0-1 0,0 0 0,0 0 0,4-3 0,-5 3 0,0-1 0,0 1 0,0-1 0,0 1 0,0-1 0,0 0 0,0 0 0,0 1 0,-1-1 0,1 0 0,-1 0 0,1 0 0,-1 0 0,0 0 0,0 0 0,0 1 0,0-1 0,0 0 0,0 0 0,0 0 0,-1 0 0,0-2 0,-5-20 0,-1 0 0,-16-35 0,-7-23 0,24 60 0,2 13 0,2 1 0,-1 0 0,1 0 0,1-1 0,-1 1 0,1-1 0,1 0 0,0-13 0,0 22 0,0-1 0,0 1 0,0 0 0,0 0 0,0 0 0,0 0 0,1 0 0,-1 0 0,0 0 0,0 0 0,0-1 0,0 1 0,0 0 0,0 0 0,0 0 0,0 0 0,0 0 0,0 0 0,0 0 0,1 0 0,-1 0 0,0 0 0,0 0 0,0 0 0,0 0 0,0 0 0,0 0 0,0 0 0,1 0 0,-1 0 0,0 0 0,0 0 0,0 0 0,0 0 0,0 0 0,0 0 0,0 0 0,1 0 0,-1 0 0,0 0 0,0 0 0,0 0 0,0 0 0,0 0 0,0 0 0,0 0 0,0 0 0,1 0 0,-1 0 0,0 0 0,0 0 0,0 0 0,0 1 0,0-1 0,0 0 0,0 0 0,0 0 0,0 0 0,0 0 0,0 0 0,0 0 0,0 1 0,0-1 0,0 0 0,0 0 0,0 0 0,0 0 0,0 0 0,7 10 0,-6-8 0,63 102 0,16 29 0,-59-94 0,24 61 0,-44-97-124,1 1 0,-1-1 0,0 0 0,0 1 0,-1-1 0,1 0-1,-1 1 1,0-1 0,1 1 0,-2 3 0,-1 2-6702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24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24575,'7'-4'0,"73"-36"0,-69 35 0,-1 1 0,1 1 0,0 0 0,0 0 0,19-1 0,-26 4 0,-1-1 0,0 1 0,0 1 0,0-1 0,1 0 0,-1 1 0,0 0 0,0-1 0,0 1 0,0 1 0,0-1 0,0 0 0,0 1 0,0-1 0,-1 1 0,6 4 0,-5-3 0,0 0 0,-1 1 0,1-1 0,0 1 0,-1-1 0,0 1 0,0 0 0,0 0 0,0 0 0,-1 0 0,2 6 0,-1-1 0,-1 0 0,0-1 0,0 1 0,-1 0 0,0 0 0,0 0 0,-1 0 0,0 0 0,-1 0 0,0 0 0,-5 13 0,-2-3 0,-20 32 0,18-33 0,-16 33 0,26-49 0,0 0 0,1 0 0,-1 0 0,0 0 0,1 0 0,0-1 0,-1 1 0,1 0 0,0 0 0,0 0 0,0 0 0,0 0 0,0 0 0,1 0 0,-1 0 0,0 0 0,1 0 0,0 0 0,-1 0 0,1 0 0,2 3 0,-1-3 0,0 1 0,1 0 0,-1-1 0,1 0 0,0 0 0,-1 0 0,1 0 0,0 0 0,0 0 0,1-1 0,-1 0 0,4 2 0,13 3 0,0-1 0,24 3 0,-24-5 0,-15-1-136,1-1-1,0 0 1,0-1-1,0 0 1,0 0-1,0 0 1,0 0-1,0-1 0,8-2 1,-5 0-6690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25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24575,'27'5'0,"14"4"0,2 1 0,-3-2 0,-5-2 0,-4 0 0,-6 0 0,-7-2-8191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25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18 24575,'-27'-5'0,"-12"-2"0,2 4 0,4 1 0,5 1 0,5 2 0,4-1 0,5 1-8191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25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7 24575,'-27'-2'0,"-11"-2"0,-4 4 0,2 1 0,6 2 0,8 2-8191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26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73 24575,'-12'-7'0,"-6"-4"0,-1 0 0,0 1 0,-1 1 0,0 1 0,-22-6 0,39 13 0,0 1 0,-1-1 0,1 1 0,-1-1 0,1 1 0,-1 0 0,1 1 0,-1-1 0,1 0 0,-7 3 0,8-3 0,1 1 0,-1 0 0,1 0 0,-1 0 0,0 0 0,1 0 0,0 0 0,-1 0 0,1 0 0,0 1 0,-1-1 0,1 0 0,0 1 0,0-1 0,0 1 0,0-1 0,1 1 0,-1 0 0,0-1 0,1 1 0,-1 0 0,0 2 0,0 5 0,-1 1 0,2 0 0,-1 0 0,1 1 0,1-1 0,0 0 0,0-1 0,1 1 0,4 14 0,2 1 0,1-1 0,18 35 0,-7-25 0,1 0 0,42 53 0,63 53 0,-67-87-1365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26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23 24575,'-27'-7'0,"-11"0"0,-2 1 0,6 4 0,6 4 0,6 6 0,6 2 0,6 1-8191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27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 24575,'-5'2'0,"0"0"0,0 0 0,0 0 0,0 1 0,0 0 0,0 0 0,1 0 0,0 1 0,-1-1 0,-6 9 0,9-10 0,0 1 0,1-1 0,-1 1 0,1-1 0,-1 1 0,1 0 0,0 0 0,0-1 0,0 1 0,1 0 0,-1 0 0,1 0 0,-1 0 0,1 0 0,0 0 0,0 0 0,0 0 0,1 0 0,-1-1 0,1 1 0,1 5 0,2 3 0,1 1 0,0-1 0,1-1 0,0 1 0,15 18 0,44 42 0,-42-47 0,-14-10 0,-9-14 0,0 1 0,0-1 0,0 1 0,1-1 0,-1 0 0,0 1 0,0-1 0,0 1 0,0-1 0,0 1 0,0-1 0,-1 0 0,1 1 0,0-1 0,0 1 0,0-1 0,0 0 0,0 1 0,-1-1 0,1 1 0,0-1 0,-1 1 0,0 0 0,0 0 0,-1-1 0,1 1 0,0-1 0,0 1 0,0-1 0,0 1 0,-1-1 0,1 0 0,0 0 0,0 0 0,-1 1 0,1-1 0,0 0 0,0 0 0,-1-1 0,1 1 0,-2-1 0,-23-3-79,-45-16 0,43 11-1128,19 6-5619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27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24575,'20'27'0,"8"12"0,3 3 0,0-2 0,-2-4 0,-4-5 0,-6-5 0,-6-5 0,-5-6-8191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27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734 31 24575,'-32'-5'0,"-18"-1"0,-10-1 0,-2 2 0,-1 2 0,3 1 0,5 0 0,6 2 0,5 0 0,2 3 0,3 0 0,4 3 0,0 0 0,1 1 0,4 0 0,5-1 0,6-2-8191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28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24575,'2'11'0,"1"1"0,8 17 0,-4-11 0,23 71 0,-29-87 0,0 0 0,0 0 0,0 0 0,0-1 0,0 1 0,0 0 0,0-1 0,1 1 0,-1-1 0,1 1 0,-1-1 0,1 1 0,0-1 0,-1 0 0,1 0 0,0 0 0,0 0 0,0 0 0,0-1 0,0 1 0,0 0 0,0-1 0,0 1 0,2-1 0,7 1 0,0 0 0,0-1 0,18-2 0,-7 1 0,53-4 0,87-15 0,-151 18-170,0-1-1,0 1 0,0-2 1,0 1-1,0-1 0,-1-1 1,16-9-1,-18 8-6655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28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24575,'7'27'0,"3"11"0,2 2 0,1-3 0,1-6 0,1-6 0,0-4 0,-3-4 0,0-2 0,-3-3-8191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37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26 24575,'0'-21'0,"0"17"0,0 14 0,0 11 0,0 1 0,2 0 0,0 0 0,10 36 0,-8-40 0,0-1 0,-1 1 0,1 27 0,-5 55 0,0-38 0,1-40 0,1 1 0,7 33 0,-6-44 0,4 19 0,-1 0 0,2 54 0,-7-65 0,-1 4 0,1 0 0,1 0 0,1 0 0,2 0 0,5 23 0,-1-21 0,-2 0 0,-1 0 0,-1 0 0,-1 0 0,0 32 0,-5 5 0,3 105 0,6-127 0,-5-34 0,-1 1 0,0-1 0,0 0 0,0 0 0,-1 1 0,0-1 0,0 0 0,-1 1 0,0-1 0,-1 0 0,-1 8 0,-45 138 0,30-86 0,11-45 0,1 0 0,1 0 0,1 1 0,-1 37 0,5 301 0,1-350 0,0 0 0,5 19 0,-4-19 0,0 1 0,1 14 0,-1-7 0,0 0 0,11 36 0,-2-4 0,-10-44 0,14 87 0,-9-51 0,-4-31 0,0 1 0,0 0 0,-1 0 0,-1 0 0,0 0 0,-1 0 0,-3 13 0,-4 18 0,3-20 0,-7 25 0,4-20 0,-9 56 0,4-9 0,5-36 0,-2 46 0,9-68 0,0 0 0,-6 24 0,4-22 0,0 0 0,2 0 0,0 0 0,4 38 0,5-15-1365,-5-30-5461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40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15028 14 24575,'1'1'0,"0"-1"0,0 0 0,0 1 0,0-1 0,0 0 0,0 1 0,0 0 0,0-1 0,0 1 0,0-1 0,-1 1 0,1 0 0,0 0 0,0-1 0,0 2 0,-1-1 0,0-1 0,1 0 0,-1 1 0,0-1 0,0 1 0,0-1 0,0 1 0,0-1 0,0 1 0,0-1 0,0 0 0,0 1 0,0-1 0,0 1 0,0-1 0,0 1 0,-1-1 0,1 1 0,0-1 0,0 0 0,0 1 0,-1-1 0,1 1 0,0-1 0,-2 2 0,0 0 0,1-1 0,-1 1 0,0-1 0,1 0 0,-1 1 0,0-1 0,0 0 0,0 0 0,0 0 0,0-1 0,-4 2 0,-16 2 0,0-1 0,-1-2 0,1 0 0,-31-3 0,7 1 0,28 1 0,-212-9 0,190 5 0,1 2 0,-1 1 0,0 3 0,-41 6 0,34 0 0,-13 3 0,-2-3 0,-63 0 0,46-8 0,-311-14 0,-7-25 0,-99 19 0,190 29 0,-33 12 0,240-15 0,-69 2 0,-23-16 0,1 1 0,120 7 0,-283-9 0,39 3 0,13 1 0,36-3 0,24 1 0,-334-1 0,299 22 0,176-8 0,-173 3 0,-1350-9 0,1417 7 0,14 1 0,-51 0 0,131-2 0,-4-1 0,-155 5 0,113-10 0,-247-1 0,120-14 0,195 11 0,-225-6 0,-415 10 0,567 8 0,13-1 0,-764-6 0,441-2 0,326-7 0,3 1 0,68 6 0,-162 3 0,24 12 0,131-9 0,-130 5 0,-213-11 0,316-6 0,8-1 0,-298 9-1365,378-1-5461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42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24575,'0'36'0,"-1"27"0,11 78 0,19 24-1365,-26-153-5461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43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24575,'6'51'0,"-4"-30"0,0-1 0,1 0 0,1 0 0,13 38 0,-16-56 0,0-1 0,0 1 0,0 0 0,0-1 0,0 1 0,0-1 0,0 1 0,0-1 0,0 0 0,1 0 0,-1 1 0,1-1 0,-1 0 0,1 0 0,-1 0 0,1-1 0,-1 1 0,1 0 0,0 0 0,0-1 0,-1 1 0,1-1 0,0 0 0,0 1 0,0-1 0,-1 0 0,1 0 0,4-1 0,3 0 0,0-1 0,0 0 0,-1 0 0,15-7 0,-5 2 0,-11 5-124,0-1 0,-1 0 0,1 0 0,-1 0 0,0-1 0,0 0-1,0 0 1,-1-1 0,0 0 0,7-7 0,-2 0-6702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44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24575,'8'30'0,"2"12"0,-1 1 0,-2-4 0,-1-7 0,0-8 0,-1-6 0,-2-3 0,-3-5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44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126 161 24575,'-16'-1'0,"-29"-1"0,41 2 0,0 1 0,1-1 0,-1 0 0,0 1 0,0 0 0,0 0 0,1 0 0,-1 1 0,1-1 0,-1 1 0,1 0 0,0 0 0,-5 3 0,7-4 0,0-1 0,0 1 0,1 0 0,-1 0 0,0 0 0,1-1 0,-1 1 0,1 0 0,-1 0 0,1 0 0,-1 0 0,1 0 0,0 0 0,-1 0 0,1 0 0,0 0 0,0 0 0,-1 0 0,1 0 0,0 0 0,0 0 0,1 2 0,-1-1 0,1 0 0,0 0 0,0 0 0,-1 0 0,1 0 0,1 0 0,-1-1 0,0 1 0,0 0 0,1-1 0,1 2 0,2 2 0,1 0 0,0-1 0,0 0 0,0 0 0,11 5 0,-14-8 0,-1 0 0,1 0 0,0 0 0,0-1 0,-1 1 0,1-1 0,0 1 0,0-1 0,0 0 0,0 0 0,-1-1 0,1 1 0,0-1 0,0 1 0,0-1 0,-1 0 0,1 0 0,0 0 0,-1 0 0,1 0 0,-1-1 0,1 1 0,-1-1 0,0 0 0,4-3 0,-3 2 0,1-1 0,-1 0 0,0 0 0,0 0 0,0 0 0,0 0 0,-1-1 0,0 1 0,0-1 0,0 0 0,0 1 0,-1-1 0,2-10 0,-2 6 11,-1-1 0,0 1 0,-1-1 0,0 0 0,0 1 0,-1 0-1,0-1 1,-1 1 0,0 0 0,-6-13 0,7 18-29,0 0-1,0 0 1,-1 0 0,0 1 0,0-1-1,0 1 1,0-1 0,0 1 0,-1 0-1,-5-4 1,6 6-62,0-1-1,0 1 1,0-1 0,0 1 0,0 0-1,0 0 1,-1 1 0,1-1 0,0 1-1,-1-1 1,1 1 0,-1 0 0,1 0-1,0 1 1,-6 0 0,-4 2-6746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44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0 24575,'-51'48'0,"46"-42"0,0-1 0,1 0 0,0 1 0,0 0 0,1 0 0,0 0 0,-6 12 0,9-15 0,0-1 0,-1 1 0,1-1 0,0 1 0,0-1 0,0 0 0,1 1 0,-1-1 0,0 1 0,1-1 0,0 0 0,-1 1 0,1-1 0,0 0 0,0 0 0,1 1 0,-1-1 0,0 0 0,1 0 0,-1 0 0,1-1 0,3 5 0,4 2 0,1 0 0,-1 0 0,14 7 0,-19-12 0,7 4 0,1 0 0,0 0 0,1-2 0,24 10 0,-32-14 0,0 0 0,0 0 0,0 0 0,0-1 0,0 0 0,0 1 0,6-2 0,-8 0 0,0 1 0,0-1 0,0 0 0,0 1 0,-1-1 0,1-1 0,0 1 0,-1 0 0,1-1 0,-1 1 0,0-1 0,1 0 0,2-3 0,-3 3 0,-1 1 0,1-1 0,-1 0 0,1 0 0,-1 0 0,0 0 0,0 0 0,0 0 0,0 0 0,-1 0 0,1 0 0,0 0 0,-1-1 0,0 1 0,1 0 0,-1 0 0,0-4 0,0 2 0,-1 0 0,0 0 0,0 0 0,0 0 0,0 0 0,-1 0 0,1 1 0,-5-8 0,-2 0 0,0 0 0,0 0 0,-1 1 0,-18-16 0,17 17-455,0 1 0,-12-7 0,4 5-6371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46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4 24575,'0'-1'0,"-1"1"0,0 0 0,1-1 0,-1 1 0,1 0 0,-1 0 0,0-1 0,1 1 0,-1 0 0,0 0 0,1 0 0,-1 0 0,0 0 0,1 0 0,-1 0 0,0 0 0,1 0 0,-1 0 0,0 0 0,1 1 0,-1-1 0,1 0 0,-1 0 0,0 1 0,1-1 0,-1 0 0,1 1 0,-1-1 0,0 1 0,0 0 0,0 1 0,0-1 0,0 1 0,0-1 0,1 1 0,-1 0 0,0-1 0,1 1 0,-1 0 0,1-1 0,-1 3 0,0 3 0,1 0 0,0 0 0,0 0 0,2 13 0,3 11-455,-1-1 0,0 56 0,-4-74-6371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47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24575,'6'-2'0,"0"1"0,0 0 0,0 1 0,-1-1 0,1 1 0,0 0 0,0 1 0,0-1 0,0 1 0,0 0 0,0 1 0,-1-1 0,1 1 0,0 1 0,-1-1 0,0 1 0,1-1 0,-1 1 0,0 1 0,6 4 0,-8-5 0,1 0 0,-1 0 0,0 0 0,0 0 0,0 0 0,0 1 0,0 0 0,-1-1 0,1 1 0,-1 0 0,0 0 0,-1 0 0,1 0 0,-1 1 0,1-1 0,-1 0 0,0 1 0,-1-1 0,1 1 0,-1-1 0,0 1 0,0-1 0,0 1 0,-1-1 0,1 1 0,-1-1 0,-2 5 0,0-2 0,0-1 0,0 0 0,-1 0 0,0-1 0,0 1 0,0-1 0,-1 0 0,0 0 0,0 0 0,-9 6 0,-6 7 0,19-18 0,0 1 0,1-1 0,-1 1 0,0 0 0,1-1 0,-1 1 0,1 0 0,-1 0 0,1-1 0,-1 1 0,1 0 0,-1 0 0,1 0 0,0-1 0,-1 1 0,1 0 0,0 0 0,0 0 0,0 0 0,-1 0 0,1 0 0,0 0 0,0 0 0,0-1 0,1 1 0,-1 0 0,0 1 0,1 0 0,0-1 0,0 1 0,0-1 0,0 1 0,0-1 0,1 0 0,-1 0 0,0 0 0,1 0 0,-1 0 0,1 0 0,-1 0 0,3 1 0,4 2 0,1-1 0,-1 0 0,1-1 0,14 3 0,18 2 0,-29-4 0,0 0 0,0-1 0,0-1 0,0 0 0,0-1 0,0 0 0,23-3 0,-34 3-76,1-1 1,-1 1-1,1-1 0,0 1 0,-1-1 0,1 0 0,-1 0 0,0 0 1,1 1-1,-1-1 0,1-1 0,-1 1 0,0 0 0,0 0 1,0 0-1,0-1 0,1 0 0,2-7-6750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47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24575,'0'6'0,"0"0"0,1 0 0,-1-1 0,1 1 0,0 0 0,1 0 0,-1 0 0,1-1 0,0 1 0,1-1 0,-1 1 0,1-1 0,0 0 0,1 0 0,-1 0 0,1-1 0,0 1 0,0-1 0,0 0 0,1 0 0,-1 0 0,1-1 0,9 6 0,-5-4-108,-2 0 168,1 0 1,1-1-1,14 7 1,-21-11-130,0 1 1,0 0 0,1-1 0,-1 0 0,0 1 0,0-1 0,0 0 0,0 0 0,1 0-1,-1 0 1,0-1 0,0 1 0,0-1 0,0 1 0,0-1 0,0 0 0,0 1-1,0-1 1,0 0 0,0-1 0,3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47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24575,'9'30'0,"7"11"0,0 2 0,-1-4 0,-2-6 0,-4-7 0,-3-4 0,-2-5 0,-3-4-8191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48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24575,'0'-21'0,"0"17"0,0 14 0,-1 6 0,1 1 0,1-1 0,1 0 0,0 1 0,1-1 0,9 30 0,-3-24-102,-1-5-319,-2 1 0,8 28 0,-12-33-6405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48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24575,'10'23'0,"3"8"0,2 1 0,1-4 0,0-6 0,-3-8-8191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49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24575,'5'-1'0,"-1"0"0,1 0 0,0 1 0,-1 0 0,1-1 0,0 2 0,0-1 0,-1 1 0,1-1 0,-1 1 0,1 1 0,6 1 0,-8-1 0,0 0 0,0 0 0,0 0 0,0 0 0,0 0 0,-1 1 0,1-1 0,-1 1 0,0-1 0,0 1 0,0 0 0,0 0 0,0 0 0,0 0 0,-1 1 0,0-1 0,2 5 0,-2-4 0,0 0 0,0 0 0,0 0 0,0 0 0,-1 1 0,1-1 0,-1 0 0,0 0 0,0 1 0,-1-1 0,0 0 0,-1 5 0,-1 0 0,0 0 0,-1-1 0,-1 1 0,-6 10 0,10-18 0,0 0 0,0 0 0,0 1 0,1-1 0,-1 1 0,0-1 0,1 1 0,-1-1 0,1 1 0,0-1 0,-1 1 0,1-1 0,0 1 0,0-1 0,0 1 0,0 0 0,0-1 0,0 1 0,1-1 0,-1 1 0,0-1 0,2 4 0,-1-4 0,1 1 0,-1 0 0,1-1 0,-1 1 0,1-1 0,-1 1 0,1-1 0,0 0 0,0 0 0,0 1 0,0-1 0,0-1 0,0 1 0,0 0 0,0 0 0,3 0 0,11 2 0,0-1 0,0-1 0,1 0 0,29-3 0,-10 1 0,-6-2-1365,-17 0-5461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50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45 24575,'-9'-43'0,"9"43"0,0 0 0,0 0 0,0 0 0,0 0 0,0 0 0,0 0 0,0 0 0,0 0 0,0 0 0,0 0 0,0 0 0,0 0 0,0 0 0,0 0 0,0 0 0,-1 0 0,1 0 0,0 0 0,0 0 0,0 0 0,0 0 0,0 0 0,0 0 0,0 0 0,0 0 0,0 0 0,0 0 0,0 0 0,0 0 0,0 0 0,0 0 0,0 0 0,0 0 0,-1 0 0,1 0 0,0 0 0,0 0 0,0 0 0,0 0 0,0 0 0,0 0 0,0 0 0,0 0 0,0 0 0,0 0 0,0 0 0,0 0 0,0 0 0,0-1 0,0 1 0,0 0 0,0 0 0,0 0 0,0 0 0,0 0 0,0 0 0,0 0 0,0 0 0,0 0 0,0 0 0,0 0 0,0 0 0,0 0 0,0 0 0,0-1 0,-2 9 0,0 10 0,2-4 0,1 0 0,1 0 0,0 0 0,0-1 0,1 1 0,7 18 0,38 74 0,-26-60 0,-16-32-1365,-2-1-5461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50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24575,'2'0'0,"13"3"0,0 0 0,0 1 0,0 0 0,27 13 0,-30-8 0,-12-9 0,0 0 0,0 1 0,0-1 0,1 0 0,-1 0 0,0 1 0,0-1 0,0 0 0,0 0 0,0 1 0,0-1 0,0 0 0,0 1 0,0-1 0,0 0 0,0 1 0,0-1 0,0 0 0,0 0 0,0 1 0,0-1 0,0 0 0,0 1 0,-1 0 0,0 1 0,-1-1 0,1 0 0,0 0 0,0 0 0,-1 1 0,1-2 0,-1 1 0,-2 2 0,2-2 0,0 0 0,0 0 0,0 0 0,1 0 0,-1 0 0,0 1 0,1-1 0,-1 1 0,1-1 0,-2 4 0,2-4 0,1 1 0,-1-1 0,1 1 0,0 0 0,-1-1 0,1 1 0,0 0 0,0-1 0,0 1 0,1 0 0,-1-1 0,0 1 0,1-1 0,-1 1 0,1 0 0,-1-1 0,1 1 0,0-1 0,-1 1 0,1-1 0,0 0 0,0 1 0,0-1 0,0 0 0,0 1 0,2 0 0,4 5 0,0-1 0,1 0 0,10 6 0,-14-9 0,21 13 0,-13-10 0,-1 1 0,0 1 0,0 0 0,0 1 0,-1 0 0,13 15 0,-22-23 0,-1 0 0,1 0 0,0 0 0,0 0 0,-1 0 0,1 0 0,-1 0 0,1 0 0,-1 1 0,0-1 0,1 0 0,-1 0 0,0 1 0,0-1 0,1 0 0,-1 0 0,0 1 0,-1-1 0,1 0 0,0 0 0,0 2 0,-1-1 0,0-1 0,0 1 0,0-1 0,0 0 0,0 1 0,0-1 0,0 0 0,0 1 0,0-1 0,-1 0 0,1 0 0,0 0 0,-4 1 0,-3 2 0,-1 0 0,0 0 0,-1-1 0,-12 2 0,17-4 0,-69 18-1365,61-16-5461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51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 24575,'-10'11'0,"-7"8"0,-20 29 0,34-43 0,-1 0 0,1 1 0,0-1 0,1 1 0,-1 0 0,1 0 0,1 0 0,-1 0 0,1 0 0,0 0 0,-1 7 0,3-7 0,0 0 0,0 0 0,0-1 0,1 1 0,-1-1 0,1 1 0,1-1 0,-1 1 0,1-1 0,0 0 0,0 0 0,0-1 0,1 1 0,0-1 0,0 1 0,8 6 0,0-1 0,1 0 0,0-1 0,0 0 0,1-1 0,15 6 0,-28-13 0,1 0 0,-1-1 0,1 1 0,0 0 0,-1-1 0,1 0 0,-1 1 0,1-1 0,0 0 0,-1 0 0,1 0 0,0 0 0,-1 0 0,1 0 0,0 0 0,-1 0 0,1-1 0,0 1 0,-1-1 0,3 0 0,-2 0 0,-1-1 0,0 1 0,0 0 0,0 0 0,0 0 0,0-1 0,0 1 0,0 0 0,-1-1 0,1 1 0,0-1 0,-1 1 0,1-1 0,-1 1 0,0-1 0,1 0 0,-1 1 0,0-1 0,0 1 0,0-1 0,0-3 0,-1 2 6,1-1 0,-1 1-1,0-1 1,0 0 0,0 1-1,0 0 1,0-1 0,-1 1 0,0 0-1,0 0 1,0 0 0,0 0-1,0 0 1,0 0 0,-1 0-1,1 1 1,-1-1 0,0 1 0,0 0-1,-3-3 1,0 2-141,0 0 0,1 0 0,-1 0 0,-1 0 0,1 1 0,0 0 0,0 1 0,-1-1 0,1 1 0,-10 0 0,4 1-6691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53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0 331 24575,'5'-6'0,"0"0"0,1 0 0,0 0 0,0 0 0,0 1 0,1 0 0,0 1 0,0-1 0,0 1 0,0 1 0,10-4 0,1 1 0,1 0 0,1 2 0,28-3 0,14-1 0,65 1 0,-73 8 0,62-2 0,-111 0 0,0 0 0,0 0 0,0-1 0,0 0 0,0 0 0,0 0 0,-1 0 0,1-1 0,0 0 0,7-6 0,16-9 0,-27 17 0,0 1 0,1-1 0,-1 1 0,1-1 0,-1 1 0,1-1 0,-1 1 0,1 0 0,-1 0 0,1 0 0,-1 0 0,1 0 0,-1 0 0,1 0 0,-1 0 0,1 1 0,-1-1 0,1 0 0,-1 1 0,0 0 0,3 0 0,1 3 0,0-1 0,1 1 0,-1 0 0,4 5 0,15 11 0,-18-17 0,1 0 0,-1 0 0,0-1 0,1 0 0,0 0 0,-1-1 0,1 1 0,0-1 0,9 0 0,6-1 0,35-4 0,-30-1 0,-26 5 0,0 0 0,1-1 0,-1 1 0,0-1 0,0 1 0,0-1 0,1 1 0,-1-1 0,0 0 0,0 1 0,0-1 0,0 0 0,0 0 0,0 0 0,0 0 0,0 0 0,1-2 0,-2 3 0,0-1 0,0 0 0,0 1 0,-1-1 0,1 0 0,0 1 0,0-1 0,0 0 0,-1 1 0,1-1 0,0 0 0,-1 1 0,1-1 0,0 0 0,-1 1 0,1-1 0,-1 1 0,1-1 0,-1 1 0,1-1 0,-1 1 0,1 0 0,-1-1 0,0 1 0,1-1 0,-2 1 0,-20-11 0,19 10 0,-22-9 0,-43-17 0,-113-63 0,71 28 0,110 62 0,-1-1 0,1 1 0,-1 0 0,1 0 0,0 0 0,-1-1 0,1 1 0,-1 0 0,1-1 0,0 1 0,-1 0 0,1-1 0,0 1 0,0 0 0,-1-1 0,1 1 0,0-1 0,0 1 0,-1 0 0,1-2 0,7 2 0,17 5 0,26 18 0,81 50 0,40 43 0,-168-115 0,22 16 0,-4-2 0,0 0 0,0 1 0,24 25 0,-43-39 0,-1-1 0,0 1 0,1-1 0,-1 1 0,0-1 0,0 1 0,0 0 0,0 0 0,0 0 0,-1-1 0,1 1 0,0 0 0,-1 0 0,1 0 0,-1 4 0,0-5 0,0 0 0,-1 0 0,1 1 0,-1-1 0,1 0 0,-1 0 0,1 0 0,-1 0 0,0 0 0,0 0 0,1 0 0,-1 0 0,0 0 0,0 0 0,0 0 0,0 0 0,0-1 0,0 1 0,0 0 0,0-1 0,-1 1 0,1-1 0,0 1 0,0-1 0,-2 1 0,-10 3 0,1-1 0,-1 0 0,-1-1 0,-20 0 0,-2 2 0,-67 9-1365,84-9-5461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53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75 24575,'-13'-10'0,"-1"0"0,0 1 0,0 1 0,-1 0 0,0 1 0,0 0 0,-23-6 0,35 12 0,1 1 0,-1-1 0,0 1 0,1 0 0,-1 0 0,1-1 0,-1 2 0,0-1 0,1 0 0,-1 1 0,0-1 0,1 1 0,-1 0 0,1-1 0,-3 3 0,3-2 0,0 0 0,0 1 0,1-1 0,-1 1 0,1-1 0,-1 1 0,1 0 0,-1-1 0,1 1 0,0 0 0,0 0 0,0 0 0,0 0 0,0 0 0,1 0 0,-1 0 0,1 0 0,-1 3 0,-1 5 0,1 1 0,1-1 0,0 0 0,0 0 0,1 0 0,0 0 0,1 1 0,4 12 0,31 79 0,-29-82 0,63 149 0,-46-117 0,37 58 0,-53-98 0,-5-9 0,-5-10 0,-7-16-1365,4 10-5461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54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43 24575,'-17'-7'0,"-8"-3"0,-3 1 0,2 1 0,2 3 0,1 2 0,3 3 0,4 3 0,4 0-8191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55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49 24575,'-14'-8'0,"-4"-2"0,-23-10 0,36 18 0,1 0 0,-1 0 0,0 1 0,0 0 0,0 0 0,-1 0 0,1 1 0,0-1 0,0 1 0,-6 1 0,9-1 0,0 1 0,1-1 0,-1 1 0,0-1 0,0 1 0,0 0 0,1 0 0,-1 0 0,0-1 0,1 2 0,-1-1 0,1 0 0,-1 0 0,1 0 0,-1 1 0,1-1 0,-1 2 0,0 0 0,0 0 0,1 0 0,-1 0 0,1 0 0,0 1 0,0-1 0,0 0 0,0 7 0,0 1 0,0 0 0,2 1 0,-1-1 0,5 20 0,1-10 0,0 1 0,2-2 0,0 1 0,2-1 0,12 20 0,-6-10 0,15 31 0,-2 2 0,32 107 0,-60-165 0,2 6 0,1-1 0,0 1 0,5 10 0,-7-17 0,0-1 0,0 0 0,0 0 0,1 0 0,-1-1 0,1 1 0,-1 0 0,1-1 0,0 0 0,0 1 0,0-1 0,0 0 0,5 1 0,-1 1 17,0-1 0,0-1 1,1 1-1,-1-1 0,1 0 0,9 0 0,-14-2-95,0 1 0,0-1 0,0-1-1,0 1 1,0 0 0,0-1 0,0 0 0,0 0 0,0 1-1,0-2 1,0 1 0,-1 0 0,1-1 0,0 1 0,-1-1-1,0 0 1,1 1 0,3-5 0,1-2-6748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55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24575,'0'13'0,"0"8"0,0 6 0,2 3 0,2-1 0,-1 0 0,2-1 0,0 0 0,1 1 0,1-1 0,0-2 0,0 0 0,1-3 0,-1-2 0,-2-3 0,2-2 0,-2-3-8191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55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0 24575,'-10'2'0,"-19"7"0,27-9 0,1 1 0,-1 0 0,1-1 0,-1 1 0,1 0 0,-1 0 0,1 0 0,0 0 0,-1 0 0,1 1 0,0-1 0,0 0 0,0 1 0,-1 1 0,2-3 0,0 1 0,-1-1 0,1 0 0,0 1 0,0-1 0,0 1 0,0-1 0,0 1 0,0-1 0,0 1 0,1-1 0,-1 1 0,0-1 0,0 1 0,0-1 0,0 1 0,0-1 0,1 1 0,-1-1 0,0 0 0,1 1 0,-1-1 0,0 1 0,0-1 0,1 0 0,-1 1 0,1-1 0,-1 0 0,0 0 0,1 1 0,-1-1 0,1 0 0,-1 0 0,1 1 0,-1-1 0,0 0 0,2 0 0,19 7 0,-19-6 0,22 4 0,43 3 0,-19-4 0,27 2-1365,-61-6-5461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56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24575,'2'2'0,"0"-1"0,0 1 0,0-1 0,0 1 0,-1 0 0,1-1 0,0 1 0,-1 0 0,1 0 0,-1 0 0,2 4 0,11 27 0,-13-29 0,26 77 0,-15-41 0,22 49 0,-17-58 0,-12-21 0,1 0 0,-1 1 0,-1-1 0,5 17 0,-9-21-1365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56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24575,'27'8'0,"11"2"0,2-1 0,-3-2 0,-6-1 0,-6-3 0,-7-4 0,-4-1 0,-4-4 0,-4-2 0,-3-3 0,-3-2 0,0 1-8191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56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24575,'18'52'0,"-3"1"0,-1 1 0,10 89 0,-23-136 0,0 1 0,0 1 0,0 0 0,-1-1 0,0 1 0,-1 0 0,0 0 0,-2 10 0,3-19 2,0 0-1,0 0 1,0 0-1,0 1 1,0-1 0,0 0-1,0 0 1,0 0-1,0 1 1,-1-1-1,1 0 1,0 0-1,0 0 1,0 1 0,0-1-1,0 0 1,0 0-1,0 0 1,-1 0-1,1 1 1,0-1-1,0 0 1,0 0-1,0 0 1,-1 0 0,1 0-1,0 0 1,0 1-1,0-1 1,-1 0-1,1 0 1,0 0-1,0 0 1,0 0 0,-1 0-1,1 0 1,0 0-1,0 0 1,0 0-1,-1 0 1,1 0-1,0 0 1,0 0-1,-1 0 1,1 0 0,0 0-1,0 0 1,0-1-1,-1 1 1,1 0-1,0 0 1,0 0-1,0 0 1,0 0 0,-1 0-1,1-1 1,0 1-1,0 0 1,0 0-1,0 0 1,-1-1-1,-6-12-1390,7 13 1317,-4-10-6754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56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24575,'22'-5'0,"27"-8"0,65-7 0,-110 19 0,0 1 0,1 0 0,-1 0 0,0 0 0,1 0 0,-1 1 0,0 0 0,0-1 0,0 2 0,7 1 0,-9-2 0,0 1 0,0-1 0,0 0 0,-1 0 0,1 1 0,-1-1 0,1 1 0,-1-1 0,1 1 0,-1-1 0,0 1 0,0 0 0,0 0 0,0 0 0,0 0 0,0 0 0,-1 0 0,1 0 0,0 0 0,-1 0 0,0 0 0,1 0 0,-1 3 0,0 12 0,-1 0 0,0 0 0,-2 0 0,0 0 0,-9 30 0,4-16 0,6-27 0,1 1 0,0 0 0,1 0 0,-1 0 0,1 0 0,0 0 0,0 0 0,1 0 0,-1 0 0,1 0 0,3 8 0,-3-9 0,1-1 0,-1 0 0,1 0 0,0 1 0,0-1 0,1 0 0,-1-1 0,1 1 0,-1 0 0,1-1 0,0 1 0,0-1 0,0 0 0,0 0 0,0 0 0,5 2 0,4 1 0,1 0 0,-1-1 0,1 0 0,0 0 0,1-2 0,-1 0 0,0 0 0,1-1 0,18-1 0,-28-1-136,-1 1-1,1-1 1,0 0-1,-1 0 1,1 0-1,-1-1 1,0 1-1,1-1 0,3-3 1,2-1-6690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57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24575,'29'5'0,"13"1"0,4 1 0,-4-2 0,-4-2 0,-6-1 0,-6 0 0,-2-2 0,-3 0 0,-5 0-8191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57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24575,'30'2'0,"-10"-1"0,-1 1 0,1 0 0,-1 2 0,33 9 0,-50-12 0,0 0 0,0 0 0,0 0 0,0 0 0,0 1 0,0-1 0,-1 0 0,1 1 0,0-1 0,-1 1 0,1 0 0,-1 0 0,1-1 0,-1 1 0,0 0 0,0 0 0,0 0 0,0 0 0,0 1 0,0-1 0,-1 0 0,1 0 0,0 4 0,-1 3 0,1 1 0,-1-1 0,-1 1 0,-2 13 0,0 10 0,2 1 0,2 0 0,2 1 0,1-1 0,2 0 0,1-1 0,19 56 0,-21-74 0,23 74 0,-26-77 0,1 0 0,-2 0 0,1 1 0,-2-1 0,-1 19 0,1-29 0,0 1 0,-1 0 0,1-1 0,-1 1 0,0-1 0,0 1 0,0-1 0,0 1 0,0-1 0,0 0 0,-1 1 0,1-1 0,-1 0 0,0 0 0,1 0 0,-1 0 0,0-1 0,0 1 0,-1 0 0,1-1 0,0 1 0,0-1 0,-1 0 0,1 0 0,-1 0 0,1 0 0,-1 0 0,1 0 0,-5 0 0,-7 1 0,0-1 0,0 0 0,0 0 0,-21-4 0,9 2 0,3 0-1365,5 1-5461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59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 24575,'-1'0'0,"-1"0"0,1 0 0,-1 0 0,0 0 0,1 0 0,-1 0 0,1 1 0,-1-1 0,1 0 0,-1 1 0,1-1 0,-1 1 0,1-1 0,-1 1 0,1 0 0,0 0 0,-1 0 0,1 0 0,0 0 0,0 0 0,0 0 0,0 0 0,0 0 0,0 0 0,0 1 0,0-1 0,0 0 0,0 1 0,1-1 0,-1 0 0,1 1 0,-1-1 0,1 1 0,-1-1 0,1 1 0,0-1 0,0 1 0,0 0 0,0-1 0,0 1 0,0 2 0,3 13 0,0-1 0,1 1 0,1-1 0,1 0 0,10 21 0,11 35 0,-21-44-1365,-5-16-5461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2:59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24575,'-18'2'0,"-7"4"0,-2 0 0,0 0 0,6 1 0,3-1 0,3-1 0,3-2-8191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00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24575,'7'22'0,"5"9"0,3 3 0,-1-2 0,0-5 0,-4-4 0,1-6 0,-3-3 0,-2-2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00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24575,'9'2'0,"0"0"0,0 0 0,0 1 0,0 0 0,0 1 0,-1-1 0,0 2 0,10 5 0,-16-8 0,1 0 0,-1-1 0,0 1 0,1 0 0,-1 1 0,0-1 0,0 0 0,0 1 0,-1-1 0,1 1 0,-1-1 0,1 1 0,-1 0 0,0-1 0,0 1 0,0 0 0,0 0 0,-1 0 0,1 0 0,-1 0 0,0 0 0,1 0 0,-1 0 0,-1 0 0,1 0 0,0 0 0,-1 0 0,0 0 0,0 3 0,-2 1 0,0 1 0,0-1 0,-1 0 0,0 0 0,0-1 0,-1 1 0,-9 10 0,-4 1 0,-21 17 0,31-28 0,6-6 0,1 0 0,0 0 0,0-1 0,0 1 0,0 0 0,0 0 0,0 0 0,1 0 0,-1 1 0,0-1 0,0 0 0,1 0 0,-1 0 0,1 1 0,-1-1 0,1 0 0,-1 0 0,1 1 0,0-1 0,0 0 0,0 1 0,0-1 0,0 0 0,0 3 0,0-3 0,1 0 0,0 0 0,0 0 0,0 0 0,-1 0 0,1 0 0,0 0 0,0 0 0,0 0 0,1 0 0,-1-1 0,0 1 0,0 0 0,0-1 0,1 1 0,-1 0 0,0-1 0,0 0 0,1 1 0,-1-1 0,0 0 0,1 0 0,-1 0 0,2 0 0,215 15-1365,-204-15-5461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01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42 24575,'-3'-3'0,"-1"0"0,0 0 0,0 0 0,0 1 0,0 0 0,-7-3 0,6 3 0,1-1 0,-1 1 0,-8-6 0,12 7 0,1 0 0,-1 1 0,0-1 0,1 1 0,-1 0 0,0-1 0,0 1 0,0 0 0,1-1 0,-1 1 0,0 0 0,0 0 0,0 0 0,0-1 0,0 1 0,1 0 0,-1 0 0,0 1 0,0-1 0,0 0 0,0 0 0,0 0 0,1 0 0,-1 1 0,0-1 0,0 0 0,0 1 0,1-1 0,-1 1 0,0-1 0,0 1 0,1-1 0,-1 1 0,0-1 0,1 1 0,-1 0 0,1-1 0,-1 1 0,1 0 0,-1 0 0,1-1 0,0 1 0,-1 1 0,-3 5 0,0 1 0,1 0 0,-5 13 0,5-10 0,1-7 0,0 1 0,0-1 0,1 1 0,0-1 0,0 1 0,0 0 0,1 0 0,-1-1 0,1 1 0,0 0 0,1 0 0,-1 0 0,1-1 0,0 1 0,0 0 0,0-1 0,1 1 0,0-1 0,-1 1 0,2-1 0,4 8 0,0 0-1365,-1-2-5461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02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 24575,'-30'0'0,"-11"0"0,-2 0 0,4 0 0,6 2 0,7 1 0,4 0 0,5 0 0,4-1-8191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03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10 24575,'-1'0'0,"1"0"0,0 0 0,0 0 0,0 0 0,-1-1 0,1 1 0,0 0 0,0 0 0,0 0 0,0 0 0,0-1 0,-1 1 0,1 0 0,0 0 0,0 0 0,0-1 0,0 1 0,0 0 0,0 0 0,0 0 0,0-1 0,0 1 0,0 0 0,0 0 0,0 0 0,0-1 0,0 1 0,0 0 0,0 0 0,0-1 0,0 1 0,0 0 0,0 0 0,0 0 0,0-1 0,0 1 0,9-3 0,12 5 0,-9 0 0,0 1 0,-1 0 0,1 1 0,-1 0 0,1 0 0,-1 2 0,-1-1 0,1 1 0,-1 1 0,0 0 0,12 12 0,-20-17 0,0 0 0,0 1 0,0-1 0,0 1 0,-1-1 0,1 1 0,-1 0 0,0 0 0,0 0 0,0 0 0,0 0 0,0 0 0,0 0 0,-1 0 0,0 0 0,1 0 0,-1 0 0,-1 0 0,1 0 0,0 0 0,-1 0 0,1 0 0,-2 5 0,0-2 0,-1 1 0,1 0 0,-1-1 0,-1 0 0,1 1 0,-1-1 0,0-1 0,0 1 0,-6 6 0,-69 58 0,46-41 0,31-29 0,1 1 0,0 0 0,0 0 0,0 0 0,0 0 0,0 0 0,0 1 0,0-1 0,0 0 0,0 0 0,0 1 0,1-1 0,-1 0 0,1 1 0,-1-1 0,1 1 0,-1-1 0,1 0 0,0 1 0,0-1 0,0 1 0,-1-1 0,2 1 0,-1-1 0,0 1 0,0-1 0,0 1 0,1 2 0,1-2 0,-1 1 0,1-1 0,-1 0 0,1 1 0,0-1 0,0 0 0,0 0 0,0 0 0,1-1 0,-1 1 0,0 0 0,1-1 0,-1 1 0,4 0 0,11 4 0,-1 0 0,1-1 0,0-1 0,32 3 0,-45-7 0,1 1-76,1 0 1,-1-1-1,1 0 0,-1 0 0,0 0 0,1-1 0,-1 0 0,1 0 1,-1 0-1,0-1 0,0 1 0,0-1 0,0 0 0,0-1 1,0 1-1,-1-1 0,8-5 0,0-2-6750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04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24575,'0'0'0,"0"0"0,0 0 0,-1 0 0,1 0 0,0 0 0,0 0 0,-1 0 0,1 0 0,0 0 0,0 0 0,0 1 0,-1-1 0,1 0 0,0 0 0,0 0 0,0 0 0,-1 0 0,1 0 0,0 0 0,0 0 0,0 1 0,0-1 0,-1 0 0,1 0 0,0 0 0,0 0 0,0 1 0,0-1 0,0 0 0,0 0 0,0 0 0,-1 1 0,1-1 0,0 0 0,0 0 0,0 0 0,0 1 0,3 9 0,10 9 0,-13-19 0,6 7 0,-1-1 0,1 0 0,0 0 0,1-1 0,-1 0 0,1 0 0,0-1 0,15 8 0,-16-10 0,-1 0 0,1 0 0,-1 0 0,1 0 0,0-1 0,0 0 0,0 0 0,-1-1 0,1 1 0,0-1 0,0-1 0,0 1 0,9-3 0,-14 3-80,1 0 0,0-1-1,-1 0 1,1 1 0,0-1-1,-1 0 1,1 0 0,-1 0-1,1 0 1,-1 0 0,0 0 0,1 0-1,-1 0 1,0-1 0,0 1-1,2-3 1,1-4-6746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04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24575,'10'29'0,"3"13"0,2 1 0,-2-4 0,-3-6 0,0-7 0,-3-5 0,-2-5-8191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05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3 24575,'-7'-2'0,"-3"1"0,1 4 0,1 3 0,3 4 0,4 2 0,2 1 0,2 2 0,2 0 0,0 0 0,0 0 0,1-2 0,-1-2 0,0 1 0,-2 0 0,-1 0 0,-4-1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05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12 24575,'-29'-3'0,"-13"0"0,-1 0 0,4 0 0,7 4 0,5 1 0,6 1 0,6-1-8191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06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24575,'17'-4'0,"0"1"0,0 0 0,0 2 0,30-1 0,-41 2 0,1 1 0,-1-1 0,0 1 0,0 0 0,0 1 0,0 0 0,0 0 0,0 0 0,-1 0 0,1 1 0,-1 0 0,1 0 0,-1 1 0,0-1 0,0 1 0,6 7 0,-10-11 0,0 1 0,0 0 0,0 0 0,-1 0 0,1 0 0,0 0 0,-1 0 0,1 0 0,0 0 0,-1 0 0,1 0 0,-1 0 0,0 0 0,1 1 0,-1-1 0,0 0 0,1 0 0,-1 0 0,0 1 0,0-1 0,0 0 0,0 0 0,-1 0 0,1 1 0,0-1 0,0 0 0,-1 0 0,1 0 0,0 0 0,-1 1 0,0-1 0,1 0 0,-1 0 0,1 0 0,-1 0 0,0 0 0,0 0 0,0-1 0,1 1 0,-1 0 0,0 0 0,0 0 0,-2 0 0,-4 3 0,0 0 0,-1 0 0,0 0 0,0-1 0,-9 2 0,6-2 0,6-1 0,1-1 0,0 1 0,0-1 0,0 1 0,0 0 0,0 0 0,-4 3 0,7-4 0,0 0 0,1-1 0,-1 1 0,0 0 0,1 0 0,-1-1 0,1 1 0,-1 0 0,1 0 0,-1 0 0,1 0 0,0 0 0,-1 0 0,1 0 0,0 0 0,0 0 0,0 0 0,0 0 0,0 0 0,0 0 0,0 0 0,0 0 0,0 0 0,0 0 0,1 0 0,-1 0 0,0 0 0,0 0 0,1 0 0,-1 0 0,1-1 0,0 3 0,5 5 0,-1 0 0,1 0 0,1-1 0,-1 0 0,1 0 0,0 0 0,14 8 0,-13-9 0,-1 0 0,1 0 0,-1 1 0,0-1 0,-1 2 0,0-1 0,10 16 0,-15-21 0,0-1 0,0 1 0,0-1 0,-1 1 0,1-1 0,0 1 0,-1 0 0,1-1 0,-1 1 0,0 0 0,0 0 0,0-1 0,1 1 0,-2 0 0,1-1 0,0 1 0,0 0 0,0 0 0,-1-1 0,1 1 0,-1 0 0,1-1 0,-1 1 0,0-1 0,0 1 0,0-1 0,0 1 0,0-1 0,0 1 0,0-1 0,0 0 0,0 0 0,-1 0 0,1 1 0,0-1 0,-1 0 0,1-1 0,-1 1 0,1 0 0,-3 0 0,-3 2 0,0 0 0,0-1 0,0 0 0,-1-1 0,1 1 0,-1-1 0,1-1 0,-8 0 0,-96-2-1365,96 2-5461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06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59 24575,'-2'-10'0,"-7"-20"0,8 29 0,1 0 0,-1 0 0,1 0 0,-1-1 0,1 1 0,-1 0 0,0 0 0,0 0 0,1 0 0,-1 0 0,0 0 0,0 0 0,0 0 0,0 1 0,0-1 0,0 0 0,0 1 0,-2-2 0,2 2 0,0 0 0,0 0 0,0 0 0,1 0 0,-1 1 0,0-1 0,0 0 0,0 0 0,0 1 0,1-1 0,-1 0 0,0 1 0,0-1 0,1 1 0,-1-1 0,0 1 0,1-1 0,-1 1 0,0-1 0,1 1 0,-1 0 0,1-1 0,-1 1 0,1 0 0,0-1 0,-1 2 0,-11 24 0,10-21 0,-4 9 0,1 1 0,1 0 0,0 0 0,1 0 0,0 1 0,0 17 0,3-25 0,0 0 0,1 0 0,-1 0 0,1 0 0,1 0 0,0 0 0,0 0 0,0 0 0,1 0 0,0-1 0,1 0 0,0 1 0,6 8 0,-7-13 0,-1 0 0,1 0 0,-1-1 0,1 1 0,0-1 0,0 0 0,0 0 0,1 0 0,-1 0 0,0-1 0,1 1 0,-1-1 0,1 0 0,-1 0 0,1 0 0,0 0 0,-1 0 0,1-1 0,0 0 0,6 0 0,-8 0 0,1-1 0,-1 1 0,0 0 0,1-1 0,-1 0 0,0 0 0,1 1 0,-1-1 0,0 0 0,0-1 0,0 1 0,0 0 0,0-1 0,0 1 0,0-1 0,0 1 0,-1-1 0,1 0 0,-1 0 0,1 0 0,-1 0 0,0 0 0,1 0 0,-1 0 0,0-1 0,-1 1 0,1 0 0,0 0 0,-1-1 0,1 1 0,-1-1 0,1-2 0,-1 4 3,0-1 1,0 1-1,0-1 0,0 0 0,0 1 0,0-1 0,-1 0 0,1 1 1,0-1-1,-1 1 0,0-1 0,1 1 0,-1-1 0,0 1 1,0-1-1,1 1 0,-1 0 0,0-1 0,0 1 0,-1 0 0,1 0 1,0 0-1,0 0 0,-1 0 0,1 0 0,0 0 0,-1 0 0,1 0 1,-1 1-1,1-1 0,-1 0 0,1 1 0,-1-1 0,1 1 1,-1 0-1,0 0 0,-1-1 0,-5 1-215,0-1 0,1 1 0,-1 1-1,0-1 1,0 1 0,-9 3 0,4-1-6614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07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8 24575,'-1'-1'0,"0"0"0,0 1 0,0-1 0,0 0 0,-1 1 0,1-1 0,0 1 0,0-1 0,0 1 0,0-1 0,-1 1 0,1 0 0,0 0 0,0 0 0,-1 0 0,1 0 0,0 0 0,0 0 0,0 0 0,-1 0 0,1 0 0,0 1 0,0-1 0,-1 0 0,0 1 0,1 0 0,0 0 0,0 0 0,0 1 0,0-1 0,0 0 0,0 0 0,0 1 0,1-1 0,-1 0 0,0 1 0,1-1 0,-1 1 0,1-1 0,-1 1 0,1-1 0,0 1 0,0-1 0,0 1 0,0-1 0,0 4 0,1 8 0,0 1 0,2 0 0,0-1 0,5 18 0,5 17 0,-8-24-8,4 23-1349,-8-34-5469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08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15 24575,'-22'-3'0,"-10"0"0,-2 0 0,3 0 0,4 2 0,3-1 0,7 4 0,6 1-8191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09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24575,'-3'8'0,"-4"14"0,-6 27 0,12-42 0,0-1 0,0 0 0,0 1 0,1-1 0,0 1 0,1-1 0,-1 0 0,1 1 0,3 7 0,-3-11 0,0-1 0,0 0 0,0 0 0,0-1 0,0 1 0,1 0 0,-1 0 0,0-1 0,1 1 0,0 0 0,-1-1 0,1 0 0,0 1 0,0-1 0,0 0 0,0 0 0,0 0 0,0 0 0,0 0 0,0-1 0,0 1 0,0-1 0,1 1 0,-1-1 0,0 0 0,0 0 0,4 0 0,0 0 0,0 0 0,0-1 0,0 1 0,0-1 0,0-1 0,0 1 0,-1-1 0,1 0 0,5-3 0,-2 0-227,0 0-1,-1 0 1,1 0-1,-1-1 1,10-10-1,-9 6-6598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09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24575,'0'27'0,"0"11"0,0 2 0,2-4 0,4-5 0,0-5 0,2-8 0,0-4 0,-2-4-8191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09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46 24575,'-43'-19'0,"41"18"0,-1 1 0,0-1 0,0 0 0,1 1 0,-1-1 0,0 1 0,0 0 0,0 0 0,0 0 0,1 0 0,-1 1 0,0-1 0,-5 2 0,7-1 0,0 0 0,-1-1 0,1 1 0,0 0 0,0 0 0,0 0 0,0 0 0,0 0 0,0 0 0,0 0 0,0 0 0,1 0 0,-1 0 0,0 0 0,1 0 0,-1 1 0,0-1 0,1 0 0,0 1 0,-1-1 0,1 0 0,0 1 0,0-1 0,-1 0 0,1 1 0,0-1 0,0 0 0,1 1 0,-1-1 0,0 1 0,0-1 0,1 0 0,-1 1 0,1-1 0,0 2 0,1 2 0,0 0 0,1 1 0,-1-2 0,1 1 0,0 0 0,1-1 0,4 6 0,-5-6 0,1-1 0,0 0 0,-1 0 0,1 0 0,0 0 0,0-1 0,1 1 0,-1-1 0,1 0 0,7 2 0,-11-4 0,1 1 0,0-1 0,-1 0 0,1 0 0,0 0 0,-1 0 0,1 0 0,0 0 0,-1 0 0,1-1 0,-1 1 0,1 0 0,0-1 0,-1 1 0,1-1 0,-1 0 0,1 0 0,-1 1 0,1-1 0,-1 0 0,0 0 0,0 0 0,1-1 0,-1 1 0,0 0 0,0 0 0,0-1 0,0 1 0,0 0 0,0-1 0,-1 1 0,1-1 0,0 1 0,0-3 0,0 0 10,1-1 0,-1 0 0,0 0 0,0 1 0,0-1 0,-1 0 0,1 0 0,-1 0 0,0 0 0,-1 0 0,-1-8 0,1 10-78,1 0 1,-1 0-1,0 1 1,0-1-1,0 1 1,-1-1-1,1 1 1,-1-1-1,1 1 1,-1 0-1,0 0 1,0-1-1,0 1 1,0 1-1,0-1 1,0 0-1,0 0 1,-1 1-1,1-1 1,-1 1-1,-3-2 1,-6 0-6759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10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4 24575,'-2'0'0,"-1"-1"0,1 0 0,0 1 0,-1-1 0,1 1 0,-1 0 0,1 0 0,0 0 0,-1 0 0,1 0 0,-1 1 0,1-1 0,0 1 0,-1-1 0,1 1 0,0 0 0,-1 0 0,1 0 0,0 0 0,0 0 0,0 1 0,0-1 0,0 1 0,0-1 0,1 1 0,-1 0 0,0-1 0,1 1 0,-1 0 0,1 0 0,0 0 0,-1 0 0,1 1 0,0-1 0,1 0 0,-1 0 0,0 1 0,0-1 0,1 0 0,0 1 0,-1-1 0,1 1 0,0 3 0,0 0 0,0 0 0,1 0 0,-1 1 0,1-1 0,0 0 0,1 0 0,0 0 0,-1-1 0,2 1 0,-1 0 0,1-1 0,0 1 0,0-1 0,0 0 0,1 0 0,0 0 0,0-1 0,0 1 0,1-1 0,-1 0 0,1 0 0,0 0 0,0-1 0,1 0 0,-1 0 0,0 0 0,1-1 0,0 1 0,0-1 0,0-1 0,0 1 0,0-1 0,10 1 0,-14-2 0,1 0 0,0 1 0,0-1 0,-1-1 0,1 1 0,0 0 0,0-1 0,-1 1 0,1-1 0,0 0 0,-1 0 0,1 0 0,-1 0 0,1 0 0,-1-1 0,0 1 0,1-1 0,-1 1 0,0-1 0,0 0 0,0 0 0,0 0 0,-1 0 0,4-4 0,-4 3 0,1 0 0,-1 0 0,0 0 0,0 0 0,0 0 0,-1 0 0,1 0 0,-1-1 0,0 1 0,1 0 0,-1 0 0,-1 0 0,1 0 0,0-1 0,-1 1 0,0 0 0,0 0 0,0 0 0,0 0 0,0 0 0,-2-4 0,-1 1-52,0 0 0,-1 1 0,1-1 0,-7-5 0,4 3-1053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38.7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 24575,'3'-8'0,"0"-4"0,0-1-8191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39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1357 24575,'91'-256'0,"-82"236"0,-2 0 0,0 0 0,-2-1 0,0 0 0,2-21 0,-2 11 0,-4 22 0,1 1 0,-1-1 0,-1 0 0,1 1 0,-1-1 0,-1 0 0,0 1 0,-2-13 0,-5-2 0,-13-28 0,15 38 0,0 0 0,1 0 0,0 0 0,1-1 0,1 1 0,0-1 0,-1-21 0,4 15 0,1-1 0,8-39 0,-7 41 0,0 0 0,-1-35 0,-2 36 0,2-1 0,0 1 0,4-22 0,3-12 0,-6 37 0,1 0 0,0-1 0,9-25 0,2 5 0,1 2 0,34-57 0,-46 86-227,-1 1-1,1 0 1,-1-1-1,0 1 1,2-9-1,-1 2-6598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40.5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39 24575,'15'-12'0,"5"-2"0,-2 1-8191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41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485 0 24575,'-40'45'0,"-2"-2"0,-75 59 0,70-63 0,36-27 0,-1 0 0,2 0 0,0 2 0,0-1 0,-9 18 0,6-10 0,-19 25 0,15-26 0,2 0 0,0 1 0,2 1 0,0 0 0,-13 33 0,8-19-1365,13-27-5461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41.8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914 1 24575,'-58'68'0,"-76"99"0,121-151 0,-1 0 0,0-1 0,-20 16 0,-2 2 0,-80 75 0,98-93 0,-1 0 0,-30 18 0,19-14 0,1 0 0,2 2 0,0 1 0,1 1 0,-38 43 0,45-46 0,0-1 0,-28 20 0,0 1 0,36-30-273,0 0 0,1 0 0,1 1 0,-16 24 0,18-24-6553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43.0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2383 24575,'0'-4'0,"1"-1"0,-1 1 0,1 0 0,0 0 0,0 0 0,0 0 0,1 1 0,-1-1 0,1 0 0,0 0 0,0 1 0,0-1 0,4-4 0,4-3 0,0 0 0,18-13 0,-3 1 0,95-81 0,3-2 0,-80 68 0,77-52 0,15-13 0,-117 88 0,326-298 0,-316 282 0,40-56 0,-41 51 0,36-40 0,67-43 0,43-35 0,-120 108 0,24-24 0,-46 41 0,1 1 0,2 1 0,56-34 0,-67 47 0,45-27 0,91-73 0,-152 107 0,1 0 0,-1 0 0,-1-1 0,0 0 0,0 0 0,7-13 0,22-56 0,-21 41 0,-9 27 0,0 0 0,1 0 0,-1 1 0,1 0 0,9-10 0,38-34 0,-34 37 0,43-28 0,-18 14 0,3-1 0,-32 21 0,-1 0 0,1-1 0,-2-1 0,1 0 0,22-25 0,-30 28-115,0 1-198,-1 0 1,0 0-1,6-11 1,-6 8-6514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43.4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24575,'20'5'0,"8"1"0,3 3 0,0 2 0,-2 1 0,-4 2 0,-3 0 0,-4 1 0,-1 2 0,-3 1 0,0 0 0,-2 2 0,-4-1 0,-1 0 0,-1-2 0,-2-3-8191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43.9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24575,'63'40'0,"-1"3"0,58 52 0,-84-58 0,-1 2 0,33 48 0,-19-23 0,95 107 0,-100-124 0,72 60 0,29 5 0,-119-92-1365,-17-12-5461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44.5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24575,'408'297'0,"-385"-278"0,0 1 0,34 39 0,33 53 0,-40-48 0,-28-36 0,-2-3 0,0 0 0,26 23 0,-43-46 0,-1 0 0,0 0 0,0 0 0,-1 0 0,1 0 0,0 1 0,-1-1 0,2 4 0,-3-6 0,0 0 0,0 0 0,0 1 0,0-1 0,0 0 0,0 0 0,0 0 0,-1 0 0,1 0 0,0 0 0,0 1 0,0-1 0,0 0 0,-1 0 0,1 0 0,0 0 0,0 0 0,0 0 0,0 0 0,-1 0 0,1 0 0,0 0 0,0 0 0,0 0 0,-1 0 0,1 0 0,0 0 0,0 0 0,0 0 0,0 0 0,-1 0 0,1 0 0,0 0 0,0 0 0,0 0 0,0 0 0,-1 0 0,1 0 0,0-1 0,0 1 0,0 0 0,-1 0 0,-13-4 0,10 3 0,-16-4 0,12 3 0,1 1 0,0-1 0,0 0 0,0-1 0,0 0 0,0 0 0,1 0 0,-7-5 0,53 26 0,10 13 0,-32-18 0,2-1 0,30 14 0,1-7-19,-33-13-317,0 0-1,0 2 1,31 17-1,-40-18-6489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28.5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35 24575,'-25'-35'0,"65"64"0,64 54 0,84 97 0,-177-171 0,0-1 0,1 0 0,24 11 0,6 3 0,64 54 0,-5-2 0,-18-27 0,-54-32 0,-1 1 0,0 2 0,28 23 0,29 23 0,-53-41 0,45 42 0,39 34 0,-69-62 0,-1 8 0,-2-2 0,-15-18 0,-6-5 0,1-1 0,33 22 0,65 40 0,-57-36 0,12 6 0,91 65 0,-98-53 0,-9-6 0,168 113 0,-194-145 0,43 39 0,-52-42 0,37 22 0,8 7 0,-28-22 0,-31-22 0,-1 1 0,0 0 0,12 11 0,-23-19-12,1 1-33,-1-1-1,0 0 1,0 0 0,1 0 0,-1 1 0,0-1 0,0 0 0,1 0 0,-1 1 0,0-1 0,0 0 0,0 0-1,0 1 1,1-1 0,-1 0 0,0 1 0,0-1 0,0 0 0,0 0 0,0 1 0,0-1 0,0 0 0,0 1-1,0-1 1,0 0 0,0 1 0,0-1 0,0 0 0,0 1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29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807 545 24575,'13'4'0,"0"0"0,0 1 0,0 0 0,-1 1 0,0 0 0,0 1 0,-1 0 0,0 1 0,16 14 0,71 60 0,-85-73 0,-8-10 0,-6-8 0,-1 6 0,1 0 0,-1 0 0,0 0 0,0 0 0,0 0 0,0 0 0,-1 0 0,1 1 0,-4-3 0,-29-22 0,16 14 0,-144-112 0,-318-190 0,445 293 0,-158-87-18,119 69-1329,44 22-5479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29.5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83 24575,'-8'-15'0,"-2"-7"0,4 0 0,1 6 0,3 9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33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3017 36 24575,'0'-2'0,"-1"0"0,0 0 0,0 0 0,1 0 0,-1 1 0,0-1 0,0 0 0,-1 0 0,1 1 0,0-1 0,-1 1 0,1-1 0,-1 1 0,1 0 0,-1-1 0,1 1 0,-1 0 0,0 0 0,0 0 0,0 0 0,1 1 0,-1-1 0,0 0 0,0 1 0,0-1 0,0 1 0,0 0 0,0 0 0,0-1 0,0 1 0,-1 1 0,1-1 0,0 0 0,0 0 0,0 1 0,0-1 0,0 1 0,1 0 0,-1-1 0,0 1 0,0 0 0,0 0 0,-2 2 0,-113 71 0,52-36 0,30-18 0,1 1 0,-63 50 0,65-44 0,-1-1 0,-57 33 0,38-28 0,-172 100 0,-156 71 0,340-179 0,0 1 0,2 2 0,-41 36 0,-34 22 0,82-62 0,-8 6 0,3-2 0,-62 34 0,12-7 0,13-6 0,27-22 0,-52 31 0,26-6 0,53-38 0,-32 30 0,6-5 0,-2-1 0,-51 36 0,28-22 0,-3 3 0,-14 7 0,86-59 0,-59 50 0,35-29 0,-29 19 0,18-14 0,0 2 0,-56 62 0,60-58 0,25-27-195,1-1 0,-1 1 0,1-1 0,-2 0 0,1-1 0,-10 5 0,7-5-6631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34.5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2149 24575,'14'-18'0,"2"0"0,-1 1 0,2 1 0,0 1 0,26-18 0,9-8 0,-44 34 0,16-14 0,31-33 0,-30 26 0,1 1 0,1 1 0,1 2 0,53-36 0,71-46 0,-1-1 0,139-64 0,-246 146 0,56-40 0,-55 36 0,77-37 0,-1 1 0,9-22 0,-77 51 0,113-56 0,-163 90 0,152-81 0,-13-6 0,-55 34 0,-52 31 0,35-31 0,13-10 0,-10 17 0,-26 18 0,75-63 0,-104 76 0,-1 0 0,-1 0 0,21-30 0,-32 39 0,1 1 0,0 1 0,0-1 0,1 1 0,13-10 0,43-23 0,-22 14 0,-11 7 0,-16 10 0,21-16 0,-30 20 0,-1 0 0,0 0 0,0 0 0,-1 0 0,1-1 0,-1 1 0,0-1 0,4-8 0,-2 2 0,7-18 0,-12 27-1365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48.9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1384 1313 24575,'249'210'0,"-224"-189"0,-1 1 0,-1 1 0,20 27 0,-37-45 0,1 1 0,-1-1 0,1 1 0,0-2 0,0 1 0,0-1 0,1 0 0,11 3 0,5 5 0,-43-25 0,0-1 0,-29-27 0,-197-206 0,162 152 0,41 46 0,-2 1 0,-56-46 0,-24-3 0,-119-105 0,114 60 0,123 134 0,-24-29 0,-2 2 0,-2 0 0,-40-31 0,13 18 0,28 20 0,-72-45 0,72 51 0,0 0 0,-33-32 0,48 39 0,-195-184-1365,201 187-5461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49.8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141 154 24575,'-28'-43'0,"19"28"0,-1 0 0,-1 0 0,0 1 0,-19-19 0,27 31 0,-1-1 0,0 1 0,0 0 0,-7-3 0,-4 1 0,38 20 0,34 32 0,-36-30 0,323 312 0,-212-189-154,186 193-429,-39-78 912,-126-123-50,-6 25-143,-42-40-143,-56-68 7,168 159 0,-50-76 0,-115-91 0,-13-10 0,86 55 0,-80-64-1365,-36-17-5461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52.0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1674 0 24575,'-23'6'0,"-164"50"0,176-51 0,0 0 0,0 1 0,1 0 0,0 1 0,0 0 0,1 1 0,-15 14 0,10-8 0,-27 18 0,-79 45 0,-64 43 0,137-88 0,-64 31 0,105-60 0,-148 68 0,136-62 0,-1 1 0,-27 20 0,15-10 0,9-4 0,1 0 0,-21 21 0,21-18 0,-34 25 0,12-13 0,25-17 0,-34 20 0,26-21 0,-1-1 0,0-1 0,-1-1 0,-1-1 0,-52 9 0,73-17 0,2-1 0,1 1 0,-1 0 0,0 1 0,0-1 0,-7 4 0,11-4 0,0 0 0,0 1 0,0-1 0,0 1 0,0-1 0,1 1 0,-1 0 0,0-1 0,1 1 0,-1 0 0,1 0 0,0 0 0,0 0 0,0 1 0,0-1 0,-1 4 0,-2 7-1365,1-1-5461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54.8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1 262 24575,'0'-2'0,"1"0"0,0-1 0,0 1 0,0 0 0,0 0 0,1 0 0,-1 0 0,1 0 0,-1 0 0,1 0 0,0 0 0,-1 1 0,1-1 0,3-1 0,2-3 0,15-13 0,0 1 0,1 1 0,1 2 0,1 0 0,0 1 0,0 2 0,2 0 0,-1 2 0,30-7 0,27-4 0,145-16 0,-119 27-682,121 3-1,-207 7-6143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55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11 24575,'45'-1'0,"-21"0"0,0 0 0,0 2 0,-1 1 0,47 9 0,-67-10 0,-1 0 0,1 0 0,0 0 0,0 0 0,-1 0 0,1 1 0,0-1 0,-1 1 0,1 0 0,-1 0 0,0-1 0,0 2 0,0-1 0,0 0 0,0 0 0,0 1 0,0-1 0,-1 1 0,1-1 0,-1 1 0,0 0 0,0-1 0,0 1 0,0 0 0,0 0 0,-1 0 0,1 0 0,-1 0 0,0 0 0,1 0 0,-2 4 0,1-2 0,-1 1 0,0-1 0,-1 1 0,1-1 0,-1 0 0,0 1 0,0-1 0,-1 0 0,0 0 0,0-1 0,0 1 0,0-1 0,0 1 0,-1-1 0,-8 7 0,5-5 0,-1-1 0,1 0 0,-2 0 0,1-1 0,0 0 0,-1 0 0,1-1 0,-1 0 0,0-1 0,0 0 0,-18 2 0,20-4 0,1 0 0,-1 0 0,1 0 0,-1 0 0,1-1 0,-1-1 0,1 1 0,0-1 0,0 0 0,0 0 0,0 0 0,0-1 0,0 0 0,0-1 0,1 1 0,0-1 0,-10-8 0,12 9 0,1 0 0,-1 0 0,1 0 0,0-1 0,0 1 0,0 0 0,0-1 0,1 1 0,-1-1 0,1 0 0,0 0 0,0 1 0,0-1 0,0 0 0,1 0 0,0 0 0,0 0 0,0 0 0,0 1 0,0-1 0,1 0 0,0 0 0,0 0 0,1-4 0,0 3 0,0 0 0,1 0 0,-1 0 0,1 1 0,0-1 0,0 1 0,0-1 0,1 1 0,0 0 0,0 0 0,0 1 0,0-1 0,0 1 0,1 0 0,-1 0 0,10-4 0,-3 2-110,-6 3-30,-1-1 1,1 1-1,-1 1 1,1-1 0,-1 1-1,1 0 1,0 0-1,9-1 1,-4 4-6687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56.1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41 173 24575,'2'34'0,"-2"-33"0,0 1 0,1-1 0,-1 1 0,0-1 0,1 1 0,-1-1 0,1 1 0,0-1 0,-1 1 0,1-1 0,0 0 0,0 1 0,0-1 0,0 0 0,0 1 0,0-1 0,0 0 0,2 1 0,-3-2 0,1 0 0,-1 0 0,0 0 0,1 0 0,-1 0 0,0 0 0,1 0 0,-1 0 0,0 0 0,1 0 0,-1 0 0,0 0 0,1 0 0,-1 0 0,0-1 0,0 1 0,1 0 0,-1 0 0,0 0 0,1 0 0,-1-1 0,0 1 0,0 0 0,1 0 0,-1-1 0,0 1 0,0 0 0,0 0 0,1-1 0,-1 1 0,0 0 0,0-1 0,0 1 0,0 0 0,0-1 0,0 1 0,1 0 0,-1-1 0,0 1 0,0 0 0,0-1 0,0 1 0,0 0 0,0-1 0,0 1 0,-1-1 0,2-17 0,-4 4 0,-1 1 0,0-1 0,0 1 0,-2 0 0,-9-18 0,6 12 0,-11-29 0,20 47 0,-1 0 0,1-1 0,0 1 0,-1 0 0,1-1 0,0 1 0,0-1 0,0 1 0,0-1 0,0 1 0,0-1 0,0 1 0,0-1 0,1 1 0,-1 0 0,1-1 0,-1 1 0,1 0 0,-1-1 0,2-1 0,-1 2 0,0 0 0,0 0 0,0 1 0,0-1 0,0 0 0,1 0 0,-1 1 0,0-1 0,0 1 0,1-1 0,-1 1 0,0-1 0,1 1 0,-1 0 0,1 0 0,-1 0 0,0-1 0,1 1 0,-1 1 0,0-1 0,3 0 0,12 3-15,-1 1-1,0 0 0,0 1 1,0 1-1,18 9 0,0 0-1255,-11-6-5555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56.6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84 284 24575,'-18'-8'0,"12"9"0,6 0 0,-1-1 0,1 1 0,0-1 0,0 1 0,0-1 0,1 1 0,-1-1 0,0 1 0,0-1 0,0 1 0,0-1 0,0 0 0,0 1 0,1-1 0,-1 1 0,0-1 0,0 1 0,1-1 0,-1 1 0,10 13 0,1-1 0,15 16 0,-10-12 0,9 8 0,1-1 0,35 25 0,-59-48 0,-4-4 0,-8-10 0,-16-15 0,5 7 0,1-2 0,1 0 0,2-1 0,0-1 0,1-1 0,2 0 0,-21-52 0,25 52 0,1 0 0,1-1 0,-6-39 0,14 65 0,0 0 0,0 0 0,0 0 0,0 0 0,0 0 0,0 0 0,0 0 0,0 0 0,0-1 0,0 1 0,0 0 0,1 0 0,-1 0 0,1 0 0,-1 0 0,0 0 0,1 0 0,0-1 0,0 2 0,-1-1 0,1 1 0,-1 0 0,1-1 0,-1 1 0,1 0 0,0 0 0,-1 0 0,1-1 0,-1 1 0,1 0 0,0 0 0,-1 0 0,1 0 0,-1 0 0,1 0 0,0 0 0,-1 0 0,1 0 0,0 0 0,-1 1 0,1-1 0,0 0 0,2 2 0,0-1 0,1 1 0,-1-1 0,0 1 0,-1 0 0,1 0 0,0 1 0,-1-1 0,1 1 0,2 2 0,9 15-682,15 26-1,-21-31-6143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57.0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74 24575,'-16'-9'0,"-3"-2"0,-1 0 0,0 1 0,-1 1 0,0 1 0,-28-6 0,48 13 0,-1 1 0,0 0 0,1 0 0,-1-1 0,1 1 0,-1 0 0,1 1 0,-1-1 0,0 0 0,1 0 0,-1 1 0,1-1 0,-1 0 0,1 1 0,-1 0 0,1-1 0,-1 1 0,1 0 0,0 0 0,-1 0 0,1 0 0,0 0 0,0 0 0,-2 1 0,3 0 0,-1-1 0,0 1 0,0-1 0,1 1 0,-1 0 0,1-1 0,-1 1 0,1 0 0,0 0 0,0-1 0,-1 1 0,1 0 0,0-1 0,1 1 0,-1 0 0,0 0 0,0-1 0,1 1 0,-1 0 0,1-1 0,1 4 0,1 0 0,0 0 0,0-1 0,0 1 0,0-1 0,1 1 0,0-1 0,0 0 0,0-1 0,0 1 0,1-1 0,0 0 0,6 4 0,3 1 0,1-1 0,30 10 0,34 2 0,-54-13 0,49 15 0,-70-19 0,1 0 0,-1 0 0,1 0 0,-1 1 0,0 0 0,8 5 0,-10-6 0,0 1 0,0-1 0,-1 0 0,1 1 0,0-1 0,-1 1 0,0 0 0,1-1 0,-1 1 0,0 0 0,0 0 0,0 5 0,2 5 0,0 0 0,-1 0 0,-1 1 0,0-1 0,-1 1 0,-1-1 0,-3 24 0,3-33 0,0 1 0,0-1 0,0 0 0,-1 1 0,0-1 0,1 0 0,-4 4 0,4-7 0,1 0 0,-1 0 0,0 0 0,0 0 0,0 0 0,0-1 0,1 1 0,-1 0 0,0-1 0,0 1 0,0-1 0,-1 1 0,1-1 0,0 1 0,0-1 0,0 0 0,0 1 0,0-1 0,0 0 0,0 0 0,-1 0 0,1 0 0,0 0 0,0 0 0,0 0 0,0 0 0,-1-1 0,1 1 0,0 0 0,0-1 0,0 1 0,-2-2 0,-4-2 0,0 0 0,0 0 0,0-1 0,0 1 0,1-2 0,-7-6 0,-2-4 0,-15-19 0,10 6-1365,13 16-5461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57.4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24575,'60'69'0,"46"48"0,-104-115 0,0-1 0,-1 1 0,1-1 0,0 1 0,0-1 0,0 0 0,0 1 0,0-1 0,0 0 0,0 0 0,1-1 0,-1 1 0,0 0 0,1-1 0,-1 1 0,0-1 0,3 0 0,-2 0 0,-1-1 0,1 1 0,-1-1 0,1 0 0,-1 0 0,1 0 0,-1 0 0,1 0 0,-1-1 0,0 1 0,0-1 0,0 1 0,0-1 0,4-3 0,3-5 0,13-19 0,-15 19 0,1 0 0,10-10 0,-17 18 2,0 1 0,0 0 0,0 0 0,0 0 0,0 1 0,1-1 0,-1 0 0,0 0 0,0 0 0,1 1 0,-1-1 0,0 1 0,1-1 0,-1 1 0,1 0 0,-1-1 1,0 1-1,1 0 0,-1 0 0,1 0 0,-1 0 0,1 0 0,-1 0 0,1 1 0,-1-1 0,0 0 0,1 1 0,-1-1 0,0 1 0,1-1 0,-1 1 0,0 0 0,1 0 0,-1-1 0,0 1 0,0 0 0,2 2 0,3 4-97,0 0 0,-1 0 0,0 0 0,0 1 0,4 8-1,-1-1-775,-2-6-5955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57.9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24575,'0'2'0,"0"4"0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58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32 24575,'-1'0'0,"-1"0"0,1 0 0,-1 0 0,1 0 0,0 0 0,-1 1 0,1-1 0,-1 0 0,1 1 0,0-1 0,-1 1 0,1-1 0,0 1 0,0 0 0,-1 0 0,1-1 0,0 1 0,-2 2 0,3-2 0,-1 0 0,1 0 0,-1 0 0,1 0 0,-1 0 0,1 0 0,-1 0 0,1 0 0,0 0 0,0 0 0,-1 1 0,1-1 0,0 0 0,0 0 0,0 0 0,0 0 0,1 1 0,-1 0 0,1 1 0,-1 0 0,1 0 0,0-1 0,1 1 0,-1 0 0,0-1 0,1 1 0,0-1 0,-1 1 0,1-1 0,0 0 0,0 1 0,0-1 0,1 0 0,-1-1 0,4 4 0,7 2 0,-1-1 0,1-1 0,-1 0 0,2-1 0,14 4 0,-27-8 0,0 0 0,0 0 0,-1 0 0,1 0 0,0 0 0,0 0 0,-1 0 0,1 0 0,0 0 0,0 0 0,-1-1 0,1 1 0,0 0 0,-1-1 0,1 1 0,0 0 0,-1-1 0,1 1 0,0 0 0,-1-1 0,1 1 0,0-2 0,0 1 0,0-1 0,0 1 0,0-1 0,0 1 0,-1-1 0,1 1 0,-1-1 0,1 1 0,-1-1 0,1-1 0,0-7 0,-1 1 0,1 0 0,-2-10 0,0 9 0,1 7 0,0 0 0,0 0 0,0 0 0,0 0 0,1 0 0,-1 0 0,1 0 0,0 0 0,0 0 0,0 1 0,0-1 0,0 0 0,3-4 0,-2 5 0,-1 1 0,1-1 0,-1 1 0,1 0 0,0-1 0,0 1 0,-1 0 0,1 0 0,0 1 0,0-1 0,0 0 0,0 0 0,0 1 0,0 0 0,0-1 0,0 1 0,0 0 0,1 0 0,-1 0 0,0 0 0,2 0 0,8 3 0,1-1 0,-1 1 0,0 1 0,0 0 0,0 1 0,-1 0 0,0 1 0,12 7 0,-6-3 0,1-1 0,19 7 0,-23-11-1365,-1-2-5461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58.9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8 24575,'-6'-2'0,"1"0"0,-1 1 0,0 0 0,0 0 0,0 1 0,0-1 0,0 1 0,0 1 0,0-1 0,0 1 0,-6 1 0,10-1 0,-1 0 0,1-1 0,0 1 0,0 0 0,0 0 0,0 0 0,1 0 0,-1 0 0,0 1 0,0-1 0,1 1 0,-1-1 0,1 1 0,-1-1 0,1 1 0,-1 0 0,1 0 0,0 0 0,0 0 0,0 0 0,0 0 0,0 0 0,1 0 0,-1 0 0,1 0 0,-1 0 0,1 0 0,0 0 0,0 1 0,0-1 0,0 0 0,0 0 0,0 3 0,1 0 0,1 0 0,-1 0 0,1 0 0,-1 0 0,1 0 0,1-1 0,-1 1 0,1-1 0,-1 1 0,1-1 0,1 0 0,-1 0 0,0 0 0,1-1 0,0 1 0,0-1 0,0 0 0,0 0 0,1 0 0,-1-1 0,1 1 0,9 2 0,-9-3 0,0 0 0,0 0 0,0-1 0,0 0 0,0 0 0,1 0 0,-1 0 0,0-1 0,1 0 0,-1 0 0,0-1 0,0 0 0,1 1 0,-1-2 0,0 1 0,0-1 0,0 1 0,0-1 0,0-1 0,-1 1 0,1-1 0,6-4 0,-5 1 0,-1 0 0,1 0 0,-1-1 0,-1 1 0,1-1 0,-1-1 0,0 1 0,0 0 0,-1-1 0,0 0 0,-1 0 0,1 0 0,1-14 0,-4 21 0,0 1 0,0 0 0,0 0 0,0 0 0,0 0 0,0 0 0,0 0 0,1 0 0,-1 0 0,0-1 0,0 1 0,0 0 0,0 0 0,0 0 0,0 0 0,0 0 0,1 0 0,-1 0 0,0 0 0,0 0 0,0 0 0,0 0 0,0 0 0,0 0 0,1 0 0,-1 0 0,0 0 0,0 0 0,0 0 0,0 0 0,0 0 0,0 0 0,1 0 0,-1 0 0,0 0 0,0 0 0,0 0 0,0 0 0,0 0 0,0 0 0,0 1 0,1-1 0,-1 0 0,0 0 0,0 0 0,0 0 0,0 0 0,0 0 0,0 0 0,0 0 0,0 1 0,0-1 0,0 0 0,0 0 0,0 0 0,0 0 0,0 0 0,0 0 0,1 1 0,8 10 0,-4-5 0,2-1-1365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3:59.3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246 789 24575,'13'-18'0,"-1"-1"0,-1 0 0,-1 0 0,-1-2 0,10-28 0,-15 37 0,-2 1 0,1-1 0,-2 0 0,1 1 0,-2-1 0,1 0 0,-2 0 0,0 0 0,0 0 0,-1 1 0,-6-21 0,-7-8 0,-2 0 0,-39-65 0,47 89 0,-74-121 0,61 106 0,-1 1 0,-33-34 0,36 47 0,19 17 0,1 0 0,0 0 0,-1-1 0,1 1 0,0 0 0,-1 0 0,1 0 0,-1-1 0,1 1 0,-1 0 0,1 0 0,0 0 0,-1 0 0,1 0 0,-1 0 0,1 0 0,-1 0 0,1 0 0,-1 0 0,1 0 0,0 0 0,-1 0 0,1 0 0,-1 0 0,1 0 0,-1 1 0,1-1 0,0 0 0,-1 0 0,1 1 0,-1-1 0,1 0 0,0 0 0,-1 1 0,1-1 0,0 0 0,0 1 0,-1-1 0,1 0 0,0 1 0,0-1 0,-1 1 0,1-1 0,0 0 0,0 1 0,0-1 0,0 1 0,0-1 0,-1 1 0,1-1 0,0 0 0,0 2 0,0 3 0,0-1 0,0 1 0,0 0 0,0 0 0,1 0 0,0 0 0,0 0 0,3 7 0,16 39 0,-18-47 0,16 32 0,2 1 0,43 57 0,60 60 0,121 102-331,-192-205-703,-37-35-5792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00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0 103 24575,'13'-7'0,"-11"5"0,1 1 0,0-1 0,0 1 0,0 0 0,0-1 0,5 0 0,-6 2 0,-1 0 0,1 0 0,0 0 0,0 0 0,0 1 0,-1-1 0,1 0 0,0 1 0,-1 0 0,1-1 0,0 1 0,-1 0 0,1 0 0,-1 0 0,3 1 0,95 76 0,-98-77 0,0 0 0,0 0 0,0-1 0,0 1 0,1 0 0,-1-1 0,0 1 0,0-1 0,0 0 0,1 1 0,-1-1 0,0 0 0,0 0 0,3 1 0,-4-2 0,1 1 0,-1 0 0,1-1 0,-1 1 0,1 0 0,-1-1 0,1 1 0,-1-1 0,1 1 0,-1-1 0,0 1 0,1-1 0,-1 1 0,0-1 0,1 1 0,-1-1 0,0 1 0,0-1 0,1 1 0,-1-1 0,0 0 0,0 1 0,0-1 0,0 0 0,0 1 0,0-1 0,0 1 0,0-1 0,0 0 0,0 1 0,0-1 0,-1 0 0,-2-39 0,1 17 0,1 1 0,2-25 0,-1 46 0,0 0 0,0-1 0,0 1 0,0 0 0,1-1 0,-1 1 0,0 0 0,1 0 0,-1 0 0,1 0 0,0-1 0,-1 1 0,1 0 0,0 0 0,0 0 0,-1 0 0,1 0 0,0 0 0,0 1 0,0-1 0,0 0 0,0 0 0,0 1 0,0-1 0,1 0 0,-1 1 0,0-1 0,0 1 0,0 0 0,1-1 0,-1 1 0,0 0 0,0 0 0,1 0 0,-1 0 0,0 0 0,0 0 0,1 0 0,-1 0 0,0 0 0,2 1 0,6 1 0,0 0 0,0 1 0,-1 0 0,13 7 0,-18-9 0,108 60 0,-78-42 0,-28-15-273,1 0 0,0 1 0,-1-1 0,7 8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01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 24575,'0'-1'0,"0"-1"0,0 1 0,0-1 0,0 1 0,0 0 0,1-1 0,-1 1 0,0 0 0,1-1 0,-1 1 0,1 0 0,-1 0 0,1 0 0,0-1 0,-1 1 0,3-1 0,-3 1 0,1 1 0,0-1 0,0 1 0,-1-1 0,1 1 0,0 0 0,0 0 0,0-1 0,-1 1 0,1 0 0,0 0 0,0 0 0,0 0 0,0 0 0,0 0 0,-1 0 0,1 0 0,0 1 0,0-1 0,0 0 0,0 0 0,-1 1 0,1-1 0,0 0 0,0 1 0,-1-1 0,2 1 0,22 14 0,-1 1 0,31 27 0,-26-20 0,175 122 0,-140-104 0,128 75 0,-62-40 0,-128-75 0,18 9 0,-13-10 0,-11-9 0,-6-3-21,0 0 0,-1 0 0,-16-12 0,6 6-1260,7 5-5545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02.3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49 24575,'0'0'0,"-2"-7"0,0 1 0,-1 0 0,1 0 0,-6-7 0,8 12 0,-1 0 0,1 0 0,-1 1 0,0-1 0,1 0 0,-1 1 0,0-1 0,1 0 0,-1 1 0,0-1 0,0 1 0,1-1 0,-1 1 0,0 0 0,0-1 0,0 1 0,-1-1 0,1 2 0,1-1 0,-1 0 0,0 0 0,0 0 0,0 0 0,0 1 0,1-1 0,-1 0 0,0 1 0,0-1 0,1 1 0,-1-1 0,0 1 0,0-1 0,1 1 0,-1 0 0,1-1 0,-1 1 0,1 0 0,-1-1 0,1 1 0,-1 1 0,-3 5 0,1 0 0,0 1 0,0-1 0,0 1 0,1 0 0,-1 14 0,-1-1 0,-60 331 0,53-278 0,-25 86 0,20-118-1365,10-30-5461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04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47 24575,'-3'-3'0,"1"0"0,0-1 0,-1 1 0,0 0 0,0 0 0,0 1 0,0-1 0,0 1 0,-1-1 0,1 1 0,-1 0 0,1 0 0,-1 1 0,0-1 0,0 1 0,0 0 0,0 0 0,0 0 0,-5-1 0,1 1 0,0 0 0,-1 1 0,1 0 0,0 0 0,0 1 0,0 0 0,0 0 0,-15 5 0,21-6 0,0 1 0,-1 0 0,1 0 0,0 0 0,-1 0 0,1 1 0,0-1 0,0 1 0,0-1 0,0 1 0,0 0 0,1 0 0,-1-1 0,0 1 0,1 1 0,-1-1 0,1 0 0,0 0 0,0 0 0,0 1 0,-1 1 0,1 0 0,1-1 0,0 0 0,0 0 0,0 1 0,0-1 0,0 0 0,0 1 0,1-1 0,0 0 0,-1 0 0,1 0 0,1 0 0,-1 0 0,0 0 0,4 5 0,-2-3 0,0-1 0,0 1 0,1-1 0,0 0 0,0 0 0,0-1 0,5 5 0,36 20 0,-30-19 0,34 19 0,-32-21 0,-2 2 0,1 0 0,23 19 0,-38-27 0,1 1 0,-1-1 0,0 0 0,1 1 0,-1-1 0,0 1 0,0 0 0,0-1 0,0 1 0,1 3 0,-2-4 0,0-1 0,0 1 0,1 0 0,-1 0 0,0 0 0,0 0 0,0 0 0,0 0 0,0 0 0,-1-1 0,1 1 0,0 0 0,0 0 0,-1 0 0,1 0 0,0 0 0,-1 0 0,-1 1 0,0 0 0,0 0 0,0 0 0,0 0 0,0 0 0,0-1 0,0 1 0,0-1 0,-1 1 0,1-1 0,-1 0 0,1 0 0,-6 1 0,-10 3 18,-1-1 1,0 0-1,-30 1 0,-59-4-540,72-2-394,22 1-5910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06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13 24575,'0'-1'0,"0"1"0,0-1 0,0 0 0,0 1 0,0-1 0,0 0 0,0 1 0,0-1 0,0 0 0,0 1 0,-1-1 0,1 0 0,0 1 0,0-1 0,-1 0 0,1 1 0,-1-1 0,1 0 0,-1 1 0,1 0 0,0 0 0,0 0 0,-1 0 0,1 0 0,0 0 0,0 0 0,-1 0 0,1 0 0,0 0 0,0 0 0,-1 1 0,1-1 0,0 0 0,0 0 0,-1 0 0,1 0 0,0 0 0,0 0 0,-1 1 0,1-1 0,0 0 0,0 0 0,0 0 0,-1 0 0,1 1 0,0-1 0,-2 2 0,0 0 0,1 1 0,-1-1 0,1 0 0,0 0 0,0 1 0,-2 3 0,-7 36 0,1-1 0,2 2 0,2-1 0,0 67 0,5-87 0,2-1 0,-1 0 0,2 1 0,7 25 0,-6-34 0,0-1 0,1 0 0,1 1 0,0-1 0,0-1 0,1 0 0,1 1 0,8 9 0,-4-8 24,0 0 0,0-1 0,1 0 0,26 18 0,-32-26-148,1 0 0,-1 0 1,1 0-1,0-1 0,0 0 0,0 0 1,1-1-1,-1 0 0,1-1 0,-1 0 1,15 1-1,-11-3-6702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07.1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4 24575,'0'0'0,"0"-1"0,0 1 0,0 0 0,-1 0 0,1 0 0,0 0 0,0 0 0,0-1 0,0 1 0,0 0 0,0 0 0,-1 0 0,1 0 0,0 0 0,0 0 0,0-1 0,0 1 0,-1 0 0,1 0 0,0 0 0,0 0 0,0 0 0,0 0 0,-1 0 0,1 0 0,0 0 0,0 0 0,0 0 0,-1 0 0,1 0 0,0 0 0,0 0 0,0 0 0,-1 0 0,1 0 0,0 0 0,0 0 0,0 0 0,0 1 0,-1-1 0,0 9 0,4 11 0,2-2 0,1 0 0,1 0 0,15 28 0,35 47 0,-6-10 0,-40-62 0,66 131 0,-75-150 0,-1 1 0,-1-1 0,1 0 0,0 1 0,-1-1 0,1 1 0,-1-1 0,0 1 0,0-1 0,1 1 0,-2-1 0,1 1 0,0-1 0,-1 1 0,1-1 0,-1 0 0,1 1 0,-1-1 0,-2 4 0,2-5 0,0 1 0,-1-1 0,1 1 0,-1-1 0,1 1 0,-1-1 0,1 0 0,-1 0 0,0 0 0,0 0 0,0 0 0,0 0 0,0 0 0,0 0 0,0-1 0,0 1 0,0-1 0,0 0 0,0 1 0,0-1 0,0 0 0,0 0 0,-3-1 0,-3 1 11,0-2 0,1 1 0,-1-1 0,1 0 0,-1 0 0,1-1-1,-1 0 1,1 0 0,0-1 0,-11-7 0,14 8-94,0 0 1,0 0-1,1 0 1,-1-1-1,1 1 1,0-1-1,0 0 1,0 0-1,0 0 1,1-1-1,-1 1 1,1 0-1,0-1 1,1 0-1,-1 1 1,1-1-1,-2-8 1,2 0-6744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07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24575,'3'-4'0,"2"-1"0,2 5 0,1 1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08.2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3 493 24575,'38'-11'0,"-22"7"0,-1-1 0,0 0 0,24-13 0,-38 18 0,0 0 0,-1-1 0,1 1 0,0 0 0,-1-1 0,1 1 0,0-1 0,-1 1 0,1-1 0,-1 0 0,1 1 0,0-1 0,-1 1 0,0-1 0,1 0 0,-1 0 0,1 1 0,-1-1 0,0 0 0,1 0 0,-1 1 0,0-1 0,0 0 0,0-1 0,0 1 0,0 0 0,-1 0 0,1 0 0,0 0 0,-1 0 0,1 0 0,-1 0 0,0 0 0,1 0 0,-1 0 0,0 0 0,1 1 0,-1-1 0,0 0 0,0 1 0,-1-2 0,-5-3 0,-1 1 0,0 0 0,-13-5 0,15 7 0,-1-1 0,-1-1 0,0 0 0,1 0 0,-12-9 0,17 12 0,0-1 0,0 0 0,-1-1 0,2 1 0,-1 0 0,0-1 0,0 1 0,1-1 0,-1 1 0,1-1 0,0 0 0,0 1 0,0-1 0,0 0 0,0 0 0,0-5 0,0-5 0,0 0 0,1 0 0,1-1 0,0 1 0,0 0 0,2 0 0,-1 0 0,2 1 0,0-1 0,7-16 0,3-5 0,-5 14 0,11-24 0,-16 39 0,-1-1 0,1 1 0,-1 0 0,1 0 0,1 0 0,-1 0 0,1 1 0,8-7 0,-11 10 0,0 0 0,0-1 0,0 1 0,0 0 0,0 0 0,1 1 0,-1-1 0,0 0 0,0 1 0,1-1 0,-1 1 0,0-1 0,1 1 0,-1 0 0,0 0 0,1 0 0,-1 1 0,4 0 0,-3 0 0,-1 0 0,1 0 0,0 1 0,0-1 0,-1 1 0,1 0 0,-1 0 0,1 0 0,-1 0 0,0 0 0,0 0 0,3 4 0,1 3 0,0 1 0,-1-1 0,0 1 0,0 1 0,-1-1 0,4 17 0,-5-15 0,0 0 0,0 1 0,-2 0 0,1-1 0,-2 1 0,0 0 0,0 0 0,-1 0 0,-1-1 0,0 1 0,0-1 0,-9 24 0,10-35 0,1 1 0,-1-1 0,1 0 0,0 0 0,-1 0 0,1 1 0,0-1 0,0 0 0,0 0 0,0 1 0,0 1 0,0-3 0,0 1 0,0-1 0,1 0 0,-1 1 0,0-1 0,0 1 0,0-1 0,1 0 0,-1 1 0,0-1 0,1 0 0,-1 1 0,0-1 0,1 0 0,-1 0 0,0 1 0,1-1 0,-1 0 0,0 0 0,1 0 0,-1 1 0,1-1 0,2 0 0,0 1 0,-1-1 0,1 0 0,0 0 0,-1-1 0,1 1 0,0-1 0,-1 1 0,4-2 0,89-18 0,103-10 0,-120 20 0,-63 7-1365,-3 0-5461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08.6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24575,'33'7'0,"0"2"0,-1 0 0,0 2 0,0 2 0,-2 1 0,0 1 0,0 1 0,-1 2 0,51 42 0,-28-14 0,-3 2 0,-1 2 0,75 104 0,-103-127 0,-1 1 0,21 44 0,-35-61 0,0 0 0,-1 0 0,0 0 0,-1 1 0,-1 0 0,1 0 0,-2-1 0,0 1 0,0 0 0,-2 16 0,0-22 8,0 0 0,0 1 0,-1-1 0,0 0 0,0 0 0,0-1 0,-1 1 0,0 0 0,0-1 0,-1 0 0,1 0 0,-1 0 0,0 0 0,-7 5 0,1 0-256,-1-1 1,-1-1-1,1 0 1,-2 0-1,-14 6 1,2-2-6579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09.9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276 501 24575,'-28'-3'0,"8"1"0,1 0 0,-1 1 0,0 1 0,0 1 0,-26 5 0,44-6 0,0 1 0,1-1 0,-1 1 0,0-1 0,0 1 0,0 0 0,1 0 0,-1 0 0,0 0 0,1 0 0,-1 0 0,1 1 0,0-1 0,-1 0 0,-1 4 0,2-4 0,1 0 0,-1 0 0,1 0 0,0 0 0,0 0 0,-1 0 0,1 0 0,0 0 0,0 0 0,0 0 0,0 0 0,0 0 0,0 0 0,0 1 0,1-1 0,-1 0 0,0 0 0,1 0 0,-1 0 0,1 0 0,-1 0 0,1 0 0,-1 0 0,1-1 0,-1 1 0,1 0 0,0 0 0,1 1 0,9 10 0,1-1 0,0-1 0,1 0 0,-1-1 0,2 0 0,21 11 0,-23-14 0,0-1 0,0-1 0,1 0 0,-1 0 0,1-1 0,0-1 0,0 0 0,18 0 0,-29-1 0,0-1 0,0 0 0,0 0 0,-1-1 0,1 1 0,0 0 0,0-1 0,-1 1 0,1-1 0,0 1 0,-1-1 0,1 0 0,0 0 0,-1 0 0,1 0 0,-1 0 0,0 0 0,1 0 0,-1 0 0,0 0 0,2-3 0,-2 2 0,0-1 0,0 1 0,0-1 0,0 1 0,0-1 0,0 0 0,-1 0 0,1 1 0,-1-1 0,0 0 0,0 0 0,0 1 0,-1-5 0,0 1 0,0 1 0,0-1 0,-1 1 0,0 0 0,0-1 0,0 1 0,-1 0 0,0 0 0,0 1 0,0-1 0,0 0 0,-1 1 0,-7-7 0,11 10 0,0 1 0,0 0 0,-1 0 0,1-1 0,-1 1 0,1 0 0,0-1 0,-1 1 0,1 0 0,0 0 0,-1 0 0,1 0 0,-1-1 0,1 1 0,-1 0 0,1 0 0,0 0 0,-1 0 0,1 0 0,-1 0 0,1 0 0,-1 0 0,1 0 0,-1 0 0,1 0 0,0 0 0,-1 1 0,1-1 0,-1 0 0,0 1 0,1-1 0,-1 1 0,1 0 0,-1-1 0,1 1 0,-1 0 0,1 0 0,0-1 0,-1 1 0,1 0 0,0 0 0,-1-1 0,1 1 0,0 1 0,-1 2 0,1 0 0,0 0 0,0 0 0,0 0 0,1 7 0,-1-9 0,1-1 0,-1 1 0,1 0 0,-1 0 0,1 0 0,0-1 0,0 1 0,-1 0 0,1-1 0,0 1 0,1-1 0,-1 1 0,0-1 0,0 0 0,1 1 0,-1-1 0,1 0 0,-1 0 0,1 0 0,-1 0 0,1 0 0,0 0 0,-1 0 0,1-1 0,0 1 0,0-1 0,-1 1 0,1-1 0,0 0 0,0 1 0,0-1 0,3 0 0,5-1 0,0-1 0,0 0 0,0 0 0,0-1 0,10-4 0,8-1 0,-16 5 0,0 0 0,0-1 0,-1 0 0,21-11 0,-28 13 0,-1 0 0,1-1 0,-1 1 0,0-1 0,0 0 0,0 0 0,0 0 0,0 0 0,0 0 0,-1-1 0,0 1 0,0-1 0,0 0 0,0 1 0,0-1 0,-1 0 0,2-8 0,-1-1 0,0 0 0,-1 1 0,-1-1 0,0 0 0,-1 0 0,-1 1 0,0-1 0,0 0 0,-1 1 0,-1 0 0,0 0 0,0 0 0,-2 0 0,1 0 0,-13-18 0,-1 3 0,-1 1 0,-1 1 0,-2 0 0,-46-39 0,48 46 0,1 2 0,-31-18 0,42 29 0,1 1 0,-1-1 0,0 2 0,0-1 0,0 1 0,-1 1 0,1 0 0,-1 0 0,-16-1 0,21 4 0,0-1 0,0 1 0,0-1 0,0 1 0,0 1 0,0-1 0,0 1 0,0 0 0,1 0 0,-1 0 0,0 1 0,1 0 0,0-1 0,0 2 0,0-1 0,0 0 0,0 1 0,1 0 0,-1 0 0,1 0 0,-3 5 0,-5 9 0,0 1 0,2 0 0,-13 35 0,16-38 0,1-4-455,1 1 0,-5 26 0,7-21-6371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10.6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295 78 24575,'-14'-7'0,"-74"-35"0,73 36 0,-1 0 0,0 2 0,-28-6 0,41 9 0,0 1 0,0-1 0,-1 1 0,1 0 0,0 0 0,0 0 0,0 0 0,0 0 0,0 1 0,-1-1 0,1 1 0,0 0 0,0 0 0,0 0 0,1 1 0,-1-1 0,0 1 0,0-1 0,1 1 0,-1 0 0,1 0 0,-1 0 0,1 0 0,0 1 0,0-1 0,0 1 0,0-1 0,0 1 0,1 0 0,-1-1 0,1 1 0,-1 0 0,1 0 0,0 0 0,1 0 0,-2 4 0,-2 9 0,1 0 0,1 1 0,1 0 0,0-1 0,1 1 0,0 0 0,5 21 0,-1-14 0,2 0 0,0-1 0,2 0 0,14 31 0,9 4 0,3-1 0,70 90 0,-103-145-12,22 29 79,53 56 0,-68-80-182,0 0 1,0 0-1,1-1 1,-1 0 0,1 0-1,0-1 1,1 0 0,-1-1-1,1 0 1,0 0 0,0-1-1,14 2 1,-9-3-6712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10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75 24575,'-27'-9'0,"-13"-7"0,-4 0 0,5 3 0,5 4 0,7 2 0,5 4 0,5 1 0,4 5 0,2 0 0,3 3 0,1 1 0,1 1 0,2 2 0,3-1 0,3 0 0,3-1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11.1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0 24575,'-14'2'0,"0"-1"0,0 0 0,1 1 0,0 1 0,-1 0 0,-16 7 0,27-9 0,1 0 0,0 0 0,-1 1 0,1-1 0,0 1 0,0-1 0,0 1 0,0 0 0,0 0 0,0-1 0,0 1 0,1 1 0,-1-1 0,1 0 0,-1 0 0,1 0 0,0 1 0,0-1 0,0 1 0,0-1 0,1 1 0,-1-1 0,0 1 0,1 0 0,0-1 0,0 1 0,0-1 0,0 1 0,0 0 0,0-1 0,1 1 0,-1 0 0,1-1 0,1 4 0,0-1 0,-1 1 0,2 0 0,-1-1 0,1 1 0,0-1 0,0 0 0,0 0 0,1 0 0,0 0 0,7 6 0,2 1 0,1-1 0,19 12 0,10 7 0,-43-30 0,1 0 0,-1 0 0,0 0 0,1 1 0,-1-1 0,0 0 0,0 0 0,1 0 0,-1 1 0,0-1 0,1 0 0,-1 1 0,0-1 0,0 0 0,0 0 0,1 1 0,-1-1 0,0 0 0,0 1 0,0-1 0,0 0 0,0 1 0,0-1 0,1 1 0,-1-1 0,0 0 0,0 1 0,0-1 0,0 0 0,0 1 0,-1-1 0,1 1 0,0-1 0,0 1 0,-1 0 0,1-1 0,-1 1 0,0-1 0,0 1 0,0-1 0,1 1 0,-1-1 0,0 1 0,0-1 0,0 0 0,0 0 0,-2 1 0,-31 2 0,33-3 0,-43 0-1365,23 0-5461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11.6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1 24575,'-27'5'0,"-14"1"0,-2 0 0,3-1 0,7-1 0,6-2 0,5-1 0,4 0 0,3-4 0,3-3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11.8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280 14 24575,'-30'-3'0,"-12"0"0,-3 0 0,3 0 0,6 2 0,7 2 0,6 2 0,4 0 0,6 2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12.3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24575,'8'23'0,"-2"0"0,5 24 0,-5-21 0,8 28 0,-12-50 0,-1 0 0,1 0 0,-1 0 0,1 0 0,0 0 0,0 0 0,1-1 0,-1 1 0,1-1 0,0 1 0,0-1 0,0 0 0,0 0 0,0-1 0,1 1 0,-1-1 0,1 1 0,0-1 0,0 0 0,0 0 0,0-1 0,0 1 0,0-1 0,0 0 0,0 0 0,1-1 0,-1 1 0,8-1 0,26 1 0,41-5 0,-63 3 0,1-2 0,0 0 0,-1-1 0,31-12 0,-33 9-1365,-4-1-5461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12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24575,'10'30'0,"6"11"0,2 2 0,1-4 0,-1-6 0,0-7 0,-4-4 0,-2-5 0,-2-1 0,-1-3 0,-2 1 0,0-1 0,0-2-8191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13.0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225 143 24575,'-6'-3'0,"-74"-39"0,73 39 0,0 0 0,-1 0 0,1 1 0,-1 0 0,1 1 0,-1-1 0,0 1 0,0 1 0,-8 0 0,14 0 0,1 0 0,-1 0 0,1 0 0,-1 1 0,0-1 0,1 0 0,-1 1 0,1-1 0,-1 1 0,1 0 0,0-1 0,-1 1 0,1 0 0,0 0 0,-1 0 0,1 0 0,0 0 0,0 0 0,-1 2 0,1-2 0,0 0 0,1 1 0,-1-1 0,1 1 0,-1-1 0,1 0 0,0 1 0,0-1 0,0 1 0,-1-1 0,1 1 0,1-1 0,-1 1 0,0-1 0,0 1 0,1 2 0,1 0 0,0 1 0,0 0 0,0 0 0,0-1 0,1 1 0,0-1 0,0 0 0,0 0 0,0 0 0,6 5 0,-4-6 0,-1 0 0,1 0 0,0 0 0,-1-1 0,1 0 0,0 0 0,1 0 0,-1-1 0,0 1 0,0-1 0,1-1 0,-1 1 0,0-1 0,1 0 0,-1 0 0,1 0 0,-1-1 0,10-2 0,-12 3 0,0-1 0,0 0 0,0 0 0,0 0 0,0 0 0,0-1 0,0 1 0,-1-1 0,1 0 0,0 1 0,-1-1 0,0 0 0,1-1 0,-1 1 0,0 0 0,0-1 0,0 1 0,0-1 0,-1 0 0,1 1 0,-1-1 0,1 0 0,-1 0 0,0 0 0,0 0 0,-1 0 0,1 0 0,0 0 0,-1 0 0,0-1 0,0 1 0,0 0 0,0-4 0,-1 1 0,0 0 0,-1 0 0,1 0 0,-1 1 0,0-1 0,-1 0 0,1 1 0,-1-1 0,0 1 0,-1 0 0,1 0 0,-1 0 0,-8-8 0,9 10 0,-1 0 0,1 0 0,0 1 0,-1-1 0,1 1 0,-1 0 0,0 0 0,1 0 0,-1 1 0,0 0 0,0-1 0,0 1 0,-1 0 0,1 1 0,0-1 0,0 1 0,0 0 0,0 0 0,-1 0 0,-7 2 0,4 0-151,0 1-1,0 1 0,0-1 0,0 1 1,0 1-1,1-1 0,0 1 1,-12 11-1,9-7-6674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13.3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 98 24575,'-2'-1'0,"-1"0"0,1 0 0,-1 1 0,0-1 0,0 1 0,1 0 0,-1 0 0,0 0 0,0 0 0,1 0 0,-1 0 0,0 1 0,1-1 0,-1 1 0,0 0 0,1 0 0,-1 0 0,1 0 0,-1 1 0,1-1 0,0 0 0,0 1 0,-1 0 0,-2 3 0,3-4 0,1 0 0,0 0 0,0 0 0,0 1 0,0-1 0,0 0 0,0 0 0,0 1 0,0-1 0,1 1 0,-1-1 0,0 1 0,1-1 0,0 1 0,-1-1 0,1 1 0,0-1 0,-1 1 0,1-1 0,0 1 0,0 0 0,0-1 0,1 1 0,-1-1 0,0 1 0,0-1 0,1 1 0,-1-1 0,1 1 0,0-1 0,-1 1 0,1-1 0,0 0 0,0 1 0,0-1 0,0 0 0,0 1 0,0-1 0,0 0 0,0 0 0,0 0 0,1 0 0,1 1 0,3 1 0,0 1 0,1-1 0,-1 0 0,1 0 0,0-1 0,0 0 0,0 0 0,0-1 0,0 1 0,1-2 0,-1 1 0,0-1 0,0 0 0,1-1 0,9-1 0,-12 1 0,-1 0 0,0 0 0,0 0 0,0-1 0,0 0 0,0 1 0,0-1 0,0-1 0,0 1 0,-1-1 0,7-4 0,-8 4 0,0 0 0,0 1 0,0-1 0,0 0 0,-1 0 0,1 0 0,-1 0 0,1 0 0,-1 0 0,0 0 0,-1 0 0,1 0 0,0-1 0,-1 1 0,0 0 0,1-1 0,-2-2 0,1 0-57,0 1 0,0 0 1,-1 0-1,0 0 0,0 0 0,-1 0 0,1 0 0,-1 0 0,0 1 0,0-1 0,-1 1 1,0-1-1,1 1 0,-1 0 0,-1 0 0,1 0 0,0 0 0,-1 0 0,0 1 1,0 0-1,0 0 0,0 0 0,-6-3 0,-6-1-6769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13.7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24575,'12'27'0,"7"16"0,2 6 0,1-1 0,-4 0 0,-3-5 0,-1-4 0,-1-4 0,1-2 0,-3-6 0,-1-4 0,-1-1 0,-1-4 0,-1-3 0,0-2 0,0 0 0,0-3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14.0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0 24575,'-25'32'0,"14"-19"0,-1 2 0,-10 18 0,20-29 0,0-1 0,0 1 0,0 0 0,1 0 0,-1-1 0,1 1 0,0 0 0,0 0 0,1 0 0,-1 0 0,1 0 0,0 1 0,0-1 0,0 0 0,2 5 0,-1-6 0,0 0 0,1 0 0,-1 0 0,1 0 0,0 0 0,0 0 0,0-1 0,0 1 0,0-1 0,1 1 0,-1-1 0,1 0 0,0 0 0,0 0 0,-1 0 0,1-1 0,0 1 0,1-1 0,4 2 0,5 2 0,1-1 0,-1 0 0,19 1 0,-13-1-227,0-2-1,1-1 1,0 0-1,-1-2 1,32-4-1,-37 2-6598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15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24575,'10'19'0,"5"10"0,1 4 0,-1 2 0,3-1 0,0-3 0,0-2 0,0-4 0,-2-1 0,-1-2 0,0-2 0,0-3 0,-3-1 0,-1-1 0,-2-3-8191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15.4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24575,'27'2'0,"12"2"0,0-1 0,-2-1 0,-6 0 0,-6-3 0,-7-5 0,-6-2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15.6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24575,'4'27'0,"5"14"0,3 7 0,2 1 0,1-1 0,0-4 0,1-4 0,-1-5 0,0-2 0,0-3 0,0-3 0,-1-2 0,1-3 0,-3-4-8191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16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36 24575,'13'-4'0,"3"-3"0,0 1 0,1 1 0,0 0 0,26-2 0,-40 6 0,1 1 0,0 0 0,0 0 0,-1 0 0,1 0 0,0 1 0,0-1 0,-1 1 0,1 0 0,0 0 0,-1 0 0,1 1 0,-1-1 0,1 1 0,-1 0 0,0 0 0,0 0 0,0 1 0,0-1 0,0 1 0,0-1 0,-1 1 0,1 0 0,-1 0 0,0 0 0,3 5 0,1 3 0,-1 1 0,-1-1 0,0 1 0,0 0 0,-1-1 0,3 23 0,-5-26 0,-1 1 0,0 0 0,0 0 0,-1-1 0,0 1 0,0-1 0,-1 1 0,0-1 0,0 1 0,-5 9 0,-37 63 0,43-80 0,1-1 0,0 1 0,-1 0 0,1 0 0,0 0 0,-1 0 0,1-1 0,0 1 0,0 0 0,0 0 0,0 0 0,0 0 0,0 0 0,0 0 0,0 0 0,0 0 0,0-1 0,1 1 0,-1 0 0,0 0 0,1 0 0,-1 0 0,0 0 0,2 1 0,-1-1 0,0 0 0,0 0 0,0 0 0,1 0 0,-1-1 0,0 1 0,1 0 0,-1 0 0,1-1 0,-1 1 0,1-1 0,-1 1 0,3-1 0,2 1 0,0 0 0,0-1 0,1 0 0,-1 0 0,0 0 0,8-2 0,61-20-1365,-63 18-5461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16.2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40 24575,'20'-8'0,"9"-2"0,1 1 0,-1 2 0,-6 1-8191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33.8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91 24575,'-3'-10'0,"0"-5"0,0 2 0,3 3 0,4 3 0,1 1 0,0-1 0,-1-3 0,-3 2 0,-5 3 0,-4 6 0,-1 5 0,-1 4 0,2 0-8191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35.8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24575,'17'7'0,"8"6"0,3-1 0,-2 1 0,-2 1 0,-6 0 0,-2 0 0,-3 0 0,-1 1 0,-1-3-8191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36.4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24575,'19'16'0,"96"82"0,-90-79 0,0-2 0,1-1 0,28 12 0,96 47 0,-92-46 0,117 58 0,-98-46 0,9 3 0,1-2 0,129 81 0,-175-93 0,50 44 0,-18-13 0,111 92 0,-41-9 0,-124-124-87,-6-7-339,0 1 0,18 27 0,-25-30-6400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36.9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1085 692 24575,'7'5'0,"-11"-6"0,-12-6 0,-289-164 0,211 113 0,62 37 0,24 15 0,0 0 0,1 0 0,-1 0 0,1-1 0,-9-12 0,-25-41 0,37 54 0,-1-1 0,0 2 0,0-1 0,0 1 0,-1-1 0,0 1 0,-6-4 0,-49-28 0,34 22 0,-133-74 0,114 64 0,-133-75-1365,155 87-5461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37.1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383 233 24575,'-29'-22'0,"-15"-10"0,-5-1 0,4 1 0,4 5 0,5 6 0,3 5 0,2 2 0,2 1 0,3 1 0,6 2-8191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39.5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662 10 24575,'19'-8'0,"-9"7"0,-10 1 0,0 0 0,0 0 0,1 0 0,-1 0 0,0 0 0,0 0 0,0 0 0,1 0 0,-1 1 0,0-1 0,0 0 0,0 0 0,0 0 0,1 0 0,-1 1 0,0-1 0,0 0 0,0 0 0,0 0 0,0 1 0,1-1 0,-1 0 0,0 0 0,0 0 0,0 1 0,0-1 0,0 0 0,0 0 0,0 1 0,0-1 0,0 0 0,0 0 0,0 1 0,-1 0 0,0 1 0,1 0 0,-1-1 0,0 1 0,-1 0 0,1-1 0,0 0 0,0 1 0,-1-1 0,1 0 0,-1 1 0,1-1 0,-1 0 0,1 0 0,-1 0 0,-2 1 0,-3 2 0,-45 32 0,-101 63 0,65-55 0,-39 24 0,53-11 0,-81 59-1365,140-107-5461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40.3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1978 0 24575,'-12'4'0,"0"-1"0,0 1 0,1 1 0,-1 0 0,1 0 0,0 1 0,-10 8 0,-68 57 0,66-51 0,-34 25 0,32-27 0,1 1 0,1 2 0,-38 43 0,52-52 0,0-1 0,0 0 0,2 1 0,-10 16 0,11-16 0,-1 0 0,0-1 0,-1 1 0,-1-2 0,0 1 0,-17 15 0,-69 49 0,72-58 0,-6 3 0,0-2 0,-2 0 0,0-3 0,-1 0 0,0-2 0,-35 9 0,30-11 0,15-6 0,-31 14 0,46-16 0,0 1 0,1-1 0,-1 1 0,1 1 0,0-1 0,0 1 0,0 0 0,-7 8 0,8-6 0,-21 25 0,-2-1 0,-1-1 0,-53 41 0,63-57 0,-1-1 0,-1-1 0,-35 15 0,-47 22 0,45-21 0,-34 22 0,13-6 0,37-21 0,0 1 0,-55 44 0,69-44 0,19-15 0,-1-1 0,-16 11 0,20-16 0,-14 8 0,20-10 0,-1-1 0,1 0 0,-1 0 0,1 1 0,0-1 0,-1 0 0,1 1 0,-1-1 0,1 1 0,0-1 0,-1 0 0,1 1 0,0-1 0,-1 1 0,1-1 0,0 1 0,0-1 0,-1 1 0,1-1 0,0 1 0,0-1 0,0 1 0,0 0 0,0-1 0,0 1 0,0-1 0,0 2 0,0-2 0,0 0 0,1 0 0,-1 1 0,0-1 0,1 0 0,-1 0 0,0 0 0,1 0 0,-1 1 0,1-1 0,-1 0 0,0 0 0,1 0 0,-1 0 0,1 0 0,-1 0 0,0 0 0,1 0 0,-1 0 0,1 0 0,-1 0 0,0-1 0,1 1 0,-1 0 0,1 0 0,-1 0 0,0 0 0,1-1 0,14-6 0,-13 6 0,18-10 0,0-1 0,20-17 0,-12 9 0,6-7-1365,-20 15-5461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42.3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28 118 24575,'5'-5'0,"1"-4"0,1-3 0,-5 1 0,-2-1 0,-3 2 0,-1 0 0,-3 3 0,0-2 0,-1 2 0,-2 0 0,3 0 0,6 2 0,5 2 0,4 1 0,4 1 0,-1 1-8191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43.6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18 24575,'0'-2'0,"0"-4"0,3 0 0,0 3 0,0 4 0,2 2 0,0 4 0,2 0 0,-1 1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44.5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24575,'373'254'0,"-243"-167"0,-104-69 0,41 39 0,-32-25 0,55 47 0,67 57 0,-105-93 0,49 39 0,-77-65 0,1 0 0,37 17 0,-51-28 0,0 0 0,0 0 0,0 1 0,-1 0 0,0 1 0,16 16 0,34 29 0,-42-38 0,-1 0 0,19 21 0,77 95 0,-98-115 0,1 0 0,1-2 0,0 1 0,1-2 0,0 0 0,1-2 0,31 16 0,138 68 0,-166-85 0,0 1 0,0 1 0,-1 1 0,-1 1 0,0 1 0,-1 1 0,25 26 0,10 8-1365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46.7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3275 14 24575,'-1'-2'0,"-1"1"0,0-1 0,0 1 0,0 0 0,0 0 0,0 0 0,0 0 0,0 1 0,-1-1 0,1 0 0,0 1 0,0 0 0,-1-1 0,1 1 0,0 0 0,0 0 0,-1 0 0,1 0 0,-5 2 0,-4 0 0,-1 1 0,-18 8 0,12-4 0,0-1 0,0 1 0,1 1 0,0 1 0,0 0 0,1 2 0,0 0 0,1 0 0,0 1 0,1 1 0,0 1 0,-17 21 0,-19 22 0,-61 53 0,-7 7 0,38-39 0,72-72 0,0 0 0,0-1 0,0 0 0,-1-1 0,-10 5 0,-49 15 0,41-15 0,-19 7 0,-43 22 0,66-26 0,0 1 0,1 0 0,-33 28 0,16-9 0,-41 38 0,56-48 0,-44 30 0,58-45 0,-146 92 0,111-72 0,-39 31 0,-1 0 0,23-19 0,-30 18 0,-95 53 0,58-35 0,118-68 0,-76 53 0,54-35 0,-44 24 0,-143 77 0,86-38 0,118-76 0,-50 37 0,-15 11 0,47-36 0,20-14 0,0 0 0,-1-1 0,0-1 0,-1 0 0,-18 7 0,20-11 0,0 1 0,-1-2 0,1 0 0,-1-1 0,-20 1 0,33-4 0,-1 1 0,0 0 0,0 1 0,1-1 0,-1 0 0,0 1 0,0-1 0,1 1 0,-1 0 0,0 0 0,1 0 0,-1 0 0,1 0 0,0 1 0,-1-1 0,1 1 0,0 0 0,0-1 0,0 1 0,0 0 0,0 0 0,0 0 0,1 1 0,-1-1 0,0 0 0,0 4 0,-7 8-273,-1 0 0,1-1 0,-2 0 0,-17 16 0,17-19-6553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48.3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22 202 24575,'-3'-16'0,"1"8"0,1 0 0,0 0 0,0 0 0,0 0 0,1-1 0,0 1 0,3-14 0,-3 21 0,0 1 0,0-1 0,0 1 0,0-1 0,0 1 0,1-1 0,-1 1 0,0-1 0,1 1 0,-1-1 0,0 1 0,1-1 0,-1 1 0,0-1 0,1 1 0,-1 0 0,1-1 0,-1 1 0,1 0 0,-1-1 0,1 1 0,-1 0 0,1 0 0,-1-1 0,1 1 0,-1 0 0,1 0 0,0 0 0,-1 0 0,1 0 0,-1 0 0,1 0 0,-1 0 0,1 0 0,0 0 0,-1 0 0,1 0 0,0 0 0,21 10 0,-19-8 0,-32-49 0,24 38 0,-1 0 0,2 0 0,-1-1 0,-3-14 0,21 45 109,-4-9-1583,-3-2-5352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49.4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24575,'22'14'0,"10"8"0,1 3 0,-1-1 0,-5-5 0,-4-2 0,-3-2 0,-3-2 0,-2 1 0,-1-1 0,-3 0 0,0 1 0,-1 0 0,2 0 0,-3 1 0,-1-3-8191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50.0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24575,'280'251'0,"-250"-223"0,2-1 0,59 38 0,-66-46 0,34 32 0,5 5 0,49 37 0,-94-79 0,77 61 0,-59-43 0,-9-8 0,-1 1 0,25 30 0,40 56 0,-77-94 0,22 18 0,-22-21 0,-1 0 0,15 20 0,-12-13 0,2-1 0,32 27 0,-38-35 0,89 76 0,-88-77 0,0 0 0,1-1 0,24 13 0,50 19 0,-5-4 0,-84-37-109,1-1 65,-1 0 1,0 0 0,1 0-1,-1 0 1,0 0 0,1 0-1,-1 1 1,0-1 0,0 0 0,1 0-1,-1 0 1,0 0 0,0 1-1,1-1 1,-1 0 0,0 0 0,0 1-1,0-1 1,1 0 0,-1 0-1,0 1 1,0-1 0,0 0-1,0 0 1,0 1 0,0-1 0,0 0-1,1 1 1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52.1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3200 0 24575,'-7'1'0,"0"0"0,0 1 0,1 0 0,-1 0 0,1 0 0,0 1 0,-1 0 0,1 0 0,-10 8 0,-10 4 0,-5 1 0,7-5 0,1 1 0,-31 22 0,-14 22 0,56-45 0,0-2 0,0-1 0,0 0 0,-23 10 0,-3 2 0,13-4 0,0 0 0,-39 36 0,43-34 0,-24 24 0,-11 11 0,40-40 0,1 1 0,1 1 0,0 0 0,1 0 0,-20 32 0,28-38 0,0 1 0,-1-1 0,0-1 0,-1 1 0,0-1 0,0-1 0,0 1 0,-1-1 0,0 0 0,-15 8 0,-226 135 0,213-128 0,-161 93 0,182-107 0,1 0 0,0 0 0,1 2 0,-1-1 0,2 2 0,-1 0 0,2 0 0,-20 24 0,18-19 0,0-1 0,-1 0 0,-1-1 0,0-1 0,-1 0 0,-22 13 0,-8 0 0,-58 25 0,-145 56 0,235-100 0,0 1 0,0 0 0,-22 19 0,-36 36 0,51-43 0,-14 12 0,8-6 0,-53 40 0,24-24 0,-76 74 0,0 5 0,113-103 0,0-1 0,-1-1 0,-43 26 0,-2-3 0,20-12 0,-86 40 0,84-48 0,1 2 0,-49 31 0,82-43-1365,4 0-5461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54.3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126 27 24575,'-5'-5'0,"-4"-1"0,-3-1 0,-2 2 0,-1 2 0,2 3 0,4 5 0,2 3 0,1 1 0,-1-2 0,0-3 0,1-6 0,0-5 0,1 2 0,1 3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56.7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53 24575,'3'-6'0,"1"0"0,-1 1 0,1 0 0,1 0 0,-1 0 0,8-6 0,-11 10 0,1 0 0,-1 0 0,0 0 0,1 0 0,-1 0 0,1 1 0,-1-1 0,1 0 0,0 1 0,-1-1 0,1 1 0,-1 0 0,1 0 0,0-1 0,-1 1 0,1 0 0,0 0 0,-1 1 0,1-1 0,0 0 0,-1 0 0,1 1 0,0-1 0,-1 1 0,1 0 0,-1-1 0,1 1 0,-1 0 0,1 0 0,0 1 0,8 6 0,0 1 0,-1 0 0,0 1 0,12 18 0,12 12 0,143 133 0,-5-4 0,-78-69-1365,-69-72-5461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57.2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24575,'167'65'0,"-138"-50"0,0 1 0,-1 1 0,38 30 0,-2 4 0,100 60 0,4-11 0,120 71 0,-260-155 0,129 77 0,-85-42 0,-30-20 0,87 47 0,156 66 0,-262-132 50,31 24-1,-13-8-1513,-29-20-5362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57.5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610 327 24575,'-27'-12'0,"-16"-7"0,-6-2 0,-2-3 0,3 1 0,2-2 0,2 2 0,0 0 0,4 1 0,0 0 0,1-2 0,-2-1 0,3 0 0,4 3 0,8 5-8191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59.7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2624 0 24575,'-10'21'0,"-24"35"0,29-50 0,0 0 0,0 0 0,-1 0 0,1 0 0,-1-1 0,-1 0 0,1 0 0,-1-1 0,-7 4 0,-352 200 0,357-202 0,1 1 0,0 0 0,0 0 0,1 0 0,-11 15 0,-27 45 0,40-60 0,0 1 0,-1 0 0,0-1 0,0 0 0,-1-1 0,-11 10 0,-41 26 0,54-39 0,-53 35 0,-107 52 0,139-78 0,1 2 0,1 1 0,1 1 0,0 1 0,-40 38 0,17-15 0,-87 57 0,86-64 0,-250 167 0,241-166 0,-33 22 0,-8 0 0,66-39 0,-40 27 0,-208 148 0,176-123 0,-32 7 131,17-11-1627,99-53-5330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4:59.9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484 0 24575,'-42'52'0,"-52"61"0,71-88 0,-1-1 0,-37 28 0,-3-12 0,19-12 0,-74 38-1365,107-58-5461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01.7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25 24575,'0'-2'0,"0"0"0,0 0 0,0 0 0,0-1 0,1 1 0,-1 0 0,1 0 0,1-4 0,-2 6 0,0 0 0,0 0 0,0 0 0,0 0 0,0 0 0,0-1 0,0 1 0,1 0 0,-1 0 0,0 0 0,0 0 0,0 0 0,0 0 0,1 0 0,-1 0 0,0 0 0,0-1 0,0 1 0,0 0 0,1 0 0,-1 0 0,0 0 0,0 0 0,0 0 0,1 0 0,-1 0 0,0 0 0,0 0 0,0 0 0,1 1 0,-1-1 0,0 0 0,0 0 0,0 0 0,11 9 0,60 87 0,-65-91 0,-7-12 0,-9-21 0,8 23 0,-6-13 0,6 14 0,0 0 0,0 0 0,1 0 0,-1 0 0,1 0 0,0-1 0,0 1 0,0-5 0,1 9-22,0-1-1,0 1 0,0 0 0,0 0 0,0-1 1,0 1-1,0 0 0,0 0 0,0-1 1,0 1-1,0 0 0,0 0 0,1-1 1,-1 1-1,0 0 0,0 0 0,0 0 1,0-1-1,1 1 0,-1 0 0,0 0 1,0 0-1,0 0 0,1-1 0,-1 1 1,0 0-1,0 0 0,0 0 0,1 0 1,-1 0-1,0 0 0,0 0 0,1-1 1,-1 1-1,0 0 0,0 0 0,1 0 1,-1 0-1,0 0 0,0 0 0,1 0 1,-1 0-1,0 1 0,0-1 0,1 0 1,-1 0-1,0 0 0,0 0 0,1 0 1,-1 0-1,0 0 0,0 1 0,1-1 0,-1 0 1,0 0-1,0 0 0,0 0 0,0 1 1,1-1-1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02.4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24575,'19'22'0,"10"8"0,2 0 0,-2-2 0,-4-5 0,-5-5 0,-5-3 0,-3-3-8191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02.9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24575,'25'16'0,"274"189"0,-269-187 0,0-1 0,1-1 0,1-2 0,39 13 0,59 26 0,221 117 0,-294-140 0,-2 3 0,-1 2 0,86 73 0,35 46 0,-113-92 0,-48-46 0,0-1 0,1 0 0,1-1 0,0-1 0,33 19 0,-20-17-1365,-20-12-5461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03.2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24575,'30'10'0,"14"5"0,2 1 0,-4-1 0,-7-2 0,-6-1 0,-7-3 0,-4 0 0,-2 1 0,-3 1 0,-2 1 0,-3 1 0,-4-2-8191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04.6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933 9 24575,'25'-5'0,"-9"2"0,-12 2 0,-5 2 0,-272 107 0,246-98 0,12-5 0,0 1 0,1 0 0,0 1 0,0 1 0,0 0 0,-22 18 0,17-10 0,-1-2 0,0-1 0,0 0 0,-37 16 0,33-18 0,1 2 0,1 1 0,0 0 0,1 2 0,-32 30 0,-183 170-1365,219-202-5461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05.0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1699 0 24575,'-326'260'0,"231"-178"0,45-36 0,-107 73 0,-124 68 0,146-85 0,78-56 0,-84 51 0,85-64 0,-129 68 0,159-89 0,0 2 0,1 0 0,1 2 0,0 1 0,-33 31 0,52-44-273,0 1 0,1 0 0,0 1 0,-5 8 0,3-3-6553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07.8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24575,'5'0'0,"4"0"0,2 0 0,1 2 0,0 4 0,-3 0-8191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08.4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24575,'2'0'0,"0"0"0,1 1 0,-1-1 0,0 1 0,0 0 0,0-1 0,0 1 0,0 0 0,0 0 0,3 2 0,-3-1 0,0-1 0,0 0 0,0 0 0,0 0 0,0 0 0,0 0 0,0-1 0,0 1 0,0 0 0,1-1 0,2 1 0,-1-1 0,0 0 0,1 1 0,-1-1 0,0 1 0,0 0 0,0 0 0,0 1 0,0-1 0,0 1 0,6 4 0,3 3 0,20 16 0,-8-6 0,78 46 0,-46-31 0,-25-14-91,-19-14-91,-1 2 0,0-1 0,0 2 0,-1 0 0,0 0 0,14 16 0,-18-16-6644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08.8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24575,'73'55'0,"78"59"0,-60-48 0,-14-12 0,-22-12 0,58 46 0,94 67 0,10-14 0,-173-113 0,77 54 0,-13-7 0,158 131 0,-168-123 0,-72-63-273,1-1 0,0-2 0,1 0 0,54 22 0,-65-32-6553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09.0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24575,'241'139'0,"-192"-116"-86,29 14 287,-70-32-412,0 0-1,0 1 1,0-1-1,-1 2 1,0-1-1,11 13 1,-11-10-6615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10.0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192 6 24575,'-9'-2'0,"-7"-1"0,-2 2 0,-1 2 0,1 3 0,0 3 0,1 3 0,2 2 0,-3-1 0,0 0 0,3 1 0,4-2-8191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10.4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1476 0 24575,'-285'150'0,"9"19"0,215-127 0,-92 60 0,-121 70 0,239-149 0,-57 42 0,60-39 0,-36 28 0,-14 12 98,-15 8-1561,76-60-5363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10.5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755 1 24575,'-47'28'0,"-52"40"0,79-52 0,1 1 0,1 0 0,0 2 0,-28 39 0,32-40 0,0 0 0,-2-1 0,0 0 0,-27 21 0,-81 50 0,52-38 0,-93 57-1365,141-93-5461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15.2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23 596 24575,'-2'-3'0,"0"1"0,0-1 0,0 1 0,0-1 0,0 0 0,0 1 0,1-1 0,0 0 0,-1 0 0,1 0 0,0 0 0,0-1 0,0-4 0,1 6 0,-1 0 0,1 0 0,1 0 0,-1 0 0,0 0 0,0 0 0,1 0 0,-1 0 0,1 0 0,0 0 0,0 0 0,-1 0 0,1 1 0,0-1 0,1 0 0,-1 1 0,0-1 0,0 0 0,1 1 0,-1 0 0,1-1 0,2-1 0,14-9 0,32-14 0,-14 7 0,24-11 4,1 2-1,2 3 0,105-28 1,204-24-1370,-320 67 896,822-129-3639,7 60 331,299 69 3987,-6 100-363,-1114-82-371,-14-3 2513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17.2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374 14 24575,'-38'-3'0,"-180"-8"0,210 11 0,-1 1 0,1-1 0,-1 2 0,1-1 0,-1 1 0,1 0 0,-16 7 0,22-8 0,0 0 0,0 0 0,0 1 0,0-1 0,0 0 0,0 1 0,0 0 0,0-1 0,0 1 0,1 0 0,-1 0 0,1 0 0,-1 0 0,1 0 0,0 0 0,0 0 0,0 0 0,0 0 0,0 1 0,0-1 0,1 0 0,-1 1 0,1-1 0,0 1 0,0-1 0,0 0 0,0 1 0,0-1 0,0 1 0,0-1 0,2 5 0,0-2 0,-1-1 0,1 0 0,0 0 0,1 0 0,-1 0 0,1-1 0,0 1 0,0 0 0,0-1 0,0 0 0,0 0 0,1 0 0,-1 0 0,1-1 0,0 1 0,0-1 0,0 0 0,7 3 0,0 0 0,1-1 0,-1-1 0,1 1 0,0-2 0,22 3 0,-19-4 0,0 0 0,-1-1 0,1-1 0,0-1 0,25-5 0,-36 6 0,0 0 0,-1 0 0,1 0 0,0-1 0,-1 1 0,1-1 0,-1 0 0,0 0 0,0 0 0,0-1 0,0 1 0,0-1 0,0 1 0,0-1 0,-1 0 0,0 0 0,1 0 0,-1-1 0,0 1 0,-1 0 0,1-1 0,0 1 0,-1-1 0,0 0 0,0 1 0,0-1 0,0-5 0,-1 5 0,0 0 0,0 0 0,0 1 0,-1-1 0,1 0 0,-1 0 0,0 0 0,0 1 0,0-1 0,-1 1 0,0-1 0,1 1 0,-1-1 0,0 1 0,0 0 0,-1 0 0,-3-4 0,1 4 0,5 10 0,7 9 0,6 3-273,1 0 0,1 0 0,0-1 0,36 31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17.7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152 439 24575,'-27'6'0,"-33"10"0,53-14 0,-1 1 0,1 0 0,0 1 0,0-1 0,-10 8 0,16-11 0,1 1 0,-1-1 0,0 1 0,0 0 0,0-1 0,1 1 0,-1 0 0,0-1 0,1 1 0,-1 0 0,1 0 0,-1-1 0,1 1 0,-1 0 0,1 0 0,0 0 0,-1 0 0,1 0 0,0 0 0,0 0 0,-1 0 0,1 0 0,0 0 0,0 0 0,0 0 0,0 0 0,0-1 0,1 1 0,-1 0 0,0 0 0,0 0 0,1 0 0,-1 0 0,0 0 0,1 0 0,-1 0 0,1 0 0,-1-1 0,1 1 0,-1 0 0,1 0 0,0-1 0,-1 1 0,1 0 0,1 0 0,4 4 0,1 0 0,0 0 0,0-1 0,10 5 0,-10-5 0,11 5 0,0 0 0,1-2 0,35 10 0,-41-14 0,0-1 0,0 0 0,0 0 0,0-2 0,0 1 0,25-4 0,-32 2 0,0 0 0,-1 0 0,1-1 0,0 0 0,-1 0 0,1 0 0,-1-1 0,9-5 0,-12 7 0,0-1 0,0 1 0,0-1 0,-1 0 0,1 0 0,-1 0 0,1 0 0,-1 0 0,1 0 0,-1 0 0,0 0 0,0-1 0,0 1 0,-1 0 0,1-1 0,0 1 0,-1-1 0,1 1 0,-1 0 0,0-1 0,0 1 0,0-1 0,-1-3 0,0-2 0,-1 0 0,0-1 0,0 1 0,-1 0 0,0 0 0,-1 0 0,-6-10 0,-37-51 0,29 45 0,-235-316 0,251 337 0,-10-13 0,9 14 0,7 12 0,62 113 0,156 218 0,-217-333-170,1-1-1,0 0 0,0-1 1,0 1-1,1-1 0,0 0 1,8 5-1,-3-5-6655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18.2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201 469 24575,'-34'6'0,"13"-3"0,0 0 0,0 2 0,0 1 0,-21 9 0,41-15 0,-1 1 0,1-1 0,0 1 0,-1 0 0,1-1 0,0 1 0,-1 0 0,1 0 0,0 0 0,0 0 0,0 0 0,0 0 0,0 1 0,0-1 0,0 0 0,0 0 0,1 1 0,-1-1 0,0 0 0,1 1 0,-1-1 0,1 3 0,0-2 0,0-1 0,0 1 0,0-1 0,1 1 0,-1-1 0,1 1 0,-1-1 0,1 1 0,-1-1 0,1 1 0,0-1 0,0 0 0,0 1 0,0-1 0,0 0 0,0 0 0,0 1 0,0-1 0,0 0 0,1 0 0,0 0 0,5 4 0,-1-1 0,1 0 0,-1 0 0,1 0 0,0-1 0,0 0 0,1-1 0,-1 0 0,0 0 0,15 2 0,-17-4 0,0 0 0,1 0 0,-1 0 0,0 0 0,0-1 0,1 0 0,-1 0 0,0-1 0,0 0 0,0 1 0,0-1 0,-1-1 0,1 1 0,-1-1 0,1 0 0,6-5 0,-6 3 0,0 1 0,-1-1 0,1 0 0,-1 0 0,0-1 0,0 1 0,-1-1 0,1 0 0,-2 0 0,1 0 0,0 0 0,-1-1 0,0 1 0,-1-1 0,2-7 0,-2 5 0,-1 0 0,0-1 0,-1 1 0,0-1 0,0 1 0,-1-1 0,0 1 0,0 0 0,-1 0 0,-5-10 0,-21-42 0,-68-104 0,97 164 0,-13-20 0,0 2 0,-1-1 0,-1 2 0,-29-29 0,44 47 0,-1-1 0,0 0 0,0 0 0,0 1 0,0-1 0,0 1 0,0-1 0,0 1 0,0-1 0,0 1 0,0-1 0,0 1 0,0 0 0,0 0 0,0-1 0,-2 1 0,2 0 0,1 1 0,0-1 0,-1 0 0,1 0 0,-1 0 0,1 1 0,0-1 0,-1 0 0,1 1 0,-1-1 0,1 0 0,0 1 0,0-1 0,-1 0 0,1 1 0,0-1 0,0 1 0,-1-1 0,1 1 0,0-1 0,0 0 0,0 1 0,0-1 0,-1 1 0,1 0 0,0 3 0,0 0 0,0 1 0,0-1 0,0 0 0,1 0 0,-1 0 0,2 5 0,9 26 0,2 1 0,1-2 0,2 0 0,34 57 0,-7-28 0,66 78 0,-79-108-1365,-18-20-5461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18.8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17 161 24575,'13'-5'0,"7"-1"0,0-2 0,-1 0 0,0-1 0,0-1 0,23-16 0,-40 25 0,-1 0 0,0 0 0,1 0 0,-1-1 0,0 1 0,0 0 0,0 0 0,0-1 0,0 1 0,0-1 0,0 1 0,0-1 0,0 1 0,-1-1 0,1 0 0,-1 1 0,1-1 0,-1 0 0,0 1 0,1-1 0,-1 0 0,0 1 0,0-1 0,0 0 0,0 0 0,-1-1 0,0 0 0,0 1 0,0 0 0,-1-1 0,1 1 0,0 0 0,-1 0 0,0 0 0,1 0 0,-1 0 0,0 0 0,0 1 0,0-1 0,0 1 0,0-1 0,-1 1 0,-3-2 0,1 0 0,1 2 0,-1-1 0,0 0 0,0 1 0,1 0 0,-1 0 0,0 0 0,0 0 0,0 1 0,0 0 0,0 0 0,0 1 0,0-1 0,0 1 0,0 0 0,0 0 0,0 1 0,1-1 0,-9 5 0,10-4 0,-1 0 0,1 0 0,0 1 0,0-1 0,0 1 0,0 0 0,0 0 0,0 0 0,1 0 0,0 0 0,-1 1 0,1-1 0,0 1 0,1-1 0,-1 1 0,1 0 0,-1 0 0,1 0 0,0 0 0,1 0 0,-1 0 0,1 0 0,0 0 0,0 7 0,1-6 0,0 0 0,0 0 0,0-1 0,1 1 0,0 0 0,0-1 0,0 1 0,1-1 0,-1 1 0,1-1 0,0 0 0,0 0 0,1 0 0,-1-1 0,8 7 0,-1-1 0,2-1 0,-1 0 0,1-1 0,19 10 0,-13-9 40,-1-1 0,31 8 0,-39-13-205,-1-1 0,1 1 0,-1-2 0,1 1 0,0-1 0,-1 0 0,1-1 0,10-1 0,-6-2-6661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19.3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37 415 24575,'-5'22'0,"1"0"0,1 1 0,1-1 0,2 39 0,1-55 0,-1 0 0,2 0 0,-1 0 0,1 0 0,-1 0 0,2-1 0,-1 1 0,1-1 0,5 10 0,-5-12 0,0 1 0,0-1 0,1 1 0,-1-1 0,1 0 0,-1 0 0,1-1 0,0 1 0,0-1 0,1 1 0,-1-1 0,0-1 0,1 1 0,4 1 0,-5-2 0,0 0 0,0 0 0,0 0 0,0-1 0,1 0 0,-1 1 0,0-1 0,0-1 0,0 1 0,0-1 0,0 1 0,0-1 0,0 0 0,0-1 0,0 1 0,-1-1 0,1 1 0,0-1 0,-1 0 0,1-1 0,-1 1 0,0 0 0,1-1 0,-1 0 0,-1 0 0,1 0 0,0 0 0,-1 0 0,1-1 0,-1 1 0,0-1 0,0 1 0,-1-1 0,3-7 0,0 0 0,-2-1 0,1-1 0,-2 1 0,0 0 0,0 0 0,-1-1 0,0 1 0,-1 0 0,-1-1 0,0 1 0,-6-22 0,-6-7 0,-36-78 0,8 36 0,-69-105 0,102 177 0,9 11 0,0 0 0,0 1 0,0-1 0,0 0 0,1 0 0,-1 0 0,0 0 0,0 0 0,0 0 0,0 0 0,0 0 0,0 0 0,0 0 0,0 0 0,0 0 0,0 0 0,0 0 0,0 0 0,0 0 0,0 0 0,0 0 0,0 0 0,-1 1 0,1-1 0,0 0 0,0 0 0,0 0 0,0 0 0,0 0 0,0 0 0,0 0 0,0 0 0,0 0 0,0 0 0,0 0 0,0 0 0,0 0 0,0 0 0,0 0 0,0 0 0,0 0 0,0 0 0,0 0 0,0 0 0,0 0 0,0 0 0,0 0 0,0 0 0,-1 0 0,1 0 0,0 0 0,0 0 0,11 22 0,127 186 0,-24-41 0,-79-115-67,-20-32-193,-1 1 1,-2 0-1,0 1 1,18 44-1,-26-50-6566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20.1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0 248 24575,'9'15'0,"-1"0"0,2-1 0,0 0 0,0-1 0,2 0 0,-1 0 0,2-2 0,0 1 0,0-1 0,1-1 0,0-1 0,0 0 0,1-1 0,0 0 0,1-1 0,0-1 0,19 5 0,-33-10 0,1 0 0,-1-1 0,1 0 0,0 1 0,-1-1 0,1 0 0,0 0 0,-1 0 0,1-1 0,0 1 0,-1-1 0,1 1 0,0-1 0,-1 0 0,1 0 0,-1 0 0,0 0 0,1-1 0,-1 1 0,0-1 0,0 1 0,1-1 0,-1 0 0,-1 0 0,1 0 0,0 0 0,0 0 0,-1 0 0,1 0 0,-1-1 0,0 1 0,1 0 0,-1-1 0,0 1 0,0-5 0,2-2 0,-1 0 0,0 0 0,-1-1 0,0 1 0,0-1 0,-1 1 0,0 0 0,-4-19 0,3 20 0,0 5 0,0 1 0,1-1 0,-1 1 0,1-1 0,-1 1 0,1-1 0,0 0 0,0 1 0,1-1 0,0-3 0,-1 6 0,0 0 0,0-1 0,0 1 0,1 0 0,-1 0 0,0 0 0,0 0 0,1 0 0,-1 0 0,0 0 0,0 0 0,1 0 0,-1 0 0,0 0 0,0 0 0,1 0 0,-1 0 0,0 0 0,0 0 0,1 0 0,-1 0 0,0 0 0,0 1 0,1-1 0,-1 0 0,0 0 0,0 0 0,0 0 0,1 0 0,-1 1 0,0-1 0,11 8 0,-9-6 0,11 6 0,0 0 0,1 0 0,0-2 0,0 0 0,1 0 0,-1-1 0,1-1 0,0 0 0,29 2 0,-35-5 0,0-1 0,0 0 0,0-1 0,0 0 0,0 0 0,0-1 0,-1 0 0,10-4 0,-12 4 0,0-1 0,-1 0 0,1 0 0,0-1 0,-1 1 0,0-1 0,0-1 0,0 1 0,0 0 0,-1-1 0,0 0 0,4-6 0,-5 7 0,-1 1 0,0-1 0,0 1 0,-1-1 0,1 0 0,-1 0 0,0 0 0,0 0 0,0 0 0,0 0 0,-1 0 0,1 0 0,-1 0 0,-1-7 0,0 5 0,0 0 0,0 1 0,-1-1 0,0 0 0,0 1 0,0 0 0,-1-1 0,0 1 0,-5-6 0,0 0 0,-1 0 0,-1 1 0,1 1 0,-2 0 0,1 0 0,-1 1 0,-1 0 0,-12-7 0,7 7 30,0 0 0,-1 1 0,-31-8 0,37 12-242,0 1 0,0 0 0,0 1-1,-1 0 1,1 1 0,-21 2 0,17 1-6614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20.7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24575,'278'324'0,"-274"-319"0,9 12 0,25 29 0,-34-42 0,0 0 0,1 0 0,-1 0 0,1 0 0,0-1 0,0 0 0,8 4 0,-12-7 0,0 1 0,0-1 0,0 1 0,0-1 0,0 0 0,1 0 0,-1 1 0,0-1 0,0 0 0,0 0 0,0 0 0,1 0 0,-1-1 0,0 1 0,0 0 0,0 0 0,0-1 0,0 1 0,1 0 0,-1-1 0,0 1 0,0-1 0,1 0 0,0-1 0,-1 0 0,1 0 0,0 1 0,-1-1 0,0 0 0,1 0 0,-1 0 0,0-1 0,0 1 0,1-4 0,1-4 0,0-1 0,-1 1 0,-1 0 0,1-13 0,-2-1 0,-1 18 0,1 1 0,0 0 0,0-1 0,1 1 0,0-1 0,1-8 0,-1 13 0,-1 1 0,0-1 0,1 0 0,-1 1 0,0-1 0,1 0 0,-1 1 0,1-1 0,-1 1 0,1-1 0,-1 1 0,1-1 0,0 1 0,-1-1 0,1 1 0,-1-1 0,1 1 0,0 0 0,-1-1 0,1 1 0,0 0 0,0 0 0,-1 0 0,1-1 0,0 1 0,0 0 0,-1 0 0,1 0 0,0 0 0,0 0 0,-1 0 0,1 1 0,0-1 0,-1 0 0,1 0 0,0 0 0,0 1 0,0-1 0,4 2 0,0 1 0,0-1 0,0 1 0,5 4 0,-6-5 0,36 25-341,-1 1 0,-1 2-1,40 40 1,-69-61-6485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21.7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27 198 24575,'4'0'0,"0"-1"0,0 1 0,0-1 0,0 0 0,0 0 0,0 0 0,0 0 0,0-1 0,-1 1 0,1-1 0,-1 0 0,1 0 0,-1-1 0,0 1 0,0-1 0,0 1 0,0-1 0,4-5 0,-5 6 0,-1-1 0,1 1 0,-1-1 0,1 1 0,-1-1 0,0 1 0,0-1 0,0 0 0,0 1 0,-1-1 0,1 0 0,-1 0 0,1 0 0,-1 1 0,0-1 0,0 0 0,0 0 0,-1 0 0,1 0 0,-1 1 0,0-1 0,1 0 0,-1 0 0,0 1 0,-1-1 0,-1-3 0,-1 0 0,1 1 0,-1 0 0,-1 0 0,1 0 0,-1 0 0,1 1 0,-11-7 0,14 10 0,0 0 0,0 0 0,0 1 0,0-1 0,-1 0 0,1 1 0,0-1 0,-1 1 0,1-1 0,0 1 0,-1 0 0,1 0 0,0-1 0,-1 1 0,1 0 0,0 0 0,-1 0 0,1 0 0,-1 1 0,1-1 0,0 0 0,-1 1 0,1-1 0,0 0 0,-1 1 0,1 0 0,0-1 0,0 1 0,0 0 0,0 0 0,-1-1 0,1 1 0,0 0 0,0 0 0,0 0 0,1 0 0,-1 0 0,0 1 0,0-1 0,1 0 0,-2 3 0,0 0 0,0 1 0,1-1 0,0 1 0,0 0 0,0 0 0,0-1 0,1 1 0,0 0 0,0 0 0,0 0 0,0 0 0,1 0 0,0 0 0,0-1 0,0 1 0,1 0 0,-1-1 0,5 8 0,0 1 0,1-1 0,0 0 0,1 0 0,0-1 0,13 14 0,-10-13 0,0-1 0,0-1 0,1 1 0,1-2 0,0 0 0,0-1 0,0 0 0,1-1 0,20 8 0,-31-14 0,0 0 0,0 0 0,0 0 0,0-1 0,0 1 0,0-1 0,0 0 0,0 0 0,0 0 0,0 0 0,0-1 0,0 1 0,0-1 0,-1 1 0,1-1 0,0 0 0,5-3 0,-5 2 0,1-1 0,-1 1 0,0-1 0,0 0 0,0 0 0,0 0 0,0 0 0,-1 0 0,0-1 0,1 1 0,1-6 0,3-7 0,-2 1 0,0-1 0,-1 1 0,0-1 0,2-22 0,-2-22 0,-4 41 0,1 0 0,8-34 0,-9 51 0,0 1 0,0 0 0,1 0 0,-1 0 0,0-1 0,1 1 0,-1 0 0,1 0 0,0 0 0,-1 0 0,1 0 0,0 0 0,-1 0 0,1 0 0,0 0 0,0 0 0,0 1 0,0-1 0,0 0 0,0 0 0,2 0 0,-2 1 0,0 0 0,1-1 0,-1 1 0,0 0 0,1 0 0,-1 0 0,0 1 0,1-1 0,-1 0 0,0 0 0,1 1 0,-1-1 0,0 1 0,1-1 0,-1 1 0,2 1 0,5 3 0,-1 1 0,1 0 0,-1 0 0,9 10 0,-12-11 0,18 18 0,23 23 0,-40-42 0,0 0 0,0 0 0,0 0 0,1-1 0,0 1 0,0-1 0,8 2 0,-12-4 0,0 0 0,0-1 0,1 1 0,-1-1 0,0 1 0,1-1 0,-1 0 0,0 0 0,1 0 0,-1-1 0,0 1 0,1 0 0,-1-1 0,0 0 0,0 1 0,1-1 0,-1 0 0,0 0 0,0 0 0,0 0 0,0-1 0,0 1 0,0-1 0,1-1 0,4-4 0,-1-1 0,0 0 0,0 0 0,7-15 0,-10 17 0,0 0 0,1 0 0,-1 1 0,1-1 0,0 1 0,0 0 0,1 0 0,0 0 0,0 1 0,5-5 0,-7 8 0,0 0 0,0 0 0,0 0 0,1 0 0,-1 1 0,0-1 0,0 1 0,1 0 0,-1 0 0,0 0 0,0 0 0,1 1 0,-1-1 0,5 2 0,5 2 0,0 1 0,14 6 0,-10-4 0,90 31-1365,-94-33-5461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22.5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0 220 24575,'48'26'0,"9"6"0,112 46 0,-163-76 0,-1 0 0,1-1 0,0 1 0,0-1 0,-1-1 0,13 1 0,-17-1 0,1 0 0,-1 0 0,1 0 0,-1 0 0,1-1 0,-1 1 0,1-1 0,-1 1 0,1-1 0,-1 0 0,0 1 0,1-1 0,-1 0 0,0 0 0,0 0 0,1 0 0,-1 0 0,0 0 0,0 0 0,0-1 0,0 1 0,0 0 0,-1 0 0,1-1 0,0 1 0,-1-1 0,1 1 0,-1 0 0,1-1 0,-1 1 0,1-3 0,0-26 0,-1 26 0,-1-1 0,1 1 0,1 0 0,-1-1 0,1 1 0,1-7 0,-1 10 0,-1 0 0,1 0 0,-1 1 0,1-1 0,-1 0 0,1 1 0,0-1 0,0 0 0,-1 1 0,1-1 0,0 1 0,0-1 0,0 1 0,-1-1 0,1 1 0,0-1 0,0 1 0,0 0 0,0 0 0,0 0 0,0-1 0,0 1 0,0 0 0,0 0 0,0 0 0,2 1 0,27 4 0,-26-5 0,10 4 0,1-1 0,0-1 0,0-1 0,0 0 0,0-1 0,0 0 0,18-3 0,-27 2 0,0-1 0,1 1 0,-1-1 0,0 0 0,0-1 0,0 0 0,-1 0 0,1 0 0,-1 0 0,1-1 0,-1 0 0,0 0 0,0 0 0,-1-1 0,1 0 0,-1 0 0,0 0 0,0 0 0,3-8 0,-4 8 0,-1 0 0,0-1 0,0 1 0,0-1 0,-1 1 0,0-1 0,0 0 0,-1 0 0,1 1 0,-1-1 0,0 0 0,-1 1 0,0-1 0,1 0 0,-2 0 0,1 1 0,-1-1 0,0 1 0,0 0 0,0-1 0,-1 1 0,0 0 0,0 0 0,0 1 0,0-1 0,-1 1 0,0-1 0,0 1 0,0 0 0,0 0 0,-1 1 0,1 0 0,-1-1 0,0 1 0,0 1 0,-1-1 0,1 1 0,0 0 0,-1 0 0,1 1 0,-7-2 0,-6 2-1365,3 0-5461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22.9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18 311 24575,'11'-26'0,"26"-68"0,-32 78 0,-1 1 0,0-1 0,-1 0 0,1-18 0,-4 27 0,0-1 0,-1 1 0,0-1 0,0 1 0,0-1 0,-4-9 0,4 15 0,0-1 0,0 1 0,-1 0 0,1-1 0,0 1 0,-1 0 0,1 0 0,-1 0 0,-3-3 0,4 4 0,0 0 0,0 1 0,0-1 0,0 1 0,0-1 0,0 1 0,0-1 0,0 1 0,0-1 0,0 1 0,-1 0 0,1 0 0,0 0 0,0 0 0,0 0 0,-1 0 0,1 0 0,0 0 0,0 0 0,0 0 0,-3 1 0,2 0 0,0 0 0,0 0 0,0 1 0,1-1 0,-1 0 0,0 1 0,0-1 0,1 1 0,-1 0 0,1-1 0,-1 1 0,1 0 0,0 0 0,0 0 0,0 0 0,0 0 0,0 0 0,0 1 0,0-1 0,1 0 0,-1 0 0,1 0 0,-1 4 0,0 4 0,0 0 0,1 0 0,0 0 0,2 11 0,-1-16 0,0 1 0,1-1 0,0 0 0,-1 0 0,2 0 0,-1 0 0,1 0 0,-1 0 0,1 0 0,1-1 0,-1 0 0,1 0 0,-1 0 0,1 0 0,0 0 0,1-1 0,-1 1 0,6 2 0,2 1 0,0 0 0,0-1 0,1 0 0,0-1 0,26 7 0,-20-8-151,1 0-1,-1-1 0,1-1 0,-1-1 1,1-1-1,-1 0 0,1-2 1,27-5-1,-35 4-6674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23.8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238 45 24575,'-30'-9'0,"-1"0"0,1 1 0,-1 2 0,0 1 0,-34-2 0,64 7 0,0 0 0,0 0 0,0 0 0,0 0 0,0 0 0,0 0 0,0 0 0,0 0 0,0 1 0,0-1 0,0 0 0,0 1 0,0-1 0,0 0 0,0 1 0,0-1 0,-1 2 0,2-2 0,0 1 0,0-1 0,0 1 0,0-1 0,-1 0 0,1 1 0,0-1 0,0 1 0,0-1 0,0 1 0,0-1 0,0 0 0,0 1 0,1-1 0,-1 1 0,0-1 0,0 1 0,0-1 0,0 0 0,0 1 0,1-1 0,-1 0 0,0 1 0,0-1 0,1 1 0,-1-1 0,1 0 0,2 4 0,0-1 0,0 0 0,1 1 0,0-2 0,-1 1 0,6 2 0,13 7 0,1-2 0,0 0 0,1-1 0,38 8 0,-27-10 0,-1-2 0,62 2 0,-96-7 0,1-1 0,0 1 0,-1 0 0,1 0 0,0 0 0,-1 0 0,1 0 0,0 0 0,-1 0 0,1 0 0,0 1 0,-1-1 0,1 0 0,0 0 0,-1 0 0,1 1 0,-1-1 0,1 0 0,0 1 0,-1-1 0,1 1 0,-1-1 0,1 1 0,-1-1 0,1 1 0,-1-1 0,1 1 0,-1-1 0,0 1 0,1-1 0,-1 1 0,0 0 0,1 0 0,-1 2 0,0-1 0,-1 0 0,1 0 0,-1 1 0,1-1 0,-1 0 0,0 1 0,-1 1 0,-1 4 0,-1 3 0,0 0 0,1 0 0,1 0 0,-1 1 0,2-1 0,-1 1 0,2-1 0,-1 1 0,2 0 0,-1-1 0,2 1 0,0-1 0,0 1 0,6 17 0,4 1 0,1-1 0,32 50 0,-90-108 0,-56-32-1365,88 53-5461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24.2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147 358 24575,'-1'-41'0,"-9"-67"0,7 88 0,-2 0 0,0 0 0,-1 1 0,-1 0 0,-11-24 0,-4 6 0,19 34 0,1 0 0,0 0 0,-1 0 0,1 0 0,-1 1 0,0-1 0,0 1 0,0-1 0,-3-1 0,5 4 0,0 0 0,0-1 0,1 1 0,-1 0 0,0 0 0,0 0 0,0 0 0,0 0 0,1 0 0,-1 0 0,0 0 0,0 0 0,0 0 0,0 1 0,1-1 0,-1 0 0,0 1 0,0-1 0,1 0 0,-1 1 0,0-1 0,0 1 0,1-1 0,-1 1 0,1-1 0,-1 1 0,0-1 0,1 1 0,-1 0 0,1-1 0,-1 1 0,1 0 0,0 0 0,-1-1 0,1 1 0,-1 1 0,-1 3 0,0 0 0,0-1 0,1 1 0,-2 9 0,1-3 0,1-1 0,1 1 0,-1 0 0,2 0 0,0 0 0,0-1 0,1 1 0,0 0 0,0-1 0,8 17 0,-9-22 0,1-1 0,1 1 0,-1-1 0,1 1 0,0-1 0,0 0 0,0 0 0,0 0 0,1 0 0,-1-1 0,1 0 0,0 1 0,0-1 0,1-1 0,-1 1 0,0 0 0,1-1 0,0 0 0,-1 0 0,1-1 0,0 1 0,0-1 0,0 0 0,7 0 0,-5-1 0,-1 0 0,1 0 0,0-1 0,-1 0 0,1 0 0,0-1 0,-1 0 0,0 0 0,0-1 0,1 1 0,-1-2 0,-1 1 0,1 0 0,0-1 0,-1 0 0,9-9 0,-10 10 0,0-1 0,-1 0 0,0 0 0,1 0 0,-1 0 0,-1-1 0,1 0 0,-1 1 0,0-1 0,0 0 0,0 0 0,0 0 0,-1 0 0,0 0 0,0 0 0,-1-1 0,1 1 0,-1 0 0,0 0 0,0-1 0,-3-9 0,3 13 8,-1 0 0,0-1 0,0 1 0,0 0 0,0 0 0,0 0 0,0 0 0,-1 0 0,1 0 0,-1 0 0,1 0 0,-1 1 0,0-1 0,-4-2 0,1 0-379,-1 1-1,0 0 1,-13-5 0,4 3-6455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25.6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151 54 24575,'-6'-2'0,"-55"-16"0,56 17 0,0 0 0,0 0 0,-1 1 0,1 0 0,0 0 0,0 0 0,-1 0 0,1 1 0,-7 1 0,11-1 0,-1-1 0,1 1 0,0-1 0,-1 1 0,1-1 0,0 1 0,0 0 0,0-1 0,0 1 0,0 0 0,-1 0 0,1 0 0,1 0 0,-1 0 0,0 0 0,0 0 0,0 0 0,0 0 0,1 0 0,-1 1 0,0 1 0,1-1 0,-1-1 0,1 1 0,0 0 0,0 0 0,0 0 0,0 0 0,0 0 0,1 0 0,-1-1 0,0 1 0,1 0 0,0 0 0,1 3 0,0-1 0,1 1 0,-1-1 0,1 1 0,0-1 0,1 0 0,-1 0 0,1 0 0,0 0 0,0-1 0,4 4 0,-1-3 0,-1-1 0,1 0 0,0 0 0,-1-1 0,1 1 0,0-1 0,1-1 0,-1 0 0,0 0 0,0 0 0,12-1 0,-16 0 0,0 0 0,0 0 0,0-1 0,-1 1 0,1-1 0,0 0 0,0 0 0,0 0 0,-1 0 0,1 0 0,0-1 0,-1 1 0,1-1 0,-1 0 0,0 0 0,1 0 0,-1 0 0,0 0 0,0 0 0,0 0 0,-1-1 0,1 1 0,0-1 0,-1 1 0,0-1 0,0 0 0,1 1 0,-2-1 0,1 0 0,1-4 0,-1-1 0,0-1 0,-1 1 0,0-1 0,-1 1 0,-2-16 0,0-8 0,3 32 0,0 0 0,0 0 0,0 0 0,0 0 0,0 0 0,0 0 0,0 0 0,0 0 0,0 0 0,0 0 0,0 0 0,0 0 0,0 0 0,0 0 0,0 0 0,0 1 0,0-1 0,0 0 0,0 0 0,0 0 0,0 0 0,0 0 0,0 0 0,1 0 0,-1 0 0,0 0 0,0 0 0,0 0 0,0 0 0,0 0 0,0 0 0,0 0 0,0 0 0,0 0 0,0 0 0,0 0 0,0 0 0,0 0 0,0 0 0,0 0 0,0 0 0,0 0 0,0-1 0,0 1 0,0 0 0,0 0 0,0 0 0,0 0 0,0 0 0,0 0 0,1 0 0,-1 0 0,0 0 0,0 0 0,0 0 0,0 0 0,0 0 0,0 0 0,0 0 0,0 0 0,0 0 0,0 0 0,4 6 0,5 8 0,126 201 0,-129-206 0,-1 0 0,0 0 0,0 1 0,0-1 0,-2 1 0,1 0 0,-1 0 0,0 0 0,-1 1 0,0-1 0,-1 0 0,0 1 0,-1 12 0,-2 77 0,2-98 0,-1 0 0,1 0 0,0-1 0,0 1 0,-1 0 0,1-1 0,-1 1 0,1-1 0,-1 1 0,0 0 0,1-1 0,-1 1 0,0-1 0,0 1 0,0-1 0,0 0 0,-1 0 0,1 1 0,0-1 0,0 0 0,-1 0 0,1 0 0,-1 0 0,1 0 0,-2 0 0,0 0 0,0 0 0,0-1 0,0 1 0,1-1 0,-1 0 0,0 0 0,0 0 0,0 0 0,0-1 0,1 1 0,-1-1 0,0 1 0,0-1 0,-3-2 0,-11-3 0,1-1 0,0-1 0,0-1 0,1 0 0,-23-18 0,36 25 0,-1 0 0,1-1 0,0 1 0,1 0 0,-1-1 0,0 1 0,1-1 0,-1 0 0,1 1 0,0-1 0,-2-5 0,3 7 0,-1-1 0,1 1 0,0 0 0,0 0 0,0 0 0,0 0 0,0 0 0,1 0 0,-1-1 0,0 1 0,0 0 0,1 0 0,-1 0 0,1 0 0,-1 0 0,1 0 0,-1 0 0,1 0 0,-1 0 0,1 0 0,0 0 0,0 1 0,-1-1 0,1 0 0,0 0 0,0 1 0,0-1 0,0 0 0,0 1 0,0-1 0,0 1 0,0-1 0,0 1 0,1-1 0,26-4-1365,-15 5-5461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26.8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279 1 24575,'-84'11'0,"-56"12"0,137-22 0,0 0 0,0-1 0,1 1 0,-1 1 0,0-1 0,0 0 0,1 0 0,-1 1 0,1 0 0,-1 0 0,1-1 0,0 1 0,-1 0 0,1 1 0,0-1 0,1 0 0,-4 4 0,4-2 0,0-1 0,0 0 0,0 1 0,0-1 0,0 1 0,0-1 0,1 1 0,0-1 0,0 1 0,0-1 0,0 1 0,0 0 0,1-1 0,1 5 0,2 6 0,0 0 0,2 0 0,-1-1 0,2 0 0,-1 0 0,2 0 0,12 15 0,70 77 0,-86-100 0,235 226 0,-158-157 0,-38-35 0,37 36 0,-70-65 0,-1 1 0,-1 0 0,0 1 0,0-1 0,9 22 0,-16-33 0,-1 1 0,0-1 0,1 1 0,-1 0 0,0-1 0,0 1 0,0 0 0,1-1 0,-1 1 0,0 0 0,0-1 0,0 1 0,0 0 0,0-1 0,0 1 0,-1 0 0,1-1 0,0 2 0,0-2 0,-1 1 0,1-1 0,0 0 0,-1 1 0,1-1 0,0 0 0,-1 1 0,1-1 0,0 0 0,-1 0 0,1 1 0,-1-1 0,1 0 0,0 0 0,-1 0 0,1 0 0,-1 0 0,1 1 0,-1-1 0,0 0 0,-1 0 0,-1 0 0,1-1 0,0 1 0,-1 0 0,1-1 0,0 1 0,0-1 0,-1 0 0,-1-1 0,-7-3 0,-1-2 0,2 0 0,-1 0 0,1-1 0,0 0 0,1-1 0,0 0 0,0 0 0,1-1 0,0 0 0,0-1 0,-9-18 0,6 5 0,0 0 0,2 0 0,1-1 0,0-1 0,-3-29 0,10 53 0,1 0 0,0 1 0,0-1 0,-1 1 0,1-1 0,-1 0 0,0 1 0,1-1 0,-1 1 0,0-1 0,0 1 0,0 0 0,0-1 0,0 1 0,0 0 0,0 0 0,0 0 0,-1 0 0,1 0 0,0 0 0,-2-1 0,0 1 0,1 1 0,0-1 0,-1 1 0,1-1 0,-1 1 0,1 0 0,-1 0 0,1 0 0,-1 0 0,1 0 0,-1 1 0,1-1 0,-3 2 0,-21 4-78,10-3-351,0 1 0,-28 12 0,36-12-6397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27.0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177 305 24575,'0'5'0,"0"-1"0,-1 0 0,1 1 0,-1-1 0,0 0 0,0 1 0,0-1 0,-2 5 0,2-8 0,1 0 0,-1 0 0,1 0 0,-1 0 0,0-1 0,0 1 0,1 0 0,-1 0 0,0 0 0,0-1 0,0 1 0,0 0 0,0-1 0,0 1 0,0-1 0,0 1 0,0-1 0,0 0 0,0 1 0,0-1 0,0 0 0,0 0 0,0 0 0,0 1 0,0-1 0,-1 0 0,1-1 0,0 1 0,0 0 0,0 0 0,0 0 0,0-1 0,0 1 0,0 0 0,0-1 0,-2 0 0,-4-3 0,-1 1 0,1-2 0,0 1 0,0-1 0,0 0 0,0 0 0,1-1 0,0 0 0,0 0 0,1 0 0,0-1 0,0 0 0,-7-13 0,6 9 0,1-1 0,0 1 0,0-1 0,2 0 0,-1 0 0,2 0 0,0 0 0,-2-22 0,4 23 0,0 1 0,0 0 0,1-1 0,1 1 0,0 0 0,0 0 0,5-14 0,-6 22 0,1-1 0,-1 0 0,0 0 0,1 1 0,0-1 0,-1 1 0,1-1 0,0 1 0,0 0 0,0 0 0,1 0 0,-1 0 0,0 0 0,1 0 0,0 0 0,-1 1 0,1-1 0,0 1 0,0 0 0,-1 0 0,1 0 0,0 0 0,0 1 0,0-1 0,0 1 0,0 0 0,0 0 0,1 0 0,2 0 0,7 2-1365,0 2-5461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27.4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206 133 24575,'-20'-2'0,"-56"-2"0,66 4 0,1 0 0,-1 1 0,1 0 0,0 1 0,-17 5 0,24-7 0,0 1 0,0 0 0,0-1 0,0 1 0,0 0 0,1 0 0,-1 0 0,0 0 0,1 1 0,-1-1 0,0 0 0,1 1 0,-1-1 0,1 1 0,0-1 0,0 1 0,-1 0 0,1 0 0,0-1 0,1 1 0,-1 0 0,0 0 0,0 0 0,1 0 0,-1 0 0,0 3 0,2-2 0,-1 0 0,0-1 0,1 1 0,-1-1 0,1 1 0,0 0 0,0-1 0,0 1 0,0-1 0,1 0 0,-1 1 0,0-1 0,1 0 0,0 0 0,0 0 0,-1 0 0,1 0 0,0 0 0,4 2 0,1 1 0,0-1 0,0 0 0,0 0 0,0-1 0,1 0 0,-1 0 0,1-1 0,0 0 0,8 2 0,-1-2 0,-1-1 0,1 0 0,30-3 0,-40 1 0,1 0 0,-1 0 0,0 0 0,1-1 0,-1 0 0,0 0 0,0-1 0,0 1 0,-1-1 0,1 0 0,0 0 0,-1-1 0,0 1 0,0-1 0,0 0 0,0 0 0,-1 0 0,4-5 0,-5 6 0,0-1 0,0 1 0,0-1 0,0 1 0,-1-1 0,0 0 0,0 1 0,0-1 0,0 0 0,0 0 0,-1 0 0,1 0 0,-1 0 0,0 0 0,0 0 0,-1 0 0,1 0 0,-1 1 0,0-1 0,0 0 0,0 0 0,-1 1 0,1-1 0,-1 0 0,-3-5 0,-2 0 0,0 0 0,-1 0 0,0 0 0,0 1 0,-1 0 0,0 1 0,-1 0 0,-11-7 0,15 11 0,1-1 0,-1 1 0,0 1 0,0-1 0,0 1 0,0 0 0,-1 1 0,1-1 0,0 1 0,-1 1 0,1-1 0,-1 1 0,1 0 0,-1 0 0,1 1 0,-9 1 0,14-1-80,-1-1 0,0 1-1,1-1 1,-1 1 0,1 0-1,-1 0 1,1 0 0,-1 0-1,1 0 1,-1 0 0,1 0 0,0 0-1,0 0 1,-1 1 0,1-1-1,-1 3 1,-2 4-6746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28.0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38 24575,'7'-2'0,"1"0"0,-1 1 0,0 0 0,1 0 0,-1 1 0,1 0 0,-1 0 0,0 1 0,1 0 0,-1 0 0,0 1 0,1 0 0,-1 0 0,0 1 0,0-1 0,-1 2 0,1-1 0,9 7 0,-13-8 0,65 37 0,-61-35 0,0-1 0,1 0 0,-1 0 0,1-1 0,-1 0 0,1-1 0,13 2 0,-20-3 0,0 0 0,0 0 0,0 0 0,0 0 0,0 0 0,0 0 0,0 0 0,0 0 0,0-1 0,0 1 0,0 0 0,0-1 0,0 1 0,0 0 0,-1-1 0,1 1 0,0-1 0,0 0 0,0 1 0,1-2 0,-2 1 0,0 0 0,1 0 0,-1 0 0,0 1 0,1-1 0,-1 0 0,0 0 0,0 0 0,0 0 0,0 0 0,0 0 0,0 0 0,0 0 0,0 0 0,0 0 0,0 0 0,-1-1 0,-1-4 0,0 0 0,-1 0 0,1 1 0,-8-11 0,10 16 0,0-1 0,-1 1 0,1-1 0,-1 1 0,1-1 0,0 1 0,-1-1 0,1 1 0,0-1 0,-1 0 0,1 1 0,0-1 0,0 0 0,0 1 0,0-1 0,-1 0 0,1 1 0,0-1 0,0 0 0,0 1 0,1-1 0,-1 0 0,0 0 0,0 0 0,1 1 0,-1 0 0,1-1 0,-1 1 0,1 0 0,-1 0 0,1 0 0,-1-1 0,1 1 0,-1 0 0,1 0 0,0 0 0,-1 0 0,1 0 0,-1 0 0,1 0 0,-1 0 0,1 0 0,-1 0 0,1 0 0,0 1 0,7 1 0,0 0 0,13 6 0,-16-5 0,12 3 0,1-1 0,-1-1 0,1 0 0,0-1 0,0-1 0,0-1 0,0 0 0,32-4 0,-43 2 0,1 0 0,-1 0 0,0-1 0,0 0 0,-1 0 0,12-5 0,-15 5 0,0 1 0,0-1 0,0 0 0,-1 0 0,1 0 0,-1-1 0,1 1 0,-1 0 0,0-1 0,1 0 0,-2 1 0,1-1 0,0 0 0,0 0 0,1-6 0,-2 8 0,-1 0 0,1 0 0,-1-1 0,1 1 0,0 0 0,-1 0 0,1 0 0,0 0 0,0 0 0,-1 0 0,1 0 0,0 1 0,0-1 0,0 0 0,0 0 0,0 1 0,0-1 0,1 0 0,-1 1 0,0-1 0,0 1 0,0 0 0,0-1 0,1 1 0,-1 0 0,0 0 0,0 0 0,1 0 0,-1 0 0,0 0 0,0 0 0,1 0 0,-1 0 0,0 1 0,2-1 0,5 3 0,1 0 0,-1 0 0,1 1 0,8 5 0,1 0 0,-5-4-341,0 1 0,0 1-1,15 11 1,-15-8-6485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32.2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320 169 24575,'-68'-42'0,"-141"-79"0,208 120 0,0 1 0,0-1 0,0 0 0,0 1 0,0-1 0,-1 1 0,1 0 0,0-1 0,0 1 0,-1 0 0,1 0 0,0 0 0,0 0 0,-1 0 0,1 0 0,0 0 0,-1 0 0,1 0 0,0 0 0,0 1 0,-1-1 0,1 1 0,0-1 0,-1 2 0,0-1 0,1 0 0,0 1 0,0-1 0,0 1 0,0 0 0,0-1 0,0 1 0,1 0 0,-1-1 0,1 1 0,-1 0 0,1 0 0,-1 0 0,1-1 0,0 1 0,0 3 0,0 8 0,1 0 0,0 0 0,0 0 0,1 0 0,1 0 0,1-1 0,7 22 0,3-2 0,30 51 0,0-14 0,64 78 0,64 53 0,-157-184 0,4 5 0,-1 0 0,-1 1 0,16 28 0,-31-47-114,0 1 1,0-1-1,0 1 0,-1 0 0,1 0 1,-1 0-1,0 0 0,0 0 0,-1 0 1,1 0-1,-1 6 0,-2 1-6712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32.5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179 1 24575,'-22'0'0,"-10"2"0,-2 1 0,3 0 0,6 2 0,5 0 0,6 2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32.8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136 1 24575,'-16'3'0,"3"0"0,-1 1 0,1 0 0,-1 0 0,-17 10 0,29-13 0,0 0 0,0 0 0,0 0 0,0 0 0,0 1 0,0-1 0,0 1 0,0 0 0,1-1 0,-1 1 0,0 0 0,1 0 0,0 0 0,-1 0 0,1 0 0,0 1 0,0-1 0,0 0 0,0 0 0,1 1 0,-1-1 0,1 1 0,-1-1 0,1 0 0,0 1 0,0-1 0,0 1 0,0-1 0,0 1 0,1-1 0,0 5 0,2 1 0,-1-1 0,2 0 0,-1 0 0,1-1 0,0 1 0,0-1 0,0 0 0,1 0 0,0 0 0,1 0 0,8 7 0,6 2 0,0-1 0,26 14 0,-43-27 0,-2 0 0,-1-1 0,1 0 0,0 1 0,0-1 0,-1 1 0,1-1 0,0 1 0,-1-1 0,1 1 0,-1-1 0,1 1 0,0 0 0,-1-1 0,1 1 0,0 1 0,-1-1 0,0-1 0,0 0 0,-1 0 0,1 1 0,0-1 0,0 0 0,0 0 0,0 0 0,0 1 0,-1-1 0,1 0 0,0 0 0,0 1 0,0-1 0,0 0 0,-1 0 0,1 0 0,0 0 0,0 0 0,-1 1 0,1-1 0,0 0 0,0 0 0,-1 0 0,1 0 0,0 0 0,0 0 0,-1 0 0,1 0 0,-1 0 0,-2 1 0,-1-1 0,0 0 0,0 0 0,0 0 0,-5-1 0,-64-10-1365,58 9-5461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33.1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24575,'5'17'0,"2"8"0,1 3 0,3-2 0,1 1 0,2-3 0,0-3 0,1-2 0,0-2 0,0-4 0,-3-2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33.8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24575,'8'22'0,"4"13"0,3 6 0,1 3 0,1-2 0,-1-3 0,3-4 0,0-2 0,1-2 0,1-2 0,1 0 0,-1-1 0,-1-2 0,-4-4 0,-3-2 0,-1-3 0,-2-4-8191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34.0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218 7 24575,'-27'-2'0,"-11"-2"0,1 4 0,3 0 0,7 2 0,6 2 0,6 0 0,4 2 0,5 3 0,5 2 0,3-1-8191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34.3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133 87 24575,'-6'-1'0,"-12"-3"0,-28-2 0,42 6 0,1 0 0,-1 0 0,0 0 0,0 0 0,1 1 0,-1-1 0,0 1 0,0 0 0,1 0 0,-1 0 0,1 1 0,-1-1 0,-5 4 0,9-4 0,-1-1 0,1 0 0,0 0 0,-1 1 0,1-1 0,0 0 0,-1 1 0,1-1 0,0 0 0,-1 1 0,1-1 0,0 1 0,0-1 0,-1 0 0,1 1 0,0-1 0,0 1 0,0-1 0,0 1 0,0-1 0,0 1 0,-1-1 0,1 1 0,0-1 0,0 0 0,1 1 0,-1-1 0,0 2 0,0-2 0,1 1 0,-1 0 0,1 0 0,-1 0 0,1 0 0,0 0 0,-1-1 0,1 1 0,0 0 0,0-1 0,0 1 0,1 0 0,2 2 0,1-1 0,-1 0 0,1 0 0,5 2 0,7-1 0,1 0 0,-1-1 0,0-1 0,0-1 0,1 0 0,16-4 0,-31 4 0,0 0 0,-1-1 0,1 1 0,0-1 0,-1 0 0,1 0 0,-1 0 0,1 0 0,-1 0 0,1 0 0,-1-1 0,0 1 0,0-1 0,0 0 0,0 1 0,0-1 0,2-3 0,-3 4 0,0-1 0,0 1 0,-1-1 0,1 1 0,0-1 0,-1 1 0,0-1 0,1 0 0,-1 1 0,0-1 0,1 0 0,-1 1 0,0-1 0,0 0 0,0 1 0,-1-1 0,1 0 0,0 1 0,-1-1 0,1 0 0,-1 1 0,1-1 0,-1 1 0,0-1 0,0 1 0,0-1 0,0 1 0,-1-2 0,-3-3-114,0 1 1,-1-1-1,1 1 0,-1 1 0,0-1 1,0 1-1,-1 0 0,1 0 0,-1 1 1,0 0-1,-9-3 0,1 2-6712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34.9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165 18 24575,'-8'-2'0,"-3"-2"0,1 1 0,-1 0 0,0 1 0,0 1 0,0-1 0,1 2 0,-1-1 0,-19 3 0,28-1 0,0-1 0,0 1 0,0 0 0,-1 0 0,1 0 0,0 0 0,0 0 0,1 1 0,-1-1 0,0 0 0,0 1 0,0 0 0,1-1 0,-1 1 0,1 0 0,0 0 0,-1 0 0,1 0 0,0 0 0,0 0 0,0 0 0,0 0 0,1 0 0,-1 1 0,0-1 0,1 0 0,0 0 0,-1 1 0,1 2 0,0 5 0,0-1 0,1 1 0,-1-1 0,2 1 0,4 17 0,2-4 0,0 1 0,2-2 0,19 34 0,44 61 0,-72-115 0,195 248 0,-188-239-1365,-1-2-5461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35.1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130 0 24575,'-22'3'0,"-10"0"0,1 2 0,6 4 0,6-1-8191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35.5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113 1 24575,'-10'0'0,"1"0"0,0 1 0,0 0 0,0 0 0,0 1 0,-16 6 0,23-8 0,0 1 0,0 0 0,0 0 0,0 0 0,1 0 0,-1 0 0,0 0 0,1 0 0,-1 1 0,1-1 0,-1 0 0,1 1 0,0 0 0,0-1 0,-1 1 0,1 0 0,0-1 0,0 1 0,1 0 0,-1 0 0,0 0 0,1 0 0,-1 0 0,1 0 0,0 0 0,-1 0 0,1 0 0,0 0 0,0 0 0,0 0 0,1 0 0,-1 0 0,0 0 0,1 0 0,-1 0 0,2 3 0,1 3 0,1 0 0,0 0 0,0 0 0,0 0 0,1-1 0,8 10 0,39 38 0,-21-24 0,-30-30 0,0 0 0,1 1 0,-2-1 0,1 0 0,0 0 0,0 1 0,0-1 0,-1 1 0,2 1 0,-2-2 0,0-1 0,0 1 0,0-1 0,0 1 0,0-1 0,0 1 0,0-1 0,0 1 0,0-1 0,0 1 0,0-1 0,0 1 0,0-1 0,0 1 0,-1-1 0,1 1 0,0-1 0,0 0 0,-1 1 0,1-1 0,-1 1 0,0 0 0,-1 0 0,1 0 0,-1 0 0,0 0 0,1 0 0,-1 0 0,0-1 0,0 1 0,0-1 0,0 1 0,1-1 0,-1 0 0,0 0 0,-3 0 0,-67-1-1365,57 1-5461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36.4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48 24575,'3'-4'0,"0"0"0,1 1 0,0-1 0,-1 1 0,1-1 0,0 1 0,1 1 0,-1-1 0,0 0 0,1 1 0,0 0 0,-1 0 0,1 0 0,0 1 0,0 0 0,0 0 0,9-1 0,-7 1 0,-1 1 0,1 0 0,-1 0 0,0 1 0,1-1 0,-1 1 0,1 1 0,-1-1 0,0 1 0,0 0 0,0 0 0,0 1 0,10 6 0,-13-7 0,-1 1 0,1-1 0,-1 1 0,1-1 0,-1 1 0,0 0 0,0 0 0,0 0 0,-1 0 0,1 1 0,-1-1 0,0 0 0,1 1 0,-1-1 0,-1 1 0,1-1 0,-1 1 0,1-1 0,-1 5 0,0 0 0,0 1 0,-1 0 0,0-1 0,0 1 0,-1-1 0,-5 15 0,5-17 0,0-1 0,0 0 0,1 0 0,-1 1 0,1-1 0,-1 9 0,2-13 0,0 0 0,0 1 0,0-1 0,0 0 0,1 0 0,-1 0 0,0 0 0,1 0 0,-1 0 0,0 0 0,1 0 0,-1 0 0,1 0 0,-1 0 0,1 0 0,0 0 0,-1-1 0,1 1 0,0 0 0,0 0 0,0-1 0,0 1 0,-1 0 0,1-1 0,0 1 0,0-1 0,0 1 0,0-1 0,0 1 0,0-1 0,0 0 0,0 0 0,1 1 0,0-1 0,11 1-136,1 0-1,-1-1 1,0 0-1,0-1 1,1-1-1,-1 0 1,0-1-1,0 0 0,23-9 1,-27 8-6690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37.2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76 24575,'51'55'0,"89"74"0,-120-112 0,1-1 0,0 0 0,1-1 0,37 17 0,-58-31 0,1 0 0,0 0 0,-1-1 0,1 1 0,0 0 0,0-1 0,0 0 0,0 1 0,-1-1 0,1 0 0,0 0 0,0 0 0,0 0 0,0 0 0,0 0 0,-1-1 0,1 1 0,0-1 0,0 1 0,2-2 0,-2 0 0,-1 1 0,1 0 0,-1-1 0,0 1 0,1-1 0,-1 1 0,0-1 0,0 0 0,0 1 0,-1-1 0,1 0 0,0 0 0,-1 0 0,1 1 0,-1-1 0,1 0 0,-1 0 0,0 0 0,0-3 0,1-16 0,-2 0 0,0 0 0,-1 0 0,-2 1 0,0-1 0,-8-24 0,10 31 0,2 14 0,0 0 0,0 0 0,0-1 0,0 1 0,0 0 0,0 0 0,0 0 0,0 0 0,0 0 0,0-1 0,1 1 0,-1 0 0,0 0 0,0 0 0,0 0 0,0 0 0,0 0 0,0 0 0,1-1 0,-1 1 0,0 0 0,0 0 0,0 0 0,0 0 0,0 0 0,1 0 0,-1 0 0,0 0 0,0 0 0,0 0 0,0 0 0,0 0 0,1 0 0,-1 0 0,0 0 0,0 0 0,0 0 0,1 0 0,1 1 0,1 0 0,-1 1 0,0-1 0,1 0 0,-1 1 0,4 3 0,16 13 0,0 0 0,0 0 0,35 19 0,-49-32 0,0-1 0,0-1 0,1 1 0,-1-1 0,1-1 0,0 0 0,0 0 0,0 0 0,0-1 0,0-1 0,16 0 0,-22 0 0,1-1 0,-1 1 0,0-1 0,0 0 0,0 0 0,0 0 0,0 0 0,0 0 0,0-1 0,0 0 0,0 1 0,-1-1 0,1 0 0,-1 0 0,1 0 0,-1-1 0,0 1 0,0-1 0,0 1 0,0-1 0,0 1 0,0-1 0,-1 0 0,1 0 0,-1 0 0,0 0 0,1-3 0,-1 0 0,0 1 0,0 0 0,0-1 0,-1 1 0,0 0 0,0-1 0,0 1 0,-1-1 0,1 1 0,-1 0 0,-1-1 0,1 1 0,-1 0 0,0 0 0,-4-7 0,1 3-65,0 1 0,-1 0 0,0 0 0,0 1 0,-1-1 0,0 2 0,0-1 0,-1 1 0,1 0 0,-2 0 0,1 1 0,0 0 0,-1 0 0,0 1 0,0 1 0,-1-1 0,1 1 0,0 1 0,-1 0 0,-18-2 0,6 3-6761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37.8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24575,'82'59'-574,"118"108"1,57 88 970,-132-129 252,-108-110-1913,-4-2-5562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38.2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130 150 24575,'-9'-4'0,"0"-1"0,-1 0 0,0 0 0,0 1 0,-1 0 0,1 1 0,-1 0 0,-19-2 0,29 5 0,0-1 0,1 1 0,-1 0 0,0 0 0,0 0 0,0 0 0,1 0 0,-1 1 0,0-1 0,0 0 0,0 0 0,1 0 0,-1 1 0,0-1 0,0 0 0,1 1 0,-1-1 0,0 1 0,1-1 0,-1 0 0,0 1 0,1 0 0,-2 0 0,2 0 0,0 0 0,-1 0 0,1 0 0,0 0 0,0 0 0,0-1 0,0 1 0,0 0 0,0 0 0,0 0 0,0 0 0,1 0 0,-1 0 0,0-1 0,0 1 0,1 0 0,0 1 0,2 4 0,0-1 0,0 0 0,1 0 0,8 8 0,4 3 0,1-1 0,0-1 0,1-1 0,1 0 0,0-2 0,1 0 0,29 11 0,-43-19 0,0-2 0,-1 1 0,1-1 0,0 0 0,0 0 0,1-1 0,-1 1 0,0-1 0,0-1 0,0 1 0,0-1 0,0 0 0,9-3 0,-12 3 0,0-1 0,0 1 0,0-1 0,0 1 0,0-1 0,0 0 0,-1 0 0,1 0 0,-1 0 0,1-1 0,-1 1 0,0-1 0,0 0 0,0 1 0,0-1 0,-1 0 0,1 0 0,-1 0 0,0 0 0,1 0 0,-1 0 0,-1-1 0,1 1 0,0 0 0,-1 0 0,0-5 0,0-1 0,0-1 0,-1 1 0,0-1 0,-1 1 0,0-1 0,-1 1 0,0 0 0,0 0 0,-7-12 0,6 11 0,-1 1 0,-1 0 0,0 1 0,0 0 0,0 0 0,-1 0 0,0 0 0,-13-9 0,15 13 9,-1 1 1,1 0-1,-1 1 0,1-1 0,-1 1 1,0 0-1,0 1 0,0-1 0,0 1 0,0 1 1,0-1-1,-12 1 0,9 0-195,-1 1 1,1 1-1,-1-1 0,1 2 1,0-1-1,-1 1 1,-11 6-1,3 0-6640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42.3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262 78 24575,'-185'-71'0,"181"70"0,0 0 0,0-1 0,0 1 0,0 1 0,0-1 0,-1 1 0,1-1 0,-8 2 0,11-1 0,-1 0 0,1 1 0,0-1 0,-1 1 0,1 0 0,0-1 0,-1 1 0,1 0 0,0 0 0,0 0 0,-1 0 0,1 0 0,0 0 0,0 0 0,0 0 0,1 1 0,-1-1 0,0 0 0,0 1 0,1-1 0,-1 0 0,0 1 0,1-1 0,-1 1 0,1-1 0,0 1 0,-1 1 0,0 6 0,-1 1 0,1 0 0,0-1 0,1 1 0,1 0 0,-1-1 0,1 1 0,5 17 0,-2-12 0,1-1 0,1 0 0,0 0 0,0 0 0,10 13 0,7 5 0,2 0 0,0-2 0,42 39 0,33 21 0,112 77 0,-171-137-85,0 0-555,41 37 0,-73-57-6186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42.5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249 1 24575,'-27'5'0,"-11"1"0,-2 1 0,3-2 0,6 1 0,6-1 0,4-1 0,4-1 0,4-1-8191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42.7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24575,'8'12'0,"4"7"0,3 0 0,-1-1 0,-1-1 0,1-3 0,-3-2 0,-1-3 0,-2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42.9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24575,'10'0'0,"6"2"0,2 4 0,-2 1-8191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43.5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146 471 24575,'6'-7'0,"-1"-1"0,1 0 0,-1 0 0,-1 0 0,8-17 0,-11 20 0,1-1 0,-1 0 0,0 1 0,0-1 0,-1 0 0,1 0 0,-1 0 0,0 1 0,-1-1 0,-2-10 0,-11-39 0,-2 1 0,-33-70 0,24 72 0,22 46 0,-1 0 0,1 1 0,-1 0 0,0 0 0,-1 0 0,-8-8 0,13 13 0,0 0 0,-1-1 0,1 1 0,-1 0 0,1-1 0,-1 1 0,1 0 0,0 0 0,-1 0 0,1-1 0,-1 1 0,1 0 0,-1 0 0,1 0 0,-1 0 0,1 0 0,-1 0 0,0 0 0,1 0 0,-1 0 0,1 0 0,-1 0 0,1 0 0,-1 1 0,1-1 0,0 0 0,-1 0 0,0 1 0,0 0 0,-1 0 0,1 0 0,0 0 0,0 0 0,0 0 0,0 1 0,0-1 0,1 0 0,-2 3 0,-1 3 0,0 0 0,-3 14 0,3-10 0,1-1 0,0 1 0,1 0 0,0 0 0,0 0 0,1 0 0,1 0 0,0-1 0,0 1 0,1 0 0,1 0 0,0-1 0,0 1 0,1-1 0,0 0 0,1 0 0,0-1 0,0 1 0,1-1 0,1 0 0,-1 0 0,1-1 0,10 9 0,-1-4 0,0 0 0,0-1 0,2-1 0,-1 0 0,31 12 0,99 31 0,-140-52-105,1 1-21,-1-1 0,0 1 0,1-2 0,-1 1 0,1-1 0,-1 0 0,1-1 0,-1 1 0,10-2 0,-8-2-6700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43.8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24575,'15'17'0,"9"13"0,6 7 0,3 1 0,0 0 0,0-2 0,-1-3 0,-1-3 0,-1-3 0,-3-1 0,-1 1 0,-2-3 0,-4-3 0,-2-2 0,-4-2 0,-5-1 0,-3-4-8191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44.4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1 292 24575,'74'17'0,"-49"-10"0,-1-2 0,1 0 0,-1-2 0,42 1 0,-57-4 0,1-2 0,-1 1 0,1-1 0,-1-1 0,0 1 0,0-2 0,0 1 0,0-1 0,0-1 0,7-5 0,-11 7 0,-1 0 0,1 0 0,-1 0 0,0-1 0,0 0 0,-1 0 0,1 0 0,-1 0 0,0-1 0,0 1 0,0-1 0,-1 0 0,1 0 0,-1 0 0,0 0 0,-1 0 0,1 0 0,0-10 0,-1 9 0,-1 1 0,0-1 0,0 0 0,0 1 0,-1-1 0,0 1 0,0-1 0,-1 1 0,1-1 0,-1 1 0,0 0 0,-1 0 0,1 0 0,-1 0 0,0 0 0,0 0 0,-1 1 0,1 0 0,-1-1 0,0 1 0,0 1 0,-6-5 0,9 7 0,0 0 0,0 0 0,0 0 0,-1 1 0,1-1 0,0 0 0,0 1 0,-1-1 0,1 1 0,0 0 0,-1-1 0,1 1 0,-1 0 0,1 0 0,0 0 0,-1 0 0,1 0 0,-1 0 0,1 0 0,0 0 0,-1 1 0,1-1 0,0 0 0,-1 1 0,1-1 0,0 1 0,-1 0 0,1-1 0,0 1 0,0 0 0,0 0 0,0 0 0,0 0 0,0-1 0,0 2 0,0-1 0,-1 1 0,0 2 0,-1 0 0,1-1 0,0 1 0,0 0 0,1 0 0,-1 0 0,1 1 0,0-1 0,0 0 0,-1 9 0,2-8 0,0 0 0,0 0 0,1 0 0,-1 0 0,1 0 0,0 0 0,0 0 0,1 0 0,-1-1 0,1 1 0,4 6 0,-1-2 0,1 0 0,1-1 0,-1 0 0,13 12 0,-9-11 0,0 0 0,1 0 0,0-1 0,0 0 0,1-1 0,0-1 0,0 1 0,1-2 0,-1 0 0,1 0 0,1-1 0,20 3 0,-15-3 0,0-1 0,0-1 0,0-1 0,0-1 0,0 0 0,0-2 0,0 0 0,0-1 0,0-1 0,-1 0 0,36-15 0,-50 18 0,0-1 0,0 0 0,-1-1 0,1 1 0,-1 0 0,0-1 0,1 0 0,-1 0 0,0 0 0,5-7 0,-7 8 0,0 0 0,0 0 0,0 0 0,0 0 0,0 0 0,-1-1 0,1 1 0,-1 0 0,1 0 0,-1-1 0,0 1 0,0 0 0,0-1 0,0 1 0,0 0 0,0 0 0,-1-1 0,1 1 0,-1 0 0,0 0 0,-1-4 0,-5-8 0,-1 1 0,-17-23 0,14 21 0,-15-27 0,23 37 0,1 0 0,0 0 0,0 0 0,0 0 0,1 0 0,0-1 0,0 1 0,0-1 0,1 1 0,0-6 0,0 8 6,0 1 0,0-1 0,1 1 0,-1 0 0,1-1 0,-1 1 0,1 0 0,0 0 0,0-1 0,0 1 0,0 0 0,1 0 0,-1 0 0,1 0 0,-1 0 0,1 1 0,-1-1 0,1 0 0,3-1 0,-2 0-141,0 1 0,1 1 0,-1-1 0,1 0 0,0 1 0,0 0 0,-1 0 0,1 0 0,0 0 0,8 0 0,1 1-6691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44.7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24575,'8'17'0,"2"9"0,1 1 0,3 0 0,0-6 0,1-3 0,-3-3 0,0-1 0,-1-3 0,2-1 0,-3-3-8191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44.9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 24575,'17'-5'0,"8"1"0,3 3 0,-2 5 0,-2 4 0,-6 3 0,-5 2 0,-5-1-8191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45.4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0 105 24575,'3'5'0,"0"0"0,0-1 0,1 1 0,-1-1 0,1 0 0,0 0 0,1 0 0,-1 0 0,10 6 0,-13-10 0,1 1 0,-1 0 0,1 0 0,0 0 0,-1-1 0,1 1 0,0-1 0,0 0 0,-1 1 0,1-1 0,0 0 0,0 0 0,-1 0 0,1 0 0,2 0 0,-3-1 0,1 0 0,-1 1 0,0-1 0,0 0 0,1 1 0,-1-1 0,0 0 0,0 0 0,0 0 0,0 0 0,0 0 0,0 0 0,0 0 0,0-1 0,0 1 0,0 0 0,-1 0 0,1-1 0,-1 1 0,1 0 0,0-2 0,2-8 0,0-1 0,2-19 0,-3 19 0,0 0 0,4-13 0,-5 22 0,0 1 0,0 1 0,0-1 0,0 0 0,1 0 0,-1 0 0,1 0 0,-1 1 0,1-1 0,-1 1 0,1-1 0,0 1 0,0 0 0,0 0 0,0 0 0,0 0 0,0 0 0,0 0 0,0 0 0,0 1 0,0-1 0,1 1 0,-1-1 0,0 1 0,3 0 0,5-1 0,1 1 0,-1 0 0,1 1 0,10 2 0,26 8 0,-1 1 0,64 27 0,-56-20 0,-10-2-1365,-27-9-5461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46.2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124 0 24575,'-18'4'0,"-27"10"0,40-12 0,0 0 0,0 0 0,0 1 0,0 0 0,1 0 0,-1 0 0,1 0 0,0 1 0,-6 5 0,9-7 0,0-1 0,0 0 0,1 0 0,-1 0 0,0 1 0,1-1 0,-1 0 0,1 1 0,-1-1 0,1 0 0,-1 1 0,1-1 0,0 1 0,0-1 0,0 1 0,0-1 0,0 1 0,0 1 0,1-1 0,-1 1 0,1-1 0,0 1 0,0-1 0,0 1 0,1-1 0,-1 0 0,0 1 0,3 2 0,2 1 0,-1 0 0,1 0 0,1 0 0,-1-1 0,11 7 0,-16-11 0,0 0 0,1 0 0,-1-1 0,0 1 0,1 0 0,0-1 0,-1 1 0,1-1 0,-1 1 0,1-1 0,0 0 0,-1 1 0,1-1 0,-1 0 0,1 0 0,0 0 0,-1 0 0,1-1 0,0 1 0,-1 0 0,1-1 0,-1 1 0,3-1 0,-3-1 0,1 1 0,0 0 0,-1 0 0,1-1 0,-1 1 0,1-1 0,-1 0 0,0 1 0,1-1 0,-1 0 0,0 1 0,0-1 0,0 0 0,-1 0 0,1 0 0,0 0 0,-1 0 0,1-2 0,0-4 0,0 0 0,-1 0 0,0 0 0,0 0 0,0 0 0,-1 0 0,-1 1 0,-2-11 0,0 0 0,28 60 0,105 215 0,-9-18 0,-106-210 0,-2 0 0,-1 0 0,-2 1 0,12 59 0,-21-84 0,1 0 0,-1 0 0,0 0 0,0 1 0,-1-1 0,1 0 0,-1 0 0,-3 8 0,4-11 0,-1 0 0,0 1 0,0-1 0,0 0 0,-1 0 0,1 0 0,0-1 0,-1 1 0,0 0 0,1 0 0,-1-1 0,0 1 0,0-1 0,0 0 0,1 1 0,-2-1 0,1 0 0,0 0 0,0 0 0,0 0 0,-3 0 0,-4 1 0,0-1 0,0 0 0,0 0 0,0-1 0,0-1 0,0 1 0,0-1 0,0-1 0,0 0 0,-14-4 0,8 1 0,1-1 0,0-1 0,0 0 0,0 0 0,-17-13 0,24 14 0,-1 0 0,1-1 0,1 0 0,-1 0 0,1 0 0,0-1 0,1 1 0,-1-2 0,2 1 0,-1 0 0,1-1 0,1 0 0,-1 0 0,-2-13 0,5 15 0,0 0 0,0 1 0,0-1 0,1 0 0,0 0 0,1 1 0,-1-1 0,1 0 0,1 1 0,-1-1 0,1 0 0,0 1 0,0 0 0,1-1 0,0 1 0,0 0 0,1 1 0,-1-1 0,1 0 0,1 1 0,4-5 0,0 1-341,0 1 0,1 1-1,16-10 1,-11 8-6485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5:58.8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289 305 24575,'3'-10'0,"-1"1"0,2-1 0,-1 1 0,1 0 0,10-15 0,-11 18 0,1 1 0,0 1 0,0-1 0,1 0 0,-1 1 0,1 0 0,0 0 0,0 0 0,1 1 0,6-4 0,14-4 0,56-17 0,-25 10 0,51-15 0,162-26 0,-249 55 0,63-9 0,0 4 0,123 2 0,-149 7 0,35 0 0,149 18 0,11 30 0,-188-31 0,115 45 0,-145-46 0,-1 1 0,-1 2 0,-1 1 0,0 1 0,-2 2 0,36 34 0,176 192 0,-155-146 0,-70-81 0,-2 1 0,23 46 0,-27-46 0,-2 1 0,-1 0 0,8 38 0,-14-47 0,1-1 0,-2 1 0,0 0 0,-1 0 0,-1-1 0,0 1 0,-4 21 0,0-22 0,-1 1 0,0-1 0,-1 0 0,0-1 0,-1 1 0,-10 12 0,11-17 0,-1 0 0,0-1 0,0 1 0,-1-2 0,0 1 0,0-1 0,-1-1 0,1 1 0,-1-2 0,-1 1 0,1-2 0,-1 1 0,-14 3 0,-16 3 0,-1-2 0,-52 5 0,73-12 0,-396 28-544,-3-34-1,8-26-266,5-43 0,305 46 653,-173-68 0,235 78 119,1-2-1,0-2 1,2-1-1,1-2 1,0-2-1,2-1 1,-33-34-1,49 42-50,1-2 1,1 0-1,1-1 0,0 0 0,2-1 0,1-1 1,0 0-1,-11-38 0,13 28-3950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00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3 24575,'0'0'0,"0"-1"0,0 1 0,0 0 0,0 0 0,0 0 0,-1 0 0,1-1 0,0 1 0,0 0 0,0 0 0,0 0 0,-1 0 0,1 0 0,0 0 0,0 0 0,0-1 0,-1 1 0,1 0 0,0 0 0,0 0 0,0 0 0,-1 0 0,1 0 0,0 0 0,0 0 0,-1 0 0,1 0 0,0 0 0,0 0 0,0 0 0,-1 1 0,1-1 0,0 0 0,0 0 0,-1 0 0,-3 9 0,2 11 0,3-8 0,0-1 0,1 0 0,0 1 0,8 19 0,21 44 0,-24-60 0,7 16 0,3-1 0,0-1 0,2-1 0,1 0 0,1-2 0,35 35 0,-18-25 0,1-2 0,2-1 0,67 39 0,-72-52-112,1-1 1,1-3-1,0 0 0,61 14 0,166 24-660,-183-40 701,3 1-1061,-12-4-4525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01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27 24575,'-20'-26'0,"29"55"0,112 214 0,-86-175 0,12 9-139,-33-54-1087,-8-14-5600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01.7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 83 24575,'-78'3'0,"70"-2"0,0 0 0,0 1 0,0 0 0,1 0 0,-1 0 0,1 1 0,-12 7 0,18-10 0,0 1 0,0-1 0,1 0 0,-1 1 0,0-1 0,0 1 0,1-1 0,-1 1 0,0 0 0,1-1 0,-1 1 0,1 0 0,-1-1 0,1 1 0,-1 0 0,1 0 0,0 0 0,-1-1 0,1 1 0,0 0 0,0 0 0,-1 0 0,1 1 0,0-1 0,1 0 0,-1 0 0,0 0 0,1 0 0,-1 0 0,1 0 0,-1 0 0,1 0 0,0 0 0,-1 0 0,1 0 0,0 0 0,-1-1 0,1 1 0,0 0 0,1 0 0,5 4 0,-1-1 0,1 0 0,15 5 0,-21-9 0,19 8 0,0-1 0,1-2 0,24 5 0,-31-8 0,0-1 0,-1 0 0,1-1 0,0 0 0,26-5 0,-34 4 0,0-1 0,-1 0 0,1 0 0,-1 0 0,0-1 0,1 1 0,-1-1 0,0-1 0,-1 1 0,7-6 0,-10 8 0,1 0 0,-1 0 0,0-1 0,0 1 0,0-1 0,0 1 0,0-1 0,0 1 0,0-1 0,0 0 0,0 0 0,-1 1 0,1-1 0,-1 0 0,1 0 0,-1 1 0,0-1 0,1 0 0,-1 0 0,0 0 0,0 0 0,-1 0 0,1 1 0,0-1 0,0 0 0,-1 0 0,0 0 0,1 1 0,-1-1 0,0 0 0,1 0 0,-1 1 0,0-1 0,0 1 0,-3-3 0,-1-2 0,-1 1 0,0-1 0,0 1 0,0 1 0,0-1 0,-1 1 0,-8-4 0,-53-20 0,8 8-1365,34 13-5461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02.0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24575,'9'29'0,"7"15"0,2 3 0,1-5 0,-1-7 0,0-5 0,-1-4 0,-2-5 0,0 0 0,0-2 0,0-2 0,-1 2 0,0-1 0,0 0 0,-2-1 0,-1-4 0,-2-3-8191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02.2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184 10 24575,'-30'-3'0,"-11"0"0,-2 0 0,4 3 0,8 1-8191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02.5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0 24575,'-7'6'0,"0"0"0,1 1 0,0-1 0,0 1 0,1 0 0,-7 11 0,11-16 0,0 0 0,-1 0 0,1 0 0,0 0 0,1 0 0,-1 1 0,0-1 0,1 0 0,-1 0 0,1 0 0,0 1 0,0-1 0,0 0 0,0 1 0,0-1 0,0 0 0,0 1 0,1-1 0,-1 0 0,1 0 0,0 0 0,0 1 0,0-1 0,0 0 0,0 0 0,0 0 0,0 0 0,1-1 0,2 4 0,7 5 0,0-2 0,0 1 0,20 9 0,1 2 0,-5-4 0,-19-11 0,0-1 0,0 1 0,14 12 0,-22-17 0,0 0 0,0 0 0,1 0 0,-1 0 0,0 1 0,0-1 0,0 0 0,0 0 0,0 0 0,0 0 0,1 0 0,-1 0 0,0 1 0,0-1 0,0 0 0,0 0 0,0 0 0,0 0 0,0 0 0,0 1 0,0-1 0,0 0 0,0 0 0,0 0 0,0 0 0,0 1 0,0-1 0,0 0 0,0 0 0,0 0 0,0 0 0,0 1 0,0-1 0,0 0 0,0 0 0,0 0 0,0 0 0,0 0 0,0 1 0,0-1 0,-1 0 0,1 0 0,0 0 0,0 0 0,0 0 0,-10 3 0,-13-3 0,-144-23-1365,141 20-5461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03.2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1 24575,'127'35'0,"-99"-26"0,-1 2 0,38 20 0,-62-29 0,0 0 0,1 0 0,-1 0 0,-1 0 0,1 1 0,0-1 0,-1 1 0,1 0 0,-1 0 0,0 0 0,0 0 0,0 0 0,0 0 0,0 0 0,-1 1 0,2 5 0,-2-6 0,0 0 0,-1 1 0,0-1 0,0 0 0,0 0 0,0 0 0,0 0 0,-1 0 0,1 0 0,-1 0 0,0 0 0,0 0 0,0 0 0,0 0 0,-1 0 0,1 0 0,-1 0 0,1-1 0,-5 5 0,1-2 0,0 1 0,0-1 0,-1 0 0,0-1 0,0 1 0,-1-1 0,1 0 0,-1-1 0,0 1 0,1-1 0,-2-1 0,1 0 0,0 1 0,0-2 0,-1 1 0,1-1 0,-1-1 0,1 1 0,-1-1 0,-14-2 0,8 0 0,0 0 0,1-1 0,0 0 0,-1-1 0,1-1 0,1 0 0,-1-1 0,1 0 0,0-1 0,-19-13 0,21 12 0,1 0 0,-17-18 0,23 22 0,0 1 0,1-1 0,-1 0 0,1 0 0,0 0 0,0 0 0,0 0 0,0 0 0,1-1 0,0 1 0,-1-6 0,1 9 0,1-1 0,0 1 0,0-1 0,0 1 0,0-1 0,0 1 0,1 0 0,-1-1 0,0 1 0,1-1 0,-1 1 0,1 0 0,-1-1 0,1 1 0,0 0 0,-1-1 0,1 1 0,2-2 0,-1 1 0,-1 1 0,1-1 0,0 1 0,0 0 0,0 0 0,0 0 0,1 0 0,-1 0 0,0 0 0,4-1 0,5 0 0,0 1 0,0 0 0,0 1 0,12 0 0,-14 1 0,7-1-99,-2 0-323,-1 0 0,19 4 0,-18-1-6404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03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218 60 24575,'-18'-9'0,"2"0"0,0 1 0,0 1 0,-1 0 0,1 1 0,-34-6 0,48 11 0,-1 1 0,1-1 0,-1 1 0,1 0 0,-1 0 0,1 1 0,-1-1 0,1 0 0,-1 1 0,1-1 0,-1 1 0,1 0 0,0 0 0,-1 0 0,1 0 0,0 0 0,0 1 0,0-1 0,-3 2 0,3 0 0,0-1 0,1 1 0,-1-1 0,0 1 0,1 0 0,-1-1 0,1 1 0,0 0 0,0 0 0,0 0 0,0 0 0,1 0 0,-1 0 0,1 0 0,0 4 0,0 10 0,0 0 0,1 1 0,1-1 0,1 0 0,1 0 0,9 28 0,45 94 0,-57-137 0,22 40 0,1-1 0,35 46 0,18 27 0,-68-100-1365,-2-3-5461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03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323 12 24575,'-30'-3'0,"-14"0"0,-5 0 0,2 1 0,5 2 0,8 2 0,7 1 0,6-1 0,4 0 0,5 2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04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229 531 24575,'-31'-6'0,"-13"-2"0,-77-6 0,119 14 0,0 0 0,0 0 0,0 0 0,0 1 0,0-1 0,0 0 0,0 1 0,1-1 0,-1 1 0,0-1 0,0 1 0,1 0 0,-4 2 0,5-3 0,-1 0 0,1 0 0,0 1 0,0-1 0,-1 1 0,1-1 0,0 0 0,0 1 0,-1-1 0,1 0 0,0 1 0,0-1 0,0 1 0,0-1 0,0 1 0,0-1 0,0 0 0,0 1 0,0-1 0,0 1 0,0-1 0,0 1 0,0 0 0,1 1 0,-1-1 0,0 0 0,1 0 0,0 0 0,-1 0 0,1 0 0,0 0 0,0 0 0,-1 0 0,3 1 0,6 6 0,1 0 0,1-1 0,-1 0 0,1 0 0,0-2 0,18 8 0,-11-6 0,0-1 0,1-1 0,29 4 0,-46-9 0,9 2 0,1-1 0,0 0 0,23-2 0,-33 0 0,1 1 0,-1 0 0,0-1 0,1 0 0,-1 0 0,0 1 0,1-1 0,-1-1 0,0 1 0,0 0 0,3-2 0,-4 2 0,0 0 0,0-1 0,-1 1 0,1 0 0,0 0 0,0 0 0,-1 0 0,1-1 0,-1 1 0,1 0 0,-1-1 0,1 1 0,-1 0 0,0-1 0,0 1 0,0 0 0,0-1 0,0 1 0,0-1 0,0 1 0,0-3 0,-2 0 0,1 0 0,0 0 0,-1 0 0,0 0 0,0 1 0,0-1 0,-1 1 0,1-1 0,-1 1 0,1 0 0,-1 0 0,0 0 0,-1 0 0,1 0 0,-6-3 0,3 2 0,0 0 0,0 1 0,0-1 0,0 2 0,-1-1 0,1 1 0,-1 0 0,1 0 0,-8-1 0,13 3 0,0 0 0,0 0 0,0 0 0,0 0 0,0 0 0,0 0 0,0 0 0,0 0 0,0 0 0,0 0 0,0 1 0,0-1 0,0 0 0,0 1 0,0-1 0,0 1 0,0-1 0,-1 2 0,2-2 0,-1 1 0,1 0 0,-1-1 0,1 1 0,0 0 0,0-1 0,-1 1 0,1 0 0,0-1 0,0 1 0,0 0 0,0-1 0,0 1 0,0 0 0,0 0 0,0-1 0,0 1 0,0 0 0,0-1 0,0 2 0,2 1 0,-1 1 0,0-1 0,1 1 0,0-1 0,-1 0 0,1 0 0,1 1 0,2 3 0,1-2 0,0 1 0,0-1 0,1 0 0,-1-1 0,1 1 0,0-1 0,0-1 0,1 1 0,-1-1 0,14 3 0,6 1 0,48 5 0,-62-11 0,-4 0 0,-1 0 0,1-1 0,0 0 0,0 0 0,0-1 0,0 0 0,0-1 0,0 0 0,-1-1 0,1 1 0,-1-2 0,0 1 0,0-1 0,0 0 0,0-1 0,-1 0 0,0 0 0,1-1 0,-2 1 0,1-2 0,-1 1 0,0-1 0,0 0 0,-1 0 0,0 0 0,0-1 0,-1 0 0,0 0 0,0 0 0,-1 0 0,0-1 0,-1 1 0,1-1 0,-2 0 0,1 1 0,-1-1 0,0 0 0,-1-14 0,-3 2 0,0 0 0,-1 1 0,-1-1 0,0 0 0,-2 1 0,-1 1 0,-14-29 0,4 16 0,-1 1 0,-2 1 0,-36-43 0,54 70 0,-22-23 0,24 25 0,-1 0 0,1 0 0,0 0 0,-1 0 0,1 0 0,-1 0 0,1 0 0,-1 0 0,0 1 0,1-1 0,-1 1 0,0-1 0,1 1 0,-1 0 0,0-1 0,-2 1 0,3 0 0,0 1 0,0-1 0,1 0 0,-1 1 0,0-1 0,0 1 0,1-1 0,-1 1 0,0-1 0,1 1 0,-1-1 0,1 1 0,-1 0 0,1-1 0,-1 1 0,1 0 0,-1-1 0,1 1 0,-1 0 0,1 0 0,0-1 0,0 1 0,-1 0 0,1 1 0,-3 22 0,3-8 0,1 0 0,1 0 0,0 0 0,9 29 0,26 62 0,-31-91 0,13 34 0,3-2 0,50 84 0,-55-106 0,2 0 0,0-1 0,1-1 0,2-1 0,0-1 0,30 22 0,-47-40 0,1-1 0,-1 0 0,0 0 0,1 0 0,0 0 0,-1-1 0,1 0 0,0 0 0,0-1 0,1 1 0,6-1 0,-9 0 0,-1-1 0,1 0 0,0-1 0,0 1 0,-1-1 0,1 0 0,0 1 0,-1-2 0,1 1 0,-1 0 0,1-1 0,-1 1 0,0-1 0,0 0 0,1 0 0,-1-1 0,-1 1 0,1-1 0,4-4 0,-2 1 0,0-1 0,-1 1 0,1-1 0,-1 0 0,-1-1 0,0 1 0,0-1 0,0 0 0,2-10 0,-3 5 0,0 1 0,0-1 0,-2 0 0,1 0 0,-3-15 0,-3 3 0,19 59-273,2-1 0,1 0 0,1-1 0,31 38 0,-40-58-6553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04.9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24575,'3'8'0,"2"4"0,2 3 0,-2 1 0,-3 3 0,-2 1 0,-2-1 0,1-1 0,-1-3-8191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05.4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20 24575,'-7'-3'0,"-11"-2"0,-27-5 0,41 9 0,-1 1 0,1-1 0,0 1 0,0 0 0,-1 0 0,1 1 0,0-1 0,0 1 0,-1 0 0,1 0 0,0 0 0,-5 3 0,7-3 0,1 0 0,0-1 0,0 1 0,-1 0 0,1 0 0,0 0 0,0 0 0,0 0 0,0 1 0,0-1 0,0 0 0,1 0 0,-1 1 0,0-1 0,1 0 0,-1 1 0,1-1 0,-1 2 0,0 0 0,1 0 0,0 0 0,0 0 0,0-1 0,0 1 0,0 0 0,0 0 0,1 0 0,1 3 0,0 1 0,1 0 0,0 0 0,0 0 0,1 0 0,0-1 0,6 9 0,-2-6 0,1 0 0,-1 0 0,1-1 0,1 0 0,18 12 0,-22-17 0,0 1 0,0-1 0,0 0 0,0-1 0,1 1 0,-1-1 0,1-1 0,0 1 0,-1-1 0,1 0 0,12 0 0,-17-1 0,0 0 0,0-1 0,0 1 0,0 0 0,-1-1 0,1 1 0,0-1 0,0 0 0,-1 1 0,1-1 0,0 0 0,-1 0 0,1 0 0,-1 0 0,1-1 0,-1 1 0,1 0 0,-1-1 0,0 1 0,1-2 0,0 0 0,-1 0 0,1 0 0,-1 0 0,0 0 0,0 0 0,0 0 0,-1 0 0,1 0 0,-1-1 0,0 1 0,0-3 0,0-3 0,-1 1 0,0 0 0,0 0 0,-1 0 0,0 0 0,-1 0 0,1 0 0,-8-12 0,7 15 0,1 1 0,0 0 0,0 0 0,0 0 0,-1 0 0,0 1 0,0-1 0,0 1 0,0-1 0,0 1 0,-8-5 0,11 8 0,0 0 0,0 0 0,-1 0 0,1 0 0,0-1 0,0 1 0,0 0 0,-1 0 0,1 0 0,0 0 0,0 0 0,0 0 0,-1 0 0,1 0 0,0 0 0,0 0 0,0 0 0,-1 0 0,1 0 0,0 0 0,0 1 0,0-1 0,-1 0 0,1 0 0,0 0 0,0 0 0,0 0 0,-1 0 0,1 0 0,0 1 0,0-1 0,0 0 0,0 0 0,0 0 0,-1 0 0,1 1 0,0-1 0,0 0 0,-1 12 0,6 12 0,2-2-84,2-1 1,21 40-1,-18-37-1030,-2-5-5712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06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207 62 24575,'-21'-11'0,"-56"-24"0,69 32 0,0 0 0,0 1 0,0 0 0,0 0 0,-1 1 0,1 0 0,-13 0 0,19 1 0,1 0 0,0 0 0,0 0 0,0 0 0,0 0 0,-1 0 0,1 1 0,0-1 0,0 0 0,0 0 0,0 1 0,0-1 0,0 1 0,0-1 0,0 1 0,0 0 0,0-1 0,0 1 0,0 0 0,0 0 0,0-1 0,0 1 0,1 0 0,-1 0 0,0 0 0,1 0 0,-1 0 0,1 0 0,-1 0 0,1 0 0,-1 1 0,1-1 0,0 0 0,-1 0 0,1 0 0,0 0 0,0 0 0,0 1 0,0-1 0,0 0 0,0 0 0,0 0 0,1 0 0,-1 1 0,0-1 0,1 1 0,1 5 0,1 0 0,0 0 0,0 0 0,0-1 0,9 13 0,7 6 0,2-1 0,0-1 0,2-1 0,30 23 0,48 48 0,-98-90 0,-1 0 0,1 0 0,-1 1 0,0-1 0,0 1 0,0-1 0,2 8 0,-3-10 0,-1-1 0,0 1 0,0 0 0,0 0 0,0-1 0,0 1 0,0 0 0,0-1 0,0 1 0,0 0 0,0 0 0,0-1 0,0 1 0,0 0 0,-1-1 0,1 1 0,0 0 0,0-1 0,-1 1 0,0 0 0,1 0 0,-1-1 0,0 1 0,0 0 0,0-1 0,0 1 0,0-1 0,0 0 0,0 1 0,0-1 0,0 0 0,0 1 0,0-1 0,0 0 0,0 0 0,0 0 0,0 0 0,0 0 0,-1 0 0,-17-3 0,1 0 0,0-1 0,-36-12 0,20 5 0,24 8-118,-2 0-297,0-1-1,-13-6 0,16 5-6410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06.2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24575,'19'20'0,"10"6"0,-1 1 0,-2-3 0,-6-5 0,-4-4 0,-4-3 0,-7-3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06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 24575,'2'-5'0,"2"3"0,-1 5 0,-1 4 0,0 3 0,-1 0-8191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06.8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24575,'28'7'0,"15"4"0,48 18 0,-88-28 0,0 0 0,0 0 0,0 0 0,1 0 0,-1-1 0,0 1 0,0-1 0,0 0 0,0 0 0,1 0 0,-1 0 0,3-1 0,0-1 0,0 0 0,-1 0 0,1 0 0,-1-1 0,7-4 0,-8 4 0,0 1 0,1 0 0,-1 0 0,0 0 0,0 1 0,1-1 0,-1 1 0,1 0 0,-1 1 0,1-1 0,0 1 0,-1 0 0,1 0 0,7 1 0,-6 0 0,1 1 0,-1 0 0,0 1 0,0-1 0,0 1 0,0 0 0,0 0 0,0 1 0,7 6 0,-9-7-114,23 21-1137,-19-15-5575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07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 51 24575,'-16'-10'0,"-32"-17"0,43 25 0,0 0 0,0 0 0,0 0 0,0 1 0,0 0 0,0 0 0,0 0 0,0 0 0,0 1 0,-1 0 0,-8 1 0,13-1 0,0 0 0,-1 1 0,1-1 0,0 0 0,0 1 0,0-1 0,0 1 0,0-1 0,0 1 0,0 0 0,0-1 0,0 1 0,0 0 0,0 0 0,0-1 0,0 1 0,1 0 0,-1 0 0,0 0 0,1 0 0,-1 0 0,1 0 0,-1 0 0,1 0 0,-1 0 0,1 1 0,0-1 0,-1 0 0,1 0 0,0 0 0,0 0 0,0 1 0,0-1 0,0 0 0,0 0 0,0 0 0,0 0 0,1 1 0,-1-1 0,1 2 0,1 2 0,0 1 0,0 0 0,0-1 0,1 0 0,0 1 0,6 8 0,8 4 0,0 0 0,0-1 0,36 26 0,-45-38 0,0 1 0,0-1 0,1 0 0,0-1 0,0 0 0,13 5 0,-19-9 0,0 1 0,0 0 0,0-1 0,0 0 0,0 1 0,0-1 0,0 0 0,0-1 0,0 1 0,0-1 0,4 0 0,-5 0 0,-1 1 0,1-1 0,0 0 0,-1 0 0,1 0 0,0 0 0,-1-1 0,1 1 0,-1 0 0,0-1 0,1 1 0,-1-1 0,0 1 0,0-1 0,0 0 0,0 1 0,0-1 0,1-3 0,1-5 0,-1 1 0,-1-1 0,0 0 0,0 1 0,0-1 0,-1 0 0,-1 1 0,0-1 0,0 0 0,-1 1 0,0-1 0,-7-17 0,8 23 0,-1-1 0,0 1 0,0 0 0,0-1 0,-1 1 0,1 1 0,-1-1 0,-5-6 0,8 10 0,-1 0 0,1 0 0,0 0 0,0 0 0,0 0 0,0 0 0,-1 0 0,1 0 0,0 0 0,0 0 0,0 0 0,0 0 0,-1 0 0,1 0 0,0 0 0,0 0 0,0 0 0,0 0 0,-1 0 0,1 0 0,0 0 0,0 0 0,0 0 0,0 0 0,-1 0 0,1 0 0,0 0 0,0 1 0,0-1 0,0 0 0,0 0 0,-1 0 0,1 0 0,0 0 0,0 0 0,0 1 0,0-1 0,0 0 0,0 0 0,0 0 0,0 0 0,0 1 0,0-1 0,0 0 0,0 0 0,0 0 0,0 0 0,0 1 0,0-1 0,0 0 0,0 0 0,-2 12 0,2-11 0,-1 40 0,1 0 0,11 70 0,27 81 0,-26-142 0,-4-21 0,-1 1 0,-2 0 0,2 36 0,-7-64 0,0-1 0,0 1 0,0 0 0,0 0 0,0 0 0,0 0 0,-1-1 0,1 1 0,-1 0 0,1 0 0,-1-1 0,0 1 0,0 0 0,0-1 0,0 1 0,0-1 0,0 1 0,0-1 0,0 1 0,-1-1 0,1 0 0,0 0 0,-1 1 0,1-1 0,-1 0 0,1-1 0,-1 1 0,0 0 0,1 0 0,-1-1 0,0 1 0,0 0 0,0-1 0,1 0 0,-1 1 0,0-1 0,0 0 0,0 0 0,0 0 0,1 0 0,-1-1 0,0 1 0,0 0 0,0-1 0,1 1 0,-1-1 0,0 0 0,0 0 0,1 1 0,-1-1 0,-1-2 0,-3 0 12,1-2 0,0 1 0,0 0 0,0-1 0,1 0 0,0 0 0,-1-1 0,2 1 0,-7-12 0,8 12-105,0 1 0,0 0 1,0 0-1,1-1 0,0 1 0,0-1 0,0 1 0,0-1 1,1 1-1,0-1 0,0 0 0,0 1 0,0-1 1,1 1-1,1-7 0,2 2-6733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08.2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30 24575,'-2'3'0,"0"1"0,0 0 0,0 0 0,0 0 0,1 0 0,0 0 0,-1 0 0,1 0 0,1 0 0,-1 0 0,1 1 0,-1-1 0,1 0 0,1 7 0,0-9 0,-1 1 0,1-1 0,-1 0 0,1 1 0,0-1 0,0 0 0,0 0 0,0 1 0,1-1 0,-1 0 0,0 0 0,1 0 0,0 0 0,-1-1 0,1 1 0,0 0 0,0-1 0,0 1 0,0-1 0,0 0 0,0 0 0,0 0 0,1 0 0,-1 0 0,0 0 0,5 1 0,-5-2 0,0 1 0,0-1 0,0 1 0,0-1 0,1 0 0,-1 0 0,0 0 0,0 0 0,0 0 0,0 0 0,0-1 0,1 1 0,-1-1 0,0 0 0,0 1 0,0-1 0,0 0 0,0 0 0,-1 0 0,1 0 0,0-1 0,0 1 0,-1 0 0,1-1 0,0 1 0,0-3 0,3-3 0,0 0 0,-1-1 0,-1 1 0,1-1 0,3-12 0,-5 13 0,0 1 0,0-1 0,1 1 0,0 0 0,0 0 0,1 0 0,7-9 0,-9 14 0,-1-1 0,1 1 0,0 0 0,0 0 0,-1 0 0,1 0 0,0 1 0,0-1 0,0 0 0,0 1 0,0-1 0,0 1 0,0 0 0,0 0 0,1 0 0,-1 0 0,0 0 0,0 0 0,0 0 0,0 1 0,0-1 0,0 1 0,0-1 0,2 2 0,7 3 0,-1 0 0,0 0 0,13 9 0,-9-5 0,22 14-682,64 52-1,-91-67-6143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26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6192 44 24575,'105'14'0,"20"2"0,-166-17 0,-73 10 0,37-4 0,-89-4 0,81-2 0,-70-7 0,79 2 0,-164-17 0,52 5 0,81 8 0,-291-12 0,355 22 0,-353 16 0,140 0 0,96-9 0,-328-1 0,299-7 0,-579 1 0,607 9 0,78-3 0,-129 14 0,-82 3 0,128-15 0,-6-1 0,2-15 0,22 0 0,26 1 0,-16 0 0,94 7 0,-64 9 0,98-7 0,-271 31 0,165-26 0,-34 1 0,66-9-1365,69 1-5461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27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24575,'-2'0'0,"0"0"0,0 0 0,0 1 0,0-1 0,0 0 0,0 1 0,0-1 0,0 1 0,0 0 0,0 0 0,1 0 0,-1 0 0,0 0 0,0 0 0,1 0 0,-3 3 0,1-2 0,1 1 0,0-1 0,1 1 0,-1 0 0,0 0 0,1 0 0,0 0 0,-1 0 0,0 5 0,-1 4 0,1 1 0,1-1 0,0 1 0,1 15 0,0-21 0,1 0 0,0 1 0,0-1 0,1 0 0,-1 0 0,1 0 0,1 0 0,0 0 0,6 11 0,2-1 0,0 0 0,16 17 0,-14-19 0,-10-10-97,1 0-1,0-1 1,-1 1-1,0 0 1,0 1-1,-1-1 1,1 1-1,-1-1 1,0 1-1,-1 0 1,1-1-1,-1 1 0,0 11 1,-1-5-6729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28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13 24575,'22'-2'0,"78"-4"0,-89 6 0,0 1 0,-1 0 0,1 0 0,0 1 0,-1 1 0,0-1 0,12 6 0,-19-7 0,-1 1 0,1-1 0,0 0 0,-1 1 0,1 0 0,-1 0 0,1 0 0,-1 0 0,0 0 0,0 0 0,0 1 0,0-1 0,0 0 0,-1 1 0,1 0 0,-1-1 0,1 1 0,-1 0 0,0 0 0,0 0 0,-1 0 0,2 3 0,-2-2 0,0 0 0,0 0 0,0 0 0,0 0 0,-1 0 0,0 0 0,0 0 0,0 0 0,0-1 0,0 1 0,-1 0 0,0-1 0,1 1 0,-1-1 0,-1 1 0,-2 3 0,0-1 0,0 0 0,0-1 0,-1 1 0,1-1 0,-1-1 0,0 1 0,-1-1 0,1 0 0,-1-1 0,1 1 0,-1-1 0,0 0 0,0-1 0,-1 0 0,-12 2 0,11-3 0,0 0 0,0-1 0,0 0 0,0-1 0,0 0 0,0-1 0,0 1 0,0-2 0,0 1 0,1-1 0,-1-1 0,-13-6 0,15 6 0,1 0 0,0 0 0,0 0 0,0 0 0,1-1 0,0 0 0,-1 0 0,2 0 0,-6-8 0,8 10 0,0 0 0,1 1 0,0-1 0,-1 0 0,1 0 0,0 0 0,1 0 0,-1 0 0,0-1 0,1 1 0,0 0 0,-1 0 0,1 0 0,1 0 0,-1-1 0,0 1 0,1 0 0,0 0 0,-1 0 0,1 0 0,0 0 0,1 0 0,1-4 0,0 2-114,-1 0 1,1 1-1,0 0 0,1 0 0,-1 0 1,1 0-1,-1 0 0,1 1 0,0 0 1,0-1-1,7-2 0,2-1-6712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29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40 24575,'-7'-4'0,"1"-1"0,-1 1 0,1 0 0,-1 0 0,0 1 0,0 0 0,0 0 0,0 1 0,0-1 0,-12 0 0,19 2 0,-1 1 0,1 0 0,-1 0 0,1 0 0,-1 0 0,1 0 0,-1 0 0,1 0 0,0 0 0,-1 0 0,1 0 0,-1 0 0,1 0 0,-1 1 0,1-1 0,-1 0 0,1 0 0,-1 0 0,1 1 0,0-1 0,-1 0 0,1 0 0,-1 1 0,1-1 0,0 0 0,-1 1 0,1-1 0,0 1 0,0-1 0,-1 0 0,1 1 0,0-1 0,0 1 0,-1-1 0,1 0 0,0 1 0,0-1 0,0 1 0,0-1 0,0 1 0,0-1 0,0 1 0,0-1 0,0 1 0,0-1 0,0 1 0,0-1 0,0 1 0,0-1 0,0 1 0,1 0 0,0 3 0,1 1 0,0 0 0,1-1 0,2 6 0,0-2 0,0 3 24,0 1 0,-1-1 0,0 1 0,3 14 0,-6-21-138,-1 1 0,1-1-1,-1 0 1,0 0 0,0 1 0,0-1-1,-1 0 1,0 0 0,0 0 0,0 1-1,0-1 1,-4 7 0,-1 0-6712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29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24575,'-3'12'0,"0"7"0,2 0 0,2-1 0,0-1 0,3-1 0,3 0 0,1-4-8191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30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24575,'1'0'0,"-1"-1"0,0 0 0,1 1 0,-1-1 0,0 0 0,1 0 0,-1 1 0,1-1 0,0 1 0,-1-1 0,1 1 0,-1-1 0,1 1 0,0-1 0,-1 1 0,1-1 0,0 1 0,0 0 0,-1-1 0,1 1 0,0 0 0,0 0 0,0-1 0,-1 1 0,2 0 0,0 0 0,0 1 0,0-1 0,-1 0 0,1 1 0,-1-1 0,1 1 0,0 0 0,-1 0 0,1-1 0,-1 1 0,3 2 0,2 2 0,0 1 0,0 0 0,10 12 0,-13-13 0,0-1 0,0 0 0,0 0 0,-1 1 0,1 0 0,-1-1 0,0 1 0,0 0 0,-1 0 0,0 0 0,0 0 0,0 1 0,0-1 0,-1 0 0,0 0 0,0 0 0,0 1 0,-1-1 0,1 0 0,-1 0 0,-1 0 0,1 0 0,-3 7 0,3-11 0,1-1 0,-1 1 0,1 0 0,-1 0 0,1-1 0,0 1 0,-1 0 0,1 0 0,0-1 0,0 1 0,-1 0 0,1 0 0,0 0 0,0 0 0,0-1 0,0 1 0,0 0 0,0 0 0,1 0 0,-1 0 0,0-1 0,0 1 0,0 0 0,1 0 0,-1 0 0,0-1 0,1 1 0,-1 0 0,1 0 0,-1-1 0,2 2 0,0-1 0,0 0 0,0 0 0,0-1 0,0 1 0,0 0 0,1-1 0,-1 1 0,0-1 0,0 0 0,4 0 0,111 0 78,-58-1-1521,-42 1-5383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30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3 24575,'-10'-2'0,"-3"1"0,0 4 0,3 3 0,3 4 0,3 2 0,1 1 0,2 2 0,1 0 0,3 0 0,1 0 0,2 0 0,0 0 0,0 0 0,-3-1 0,0 1 0,-2-1 0,0-2-8191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31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24575,'30'0'0,"37"6"0,-52-4 0,-1 1 0,1 1 0,-1 0 0,21 9 0,-32-12 0,-1 0 0,1 1 0,-1-1 0,0 1 0,1-1 0,-1 1 0,0 0 0,0 0 0,0 0 0,0 0 0,0 0 0,-1 1 0,1-1 0,-1 0 0,0 1 0,1-1 0,1 6 0,-3-6 0,1 1 0,-1-1 0,0 1 0,0-1 0,0 1 0,0-1 0,0 0 0,0 1 0,-1-1 0,1 1 0,-1-1 0,1 0 0,-1 1 0,0-1 0,0 0 0,0 0 0,-1 0 0,1 0 0,0 1 0,-4 2 0,-25 24 0,24-24 0,1 0 0,-1 0 0,1 0 0,0 1 0,0 0 0,-6 11 0,10-16 0,1 0 0,-1 0 0,1 0 0,0 0 0,-1 0 0,1 0 0,0 0 0,0 0 0,0 0 0,0 0 0,0 0 0,0 0 0,0 0 0,0 0 0,0 0 0,0 0 0,0 0 0,1 0 0,-1 0 0,0 0 0,1 0 0,-1 0 0,1 0 0,-1 0 0,1 0 0,0-1 0,-1 1 0,1 0 0,0 0 0,0 0 0,-1-1 0,1 1 0,0-1 0,0 1 0,0 0 0,0-1 0,0 1 0,0-1 0,1 1 0,6 2 0,1 0 0,-1-1 0,17 3 0,-14-2 0,-5-2-105,0 1 0,0-1 0,0 0 0,0 0 0,0-1 0,1 0 0,-1 0 0,0 0 0,0-1 0,0 0 0,1 0 0,8-3 0,-3-2-6721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31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24575,'0'2'0,"0"4"0,3 3 0,3 2 0,2 0 0,4 0 0,1-2 0,1-2 0,-2 0 0,0-2 0,0 0 0,1-3 0,0 0 0,0-4 0,1-4 0,-2 0-8191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31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24575,'12'30'0,"7"11"0,2 0 0,-2-5 0,-5-7 0,-4-5 0,-2-7 0,-1-3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32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24575,'14'1'0,"1"0"0,16 4 0,-15-2 0,24 2 0,89 9 0,321-17-315,0-19-499,-131 6-1555,-244 12-1556,-14-1 3157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17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24575,'-1'17'0,"-3"23"0,2-31 0,0 0 0,1 0 0,1 0 0,-1 0 0,2 0 0,-1 0 0,1 0 0,0-1 0,4 12 0,3 0 0,1 0 0,1 0 0,1-1 0,1-1 0,26 32 0,-36-48 0,-1 0 0,0-1 0,1 1 0,0-1 0,-1 1 0,1-1 0,0 1 0,3 1 0,-4-3 0,-1 0 0,0 0 0,1 0 0,-1 1 0,0-1 0,0 0 0,1 0 0,-1 0 0,0 0 0,1 0 0,-1 0 0,0 0 0,1 0 0,-1 0 0,0-1 0,1 1 0,-1 0 0,0 0 0,1 0 0,-1 0 0,0 0 0,1 0 0,-1-1 0,0 1 0,1-1 0,0 1 0,-1-1 0,1 0 0,-1 0 0,0 0 0,1 1 0,-1-1 0,0 0 0,1 0 0,-1 0 0,0 0 0,0 0 0,0-1 0,1-9 0,-1-1 0,0 1 0,-1-1 0,0 1 0,-5-19 0,4 18 0,-1-1 0,2 0 0,-1-24 0,2 36 0,0 0 0,0 0 0,0 0 0,0 0 0,0 0 0,1 0 0,-1 0 0,0 0 0,1 0 0,-1 0 0,0 0 0,1 0 0,-1 0 0,1 0 0,-1 0 0,1 0 0,0 0 0,-1 0 0,1 1 0,0-1 0,0 0 0,0 0 0,-1 1 0,1-1 0,0 1 0,0-1 0,0 1 0,0-1 0,0 1 0,0-1 0,0 1 0,0 0 0,0 0 0,0-1 0,0 1 0,0 0 0,0 0 0,1 0 0,-1 0 0,0 0 0,0 1 0,1-1 0,6 2 0,-1 0 0,1 0 0,-1 0 0,13 7 0,-11-5 0,63 30 0,-44-20 0,1-1 0,0-2 0,0 0 0,48 9 0,-74-19 0,1-1 0,-1 1 0,1-1 0,-1 0 0,1 0 0,-1-1 0,1 1 0,-1-1 0,1 1 0,-1-1 0,1 0 0,-1 0 0,0-1 0,1 1 0,4-4 0,-6 4 0,-1-1 0,1 1 0,-1-1 0,1 1 0,-1-1 0,0 1 0,0-1 0,1 0 0,-1 0 0,0 0 0,-1 0 0,1 0 0,0 0 0,-1 0 0,1 0 0,-1 0 0,1 0 0,-1 0 0,0 0 0,0 0 0,0 0 0,0 0 0,0-1 0,0 1 0,-1 0 0,1 0 0,-2-2 0,-1-6 0,0 0 0,-1 0 0,-1 1 0,0 0 0,-7-11 0,-33-40 0,42 57 0,1 1 0,-1-1 0,0 0 0,0 1 0,0-1 0,0 1 0,-1 0 0,1 0 0,-1 0 0,1 0 0,-6-1 0,8 3 0,0 0 0,0-1 0,0 1 0,0 0 0,0 0 0,-1 0 0,1 0 0,0 0 0,0 0 0,0 1 0,0-1 0,0 0 0,-1 0 0,1 1 0,0-1 0,0 1 0,-1 0 0,1 0 0,0 0 0,0 0 0,0 0 0,0 0 0,0 0 0,0 1 0,0-1 0,0 0 0,0 1 0,1-1 0,-1 0 0,0 1 0,1-1 0,0 1 0,-1-1 0,1 3 0,-2 4 0,1 0 0,0 0 0,1 1 0,-1-1 0,2 0 0,-1 0 0,1 1 0,1-1 0,-1 0 0,1 0 0,1 0 0,-1 0 0,8 13 0,-7-16 0,0 0 0,0 0 0,1 0 0,-1-1 0,1 1 0,0-1 0,1 0 0,-1 0 0,1 0 0,0-1 0,0 0 0,0 1 0,0-2 0,0 1 0,1-1 0,-1 0 0,1 0 0,0 0 0,11 1 0,-2-1 0,0 0 0,0-1 0,0-1 0,1-1 0,-1 0 0,0-1 0,0-1 0,0 0 0,-1-1 0,27-10 0,-37 11 0,1 0 0,-1 0 0,1 0 0,-1 0 0,0-1 0,0 0 0,0 0 0,-1 0 0,0-1 0,1 1 0,-1-1 0,-1 1 0,1-1 0,-1 0 0,0 0 0,0 0 0,0 0 0,-1-1 0,2-7 0,-2 8 0,-1 1 0,1 0 0,-1-1 0,0 1 0,0 0 0,0-1 0,-1 1 0,0 0 0,1-1 0,-2 1 0,1 0 0,0 0 0,-1 0 0,0 0 0,1 0 0,-2 0 0,1 0 0,0 1 0,-1-1 0,0 1 0,0 0 0,0-1 0,0 1 0,-6-4 0,8 6 0,0 1 0,1-1 0,-1 1 0,1 0 0,-1-1 0,0 1 0,1 0 0,-1-1 0,0 1 0,1 0 0,-1 0 0,0 0 0,0 0 0,1 0 0,-1 0 0,0 0 0,1 0 0,-1 0 0,0 0 0,0 0 0,1 0 0,-1 0 0,0 0 0,1 1 0,-1-1 0,-1 1 0,1-1 0,0 1 0,1 0 0,-1 0 0,0 0 0,0 0 0,0 0 0,1 0 0,-1 1 0,0-1 0,1 0 0,-1 0 0,1 0 0,-1 3 0,0 0 0,0 0 0,0 1 0,1-1 0,0 1 0,-1-1 0,2 1 0,0 6 0,1-5 0,0 0 0,0-1 0,1 0 0,0 1 0,0-1 0,0 0 0,1-1 0,-1 1 0,1 0 0,0-1 0,1 0 0,-1 0 0,1 0 0,0-1 0,7 5 0,5 2 0,0-1 0,1 0 0,26 7 0,-28-10 0,0-1 0,1 0 0,-1-2 0,19 2 0,-32-5-76,-1 0 1,0 0-1,1 0 0,-1 0 0,1-1 0,-1 1 0,0-1 0,1 0 1,-1 0-1,0 0 0,0 0 0,1 0 0,-1 0 0,0 0 1,0-1-1,0 1 0,2-3 0,3-5-6750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17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164 359 24575,'-5'2'0,"1"1"0,0 0 0,0 0 0,0 0 0,0 0 0,1 0 0,-1 1 0,1 0 0,0 0 0,0 0 0,0 0 0,-2 5 0,4-8 0,0 1 0,0-1 0,1 1 0,-1 0 0,1-1 0,-1 1 0,1 0 0,0-1 0,-1 1 0,1 0 0,0-1 0,0 1 0,0 0 0,1 0 0,-1-1 0,0 1 0,1 0 0,-1-1 0,1 1 0,-1 0 0,1-1 0,0 1 0,-1-1 0,1 1 0,0-1 0,0 1 0,0-1 0,0 0 0,1 1 0,-1-1 0,0 0 0,0 0 0,1 0 0,-1 0 0,1 0 0,-1 0 0,3 1 0,-2-1 0,0 0 0,0 0 0,0 0 0,0 0 0,0-1 0,0 1 0,0-1 0,0 1 0,0-1 0,0 1 0,0-1 0,0 0 0,0 0 0,0 0 0,0 0 0,0-1 0,0 1 0,1 0 0,-1-1 0,0 1 0,0-1 0,0 0 0,-1 0 0,1 0 0,2-1 0,-2 0 0,0 0 0,0 0 0,0 0 0,-1 0 0,1 0 0,-1-1 0,1 1 0,-1 0 0,0-1 0,0 1 0,0-1 0,0 1 0,-1-1 0,1 0 0,-1 1 0,1-1 0,-1 0 0,0 0 0,0-3 0,-1-8 0,-1-1 0,0 1 0,-1 0 0,0 0 0,-1 0 0,-1 1 0,-7-17 0,-52-88 0,57 106 0,-90-133 0,88 135 0,9 15 0,11 20 0,70 123 0,-43-80 0,78 141-1365,-107-191-5461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18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24575,'7'27'0,"3"14"0,2 4 0,1-2 0,1-4 0,-2-3 0,2-6 0,1-3 0,1-1 0,-1-3 0,3 0 0,0-1 0,0-3 0,-1-1 0,0-5 0,-2-1 0,-2-3-8191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18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4 24575,'-30'-3'0,"-12"3"0,-1 0 0,4 0 0,7 4 0,5 0 0,8 2 0,5 2 0,4 3 0,7 2 0,4-2-8191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18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51 24575,'-11'-2'0,"0"1"0,-20 1 0,28 0 0,0 0 0,1 0 0,-1 1 0,0-1 0,0 1 0,0 0 0,0 0 0,1 0 0,-1 0 0,0 0 0,1 1 0,-1-1 0,1 1 0,-1-1 0,-2 4 0,4-4 0,0 0 0,0 0 0,1 0 0,-1 0 0,1-1 0,-1 1 0,1 0 0,-1 0 0,1 0 0,0 0 0,-1 0 0,1 0 0,0 0 0,0 0 0,0 1 0,0-1 0,-1 0 0,2 0 0,-1 0 0,0 0 0,0 2 0,1-1 0,0 0 0,0-1 0,0 1 0,0 0 0,0 0 0,0 0 0,0-1 0,1 1 0,-1 0 0,3 1 0,3 3 0,0 0 0,1-1 0,14 8 0,-11-8 0,-1 0 0,1 0 0,19 5 0,-28-9 0,1-1 0,0 1 0,-1 0 0,1-1 0,0 0 0,0 0 0,0 0 0,-1 0 0,1 0 0,0 0 0,0-1 0,0 1 0,-1-1 0,1 0 0,0 0 0,-1 0 0,1 0 0,-1 0 0,1 0 0,-1-1 0,3-1 0,-4 1 0,1 1 0,-1 0 0,0-1 0,0 1 0,0 0 0,0-1 0,0 1 0,-1-1 0,1 0 0,0 1 0,-1-1 0,1 0 0,-1 1 0,1-1 0,-1 0 0,0 0 0,0-2 0,0 0 0,-1 1 0,1 0 0,-1 0 0,0 0 0,0 0 0,0 0 0,0 0 0,-1 0 0,-1-3 0,-2-2 0,0 0 0,-1 1 0,0-1 0,-1 1 0,-11-10 0,11 12-36,0 1 0,0-1-1,-11-4 1,6 3-1184,0-1-5606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19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24575,'38'68'0,"3"-2"0,71 87 0,-82-115 0,-15-17 0,34 34 0,-45-54 0,-7-7 0,-8-10 0,-143-177 0,140 176 0,1-1 0,1-1 0,0 0 0,2-1 0,-15-33 0,25 51 0,-1 0 0,0 0 0,1 0 0,-1 0 0,1 0 0,0 0 0,0 0 0,0 0 0,0-1 0,0 1 0,0 0 0,0 0 0,1 0 0,-1 0 0,1 0 0,0 0 0,-1 0 0,1 1 0,1-4 0,0 3 0,0 0 0,-1 0 0,1 1 0,0-1 0,0 0 0,0 1 0,0-1 0,1 1 0,-1-1 0,0 1 0,0 0 0,1 0 0,-1 0 0,1 0 0,2 0 0,6-1 0,0 1 0,1 0 0,-1 1 0,0 0 0,1 0 0,-1 1 0,0 1 0,0 0 0,0 0 0,0 1 0,0 1 0,0 0 0,-1 0 0,0 1 0,0 0 0,0 1 0,0 0 0,10 9 0,-18-13 0,0 0 0,0 0 0,0 0 0,0 0 0,0 0 0,-1 0 0,1 1 0,-1-1 0,1 0 0,-1 1 0,0-1 0,0 1 0,0-1 0,-1 1 0,1 0 0,0-1 0,-1 1 0,0 0 0,0-1 0,0 1 0,0 4 0,-1-4 0,1 0 0,-1 0 0,0-1 0,-1 1 0,1 0 0,0-1 0,-1 1 0,1-1 0,-1 0 0,0 1 0,0-1 0,0 0 0,0 0 0,0 0 0,0 0 0,-1-1 0,1 1 0,-1-1 0,1 1 0,-4 1 0,-7 2 0,0 0 0,-1-1 0,1-1 0,-1 0 0,-20 2 0,22-3-1365,2 1-5461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20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163 303 24575,'-10'-2'0,"-1"-1"0,1-1 0,-1 0 0,1 0 0,0-1 0,1 0 0,-1-1 0,1 0 0,0 0 0,1-1 0,-1 0 0,1 0 0,1-1 0,-11-13 0,16 17 0,0-1 0,0 1 0,1-1 0,-1 1 0,1-1 0,0 0 0,0 0 0,0 0 0,1 0 0,-1 0 0,1 1 0,1-1 0,-1 0 0,1 0 0,-1 0 0,4-9 0,-3 13 0,0-1 0,0 1 0,0 0 0,0-1 0,0 1 0,0 0 0,1 0 0,-1 0 0,0-1 0,1 2 0,-1-1 0,0 0 0,1 0 0,0 0 0,-1 1 0,1-1 0,-1 1 0,1-1 0,0 1 0,-1-1 0,1 1 0,0 0 0,-1 0 0,1 0 0,0 0 0,3 1 0,4 0 0,1 0 0,-1 1 0,13 5 0,-19-7 0,31 11 0,-6-2 0,0 0 0,0-2 0,1-2 0,41 4 0,-61-9 0,4 1 0,-1-1 0,1 0 0,-1-1 0,20-4 0,-30 5 0,0-1 0,0 1 0,1-1 0,-1 0 0,0 1 0,0-1 0,0 0 0,0 0 0,0-1 0,0 1 0,0 0 0,0-1 0,-1 1 0,1-1 0,-1 0 0,1 1 0,-1-1 0,1 0 0,-1 0 0,0 0 0,0 0 0,0 0 0,0 0 0,0 0 0,0 0 0,-1-1 0,1 1 0,-1 0 0,1 0 0,-1-1 0,0-3 0,-1 1 0,0 0 0,0 0 0,-1 0 0,1 1 0,-1-1 0,-1 0 0,1 1 0,0-1 0,-1 1 0,0 0 0,0 0 0,0 0 0,-1 0 0,1 0 0,-1 1 0,0-1 0,-7-4 0,7 6 0,0-1 0,1 1 0,-1 0 0,0 0 0,0 1 0,0-1 0,-1 1 0,1 0 0,-7-1 0,8 1 0,1 1 0,0 0 0,-1 0 0,1 1 0,-1-1 0,1 0 0,0 1 0,0-1 0,-1 1 0,1 0 0,0 0 0,0 0 0,0 0 0,0 0 0,0 0 0,0 1 0,0-1 0,-2 3 0,2-2 0,-1 1 0,1 0 0,0 0 0,1 0 0,-1 0 0,1 1 0,-1-1 0,1 0 0,0 1 0,0-1 0,0 0 0,0 1 0,1-1 0,-1 5 0,1 6 0,0-1 0,3 19 0,-2-26 0,0-1 0,1 1 0,0-1 0,0 1 0,0-1 0,1 0 0,-1 1 0,1-1 0,1-1 0,-1 1 0,1 0 0,0-1 0,0 0 0,0 0 0,0 0 0,6 3 0,1 2 0,0-2 0,1 1 0,0-2 0,0 0 0,23 8 0,-23-10 0,-1-1 0,1-1 0,0 0 0,0 0 0,0-1 0,0-1 0,19-1 0,-29 0 6,0 1 0,0 0 0,0-1 0,0 1 0,-1-1 0,1 1 0,0-1 0,-1 0 0,1 0 0,0 0 0,-1 0 0,1 0 0,-1 0 0,1 0 0,-1-1 0,0 1 0,0-1 0,1 1 0,0-2 0,0 0-171,-1-1 0,1 1 0,-1 0 0,0-1 0,0 1 0,0 0 0,0-1 0,0-6 0,0-3-6661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20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36 24575,'-4'-5'0,"-1"1"0,0 0 0,0 0 0,0 0 0,-1 0 0,-10-4 0,15 7 0,0 1 0,0 0 0,0-1 0,0 1 0,-1 0 0,1 0 0,0-1 0,0 1 0,-1 0 0,1 0 0,0 0 0,0 1 0,-1-1 0,1 0 0,0 0 0,0 1 0,-2-1 0,2 1 0,0 0 0,0 0 0,0 0 0,0 0 0,0 0 0,0 0 0,0 0 0,0 0 0,1 0 0,-1 1 0,0-1 0,1 0 0,-1 0 0,1 1 0,-1-1 0,1 0 0,0 1 0,-1-1 0,1 2 0,-1 6 0,0 0 0,1 1 0,0-1 0,0 0 0,1 0 0,2 10 0,15 57 0,-15-68 0,21 68 0,4-2 0,2-1 0,57 96 0,4-27 0,-35-58 0,-56-83 0,12 21 0,-12-22 0,0 1 0,0-1 0,1 0 0,-1 1 0,0-1 0,0 0 0,0 1 0,0-1 0,0 0 0,0 1 0,0-1 0,0 1 0,0-1 0,0 0 0,0 1 0,0-1 0,0 0 0,0 1 0,0-1 0,-1 1 0,1-1 0,0 0 0,0 1 0,0-1 0,0 0 0,-1 1 0,1-1 0,0 0 0,0 0 0,-1 1 0,1-1 0,0 0 0,0 0 0,-1 1 0,1-1 0,0 0 0,-1 0 0,1 0 0,0 1 0,-1-1 0,1 0 0,-1 0 0,1 0 0,0 0 0,-1 0 0,1 0 0,0 0 0,-1 0 0,1 0 0,-1 0 0,1 0 0,0 0 0,-1 0 0,1 0 0,-1 0 0,-4-1 0,1-1 0,-1 1 0,0 0 0,1-1 0,-1 0 0,1 0 0,0 0 0,0-1 0,-7-5 0,-35-30 0,44 36 0,-7-6 0,0-1 0,0-1 0,0 1 0,1-1 0,1-1 0,0 0 0,0 0 0,1 0 0,0 0 0,1-1 0,1 0 0,0 0 0,0-1 0,1 1 0,1-1 0,-2-19 0,3 22 0,1-1 0,0 1 0,1 0 0,0 0 0,5-21 0,-5 29 0,0-1 0,0 0 0,0 1 0,0-1 0,1 0 0,-1 1 0,1 0 0,0-1 0,0 1 0,0 0 0,0 0 0,0 0 0,0 0 0,0 0 0,1 1 0,-1-1 0,1 0 0,-1 1 0,1 0 0,-1 0 0,1 0 0,0 0 0,0 0 0,0 0 0,4 0 0,8 0 0,0 0 0,0 1 0,1 0 0,-1 1 0,0 1 0,0 1 0,0 0 0,15 5 0,-11-1 0,0 0 0,-1 1 0,0 1 0,0 0 0,25 19 0,-34-20 0,-9-6 0,-15-10 0,-16-18-1365,21 19-5461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20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11 24575,'0'-2'0,"-3"-1"0,-2 0 0,-4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21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29 24575,'-3'-10'0,"0"-1"0,0 5 0,0 5 0,1 5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21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187 529 24575,'9'-37'0,"11"-67"0,-19 88 0,0 0 0,-1 0 0,-1 1 0,0-1 0,-1 0 0,-1 1 0,-4-17 0,-1 9 0,0 1 0,-2 0 0,0 1 0,-1 0 0,-2 0 0,0 2 0,-1-1 0,-18-18 0,27 33 0,0 0 0,0 0 0,-1 1 0,1 0 0,-13-7 0,16 10 0,1 1 0,0-1 0,-1 0 0,1 1 0,-1 0 0,1-1 0,-1 1 0,1 0 0,0 0 0,-1 0 0,1 0 0,-1 0 0,1 0 0,-4 1 0,4-1 0,0 1 0,0-1 0,1 1 0,-1-1 0,0 1 0,0 0 0,0 0 0,0-1 0,1 1 0,-1 0 0,0 0 0,1 0 0,-1 0 0,0 0 0,1 0 0,-1 0 0,1 0 0,0 0 0,-1 0 0,1 0 0,0 0 0,-1 2 0,1 2 0,0-1 0,0 0 0,0 1 0,0-1 0,0 1 0,1-1 0,0 0 0,0 1 0,0-1 0,4 7 0,2 6 0,11 19 0,-14-30 0,15 26 0,1-2 0,1-1 0,1 0 0,37 35 0,-6-14 0,70 51 0,-115-94 0,-4-4 0,-1 0 0,1 0 0,0 0 0,0 0 0,1-1 0,-1 1 0,1-1 0,-1 0 0,1-1 0,7 3 0,-4-6-1365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21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24575,'162'247'0,"19"9"0,-173-243-1365,-2-4-5461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22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1 263 24575,'164'8'0,"-20"-1"0,-135-7 0,1 0 0,-1 0 0,1-1 0,-1-1 0,0 0 0,0 0 0,1-1 0,16-7 0,-22 8 0,-1 0 0,1 0 0,-1 0 0,1-1 0,-1 1 0,0-1 0,0 0 0,0 0 0,-1 0 0,1 0 0,-1-1 0,1 1 0,-1-1 0,0 1 0,0-1 0,-1 0 0,1 0 0,-1 0 0,0 0 0,0 0 0,0 0 0,0-7 0,-1 5 0,1 0 0,-2 0 0,1-1 0,-1 1 0,-1-9 0,1 13 0,1 0 0,-1 1 0,1-1 0,-1 0 0,0 0 0,1 1 0,-1-1 0,0 0 0,0 1 0,0-1 0,-1 1 0,1-1 0,0 1 0,0 0 0,-1-1 0,1 1 0,-1 0 0,1 0 0,-1 0 0,1 0 0,-1 0 0,-3-1 0,5 2 0,-1 0 0,0 0 0,1 0 0,-1-1 0,0 1 0,0 0 0,1 0 0,-1 0 0,0 0 0,0 0 0,1 0 0,-1 1 0,0-1 0,0 0 0,1 0 0,-1 1 0,0-1 0,1 0 0,-1 0 0,0 1 0,1-1 0,-1 1 0,0 0 0,0 0 0,0 0 0,0 1 0,0-1 0,1 0 0,-1 0 0,0 1 0,1-1 0,-1 0 0,1 1 0,0-1 0,-1 3 0,0 1 0,1-1 0,0 1 0,0 0 0,0 0 0,1-1 0,1 9 0,0-7 0,1 0 0,-1 0 0,1-1 0,0 1 0,1-1 0,-1 0 0,1 0 0,0 0 0,0 0 0,9 7 0,5 3 0,32 19 0,-24-16 0,-14-10 0,6 5 0,0-1 0,28 14 0,-40-24 0,0 1 0,-1-1 0,1 0 0,0-1 0,0 1 0,0-1 0,0 0 0,0-1 0,0 1 0,1-1 0,-1-1 0,0 1 0,10-3 0,-15 3 0,1-1 0,0 1 0,-1-1 0,1 0 0,-1 1 0,1-1 0,-1 0 0,1 0 0,-1 0 0,1 0 0,-1-1 0,0 1 0,0 0 0,0 0 0,0-1 0,0 1 0,0-1 0,2-2 0,-2 1 0,0-1 0,0 1 0,0-1 0,0 0 0,0 0 0,-1 1 0,1-1 0,-1-5 0,-1-2 0,0 1 0,0 0 0,-1-1 0,0 1 0,-7-16 0,1 8 0,-1 0 0,-21-31 0,19 34 0,2 0 0,0-1 0,1 0 0,-7-17 0,15 32 0,-1-1 0,1 1 0,-1 0 0,1-1 0,0 1 0,-1 0 0,1-1 0,0 1 0,0 0 0,0-1 0,0 1 0,0-1 0,0 1 0,1 0 0,-1-1 0,0 1 0,1 0 0,-1-1 0,1 1 0,-1 0 0,1 0 0,1-3 0,0 3 0,-1 0 0,1 0 0,0-1 0,-1 1 0,1 1 0,0-1 0,0 0 0,0 0 0,0 1 0,-1-1 0,1 1 0,0-1 0,0 1 0,0 0 0,4 0 0,12 0-249,1 1 0,-1 1 0,18 5 0,-31-6-120,12 2-6457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34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1435 89 24575,'-104'-53'0,"86"46"0,1 1 0,-1 1 0,0 0 0,-25-3 0,-30 3 0,-115 7 0,180-2 0,-198 14 0,-36 0 0,109-7 0,-28 0 0,115-7 0,-67-9 0,109 8 0,0 1 0,0-1 0,-1 1 0,1-1 0,0 0 0,0 0 0,0-1 0,0 1 0,-4-4 0,7 3 0,6 1 0,5 1 0,18 6-1365,-15-4-5461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34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504 31 24575,'-32'-5'0,"-15"-2"0,-5 1 0,2 1 0,4 1 0,5 2 0,5 1 0,4 0 0,1 1 0,3 1 0,2-1 0,1 0 0,3 3 0,2 0 0,5 1-8191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35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58 24575,'-12'-23'0,"11"19"0,-1 0 0,1 1 0,-1-1 0,0 1 0,0 0 0,0 0 0,-6-6 0,8 9 0,0 0 0,-1-1 0,1 1 0,0 0 0,-1 0 0,1 0 0,0 0 0,-1-1 0,1 1 0,-1 0 0,1 0 0,0 0 0,-1 0 0,1 0 0,0 0 0,-1 0 0,1 0 0,-1 0 0,1 0 0,0 0 0,-1 1 0,1-1 0,0 0 0,-1 0 0,1 0 0,-1 0 0,1 1 0,0-1 0,-1 0 0,1 0 0,0 1 0,0-1 0,-1 0 0,1 0 0,0 1 0,0-1 0,-1 0 0,1 1 0,0-1 0,0 0 0,0 1 0,0-1 0,-1 1 0,-6 17 0,6-11 0,0 0 0,1 0 0,0 0 0,0 0 0,1 0 0,-1 0 0,1 0 0,1 0 0,0-1 0,0 1 0,3 7 0,-2-4 0,0 1 0,0 0 0,1 17 0,-3 14-1365,-1-30-5461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35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15 24575,'-29'-2'0,"-13"-1"0,-1 0 0,4 0 0,6 1 0,7 1 0,5 1 0,3 2 0,3 1 0,3 0-8191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36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24575,'-2'1'0,"1"1"0,-1 0 0,1 0 0,0 0 0,0 0 0,0 0 0,0 0 0,0 1 0,1-1 0,-1 0 0,1 0 0,-1 1 0,1-1 0,0 0 0,0 1 0,0-1 0,0 3 0,1 5 0,0 1 0,5 15 0,-3-12 0,1 1 27,1 0 0,11 25 0,-1-4-1473,-12-27-5380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36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 24575,'-1'2'0,"0"1"0,1-1 0,-1 0 0,0 1 0,0-1 0,-1 0 0,0 3 0,-3 4 0,-7 17 0,2-3 0,0-1 0,2 2 0,-6 25 0,9-34 0,4-12 0,0 0 0,0 0 0,1 0 0,-1 0 0,1 0 0,-1 6 0,1-8 0,0 0 0,0 0 0,1-1 0,-1 1 0,0 0 0,1 0 0,-1-1 0,0 1 0,1 0 0,-1-1 0,1 1 0,-1 0 0,1-1 0,-1 1 0,1-1 0,-1 1 0,1-1 0,0 1 0,-1-1 0,1 1 0,0-1 0,-1 0 0,1 1 0,0-1 0,0 0 0,-1 0 0,1 1 0,0-1 0,0 0 0,-1 0 0,1 0 0,1 0 0,28 2 0,50-4 0,-21 0 0,-50 3-111,-3-1-140,1 0 1,-1-1-1,0 1 0,6-2 0,-2-1-6575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37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19 24575,'-4'-3'0,"-1"1"0,1-1 0,-1 1 0,0 0 0,0 1 0,1-1 0,-1 1 0,-8-1 0,11 2 0,1 0 0,-1 0 0,1 0 0,-1 0 0,1 0 0,-1 0 0,1 1 0,0-1 0,-1 1 0,1-1 0,-1 1 0,1-1 0,0 1 0,-1-1 0,1 1 0,0 0 0,0 0 0,0 0 0,0 0 0,0 0 0,0 0 0,0 0 0,0 0 0,0 0 0,0 0 0,0 1 0,1-1 0,-1 0 0,0 1 0,1-1 0,-1 0 0,1 1 0,0-1 0,-1 2 0,0 4-3,0 0-1,0 1 1,1-1-1,0 0 1,0 1-1,2 10 1,13 42 130,-10-42-861,6 33 0,-10-39-6092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38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 24575,'-24'2'0,"-11"2"0,-2-1 0,3 2 0,5 0 0,4-1 0,8-1-8191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38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24575,'1'-2'0,"0"1"0,1-1 0,-1 1 0,1 0 0,-1 0 0,1 0 0,-1 0 0,1 0 0,0 0 0,-1 0 0,1 0 0,0 1 0,0-1 0,-1 1 0,1-1 0,0 1 0,0 0 0,0-1 0,0 1 0,0 0 0,0 0 0,0 1 0,-1-1 0,1 0 0,0 1 0,0-1 0,0 1 0,0-1 0,-1 1 0,1 0 0,0 0 0,-1 0 0,1 0 0,0 0 0,-1 0 0,1 0 0,-1 0 0,3 4 0,0-1 0,-1 0 0,1 0 0,-1 1 0,0 0 0,-1 0 0,1-1 0,-1 2 0,0-1 0,0 0 0,0 0 0,-1 1 0,2 7 0,-2-5 0,-1 0 0,0 0 0,0 0 0,-1 0 0,1 0 0,-2 0 0,1 0 0,-1 0 0,-1 0 0,1-1 0,-1 1 0,-1-1 0,-5 10 0,9-16 0,-1 0 0,0 1 0,0-1 0,0 0 0,1 1 0,-1-1 0,1 1 0,-1-1 0,1 1 0,0-1 0,0 1 0,-1 0 0,1-1 0,0 1 0,0-1 0,0 1 0,1-1 0,-1 3 0,1-3 0,0 0 0,0 0 0,-1 0 0,1 0 0,0-1 0,0 1 0,0 0 0,0 0 0,0-1 0,0 1 0,0 0 0,1-1 0,-1 1 0,0-1 0,0 1 0,0-1 0,1 0 0,-1 0 0,0 1 0,0-1 0,1 0 0,-1 0 0,2 0 0,80-1 114,-33-1-1593,-37 2-5347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39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2 24575,'0'0'0,"0"0"0,0 0 0,0 0 0,0 0 0,0-1 0,-1 1 0,1 0 0,0 0 0,0 0 0,0 0 0,0 0 0,-1 0 0,1 0 0,0 0 0,0 0 0,0 0 0,-1 0 0,1 0 0,0 0 0,0 0 0,0 0 0,-1 0 0,1 0 0,0 0 0,0 0 0,0 0 0,-1 0 0,1 0 0,0 0 0,0 0 0,0 0 0,0 0 0,-1 0 0,1 0 0,0 1 0,0-1 0,-1 0 0,-5 10 0,-3 17 0,8-23 0,-4 11 0,2-8 0,0 1 0,1 0 0,0 0 0,-1 16 0,3-22 0,0 0 0,0 0 0,0 0 0,0 0 0,0 0 0,1-1 0,-1 1 0,1 0 0,-1 0 0,1 0 0,0 0 0,0-1 0,0 1 0,0 0 0,0-1 0,0 1 0,0-1 0,1 1 0,-1-1 0,1 1 0,-1-1 0,1 0 0,-1 0 0,1 0 0,3 2 0,4 1 0,0-1 0,0 0 0,1 0 0,-1 0 0,1-2 0,-1 1 0,12 0 0,3-2 0,41-3 0,-36-2-1365,-17 2-5461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40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24575,'0'25'0,"0"10"0,0 2 0,0-4 0,0-3 0,0-9-8191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51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24575,'-3'0'0,"2"0"0,4 0 0,3 0 0,1 3 0,2 0 0,2 0 0,-2 2 0,1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53.5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24575,'12'1'0,"-1"0"0,0 2 0,0-1 0,0 1 0,-1 1 0,1 0 0,-1 0 0,16 10 0,-12-7 0,1 0 0,32 10 0,91 28 0,-60-18 0,158 54 0,65 28 0,-232-84 0,120 50 0,-66-19 0,95 40 0,-67-30 0,-32-15 0,140 41 0,-135-60 0,-76-22 0,-1 2 0,82 34 0,-88-25 0,-26-12 0,0-1 0,22 7 0,0 0 0,-29-10 0,1-1 0,0-1 0,0 0 0,0 0 0,13 1 0,-4-1 0,0 0 0,0 2 0,22 7 0,52 25 0,-10-3 0,-68-28 0,0 0 0,0 1 0,0 0 0,-1 1 0,0 1 0,0 0 0,16 16 0,-19-17 0,-1-1 0,1 0 0,1-1 0,19 10 0,11 6 0,-10 2 0,-21-16 0,0 0 0,16 9 0,-24-16 0,1 1 0,0-1 0,-1 0 0,1 0 0,0 0 0,0 0 0,0 0 0,0-1 0,0 0 0,0 1 0,0-1 0,0 0 0,0 0 0,0 0 0,3-1 0,-5 1 0,-1 0 0,0 0 0,1 0 0,-1 0 0,1-1 0,-1 1 0,0 0 0,1 0 0,-1 0 0,0 0 0,1 0 0,-1 0 0,0-1 0,1 1 0,-1 0 0,0 0 0,1-1 0,-1 1 0,0 0 0,0 0 0,1-1 0,-1 1 0,0 0 0,0-1 0,1 1 0,-1 0 0,0-1 0,0 1 0,0 0 0,0-1 0,0 1 0,0 0 0,0-1 0,1 0 0,-2 0 0,1 0 0,-1 0 0,1 1 0,-1-1 0,1 0 0,-1 0 0,1 0 0,-1 1 0,0-1 0,1 0 0,-1 0 0,-1 0 0,-26-16 0,-254-90 0,-6 15 0,166 54 0,106 33 0,-288-100 0,194 59 0,-183-73 0,199 80 0,-91-31 0,-54-4 0,120 36 0,-321-125 0,289 84 0,48 23 0,84 47 0,-16-9 0,-53-18 0,-2 9 0,-48-17 0,124 37-1365,2 1-5461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55.7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2423 3 24575,'-1'0'0,"1"0"0,0-1 0,0 1 0,-1 0 0,1 0 0,0 0 0,0-1 0,-1 1 0,1 0 0,0 0 0,-1 0 0,1 0 0,0 0 0,-1 0 0,1 0 0,0-1 0,-1 1 0,1 0 0,0 0 0,-1 0 0,1 0 0,0 0 0,0 0 0,-1 1 0,1-1 0,0 0 0,-1 0 0,1 0 0,0 0 0,-1 0 0,1 0 0,0 1 0,-1-1 0,1 0 0,0 0 0,-18 8 0,14-6 0,-225 108 0,82-35 0,117-60 0,0 3 0,1 0 0,-32 27 0,5 7 0,41-37 0,-1 0 0,0-2 0,-21 15 0,-57 25 0,-144 59 0,113-66 0,-22 9 0,17 12 0,103-53 0,-64 30 0,-20 10 0,42-19 0,-93 33 0,49-22 0,-87 44 0,9 17 0,177-99-1365,2-1-5461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56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1425 24575,'30'-22'0,"1"1"0,2 2 0,39-18 0,205-102 0,-152 74 0,41-25 0,-90 48 0,130-89 0,-145 90 0,404-227 0,-329 194 0,75-55 0,-167 100 0,73-51 0,-61 39 0,-40 29 0,-1 1 0,2 0 0,23-12 0,67-22 0,46-22 0,-96 44-1365,-44 18-5461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56.7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 24575,'17'-3'0,"8"0"0,3 0 0,-2 0 0,-2 1 0,-6 1-8191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6:57.0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1 141 24575,'0'-7'0,"0"-6"0,2 1 0,4-1 0,3-1 0,2 3 0,5 0 0,4-1 0,3 3 0,4-1 0,1 2 0,3 3 0,0-1 0,-4 0 0,-6 2-8191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7:05.1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90 44 24575,'0'-1'0,"0"1"0,0-1 0,1 1 0,-1-1 0,0 1 0,0-1 0,0 1 0,1-1 0,-1 1 0,0-1 0,1 1 0,-1 0 0,0-1 0,1 1 0,-1 0 0,1-1 0,-1 1 0,0 0 0,1-1 0,-1 1 0,1 0 0,-1 0 0,1-1 0,-1 1 0,1 0 0,-1 0 0,1 0 0,-1 0 0,1 0 0,-1 0 0,2 0 0,16-1 0,11 6 0,-1 1 0,0 1 0,43 18 0,-40-14 0,153 56 0,-7 14 0,-160-68 0,-15-7 0,-2-5 0,0-1 0,0 0 0,-1 1 0,1-1 0,0 0 0,-1 1 0,1-1 0,-1 0 0,1 1 0,0-1 0,-1 0 0,1 0 0,-1 0 0,1 1 0,-1-1 0,1 0 0,-1 0 0,1 0 0,-1 0 0,-5 1 0,0 0 0,0-1 0,0 0 0,0 0 0,1-1 0,-1 1 0,0-1 0,-9-3 0,-49-19 0,34 11 0,-215-84 0,10 6 0,227 87 0,2 1 0,-1-1 0,1 0 0,-7-4 0,13 7 0,0 0 0,-1 0 0,1 0 0,0 0 0,0 0 0,0 0 0,0 0 0,-1-1 0,1 1 0,0 0 0,0 0 0,0 0 0,0 0 0,0 0 0,0-1 0,-1 1 0,1 0 0,0 0 0,0 0 0,0 0 0,0-1 0,0 1 0,0 0 0,0 0 0,0 0 0,0-1 0,0 1 0,0 0 0,0 0 0,0 0 0,0-1 0,0 1 0,0 0 0,0 0 0,0 0 0,0 0 0,0-1 0,0 1 0,0 0 0,9-5 0,11 1 0,-7 4 0,-1 0 0,1 0 0,-1 1 0,0 1 0,1 0 0,20 7 0,71 32 0,-63-23 0,88 35 0,159 68 0,-275-116 0,30 16 0,-40-20 0,1 1 0,-1 1 0,0-1 0,0 0 0,0 1 0,0-1 0,0 1 0,-1 0 0,4 4 0,-6-7 0,0 1 0,0-1 0,1 0 0,-1 0 0,0 1 0,0-1 0,0 0 0,0 1 0,0-1 0,1 0 0,-1 0 0,0 1 0,0-1 0,0 0 0,0 1 0,0-1 0,0 0 0,0 1 0,0-1 0,0 0 0,0 1 0,0-1 0,0 0 0,0 1 0,-1-1 0,1 0 0,0 0 0,0 1 0,0-1 0,0 0 0,0 1 0,-1-1 0,1 0 0,0 0 0,-1 1 0,-13 2 0,-16-5 0,4-3 0,0-1 0,-41-15 0,-48-27 0,110 46 0,-171-82 0,22 10 0,151 73 0,-3-2 0,0 0 0,0 0 0,0 0 0,0-1 0,-5-4 0,41 19 0,28 10 0,556 186 0,-602-205 0,-9-1 0,1-1 0,-1 1 0,0 0 0,0 0 0,1 0 0,-1 0 0,0 1 0,0-1 0,0 1 0,0-1 0,5 5 0,-8-6 0,0 1 0,0-1 0,0 0 0,0 0 0,0 0 0,-1 0 0,1 0 0,0 0 0,0 1 0,0-1 0,0 0 0,0 0 0,0 0 0,0 0 0,0 0 0,0 0 0,0 0 0,0 0 0,-1 1 0,1-1 0,0 0 0,0 0 0,0 0 0,0 0 0,0 0 0,0 0 0,-1 0 0,1 0 0,0 0 0,0 0 0,0 0 0,0 0 0,0 0 0,0 0 0,-1 0 0,1 0 0,0 0 0,0 0 0,0 0 0,0 0 0,0 0 0,-1 0 0,1 0 0,-8 0 0,-7-1-1365,-2-1-5461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7:06.4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6 24575,'0'0'0,"0"0"0,-1-1 0,1 1 0,0 0 0,0 0 0,0 0 0,0 0 0,0 0 0,0-1 0,0 1 0,0 0 0,0 0 0,0 0 0,0 0 0,0 0 0,0-1 0,0 1 0,0 0 0,0 0 0,0 0 0,0 0 0,0-1 0,0 1 0,0 0 0,1 0 0,-1 0 0,0 0 0,0 0 0,0 0 0,0-1 0,0 1 0,0 0 0,0 0 0,0 0 0,1 0 0,-1 0 0,0 0 0,0 0 0,0 0 0,0 0 0,0 0 0,0-1 0,1 1 0,-1 0 0,0 0 0,0 0 0,0 0 0,0 0 0,1 0 0,-1 0 0,0 0 0,0 0 0,0 0 0,0 0 0,0 0 0,1 0 0,-1 1 0,0-1 0,0 0 0,0 0 0,0 0 0,0 0 0,1 0 0,5 9 0,-3 8 0,-1 0 0,-1 1 0,0-1 0,-3 25 0,0 0 0,10 89 0,-1-14 0,-7-71 0,-1-1 0,-2 0 0,-17 80 0,16-115 0,2-17 0,2-21 0,0 24 0,9-299 0,-5 256 0,-3 1 0,-8-77 0,4 83 0,2 27 0,1 0 0,-2 0 0,0 1 0,-5-17 0,87 297 0,-52-169 0,-24-86 0,30 123 0,-30-117 0,-1 1 0,-1 0 0,-1 0 0,-3 39 0,-3-45 0,5-14 0,0 0 0,0 1 0,0-1 0,0 0 0,0 0 0,-1 0 0,1 0 0,0 0 0,0 0 0,0 0 0,-1 0 0,1 0 0,0 0 0,0 0 0,0 0 0,0 0 0,-1 0 0,1 0 0,0 0 0,0 0 0,0 0 0,-1 0 0,1 0 0,0 0 0,0 0 0,0 0 0,-1 0 0,1 0 0,0 0 0,0 0 0,0 0 0,0 0 0,-1 0 0,1-1 0,0 1 0,0 0 0,-2-2 0,1 1 0,0-1 0,0 0 0,-1 0 0,1 0 0,0 0 0,0 0 0,1 0 0,-2-3 0,-30-115 0,-24-186 0,52 273 0,1-49 0,18 153 0,-4-21 0,-3 1 0,-2 0 0,-1 69 0,-7-97-1365,-1-4-5461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7:07.5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549 0 24575,'0'1'0,"0"0"0,1-1 0,-1 1 0,0-1 0,0 1 0,0 0 0,0-1 0,1 1 0,-1 0 0,0-1 0,0 1 0,0 0 0,0-1 0,0 1 0,0 0 0,-1-1 0,1 1 0,0 0 0,0-1 0,0 1 0,-1 0 0,1-1 0,0 1 0,-1-1 0,1 1 0,0-1 0,-1 1 0,1-1 0,-1 2 0,-15 15 0,16-16 0,-14 11 0,-1 0 0,0-1 0,-22 12 0,16-10 0,-24 19 0,13-7 0,0-2 0,-2 0 0,0-3 0,-1 0 0,-40 14 0,56-27-273,-1 0 0,1-2 0,-1 0 0,-30 3 0,38-7-6553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7:09.0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41 1 24575,'0'26'0,"2"0"0,0 1 0,8 36 0,6 22 0,-3 1 0,1 104 0,-12-160 0,-1 1 0,-2-1 0,-1 0 0,-10 50 0,10-79 0,0-4 0,-2-7 0,-7-43 0,2 0 0,-3-58 0,7-109 0,-2 108 0,-1 15 0,9 142 0,11 217 0,-1-164 0,0-7 0,-1 115 0,-11-542 0,-37-31 0,37 364 0,-2-15 0,3 18 0,0-1 0,0 1 0,0-1 0,0 1 0,0-1 0,0 1 0,0-1 0,-1 1 0,1-1 0,0 1 0,0-1 0,-1 1 0,1 0 0,0-1 0,-1 1 0,1-1 0,0 1 0,-1 0 0,1-1 0,0 1 0,-1 0 0,1-1 0,-1 1 0,0 0 0,1 0 0,-1 0 0,1 0 0,-1 1 0,1-1 0,0 0 0,-1 1 0,1-1 0,0 1 0,-1-1 0,1 0 0,0 1 0,-1-1 0,1 1 0,0-1 0,0 1 0,0-1 0,0 0 0,-1 1 0,1-1 0,0 1 0,0-1 0,0 1 0,0 0 0,-2 17 0,2-13 0,-7 56 0,3 0 0,2 0 0,13 117 0,17 63 0,-25-167-1365,-3-61-5461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7:10.2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41 12 24575,'-9'-4'0,"-11"-4"0,19 8 0,1 0 0,-1 0 0,1 0 0,-1 0 0,1 0 0,0 1 0,-1-1 0,1 0 0,-1 0 0,1 0 0,0 0 0,-1 0 0,1 1 0,-1-1 0,1 0 0,0 0 0,-1 1 0,1-1 0,0 0 0,-1 0 0,1 1 0,0-1 0,0 0 0,-1 1 0,1-1 0,0 0 0,0 1 0,0-1 0,-1 1 0,1-1 0,0 0 0,0 1 0,0-1 0,0 1 0,0-1 0,0 1 0,0-1 0,0 0 0,0 1 0,0-1 0,0 1 0,0-1 0,0 0 0,0 1 0,1 10 0,0-1 0,1 0 0,0 0 0,1 0 0,0 0 0,0 0 0,1 0 0,6 10 0,7 10 0,23 31 0,-4-8 0,-23-25-1365,-9-16-5461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7:11.0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144 3 24575,'-5'-1'0,"-1"1"0,1-1 0,-1 1 0,0 0 0,1 0 0,-1 1 0,0-1 0,1 1 0,-1 1 0,-8 2 0,11-3 0,0 1 0,0-1 0,0 1 0,0 0 0,1 0 0,-1 0 0,0 0 0,1 1 0,-1-1 0,1 1 0,0-1 0,0 1 0,0 0 0,0 0 0,0 0 0,1 0 0,-1 0 0,0 5 0,-4 12 0,2 1 0,0 0 0,-1 22 0,0 1 0,3-28 0,1 0 0,0 0 0,1 0 0,0 0 0,2 0 0,0 0 0,0 0 0,2-1 0,0 1 0,10 23 0,-13-36 0,0 0 0,1-1 0,-1 1 0,1-1 0,-1 0 0,1 0 0,0 1 0,0-1 0,0 0 0,0 0 0,0-1 0,0 1 0,1 0 0,-1-1 0,1 1 0,-1-1 0,1 0 0,-1 0 0,1 0 0,0 0 0,5 0 0,-4 0 0,0-1 0,1 0 0,-1 0 0,1 0 0,-1-1 0,0 0 0,1 0 0,-1 0 0,0 0 0,0 0 0,1-1 0,-1 0 0,4-3 0,3-1 0,0-1 0,0-1 0,-1 1 0,14-14 0,-21 18 0,0-1 0,0 1 0,-1 0 0,1-1 0,-1 1 0,0-1 0,0 0 0,0 1 0,0-1 0,0 0 0,-1 0 0,0-1 0,0 1 0,0 0 0,0 0 0,-1 0 0,0-6 0,0 8 0,0 1 0,0-1 0,-1 0 0,1 1 0,-1-1 0,1 1 0,-1-1 0,0 1 0,0-1 0,0 1 0,0 0 0,0-1 0,0 1 0,0 0 0,0 0 0,0 0 0,0 0 0,-1 0 0,1 0 0,0 0 0,-1 0 0,1 0 0,-1 1 0,1-1 0,-1 1 0,1-1 0,-1 1 0,1-1 0,-1 1 0,0 0 0,-1 0 0,-8-1 0,1 0 0,0 1 0,-18 2 0,23-1 0,-8 1-216,1 1-1,-1 0 0,1 1 0,-1 0 1,-13 8-1,25-12 152,-15 7-6761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7:12.1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 10 24575,'-5'-5'0,"-2"1"0,1 3 0,1 5 0,1 4 0,2 3 0,3 2 0,2 1 0,0 1 0,0 0 0,-1 1 0,0-1 0,-2 0 0,-2-1 0,-1-1-8191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7:12.7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259 0 24575,'-7'7'0,"0"-1"0,0-1 0,0 1 0,-1-1 0,0-1 0,0 1 0,0-1 0,-1-1 0,0 1 0,1-1 0,-1-1 0,-13 2 0,21-3-13,-28 4-438,-1-1 1,-39 1-1,57-5-6375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7:13.3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105 17 24575,'-4'-2'0,"1"-1"0,-1 1 0,0 1 0,0-1 0,0 0 0,0 1 0,-1 0 0,1 0 0,0 0 0,-5 0 0,7 1 0,0 0 0,0 1 0,0-1 0,0 0 0,0 1 0,1-1 0,-1 1 0,0 0 0,0 0 0,1-1 0,-1 1 0,0 0 0,1 0 0,-1 1 0,1-1 0,-1 0 0,1 0 0,0 1 0,0-1 0,-1 1 0,1-1 0,0 1 0,0-1 0,0 1 0,0 2 0,-2 4 0,0-1 0,1 1 0,0-1 0,0 1 0,1 0 0,-1 14 0,3 52 0,1-34 0,-2-30 0,0-1 0,1 0 0,0 0 0,1 0 0,0 0 0,1 0 0,-1-1 0,2 1 0,5 11 0,-5-14 0,-1 0 0,1-1 0,0 1 0,1-1 0,-1 0 0,1-1 0,0 1 0,0-1 0,1 0 0,-1 0 0,1 0 0,0-1 0,9 4 0,-11-5 0,1 0 0,-1-1 0,1 1 0,-1-1 0,1 0 0,0 0 0,0-1 0,-1 0 0,6 1 0,-7-2 0,0 1 0,-1-1 0,1 1 0,-1-1 0,1 0 0,0 0 0,-1 0 0,1 0 0,-1-1 0,0 1 0,1 0 0,-1-1 0,0 0 0,0 0 0,0 1 0,0-1 0,2-3 0,0-1 0,0 1 0,0-1 0,-1 0 0,1 0 0,-1 0 0,-1-1 0,1 1 0,-1-1 0,2-7 0,-4 12 0,0 0 0,1 0 0,-1 0 0,0 0 0,0 0 0,-1 0 0,1 1 0,0-1 0,-1 0 0,1 0 0,-1 0 0,1 0 0,-1 1 0,0-1 0,-1-3 0,0 4 0,1-1 0,-1 1 0,1 0 0,-1-1 0,1 1 0,-1 0 0,0 0 0,0 0 0,1 0 0,-1 0 0,0 1 0,0-1 0,0 0 0,0 1 0,0-1 0,0 1 0,-4 0 0,0-1-227,-1 1-1,0 0 1,1 0-1,-1 0 1,-8 3-1,2 0-6598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7:15.02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 15 24575,'0'-14'0,"0"14"0,0 2 0,0 23 0,0-6 0,-9 209 0,7-216-97,1 1-1,1-1 1,0 0-1,0 0 1,1 1-1,1-1 1,0 0-1,1 0 1,0 0-1,1 0 1,0-1-1,1 1 0,12 20 1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7:15.5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0 387 24575,'0'-2'0,"0"0"0,1 0 0,-1 0 0,1 0 0,-1 0 0,1 0 0,0 0 0,-1 0 0,1 0 0,0 0 0,0 0 0,1 0 0,-1 1 0,0-1 0,1 0 0,-1 1 0,1-1 0,-1 1 0,1 0 0,-1-1 0,1 1 0,0 0 0,0 0 0,0 0 0,3-1 0,6-2 0,0 0 0,0 1 0,19-3 0,-10 3 0,5-4 0,0-1 0,36-16 0,46-29 0,-84 41 0,100-64 0,-27 16 0,-87 55 0,1-1 0,-1 0 0,0 0 0,0-1 0,-1-1 0,0 1 0,13-17 0,-20 23-40,-1 1 0,0 0 0,0-1 0,1 1-1,-1 0 1,0-1 0,0 1 0,0-1 0,0 1 0,0 0 0,1-1-1,-1 1 1,0-1 0,0 1 0,0 0 0,0-1 0,0 1-1,0-1 1,0 1 0,0 0 0,-1-1 0,1 1 0,0 0 0,0-1-1,0 1 1,0-1 0,0 1 0,-1 0 0,1-1 0,0 1-1,0 0 1,-1-1 0,1 1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7:16.0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16 24575,'15'-5'0,"0"2"0,1 0 0,-1 1 0,1 0 0,-1 1 0,32 3 0,95 19 0,-105-14 0,98 15 0,-27-5 0,144 42 0,-222-51 0,-13-3 0,20 8 0,-31-11 0,-1 1 0,1 0 0,-1 0 0,0 0 0,0 1 0,0 0 0,5 5 0,14 10-1365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7:16.3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1 24575,'-3'7'0,"0"5"0,0 3 0,0 2 0,2-3-8191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8:02.4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 54 24575,'-4'-5'0,"0"-1"0,0 1 0,1-1 0,0 0 0,0 0 0,-4-10 0,8 12 0,3 6 0,5 5 0,-9-6 0,88 91 0,-20-19 0,93 113 0,-1 0 0,-27-61 0,-101-101 0,1 2 0,12 12 0,4 3 0,-49-40 0,1 0 0,-1-1 0,1 1 0,-1-1 0,1 1 0,0-1 0,-1 1 0,1-1 0,0 1 0,-1-1 0,1 0 0,0 1 0,-1-1 0,1 0 0,0 0 0,0 1 0,-1-1 0,1 0 0,0 0 0,1 0 0,-2 0 0,1 0 0,-1-1 0,1 1 0,-1 0 0,1-1 0,-1 1 0,1 0 0,-1-1 0,0 1 0,1-1 0,-1 1 0,0 0 0,1-1 0,-1 1 0,0-1 0,0 1 0,1-1 0,-1 1 0,0-1 0,0 1 0,0-2 0,1-2 0,0 1 0,-1-1 0,0 0 0,1 0 0,-2 0 0,1 0 0,-1-3 0,-5-36 0,2 1 0,1-65 0,2 94 0,1 2 0,1 20 0,4 15 0,2 0 0,0 0 0,1 0 0,15 28 0,-19-42 0,2 4 0,-1-4 0,0 0 0,-1 1 0,0-1 0,3 20 0,-6-28 0,-1 0 0,0 0 0,0 0 0,0 0 0,0 1 0,0-1 0,0 0 0,0 0 0,-1 0 0,1 0 0,-1 0 0,1 0 0,-1 0 0,0 0 0,0 0 0,0 0 0,0 0 0,0-1 0,0 1 0,-1 0 0,1-1 0,0 1 0,-1-1 0,0 1 0,1-1 0,-1 0 0,0 1 0,1-1 0,-1 0 0,0 0 0,-3 1 0,1-1 0,-1 0 0,1 0 0,0 0 0,0-1 0,-1 0 0,1 1 0,-1-1 0,1-1 0,0 1 0,-7-2 0,-7-2 0,-19-7 0,36 10 0,-67-25 0,-96-52 0,43 18 0,83 45-1365,23 11-5461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9:13.7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1480 177 24575,'5'-1'0,"18"-3"0,31-1 0,-48 5 0,0 0 0,1 0 0,-1 1 0,0 0 0,0 0 0,0 0 0,1 1 0,-1 0 0,0 0 0,5 3 0,-10-4 0,0-1 0,-1 0 0,1 0 0,0 1 0,-1-1 0,1 0 0,-1 1 0,1-1 0,-1 1 0,1-1 0,-1 1 0,1-1 0,-1 1 0,1-1 0,-1 1 0,0-1 0,1 1 0,-1 0 0,0-1 0,1 1 0,-1 0 0,0 0 0,0-1 0,0 1 0,-1-1 0,1 0 0,0 1 0,0-1 0,-1 1 0,1-1 0,0 0 0,0 1 0,-1-1 0,1 0 0,0 1 0,-1-1 0,1 0 0,-1 0 0,1 1 0,0-1 0,-1 0 0,1 0 0,-1 0 0,0 1 0,-4 0 0,1 0 0,-1 0 0,0 0 0,-6 0 0,-10-1 0,0-1 0,0-1 0,-26-6 0,-2-1 0,-59-5 0,-288-37 0,158 16 0,-44-4 0,31 10 0,203 21-45,-11 0 183,52 7-346,0 1 0,0 0-1,0 0 1,0 1 0,0 0-1,-8 2 1,6 0-6618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6:39:14.6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441 179 24575,'-52'-35'0,"-2"2"0,-2 3 0,-117-47 0,171 77 0,0-1 0,0 0 0,0 1 0,-1-1 0,1 1 0,0 0 0,0 0 0,0 0 0,-3 0 0,5 0 0,-1 0 0,1 0 0,0 0 0,0 0 0,-1 0 0,1 0 0,0 0 0,0 1 0,-1-1 0,1 0 0,0 0 0,0 0 0,0 0 0,-1 0 0,1 1 0,0-1 0,0 0 0,0 0 0,-1 0 0,1 1 0,0-1 0,0 0 0,0 0 0,0 0 0,0 1 0,0-1 0,0 0 0,0 0 0,-1 1 0,1-1 0,1 1 0,-1 0 0,0 0 0,0 0 0,1 0 0,-1 0 0,0 0 0,1 0 0,-1 0 0,1-1 0,-1 1 0,1 0 0,-1 0 0,2 0 0,11 14 0,2-2 0,0 0 0,0-1 0,1-1 0,24 14 0,-28-17 0,172 90 0,-117-65 0,-62-31 0,27 16 0,-30-17 0,0 1 0,0-1 0,0 1 0,0-1 0,-1 1 0,1 0 0,-1 0 0,1 0 0,-1 0 0,1 0 0,-1 0 0,1 3 0,-1-4 0,-1 0 0,0 0 0,0 0 0,0 0 0,0 0 0,0 0 0,-1 0 0,1 0 0,0 0 0,0 0 0,-1 0 0,1 0 0,0-1 0,-1 1 0,1 0 0,-1 0 0,1 0 0,-1 0 0,1-1 0,-1 1 0,0 0 0,1 0 0,-1-1 0,0 1 0,0-1 0,0 1 0,1-1 0,-1 1 0,0-1 0,0 1 0,0-1 0,0 0 0,0 1 0,-1-1 0,-6 3 0,0-1 0,-15 3 0,19-4 0,-32 4 0,-1-2 0,-61-4 0,-15 2 0,95 0 0,-1 1 0,1 1 0,0 1 0,-19 6 0,32-8-124,0 0 0,0 0 0,0 1 0,1 0 0,-1 0 0,1 0-1,-1 0 1,1 0 0,0 1 0,-4 5 0,-1 2-6702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7450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6519672"/>
            <a:ext cx="11247120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DSP + ML • Oppenheim &amp; Schafer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7.xml"/><Relationship Id="rId21" Type="http://schemas.openxmlformats.org/officeDocument/2006/relationships/customXml" Target="../ink/ink9.xml"/><Relationship Id="rId63" Type="http://schemas.openxmlformats.org/officeDocument/2006/relationships/customXml" Target="../ink/ink30.xml"/><Relationship Id="rId159" Type="http://schemas.openxmlformats.org/officeDocument/2006/relationships/customXml" Target="../ink/ink78.xml"/><Relationship Id="rId170" Type="http://schemas.openxmlformats.org/officeDocument/2006/relationships/image" Target="../media/image87.png"/><Relationship Id="rId226" Type="http://schemas.openxmlformats.org/officeDocument/2006/relationships/image" Target="../media/image115.png"/><Relationship Id="rId107" Type="http://schemas.openxmlformats.org/officeDocument/2006/relationships/customXml" Target="../ink/ink52.xml"/><Relationship Id="rId11" Type="http://schemas.openxmlformats.org/officeDocument/2006/relationships/customXml" Target="../ink/ink4.xml"/><Relationship Id="rId32" Type="http://schemas.openxmlformats.org/officeDocument/2006/relationships/image" Target="../media/image18.png"/><Relationship Id="rId53" Type="http://schemas.openxmlformats.org/officeDocument/2006/relationships/customXml" Target="../ink/ink25.xml"/><Relationship Id="rId74" Type="http://schemas.openxmlformats.org/officeDocument/2006/relationships/image" Target="../media/image39.png"/><Relationship Id="rId128" Type="http://schemas.openxmlformats.org/officeDocument/2006/relationships/image" Target="../media/image66.png"/><Relationship Id="rId149" Type="http://schemas.openxmlformats.org/officeDocument/2006/relationships/customXml" Target="../ink/ink73.xml"/><Relationship Id="rId5" Type="http://schemas.openxmlformats.org/officeDocument/2006/relationships/customXml" Target="../ink/ink1.xml"/><Relationship Id="rId95" Type="http://schemas.openxmlformats.org/officeDocument/2006/relationships/customXml" Target="../ink/ink46.xml"/><Relationship Id="rId160" Type="http://schemas.openxmlformats.org/officeDocument/2006/relationships/image" Target="../media/image82.png"/><Relationship Id="rId181" Type="http://schemas.openxmlformats.org/officeDocument/2006/relationships/customXml" Target="../ink/ink89.xml"/><Relationship Id="rId216" Type="http://schemas.openxmlformats.org/officeDocument/2006/relationships/image" Target="../media/image110.png"/><Relationship Id="rId237" Type="http://schemas.openxmlformats.org/officeDocument/2006/relationships/customXml" Target="../ink/ink117.xml"/><Relationship Id="rId258" Type="http://schemas.openxmlformats.org/officeDocument/2006/relationships/image" Target="../media/image131.png"/><Relationship Id="rId22" Type="http://schemas.openxmlformats.org/officeDocument/2006/relationships/image" Target="../media/image13.png"/><Relationship Id="rId43" Type="http://schemas.openxmlformats.org/officeDocument/2006/relationships/customXml" Target="../ink/ink20.xml"/><Relationship Id="rId64" Type="http://schemas.openxmlformats.org/officeDocument/2006/relationships/image" Target="../media/image34.png"/><Relationship Id="rId118" Type="http://schemas.openxmlformats.org/officeDocument/2006/relationships/image" Target="../media/image61.png"/><Relationship Id="rId139" Type="http://schemas.openxmlformats.org/officeDocument/2006/relationships/customXml" Target="../ink/ink68.xml"/><Relationship Id="rId85" Type="http://schemas.openxmlformats.org/officeDocument/2006/relationships/customXml" Target="../ink/ink41.xml"/><Relationship Id="rId150" Type="http://schemas.openxmlformats.org/officeDocument/2006/relationships/image" Target="../media/image77.png"/><Relationship Id="rId171" Type="http://schemas.openxmlformats.org/officeDocument/2006/relationships/customXml" Target="../ink/ink84.xml"/><Relationship Id="rId192" Type="http://schemas.openxmlformats.org/officeDocument/2006/relationships/image" Target="../media/image98.png"/><Relationship Id="rId206" Type="http://schemas.openxmlformats.org/officeDocument/2006/relationships/image" Target="../media/image105.png"/><Relationship Id="rId227" Type="http://schemas.openxmlformats.org/officeDocument/2006/relationships/customXml" Target="../ink/ink112.xml"/><Relationship Id="rId248" Type="http://schemas.openxmlformats.org/officeDocument/2006/relationships/image" Target="../media/image126.png"/><Relationship Id="rId12" Type="http://schemas.openxmlformats.org/officeDocument/2006/relationships/image" Target="../media/image8.png"/><Relationship Id="rId33" Type="http://schemas.openxmlformats.org/officeDocument/2006/relationships/customXml" Target="../ink/ink15.xml"/><Relationship Id="rId108" Type="http://schemas.openxmlformats.org/officeDocument/2006/relationships/image" Target="../media/image56.png"/><Relationship Id="rId129" Type="http://schemas.openxmlformats.org/officeDocument/2006/relationships/customXml" Target="../ink/ink63.xml"/><Relationship Id="rId54" Type="http://schemas.openxmlformats.org/officeDocument/2006/relationships/image" Target="../media/image29.png"/><Relationship Id="rId75" Type="http://schemas.openxmlformats.org/officeDocument/2006/relationships/customXml" Target="../ink/ink36.xml"/><Relationship Id="rId96" Type="http://schemas.openxmlformats.org/officeDocument/2006/relationships/image" Target="../media/image50.png"/><Relationship Id="rId140" Type="http://schemas.openxmlformats.org/officeDocument/2006/relationships/image" Target="../media/image72.png"/><Relationship Id="rId161" Type="http://schemas.openxmlformats.org/officeDocument/2006/relationships/customXml" Target="../ink/ink79.xml"/><Relationship Id="rId182" Type="http://schemas.openxmlformats.org/officeDocument/2006/relationships/image" Target="../media/image93.png"/><Relationship Id="rId217" Type="http://schemas.openxmlformats.org/officeDocument/2006/relationships/customXml" Target="../ink/ink107.xml"/><Relationship Id="rId6" Type="http://schemas.openxmlformats.org/officeDocument/2006/relationships/image" Target="../media/image5.png"/><Relationship Id="rId238" Type="http://schemas.openxmlformats.org/officeDocument/2006/relationships/image" Target="../media/image121.png"/><Relationship Id="rId259" Type="http://schemas.openxmlformats.org/officeDocument/2006/relationships/customXml" Target="../ink/ink128.xml"/><Relationship Id="rId23" Type="http://schemas.openxmlformats.org/officeDocument/2006/relationships/customXml" Target="../ink/ink10.xml"/><Relationship Id="rId119" Type="http://schemas.openxmlformats.org/officeDocument/2006/relationships/customXml" Target="../ink/ink58.xml"/><Relationship Id="rId44" Type="http://schemas.openxmlformats.org/officeDocument/2006/relationships/image" Target="../media/image24.png"/><Relationship Id="rId65" Type="http://schemas.openxmlformats.org/officeDocument/2006/relationships/customXml" Target="../ink/ink31.xml"/><Relationship Id="rId86" Type="http://schemas.openxmlformats.org/officeDocument/2006/relationships/image" Target="../media/image45.png"/><Relationship Id="rId130" Type="http://schemas.openxmlformats.org/officeDocument/2006/relationships/image" Target="../media/image67.png"/><Relationship Id="rId151" Type="http://schemas.openxmlformats.org/officeDocument/2006/relationships/customXml" Target="../ink/ink74.xml"/><Relationship Id="rId172" Type="http://schemas.openxmlformats.org/officeDocument/2006/relationships/image" Target="../media/image88.png"/><Relationship Id="rId193" Type="http://schemas.openxmlformats.org/officeDocument/2006/relationships/customXml" Target="../ink/ink95.xml"/><Relationship Id="rId207" Type="http://schemas.openxmlformats.org/officeDocument/2006/relationships/customXml" Target="../ink/ink102.xml"/><Relationship Id="rId228" Type="http://schemas.openxmlformats.org/officeDocument/2006/relationships/image" Target="../media/image116.png"/><Relationship Id="rId249" Type="http://schemas.openxmlformats.org/officeDocument/2006/relationships/customXml" Target="../ink/ink123.xml"/><Relationship Id="rId13" Type="http://schemas.openxmlformats.org/officeDocument/2006/relationships/customXml" Target="../ink/ink5.xml"/><Relationship Id="rId109" Type="http://schemas.openxmlformats.org/officeDocument/2006/relationships/customXml" Target="../ink/ink53.xml"/><Relationship Id="rId260" Type="http://schemas.openxmlformats.org/officeDocument/2006/relationships/image" Target="../media/image132.png"/><Relationship Id="rId34" Type="http://schemas.openxmlformats.org/officeDocument/2006/relationships/image" Target="../media/image19.png"/><Relationship Id="rId55" Type="http://schemas.openxmlformats.org/officeDocument/2006/relationships/customXml" Target="../ink/ink26.xml"/><Relationship Id="rId76" Type="http://schemas.openxmlformats.org/officeDocument/2006/relationships/image" Target="../media/image40.png"/><Relationship Id="rId97" Type="http://schemas.openxmlformats.org/officeDocument/2006/relationships/customXml" Target="../ink/ink47.xml"/><Relationship Id="rId120" Type="http://schemas.openxmlformats.org/officeDocument/2006/relationships/image" Target="../media/image62.png"/><Relationship Id="rId141" Type="http://schemas.openxmlformats.org/officeDocument/2006/relationships/customXml" Target="../ink/ink69.xml"/><Relationship Id="rId7" Type="http://schemas.openxmlformats.org/officeDocument/2006/relationships/customXml" Target="../ink/ink2.xml"/><Relationship Id="rId162" Type="http://schemas.openxmlformats.org/officeDocument/2006/relationships/image" Target="../media/image83.png"/><Relationship Id="rId183" Type="http://schemas.openxmlformats.org/officeDocument/2006/relationships/customXml" Target="../ink/ink90.xml"/><Relationship Id="rId218" Type="http://schemas.openxmlformats.org/officeDocument/2006/relationships/image" Target="../media/image111.png"/><Relationship Id="rId239" Type="http://schemas.openxmlformats.org/officeDocument/2006/relationships/customXml" Target="../ink/ink118.xml"/><Relationship Id="rId250" Type="http://schemas.openxmlformats.org/officeDocument/2006/relationships/image" Target="../media/image127.png"/><Relationship Id="rId24" Type="http://schemas.openxmlformats.org/officeDocument/2006/relationships/image" Target="../media/image14.png"/><Relationship Id="rId45" Type="http://schemas.openxmlformats.org/officeDocument/2006/relationships/customXml" Target="../ink/ink21.xml"/><Relationship Id="rId66" Type="http://schemas.openxmlformats.org/officeDocument/2006/relationships/image" Target="../media/image35.png"/><Relationship Id="rId87" Type="http://schemas.openxmlformats.org/officeDocument/2006/relationships/customXml" Target="../ink/ink42.xml"/><Relationship Id="rId110" Type="http://schemas.openxmlformats.org/officeDocument/2006/relationships/image" Target="../media/image57.png"/><Relationship Id="rId131" Type="http://schemas.openxmlformats.org/officeDocument/2006/relationships/customXml" Target="../ink/ink64.xml"/><Relationship Id="rId152" Type="http://schemas.openxmlformats.org/officeDocument/2006/relationships/image" Target="../media/image78.png"/><Relationship Id="rId173" Type="http://schemas.openxmlformats.org/officeDocument/2006/relationships/customXml" Target="../ink/ink85.xml"/><Relationship Id="rId194" Type="http://schemas.openxmlformats.org/officeDocument/2006/relationships/image" Target="../media/image99.png"/><Relationship Id="rId208" Type="http://schemas.openxmlformats.org/officeDocument/2006/relationships/image" Target="../media/image106.png"/><Relationship Id="rId229" Type="http://schemas.openxmlformats.org/officeDocument/2006/relationships/customXml" Target="../ink/ink113.xml"/><Relationship Id="rId240" Type="http://schemas.openxmlformats.org/officeDocument/2006/relationships/image" Target="../media/image122.png"/><Relationship Id="rId261" Type="http://schemas.openxmlformats.org/officeDocument/2006/relationships/customXml" Target="../ink/ink129.xml"/><Relationship Id="rId14" Type="http://schemas.openxmlformats.org/officeDocument/2006/relationships/image" Target="../media/image9.png"/><Relationship Id="rId35" Type="http://schemas.openxmlformats.org/officeDocument/2006/relationships/customXml" Target="../ink/ink16.xml"/><Relationship Id="rId56" Type="http://schemas.openxmlformats.org/officeDocument/2006/relationships/image" Target="../media/image30.png"/><Relationship Id="rId77" Type="http://schemas.openxmlformats.org/officeDocument/2006/relationships/customXml" Target="../ink/ink37.xml"/><Relationship Id="rId100" Type="http://schemas.openxmlformats.org/officeDocument/2006/relationships/image" Target="../media/image52.png"/><Relationship Id="rId8" Type="http://schemas.openxmlformats.org/officeDocument/2006/relationships/image" Target="../media/image6.png"/><Relationship Id="rId98" Type="http://schemas.openxmlformats.org/officeDocument/2006/relationships/image" Target="../media/image51.png"/><Relationship Id="rId121" Type="http://schemas.openxmlformats.org/officeDocument/2006/relationships/customXml" Target="../ink/ink59.xml"/><Relationship Id="rId142" Type="http://schemas.openxmlformats.org/officeDocument/2006/relationships/image" Target="../media/image73.png"/><Relationship Id="rId163" Type="http://schemas.openxmlformats.org/officeDocument/2006/relationships/customXml" Target="../ink/ink80.xml"/><Relationship Id="rId184" Type="http://schemas.openxmlformats.org/officeDocument/2006/relationships/image" Target="../media/image94.png"/><Relationship Id="rId219" Type="http://schemas.openxmlformats.org/officeDocument/2006/relationships/customXml" Target="../ink/ink108.xml"/><Relationship Id="rId230" Type="http://schemas.openxmlformats.org/officeDocument/2006/relationships/image" Target="../media/image117.png"/><Relationship Id="rId251" Type="http://schemas.openxmlformats.org/officeDocument/2006/relationships/customXml" Target="../ink/ink124.xml"/><Relationship Id="rId25" Type="http://schemas.openxmlformats.org/officeDocument/2006/relationships/customXml" Target="../ink/ink11.xml"/><Relationship Id="rId46" Type="http://schemas.openxmlformats.org/officeDocument/2006/relationships/image" Target="../media/image25.png"/><Relationship Id="rId67" Type="http://schemas.openxmlformats.org/officeDocument/2006/relationships/customXml" Target="../ink/ink32.xml"/><Relationship Id="rId88" Type="http://schemas.openxmlformats.org/officeDocument/2006/relationships/image" Target="../media/image46.png"/><Relationship Id="rId111" Type="http://schemas.openxmlformats.org/officeDocument/2006/relationships/customXml" Target="../ink/ink54.xml"/><Relationship Id="rId132" Type="http://schemas.openxmlformats.org/officeDocument/2006/relationships/image" Target="../media/image68.png"/><Relationship Id="rId153" Type="http://schemas.openxmlformats.org/officeDocument/2006/relationships/customXml" Target="../ink/ink75.xml"/><Relationship Id="rId174" Type="http://schemas.openxmlformats.org/officeDocument/2006/relationships/image" Target="../media/image89.png"/><Relationship Id="rId195" Type="http://schemas.openxmlformats.org/officeDocument/2006/relationships/customXml" Target="../ink/ink96.xml"/><Relationship Id="rId209" Type="http://schemas.openxmlformats.org/officeDocument/2006/relationships/customXml" Target="../ink/ink103.xml"/><Relationship Id="rId220" Type="http://schemas.openxmlformats.org/officeDocument/2006/relationships/image" Target="../media/image112.png"/><Relationship Id="rId241" Type="http://schemas.openxmlformats.org/officeDocument/2006/relationships/customXml" Target="../ink/ink119.xml"/><Relationship Id="rId15" Type="http://schemas.openxmlformats.org/officeDocument/2006/relationships/customXml" Target="../ink/ink6.xml"/><Relationship Id="rId36" Type="http://schemas.openxmlformats.org/officeDocument/2006/relationships/image" Target="../media/image20.png"/><Relationship Id="rId57" Type="http://schemas.openxmlformats.org/officeDocument/2006/relationships/customXml" Target="../ink/ink27.xml"/><Relationship Id="rId262" Type="http://schemas.openxmlformats.org/officeDocument/2006/relationships/image" Target="../media/image133.png"/><Relationship Id="rId78" Type="http://schemas.openxmlformats.org/officeDocument/2006/relationships/image" Target="../media/image41.png"/><Relationship Id="rId99" Type="http://schemas.openxmlformats.org/officeDocument/2006/relationships/customXml" Target="../ink/ink48.xml"/><Relationship Id="rId101" Type="http://schemas.openxmlformats.org/officeDocument/2006/relationships/customXml" Target="../ink/ink49.xml"/><Relationship Id="rId122" Type="http://schemas.openxmlformats.org/officeDocument/2006/relationships/image" Target="../media/image63.png"/><Relationship Id="rId143" Type="http://schemas.openxmlformats.org/officeDocument/2006/relationships/customXml" Target="../ink/ink70.xml"/><Relationship Id="rId164" Type="http://schemas.openxmlformats.org/officeDocument/2006/relationships/image" Target="../media/image84.png"/><Relationship Id="rId185" Type="http://schemas.openxmlformats.org/officeDocument/2006/relationships/customXml" Target="../ink/ink91.xml"/><Relationship Id="rId9" Type="http://schemas.openxmlformats.org/officeDocument/2006/relationships/customXml" Target="../ink/ink3.xml"/><Relationship Id="rId210" Type="http://schemas.openxmlformats.org/officeDocument/2006/relationships/image" Target="../media/image107.png"/><Relationship Id="rId26" Type="http://schemas.openxmlformats.org/officeDocument/2006/relationships/image" Target="../media/image15.png"/><Relationship Id="rId231" Type="http://schemas.openxmlformats.org/officeDocument/2006/relationships/customXml" Target="../ink/ink114.xml"/><Relationship Id="rId252" Type="http://schemas.openxmlformats.org/officeDocument/2006/relationships/image" Target="../media/image128.png"/><Relationship Id="rId47" Type="http://schemas.openxmlformats.org/officeDocument/2006/relationships/customXml" Target="../ink/ink22.xml"/><Relationship Id="rId68" Type="http://schemas.openxmlformats.org/officeDocument/2006/relationships/image" Target="../media/image36.png"/><Relationship Id="rId89" Type="http://schemas.openxmlformats.org/officeDocument/2006/relationships/customXml" Target="../ink/ink43.xml"/><Relationship Id="rId112" Type="http://schemas.openxmlformats.org/officeDocument/2006/relationships/image" Target="../media/image58.png"/><Relationship Id="rId133" Type="http://schemas.openxmlformats.org/officeDocument/2006/relationships/customXml" Target="../ink/ink65.xml"/><Relationship Id="rId154" Type="http://schemas.openxmlformats.org/officeDocument/2006/relationships/image" Target="../media/image79.png"/><Relationship Id="rId175" Type="http://schemas.openxmlformats.org/officeDocument/2006/relationships/customXml" Target="../ink/ink86.xml"/><Relationship Id="rId196" Type="http://schemas.openxmlformats.org/officeDocument/2006/relationships/image" Target="../media/image100.png"/><Relationship Id="rId200" Type="http://schemas.openxmlformats.org/officeDocument/2006/relationships/image" Target="../media/image102.png"/><Relationship Id="rId16" Type="http://schemas.openxmlformats.org/officeDocument/2006/relationships/image" Target="../media/image10.png"/><Relationship Id="rId221" Type="http://schemas.openxmlformats.org/officeDocument/2006/relationships/customXml" Target="../ink/ink109.xml"/><Relationship Id="rId242" Type="http://schemas.openxmlformats.org/officeDocument/2006/relationships/image" Target="../media/image123.png"/><Relationship Id="rId263" Type="http://schemas.openxmlformats.org/officeDocument/2006/relationships/customXml" Target="../ink/ink130.xml"/><Relationship Id="rId37" Type="http://schemas.openxmlformats.org/officeDocument/2006/relationships/customXml" Target="../ink/ink17.xml"/><Relationship Id="rId58" Type="http://schemas.openxmlformats.org/officeDocument/2006/relationships/image" Target="../media/image31.png"/><Relationship Id="rId79" Type="http://schemas.openxmlformats.org/officeDocument/2006/relationships/customXml" Target="../ink/ink38.xml"/><Relationship Id="rId102" Type="http://schemas.openxmlformats.org/officeDocument/2006/relationships/image" Target="../media/image53.png"/><Relationship Id="rId123" Type="http://schemas.openxmlformats.org/officeDocument/2006/relationships/customXml" Target="../ink/ink60.xml"/><Relationship Id="rId144" Type="http://schemas.openxmlformats.org/officeDocument/2006/relationships/image" Target="../media/image74.png"/><Relationship Id="rId90" Type="http://schemas.openxmlformats.org/officeDocument/2006/relationships/image" Target="../media/image47.png"/><Relationship Id="rId165" Type="http://schemas.openxmlformats.org/officeDocument/2006/relationships/customXml" Target="../ink/ink81.xml"/><Relationship Id="rId186" Type="http://schemas.openxmlformats.org/officeDocument/2006/relationships/image" Target="../media/image95.png"/><Relationship Id="rId211" Type="http://schemas.openxmlformats.org/officeDocument/2006/relationships/customXml" Target="../ink/ink104.xml"/><Relationship Id="rId232" Type="http://schemas.openxmlformats.org/officeDocument/2006/relationships/image" Target="../media/image118.png"/><Relationship Id="rId253" Type="http://schemas.openxmlformats.org/officeDocument/2006/relationships/customXml" Target="../ink/ink125.xml"/><Relationship Id="rId27" Type="http://schemas.openxmlformats.org/officeDocument/2006/relationships/customXml" Target="../ink/ink12.xml"/><Relationship Id="rId48" Type="http://schemas.openxmlformats.org/officeDocument/2006/relationships/image" Target="../media/image26.png"/><Relationship Id="rId69" Type="http://schemas.openxmlformats.org/officeDocument/2006/relationships/customXml" Target="../ink/ink33.xml"/><Relationship Id="rId113" Type="http://schemas.openxmlformats.org/officeDocument/2006/relationships/customXml" Target="../ink/ink55.xml"/><Relationship Id="rId134" Type="http://schemas.openxmlformats.org/officeDocument/2006/relationships/image" Target="../media/image69.png"/><Relationship Id="rId80" Type="http://schemas.openxmlformats.org/officeDocument/2006/relationships/image" Target="../media/image42.png"/><Relationship Id="rId155" Type="http://schemas.openxmlformats.org/officeDocument/2006/relationships/customXml" Target="../ink/ink76.xml"/><Relationship Id="rId176" Type="http://schemas.openxmlformats.org/officeDocument/2006/relationships/image" Target="../media/image90.png"/><Relationship Id="rId197" Type="http://schemas.openxmlformats.org/officeDocument/2006/relationships/customXml" Target="../ink/ink97.xml"/><Relationship Id="rId201" Type="http://schemas.openxmlformats.org/officeDocument/2006/relationships/customXml" Target="../ink/ink99.xml"/><Relationship Id="rId222" Type="http://schemas.openxmlformats.org/officeDocument/2006/relationships/image" Target="../media/image113.png"/><Relationship Id="rId243" Type="http://schemas.openxmlformats.org/officeDocument/2006/relationships/customXml" Target="../ink/ink120.xml"/><Relationship Id="rId264" Type="http://schemas.openxmlformats.org/officeDocument/2006/relationships/image" Target="../media/image134.png"/><Relationship Id="rId17" Type="http://schemas.openxmlformats.org/officeDocument/2006/relationships/customXml" Target="../ink/ink7.xml"/><Relationship Id="rId38" Type="http://schemas.openxmlformats.org/officeDocument/2006/relationships/image" Target="../media/image21.png"/><Relationship Id="rId59" Type="http://schemas.openxmlformats.org/officeDocument/2006/relationships/customXml" Target="../ink/ink28.xml"/><Relationship Id="rId103" Type="http://schemas.openxmlformats.org/officeDocument/2006/relationships/customXml" Target="../ink/ink50.xml"/><Relationship Id="rId124" Type="http://schemas.openxmlformats.org/officeDocument/2006/relationships/image" Target="../media/image64.png"/><Relationship Id="rId70" Type="http://schemas.openxmlformats.org/officeDocument/2006/relationships/image" Target="../media/image37.png"/><Relationship Id="rId91" Type="http://schemas.openxmlformats.org/officeDocument/2006/relationships/customXml" Target="../ink/ink44.xml"/><Relationship Id="rId145" Type="http://schemas.openxmlformats.org/officeDocument/2006/relationships/customXml" Target="../ink/ink71.xml"/><Relationship Id="rId166" Type="http://schemas.openxmlformats.org/officeDocument/2006/relationships/image" Target="../media/image85.png"/><Relationship Id="rId187" Type="http://schemas.openxmlformats.org/officeDocument/2006/relationships/customXml" Target="../ink/ink92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08.png"/><Relationship Id="rId233" Type="http://schemas.openxmlformats.org/officeDocument/2006/relationships/customXml" Target="../ink/ink115.xml"/><Relationship Id="rId254" Type="http://schemas.openxmlformats.org/officeDocument/2006/relationships/image" Target="../media/image129.png"/><Relationship Id="rId28" Type="http://schemas.openxmlformats.org/officeDocument/2006/relationships/image" Target="../media/image16.png"/><Relationship Id="rId49" Type="http://schemas.openxmlformats.org/officeDocument/2006/relationships/customXml" Target="../ink/ink23.xml"/><Relationship Id="rId114" Type="http://schemas.openxmlformats.org/officeDocument/2006/relationships/image" Target="../media/image59.png"/><Relationship Id="rId60" Type="http://schemas.openxmlformats.org/officeDocument/2006/relationships/image" Target="../media/image32.png"/><Relationship Id="rId81" Type="http://schemas.openxmlformats.org/officeDocument/2006/relationships/customXml" Target="../ink/ink39.xml"/><Relationship Id="rId135" Type="http://schemas.openxmlformats.org/officeDocument/2006/relationships/customXml" Target="../ink/ink66.xml"/><Relationship Id="rId156" Type="http://schemas.openxmlformats.org/officeDocument/2006/relationships/image" Target="../media/image80.png"/><Relationship Id="rId177" Type="http://schemas.openxmlformats.org/officeDocument/2006/relationships/customXml" Target="../ink/ink87.xml"/><Relationship Id="rId198" Type="http://schemas.openxmlformats.org/officeDocument/2006/relationships/image" Target="../media/image101.png"/><Relationship Id="rId202" Type="http://schemas.openxmlformats.org/officeDocument/2006/relationships/image" Target="../media/image103.png"/><Relationship Id="rId223" Type="http://schemas.openxmlformats.org/officeDocument/2006/relationships/customXml" Target="../ink/ink110.xml"/><Relationship Id="rId244" Type="http://schemas.openxmlformats.org/officeDocument/2006/relationships/image" Target="../media/image124.png"/><Relationship Id="rId18" Type="http://schemas.openxmlformats.org/officeDocument/2006/relationships/image" Target="../media/image11.png"/><Relationship Id="rId39" Type="http://schemas.openxmlformats.org/officeDocument/2006/relationships/customXml" Target="../ink/ink18.xml"/><Relationship Id="rId265" Type="http://schemas.openxmlformats.org/officeDocument/2006/relationships/customXml" Target="../ink/ink131.xml"/><Relationship Id="rId50" Type="http://schemas.openxmlformats.org/officeDocument/2006/relationships/image" Target="../media/image27.png"/><Relationship Id="rId104" Type="http://schemas.openxmlformats.org/officeDocument/2006/relationships/image" Target="../media/image54.png"/><Relationship Id="rId125" Type="http://schemas.openxmlformats.org/officeDocument/2006/relationships/customXml" Target="../ink/ink61.xml"/><Relationship Id="rId146" Type="http://schemas.openxmlformats.org/officeDocument/2006/relationships/image" Target="../media/image75.png"/><Relationship Id="rId167" Type="http://schemas.openxmlformats.org/officeDocument/2006/relationships/customXml" Target="../ink/ink82.xml"/><Relationship Id="rId188" Type="http://schemas.openxmlformats.org/officeDocument/2006/relationships/image" Target="../media/image96.png"/><Relationship Id="rId71" Type="http://schemas.openxmlformats.org/officeDocument/2006/relationships/customXml" Target="../ink/ink34.xml"/><Relationship Id="rId92" Type="http://schemas.openxmlformats.org/officeDocument/2006/relationships/image" Target="../media/image48.png"/><Relationship Id="rId213" Type="http://schemas.openxmlformats.org/officeDocument/2006/relationships/customXml" Target="../ink/ink105.xml"/><Relationship Id="rId234" Type="http://schemas.openxmlformats.org/officeDocument/2006/relationships/image" Target="../media/image119.png"/><Relationship Id="rId2" Type="http://schemas.openxmlformats.org/officeDocument/2006/relationships/notesSlide" Target="../notesSlides/notesSlide4.xml"/><Relationship Id="rId29" Type="http://schemas.openxmlformats.org/officeDocument/2006/relationships/customXml" Target="../ink/ink13.xml"/><Relationship Id="rId255" Type="http://schemas.openxmlformats.org/officeDocument/2006/relationships/customXml" Target="../ink/ink126.xml"/><Relationship Id="rId40" Type="http://schemas.openxmlformats.org/officeDocument/2006/relationships/image" Target="../media/image22.png"/><Relationship Id="rId115" Type="http://schemas.openxmlformats.org/officeDocument/2006/relationships/customXml" Target="../ink/ink56.xml"/><Relationship Id="rId136" Type="http://schemas.openxmlformats.org/officeDocument/2006/relationships/image" Target="../media/image70.png"/><Relationship Id="rId157" Type="http://schemas.openxmlformats.org/officeDocument/2006/relationships/customXml" Target="../ink/ink77.xml"/><Relationship Id="rId178" Type="http://schemas.openxmlformats.org/officeDocument/2006/relationships/image" Target="../media/image91.png"/><Relationship Id="rId61" Type="http://schemas.openxmlformats.org/officeDocument/2006/relationships/customXml" Target="../ink/ink29.xml"/><Relationship Id="rId82" Type="http://schemas.openxmlformats.org/officeDocument/2006/relationships/image" Target="../media/image43.png"/><Relationship Id="rId199" Type="http://schemas.openxmlformats.org/officeDocument/2006/relationships/customXml" Target="../ink/ink98.xml"/><Relationship Id="rId203" Type="http://schemas.openxmlformats.org/officeDocument/2006/relationships/customXml" Target="../ink/ink100.xml"/><Relationship Id="rId19" Type="http://schemas.openxmlformats.org/officeDocument/2006/relationships/customXml" Target="../ink/ink8.xml"/><Relationship Id="rId224" Type="http://schemas.openxmlformats.org/officeDocument/2006/relationships/image" Target="../media/image114.png"/><Relationship Id="rId245" Type="http://schemas.openxmlformats.org/officeDocument/2006/relationships/customXml" Target="../ink/ink121.xml"/><Relationship Id="rId266" Type="http://schemas.openxmlformats.org/officeDocument/2006/relationships/image" Target="../media/image135.png"/><Relationship Id="rId30" Type="http://schemas.openxmlformats.org/officeDocument/2006/relationships/image" Target="../media/image17.png"/><Relationship Id="rId105" Type="http://schemas.openxmlformats.org/officeDocument/2006/relationships/customXml" Target="../ink/ink51.xml"/><Relationship Id="rId126" Type="http://schemas.openxmlformats.org/officeDocument/2006/relationships/image" Target="../media/image65.png"/><Relationship Id="rId147" Type="http://schemas.openxmlformats.org/officeDocument/2006/relationships/customXml" Target="../ink/ink72.xml"/><Relationship Id="rId168" Type="http://schemas.openxmlformats.org/officeDocument/2006/relationships/image" Target="../media/image86.png"/><Relationship Id="rId51" Type="http://schemas.openxmlformats.org/officeDocument/2006/relationships/customXml" Target="../ink/ink24.xml"/><Relationship Id="rId72" Type="http://schemas.openxmlformats.org/officeDocument/2006/relationships/image" Target="../media/image38.png"/><Relationship Id="rId93" Type="http://schemas.openxmlformats.org/officeDocument/2006/relationships/customXml" Target="../ink/ink45.xml"/><Relationship Id="rId189" Type="http://schemas.openxmlformats.org/officeDocument/2006/relationships/customXml" Target="../ink/ink93.xml"/><Relationship Id="rId3" Type="http://schemas.openxmlformats.org/officeDocument/2006/relationships/image" Target="../media/image3.png"/><Relationship Id="rId214" Type="http://schemas.openxmlformats.org/officeDocument/2006/relationships/image" Target="../media/image109.png"/><Relationship Id="rId235" Type="http://schemas.openxmlformats.org/officeDocument/2006/relationships/customXml" Target="../ink/ink116.xml"/><Relationship Id="rId256" Type="http://schemas.openxmlformats.org/officeDocument/2006/relationships/image" Target="../media/image130.png"/><Relationship Id="rId116" Type="http://schemas.openxmlformats.org/officeDocument/2006/relationships/image" Target="../media/image60.png"/><Relationship Id="rId137" Type="http://schemas.openxmlformats.org/officeDocument/2006/relationships/customXml" Target="../ink/ink67.xml"/><Relationship Id="rId158" Type="http://schemas.openxmlformats.org/officeDocument/2006/relationships/image" Target="../media/image81.png"/><Relationship Id="rId20" Type="http://schemas.openxmlformats.org/officeDocument/2006/relationships/image" Target="../media/image12.png"/><Relationship Id="rId41" Type="http://schemas.openxmlformats.org/officeDocument/2006/relationships/customXml" Target="../ink/ink19.xml"/><Relationship Id="rId62" Type="http://schemas.openxmlformats.org/officeDocument/2006/relationships/image" Target="../media/image33.png"/><Relationship Id="rId83" Type="http://schemas.openxmlformats.org/officeDocument/2006/relationships/customXml" Target="../ink/ink40.xml"/><Relationship Id="rId179" Type="http://schemas.openxmlformats.org/officeDocument/2006/relationships/customXml" Target="../ink/ink88.xml"/><Relationship Id="rId190" Type="http://schemas.openxmlformats.org/officeDocument/2006/relationships/image" Target="../media/image97.png"/><Relationship Id="rId204" Type="http://schemas.openxmlformats.org/officeDocument/2006/relationships/image" Target="../media/image104.png"/><Relationship Id="rId225" Type="http://schemas.openxmlformats.org/officeDocument/2006/relationships/customXml" Target="../ink/ink111.xml"/><Relationship Id="rId246" Type="http://schemas.openxmlformats.org/officeDocument/2006/relationships/image" Target="../media/image125.png"/><Relationship Id="rId106" Type="http://schemas.openxmlformats.org/officeDocument/2006/relationships/image" Target="../media/image55.png"/><Relationship Id="rId127" Type="http://schemas.openxmlformats.org/officeDocument/2006/relationships/customXml" Target="../ink/ink62.xml"/><Relationship Id="rId10" Type="http://schemas.openxmlformats.org/officeDocument/2006/relationships/image" Target="../media/image7.png"/><Relationship Id="rId31" Type="http://schemas.openxmlformats.org/officeDocument/2006/relationships/customXml" Target="../ink/ink14.xml"/><Relationship Id="rId52" Type="http://schemas.openxmlformats.org/officeDocument/2006/relationships/image" Target="../media/image28.png"/><Relationship Id="rId73" Type="http://schemas.openxmlformats.org/officeDocument/2006/relationships/customXml" Target="../ink/ink35.xml"/><Relationship Id="rId94" Type="http://schemas.openxmlformats.org/officeDocument/2006/relationships/image" Target="../media/image49.png"/><Relationship Id="rId148" Type="http://schemas.openxmlformats.org/officeDocument/2006/relationships/image" Target="../media/image76.png"/><Relationship Id="rId169" Type="http://schemas.openxmlformats.org/officeDocument/2006/relationships/customXml" Target="../ink/ink83.xml"/><Relationship Id="rId4" Type="http://schemas.openxmlformats.org/officeDocument/2006/relationships/image" Target="../media/image4.svg"/><Relationship Id="rId180" Type="http://schemas.openxmlformats.org/officeDocument/2006/relationships/image" Target="../media/image92.png"/><Relationship Id="rId215" Type="http://schemas.openxmlformats.org/officeDocument/2006/relationships/customXml" Target="../ink/ink106.xml"/><Relationship Id="rId236" Type="http://schemas.openxmlformats.org/officeDocument/2006/relationships/image" Target="../media/image120.png"/><Relationship Id="rId257" Type="http://schemas.openxmlformats.org/officeDocument/2006/relationships/customXml" Target="../ink/ink127.xml"/><Relationship Id="rId42" Type="http://schemas.openxmlformats.org/officeDocument/2006/relationships/image" Target="../media/image23.png"/><Relationship Id="rId84" Type="http://schemas.openxmlformats.org/officeDocument/2006/relationships/image" Target="../media/image44.png"/><Relationship Id="rId138" Type="http://schemas.openxmlformats.org/officeDocument/2006/relationships/image" Target="../media/image71.png"/><Relationship Id="rId191" Type="http://schemas.openxmlformats.org/officeDocument/2006/relationships/customXml" Target="../ink/ink94.xml"/><Relationship Id="rId205" Type="http://schemas.openxmlformats.org/officeDocument/2006/relationships/customXml" Target="../ink/ink101.xml"/><Relationship Id="rId247" Type="http://schemas.openxmlformats.org/officeDocument/2006/relationships/customXml" Target="../ink/ink122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3.png"/><Relationship Id="rId299" Type="http://schemas.openxmlformats.org/officeDocument/2006/relationships/image" Target="../media/image284.png"/><Relationship Id="rId21" Type="http://schemas.openxmlformats.org/officeDocument/2006/relationships/customXml" Target="../ink/ink140.xml"/><Relationship Id="rId63" Type="http://schemas.openxmlformats.org/officeDocument/2006/relationships/customXml" Target="../ink/ink161.xml"/><Relationship Id="rId159" Type="http://schemas.openxmlformats.org/officeDocument/2006/relationships/image" Target="../media/image214.png"/><Relationship Id="rId324" Type="http://schemas.openxmlformats.org/officeDocument/2006/relationships/customXml" Target="../ink/ink292.xml"/><Relationship Id="rId366" Type="http://schemas.openxmlformats.org/officeDocument/2006/relationships/customXml" Target="../ink/ink313.xml"/><Relationship Id="rId170" Type="http://schemas.openxmlformats.org/officeDocument/2006/relationships/customXml" Target="../ink/ink215.xml"/><Relationship Id="rId226" Type="http://schemas.openxmlformats.org/officeDocument/2006/relationships/customXml" Target="../ink/ink243.xml"/><Relationship Id="rId268" Type="http://schemas.openxmlformats.org/officeDocument/2006/relationships/customXml" Target="../ink/ink264.xml"/><Relationship Id="rId32" Type="http://schemas.openxmlformats.org/officeDocument/2006/relationships/image" Target="../media/image151.png"/><Relationship Id="rId74" Type="http://schemas.openxmlformats.org/officeDocument/2006/relationships/image" Target="../media/image172.png"/><Relationship Id="rId128" Type="http://schemas.openxmlformats.org/officeDocument/2006/relationships/customXml" Target="../ink/ink194.xml"/><Relationship Id="rId335" Type="http://schemas.openxmlformats.org/officeDocument/2006/relationships/image" Target="../media/image302.png"/><Relationship Id="rId5" Type="http://schemas.openxmlformats.org/officeDocument/2006/relationships/customXml" Target="../ink/ink132.xml"/><Relationship Id="rId181" Type="http://schemas.openxmlformats.org/officeDocument/2006/relationships/image" Target="../media/image225.png"/><Relationship Id="rId237" Type="http://schemas.openxmlformats.org/officeDocument/2006/relationships/image" Target="../media/image253.png"/><Relationship Id="rId279" Type="http://schemas.openxmlformats.org/officeDocument/2006/relationships/image" Target="../media/image274.png"/><Relationship Id="rId43" Type="http://schemas.openxmlformats.org/officeDocument/2006/relationships/customXml" Target="../ink/ink151.xml"/><Relationship Id="rId139" Type="http://schemas.openxmlformats.org/officeDocument/2006/relationships/image" Target="../media/image204.png"/><Relationship Id="rId290" Type="http://schemas.openxmlformats.org/officeDocument/2006/relationships/customXml" Target="../ink/ink275.xml"/><Relationship Id="rId304" Type="http://schemas.openxmlformats.org/officeDocument/2006/relationships/customXml" Target="../ink/ink282.xml"/><Relationship Id="rId346" Type="http://schemas.openxmlformats.org/officeDocument/2006/relationships/customXml" Target="../ink/ink303.xml"/><Relationship Id="rId85" Type="http://schemas.openxmlformats.org/officeDocument/2006/relationships/customXml" Target="../ink/ink172.xml"/><Relationship Id="rId150" Type="http://schemas.openxmlformats.org/officeDocument/2006/relationships/customXml" Target="../ink/ink205.xml"/><Relationship Id="rId192" Type="http://schemas.openxmlformats.org/officeDocument/2006/relationships/customXml" Target="../ink/ink226.xml"/><Relationship Id="rId206" Type="http://schemas.openxmlformats.org/officeDocument/2006/relationships/customXml" Target="../ink/ink233.xml"/><Relationship Id="rId248" Type="http://schemas.openxmlformats.org/officeDocument/2006/relationships/customXml" Target="../ink/ink254.xml"/><Relationship Id="rId12" Type="http://schemas.openxmlformats.org/officeDocument/2006/relationships/image" Target="../media/image141.png"/><Relationship Id="rId108" Type="http://schemas.openxmlformats.org/officeDocument/2006/relationships/customXml" Target="../ink/ink184.xml"/><Relationship Id="rId315" Type="http://schemas.openxmlformats.org/officeDocument/2006/relationships/image" Target="../media/image292.png"/><Relationship Id="rId357" Type="http://schemas.openxmlformats.org/officeDocument/2006/relationships/image" Target="../media/image313.png"/><Relationship Id="rId54" Type="http://schemas.openxmlformats.org/officeDocument/2006/relationships/image" Target="../media/image162.png"/><Relationship Id="rId96" Type="http://schemas.openxmlformats.org/officeDocument/2006/relationships/customXml" Target="../ink/ink178.xml"/><Relationship Id="rId161" Type="http://schemas.openxmlformats.org/officeDocument/2006/relationships/image" Target="../media/image215.png"/><Relationship Id="rId217" Type="http://schemas.openxmlformats.org/officeDocument/2006/relationships/image" Target="../media/image243.png"/><Relationship Id="rId259" Type="http://schemas.openxmlformats.org/officeDocument/2006/relationships/image" Target="../media/image264.png"/><Relationship Id="rId23" Type="http://schemas.openxmlformats.org/officeDocument/2006/relationships/customXml" Target="../ink/ink141.xml"/><Relationship Id="rId119" Type="http://schemas.openxmlformats.org/officeDocument/2006/relationships/image" Target="../media/image194.png"/><Relationship Id="rId270" Type="http://schemas.openxmlformats.org/officeDocument/2006/relationships/customXml" Target="../ink/ink265.xml"/><Relationship Id="rId326" Type="http://schemas.openxmlformats.org/officeDocument/2006/relationships/customXml" Target="../ink/ink293.xml"/><Relationship Id="rId65" Type="http://schemas.openxmlformats.org/officeDocument/2006/relationships/customXml" Target="../ink/ink162.xml"/><Relationship Id="rId130" Type="http://schemas.openxmlformats.org/officeDocument/2006/relationships/customXml" Target="../ink/ink195.xml"/><Relationship Id="rId368" Type="http://schemas.openxmlformats.org/officeDocument/2006/relationships/customXml" Target="../ink/ink314.xml"/><Relationship Id="rId172" Type="http://schemas.openxmlformats.org/officeDocument/2006/relationships/customXml" Target="../ink/ink216.xml"/><Relationship Id="rId228" Type="http://schemas.openxmlformats.org/officeDocument/2006/relationships/customXml" Target="../ink/ink244.xml"/><Relationship Id="rId281" Type="http://schemas.openxmlformats.org/officeDocument/2006/relationships/image" Target="../media/image275.png"/><Relationship Id="rId337" Type="http://schemas.openxmlformats.org/officeDocument/2006/relationships/image" Target="../media/image303.png"/><Relationship Id="rId34" Type="http://schemas.openxmlformats.org/officeDocument/2006/relationships/image" Target="../media/image152.png"/><Relationship Id="rId76" Type="http://schemas.openxmlformats.org/officeDocument/2006/relationships/image" Target="../media/image173.png"/><Relationship Id="rId141" Type="http://schemas.openxmlformats.org/officeDocument/2006/relationships/image" Target="../media/image205.png"/><Relationship Id="rId7" Type="http://schemas.openxmlformats.org/officeDocument/2006/relationships/customXml" Target="../ink/ink133.xml"/><Relationship Id="rId183" Type="http://schemas.openxmlformats.org/officeDocument/2006/relationships/image" Target="../media/image226.png"/><Relationship Id="rId239" Type="http://schemas.openxmlformats.org/officeDocument/2006/relationships/image" Target="../media/image254.png"/><Relationship Id="rId250" Type="http://schemas.openxmlformats.org/officeDocument/2006/relationships/customXml" Target="../ink/ink255.xml"/><Relationship Id="rId292" Type="http://schemas.openxmlformats.org/officeDocument/2006/relationships/customXml" Target="../ink/ink276.xml"/><Relationship Id="rId306" Type="http://schemas.openxmlformats.org/officeDocument/2006/relationships/customXml" Target="../ink/ink283.xml"/><Relationship Id="rId45" Type="http://schemas.openxmlformats.org/officeDocument/2006/relationships/customXml" Target="../ink/ink152.xml"/><Relationship Id="rId87" Type="http://schemas.openxmlformats.org/officeDocument/2006/relationships/customXml" Target="../ink/ink173.xml"/><Relationship Id="rId110" Type="http://schemas.openxmlformats.org/officeDocument/2006/relationships/customXml" Target="../ink/ink185.xml"/><Relationship Id="rId348" Type="http://schemas.openxmlformats.org/officeDocument/2006/relationships/customXml" Target="../ink/ink304.xml"/><Relationship Id="rId152" Type="http://schemas.openxmlformats.org/officeDocument/2006/relationships/customXml" Target="../ink/ink206.xml"/><Relationship Id="rId194" Type="http://schemas.openxmlformats.org/officeDocument/2006/relationships/customXml" Target="../ink/ink227.xml"/><Relationship Id="rId208" Type="http://schemas.openxmlformats.org/officeDocument/2006/relationships/customXml" Target="../ink/ink234.xml"/><Relationship Id="rId261" Type="http://schemas.openxmlformats.org/officeDocument/2006/relationships/image" Target="../media/image265.png"/><Relationship Id="rId14" Type="http://schemas.openxmlformats.org/officeDocument/2006/relationships/image" Target="../media/image142.png"/><Relationship Id="rId56" Type="http://schemas.openxmlformats.org/officeDocument/2006/relationships/image" Target="../media/image163.png"/><Relationship Id="rId317" Type="http://schemas.openxmlformats.org/officeDocument/2006/relationships/image" Target="../media/image293.png"/><Relationship Id="rId359" Type="http://schemas.openxmlformats.org/officeDocument/2006/relationships/image" Target="../media/image314.png"/><Relationship Id="rId98" Type="http://schemas.openxmlformats.org/officeDocument/2006/relationships/customXml" Target="../ink/ink179.xml"/><Relationship Id="rId121" Type="http://schemas.openxmlformats.org/officeDocument/2006/relationships/image" Target="../media/image195.png"/><Relationship Id="rId163" Type="http://schemas.openxmlformats.org/officeDocument/2006/relationships/image" Target="../media/image216.png"/><Relationship Id="rId219" Type="http://schemas.openxmlformats.org/officeDocument/2006/relationships/image" Target="../media/image244.png"/><Relationship Id="rId370" Type="http://schemas.openxmlformats.org/officeDocument/2006/relationships/customXml" Target="../ink/ink315.xml"/><Relationship Id="rId230" Type="http://schemas.openxmlformats.org/officeDocument/2006/relationships/customXml" Target="../ink/ink245.xml"/><Relationship Id="rId25" Type="http://schemas.openxmlformats.org/officeDocument/2006/relationships/customXml" Target="../ink/ink142.xml"/><Relationship Id="rId67" Type="http://schemas.openxmlformats.org/officeDocument/2006/relationships/customXml" Target="../ink/ink163.xml"/><Relationship Id="rId272" Type="http://schemas.openxmlformats.org/officeDocument/2006/relationships/customXml" Target="../ink/ink266.xml"/><Relationship Id="rId328" Type="http://schemas.openxmlformats.org/officeDocument/2006/relationships/customXml" Target="../ink/ink294.xml"/><Relationship Id="rId132" Type="http://schemas.openxmlformats.org/officeDocument/2006/relationships/customXml" Target="../ink/ink196.xml"/><Relationship Id="rId174" Type="http://schemas.openxmlformats.org/officeDocument/2006/relationships/customXml" Target="../ink/ink217.xml"/><Relationship Id="rId241" Type="http://schemas.openxmlformats.org/officeDocument/2006/relationships/image" Target="../media/image255.png"/><Relationship Id="rId36" Type="http://schemas.openxmlformats.org/officeDocument/2006/relationships/image" Target="../media/image153.png"/><Relationship Id="rId283" Type="http://schemas.openxmlformats.org/officeDocument/2006/relationships/image" Target="../media/image276.png"/><Relationship Id="rId339" Type="http://schemas.openxmlformats.org/officeDocument/2006/relationships/image" Target="../media/image304.png"/><Relationship Id="rId78" Type="http://schemas.openxmlformats.org/officeDocument/2006/relationships/image" Target="../media/image174.png"/><Relationship Id="rId99" Type="http://schemas.openxmlformats.org/officeDocument/2006/relationships/image" Target="../media/image184.png"/><Relationship Id="rId101" Type="http://schemas.openxmlformats.org/officeDocument/2006/relationships/image" Target="../media/image185.png"/><Relationship Id="rId122" Type="http://schemas.openxmlformats.org/officeDocument/2006/relationships/customXml" Target="../ink/ink191.xml"/><Relationship Id="rId143" Type="http://schemas.openxmlformats.org/officeDocument/2006/relationships/image" Target="../media/image206.png"/><Relationship Id="rId164" Type="http://schemas.openxmlformats.org/officeDocument/2006/relationships/customXml" Target="../ink/ink212.xml"/><Relationship Id="rId185" Type="http://schemas.openxmlformats.org/officeDocument/2006/relationships/image" Target="../media/image227.png"/><Relationship Id="rId350" Type="http://schemas.openxmlformats.org/officeDocument/2006/relationships/customXml" Target="../ink/ink305.xml"/><Relationship Id="rId371" Type="http://schemas.openxmlformats.org/officeDocument/2006/relationships/image" Target="../media/image320.png"/><Relationship Id="rId9" Type="http://schemas.openxmlformats.org/officeDocument/2006/relationships/customXml" Target="../ink/ink134.xml"/><Relationship Id="rId210" Type="http://schemas.openxmlformats.org/officeDocument/2006/relationships/customXml" Target="../ink/ink235.xml"/><Relationship Id="rId26" Type="http://schemas.openxmlformats.org/officeDocument/2006/relationships/image" Target="../media/image148.png"/><Relationship Id="rId231" Type="http://schemas.openxmlformats.org/officeDocument/2006/relationships/image" Target="../media/image250.png"/><Relationship Id="rId252" Type="http://schemas.openxmlformats.org/officeDocument/2006/relationships/customXml" Target="../ink/ink256.xml"/><Relationship Id="rId273" Type="http://schemas.openxmlformats.org/officeDocument/2006/relationships/image" Target="../media/image271.png"/><Relationship Id="rId294" Type="http://schemas.openxmlformats.org/officeDocument/2006/relationships/customXml" Target="../ink/ink277.xml"/><Relationship Id="rId308" Type="http://schemas.openxmlformats.org/officeDocument/2006/relationships/customXml" Target="../ink/ink284.xml"/><Relationship Id="rId329" Type="http://schemas.openxmlformats.org/officeDocument/2006/relationships/image" Target="../media/image299.png"/><Relationship Id="rId47" Type="http://schemas.openxmlformats.org/officeDocument/2006/relationships/customXml" Target="../ink/ink153.xml"/><Relationship Id="rId68" Type="http://schemas.openxmlformats.org/officeDocument/2006/relationships/image" Target="../media/image169.png"/><Relationship Id="rId89" Type="http://schemas.openxmlformats.org/officeDocument/2006/relationships/customXml" Target="../ink/ink174.xml"/><Relationship Id="rId112" Type="http://schemas.openxmlformats.org/officeDocument/2006/relationships/customXml" Target="../ink/ink186.xml"/><Relationship Id="rId133" Type="http://schemas.openxmlformats.org/officeDocument/2006/relationships/image" Target="../media/image201.png"/><Relationship Id="rId154" Type="http://schemas.openxmlformats.org/officeDocument/2006/relationships/customXml" Target="../ink/ink207.xml"/><Relationship Id="rId175" Type="http://schemas.openxmlformats.org/officeDocument/2006/relationships/image" Target="../media/image222.png"/><Relationship Id="rId340" Type="http://schemas.openxmlformats.org/officeDocument/2006/relationships/customXml" Target="../ink/ink300.xml"/><Relationship Id="rId361" Type="http://schemas.openxmlformats.org/officeDocument/2006/relationships/image" Target="../media/image315.png"/><Relationship Id="rId196" Type="http://schemas.openxmlformats.org/officeDocument/2006/relationships/customXml" Target="../ink/ink228.xml"/><Relationship Id="rId200" Type="http://schemas.openxmlformats.org/officeDocument/2006/relationships/customXml" Target="../ink/ink230.xml"/><Relationship Id="rId16" Type="http://schemas.openxmlformats.org/officeDocument/2006/relationships/image" Target="../media/image143.png"/><Relationship Id="rId221" Type="http://schemas.openxmlformats.org/officeDocument/2006/relationships/image" Target="../media/image245.png"/><Relationship Id="rId242" Type="http://schemas.openxmlformats.org/officeDocument/2006/relationships/customXml" Target="../ink/ink251.xml"/><Relationship Id="rId263" Type="http://schemas.openxmlformats.org/officeDocument/2006/relationships/image" Target="../media/image266.png"/><Relationship Id="rId284" Type="http://schemas.openxmlformats.org/officeDocument/2006/relationships/customXml" Target="../ink/ink272.xml"/><Relationship Id="rId319" Type="http://schemas.openxmlformats.org/officeDocument/2006/relationships/image" Target="../media/image294.png"/><Relationship Id="rId37" Type="http://schemas.openxmlformats.org/officeDocument/2006/relationships/customXml" Target="../ink/ink148.xml"/><Relationship Id="rId58" Type="http://schemas.openxmlformats.org/officeDocument/2006/relationships/image" Target="../media/image164.png"/><Relationship Id="rId79" Type="http://schemas.openxmlformats.org/officeDocument/2006/relationships/customXml" Target="../ink/ink169.xml"/><Relationship Id="rId102" Type="http://schemas.openxmlformats.org/officeDocument/2006/relationships/customXml" Target="../ink/ink181.xml"/><Relationship Id="rId123" Type="http://schemas.openxmlformats.org/officeDocument/2006/relationships/image" Target="../media/image196.png"/><Relationship Id="rId144" Type="http://schemas.openxmlformats.org/officeDocument/2006/relationships/customXml" Target="../ink/ink202.xml"/><Relationship Id="rId330" Type="http://schemas.openxmlformats.org/officeDocument/2006/relationships/customXml" Target="../ink/ink295.xml"/><Relationship Id="rId90" Type="http://schemas.openxmlformats.org/officeDocument/2006/relationships/customXml" Target="../ink/ink175.xml"/><Relationship Id="rId165" Type="http://schemas.openxmlformats.org/officeDocument/2006/relationships/image" Target="../media/image217.png"/><Relationship Id="rId186" Type="http://schemas.openxmlformats.org/officeDocument/2006/relationships/customXml" Target="../ink/ink223.xml"/><Relationship Id="rId351" Type="http://schemas.openxmlformats.org/officeDocument/2006/relationships/image" Target="../media/image310.png"/><Relationship Id="rId372" Type="http://schemas.openxmlformats.org/officeDocument/2006/relationships/customXml" Target="../ink/ink316.xml"/><Relationship Id="rId211" Type="http://schemas.openxmlformats.org/officeDocument/2006/relationships/image" Target="../media/image240.png"/><Relationship Id="rId232" Type="http://schemas.openxmlformats.org/officeDocument/2006/relationships/customXml" Target="../ink/ink246.xml"/><Relationship Id="rId253" Type="http://schemas.openxmlformats.org/officeDocument/2006/relationships/image" Target="../media/image261.png"/><Relationship Id="rId274" Type="http://schemas.openxmlformats.org/officeDocument/2006/relationships/customXml" Target="../ink/ink267.xml"/><Relationship Id="rId295" Type="http://schemas.openxmlformats.org/officeDocument/2006/relationships/image" Target="../media/image282.png"/><Relationship Id="rId309" Type="http://schemas.openxmlformats.org/officeDocument/2006/relationships/image" Target="../media/image289.png"/><Relationship Id="rId27" Type="http://schemas.openxmlformats.org/officeDocument/2006/relationships/customXml" Target="../ink/ink143.xml"/><Relationship Id="rId48" Type="http://schemas.openxmlformats.org/officeDocument/2006/relationships/image" Target="../media/image159.png"/><Relationship Id="rId69" Type="http://schemas.openxmlformats.org/officeDocument/2006/relationships/customXml" Target="../ink/ink164.xml"/><Relationship Id="rId113" Type="http://schemas.openxmlformats.org/officeDocument/2006/relationships/image" Target="../media/image191.png"/><Relationship Id="rId134" Type="http://schemas.openxmlformats.org/officeDocument/2006/relationships/customXml" Target="../ink/ink197.xml"/><Relationship Id="rId320" Type="http://schemas.openxmlformats.org/officeDocument/2006/relationships/customXml" Target="../ink/ink290.xml"/><Relationship Id="rId80" Type="http://schemas.openxmlformats.org/officeDocument/2006/relationships/image" Target="../media/image175.png"/><Relationship Id="rId155" Type="http://schemas.openxmlformats.org/officeDocument/2006/relationships/image" Target="../media/image212.png"/><Relationship Id="rId176" Type="http://schemas.openxmlformats.org/officeDocument/2006/relationships/customXml" Target="../ink/ink218.xml"/><Relationship Id="rId197" Type="http://schemas.openxmlformats.org/officeDocument/2006/relationships/image" Target="../media/image233.png"/><Relationship Id="rId341" Type="http://schemas.openxmlformats.org/officeDocument/2006/relationships/image" Target="../media/image305.png"/><Relationship Id="rId362" Type="http://schemas.openxmlformats.org/officeDocument/2006/relationships/customXml" Target="../ink/ink311.xml"/><Relationship Id="rId201" Type="http://schemas.openxmlformats.org/officeDocument/2006/relationships/image" Target="../media/image235.png"/><Relationship Id="rId222" Type="http://schemas.openxmlformats.org/officeDocument/2006/relationships/customXml" Target="../ink/ink241.xml"/><Relationship Id="rId243" Type="http://schemas.openxmlformats.org/officeDocument/2006/relationships/image" Target="../media/image256.png"/><Relationship Id="rId264" Type="http://schemas.openxmlformats.org/officeDocument/2006/relationships/customXml" Target="../ink/ink262.xml"/><Relationship Id="rId285" Type="http://schemas.openxmlformats.org/officeDocument/2006/relationships/image" Target="../media/image277.png"/><Relationship Id="rId17" Type="http://schemas.openxmlformats.org/officeDocument/2006/relationships/customXml" Target="../ink/ink138.xml"/><Relationship Id="rId38" Type="http://schemas.openxmlformats.org/officeDocument/2006/relationships/image" Target="../media/image154.png"/><Relationship Id="rId59" Type="http://schemas.openxmlformats.org/officeDocument/2006/relationships/customXml" Target="../ink/ink159.xml"/><Relationship Id="rId103" Type="http://schemas.openxmlformats.org/officeDocument/2006/relationships/image" Target="../media/image186.png"/><Relationship Id="rId124" Type="http://schemas.openxmlformats.org/officeDocument/2006/relationships/customXml" Target="../ink/ink192.xml"/><Relationship Id="rId310" Type="http://schemas.openxmlformats.org/officeDocument/2006/relationships/customXml" Target="../ink/ink285.xml"/><Relationship Id="rId70" Type="http://schemas.openxmlformats.org/officeDocument/2006/relationships/image" Target="../media/image170.png"/><Relationship Id="rId91" Type="http://schemas.openxmlformats.org/officeDocument/2006/relationships/image" Target="../media/image180.png"/><Relationship Id="rId145" Type="http://schemas.openxmlformats.org/officeDocument/2006/relationships/image" Target="../media/image207.png"/><Relationship Id="rId166" Type="http://schemas.openxmlformats.org/officeDocument/2006/relationships/customXml" Target="../ink/ink213.xml"/><Relationship Id="rId187" Type="http://schemas.openxmlformats.org/officeDocument/2006/relationships/image" Target="../media/image228.png"/><Relationship Id="rId331" Type="http://schemas.openxmlformats.org/officeDocument/2006/relationships/image" Target="../media/image300.png"/><Relationship Id="rId352" Type="http://schemas.openxmlformats.org/officeDocument/2006/relationships/customXml" Target="../ink/ink306.xml"/><Relationship Id="rId373" Type="http://schemas.openxmlformats.org/officeDocument/2006/relationships/image" Target="../media/image321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36.xml"/><Relationship Id="rId233" Type="http://schemas.openxmlformats.org/officeDocument/2006/relationships/image" Target="../media/image251.png"/><Relationship Id="rId254" Type="http://schemas.openxmlformats.org/officeDocument/2006/relationships/customXml" Target="../ink/ink257.xml"/><Relationship Id="rId28" Type="http://schemas.openxmlformats.org/officeDocument/2006/relationships/image" Target="../media/image149.png"/><Relationship Id="rId49" Type="http://schemas.openxmlformats.org/officeDocument/2006/relationships/customXml" Target="../ink/ink154.xml"/><Relationship Id="rId114" Type="http://schemas.openxmlformats.org/officeDocument/2006/relationships/customXml" Target="../ink/ink187.xml"/><Relationship Id="rId275" Type="http://schemas.openxmlformats.org/officeDocument/2006/relationships/image" Target="../media/image272.png"/><Relationship Id="rId296" Type="http://schemas.openxmlformats.org/officeDocument/2006/relationships/customXml" Target="../ink/ink278.xml"/><Relationship Id="rId300" Type="http://schemas.openxmlformats.org/officeDocument/2006/relationships/customXml" Target="../ink/ink280.xml"/><Relationship Id="rId60" Type="http://schemas.openxmlformats.org/officeDocument/2006/relationships/image" Target="../media/image165.png"/><Relationship Id="rId81" Type="http://schemas.openxmlformats.org/officeDocument/2006/relationships/customXml" Target="../ink/ink170.xml"/><Relationship Id="rId135" Type="http://schemas.openxmlformats.org/officeDocument/2006/relationships/image" Target="../media/image202.png"/><Relationship Id="rId156" Type="http://schemas.openxmlformats.org/officeDocument/2006/relationships/customXml" Target="../ink/ink208.xml"/><Relationship Id="rId177" Type="http://schemas.openxmlformats.org/officeDocument/2006/relationships/image" Target="../media/image223.png"/><Relationship Id="rId198" Type="http://schemas.openxmlformats.org/officeDocument/2006/relationships/customXml" Target="../ink/ink229.xml"/><Relationship Id="rId321" Type="http://schemas.openxmlformats.org/officeDocument/2006/relationships/image" Target="../media/image295.png"/><Relationship Id="rId342" Type="http://schemas.openxmlformats.org/officeDocument/2006/relationships/customXml" Target="../ink/ink301.xml"/><Relationship Id="rId363" Type="http://schemas.openxmlformats.org/officeDocument/2006/relationships/image" Target="../media/image316.png"/><Relationship Id="rId202" Type="http://schemas.openxmlformats.org/officeDocument/2006/relationships/customXml" Target="../ink/ink231.xml"/><Relationship Id="rId223" Type="http://schemas.openxmlformats.org/officeDocument/2006/relationships/image" Target="../media/image246.png"/><Relationship Id="rId244" Type="http://schemas.openxmlformats.org/officeDocument/2006/relationships/customXml" Target="../ink/ink252.xml"/><Relationship Id="rId18" Type="http://schemas.openxmlformats.org/officeDocument/2006/relationships/image" Target="../media/image144.png"/><Relationship Id="rId39" Type="http://schemas.openxmlformats.org/officeDocument/2006/relationships/customXml" Target="../ink/ink149.xml"/><Relationship Id="rId265" Type="http://schemas.openxmlformats.org/officeDocument/2006/relationships/image" Target="../media/image267.png"/><Relationship Id="rId286" Type="http://schemas.openxmlformats.org/officeDocument/2006/relationships/customXml" Target="../ink/ink273.xml"/><Relationship Id="rId50" Type="http://schemas.openxmlformats.org/officeDocument/2006/relationships/image" Target="../media/image160.png"/><Relationship Id="rId104" Type="http://schemas.openxmlformats.org/officeDocument/2006/relationships/customXml" Target="../ink/ink182.xml"/><Relationship Id="rId125" Type="http://schemas.openxmlformats.org/officeDocument/2006/relationships/image" Target="../media/image197.png"/><Relationship Id="rId146" Type="http://schemas.openxmlformats.org/officeDocument/2006/relationships/customXml" Target="../ink/ink203.xml"/><Relationship Id="rId167" Type="http://schemas.openxmlformats.org/officeDocument/2006/relationships/image" Target="../media/image218.png"/><Relationship Id="rId188" Type="http://schemas.openxmlformats.org/officeDocument/2006/relationships/customXml" Target="../ink/ink224.xml"/><Relationship Id="rId311" Type="http://schemas.openxmlformats.org/officeDocument/2006/relationships/image" Target="../media/image290.png"/><Relationship Id="rId332" Type="http://schemas.openxmlformats.org/officeDocument/2006/relationships/customXml" Target="../ink/ink296.xml"/><Relationship Id="rId353" Type="http://schemas.openxmlformats.org/officeDocument/2006/relationships/image" Target="../media/image311.png"/><Relationship Id="rId374" Type="http://schemas.openxmlformats.org/officeDocument/2006/relationships/customXml" Target="../ink/ink317.xml"/><Relationship Id="rId71" Type="http://schemas.openxmlformats.org/officeDocument/2006/relationships/customXml" Target="../ink/ink165.xml"/><Relationship Id="rId92" Type="http://schemas.openxmlformats.org/officeDocument/2006/relationships/customXml" Target="../ink/ink176.xml"/><Relationship Id="rId213" Type="http://schemas.openxmlformats.org/officeDocument/2006/relationships/image" Target="../media/image241.png"/><Relationship Id="rId234" Type="http://schemas.openxmlformats.org/officeDocument/2006/relationships/customXml" Target="../ink/ink247.xml"/><Relationship Id="rId2" Type="http://schemas.openxmlformats.org/officeDocument/2006/relationships/notesSlide" Target="../notesSlides/notesSlide5.xml"/><Relationship Id="rId29" Type="http://schemas.openxmlformats.org/officeDocument/2006/relationships/customXml" Target="../ink/ink144.xml"/><Relationship Id="rId255" Type="http://schemas.openxmlformats.org/officeDocument/2006/relationships/image" Target="../media/image262.png"/><Relationship Id="rId276" Type="http://schemas.openxmlformats.org/officeDocument/2006/relationships/customXml" Target="../ink/ink268.xml"/><Relationship Id="rId297" Type="http://schemas.openxmlformats.org/officeDocument/2006/relationships/image" Target="../media/image283.png"/><Relationship Id="rId40" Type="http://schemas.openxmlformats.org/officeDocument/2006/relationships/image" Target="../media/image155.png"/><Relationship Id="rId115" Type="http://schemas.openxmlformats.org/officeDocument/2006/relationships/image" Target="../media/image192.png"/><Relationship Id="rId136" Type="http://schemas.openxmlformats.org/officeDocument/2006/relationships/customXml" Target="../ink/ink198.xml"/><Relationship Id="rId157" Type="http://schemas.openxmlformats.org/officeDocument/2006/relationships/image" Target="../media/image213.png"/><Relationship Id="rId178" Type="http://schemas.openxmlformats.org/officeDocument/2006/relationships/customXml" Target="../ink/ink219.xml"/><Relationship Id="rId301" Type="http://schemas.openxmlformats.org/officeDocument/2006/relationships/image" Target="../media/image285.png"/><Relationship Id="rId322" Type="http://schemas.openxmlformats.org/officeDocument/2006/relationships/customXml" Target="../ink/ink291.xml"/><Relationship Id="rId343" Type="http://schemas.openxmlformats.org/officeDocument/2006/relationships/image" Target="../media/image306.png"/><Relationship Id="rId364" Type="http://schemas.openxmlformats.org/officeDocument/2006/relationships/customXml" Target="../ink/ink312.xml"/><Relationship Id="rId61" Type="http://schemas.openxmlformats.org/officeDocument/2006/relationships/customXml" Target="../ink/ink160.xml"/><Relationship Id="rId82" Type="http://schemas.openxmlformats.org/officeDocument/2006/relationships/image" Target="../media/image176.png"/><Relationship Id="rId199" Type="http://schemas.openxmlformats.org/officeDocument/2006/relationships/image" Target="../media/image234.png"/><Relationship Id="rId203" Type="http://schemas.openxmlformats.org/officeDocument/2006/relationships/image" Target="../media/image236.png"/><Relationship Id="rId19" Type="http://schemas.openxmlformats.org/officeDocument/2006/relationships/customXml" Target="../ink/ink139.xml"/><Relationship Id="rId224" Type="http://schemas.openxmlformats.org/officeDocument/2006/relationships/customXml" Target="../ink/ink242.xml"/><Relationship Id="rId245" Type="http://schemas.openxmlformats.org/officeDocument/2006/relationships/image" Target="../media/image257.png"/><Relationship Id="rId266" Type="http://schemas.openxmlformats.org/officeDocument/2006/relationships/customXml" Target="../ink/ink263.xml"/><Relationship Id="rId287" Type="http://schemas.openxmlformats.org/officeDocument/2006/relationships/image" Target="../media/image278.png"/><Relationship Id="rId30" Type="http://schemas.openxmlformats.org/officeDocument/2006/relationships/image" Target="../media/image150.png"/><Relationship Id="rId105" Type="http://schemas.openxmlformats.org/officeDocument/2006/relationships/image" Target="../media/image187.png"/><Relationship Id="rId126" Type="http://schemas.openxmlformats.org/officeDocument/2006/relationships/customXml" Target="../ink/ink193.xml"/><Relationship Id="rId147" Type="http://schemas.openxmlformats.org/officeDocument/2006/relationships/image" Target="../media/image208.png"/><Relationship Id="rId168" Type="http://schemas.openxmlformats.org/officeDocument/2006/relationships/customXml" Target="../ink/ink214.xml"/><Relationship Id="rId312" Type="http://schemas.openxmlformats.org/officeDocument/2006/relationships/customXml" Target="../ink/ink286.xml"/><Relationship Id="rId333" Type="http://schemas.openxmlformats.org/officeDocument/2006/relationships/image" Target="../media/image301.png"/><Relationship Id="rId354" Type="http://schemas.openxmlformats.org/officeDocument/2006/relationships/customXml" Target="../ink/ink307.xml"/><Relationship Id="rId51" Type="http://schemas.openxmlformats.org/officeDocument/2006/relationships/customXml" Target="../ink/ink155.xml"/><Relationship Id="rId72" Type="http://schemas.openxmlformats.org/officeDocument/2006/relationships/image" Target="../media/image171.png"/><Relationship Id="rId93" Type="http://schemas.openxmlformats.org/officeDocument/2006/relationships/image" Target="../media/image181.png"/><Relationship Id="rId189" Type="http://schemas.openxmlformats.org/officeDocument/2006/relationships/image" Target="../media/image229.png"/><Relationship Id="rId375" Type="http://schemas.openxmlformats.org/officeDocument/2006/relationships/image" Target="../media/image322.png"/><Relationship Id="rId3" Type="http://schemas.openxmlformats.org/officeDocument/2006/relationships/image" Target="../media/image136.svg"/><Relationship Id="rId214" Type="http://schemas.openxmlformats.org/officeDocument/2006/relationships/customXml" Target="../ink/ink237.xml"/><Relationship Id="rId235" Type="http://schemas.openxmlformats.org/officeDocument/2006/relationships/image" Target="../media/image252.png"/><Relationship Id="rId256" Type="http://schemas.openxmlformats.org/officeDocument/2006/relationships/customXml" Target="../ink/ink258.xml"/><Relationship Id="rId277" Type="http://schemas.openxmlformats.org/officeDocument/2006/relationships/image" Target="../media/image273.png"/><Relationship Id="rId298" Type="http://schemas.openxmlformats.org/officeDocument/2006/relationships/customXml" Target="../ink/ink279.xml"/><Relationship Id="rId116" Type="http://schemas.openxmlformats.org/officeDocument/2006/relationships/customXml" Target="../ink/ink188.xml"/><Relationship Id="rId137" Type="http://schemas.openxmlformats.org/officeDocument/2006/relationships/image" Target="../media/image203.png"/><Relationship Id="rId158" Type="http://schemas.openxmlformats.org/officeDocument/2006/relationships/customXml" Target="../ink/ink209.xml"/><Relationship Id="rId302" Type="http://schemas.openxmlformats.org/officeDocument/2006/relationships/customXml" Target="../ink/ink281.xml"/><Relationship Id="rId323" Type="http://schemas.openxmlformats.org/officeDocument/2006/relationships/image" Target="../media/image296.png"/><Relationship Id="rId344" Type="http://schemas.openxmlformats.org/officeDocument/2006/relationships/customXml" Target="../ink/ink302.xml"/><Relationship Id="rId20" Type="http://schemas.openxmlformats.org/officeDocument/2006/relationships/image" Target="../media/image145.png"/><Relationship Id="rId41" Type="http://schemas.openxmlformats.org/officeDocument/2006/relationships/customXml" Target="../ink/ink150.xml"/><Relationship Id="rId62" Type="http://schemas.openxmlformats.org/officeDocument/2006/relationships/image" Target="../media/image166.png"/><Relationship Id="rId83" Type="http://schemas.openxmlformats.org/officeDocument/2006/relationships/customXml" Target="../ink/ink171.xml"/><Relationship Id="rId179" Type="http://schemas.openxmlformats.org/officeDocument/2006/relationships/image" Target="../media/image224.png"/><Relationship Id="rId365" Type="http://schemas.openxmlformats.org/officeDocument/2006/relationships/image" Target="../media/image317.png"/><Relationship Id="rId190" Type="http://schemas.openxmlformats.org/officeDocument/2006/relationships/customXml" Target="../ink/ink225.xml"/><Relationship Id="rId204" Type="http://schemas.openxmlformats.org/officeDocument/2006/relationships/customXml" Target="../ink/ink232.xml"/><Relationship Id="rId225" Type="http://schemas.openxmlformats.org/officeDocument/2006/relationships/image" Target="../media/image247.png"/><Relationship Id="rId246" Type="http://schemas.openxmlformats.org/officeDocument/2006/relationships/customXml" Target="../ink/ink253.xml"/><Relationship Id="rId267" Type="http://schemas.openxmlformats.org/officeDocument/2006/relationships/image" Target="../media/image268.png"/><Relationship Id="rId288" Type="http://schemas.openxmlformats.org/officeDocument/2006/relationships/customXml" Target="../ink/ink274.xml"/><Relationship Id="rId106" Type="http://schemas.openxmlformats.org/officeDocument/2006/relationships/customXml" Target="../ink/ink183.xml"/><Relationship Id="rId127" Type="http://schemas.openxmlformats.org/officeDocument/2006/relationships/image" Target="../media/image198.png"/><Relationship Id="rId313" Type="http://schemas.openxmlformats.org/officeDocument/2006/relationships/image" Target="../media/image291.png"/><Relationship Id="rId10" Type="http://schemas.openxmlformats.org/officeDocument/2006/relationships/image" Target="../media/image140.png"/><Relationship Id="rId31" Type="http://schemas.openxmlformats.org/officeDocument/2006/relationships/customXml" Target="../ink/ink145.xml"/><Relationship Id="rId52" Type="http://schemas.openxmlformats.org/officeDocument/2006/relationships/image" Target="../media/image161.png"/><Relationship Id="rId73" Type="http://schemas.openxmlformats.org/officeDocument/2006/relationships/customXml" Target="../ink/ink166.xml"/><Relationship Id="rId94" Type="http://schemas.openxmlformats.org/officeDocument/2006/relationships/customXml" Target="../ink/ink177.xml"/><Relationship Id="rId148" Type="http://schemas.openxmlformats.org/officeDocument/2006/relationships/customXml" Target="../ink/ink204.xml"/><Relationship Id="rId169" Type="http://schemas.openxmlformats.org/officeDocument/2006/relationships/image" Target="../media/image219.png"/><Relationship Id="rId334" Type="http://schemas.openxmlformats.org/officeDocument/2006/relationships/customXml" Target="../ink/ink297.xml"/><Relationship Id="rId355" Type="http://schemas.openxmlformats.org/officeDocument/2006/relationships/image" Target="../media/image312.png"/><Relationship Id="rId4" Type="http://schemas.openxmlformats.org/officeDocument/2006/relationships/image" Target="../media/image137.png"/><Relationship Id="rId180" Type="http://schemas.openxmlformats.org/officeDocument/2006/relationships/customXml" Target="../ink/ink220.xml"/><Relationship Id="rId215" Type="http://schemas.openxmlformats.org/officeDocument/2006/relationships/image" Target="../media/image242.png"/><Relationship Id="rId236" Type="http://schemas.openxmlformats.org/officeDocument/2006/relationships/customXml" Target="../ink/ink248.xml"/><Relationship Id="rId257" Type="http://schemas.openxmlformats.org/officeDocument/2006/relationships/image" Target="../media/image263.png"/><Relationship Id="rId278" Type="http://schemas.openxmlformats.org/officeDocument/2006/relationships/customXml" Target="../ink/ink269.xml"/><Relationship Id="rId303" Type="http://schemas.openxmlformats.org/officeDocument/2006/relationships/image" Target="../media/image286.png"/><Relationship Id="rId42" Type="http://schemas.openxmlformats.org/officeDocument/2006/relationships/image" Target="../media/image156.png"/><Relationship Id="rId84" Type="http://schemas.openxmlformats.org/officeDocument/2006/relationships/image" Target="../media/image177.png"/><Relationship Id="rId138" Type="http://schemas.openxmlformats.org/officeDocument/2006/relationships/customXml" Target="../ink/ink199.xml"/><Relationship Id="rId345" Type="http://schemas.openxmlformats.org/officeDocument/2006/relationships/image" Target="../media/image307.png"/><Relationship Id="rId191" Type="http://schemas.openxmlformats.org/officeDocument/2006/relationships/image" Target="../media/image230.png"/><Relationship Id="rId205" Type="http://schemas.openxmlformats.org/officeDocument/2006/relationships/image" Target="../media/image237.png"/><Relationship Id="rId247" Type="http://schemas.openxmlformats.org/officeDocument/2006/relationships/image" Target="../media/image258.png"/><Relationship Id="rId107" Type="http://schemas.openxmlformats.org/officeDocument/2006/relationships/image" Target="../media/image188.png"/><Relationship Id="rId289" Type="http://schemas.openxmlformats.org/officeDocument/2006/relationships/image" Target="../media/image279.png"/><Relationship Id="rId11" Type="http://schemas.openxmlformats.org/officeDocument/2006/relationships/customXml" Target="../ink/ink135.xml"/><Relationship Id="rId53" Type="http://schemas.openxmlformats.org/officeDocument/2006/relationships/customXml" Target="../ink/ink156.xml"/><Relationship Id="rId149" Type="http://schemas.openxmlformats.org/officeDocument/2006/relationships/image" Target="../media/image209.png"/><Relationship Id="rId314" Type="http://schemas.openxmlformats.org/officeDocument/2006/relationships/customXml" Target="../ink/ink287.xml"/><Relationship Id="rId356" Type="http://schemas.openxmlformats.org/officeDocument/2006/relationships/customXml" Target="../ink/ink308.xml"/><Relationship Id="rId95" Type="http://schemas.openxmlformats.org/officeDocument/2006/relationships/image" Target="../media/image182.png"/><Relationship Id="rId160" Type="http://schemas.openxmlformats.org/officeDocument/2006/relationships/customXml" Target="../ink/ink210.xml"/><Relationship Id="rId216" Type="http://schemas.openxmlformats.org/officeDocument/2006/relationships/customXml" Target="../ink/ink238.xml"/><Relationship Id="rId258" Type="http://schemas.openxmlformats.org/officeDocument/2006/relationships/customXml" Target="../ink/ink259.xml"/><Relationship Id="rId22" Type="http://schemas.openxmlformats.org/officeDocument/2006/relationships/image" Target="../media/image146.png"/><Relationship Id="rId64" Type="http://schemas.openxmlformats.org/officeDocument/2006/relationships/image" Target="../media/image167.png"/><Relationship Id="rId118" Type="http://schemas.openxmlformats.org/officeDocument/2006/relationships/customXml" Target="../ink/ink189.xml"/><Relationship Id="rId325" Type="http://schemas.openxmlformats.org/officeDocument/2006/relationships/image" Target="../media/image297.png"/><Relationship Id="rId367" Type="http://schemas.openxmlformats.org/officeDocument/2006/relationships/image" Target="../media/image318.png"/><Relationship Id="rId171" Type="http://schemas.openxmlformats.org/officeDocument/2006/relationships/image" Target="../media/image220.png"/><Relationship Id="rId227" Type="http://schemas.openxmlformats.org/officeDocument/2006/relationships/image" Target="../media/image248.png"/><Relationship Id="rId269" Type="http://schemas.openxmlformats.org/officeDocument/2006/relationships/image" Target="../media/image269.png"/><Relationship Id="rId33" Type="http://schemas.openxmlformats.org/officeDocument/2006/relationships/customXml" Target="../ink/ink146.xml"/><Relationship Id="rId129" Type="http://schemas.openxmlformats.org/officeDocument/2006/relationships/image" Target="../media/image199.png"/><Relationship Id="rId280" Type="http://schemas.openxmlformats.org/officeDocument/2006/relationships/customXml" Target="../ink/ink270.xml"/><Relationship Id="rId336" Type="http://schemas.openxmlformats.org/officeDocument/2006/relationships/customXml" Target="../ink/ink298.xml"/><Relationship Id="rId75" Type="http://schemas.openxmlformats.org/officeDocument/2006/relationships/customXml" Target="../ink/ink167.xml"/><Relationship Id="rId140" Type="http://schemas.openxmlformats.org/officeDocument/2006/relationships/customXml" Target="../ink/ink200.xml"/><Relationship Id="rId182" Type="http://schemas.openxmlformats.org/officeDocument/2006/relationships/customXml" Target="../ink/ink221.xml"/><Relationship Id="rId6" Type="http://schemas.openxmlformats.org/officeDocument/2006/relationships/image" Target="../media/image138.png"/><Relationship Id="rId238" Type="http://schemas.openxmlformats.org/officeDocument/2006/relationships/customXml" Target="../ink/ink249.xml"/><Relationship Id="rId291" Type="http://schemas.openxmlformats.org/officeDocument/2006/relationships/image" Target="../media/image280.png"/><Relationship Id="rId305" Type="http://schemas.openxmlformats.org/officeDocument/2006/relationships/image" Target="../media/image287.png"/><Relationship Id="rId347" Type="http://schemas.openxmlformats.org/officeDocument/2006/relationships/image" Target="../media/image308.png"/><Relationship Id="rId44" Type="http://schemas.openxmlformats.org/officeDocument/2006/relationships/image" Target="../media/image157.png"/><Relationship Id="rId86" Type="http://schemas.openxmlformats.org/officeDocument/2006/relationships/image" Target="../media/image178.png"/><Relationship Id="rId151" Type="http://schemas.openxmlformats.org/officeDocument/2006/relationships/image" Target="../media/image210.png"/><Relationship Id="rId193" Type="http://schemas.openxmlformats.org/officeDocument/2006/relationships/image" Target="../media/image231.png"/><Relationship Id="rId207" Type="http://schemas.openxmlformats.org/officeDocument/2006/relationships/image" Target="../media/image238.png"/><Relationship Id="rId249" Type="http://schemas.openxmlformats.org/officeDocument/2006/relationships/image" Target="../media/image259.png"/><Relationship Id="rId13" Type="http://schemas.openxmlformats.org/officeDocument/2006/relationships/customXml" Target="../ink/ink136.xml"/><Relationship Id="rId109" Type="http://schemas.openxmlformats.org/officeDocument/2006/relationships/image" Target="../media/image189.png"/><Relationship Id="rId260" Type="http://schemas.openxmlformats.org/officeDocument/2006/relationships/customXml" Target="../ink/ink260.xml"/><Relationship Id="rId316" Type="http://schemas.openxmlformats.org/officeDocument/2006/relationships/customXml" Target="../ink/ink288.xml"/><Relationship Id="rId55" Type="http://schemas.openxmlformats.org/officeDocument/2006/relationships/customXml" Target="../ink/ink157.xml"/><Relationship Id="rId97" Type="http://schemas.openxmlformats.org/officeDocument/2006/relationships/image" Target="../media/image183.png"/><Relationship Id="rId120" Type="http://schemas.openxmlformats.org/officeDocument/2006/relationships/customXml" Target="../ink/ink190.xml"/><Relationship Id="rId358" Type="http://schemas.openxmlformats.org/officeDocument/2006/relationships/customXml" Target="../ink/ink309.xml"/><Relationship Id="rId162" Type="http://schemas.openxmlformats.org/officeDocument/2006/relationships/customXml" Target="../ink/ink211.xml"/><Relationship Id="rId218" Type="http://schemas.openxmlformats.org/officeDocument/2006/relationships/customXml" Target="../ink/ink239.xml"/><Relationship Id="rId271" Type="http://schemas.openxmlformats.org/officeDocument/2006/relationships/image" Target="../media/image270.png"/><Relationship Id="rId24" Type="http://schemas.openxmlformats.org/officeDocument/2006/relationships/image" Target="../media/image147.png"/><Relationship Id="rId66" Type="http://schemas.openxmlformats.org/officeDocument/2006/relationships/image" Target="../media/image168.png"/><Relationship Id="rId131" Type="http://schemas.openxmlformats.org/officeDocument/2006/relationships/image" Target="../media/image200.png"/><Relationship Id="rId327" Type="http://schemas.openxmlformats.org/officeDocument/2006/relationships/image" Target="../media/image298.png"/><Relationship Id="rId369" Type="http://schemas.openxmlformats.org/officeDocument/2006/relationships/image" Target="../media/image319.png"/><Relationship Id="rId173" Type="http://schemas.openxmlformats.org/officeDocument/2006/relationships/image" Target="../media/image221.png"/><Relationship Id="rId229" Type="http://schemas.openxmlformats.org/officeDocument/2006/relationships/image" Target="../media/image249.png"/><Relationship Id="rId240" Type="http://schemas.openxmlformats.org/officeDocument/2006/relationships/customXml" Target="../ink/ink250.xml"/><Relationship Id="rId35" Type="http://schemas.openxmlformats.org/officeDocument/2006/relationships/customXml" Target="../ink/ink147.xml"/><Relationship Id="rId77" Type="http://schemas.openxmlformats.org/officeDocument/2006/relationships/customXml" Target="../ink/ink168.xml"/><Relationship Id="rId100" Type="http://schemas.openxmlformats.org/officeDocument/2006/relationships/customXml" Target="../ink/ink180.xml"/><Relationship Id="rId282" Type="http://schemas.openxmlformats.org/officeDocument/2006/relationships/customXml" Target="../ink/ink271.xml"/><Relationship Id="rId338" Type="http://schemas.openxmlformats.org/officeDocument/2006/relationships/customXml" Target="../ink/ink299.xml"/><Relationship Id="rId8" Type="http://schemas.openxmlformats.org/officeDocument/2006/relationships/image" Target="../media/image139.png"/><Relationship Id="rId142" Type="http://schemas.openxmlformats.org/officeDocument/2006/relationships/customXml" Target="../ink/ink201.xml"/><Relationship Id="rId184" Type="http://schemas.openxmlformats.org/officeDocument/2006/relationships/customXml" Target="../ink/ink222.xml"/><Relationship Id="rId251" Type="http://schemas.openxmlformats.org/officeDocument/2006/relationships/image" Target="../media/image260.png"/><Relationship Id="rId46" Type="http://schemas.openxmlformats.org/officeDocument/2006/relationships/image" Target="../media/image158.png"/><Relationship Id="rId293" Type="http://schemas.openxmlformats.org/officeDocument/2006/relationships/image" Target="../media/image281.png"/><Relationship Id="rId307" Type="http://schemas.openxmlformats.org/officeDocument/2006/relationships/image" Target="../media/image288.png"/><Relationship Id="rId349" Type="http://schemas.openxmlformats.org/officeDocument/2006/relationships/image" Target="../media/image309.png"/><Relationship Id="rId88" Type="http://schemas.openxmlformats.org/officeDocument/2006/relationships/image" Target="../media/image179.png"/><Relationship Id="rId111" Type="http://schemas.openxmlformats.org/officeDocument/2006/relationships/image" Target="../media/image190.png"/><Relationship Id="rId153" Type="http://schemas.openxmlformats.org/officeDocument/2006/relationships/image" Target="../media/image211.png"/><Relationship Id="rId195" Type="http://schemas.openxmlformats.org/officeDocument/2006/relationships/image" Target="../media/image232.png"/><Relationship Id="rId209" Type="http://schemas.openxmlformats.org/officeDocument/2006/relationships/image" Target="../media/image239.png"/><Relationship Id="rId360" Type="http://schemas.openxmlformats.org/officeDocument/2006/relationships/customXml" Target="../ink/ink310.xml"/><Relationship Id="rId220" Type="http://schemas.openxmlformats.org/officeDocument/2006/relationships/customXml" Target="../ink/ink240.xml"/><Relationship Id="rId15" Type="http://schemas.openxmlformats.org/officeDocument/2006/relationships/customXml" Target="../ink/ink137.xml"/><Relationship Id="rId57" Type="http://schemas.openxmlformats.org/officeDocument/2006/relationships/customXml" Target="../ink/ink158.xml"/><Relationship Id="rId262" Type="http://schemas.openxmlformats.org/officeDocument/2006/relationships/customXml" Target="../ink/ink261.xml"/><Relationship Id="rId318" Type="http://schemas.openxmlformats.org/officeDocument/2006/relationships/customXml" Target="../ink/ink289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81.png"/><Relationship Id="rId299" Type="http://schemas.openxmlformats.org/officeDocument/2006/relationships/image" Target="../media/image471.png"/><Relationship Id="rId21" Type="http://schemas.openxmlformats.org/officeDocument/2006/relationships/image" Target="../media/image333.png"/><Relationship Id="rId63" Type="http://schemas.openxmlformats.org/officeDocument/2006/relationships/image" Target="../media/image354.png"/><Relationship Id="rId159" Type="http://schemas.openxmlformats.org/officeDocument/2006/relationships/customXml" Target="../ink/ink395.xml"/><Relationship Id="rId324" Type="http://schemas.openxmlformats.org/officeDocument/2006/relationships/customXml" Target="../ink/ink478.xml"/><Relationship Id="rId366" Type="http://schemas.openxmlformats.org/officeDocument/2006/relationships/image" Target="../media/image504.png"/><Relationship Id="rId170" Type="http://schemas.openxmlformats.org/officeDocument/2006/relationships/image" Target="../media/image407.png"/><Relationship Id="rId226" Type="http://schemas.openxmlformats.org/officeDocument/2006/relationships/customXml" Target="../ink/ink429.xml"/><Relationship Id="rId433" Type="http://schemas.openxmlformats.org/officeDocument/2006/relationships/customXml" Target="../ink/ink533.xml"/><Relationship Id="rId268" Type="http://schemas.openxmlformats.org/officeDocument/2006/relationships/customXml" Target="../ink/ink450.xml"/><Relationship Id="rId475" Type="http://schemas.openxmlformats.org/officeDocument/2006/relationships/customXml" Target="../ink/ink554.xml"/><Relationship Id="rId32" Type="http://schemas.openxmlformats.org/officeDocument/2006/relationships/customXml" Target="../ink/ink331.xml"/><Relationship Id="rId74" Type="http://schemas.openxmlformats.org/officeDocument/2006/relationships/customXml" Target="../ink/ink352.xml"/><Relationship Id="rId128" Type="http://schemas.openxmlformats.org/officeDocument/2006/relationships/customXml" Target="../ink/ink379.xml"/><Relationship Id="rId335" Type="http://schemas.openxmlformats.org/officeDocument/2006/relationships/image" Target="../media/image489.png"/><Relationship Id="rId377" Type="http://schemas.openxmlformats.org/officeDocument/2006/relationships/customXml" Target="../ink/ink505.xml"/><Relationship Id="rId5" Type="http://schemas.openxmlformats.org/officeDocument/2006/relationships/image" Target="../media/image325.png"/><Relationship Id="rId181" Type="http://schemas.openxmlformats.org/officeDocument/2006/relationships/image" Target="../media/image412.png"/><Relationship Id="rId237" Type="http://schemas.openxmlformats.org/officeDocument/2006/relationships/image" Target="../media/image440.png"/><Relationship Id="rId402" Type="http://schemas.openxmlformats.org/officeDocument/2006/relationships/image" Target="../media/image522.png"/><Relationship Id="rId279" Type="http://schemas.openxmlformats.org/officeDocument/2006/relationships/image" Target="../media/image461.png"/><Relationship Id="rId444" Type="http://schemas.openxmlformats.org/officeDocument/2006/relationships/image" Target="../media/image543.png"/><Relationship Id="rId43" Type="http://schemas.openxmlformats.org/officeDocument/2006/relationships/image" Target="../media/image344.png"/><Relationship Id="rId139" Type="http://schemas.openxmlformats.org/officeDocument/2006/relationships/image" Target="../media/image392.png"/><Relationship Id="rId290" Type="http://schemas.openxmlformats.org/officeDocument/2006/relationships/customXml" Target="../ink/ink461.xml"/><Relationship Id="rId304" Type="http://schemas.openxmlformats.org/officeDocument/2006/relationships/customXml" Target="../ink/ink468.xml"/><Relationship Id="rId346" Type="http://schemas.openxmlformats.org/officeDocument/2006/relationships/customXml" Target="../ink/ink489.xml"/><Relationship Id="rId388" Type="http://schemas.openxmlformats.org/officeDocument/2006/relationships/image" Target="../media/image515.png"/><Relationship Id="rId85" Type="http://schemas.openxmlformats.org/officeDocument/2006/relationships/image" Target="../media/image365.png"/><Relationship Id="rId150" Type="http://schemas.openxmlformats.org/officeDocument/2006/relationships/customXml" Target="../ink/ink390.xml"/><Relationship Id="rId192" Type="http://schemas.openxmlformats.org/officeDocument/2006/relationships/customXml" Target="../ink/ink412.xml"/><Relationship Id="rId206" Type="http://schemas.openxmlformats.org/officeDocument/2006/relationships/customXml" Target="../ink/ink419.xml"/><Relationship Id="rId413" Type="http://schemas.openxmlformats.org/officeDocument/2006/relationships/customXml" Target="../ink/ink523.xml"/><Relationship Id="rId248" Type="http://schemas.openxmlformats.org/officeDocument/2006/relationships/customXml" Target="../ink/ink440.xml"/><Relationship Id="rId455" Type="http://schemas.openxmlformats.org/officeDocument/2006/relationships/customXml" Target="../ink/ink544.xml"/><Relationship Id="rId12" Type="http://schemas.openxmlformats.org/officeDocument/2006/relationships/customXml" Target="../ink/ink321.xml"/><Relationship Id="rId108" Type="http://schemas.openxmlformats.org/officeDocument/2006/relationships/customXml" Target="../ink/ink369.xml"/><Relationship Id="rId315" Type="http://schemas.openxmlformats.org/officeDocument/2006/relationships/image" Target="../media/image479.png"/><Relationship Id="rId357" Type="http://schemas.openxmlformats.org/officeDocument/2006/relationships/image" Target="../media/image500.png"/><Relationship Id="rId54" Type="http://schemas.openxmlformats.org/officeDocument/2006/relationships/customXml" Target="../ink/ink342.xml"/><Relationship Id="rId96" Type="http://schemas.openxmlformats.org/officeDocument/2006/relationships/customXml" Target="../ink/ink363.xml"/><Relationship Id="rId161" Type="http://schemas.openxmlformats.org/officeDocument/2006/relationships/customXml" Target="../ink/ink396.xml"/><Relationship Id="rId217" Type="http://schemas.openxmlformats.org/officeDocument/2006/relationships/image" Target="../media/image430.png"/><Relationship Id="rId399" Type="http://schemas.openxmlformats.org/officeDocument/2006/relationships/customXml" Target="../ink/ink516.xml"/><Relationship Id="rId259" Type="http://schemas.openxmlformats.org/officeDocument/2006/relationships/image" Target="../media/image451.png"/><Relationship Id="rId424" Type="http://schemas.openxmlformats.org/officeDocument/2006/relationships/image" Target="../media/image533.png"/><Relationship Id="rId466" Type="http://schemas.openxmlformats.org/officeDocument/2006/relationships/image" Target="../media/image554.png"/><Relationship Id="rId23" Type="http://schemas.openxmlformats.org/officeDocument/2006/relationships/image" Target="../media/image334.png"/><Relationship Id="rId119" Type="http://schemas.openxmlformats.org/officeDocument/2006/relationships/image" Target="../media/image382.png"/><Relationship Id="rId270" Type="http://schemas.openxmlformats.org/officeDocument/2006/relationships/customXml" Target="../ink/ink451.xml"/><Relationship Id="rId326" Type="http://schemas.openxmlformats.org/officeDocument/2006/relationships/customXml" Target="../ink/ink479.xml"/><Relationship Id="rId65" Type="http://schemas.openxmlformats.org/officeDocument/2006/relationships/image" Target="../media/image355.png"/><Relationship Id="rId130" Type="http://schemas.openxmlformats.org/officeDocument/2006/relationships/customXml" Target="../ink/ink380.xml"/><Relationship Id="rId368" Type="http://schemas.openxmlformats.org/officeDocument/2006/relationships/image" Target="../media/image505.png"/><Relationship Id="rId172" Type="http://schemas.openxmlformats.org/officeDocument/2006/relationships/customXml" Target="../ink/ink402.xml"/><Relationship Id="rId228" Type="http://schemas.openxmlformats.org/officeDocument/2006/relationships/customXml" Target="../ink/ink430.xml"/><Relationship Id="rId435" Type="http://schemas.openxmlformats.org/officeDocument/2006/relationships/customXml" Target="../ink/ink534.xml"/><Relationship Id="rId477" Type="http://schemas.openxmlformats.org/officeDocument/2006/relationships/customXml" Target="../ink/ink555.xml"/><Relationship Id="rId281" Type="http://schemas.openxmlformats.org/officeDocument/2006/relationships/image" Target="../media/image462.png"/><Relationship Id="rId337" Type="http://schemas.openxmlformats.org/officeDocument/2006/relationships/image" Target="../media/image490.png"/><Relationship Id="rId34" Type="http://schemas.openxmlformats.org/officeDocument/2006/relationships/customXml" Target="../ink/ink332.xml"/><Relationship Id="rId76" Type="http://schemas.openxmlformats.org/officeDocument/2006/relationships/customXml" Target="../ink/ink353.xml"/><Relationship Id="rId141" Type="http://schemas.openxmlformats.org/officeDocument/2006/relationships/image" Target="../media/image393.png"/><Relationship Id="rId379" Type="http://schemas.openxmlformats.org/officeDocument/2006/relationships/customXml" Target="../ink/ink506.xml"/><Relationship Id="rId7" Type="http://schemas.openxmlformats.org/officeDocument/2006/relationships/image" Target="../media/image326.png"/><Relationship Id="rId183" Type="http://schemas.openxmlformats.org/officeDocument/2006/relationships/image" Target="../media/image413.png"/><Relationship Id="rId239" Type="http://schemas.openxmlformats.org/officeDocument/2006/relationships/image" Target="../media/image441.png"/><Relationship Id="rId390" Type="http://schemas.openxmlformats.org/officeDocument/2006/relationships/image" Target="../media/image516.png"/><Relationship Id="rId404" Type="http://schemas.openxmlformats.org/officeDocument/2006/relationships/image" Target="../media/image523.png"/><Relationship Id="rId446" Type="http://schemas.openxmlformats.org/officeDocument/2006/relationships/image" Target="../media/image544.png"/><Relationship Id="rId250" Type="http://schemas.openxmlformats.org/officeDocument/2006/relationships/customXml" Target="../ink/ink441.xml"/><Relationship Id="rId292" Type="http://schemas.openxmlformats.org/officeDocument/2006/relationships/customXml" Target="../ink/ink462.xml"/><Relationship Id="rId306" Type="http://schemas.openxmlformats.org/officeDocument/2006/relationships/customXml" Target="../ink/ink469.xml"/><Relationship Id="rId45" Type="http://schemas.openxmlformats.org/officeDocument/2006/relationships/image" Target="../media/image345.png"/><Relationship Id="rId87" Type="http://schemas.openxmlformats.org/officeDocument/2006/relationships/image" Target="../media/image366.png"/><Relationship Id="rId110" Type="http://schemas.openxmlformats.org/officeDocument/2006/relationships/customXml" Target="../ink/ink370.xml"/><Relationship Id="rId348" Type="http://schemas.openxmlformats.org/officeDocument/2006/relationships/customXml" Target="../ink/ink490.xml"/><Relationship Id="rId152" Type="http://schemas.openxmlformats.org/officeDocument/2006/relationships/image" Target="../media/image398.png"/><Relationship Id="rId194" Type="http://schemas.openxmlformats.org/officeDocument/2006/relationships/customXml" Target="../ink/ink413.xml"/><Relationship Id="rId208" Type="http://schemas.openxmlformats.org/officeDocument/2006/relationships/customXml" Target="../ink/ink420.xml"/><Relationship Id="rId415" Type="http://schemas.openxmlformats.org/officeDocument/2006/relationships/customXml" Target="../ink/ink524.xml"/><Relationship Id="rId457" Type="http://schemas.openxmlformats.org/officeDocument/2006/relationships/customXml" Target="../ink/ink545.xml"/><Relationship Id="rId261" Type="http://schemas.openxmlformats.org/officeDocument/2006/relationships/image" Target="../media/image452.png"/><Relationship Id="rId14" Type="http://schemas.openxmlformats.org/officeDocument/2006/relationships/customXml" Target="../ink/ink322.xml"/><Relationship Id="rId56" Type="http://schemas.openxmlformats.org/officeDocument/2006/relationships/customXml" Target="../ink/ink343.xml"/><Relationship Id="rId317" Type="http://schemas.openxmlformats.org/officeDocument/2006/relationships/image" Target="../media/image480.png"/><Relationship Id="rId359" Type="http://schemas.openxmlformats.org/officeDocument/2006/relationships/image" Target="../media/image501.png"/><Relationship Id="rId98" Type="http://schemas.openxmlformats.org/officeDocument/2006/relationships/customXml" Target="../ink/ink364.xml"/><Relationship Id="rId121" Type="http://schemas.openxmlformats.org/officeDocument/2006/relationships/image" Target="../media/image383.png"/><Relationship Id="rId163" Type="http://schemas.openxmlformats.org/officeDocument/2006/relationships/customXml" Target="../ink/ink397.xml"/><Relationship Id="rId219" Type="http://schemas.openxmlformats.org/officeDocument/2006/relationships/image" Target="../media/image431.png"/><Relationship Id="rId370" Type="http://schemas.openxmlformats.org/officeDocument/2006/relationships/image" Target="../media/image506.png"/><Relationship Id="rId426" Type="http://schemas.openxmlformats.org/officeDocument/2006/relationships/image" Target="../media/image534.png"/><Relationship Id="rId230" Type="http://schemas.openxmlformats.org/officeDocument/2006/relationships/customXml" Target="../ink/ink431.xml"/><Relationship Id="rId468" Type="http://schemas.openxmlformats.org/officeDocument/2006/relationships/image" Target="../media/image555.png"/><Relationship Id="rId25" Type="http://schemas.openxmlformats.org/officeDocument/2006/relationships/image" Target="../media/image335.png"/><Relationship Id="rId67" Type="http://schemas.openxmlformats.org/officeDocument/2006/relationships/image" Target="../media/image356.png"/><Relationship Id="rId272" Type="http://schemas.openxmlformats.org/officeDocument/2006/relationships/customXml" Target="../ink/ink452.xml"/><Relationship Id="rId328" Type="http://schemas.openxmlformats.org/officeDocument/2006/relationships/customXml" Target="../ink/ink480.xml"/><Relationship Id="rId132" Type="http://schemas.openxmlformats.org/officeDocument/2006/relationships/customXml" Target="../ink/ink381.xml"/><Relationship Id="rId174" Type="http://schemas.openxmlformats.org/officeDocument/2006/relationships/customXml" Target="../ink/ink403.xml"/><Relationship Id="rId381" Type="http://schemas.openxmlformats.org/officeDocument/2006/relationships/customXml" Target="../ink/ink507.xml"/><Relationship Id="rId241" Type="http://schemas.openxmlformats.org/officeDocument/2006/relationships/image" Target="../media/image442.png"/><Relationship Id="rId437" Type="http://schemas.openxmlformats.org/officeDocument/2006/relationships/customXml" Target="../ink/ink535.xml"/><Relationship Id="rId36" Type="http://schemas.openxmlformats.org/officeDocument/2006/relationships/customXml" Target="../ink/ink333.xml"/><Relationship Id="rId283" Type="http://schemas.openxmlformats.org/officeDocument/2006/relationships/image" Target="../media/image463.png"/><Relationship Id="rId339" Type="http://schemas.openxmlformats.org/officeDocument/2006/relationships/image" Target="../media/image491.png"/><Relationship Id="rId78" Type="http://schemas.openxmlformats.org/officeDocument/2006/relationships/customXml" Target="../ink/ink354.xml"/><Relationship Id="rId101" Type="http://schemas.openxmlformats.org/officeDocument/2006/relationships/image" Target="../media/image373.png"/><Relationship Id="rId143" Type="http://schemas.openxmlformats.org/officeDocument/2006/relationships/image" Target="../media/image394.png"/><Relationship Id="rId185" Type="http://schemas.openxmlformats.org/officeDocument/2006/relationships/image" Target="../media/image414.png"/><Relationship Id="rId350" Type="http://schemas.openxmlformats.org/officeDocument/2006/relationships/customXml" Target="../ink/ink491.xml"/><Relationship Id="rId406" Type="http://schemas.openxmlformats.org/officeDocument/2006/relationships/image" Target="../media/image524.png"/><Relationship Id="rId9" Type="http://schemas.openxmlformats.org/officeDocument/2006/relationships/image" Target="../media/image327.png"/><Relationship Id="rId210" Type="http://schemas.openxmlformats.org/officeDocument/2006/relationships/customXml" Target="../ink/ink421.xml"/><Relationship Id="rId392" Type="http://schemas.openxmlformats.org/officeDocument/2006/relationships/image" Target="../media/image517.png"/><Relationship Id="rId448" Type="http://schemas.openxmlformats.org/officeDocument/2006/relationships/image" Target="../media/image545.png"/><Relationship Id="rId252" Type="http://schemas.openxmlformats.org/officeDocument/2006/relationships/customXml" Target="../ink/ink442.xml"/><Relationship Id="rId294" Type="http://schemas.openxmlformats.org/officeDocument/2006/relationships/customXml" Target="../ink/ink463.xml"/><Relationship Id="rId308" Type="http://schemas.openxmlformats.org/officeDocument/2006/relationships/customXml" Target="../ink/ink470.xml"/><Relationship Id="rId47" Type="http://schemas.openxmlformats.org/officeDocument/2006/relationships/image" Target="../media/image346.png"/><Relationship Id="rId89" Type="http://schemas.openxmlformats.org/officeDocument/2006/relationships/image" Target="../media/image367.png"/><Relationship Id="rId112" Type="http://schemas.openxmlformats.org/officeDocument/2006/relationships/customXml" Target="../ink/ink371.xml"/><Relationship Id="rId154" Type="http://schemas.openxmlformats.org/officeDocument/2006/relationships/image" Target="../media/image399.png"/><Relationship Id="rId361" Type="http://schemas.openxmlformats.org/officeDocument/2006/relationships/image" Target="../media/image502.png"/><Relationship Id="rId196" Type="http://schemas.openxmlformats.org/officeDocument/2006/relationships/customXml" Target="../ink/ink414.xml"/><Relationship Id="rId417" Type="http://schemas.openxmlformats.org/officeDocument/2006/relationships/customXml" Target="../ink/ink525.xml"/><Relationship Id="rId459" Type="http://schemas.openxmlformats.org/officeDocument/2006/relationships/customXml" Target="../ink/ink546.xml"/><Relationship Id="rId16" Type="http://schemas.openxmlformats.org/officeDocument/2006/relationships/customXml" Target="../ink/ink323.xml"/><Relationship Id="rId221" Type="http://schemas.openxmlformats.org/officeDocument/2006/relationships/image" Target="../media/image432.png"/><Relationship Id="rId263" Type="http://schemas.openxmlformats.org/officeDocument/2006/relationships/image" Target="../media/image453.png"/><Relationship Id="rId319" Type="http://schemas.openxmlformats.org/officeDocument/2006/relationships/image" Target="../media/image481.png"/><Relationship Id="rId470" Type="http://schemas.openxmlformats.org/officeDocument/2006/relationships/image" Target="../media/image556.png"/><Relationship Id="rId58" Type="http://schemas.openxmlformats.org/officeDocument/2006/relationships/customXml" Target="../ink/ink344.xml"/><Relationship Id="rId123" Type="http://schemas.openxmlformats.org/officeDocument/2006/relationships/image" Target="../media/image384.png"/><Relationship Id="rId330" Type="http://schemas.openxmlformats.org/officeDocument/2006/relationships/customXml" Target="../ink/ink481.xml"/><Relationship Id="rId165" Type="http://schemas.openxmlformats.org/officeDocument/2006/relationships/customXml" Target="../ink/ink398.xml"/><Relationship Id="rId372" Type="http://schemas.openxmlformats.org/officeDocument/2006/relationships/image" Target="../media/image507.png"/><Relationship Id="rId428" Type="http://schemas.openxmlformats.org/officeDocument/2006/relationships/image" Target="../media/image535.png"/><Relationship Id="rId232" Type="http://schemas.openxmlformats.org/officeDocument/2006/relationships/customXml" Target="../ink/ink432.xml"/><Relationship Id="rId274" Type="http://schemas.openxmlformats.org/officeDocument/2006/relationships/customXml" Target="../ink/ink453.xml"/><Relationship Id="rId27" Type="http://schemas.openxmlformats.org/officeDocument/2006/relationships/image" Target="../media/image336.png"/><Relationship Id="rId69" Type="http://schemas.openxmlformats.org/officeDocument/2006/relationships/image" Target="../media/image357.png"/><Relationship Id="rId134" Type="http://schemas.openxmlformats.org/officeDocument/2006/relationships/customXml" Target="../ink/ink382.xml"/><Relationship Id="rId80" Type="http://schemas.openxmlformats.org/officeDocument/2006/relationships/customXml" Target="../ink/ink355.xml"/><Relationship Id="rId176" Type="http://schemas.openxmlformats.org/officeDocument/2006/relationships/customXml" Target="../ink/ink404.xml"/><Relationship Id="rId341" Type="http://schemas.openxmlformats.org/officeDocument/2006/relationships/image" Target="../media/image492.png"/><Relationship Id="rId383" Type="http://schemas.openxmlformats.org/officeDocument/2006/relationships/customXml" Target="../ink/ink508.xml"/><Relationship Id="rId439" Type="http://schemas.openxmlformats.org/officeDocument/2006/relationships/customXml" Target="../ink/ink536.xml"/><Relationship Id="rId201" Type="http://schemas.openxmlformats.org/officeDocument/2006/relationships/image" Target="../media/image422.png"/><Relationship Id="rId243" Type="http://schemas.openxmlformats.org/officeDocument/2006/relationships/image" Target="../media/image443.png"/><Relationship Id="rId285" Type="http://schemas.openxmlformats.org/officeDocument/2006/relationships/image" Target="../media/image464.png"/><Relationship Id="rId450" Type="http://schemas.openxmlformats.org/officeDocument/2006/relationships/image" Target="../media/image546.png"/><Relationship Id="rId38" Type="http://schemas.openxmlformats.org/officeDocument/2006/relationships/customXml" Target="../ink/ink334.xml"/><Relationship Id="rId103" Type="http://schemas.openxmlformats.org/officeDocument/2006/relationships/image" Target="../media/image374.png"/><Relationship Id="rId310" Type="http://schemas.openxmlformats.org/officeDocument/2006/relationships/customXml" Target="../ink/ink471.xml"/><Relationship Id="rId91" Type="http://schemas.openxmlformats.org/officeDocument/2006/relationships/image" Target="../media/image368.png"/><Relationship Id="rId145" Type="http://schemas.openxmlformats.org/officeDocument/2006/relationships/image" Target="../media/image395.png"/><Relationship Id="rId187" Type="http://schemas.openxmlformats.org/officeDocument/2006/relationships/image" Target="../media/image415.png"/><Relationship Id="rId352" Type="http://schemas.openxmlformats.org/officeDocument/2006/relationships/customXml" Target="../ink/ink492.xml"/><Relationship Id="rId394" Type="http://schemas.openxmlformats.org/officeDocument/2006/relationships/image" Target="../media/image518.png"/><Relationship Id="rId408" Type="http://schemas.openxmlformats.org/officeDocument/2006/relationships/image" Target="../media/image525.png"/><Relationship Id="rId212" Type="http://schemas.openxmlformats.org/officeDocument/2006/relationships/customXml" Target="../ink/ink422.xml"/><Relationship Id="rId254" Type="http://schemas.openxmlformats.org/officeDocument/2006/relationships/customXml" Target="../ink/ink443.xml"/><Relationship Id="rId49" Type="http://schemas.openxmlformats.org/officeDocument/2006/relationships/image" Target="../media/image347.png"/><Relationship Id="rId114" Type="http://schemas.openxmlformats.org/officeDocument/2006/relationships/customXml" Target="../ink/ink372.xml"/><Relationship Id="rId296" Type="http://schemas.openxmlformats.org/officeDocument/2006/relationships/customXml" Target="../ink/ink464.xml"/><Relationship Id="rId461" Type="http://schemas.openxmlformats.org/officeDocument/2006/relationships/customXml" Target="../ink/ink547.xml"/><Relationship Id="rId60" Type="http://schemas.openxmlformats.org/officeDocument/2006/relationships/customXml" Target="../ink/ink345.xml"/><Relationship Id="rId156" Type="http://schemas.openxmlformats.org/officeDocument/2006/relationships/image" Target="../media/image400.png"/><Relationship Id="rId198" Type="http://schemas.openxmlformats.org/officeDocument/2006/relationships/customXml" Target="../ink/ink415.xml"/><Relationship Id="rId321" Type="http://schemas.openxmlformats.org/officeDocument/2006/relationships/image" Target="../media/image482.png"/><Relationship Id="rId363" Type="http://schemas.openxmlformats.org/officeDocument/2006/relationships/customXml" Target="../ink/ink498.xml"/><Relationship Id="rId419" Type="http://schemas.openxmlformats.org/officeDocument/2006/relationships/customXml" Target="../ink/ink526.xml"/><Relationship Id="rId223" Type="http://schemas.openxmlformats.org/officeDocument/2006/relationships/image" Target="../media/image433.png"/><Relationship Id="rId430" Type="http://schemas.openxmlformats.org/officeDocument/2006/relationships/image" Target="../media/image536.png"/><Relationship Id="rId18" Type="http://schemas.openxmlformats.org/officeDocument/2006/relationships/customXml" Target="../ink/ink324.xml"/><Relationship Id="rId265" Type="http://schemas.openxmlformats.org/officeDocument/2006/relationships/image" Target="../media/image454.png"/><Relationship Id="rId472" Type="http://schemas.openxmlformats.org/officeDocument/2006/relationships/image" Target="../media/image557.png"/><Relationship Id="rId125" Type="http://schemas.openxmlformats.org/officeDocument/2006/relationships/image" Target="../media/image385.png"/><Relationship Id="rId167" Type="http://schemas.openxmlformats.org/officeDocument/2006/relationships/customXml" Target="../ink/ink399.xml"/><Relationship Id="rId332" Type="http://schemas.openxmlformats.org/officeDocument/2006/relationships/customXml" Target="../ink/ink482.xml"/><Relationship Id="rId374" Type="http://schemas.openxmlformats.org/officeDocument/2006/relationships/image" Target="../media/image508.png"/><Relationship Id="rId71" Type="http://schemas.openxmlformats.org/officeDocument/2006/relationships/image" Target="../media/image358.png"/><Relationship Id="rId234" Type="http://schemas.openxmlformats.org/officeDocument/2006/relationships/customXml" Target="../ink/ink433.xml"/><Relationship Id="rId2" Type="http://schemas.openxmlformats.org/officeDocument/2006/relationships/notesSlide" Target="../notesSlides/notesSlide6.xml"/><Relationship Id="rId29" Type="http://schemas.openxmlformats.org/officeDocument/2006/relationships/image" Target="../media/image337.png"/><Relationship Id="rId276" Type="http://schemas.openxmlformats.org/officeDocument/2006/relationships/customXml" Target="../ink/ink454.xml"/><Relationship Id="rId441" Type="http://schemas.openxmlformats.org/officeDocument/2006/relationships/customXml" Target="../ink/ink537.xml"/><Relationship Id="rId40" Type="http://schemas.openxmlformats.org/officeDocument/2006/relationships/customXml" Target="../ink/ink335.xml"/><Relationship Id="rId136" Type="http://schemas.openxmlformats.org/officeDocument/2006/relationships/customXml" Target="../ink/ink383.xml"/><Relationship Id="rId178" Type="http://schemas.openxmlformats.org/officeDocument/2006/relationships/customXml" Target="../ink/ink405.xml"/><Relationship Id="rId301" Type="http://schemas.openxmlformats.org/officeDocument/2006/relationships/image" Target="../media/image472.png"/><Relationship Id="rId343" Type="http://schemas.openxmlformats.org/officeDocument/2006/relationships/image" Target="../media/image493.png"/><Relationship Id="rId82" Type="http://schemas.openxmlformats.org/officeDocument/2006/relationships/customXml" Target="../ink/ink356.xml"/><Relationship Id="rId203" Type="http://schemas.openxmlformats.org/officeDocument/2006/relationships/image" Target="../media/image423.png"/><Relationship Id="rId385" Type="http://schemas.openxmlformats.org/officeDocument/2006/relationships/customXml" Target="../ink/ink509.xml"/><Relationship Id="rId245" Type="http://schemas.openxmlformats.org/officeDocument/2006/relationships/image" Target="../media/image444.png"/><Relationship Id="rId287" Type="http://schemas.openxmlformats.org/officeDocument/2006/relationships/image" Target="../media/image465.png"/><Relationship Id="rId410" Type="http://schemas.openxmlformats.org/officeDocument/2006/relationships/image" Target="../media/image526.png"/><Relationship Id="rId452" Type="http://schemas.openxmlformats.org/officeDocument/2006/relationships/image" Target="../media/image547.png"/><Relationship Id="rId105" Type="http://schemas.openxmlformats.org/officeDocument/2006/relationships/image" Target="../media/image375.png"/><Relationship Id="rId147" Type="http://schemas.openxmlformats.org/officeDocument/2006/relationships/image" Target="../media/image396.png"/><Relationship Id="rId312" Type="http://schemas.openxmlformats.org/officeDocument/2006/relationships/customXml" Target="../ink/ink472.xml"/><Relationship Id="rId354" Type="http://schemas.openxmlformats.org/officeDocument/2006/relationships/customXml" Target="../ink/ink493.xml"/><Relationship Id="rId51" Type="http://schemas.openxmlformats.org/officeDocument/2006/relationships/image" Target="../media/image348.png"/><Relationship Id="rId72" Type="http://schemas.openxmlformats.org/officeDocument/2006/relationships/customXml" Target="../ink/ink351.xml"/><Relationship Id="rId93" Type="http://schemas.openxmlformats.org/officeDocument/2006/relationships/image" Target="../media/image369.png"/><Relationship Id="rId189" Type="http://schemas.openxmlformats.org/officeDocument/2006/relationships/image" Target="../media/image416.png"/><Relationship Id="rId375" Type="http://schemas.openxmlformats.org/officeDocument/2006/relationships/customXml" Target="../ink/ink504.xml"/><Relationship Id="rId396" Type="http://schemas.openxmlformats.org/officeDocument/2006/relationships/image" Target="../media/image519.png"/><Relationship Id="rId3" Type="http://schemas.openxmlformats.org/officeDocument/2006/relationships/image" Target="../media/image323.svg"/><Relationship Id="rId214" Type="http://schemas.openxmlformats.org/officeDocument/2006/relationships/customXml" Target="../ink/ink423.xml"/><Relationship Id="rId235" Type="http://schemas.openxmlformats.org/officeDocument/2006/relationships/image" Target="../media/image439.png"/><Relationship Id="rId256" Type="http://schemas.openxmlformats.org/officeDocument/2006/relationships/customXml" Target="../ink/ink444.xml"/><Relationship Id="rId277" Type="http://schemas.openxmlformats.org/officeDocument/2006/relationships/image" Target="../media/image460.png"/><Relationship Id="rId298" Type="http://schemas.openxmlformats.org/officeDocument/2006/relationships/customXml" Target="../ink/ink465.xml"/><Relationship Id="rId400" Type="http://schemas.openxmlformats.org/officeDocument/2006/relationships/image" Target="../media/image521.png"/><Relationship Id="rId421" Type="http://schemas.openxmlformats.org/officeDocument/2006/relationships/customXml" Target="../ink/ink527.xml"/><Relationship Id="rId442" Type="http://schemas.openxmlformats.org/officeDocument/2006/relationships/image" Target="../media/image542.png"/><Relationship Id="rId463" Type="http://schemas.openxmlformats.org/officeDocument/2006/relationships/customXml" Target="../ink/ink548.xml"/><Relationship Id="rId116" Type="http://schemas.openxmlformats.org/officeDocument/2006/relationships/customXml" Target="../ink/ink373.xml"/><Relationship Id="rId137" Type="http://schemas.openxmlformats.org/officeDocument/2006/relationships/image" Target="../media/image391.png"/><Relationship Id="rId158" Type="http://schemas.openxmlformats.org/officeDocument/2006/relationships/image" Target="../media/image401.png"/><Relationship Id="rId302" Type="http://schemas.openxmlformats.org/officeDocument/2006/relationships/customXml" Target="../ink/ink467.xml"/><Relationship Id="rId323" Type="http://schemas.openxmlformats.org/officeDocument/2006/relationships/image" Target="../media/image483.png"/><Relationship Id="rId344" Type="http://schemas.openxmlformats.org/officeDocument/2006/relationships/customXml" Target="../ink/ink488.xml"/><Relationship Id="rId20" Type="http://schemas.openxmlformats.org/officeDocument/2006/relationships/customXml" Target="../ink/ink325.xml"/><Relationship Id="rId41" Type="http://schemas.openxmlformats.org/officeDocument/2006/relationships/image" Target="../media/image343.png"/><Relationship Id="rId62" Type="http://schemas.openxmlformats.org/officeDocument/2006/relationships/customXml" Target="../ink/ink346.xml"/><Relationship Id="rId83" Type="http://schemas.openxmlformats.org/officeDocument/2006/relationships/image" Target="../media/image364.png"/><Relationship Id="rId179" Type="http://schemas.openxmlformats.org/officeDocument/2006/relationships/image" Target="../media/image411.png"/><Relationship Id="rId365" Type="http://schemas.openxmlformats.org/officeDocument/2006/relationships/customXml" Target="../ink/ink499.xml"/><Relationship Id="rId386" Type="http://schemas.openxmlformats.org/officeDocument/2006/relationships/image" Target="../media/image514.png"/><Relationship Id="rId190" Type="http://schemas.openxmlformats.org/officeDocument/2006/relationships/customXml" Target="../ink/ink411.xml"/><Relationship Id="rId204" Type="http://schemas.openxmlformats.org/officeDocument/2006/relationships/customXml" Target="../ink/ink418.xml"/><Relationship Id="rId225" Type="http://schemas.openxmlformats.org/officeDocument/2006/relationships/image" Target="../media/image434.png"/><Relationship Id="rId246" Type="http://schemas.openxmlformats.org/officeDocument/2006/relationships/customXml" Target="../ink/ink439.xml"/><Relationship Id="rId267" Type="http://schemas.openxmlformats.org/officeDocument/2006/relationships/image" Target="../media/image455.png"/><Relationship Id="rId288" Type="http://schemas.openxmlformats.org/officeDocument/2006/relationships/customXml" Target="../ink/ink460.xml"/><Relationship Id="rId411" Type="http://schemas.openxmlformats.org/officeDocument/2006/relationships/customXml" Target="../ink/ink522.xml"/><Relationship Id="rId432" Type="http://schemas.openxmlformats.org/officeDocument/2006/relationships/image" Target="../media/image537.png"/><Relationship Id="rId453" Type="http://schemas.openxmlformats.org/officeDocument/2006/relationships/customXml" Target="../ink/ink543.xml"/><Relationship Id="rId474" Type="http://schemas.openxmlformats.org/officeDocument/2006/relationships/image" Target="../media/image558.png"/><Relationship Id="rId106" Type="http://schemas.openxmlformats.org/officeDocument/2006/relationships/customXml" Target="../ink/ink368.xml"/><Relationship Id="rId127" Type="http://schemas.openxmlformats.org/officeDocument/2006/relationships/image" Target="../media/image386.png"/><Relationship Id="rId313" Type="http://schemas.openxmlformats.org/officeDocument/2006/relationships/image" Target="../media/image478.png"/><Relationship Id="rId10" Type="http://schemas.openxmlformats.org/officeDocument/2006/relationships/customXml" Target="../ink/ink320.xml"/><Relationship Id="rId31" Type="http://schemas.openxmlformats.org/officeDocument/2006/relationships/image" Target="../media/image338.png"/><Relationship Id="rId52" Type="http://schemas.openxmlformats.org/officeDocument/2006/relationships/customXml" Target="../ink/ink341.xml"/><Relationship Id="rId73" Type="http://schemas.openxmlformats.org/officeDocument/2006/relationships/image" Target="../media/image359.png"/><Relationship Id="rId94" Type="http://schemas.openxmlformats.org/officeDocument/2006/relationships/customXml" Target="../ink/ink362.xml"/><Relationship Id="rId148" Type="http://schemas.openxmlformats.org/officeDocument/2006/relationships/customXml" Target="../ink/ink389.xml"/><Relationship Id="rId169" Type="http://schemas.openxmlformats.org/officeDocument/2006/relationships/customXml" Target="../ink/ink400.xml"/><Relationship Id="rId334" Type="http://schemas.openxmlformats.org/officeDocument/2006/relationships/customXml" Target="../ink/ink483.xml"/><Relationship Id="rId355" Type="http://schemas.openxmlformats.org/officeDocument/2006/relationships/image" Target="../media/image499.png"/><Relationship Id="rId376" Type="http://schemas.openxmlformats.org/officeDocument/2006/relationships/image" Target="../media/image509.png"/><Relationship Id="rId397" Type="http://schemas.openxmlformats.org/officeDocument/2006/relationships/customXml" Target="../ink/ink515.xml"/><Relationship Id="rId4" Type="http://schemas.openxmlformats.org/officeDocument/2006/relationships/image" Target="../media/image324.svg"/><Relationship Id="rId180" Type="http://schemas.openxmlformats.org/officeDocument/2006/relationships/customXml" Target="../ink/ink406.xml"/><Relationship Id="rId215" Type="http://schemas.openxmlformats.org/officeDocument/2006/relationships/image" Target="../media/image429.png"/><Relationship Id="rId236" Type="http://schemas.openxmlformats.org/officeDocument/2006/relationships/customXml" Target="../ink/ink434.xml"/><Relationship Id="rId257" Type="http://schemas.openxmlformats.org/officeDocument/2006/relationships/image" Target="../media/image450.png"/><Relationship Id="rId278" Type="http://schemas.openxmlformats.org/officeDocument/2006/relationships/customXml" Target="../ink/ink455.xml"/><Relationship Id="rId401" Type="http://schemas.openxmlformats.org/officeDocument/2006/relationships/customXml" Target="../ink/ink517.xml"/><Relationship Id="rId422" Type="http://schemas.openxmlformats.org/officeDocument/2006/relationships/image" Target="../media/image532.png"/><Relationship Id="rId443" Type="http://schemas.openxmlformats.org/officeDocument/2006/relationships/customXml" Target="../ink/ink538.xml"/><Relationship Id="rId464" Type="http://schemas.openxmlformats.org/officeDocument/2006/relationships/image" Target="../media/image553.png"/><Relationship Id="rId303" Type="http://schemas.openxmlformats.org/officeDocument/2006/relationships/image" Target="../media/image473.png"/><Relationship Id="rId42" Type="http://schemas.openxmlformats.org/officeDocument/2006/relationships/customXml" Target="../ink/ink336.xml"/><Relationship Id="rId84" Type="http://schemas.openxmlformats.org/officeDocument/2006/relationships/customXml" Target="../ink/ink357.xml"/><Relationship Id="rId138" Type="http://schemas.openxmlformats.org/officeDocument/2006/relationships/customXml" Target="../ink/ink384.xml"/><Relationship Id="rId345" Type="http://schemas.openxmlformats.org/officeDocument/2006/relationships/image" Target="../media/image494.png"/><Relationship Id="rId387" Type="http://schemas.openxmlformats.org/officeDocument/2006/relationships/customXml" Target="../ink/ink510.xml"/><Relationship Id="rId191" Type="http://schemas.openxmlformats.org/officeDocument/2006/relationships/image" Target="../media/image417.png"/><Relationship Id="rId205" Type="http://schemas.openxmlformats.org/officeDocument/2006/relationships/image" Target="../media/image424.png"/><Relationship Id="rId247" Type="http://schemas.openxmlformats.org/officeDocument/2006/relationships/image" Target="../media/image445.png"/><Relationship Id="rId412" Type="http://schemas.openxmlformats.org/officeDocument/2006/relationships/image" Target="../media/image527.png"/><Relationship Id="rId107" Type="http://schemas.openxmlformats.org/officeDocument/2006/relationships/image" Target="../media/image376.png"/><Relationship Id="rId289" Type="http://schemas.openxmlformats.org/officeDocument/2006/relationships/image" Target="../media/image466.png"/><Relationship Id="rId454" Type="http://schemas.openxmlformats.org/officeDocument/2006/relationships/image" Target="../media/image548.png"/><Relationship Id="rId11" Type="http://schemas.openxmlformats.org/officeDocument/2006/relationships/image" Target="../media/image328.png"/><Relationship Id="rId53" Type="http://schemas.openxmlformats.org/officeDocument/2006/relationships/image" Target="../media/image349.png"/><Relationship Id="rId149" Type="http://schemas.openxmlformats.org/officeDocument/2006/relationships/image" Target="../media/image397.png"/><Relationship Id="rId314" Type="http://schemas.openxmlformats.org/officeDocument/2006/relationships/customXml" Target="../ink/ink473.xml"/><Relationship Id="rId356" Type="http://schemas.openxmlformats.org/officeDocument/2006/relationships/customXml" Target="../ink/ink494.xml"/><Relationship Id="rId398" Type="http://schemas.openxmlformats.org/officeDocument/2006/relationships/image" Target="../media/image520.png"/><Relationship Id="rId95" Type="http://schemas.openxmlformats.org/officeDocument/2006/relationships/image" Target="../media/image370.png"/><Relationship Id="rId160" Type="http://schemas.openxmlformats.org/officeDocument/2006/relationships/image" Target="../media/image402.png"/><Relationship Id="rId216" Type="http://schemas.openxmlformats.org/officeDocument/2006/relationships/customXml" Target="../ink/ink424.xml"/><Relationship Id="rId423" Type="http://schemas.openxmlformats.org/officeDocument/2006/relationships/customXml" Target="../ink/ink528.xml"/><Relationship Id="rId258" Type="http://schemas.openxmlformats.org/officeDocument/2006/relationships/customXml" Target="../ink/ink445.xml"/><Relationship Id="rId465" Type="http://schemas.openxmlformats.org/officeDocument/2006/relationships/customXml" Target="../ink/ink549.xml"/><Relationship Id="rId22" Type="http://schemas.openxmlformats.org/officeDocument/2006/relationships/customXml" Target="../ink/ink326.xml"/><Relationship Id="rId64" Type="http://schemas.openxmlformats.org/officeDocument/2006/relationships/customXml" Target="../ink/ink347.xml"/><Relationship Id="rId118" Type="http://schemas.openxmlformats.org/officeDocument/2006/relationships/customXml" Target="../ink/ink374.xml"/><Relationship Id="rId325" Type="http://schemas.openxmlformats.org/officeDocument/2006/relationships/image" Target="../media/image484.png"/><Relationship Id="rId367" Type="http://schemas.openxmlformats.org/officeDocument/2006/relationships/customXml" Target="../ink/ink500.xml"/><Relationship Id="rId171" Type="http://schemas.openxmlformats.org/officeDocument/2006/relationships/customXml" Target="../ink/ink401.xml"/><Relationship Id="rId227" Type="http://schemas.openxmlformats.org/officeDocument/2006/relationships/image" Target="../media/image435.png"/><Relationship Id="rId269" Type="http://schemas.openxmlformats.org/officeDocument/2006/relationships/image" Target="../media/image456.png"/><Relationship Id="rId434" Type="http://schemas.openxmlformats.org/officeDocument/2006/relationships/image" Target="../media/image538.png"/><Relationship Id="rId476" Type="http://schemas.openxmlformats.org/officeDocument/2006/relationships/image" Target="../media/image559.png"/><Relationship Id="rId33" Type="http://schemas.openxmlformats.org/officeDocument/2006/relationships/image" Target="../media/image339.png"/><Relationship Id="rId129" Type="http://schemas.openxmlformats.org/officeDocument/2006/relationships/image" Target="../media/image387.png"/><Relationship Id="rId280" Type="http://schemas.openxmlformats.org/officeDocument/2006/relationships/customXml" Target="../ink/ink456.xml"/><Relationship Id="rId336" Type="http://schemas.openxmlformats.org/officeDocument/2006/relationships/customXml" Target="../ink/ink484.xml"/><Relationship Id="rId75" Type="http://schemas.openxmlformats.org/officeDocument/2006/relationships/image" Target="../media/image360.png"/><Relationship Id="rId140" Type="http://schemas.openxmlformats.org/officeDocument/2006/relationships/customXml" Target="../ink/ink385.xml"/><Relationship Id="rId182" Type="http://schemas.openxmlformats.org/officeDocument/2006/relationships/customXml" Target="../ink/ink407.xml"/><Relationship Id="rId378" Type="http://schemas.openxmlformats.org/officeDocument/2006/relationships/image" Target="../media/image510.png"/><Relationship Id="rId403" Type="http://schemas.openxmlformats.org/officeDocument/2006/relationships/customXml" Target="../ink/ink518.xml"/><Relationship Id="rId6" Type="http://schemas.openxmlformats.org/officeDocument/2006/relationships/customXml" Target="../ink/ink318.xml"/><Relationship Id="rId238" Type="http://schemas.openxmlformats.org/officeDocument/2006/relationships/customXml" Target="../ink/ink435.xml"/><Relationship Id="rId445" Type="http://schemas.openxmlformats.org/officeDocument/2006/relationships/customXml" Target="../ink/ink539.xml"/><Relationship Id="rId291" Type="http://schemas.openxmlformats.org/officeDocument/2006/relationships/image" Target="../media/image467.png"/><Relationship Id="rId305" Type="http://schemas.openxmlformats.org/officeDocument/2006/relationships/image" Target="../media/image474.png"/><Relationship Id="rId347" Type="http://schemas.openxmlformats.org/officeDocument/2006/relationships/image" Target="../media/image495.png"/><Relationship Id="rId44" Type="http://schemas.openxmlformats.org/officeDocument/2006/relationships/customXml" Target="../ink/ink337.xml"/><Relationship Id="rId86" Type="http://schemas.openxmlformats.org/officeDocument/2006/relationships/customXml" Target="../ink/ink358.xml"/><Relationship Id="rId151" Type="http://schemas.openxmlformats.org/officeDocument/2006/relationships/customXml" Target="../ink/ink391.xml"/><Relationship Id="rId389" Type="http://schemas.openxmlformats.org/officeDocument/2006/relationships/customXml" Target="../ink/ink511.xml"/><Relationship Id="rId193" Type="http://schemas.openxmlformats.org/officeDocument/2006/relationships/image" Target="../media/image418.png"/><Relationship Id="rId207" Type="http://schemas.openxmlformats.org/officeDocument/2006/relationships/image" Target="../media/image425.png"/><Relationship Id="rId249" Type="http://schemas.openxmlformats.org/officeDocument/2006/relationships/image" Target="../media/image446.png"/><Relationship Id="rId414" Type="http://schemas.openxmlformats.org/officeDocument/2006/relationships/image" Target="../media/image528.png"/><Relationship Id="rId456" Type="http://schemas.openxmlformats.org/officeDocument/2006/relationships/image" Target="../media/image549.png"/><Relationship Id="rId13" Type="http://schemas.openxmlformats.org/officeDocument/2006/relationships/image" Target="../media/image329.png"/><Relationship Id="rId109" Type="http://schemas.openxmlformats.org/officeDocument/2006/relationships/image" Target="../media/image377.png"/><Relationship Id="rId260" Type="http://schemas.openxmlformats.org/officeDocument/2006/relationships/customXml" Target="../ink/ink446.xml"/><Relationship Id="rId316" Type="http://schemas.openxmlformats.org/officeDocument/2006/relationships/customXml" Target="../ink/ink474.xml"/><Relationship Id="rId55" Type="http://schemas.openxmlformats.org/officeDocument/2006/relationships/image" Target="../media/image350.png"/><Relationship Id="rId97" Type="http://schemas.openxmlformats.org/officeDocument/2006/relationships/image" Target="../media/image371.png"/><Relationship Id="rId120" Type="http://schemas.openxmlformats.org/officeDocument/2006/relationships/customXml" Target="../ink/ink375.xml"/><Relationship Id="rId358" Type="http://schemas.openxmlformats.org/officeDocument/2006/relationships/customXml" Target="../ink/ink495.xml"/><Relationship Id="rId162" Type="http://schemas.openxmlformats.org/officeDocument/2006/relationships/image" Target="../media/image403.png"/><Relationship Id="rId218" Type="http://schemas.openxmlformats.org/officeDocument/2006/relationships/customXml" Target="../ink/ink425.xml"/><Relationship Id="rId425" Type="http://schemas.openxmlformats.org/officeDocument/2006/relationships/customXml" Target="../ink/ink529.xml"/><Relationship Id="rId467" Type="http://schemas.openxmlformats.org/officeDocument/2006/relationships/customXml" Target="../ink/ink550.xml"/><Relationship Id="rId271" Type="http://schemas.openxmlformats.org/officeDocument/2006/relationships/image" Target="../media/image457.png"/><Relationship Id="rId24" Type="http://schemas.openxmlformats.org/officeDocument/2006/relationships/customXml" Target="../ink/ink327.xml"/><Relationship Id="rId66" Type="http://schemas.openxmlformats.org/officeDocument/2006/relationships/customXml" Target="../ink/ink348.xml"/><Relationship Id="rId131" Type="http://schemas.openxmlformats.org/officeDocument/2006/relationships/image" Target="../media/image388.png"/><Relationship Id="rId327" Type="http://schemas.openxmlformats.org/officeDocument/2006/relationships/image" Target="../media/image485.png"/><Relationship Id="rId369" Type="http://schemas.openxmlformats.org/officeDocument/2006/relationships/customXml" Target="../ink/ink501.xml"/><Relationship Id="rId173" Type="http://schemas.openxmlformats.org/officeDocument/2006/relationships/image" Target="../media/image408.png"/><Relationship Id="rId229" Type="http://schemas.openxmlformats.org/officeDocument/2006/relationships/image" Target="../media/image436.png"/><Relationship Id="rId380" Type="http://schemas.openxmlformats.org/officeDocument/2006/relationships/image" Target="../media/image511.png"/><Relationship Id="rId436" Type="http://schemas.openxmlformats.org/officeDocument/2006/relationships/image" Target="../media/image539.png"/><Relationship Id="rId240" Type="http://schemas.openxmlformats.org/officeDocument/2006/relationships/customXml" Target="../ink/ink436.xml"/><Relationship Id="rId478" Type="http://schemas.openxmlformats.org/officeDocument/2006/relationships/image" Target="../media/image560.png"/><Relationship Id="rId35" Type="http://schemas.openxmlformats.org/officeDocument/2006/relationships/image" Target="../media/image340.png"/><Relationship Id="rId77" Type="http://schemas.openxmlformats.org/officeDocument/2006/relationships/image" Target="../media/image361.png"/><Relationship Id="rId100" Type="http://schemas.openxmlformats.org/officeDocument/2006/relationships/customXml" Target="../ink/ink365.xml"/><Relationship Id="rId282" Type="http://schemas.openxmlformats.org/officeDocument/2006/relationships/customXml" Target="../ink/ink457.xml"/><Relationship Id="rId338" Type="http://schemas.openxmlformats.org/officeDocument/2006/relationships/customXml" Target="../ink/ink485.xml"/><Relationship Id="rId8" Type="http://schemas.openxmlformats.org/officeDocument/2006/relationships/customXml" Target="../ink/ink319.xml"/><Relationship Id="rId142" Type="http://schemas.openxmlformats.org/officeDocument/2006/relationships/customXml" Target="../ink/ink386.xml"/><Relationship Id="rId184" Type="http://schemas.openxmlformats.org/officeDocument/2006/relationships/customXml" Target="../ink/ink408.xml"/><Relationship Id="rId391" Type="http://schemas.openxmlformats.org/officeDocument/2006/relationships/customXml" Target="../ink/ink512.xml"/><Relationship Id="rId405" Type="http://schemas.openxmlformats.org/officeDocument/2006/relationships/customXml" Target="../ink/ink519.xml"/><Relationship Id="rId447" Type="http://schemas.openxmlformats.org/officeDocument/2006/relationships/customXml" Target="../ink/ink540.xml"/><Relationship Id="rId251" Type="http://schemas.openxmlformats.org/officeDocument/2006/relationships/image" Target="../media/image447.png"/><Relationship Id="rId46" Type="http://schemas.openxmlformats.org/officeDocument/2006/relationships/customXml" Target="../ink/ink338.xml"/><Relationship Id="rId293" Type="http://schemas.openxmlformats.org/officeDocument/2006/relationships/image" Target="../media/image468.png"/><Relationship Id="rId307" Type="http://schemas.openxmlformats.org/officeDocument/2006/relationships/image" Target="../media/image475.png"/><Relationship Id="rId349" Type="http://schemas.openxmlformats.org/officeDocument/2006/relationships/image" Target="../media/image496.png"/><Relationship Id="rId88" Type="http://schemas.openxmlformats.org/officeDocument/2006/relationships/customXml" Target="../ink/ink359.xml"/><Relationship Id="rId111" Type="http://schemas.openxmlformats.org/officeDocument/2006/relationships/image" Target="../media/image378.png"/><Relationship Id="rId153" Type="http://schemas.openxmlformats.org/officeDocument/2006/relationships/customXml" Target="../ink/ink392.xml"/><Relationship Id="rId195" Type="http://schemas.openxmlformats.org/officeDocument/2006/relationships/image" Target="../media/image419.png"/><Relationship Id="rId209" Type="http://schemas.openxmlformats.org/officeDocument/2006/relationships/image" Target="../media/image426.png"/><Relationship Id="rId360" Type="http://schemas.openxmlformats.org/officeDocument/2006/relationships/customXml" Target="../ink/ink496.xml"/><Relationship Id="rId416" Type="http://schemas.openxmlformats.org/officeDocument/2006/relationships/image" Target="../media/image529.png"/><Relationship Id="rId220" Type="http://schemas.openxmlformats.org/officeDocument/2006/relationships/customXml" Target="../ink/ink426.xml"/><Relationship Id="rId458" Type="http://schemas.openxmlformats.org/officeDocument/2006/relationships/image" Target="../media/image550.png"/><Relationship Id="rId15" Type="http://schemas.openxmlformats.org/officeDocument/2006/relationships/image" Target="../media/image330.png"/><Relationship Id="rId57" Type="http://schemas.openxmlformats.org/officeDocument/2006/relationships/image" Target="../media/image351.png"/><Relationship Id="rId262" Type="http://schemas.openxmlformats.org/officeDocument/2006/relationships/customXml" Target="../ink/ink447.xml"/><Relationship Id="rId318" Type="http://schemas.openxmlformats.org/officeDocument/2006/relationships/customXml" Target="../ink/ink475.xml"/><Relationship Id="rId99" Type="http://schemas.openxmlformats.org/officeDocument/2006/relationships/image" Target="../media/image372.png"/><Relationship Id="rId122" Type="http://schemas.openxmlformats.org/officeDocument/2006/relationships/customXml" Target="../ink/ink376.xml"/><Relationship Id="rId164" Type="http://schemas.openxmlformats.org/officeDocument/2006/relationships/image" Target="../media/image404.png"/><Relationship Id="rId371" Type="http://schemas.openxmlformats.org/officeDocument/2006/relationships/customXml" Target="../ink/ink502.xml"/><Relationship Id="rId427" Type="http://schemas.openxmlformats.org/officeDocument/2006/relationships/customXml" Target="../ink/ink530.xml"/><Relationship Id="rId469" Type="http://schemas.openxmlformats.org/officeDocument/2006/relationships/customXml" Target="../ink/ink551.xml"/><Relationship Id="rId26" Type="http://schemas.openxmlformats.org/officeDocument/2006/relationships/customXml" Target="../ink/ink328.xml"/><Relationship Id="rId231" Type="http://schemas.openxmlformats.org/officeDocument/2006/relationships/image" Target="../media/image437.png"/><Relationship Id="rId273" Type="http://schemas.openxmlformats.org/officeDocument/2006/relationships/image" Target="../media/image458.png"/><Relationship Id="rId329" Type="http://schemas.openxmlformats.org/officeDocument/2006/relationships/image" Target="../media/image486.png"/><Relationship Id="rId68" Type="http://schemas.openxmlformats.org/officeDocument/2006/relationships/customXml" Target="../ink/ink349.xml"/><Relationship Id="rId133" Type="http://schemas.openxmlformats.org/officeDocument/2006/relationships/image" Target="../media/image389.png"/><Relationship Id="rId175" Type="http://schemas.openxmlformats.org/officeDocument/2006/relationships/image" Target="../media/image409.png"/><Relationship Id="rId340" Type="http://schemas.openxmlformats.org/officeDocument/2006/relationships/customXml" Target="../ink/ink486.xml"/><Relationship Id="rId200" Type="http://schemas.openxmlformats.org/officeDocument/2006/relationships/customXml" Target="../ink/ink416.xml"/><Relationship Id="rId382" Type="http://schemas.openxmlformats.org/officeDocument/2006/relationships/image" Target="../media/image512.png"/><Relationship Id="rId438" Type="http://schemas.openxmlformats.org/officeDocument/2006/relationships/image" Target="../media/image540.png"/><Relationship Id="rId242" Type="http://schemas.openxmlformats.org/officeDocument/2006/relationships/customXml" Target="../ink/ink437.xml"/><Relationship Id="rId284" Type="http://schemas.openxmlformats.org/officeDocument/2006/relationships/customXml" Target="../ink/ink458.xml"/><Relationship Id="rId37" Type="http://schemas.openxmlformats.org/officeDocument/2006/relationships/image" Target="../media/image341.png"/><Relationship Id="rId79" Type="http://schemas.openxmlformats.org/officeDocument/2006/relationships/image" Target="../media/image362.png"/><Relationship Id="rId102" Type="http://schemas.openxmlformats.org/officeDocument/2006/relationships/customXml" Target="../ink/ink366.xml"/><Relationship Id="rId144" Type="http://schemas.openxmlformats.org/officeDocument/2006/relationships/customXml" Target="../ink/ink387.xml"/><Relationship Id="rId90" Type="http://schemas.openxmlformats.org/officeDocument/2006/relationships/customXml" Target="../ink/ink360.xml"/><Relationship Id="rId186" Type="http://schemas.openxmlformats.org/officeDocument/2006/relationships/customXml" Target="../ink/ink409.xml"/><Relationship Id="rId351" Type="http://schemas.openxmlformats.org/officeDocument/2006/relationships/image" Target="../media/image497.png"/><Relationship Id="rId393" Type="http://schemas.openxmlformats.org/officeDocument/2006/relationships/customXml" Target="../ink/ink513.xml"/><Relationship Id="rId407" Type="http://schemas.openxmlformats.org/officeDocument/2006/relationships/customXml" Target="../ink/ink520.xml"/><Relationship Id="rId449" Type="http://schemas.openxmlformats.org/officeDocument/2006/relationships/customXml" Target="../ink/ink541.xml"/><Relationship Id="rId211" Type="http://schemas.openxmlformats.org/officeDocument/2006/relationships/image" Target="../media/image427.png"/><Relationship Id="rId253" Type="http://schemas.openxmlformats.org/officeDocument/2006/relationships/image" Target="../media/image448.png"/><Relationship Id="rId295" Type="http://schemas.openxmlformats.org/officeDocument/2006/relationships/image" Target="../media/image469.png"/><Relationship Id="rId309" Type="http://schemas.openxmlformats.org/officeDocument/2006/relationships/image" Target="../media/image476.png"/><Relationship Id="rId460" Type="http://schemas.openxmlformats.org/officeDocument/2006/relationships/image" Target="../media/image551.png"/><Relationship Id="rId48" Type="http://schemas.openxmlformats.org/officeDocument/2006/relationships/customXml" Target="../ink/ink339.xml"/><Relationship Id="rId113" Type="http://schemas.openxmlformats.org/officeDocument/2006/relationships/image" Target="../media/image379.png"/><Relationship Id="rId320" Type="http://schemas.openxmlformats.org/officeDocument/2006/relationships/customXml" Target="../ink/ink476.xml"/><Relationship Id="rId155" Type="http://schemas.openxmlformats.org/officeDocument/2006/relationships/customXml" Target="../ink/ink393.xml"/><Relationship Id="rId197" Type="http://schemas.openxmlformats.org/officeDocument/2006/relationships/image" Target="../media/image420.png"/><Relationship Id="rId362" Type="http://schemas.openxmlformats.org/officeDocument/2006/relationships/customXml" Target="../ink/ink497.xml"/><Relationship Id="rId418" Type="http://schemas.openxmlformats.org/officeDocument/2006/relationships/image" Target="../media/image530.png"/><Relationship Id="rId222" Type="http://schemas.openxmlformats.org/officeDocument/2006/relationships/customXml" Target="../ink/ink427.xml"/><Relationship Id="rId264" Type="http://schemas.openxmlformats.org/officeDocument/2006/relationships/customXml" Target="../ink/ink448.xml"/><Relationship Id="rId471" Type="http://schemas.openxmlformats.org/officeDocument/2006/relationships/customXml" Target="../ink/ink552.xml"/><Relationship Id="rId17" Type="http://schemas.openxmlformats.org/officeDocument/2006/relationships/image" Target="../media/image331.png"/><Relationship Id="rId59" Type="http://schemas.openxmlformats.org/officeDocument/2006/relationships/image" Target="../media/image352.png"/><Relationship Id="rId124" Type="http://schemas.openxmlformats.org/officeDocument/2006/relationships/customXml" Target="../ink/ink377.xml"/><Relationship Id="rId70" Type="http://schemas.openxmlformats.org/officeDocument/2006/relationships/customXml" Target="../ink/ink350.xml"/><Relationship Id="rId166" Type="http://schemas.openxmlformats.org/officeDocument/2006/relationships/image" Target="../media/image405.png"/><Relationship Id="rId331" Type="http://schemas.openxmlformats.org/officeDocument/2006/relationships/image" Target="../media/image487.png"/><Relationship Id="rId373" Type="http://schemas.openxmlformats.org/officeDocument/2006/relationships/customXml" Target="../ink/ink503.xml"/><Relationship Id="rId429" Type="http://schemas.openxmlformats.org/officeDocument/2006/relationships/customXml" Target="../ink/ink531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438.png"/><Relationship Id="rId440" Type="http://schemas.openxmlformats.org/officeDocument/2006/relationships/image" Target="../media/image541.png"/><Relationship Id="rId28" Type="http://schemas.openxmlformats.org/officeDocument/2006/relationships/customXml" Target="../ink/ink329.xml"/><Relationship Id="rId275" Type="http://schemas.openxmlformats.org/officeDocument/2006/relationships/image" Target="../media/image459.png"/><Relationship Id="rId300" Type="http://schemas.openxmlformats.org/officeDocument/2006/relationships/customXml" Target="../ink/ink466.xml"/><Relationship Id="rId81" Type="http://schemas.openxmlformats.org/officeDocument/2006/relationships/image" Target="../media/image363.png"/><Relationship Id="rId135" Type="http://schemas.openxmlformats.org/officeDocument/2006/relationships/image" Target="../media/image390.png"/><Relationship Id="rId177" Type="http://schemas.openxmlformats.org/officeDocument/2006/relationships/image" Target="../media/image410.png"/><Relationship Id="rId342" Type="http://schemas.openxmlformats.org/officeDocument/2006/relationships/customXml" Target="../ink/ink487.xml"/><Relationship Id="rId384" Type="http://schemas.openxmlformats.org/officeDocument/2006/relationships/image" Target="../media/image513.png"/><Relationship Id="rId202" Type="http://schemas.openxmlformats.org/officeDocument/2006/relationships/customXml" Target="../ink/ink417.xml"/><Relationship Id="rId244" Type="http://schemas.openxmlformats.org/officeDocument/2006/relationships/customXml" Target="../ink/ink438.xml"/><Relationship Id="rId39" Type="http://schemas.openxmlformats.org/officeDocument/2006/relationships/image" Target="../media/image342.png"/><Relationship Id="rId286" Type="http://schemas.openxmlformats.org/officeDocument/2006/relationships/customXml" Target="../ink/ink459.xml"/><Relationship Id="rId451" Type="http://schemas.openxmlformats.org/officeDocument/2006/relationships/customXml" Target="../ink/ink542.xml"/><Relationship Id="rId50" Type="http://schemas.openxmlformats.org/officeDocument/2006/relationships/customXml" Target="../ink/ink340.xml"/><Relationship Id="rId104" Type="http://schemas.openxmlformats.org/officeDocument/2006/relationships/customXml" Target="../ink/ink367.xml"/><Relationship Id="rId146" Type="http://schemas.openxmlformats.org/officeDocument/2006/relationships/customXml" Target="../ink/ink388.xml"/><Relationship Id="rId188" Type="http://schemas.openxmlformats.org/officeDocument/2006/relationships/customXml" Target="../ink/ink410.xml"/><Relationship Id="rId311" Type="http://schemas.openxmlformats.org/officeDocument/2006/relationships/image" Target="../media/image477.png"/><Relationship Id="rId353" Type="http://schemas.openxmlformats.org/officeDocument/2006/relationships/image" Target="../media/image498.png"/><Relationship Id="rId395" Type="http://schemas.openxmlformats.org/officeDocument/2006/relationships/customXml" Target="../ink/ink514.xml"/><Relationship Id="rId409" Type="http://schemas.openxmlformats.org/officeDocument/2006/relationships/customXml" Target="../ink/ink521.xml"/><Relationship Id="rId92" Type="http://schemas.openxmlformats.org/officeDocument/2006/relationships/customXml" Target="../ink/ink361.xml"/><Relationship Id="rId213" Type="http://schemas.openxmlformats.org/officeDocument/2006/relationships/image" Target="../media/image428.png"/><Relationship Id="rId420" Type="http://schemas.openxmlformats.org/officeDocument/2006/relationships/image" Target="../media/image531.png"/><Relationship Id="rId255" Type="http://schemas.openxmlformats.org/officeDocument/2006/relationships/image" Target="../media/image449.png"/><Relationship Id="rId297" Type="http://schemas.openxmlformats.org/officeDocument/2006/relationships/image" Target="../media/image470.png"/><Relationship Id="rId462" Type="http://schemas.openxmlformats.org/officeDocument/2006/relationships/image" Target="../media/image552.png"/><Relationship Id="rId115" Type="http://schemas.openxmlformats.org/officeDocument/2006/relationships/image" Target="../media/image380.png"/><Relationship Id="rId157" Type="http://schemas.openxmlformats.org/officeDocument/2006/relationships/customXml" Target="../ink/ink394.xml"/><Relationship Id="rId322" Type="http://schemas.openxmlformats.org/officeDocument/2006/relationships/customXml" Target="../ink/ink477.xml"/><Relationship Id="rId364" Type="http://schemas.openxmlformats.org/officeDocument/2006/relationships/image" Target="../media/image503.png"/><Relationship Id="rId61" Type="http://schemas.openxmlformats.org/officeDocument/2006/relationships/image" Target="../media/image353.png"/><Relationship Id="rId199" Type="http://schemas.openxmlformats.org/officeDocument/2006/relationships/image" Target="../media/image421.png"/><Relationship Id="rId19" Type="http://schemas.openxmlformats.org/officeDocument/2006/relationships/image" Target="../media/image332.png"/><Relationship Id="rId224" Type="http://schemas.openxmlformats.org/officeDocument/2006/relationships/customXml" Target="../ink/ink428.xml"/><Relationship Id="rId266" Type="http://schemas.openxmlformats.org/officeDocument/2006/relationships/customXml" Target="../ink/ink449.xml"/><Relationship Id="rId431" Type="http://schemas.openxmlformats.org/officeDocument/2006/relationships/customXml" Target="../ink/ink532.xml"/><Relationship Id="rId473" Type="http://schemas.openxmlformats.org/officeDocument/2006/relationships/customXml" Target="../ink/ink553.xml"/><Relationship Id="rId30" Type="http://schemas.openxmlformats.org/officeDocument/2006/relationships/customXml" Target="../ink/ink330.xml"/><Relationship Id="rId126" Type="http://schemas.openxmlformats.org/officeDocument/2006/relationships/customXml" Target="../ink/ink378.xml"/><Relationship Id="rId168" Type="http://schemas.openxmlformats.org/officeDocument/2006/relationships/image" Target="../media/image406.png"/><Relationship Id="rId333" Type="http://schemas.openxmlformats.org/officeDocument/2006/relationships/image" Target="../media/image488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12.xml"/><Relationship Id="rId21" Type="http://schemas.openxmlformats.org/officeDocument/2006/relationships/customXml" Target="../ink/ink564.xml"/><Relationship Id="rId63" Type="http://schemas.openxmlformats.org/officeDocument/2006/relationships/customXml" Target="../ink/ink585.xml"/><Relationship Id="rId159" Type="http://schemas.openxmlformats.org/officeDocument/2006/relationships/customXml" Target="../ink/ink633.xml"/><Relationship Id="rId170" Type="http://schemas.openxmlformats.org/officeDocument/2006/relationships/image" Target="../media/image645.png"/><Relationship Id="rId226" Type="http://schemas.openxmlformats.org/officeDocument/2006/relationships/image" Target="../media/image673.png"/><Relationship Id="rId268" Type="http://schemas.openxmlformats.org/officeDocument/2006/relationships/image" Target="../media/image694.png"/><Relationship Id="rId32" Type="http://schemas.openxmlformats.org/officeDocument/2006/relationships/image" Target="../media/image576.png"/><Relationship Id="rId74" Type="http://schemas.openxmlformats.org/officeDocument/2006/relationships/image" Target="../media/image597.png"/><Relationship Id="rId128" Type="http://schemas.openxmlformats.org/officeDocument/2006/relationships/image" Target="../media/image624.png"/><Relationship Id="rId5" Type="http://schemas.openxmlformats.org/officeDocument/2006/relationships/customXml" Target="../ink/ink556.xml"/><Relationship Id="rId181" Type="http://schemas.openxmlformats.org/officeDocument/2006/relationships/customXml" Target="../ink/ink644.xml"/><Relationship Id="rId237" Type="http://schemas.openxmlformats.org/officeDocument/2006/relationships/customXml" Target="../ink/ink672.xml"/><Relationship Id="rId279" Type="http://schemas.openxmlformats.org/officeDocument/2006/relationships/customXml" Target="../ink/ink693.xml"/><Relationship Id="rId22" Type="http://schemas.openxmlformats.org/officeDocument/2006/relationships/image" Target="../media/image571.png"/><Relationship Id="rId43" Type="http://schemas.openxmlformats.org/officeDocument/2006/relationships/customXml" Target="../ink/ink575.xml"/><Relationship Id="rId64" Type="http://schemas.openxmlformats.org/officeDocument/2006/relationships/image" Target="../media/image592.png"/><Relationship Id="rId118" Type="http://schemas.openxmlformats.org/officeDocument/2006/relationships/image" Target="../media/image619.png"/><Relationship Id="rId139" Type="http://schemas.openxmlformats.org/officeDocument/2006/relationships/customXml" Target="../ink/ink623.xml"/><Relationship Id="rId85" Type="http://schemas.openxmlformats.org/officeDocument/2006/relationships/customXml" Target="../ink/ink596.xml"/><Relationship Id="rId150" Type="http://schemas.openxmlformats.org/officeDocument/2006/relationships/image" Target="../media/image635.png"/><Relationship Id="rId171" Type="http://schemas.openxmlformats.org/officeDocument/2006/relationships/customXml" Target="../ink/ink639.xml"/><Relationship Id="rId192" Type="http://schemas.openxmlformats.org/officeDocument/2006/relationships/image" Target="../media/image656.png"/><Relationship Id="rId206" Type="http://schemas.openxmlformats.org/officeDocument/2006/relationships/image" Target="../media/image663.png"/><Relationship Id="rId227" Type="http://schemas.openxmlformats.org/officeDocument/2006/relationships/customXml" Target="../ink/ink667.xml"/><Relationship Id="rId248" Type="http://schemas.openxmlformats.org/officeDocument/2006/relationships/image" Target="../media/image684.png"/><Relationship Id="rId269" Type="http://schemas.openxmlformats.org/officeDocument/2006/relationships/customXml" Target="../ink/ink688.xml"/><Relationship Id="rId12" Type="http://schemas.openxmlformats.org/officeDocument/2006/relationships/image" Target="../media/image566.png"/><Relationship Id="rId33" Type="http://schemas.openxmlformats.org/officeDocument/2006/relationships/customXml" Target="../ink/ink570.xml"/><Relationship Id="rId108" Type="http://schemas.openxmlformats.org/officeDocument/2006/relationships/image" Target="../media/image614.png"/><Relationship Id="rId129" Type="http://schemas.openxmlformats.org/officeDocument/2006/relationships/customXml" Target="../ink/ink618.xml"/><Relationship Id="rId280" Type="http://schemas.openxmlformats.org/officeDocument/2006/relationships/image" Target="../media/image700.png"/><Relationship Id="rId54" Type="http://schemas.openxmlformats.org/officeDocument/2006/relationships/image" Target="../media/image587.png"/><Relationship Id="rId75" Type="http://schemas.openxmlformats.org/officeDocument/2006/relationships/customXml" Target="../ink/ink591.xml"/><Relationship Id="rId96" Type="http://schemas.openxmlformats.org/officeDocument/2006/relationships/image" Target="../media/image608.png"/><Relationship Id="rId140" Type="http://schemas.openxmlformats.org/officeDocument/2006/relationships/image" Target="../media/image630.png"/><Relationship Id="rId161" Type="http://schemas.openxmlformats.org/officeDocument/2006/relationships/customXml" Target="../ink/ink634.xml"/><Relationship Id="rId182" Type="http://schemas.openxmlformats.org/officeDocument/2006/relationships/image" Target="../media/image651.png"/><Relationship Id="rId217" Type="http://schemas.openxmlformats.org/officeDocument/2006/relationships/customXml" Target="../ink/ink662.xml"/><Relationship Id="rId6" Type="http://schemas.openxmlformats.org/officeDocument/2006/relationships/image" Target="../media/image563.png"/><Relationship Id="rId238" Type="http://schemas.openxmlformats.org/officeDocument/2006/relationships/image" Target="../media/image679.png"/><Relationship Id="rId259" Type="http://schemas.openxmlformats.org/officeDocument/2006/relationships/customXml" Target="../ink/ink683.xml"/><Relationship Id="rId23" Type="http://schemas.openxmlformats.org/officeDocument/2006/relationships/customXml" Target="../ink/ink565.xml"/><Relationship Id="rId119" Type="http://schemas.openxmlformats.org/officeDocument/2006/relationships/customXml" Target="../ink/ink613.xml"/><Relationship Id="rId270" Type="http://schemas.openxmlformats.org/officeDocument/2006/relationships/image" Target="../media/image695.png"/><Relationship Id="rId44" Type="http://schemas.openxmlformats.org/officeDocument/2006/relationships/image" Target="../media/image582.png"/><Relationship Id="rId65" Type="http://schemas.openxmlformats.org/officeDocument/2006/relationships/customXml" Target="../ink/ink586.xml"/><Relationship Id="rId86" Type="http://schemas.openxmlformats.org/officeDocument/2006/relationships/image" Target="../media/image603.png"/><Relationship Id="rId130" Type="http://schemas.openxmlformats.org/officeDocument/2006/relationships/image" Target="../media/image625.png"/><Relationship Id="rId151" Type="http://schemas.openxmlformats.org/officeDocument/2006/relationships/customXml" Target="../ink/ink629.xml"/><Relationship Id="rId172" Type="http://schemas.openxmlformats.org/officeDocument/2006/relationships/image" Target="../media/image646.png"/><Relationship Id="rId193" Type="http://schemas.openxmlformats.org/officeDocument/2006/relationships/customXml" Target="../ink/ink650.xml"/><Relationship Id="rId207" Type="http://schemas.openxmlformats.org/officeDocument/2006/relationships/customXml" Target="../ink/ink657.xml"/><Relationship Id="rId228" Type="http://schemas.openxmlformats.org/officeDocument/2006/relationships/image" Target="../media/image674.png"/><Relationship Id="rId249" Type="http://schemas.openxmlformats.org/officeDocument/2006/relationships/customXml" Target="../ink/ink678.xml"/><Relationship Id="rId13" Type="http://schemas.openxmlformats.org/officeDocument/2006/relationships/customXml" Target="../ink/ink560.xml"/><Relationship Id="rId109" Type="http://schemas.openxmlformats.org/officeDocument/2006/relationships/customXml" Target="../ink/ink608.xml"/><Relationship Id="rId260" Type="http://schemas.openxmlformats.org/officeDocument/2006/relationships/image" Target="../media/image690.png"/><Relationship Id="rId281" Type="http://schemas.openxmlformats.org/officeDocument/2006/relationships/customXml" Target="../ink/ink694.xml"/><Relationship Id="rId34" Type="http://schemas.openxmlformats.org/officeDocument/2006/relationships/image" Target="../media/image577.png"/><Relationship Id="rId55" Type="http://schemas.openxmlformats.org/officeDocument/2006/relationships/customXml" Target="../ink/ink581.xml"/><Relationship Id="rId76" Type="http://schemas.openxmlformats.org/officeDocument/2006/relationships/image" Target="../media/image598.png"/><Relationship Id="rId97" Type="http://schemas.openxmlformats.org/officeDocument/2006/relationships/customXml" Target="../ink/ink602.xml"/><Relationship Id="rId120" Type="http://schemas.openxmlformats.org/officeDocument/2006/relationships/image" Target="../media/image620.png"/><Relationship Id="rId141" Type="http://schemas.openxmlformats.org/officeDocument/2006/relationships/customXml" Target="../ink/ink624.xml"/><Relationship Id="rId7" Type="http://schemas.openxmlformats.org/officeDocument/2006/relationships/customXml" Target="../ink/ink557.xml"/><Relationship Id="rId162" Type="http://schemas.openxmlformats.org/officeDocument/2006/relationships/image" Target="../media/image641.png"/><Relationship Id="rId183" Type="http://schemas.openxmlformats.org/officeDocument/2006/relationships/customXml" Target="../ink/ink645.xml"/><Relationship Id="rId218" Type="http://schemas.openxmlformats.org/officeDocument/2006/relationships/image" Target="../media/image669.png"/><Relationship Id="rId239" Type="http://schemas.openxmlformats.org/officeDocument/2006/relationships/customXml" Target="../ink/ink673.xml"/><Relationship Id="rId250" Type="http://schemas.openxmlformats.org/officeDocument/2006/relationships/image" Target="../media/image685.png"/><Relationship Id="rId271" Type="http://schemas.openxmlformats.org/officeDocument/2006/relationships/customXml" Target="../ink/ink689.xml"/><Relationship Id="rId24" Type="http://schemas.openxmlformats.org/officeDocument/2006/relationships/image" Target="../media/image572.png"/><Relationship Id="rId45" Type="http://schemas.openxmlformats.org/officeDocument/2006/relationships/customXml" Target="../ink/ink576.xml"/><Relationship Id="rId66" Type="http://schemas.openxmlformats.org/officeDocument/2006/relationships/image" Target="../media/image593.png"/><Relationship Id="rId87" Type="http://schemas.openxmlformats.org/officeDocument/2006/relationships/customXml" Target="../ink/ink597.xml"/><Relationship Id="rId110" Type="http://schemas.openxmlformats.org/officeDocument/2006/relationships/image" Target="../media/image615.png"/><Relationship Id="rId131" Type="http://schemas.openxmlformats.org/officeDocument/2006/relationships/customXml" Target="../ink/ink619.xml"/><Relationship Id="rId152" Type="http://schemas.openxmlformats.org/officeDocument/2006/relationships/image" Target="../media/image636.png"/><Relationship Id="rId173" Type="http://schemas.openxmlformats.org/officeDocument/2006/relationships/customXml" Target="../ink/ink640.xml"/><Relationship Id="rId194" Type="http://schemas.openxmlformats.org/officeDocument/2006/relationships/image" Target="../media/image657.png"/><Relationship Id="rId208" Type="http://schemas.openxmlformats.org/officeDocument/2006/relationships/image" Target="../media/image664.png"/><Relationship Id="rId229" Type="http://schemas.openxmlformats.org/officeDocument/2006/relationships/customXml" Target="../ink/ink668.xml"/><Relationship Id="rId240" Type="http://schemas.openxmlformats.org/officeDocument/2006/relationships/image" Target="../media/image680.png"/><Relationship Id="rId261" Type="http://schemas.openxmlformats.org/officeDocument/2006/relationships/customXml" Target="../ink/ink684.xml"/><Relationship Id="rId14" Type="http://schemas.openxmlformats.org/officeDocument/2006/relationships/image" Target="../media/image567.png"/><Relationship Id="rId35" Type="http://schemas.openxmlformats.org/officeDocument/2006/relationships/customXml" Target="../ink/ink571.xml"/><Relationship Id="rId56" Type="http://schemas.openxmlformats.org/officeDocument/2006/relationships/image" Target="../media/image588.png"/><Relationship Id="rId77" Type="http://schemas.openxmlformats.org/officeDocument/2006/relationships/customXml" Target="../ink/ink592.xml"/><Relationship Id="rId100" Type="http://schemas.openxmlformats.org/officeDocument/2006/relationships/image" Target="../media/image610.png"/><Relationship Id="rId282" Type="http://schemas.openxmlformats.org/officeDocument/2006/relationships/image" Target="../media/image701.png"/><Relationship Id="rId8" Type="http://schemas.openxmlformats.org/officeDocument/2006/relationships/image" Target="../media/image564.png"/><Relationship Id="rId98" Type="http://schemas.openxmlformats.org/officeDocument/2006/relationships/image" Target="../media/image609.png"/><Relationship Id="rId121" Type="http://schemas.openxmlformats.org/officeDocument/2006/relationships/customXml" Target="../ink/ink614.xml"/><Relationship Id="rId142" Type="http://schemas.openxmlformats.org/officeDocument/2006/relationships/image" Target="../media/image631.png"/><Relationship Id="rId163" Type="http://schemas.openxmlformats.org/officeDocument/2006/relationships/customXml" Target="../ink/ink635.xml"/><Relationship Id="rId184" Type="http://schemas.openxmlformats.org/officeDocument/2006/relationships/image" Target="../media/image652.png"/><Relationship Id="rId219" Type="http://schemas.openxmlformats.org/officeDocument/2006/relationships/customXml" Target="../ink/ink663.xml"/><Relationship Id="rId230" Type="http://schemas.openxmlformats.org/officeDocument/2006/relationships/image" Target="../media/image675.png"/><Relationship Id="rId251" Type="http://schemas.openxmlformats.org/officeDocument/2006/relationships/customXml" Target="../ink/ink679.xml"/><Relationship Id="rId25" Type="http://schemas.openxmlformats.org/officeDocument/2006/relationships/customXml" Target="../ink/ink566.xml"/><Relationship Id="rId46" Type="http://schemas.openxmlformats.org/officeDocument/2006/relationships/image" Target="../media/image583.png"/><Relationship Id="rId67" Type="http://schemas.openxmlformats.org/officeDocument/2006/relationships/customXml" Target="../ink/ink587.xml"/><Relationship Id="rId272" Type="http://schemas.openxmlformats.org/officeDocument/2006/relationships/image" Target="../media/image696.png"/><Relationship Id="rId88" Type="http://schemas.openxmlformats.org/officeDocument/2006/relationships/image" Target="../media/image604.png"/><Relationship Id="rId111" Type="http://schemas.openxmlformats.org/officeDocument/2006/relationships/customXml" Target="../ink/ink609.xml"/><Relationship Id="rId132" Type="http://schemas.openxmlformats.org/officeDocument/2006/relationships/image" Target="../media/image626.png"/><Relationship Id="rId153" Type="http://schemas.openxmlformats.org/officeDocument/2006/relationships/customXml" Target="../ink/ink630.xml"/><Relationship Id="rId174" Type="http://schemas.openxmlformats.org/officeDocument/2006/relationships/image" Target="../media/image647.png"/><Relationship Id="rId195" Type="http://schemas.openxmlformats.org/officeDocument/2006/relationships/customXml" Target="../ink/ink651.xml"/><Relationship Id="rId209" Type="http://schemas.openxmlformats.org/officeDocument/2006/relationships/customXml" Target="../ink/ink658.xml"/><Relationship Id="rId220" Type="http://schemas.openxmlformats.org/officeDocument/2006/relationships/image" Target="../media/image670.png"/><Relationship Id="rId241" Type="http://schemas.openxmlformats.org/officeDocument/2006/relationships/customXml" Target="../ink/ink674.xml"/><Relationship Id="rId15" Type="http://schemas.openxmlformats.org/officeDocument/2006/relationships/customXml" Target="../ink/ink561.xml"/><Relationship Id="rId36" Type="http://schemas.openxmlformats.org/officeDocument/2006/relationships/image" Target="../media/image578.png"/><Relationship Id="rId57" Type="http://schemas.openxmlformats.org/officeDocument/2006/relationships/customXml" Target="../ink/ink582.xml"/><Relationship Id="rId262" Type="http://schemas.openxmlformats.org/officeDocument/2006/relationships/image" Target="../media/image691.png"/><Relationship Id="rId78" Type="http://schemas.openxmlformats.org/officeDocument/2006/relationships/image" Target="../media/image599.png"/><Relationship Id="rId99" Type="http://schemas.openxmlformats.org/officeDocument/2006/relationships/customXml" Target="../ink/ink603.xml"/><Relationship Id="rId101" Type="http://schemas.openxmlformats.org/officeDocument/2006/relationships/customXml" Target="../ink/ink604.xml"/><Relationship Id="rId122" Type="http://schemas.openxmlformats.org/officeDocument/2006/relationships/image" Target="../media/image621.png"/><Relationship Id="rId143" Type="http://schemas.openxmlformats.org/officeDocument/2006/relationships/customXml" Target="../ink/ink625.xml"/><Relationship Id="rId164" Type="http://schemas.openxmlformats.org/officeDocument/2006/relationships/image" Target="../media/image642.png"/><Relationship Id="rId185" Type="http://schemas.openxmlformats.org/officeDocument/2006/relationships/customXml" Target="../ink/ink646.xml"/><Relationship Id="rId9" Type="http://schemas.openxmlformats.org/officeDocument/2006/relationships/customXml" Target="../ink/ink558.xml"/><Relationship Id="rId210" Type="http://schemas.openxmlformats.org/officeDocument/2006/relationships/image" Target="../media/image665.png"/><Relationship Id="rId26" Type="http://schemas.openxmlformats.org/officeDocument/2006/relationships/image" Target="../media/image573.png"/><Relationship Id="rId231" Type="http://schemas.openxmlformats.org/officeDocument/2006/relationships/customXml" Target="../ink/ink669.xml"/><Relationship Id="rId252" Type="http://schemas.openxmlformats.org/officeDocument/2006/relationships/image" Target="../media/image686.png"/><Relationship Id="rId273" Type="http://schemas.openxmlformats.org/officeDocument/2006/relationships/customXml" Target="../ink/ink690.xml"/><Relationship Id="rId47" Type="http://schemas.openxmlformats.org/officeDocument/2006/relationships/customXml" Target="../ink/ink577.xml"/><Relationship Id="rId68" Type="http://schemas.openxmlformats.org/officeDocument/2006/relationships/image" Target="../media/image594.png"/><Relationship Id="rId89" Type="http://schemas.openxmlformats.org/officeDocument/2006/relationships/customXml" Target="../ink/ink598.xml"/><Relationship Id="rId112" Type="http://schemas.openxmlformats.org/officeDocument/2006/relationships/image" Target="../media/image616.png"/><Relationship Id="rId133" Type="http://schemas.openxmlformats.org/officeDocument/2006/relationships/customXml" Target="../ink/ink620.xml"/><Relationship Id="rId154" Type="http://schemas.openxmlformats.org/officeDocument/2006/relationships/image" Target="../media/image637.png"/><Relationship Id="rId175" Type="http://schemas.openxmlformats.org/officeDocument/2006/relationships/customXml" Target="../ink/ink641.xml"/><Relationship Id="rId196" Type="http://schemas.openxmlformats.org/officeDocument/2006/relationships/image" Target="../media/image658.png"/><Relationship Id="rId200" Type="http://schemas.openxmlformats.org/officeDocument/2006/relationships/image" Target="../media/image660.png"/><Relationship Id="rId16" Type="http://schemas.openxmlformats.org/officeDocument/2006/relationships/image" Target="../media/image568.png"/><Relationship Id="rId221" Type="http://schemas.openxmlformats.org/officeDocument/2006/relationships/customXml" Target="../ink/ink664.xml"/><Relationship Id="rId242" Type="http://schemas.openxmlformats.org/officeDocument/2006/relationships/image" Target="../media/image681.png"/><Relationship Id="rId263" Type="http://schemas.openxmlformats.org/officeDocument/2006/relationships/customXml" Target="../ink/ink685.xml"/><Relationship Id="rId37" Type="http://schemas.openxmlformats.org/officeDocument/2006/relationships/customXml" Target="../ink/ink572.xml"/><Relationship Id="rId58" Type="http://schemas.openxmlformats.org/officeDocument/2006/relationships/image" Target="../media/image589.png"/><Relationship Id="rId79" Type="http://schemas.openxmlformats.org/officeDocument/2006/relationships/customXml" Target="../ink/ink593.xml"/><Relationship Id="rId102" Type="http://schemas.openxmlformats.org/officeDocument/2006/relationships/image" Target="../media/image611.png"/><Relationship Id="rId123" Type="http://schemas.openxmlformats.org/officeDocument/2006/relationships/customXml" Target="../ink/ink615.xml"/><Relationship Id="rId144" Type="http://schemas.openxmlformats.org/officeDocument/2006/relationships/image" Target="../media/image632.png"/><Relationship Id="rId90" Type="http://schemas.openxmlformats.org/officeDocument/2006/relationships/image" Target="../media/image605.png"/><Relationship Id="rId165" Type="http://schemas.openxmlformats.org/officeDocument/2006/relationships/customXml" Target="../ink/ink636.xml"/><Relationship Id="rId186" Type="http://schemas.openxmlformats.org/officeDocument/2006/relationships/image" Target="../media/image653.png"/><Relationship Id="rId211" Type="http://schemas.openxmlformats.org/officeDocument/2006/relationships/customXml" Target="../ink/ink659.xml"/><Relationship Id="rId232" Type="http://schemas.openxmlformats.org/officeDocument/2006/relationships/image" Target="../media/image676.png"/><Relationship Id="rId253" Type="http://schemas.openxmlformats.org/officeDocument/2006/relationships/customXml" Target="../ink/ink680.xml"/><Relationship Id="rId274" Type="http://schemas.openxmlformats.org/officeDocument/2006/relationships/image" Target="../media/image697.png"/><Relationship Id="rId27" Type="http://schemas.openxmlformats.org/officeDocument/2006/relationships/customXml" Target="../ink/ink567.xml"/><Relationship Id="rId48" Type="http://schemas.openxmlformats.org/officeDocument/2006/relationships/image" Target="../media/image584.png"/><Relationship Id="rId69" Type="http://schemas.openxmlformats.org/officeDocument/2006/relationships/customXml" Target="../ink/ink588.xml"/><Relationship Id="rId113" Type="http://schemas.openxmlformats.org/officeDocument/2006/relationships/customXml" Target="../ink/ink610.xml"/><Relationship Id="rId134" Type="http://schemas.openxmlformats.org/officeDocument/2006/relationships/image" Target="../media/image627.png"/><Relationship Id="rId80" Type="http://schemas.openxmlformats.org/officeDocument/2006/relationships/image" Target="../media/image600.png"/><Relationship Id="rId155" Type="http://schemas.openxmlformats.org/officeDocument/2006/relationships/customXml" Target="../ink/ink631.xml"/><Relationship Id="rId176" Type="http://schemas.openxmlformats.org/officeDocument/2006/relationships/image" Target="../media/image648.png"/><Relationship Id="rId197" Type="http://schemas.openxmlformats.org/officeDocument/2006/relationships/customXml" Target="../ink/ink652.xml"/><Relationship Id="rId201" Type="http://schemas.openxmlformats.org/officeDocument/2006/relationships/customXml" Target="../ink/ink654.xml"/><Relationship Id="rId222" Type="http://schemas.openxmlformats.org/officeDocument/2006/relationships/image" Target="../media/image671.png"/><Relationship Id="rId243" Type="http://schemas.openxmlformats.org/officeDocument/2006/relationships/customXml" Target="../ink/ink675.xml"/><Relationship Id="rId264" Type="http://schemas.openxmlformats.org/officeDocument/2006/relationships/image" Target="../media/image692.png"/><Relationship Id="rId17" Type="http://schemas.openxmlformats.org/officeDocument/2006/relationships/customXml" Target="../ink/ink562.xml"/><Relationship Id="rId38" Type="http://schemas.openxmlformats.org/officeDocument/2006/relationships/image" Target="../media/image579.png"/><Relationship Id="rId59" Type="http://schemas.openxmlformats.org/officeDocument/2006/relationships/customXml" Target="../ink/ink583.xml"/><Relationship Id="rId103" Type="http://schemas.openxmlformats.org/officeDocument/2006/relationships/customXml" Target="../ink/ink605.xml"/><Relationship Id="rId124" Type="http://schemas.openxmlformats.org/officeDocument/2006/relationships/image" Target="../media/image622.png"/><Relationship Id="rId70" Type="http://schemas.openxmlformats.org/officeDocument/2006/relationships/image" Target="../media/image595.png"/><Relationship Id="rId91" Type="http://schemas.openxmlformats.org/officeDocument/2006/relationships/customXml" Target="../ink/ink599.xml"/><Relationship Id="rId145" Type="http://schemas.openxmlformats.org/officeDocument/2006/relationships/customXml" Target="../ink/ink626.xml"/><Relationship Id="rId166" Type="http://schemas.openxmlformats.org/officeDocument/2006/relationships/image" Target="../media/image643.png"/><Relationship Id="rId187" Type="http://schemas.openxmlformats.org/officeDocument/2006/relationships/customXml" Target="../ink/ink647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666.png"/><Relationship Id="rId233" Type="http://schemas.openxmlformats.org/officeDocument/2006/relationships/customXml" Target="../ink/ink670.xml"/><Relationship Id="rId254" Type="http://schemas.openxmlformats.org/officeDocument/2006/relationships/image" Target="../media/image687.png"/><Relationship Id="rId28" Type="http://schemas.openxmlformats.org/officeDocument/2006/relationships/image" Target="../media/image574.png"/><Relationship Id="rId49" Type="http://schemas.openxmlformats.org/officeDocument/2006/relationships/customXml" Target="../ink/ink578.xml"/><Relationship Id="rId114" Type="http://schemas.openxmlformats.org/officeDocument/2006/relationships/image" Target="../media/image617.png"/><Relationship Id="rId275" Type="http://schemas.openxmlformats.org/officeDocument/2006/relationships/customXml" Target="../ink/ink691.xml"/><Relationship Id="rId60" Type="http://schemas.openxmlformats.org/officeDocument/2006/relationships/image" Target="../media/image590.png"/><Relationship Id="rId81" Type="http://schemas.openxmlformats.org/officeDocument/2006/relationships/customXml" Target="../ink/ink594.xml"/><Relationship Id="rId135" Type="http://schemas.openxmlformats.org/officeDocument/2006/relationships/customXml" Target="../ink/ink621.xml"/><Relationship Id="rId156" Type="http://schemas.openxmlformats.org/officeDocument/2006/relationships/image" Target="../media/image638.png"/><Relationship Id="rId177" Type="http://schemas.openxmlformats.org/officeDocument/2006/relationships/customXml" Target="../ink/ink642.xml"/><Relationship Id="rId198" Type="http://schemas.openxmlformats.org/officeDocument/2006/relationships/image" Target="../media/image659.png"/><Relationship Id="rId202" Type="http://schemas.openxmlformats.org/officeDocument/2006/relationships/image" Target="../media/image661.png"/><Relationship Id="rId223" Type="http://schemas.openxmlformats.org/officeDocument/2006/relationships/customXml" Target="../ink/ink665.xml"/><Relationship Id="rId244" Type="http://schemas.openxmlformats.org/officeDocument/2006/relationships/image" Target="../media/image682.png"/><Relationship Id="rId18" Type="http://schemas.openxmlformats.org/officeDocument/2006/relationships/image" Target="../media/image569.png"/><Relationship Id="rId39" Type="http://schemas.openxmlformats.org/officeDocument/2006/relationships/customXml" Target="../ink/ink573.xml"/><Relationship Id="rId265" Type="http://schemas.openxmlformats.org/officeDocument/2006/relationships/customXml" Target="../ink/ink686.xml"/><Relationship Id="rId50" Type="http://schemas.openxmlformats.org/officeDocument/2006/relationships/image" Target="../media/image585.png"/><Relationship Id="rId104" Type="http://schemas.openxmlformats.org/officeDocument/2006/relationships/image" Target="../media/image612.png"/><Relationship Id="rId125" Type="http://schemas.openxmlformats.org/officeDocument/2006/relationships/customXml" Target="../ink/ink616.xml"/><Relationship Id="rId146" Type="http://schemas.openxmlformats.org/officeDocument/2006/relationships/image" Target="../media/image633.png"/><Relationship Id="rId167" Type="http://schemas.openxmlformats.org/officeDocument/2006/relationships/customXml" Target="../ink/ink637.xml"/><Relationship Id="rId188" Type="http://schemas.openxmlformats.org/officeDocument/2006/relationships/image" Target="../media/image654.png"/><Relationship Id="rId71" Type="http://schemas.openxmlformats.org/officeDocument/2006/relationships/customXml" Target="../ink/ink589.xml"/><Relationship Id="rId92" Type="http://schemas.openxmlformats.org/officeDocument/2006/relationships/image" Target="../media/image606.png"/><Relationship Id="rId213" Type="http://schemas.openxmlformats.org/officeDocument/2006/relationships/customXml" Target="../ink/ink660.xml"/><Relationship Id="rId234" Type="http://schemas.openxmlformats.org/officeDocument/2006/relationships/image" Target="../media/image677.png"/><Relationship Id="rId2" Type="http://schemas.openxmlformats.org/officeDocument/2006/relationships/notesSlide" Target="../notesSlides/notesSlide7.xml"/><Relationship Id="rId29" Type="http://schemas.openxmlformats.org/officeDocument/2006/relationships/customXml" Target="../ink/ink568.xml"/><Relationship Id="rId255" Type="http://schemas.openxmlformats.org/officeDocument/2006/relationships/customXml" Target="../ink/ink681.xml"/><Relationship Id="rId276" Type="http://schemas.openxmlformats.org/officeDocument/2006/relationships/image" Target="../media/image698.png"/><Relationship Id="rId40" Type="http://schemas.openxmlformats.org/officeDocument/2006/relationships/image" Target="../media/image580.png"/><Relationship Id="rId115" Type="http://schemas.openxmlformats.org/officeDocument/2006/relationships/customXml" Target="../ink/ink611.xml"/><Relationship Id="rId136" Type="http://schemas.openxmlformats.org/officeDocument/2006/relationships/image" Target="../media/image628.png"/><Relationship Id="rId157" Type="http://schemas.openxmlformats.org/officeDocument/2006/relationships/customXml" Target="../ink/ink632.xml"/><Relationship Id="rId178" Type="http://schemas.openxmlformats.org/officeDocument/2006/relationships/image" Target="../media/image649.png"/><Relationship Id="rId61" Type="http://schemas.openxmlformats.org/officeDocument/2006/relationships/customXml" Target="../ink/ink584.xml"/><Relationship Id="rId82" Type="http://schemas.openxmlformats.org/officeDocument/2006/relationships/image" Target="../media/image601.png"/><Relationship Id="rId199" Type="http://schemas.openxmlformats.org/officeDocument/2006/relationships/customXml" Target="../ink/ink653.xml"/><Relationship Id="rId203" Type="http://schemas.openxmlformats.org/officeDocument/2006/relationships/customXml" Target="../ink/ink655.xml"/><Relationship Id="rId19" Type="http://schemas.openxmlformats.org/officeDocument/2006/relationships/customXml" Target="../ink/ink563.xml"/><Relationship Id="rId224" Type="http://schemas.openxmlformats.org/officeDocument/2006/relationships/image" Target="../media/image672.png"/><Relationship Id="rId245" Type="http://schemas.openxmlformats.org/officeDocument/2006/relationships/customXml" Target="../ink/ink676.xml"/><Relationship Id="rId266" Type="http://schemas.openxmlformats.org/officeDocument/2006/relationships/image" Target="../media/image693.png"/><Relationship Id="rId30" Type="http://schemas.openxmlformats.org/officeDocument/2006/relationships/image" Target="../media/image575.png"/><Relationship Id="rId105" Type="http://schemas.openxmlformats.org/officeDocument/2006/relationships/customXml" Target="../ink/ink606.xml"/><Relationship Id="rId126" Type="http://schemas.openxmlformats.org/officeDocument/2006/relationships/image" Target="../media/image623.png"/><Relationship Id="rId147" Type="http://schemas.openxmlformats.org/officeDocument/2006/relationships/customXml" Target="../ink/ink627.xml"/><Relationship Id="rId168" Type="http://schemas.openxmlformats.org/officeDocument/2006/relationships/image" Target="../media/image644.png"/><Relationship Id="rId51" Type="http://schemas.openxmlformats.org/officeDocument/2006/relationships/customXml" Target="../ink/ink579.xml"/><Relationship Id="rId72" Type="http://schemas.openxmlformats.org/officeDocument/2006/relationships/image" Target="../media/image596.png"/><Relationship Id="rId93" Type="http://schemas.openxmlformats.org/officeDocument/2006/relationships/customXml" Target="../ink/ink600.xml"/><Relationship Id="rId189" Type="http://schemas.openxmlformats.org/officeDocument/2006/relationships/customXml" Target="../ink/ink648.xml"/><Relationship Id="rId3" Type="http://schemas.openxmlformats.org/officeDocument/2006/relationships/image" Target="../media/image561.svg"/><Relationship Id="rId214" Type="http://schemas.openxmlformats.org/officeDocument/2006/relationships/image" Target="../media/image667.png"/><Relationship Id="rId235" Type="http://schemas.openxmlformats.org/officeDocument/2006/relationships/customXml" Target="../ink/ink671.xml"/><Relationship Id="rId256" Type="http://schemas.openxmlformats.org/officeDocument/2006/relationships/image" Target="../media/image688.png"/><Relationship Id="rId277" Type="http://schemas.openxmlformats.org/officeDocument/2006/relationships/customXml" Target="../ink/ink692.xml"/><Relationship Id="rId116" Type="http://schemas.openxmlformats.org/officeDocument/2006/relationships/image" Target="../media/image618.png"/><Relationship Id="rId137" Type="http://schemas.openxmlformats.org/officeDocument/2006/relationships/customXml" Target="../ink/ink622.xml"/><Relationship Id="rId158" Type="http://schemas.openxmlformats.org/officeDocument/2006/relationships/image" Target="../media/image639.png"/><Relationship Id="rId20" Type="http://schemas.openxmlformats.org/officeDocument/2006/relationships/image" Target="../media/image570.png"/><Relationship Id="rId41" Type="http://schemas.openxmlformats.org/officeDocument/2006/relationships/customXml" Target="../ink/ink574.xml"/><Relationship Id="rId62" Type="http://schemas.openxmlformats.org/officeDocument/2006/relationships/image" Target="../media/image591.png"/><Relationship Id="rId83" Type="http://schemas.openxmlformats.org/officeDocument/2006/relationships/customXml" Target="../ink/ink595.xml"/><Relationship Id="rId179" Type="http://schemas.openxmlformats.org/officeDocument/2006/relationships/customXml" Target="../ink/ink643.xml"/><Relationship Id="rId190" Type="http://schemas.openxmlformats.org/officeDocument/2006/relationships/image" Target="../media/image655.png"/><Relationship Id="rId204" Type="http://schemas.openxmlformats.org/officeDocument/2006/relationships/image" Target="../media/image662.png"/><Relationship Id="rId225" Type="http://schemas.openxmlformats.org/officeDocument/2006/relationships/customXml" Target="../ink/ink666.xml"/><Relationship Id="rId246" Type="http://schemas.openxmlformats.org/officeDocument/2006/relationships/image" Target="../media/image683.png"/><Relationship Id="rId267" Type="http://schemas.openxmlformats.org/officeDocument/2006/relationships/customXml" Target="../ink/ink687.xml"/><Relationship Id="rId106" Type="http://schemas.openxmlformats.org/officeDocument/2006/relationships/image" Target="../media/image613.png"/><Relationship Id="rId127" Type="http://schemas.openxmlformats.org/officeDocument/2006/relationships/customXml" Target="../ink/ink617.xml"/><Relationship Id="rId10" Type="http://schemas.openxmlformats.org/officeDocument/2006/relationships/image" Target="../media/image565.png"/><Relationship Id="rId31" Type="http://schemas.openxmlformats.org/officeDocument/2006/relationships/customXml" Target="../ink/ink569.xml"/><Relationship Id="rId52" Type="http://schemas.openxmlformats.org/officeDocument/2006/relationships/image" Target="../media/image586.png"/><Relationship Id="rId73" Type="http://schemas.openxmlformats.org/officeDocument/2006/relationships/customXml" Target="../ink/ink590.xml"/><Relationship Id="rId94" Type="http://schemas.openxmlformats.org/officeDocument/2006/relationships/image" Target="../media/image607.png"/><Relationship Id="rId148" Type="http://schemas.openxmlformats.org/officeDocument/2006/relationships/image" Target="../media/image634.png"/><Relationship Id="rId169" Type="http://schemas.openxmlformats.org/officeDocument/2006/relationships/customXml" Target="../ink/ink638.xml"/><Relationship Id="rId4" Type="http://schemas.openxmlformats.org/officeDocument/2006/relationships/image" Target="../media/image562.svg"/><Relationship Id="rId180" Type="http://schemas.openxmlformats.org/officeDocument/2006/relationships/image" Target="../media/image650.png"/><Relationship Id="rId215" Type="http://schemas.openxmlformats.org/officeDocument/2006/relationships/customXml" Target="../ink/ink661.xml"/><Relationship Id="rId236" Type="http://schemas.openxmlformats.org/officeDocument/2006/relationships/image" Target="../media/image678.png"/><Relationship Id="rId257" Type="http://schemas.openxmlformats.org/officeDocument/2006/relationships/customXml" Target="../ink/ink682.xml"/><Relationship Id="rId278" Type="http://schemas.openxmlformats.org/officeDocument/2006/relationships/image" Target="../media/image699.png"/><Relationship Id="rId42" Type="http://schemas.openxmlformats.org/officeDocument/2006/relationships/image" Target="../media/image581.png"/><Relationship Id="rId84" Type="http://schemas.openxmlformats.org/officeDocument/2006/relationships/image" Target="../media/image602.png"/><Relationship Id="rId138" Type="http://schemas.openxmlformats.org/officeDocument/2006/relationships/image" Target="../media/image629.png"/><Relationship Id="rId191" Type="http://schemas.openxmlformats.org/officeDocument/2006/relationships/customXml" Target="../ink/ink649.xml"/><Relationship Id="rId205" Type="http://schemas.openxmlformats.org/officeDocument/2006/relationships/customXml" Target="../ink/ink656.xml"/><Relationship Id="rId247" Type="http://schemas.openxmlformats.org/officeDocument/2006/relationships/customXml" Target="../ink/ink677.xml"/><Relationship Id="rId107" Type="http://schemas.openxmlformats.org/officeDocument/2006/relationships/customXml" Target="../ink/ink607.xml"/><Relationship Id="rId11" Type="http://schemas.openxmlformats.org/officeDocument/2006/relationships/customXml" Target="../ink/ink559.xml"/><Relationship Id="rId53" Type="http://schemas.openxmlformats.org/officeDocument/2006/relationships/customXml" Target="../ink/ink580.xml"/><Relationship Id="rId149" Type="http://schemas.openxmlformats.org/officeDocument/2006/relationships/customXml" Target="../ink/ink628.xml"/><Relationship Id="rId95" Type="http://schemas.openxmlformats.org/officeDocument/2006/relationships/customXml" Target="../ink/ink601.xml"/><Relationship Id="rId160" Type="http://schemas.openxmlformats.org/officeDocument/2006/relationships/image" Target="../media/image640.png"/><Relationship Id="rId216" Type="http://schemas.openxmlformats.org/officeDocument/2006/relationships/image" Target="../media/image668.png"/><Relationship Id="rId258" Type="http://schemas.openxmlformats.org/officeDocument/2006/relationships/image" Target="../media/image689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51.xml"/><Relationship Id="rId21" Type="http://schemas.openxmlformats.org/officeDocument/2006/relationships/customXml" Target="../ink/ink703.xml"/><Relationship Id="rId42" Type="http://schemas.openxmlformats.org/officeDocument/2006/relationships/image" Target="../media/image723.png"/><Relationship Id="rId63" Type="http://schemas.openxmlformats.org/officeDocument/2006/relationships/customXml" Target="../ink/ink724.xml"/><Relationship Id="rId84" Type="http://schemas.openxmlformats.org/officeDocument/2006/relationships/image" Target="../media/image744.png"/><Relationship Id="rId138" Type="http://schemas.openxmlformats.org/officeDocument/2006/relationships/image" Target="../media/image771.png"/><Relationship Id="rId159" Type="http://schemas.openxmlformats.org/officeDocument/2006/relationships/image" Target="../media/image781.png"/><Relationship Id="rId170" Type="http://schemas.openxmlformats.org/officeDocument/2006/relationships/customXml" Target="../ink/ink778.xml"/><Relationship Id="rId107" Type="http://schemas.openxmlformats.org/officeDocument/2006/relationships/customXml" Target="../ink/ink746.xml"/><Relationship Id="rId11" Type="http://schemas.openxmlformats.org/officeDocument/2006/relationships/customXml" Target="../ink/ink698.xml"/><Relationship Id="rId32" Type="http://schemas.openxmlformats.org/officeDocument/2006/relationships/image" Target="../media/image718.png"/><Relationship Id="rId53" Type="http://schemas.openxmlformats.org/officeDocument/2006/relationships/customXml" Target="../ink/ink719.xml"/><Relationship Id="rId74" Type="http://schemas.openxmlformats.org/officeDocument/2006/relationships/image" Target="../media/image739.png"/><Relationship Id="rId128" Type="http://schemas.openxmlformats.org/officeDocument/2006/relationships/image" Target="../media/image766.png"/><Relationship Id="rId149" Type="http://schemas.openxmlformats.org/officeDocument/2006/relationships/customXml" Target="../ink/ink767.xml"/><Relationship Id="rId5" Type="http://schemas.openxmlformats.org/officeDocument/2006/relationships/customXml" Target="../ink/ink695.xml"/><Relationship Id="rId95" Type="http://schemas.openxmlformats.org/officeDocument/2006/relationships/customXml" Target="../ink/ink740.xml"/><Relationship Id="rId160" Type="http://schemas.openxmlformats.org/officeDocument/2006/relationships/customXml" Target="../ink/ink773.xml"/><Relationship Id="rId22" Type="http://schemas.openxmlformats.org/officeDocument/2006/relationships/image" Target="../media/image713.png"/><Relationship Id="rId43" Type="http://schemas.openxmlformats.org/officeDocument/2006/relationships/customXml" Target="../ink/ink714.xml"/><Relationship Id="rId64" Type="http://schemas.openxmlformats.org/officeDocument/2006/relationships/image" Target="../media/image734.png"/><Relationship Id="rId118" Type="http://schemas.openxmlformats.org/officeDocument/2006/relationships/image" Target="../media/image761.png"/><Relationship Id="rId139" Type="http://schemas.openxmlformats.org/officeDocument/2006/relationships/customXml" Target="../ink/ink762.xml"/><Relationship Id="rId85" Type="http://schemas.openxmlformats.org/officeDocument/2006/relationships/customXml" Target="../ink/ink735.xml"/><Relationship Id="rId150" Type="http://schemas.openxmlformats.org/officeDocument/2006/relationships/customXml" Target="../ink/ink768.xml"/><Relationship Id="rId171" Type="http://schemas.openxmlformats.org/officeDocument/2006/relationships/image" Target="../media/image787.png"/><Relationship Id="rId12" Type="http://schemas.openxmlformats.org/officeDocument/2006/relationships/image" Target="../media/image708.png"/><Relationship Id="rId33" Type="http://schemas.openxmlformats.org/officeDocument/2006/relationships/customXml" Target="../ink/ink709.xml"/><Relationship Id="rId108" Type="http://schemas.openxmlformats.org/officeDocument/2006/relationships/image" Target="../media/image756.png"/><Relationship Id="rId129" Type="http://schemas.openxmlformats.org/officeDocument/2006/relationships/customXml" Target="../ink/ink757.xml"/><Relationship Id="rId54" Type="http://schemas.openxmlformats.org/officeDocument/2006/relationships/image" Target="../media/image729.png"/><Relationship Id="rId75" Type="http://schemas.openxmlformats.org/officeDocument/2006/relationships/customXml" Target="../ink/ink730.xml"/><Relationship Id="rId96" Type="http://schemas.openxmlformats.org/officeDocument/2006/relationships/image" Target="../media/image750.png"/><Relationship Id="rId140" Type="http://schemas.openxmlformats.org/officeDocument/2006/relationships/image" Target="../media/image772.png"/><Relationship Id="rId161" Type="http://schemas.openxmlformats.org/officeDocument/2006/relationships/image" Target="../media/image782.png"/><Relationship Id="rId6" Type="http://schemas.openxmlformats.org/officeDocument/2006/relationships/image" Target="../media/image705.png"/><Relationship Id="rId23" Type="http://schemas.openxmlformats.org/officeDocument/2006/relationships/customXml" Target="../ink/ink704.xml"/><Relationship Id="rId28" Type="http://schemas.openxmlformats.org/officeDocument/2006/relationships/image" Target="../media/image716.png"/><Relationship Id="rId49" Type="http://schemas.openxmlformats.org/officeDocument/2006/relationships/customXml" Target="../ink/ink717.xml"/><Relationship Id="rId114" Type="http://schemas.openxmlformats.org/officeDocument/2006/relationships/image" Target="../media/image759.png"/><Relationship Id="rId119" Type="http://schemas.openxmlformats.org/officeDocument/2006/relationships/customXml" Target="../ink/ink752.xml"/><Relationship Id="rId44" Type="http://schemas.openxmlformats.org/officeDocument/2006/relationships/image" Target="../media/image724.png"/><Relationship Id="rId60" Type="http://schemas.openxmlformats.org/officeDocument/2006/relationships/image" Target="../media/image732.png"/><Relationship Id="rId65" Type="http://schemas.openxmlformats.org/officeDocument/2006/relationships/customXml" Target="../ink/ink725.xml"/><Relationship Id="rId81" Type="http://schemas.openxmlformats.org/officeDocument/2006/relationships/customXml" Target="../ink/ink733.xml"/><Relationship Id="rId86" Type="http://schemas.openxmlformats.org/officeDocument/2006/relationships/image" Target="../media/image745.png"/><Relationship Id="rId130" Type="http://schemas.openxmlformats.org/officeDocument/2006/relationships/image" Target="../media/image767.png"/><Relationship Id="rId135" Type="http://schemas.openxmlformats.org/officeDocument/2006/relationships/customXml" Target="../ink/ink760.xml"/><Relationship Id="rId151" Type="http://schemas.openxmlformats.org/officeDocument/2006/relationships/image" Target="../media/image777.png"/><Relationship Id="rId156" Type="http://schemas.openxmlformats.org/officeDocument/2006/relationships/customXml" Target="../ink/ink771.xml"/><Relationship Id="rId177" Type="http://schemas.openxmlformats.org/officeDocument/2006/relationships/image" Target="../media/image790.png"/><Relationship Id="rId172" Type="http://schemas.openxmlformats.org/officeDocument/2006/relationships/customXml" Target="../ink/ink779.xml"/><Relationship Id="rId13" Type="http://schemas.openxmlformats.org/officeDocument/2006/relationships/customXml" Target="../ink/ink699.xml"/><Relationship Id="rId18" Type="http://schemas.openxmlformats.org/officeDocument/2006/relationships/image" Target="../media/image711.png"/><Relationship Id="rId39" Type="http://schemas.openxmlformats.org/officeDocument/2006/relationships/customXml" Target="../ink/ink712.xml"/><Relationship Id="rId109" Type="http://schemas.openxmlformats.org/officeDocument/2006/relationships/customXml" Target="../ink/ink747.xml"/><Relationship Id="rId34" Type="http://schemas.openxmlformats.org/officeDocument/2006/relationships/image" Target="../media/image719.png"/><Relationship Id="rId50" Type="http://schemas.openxmlformats.org/officeDocument/2006/relationships/image" Target="../media/image727.png"/><Relationship Id="rId55" Type="http://schemas.openxmlformats.org/officeDocument/2006/relationships/customXml" Target="../ink/ink720.xml"/><Relationship Id="rId76" Type="http://schemas.openxmlformats.org/officeDocument/2006/relationships/image" Target="../media/image740.png"/><Relationship Id="rId97" Type="http://schemas.openxmlformats.org/officeDocument/2006/relationships/customXml" Target="../ink/ink741.xml"/><Relationship Id="rId104" Type="http://schemas.openxmlformats.org/officeDocument/2006/relationships/image" Target="../media/image754.png"/><Relationship Id="rId120" Type="http://schemas.openxmlformats.org/officeDocument/2006/relationships/image" Target="../media/image762.png"/><Relationship Id="rId125" Type="http://schemas.openxmlformats.org/officeDocument/2006/relationships/customXml" Target="../ink/ink755.xml"/><Relationship Id="rId141" Type="http://schemas.openxmlformats.org/officeDocument/2006/relationships/customXml" Target="../ink/ink763.xml"/><Relationship Id="rId146" Type="http://schemas.openxmlformats.org/officeDocument/2006/relationships/image" Target="../media/image775.png"/><Relationship Id="rId167" Type="http://schemas.openxmlformats.org/officeDocument/2006/relationships/image" Target="../media/image785.png"/><Relationship Id="rId7" Type="http://schemas.openxmlformats.org/officeDocument/2006/relationships/customXml" Target="../ink/ink696.xml"/><Relationship Id="rId71" Type="http://schemas.openxmlformats.org/officeDocument/2006/relationships/customXml" Target="../ink/ink728.xml"/><Relationship Id="rId92" Type="http://schemas.openxmlformats.org/officeDocument/2006/relationships/image" Target="../media/image748.png"/><Relationship Id="rId162" Type="http://schemas.openxmlformats.org/officeDocument/2006/relationships/customXml" Target="../ink/ink774.xml"/><Relationship Id="rId2" Type="http://schemas.openxmlformats.org/officeDocument/2006/relationships/image" Target="../media/image702.png"/><Relationship Id="rId29" Type="http://schemas.openxmlformats.org/officeDocument/2006/relationships/customXml" Target="../ink/ink707.xml"/><Relationship Id="rId24" Type="http://schemas.openxmlformats.org/officeDocument/2006/relationships/image" Target="../media/image714.png"/><Relationship Id="rId40" Type="http://schemas.openxmlformats.org/officeDocument/2006/relationships/image" Target="../media/image722.png"/><Relationship Id="rId45" Type="http://schemas.openxmlformats.org/officeDocument/2006/relationships/customXml" Target="../ink/ink715.xml"/><Relationship Id="rId66" Type="http://schemas.openxmlformats.org/officeDocument/2006/relationships/image" Target="../media/image735.png"/><Relationship Id="rId87" Type="http://schemas.openxmlformats.org/officeDocument/2006/relationships/customXml" Target="../ink/ink736.xml"/><Relationship Id="rId110" Type="http://schemas.openxmlformats.org/officeDocument/2006/relationships/image" Target="../media/image757.png"/><Relationship Id="rId115" Type="http://schemas.openxmlformats.org/officeDocument/2006/relationships/customXml" Target="../ink/ink750.xml"/><Relationship Id="rId131" Type="http://schemas.openxmlformats.org/officeDocument/2006/relationships/customXml" Target="../ink/ink758.xml"/><Relationship Id="rId136" Type="http://schemas.openxmlformats.org/officeDocument/2006/relationships/image" Target="../media/image770.png"/><Relationship Id="rId157" Type="http://schemas.openxmlformats.org/officeDocument/2006/relationships/image" Target="../media/image780.png"/><Relationship Id="rId61" Type="http://schemas.openxmlformats.org/officeDocument/2006/relationships/customXml" Target="../ink/ink723.xml"/><Relationship Id="rId82" Type="http://schemas.openxmlformats.org/officeDocument/2006/relationships/image" Target="../media/image743.png"/><Relationship Id="rId152" Type="http://schemas.openxmlformats.org/officeDocument/2006/relationships/customXml" Target="../ink/ink769.xml"/><Relationship Id="rId173" Type="http://schemas.openxmlformats.org/officeDocument/2006/relationships/image" Target="../media/image788.png"/><Relationship Id="rId19" Type="http://schemas.openxmlformats.org/officeDocument/2006/relationships/customXml" Target="../ink/ink702.xml"/><Relationship Id="rId14" Type="http://schemas.openxmlformats.org/officeDocument/2006/relationships/image" Target="../media/image709.png"/><Relationship Id="rId30" Type="http://schemas.openxmlformats.org/officeDocument/2006/relationships/image" Target="../media/image717.png"/><Relationship Id="rId35" Type="http://schemas.openxmlformats.org/officeDocument/2006/relationships/customXml" Target="../ink/ink710.xml"/><Relationship Id="rId56" Type="http://schemas.openxmlformats.org/officeDocument/2006/relationships/image" Target="../media/image730.png"/><Relationship Id="rId77" Type="http://schemas.openxmlformats.org/officeDocument/2006/relationships/customXml" Target="../ink/ink731.xml"/><Relationship Id="rId100" Type="http://schemas.openxmlformats.org/officeDocument/2006/relationships/image" Target="../media/image752.png"/><Relationship Id="rId105" Type="http://schemas.openxmlformats.org/officeDocument/2006/relationships/customXml" Target="../ink/ink745.xml"/><Relationship Id="rId126" Type="http://schemas.openxmlformats.org/officeDocument/2006/relationships/image" Target="../media/image765.png"/><Relationship Id="rId147" Type="http://schemas.openxmlformats.org/officeDocument/2006/relationships/customXml" Target="../ink/ink766.xml"/><Relationship Id="rId168" Type="http://schemas.openxmlformats.org/officeDocument/2006/relationships/customXml" Target="../ink/ink777.xml"/><Relationship Id="rId8" Type="http://schemas.openxmlformats.org/officeDocument/2006/relationships/image" Target="../media/image706.png"/><Relationship Id="rId51" Type="http://schemas.openxmlformats.org/officeDocument/2006/relationships/customXml" Target="../ink/ink718.xml"/><Relationship Id="rId72" Type="http://schemas.openxmlformats.org/officeDocument/2006/relationships/image" Target="../media/image738.png"/><Relationship Id="rId93" Type="http://schemas.openxmlformats.org/officeDocument/2006/relationships/customXml" Target="../ink/ink739.xml"/><Relationship Id="rId98" Type="http://schemas.openxmlformats.org/officeDocument/2006/relationships/image" Target="../media/image751.png"/><Relationship Id="rId121" Type="http://schemas.openxmlformats.org/officeDocument/2006/relationships/customXml" Target="../ink/ink753.xml"/><Relationship Id="rId142" Type="http://schemas.openxmlformats.org/officeDocument/2006/relationships/image" Target="../media/image773.png"/><Relationship Id="rId163" Type="http://schemas.openxmlformats.org/officeDocument/2006/relationships/image" Target="../media/image783.png"/><Relationship Id="rId3" Type="http://schemas.openxmlformats.org/officeDocument/2006/relationships/image" Target="../media/image703.png"/><Relationship Id="rId25" Type="http://schemas.openxmlformats.org/officeDocument/2006/relationships/customXml" Target="../ink/ink705.xml"/><Relationship Id="rId46" Type="http://schemas.openxmlformats.org/officeDocument/2006/relationships/image" Target="../media/image725.png"/><Relationship Id="rId67" Type="http://schemas.openxmlformats.org/officeDocument/2006/relationships/customXml" Target="../ink/ink726.xml"/><Relationship Id="rId116" Type="http://schemas.openxmlformats.org/officeDocument/2006/relationships/image" Target="../media/image760.png"/><Relationship Id="rId137" Type="http://schemas.openxmlformats.org/officeDocument/2006/relationships/customXml" Target="../ink/ink761.xml"/><Relationship Id="rId158" Type="http://schemas.openxmlformats.org/officeDocument/2006/relationships/customXml" Target="../ink/ink772.xml"/><Relationship Id="rId20" Type="http://schemas.openxmlformats.org/officeDocument/2006/relationships/image" Target="../media/image712.png"/><Relationship Id="rId41" Type="http://schemas.openxmlformats.org/officeDocument/2006/relationships/customXml" Target="../ink/ink713.xml"/><Relationship Id="rId62" Type="http://schemas.openxmlformats.org/officeDocument/2006/relationships/image" Target="../media/image733.png"/><Relationship Id="rId83" Type="http://schemas.openxmlformats.org/officeDocument/2006/relationships/customXml" Target="../ink/ink734.xml"/><Relationship Id="rId88" Type="http://schemas.openxmlformats.org/officeDocument/2006/relationships/image" Target="../media/image746.png"/><Relationship Id="rId111" Type="http://schemas.openxmlformats.org/officeDocument/2006/relationships/customXml" Target="../ink/ink748.xml"/><Relationship Id="rId132" Type="http://schemas.openxmlformats.org/officeDocument/2006/relationships/image" Target="../media/image768.png"/><Relationship Id="rId153" Type="http://schemas.openxmlformats.org/officeDocument/2006/relationships/image" Target="../media/image778.png"/><Relationship Id="rId174" Type="http://schemas.openxmlformats.org/officeDocument/2006/relationships/customXml" Target="../ink/ink780.xml"/><Relationship Id="rId15" Type="http://schemas.openxmlformats.org/officeDocument/2006/relationships/customXml" Target="../ink/ink700.xml"/><Relationship Id="rId36" Type="http://schemas.openxmlformats.org/officeDocument/2006/relationships/image" Target="../media/image720.png"/><Relationship Id="rId57" Type="http://schemas.openxmlformats.org/officeDocument/2006/relationships/customXml" Target="../ink/ink721.xml"/><Relationship Id="rId106" Type="http://schemas.openxmlformats.org/officeDocument/2006/relationships/image" Target="../media/image755.png"/><Relationship Id="rId127" Type="http://schemas.openxmlformats.org/officeDocument/2006/relationships/customXml" Target="../ink/ink756.xml"/><Relationship Id="rId10" Type="http://schemas.openxmlformats.org/officeDocument/2006/relationships/image" Target="../media/image707.png"/><Relationship Id="rId31" Type="http://schemas.openxmlformats.org/officeDocument/2006/relationships/customXml" Target="../ink/ink708.xml"/><Relationship Id="rId52" Type="http://schemas.openxmlformats.org/officeDocument/2006/relationships/image" Target="../media/image728.png"/><Relationship Id="rId73" Type="http://schemas.openxmlformats.org/officeDocument/2006/relationships/customXml" Target="../ink/ink729.xml"/><Relationship Id="rId78" Type="http://schemas.openxmlformats.org/officeDocument/2006/relationships/image" Target="../media/image741.png"/><Relationship Id="rId94" Type="http://schemas.openxmlformats.org/officeDocument/2006/relationships/image" Target="../media/image749.png"/><Relationship Id="rId99" Type="http://schemas.openxmlformats.org/officeDocument/2006/relationships/customXml" Target="../ink/ink742.xml"/><Relationship Id="rId101" Type="http://schemas.openxmlformats.org/officeDocument/2006/relationships/customXml" Target="../ink/ink743.xml"/><Relationship Id="rId122" Type="http://schemas.openxmlformats.org/officeDocument/2006/relationships/image" Target="../media/image763.png"/><Relationship Id="rId143" Type="http://schemas.openxmlformats.org/officeDocument/2006/relationships/customXml" Target="../ink/ink764.xml"/><Relationship Id="rId148" Type="http://schemas.openxmlformats.org/officeDocument/2006/relationships/image" Target="../media/image776.png"/><Relationship Id="rId164" Type="http://schemas.openxmlformats.org/officeDocument/2006/relationships/customXml" Target="../ink/ink775.xml"/><Relationship Id="rId169" Type="http://schemas.openxmlformats.org/officeDocument/2006/relationships/image" Target="../media/image786.png"/><Relationship Id="rId4" Type="http://schemas.openxmlformats.org/officeDocument/2006/relationships/image" Target="../media/image704.png"/><Relationship Id="rId9" Type="http://schemas.openxmlformats.org/officeDocument/2006/relationships/customXml" Target="../ink/ink697.xml"/><Relationship Id="rId26" Type="http://schemas.openxmlformats.org/officeDocument/2006/relationships/image" Target="../media/image715.png"/><Relationship Id="rId47" Type="http://schemas.openxmlformats.org/officeDocument/2006/relationships/customXml" Target="../ink/ink716.xml"/><Relationship Id="rId68" Type="http://schemas.openxmlformats.org/officeDocument/2006/relationships/image" Target="../media/image736.png"/><Relationship Id="rId89" Type="http://schemas.openxmlformats.org/officeDocument/2006/relationships/customXml" Target="../ink/ink737.xml"/><Relationship Id="rId112" Type="http://schemas.openxmlformats.org/officeDocument/2006/relationships/image" Target="../media/image758.png"/><Relationship Id="rId133" Type="http://schemas.openxmlformats.org/officeDocument/2006/relationships/customXml" Target="../ink/ink759.xml"/><Relationship Id="rId154" Type="http://schemas.openxmlformats.org/officeDocument/2006/relationships/customXml" Target="../ink/ink770.xml"/><Relationship Id="rId175" Type="http://schemas.openxmlformats.org/officeDocument/2006/relationships/image" Target="../media/image789.png"/><Relationship Id="rId16" Type="http://schemas.openxmlformats.org/officeDocument/2006/relationships/image" Target="../media/image710.png"/><Relationship Id="rId37" Type="http://schemas.openxmlformats.org/officeDocument/2006/relationships/customXml" Target="../ink/ink711.xml"/><Relationship Id="rId58" Type="http://schemas.openxmlformats.org/officeDocument/2006/relationships/image" Target="../media/image731.png"/><Relationship Id="rId79" Type="http://schemas.openxmlformats.org/officeDocument/2006/relationships/customXml" Target="../ink/ink732.xml"/><Relationship Id="rId102" Type="http://schemas.openxmlformats.org/officeDocument/2006/relationships/image" Target="../media/image753.png"/><Relationship Id="rId123" Type="http://schemas.openxmlformats.org/officeDocument/2006/relationships/customXml" Target="../ink/ink754.xml"/><Relationship Id="rId144" Type="http://schemas.openxmlformats.org/officeDocument/2006/relationships/image" Target="../media/image774.png"/><Relationship Id="rId90" Type="http://schemas.openxmlformats.org/officeDocument/2006/relationships/image" Target="../media/image747.png"/><Relationship Id="rId165" Type="http://schemas.openxmlformats.org/officeDocument/2006/relationships/image" Target="../media/image784.png"/><Relationship Id="rId27" Type="http://schemas.openxmlformats.org/officeDocument/2006/relationships/customXml" Target="../ink/ink706.xml"/><Relationship Id="rId48" Type="http://schemas.openxmlformats.org/officeDocument/2006/relationships/image" Target="../media/image726.png"/><Relationship Id="rId69" Type="http://schemas.openxmlformats.org/officeDocument/2006/relationships/customXml" Target="../ink/ink727.xml"/><Relationship Id="rId113" Type="http://schemas.openxmlformats.org/officeDocument/2006/relationships/customXml" Target="../ink/ink749.xml"/><Relationship Id="rId134" Type="http://schemas.openxmlformats.org/officeDocument/2006/relationships/image" Target="../media/image769.png"/><Relationship Id="rId80" Type="http://schemas.openxmlformats.org/officeDocument/2006/relationships/image" Target="../media/image742.png"/><Relationship Id="rId155" Type="http://schemas.openxmlformats.org/officeDocument/2006/relationships/image" Target="../media/image779.png"/><Relationship Id="rId176" Type="http://schemas.openxmlformats.org/officeDocument/2006/relationships/customXml" Target="../ink/ink781.xml"/><Relationship Id="rId17" Type="http://schemas.openxmlformats.org/officeDocument/2006/relationships/customXml" Target="../ink/ink701.xml"/><Relationship Id="rId38" Type="http://schemas.openxmlformats.org/officeDocument/2006/relationships/image" Target="../media/image721.png"/><Relationship Id="rId59" Type="http://schemas.openxmlformats.org/officeDocument/2006/relationships/customXml" Target="../ink/ink722.xml"/><Relationship Id="rId103" Type="http://schemas.openxmlformats.org/officeDocument/2006/relationships/customXml" Target="../ink/ink744.xml"/><Relationship Id="rId124" Type="http://schemas.openxmlformats.org/officeDocument/2006/relationships/image" Target="../media/image764.png"/><Relationship Id="rId70" Type="http://schemas.openxmlformats.org/officeDocument/2006/relationships/image" Target="../media/image737.png"/><Relationship Id="rId91" Type="http://schemas.openxmlformats.org/officeDocument/2006/relationships/customXml" Target="../ink/ink738.xml"/><Relationship Id="rId145" Type="http://schemas.openxmlformats.org/officeDocument/2006/relationships/customXml" Target="../ink/ink765.xml"/><Relationship Id="rId166" Type="http://schemas.openxmlformats.org/officeDocument/2006/relationships/customXml" Target="../ink/ink77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38.xml"/><Relationship Id="rId21" Type="http://schemas.openxmlformats.org/officeDocument/2006/relationships/customXml" Target="../ink/ink790.xml"/><Relationship Id="rId324" Type="http://schemas.openxmlformats.org/officeDocument/2006/relationships/image" Target="../media/image952.png"/><Relationship Id="rId531" Type="http://schemas.openxmlformats.org/officeDocument/2006/relationships/customXml" Target="../ink/ink1045.xml"/><Relationship Id="rId170" Type="http://schemas.openxmlformats.org/officeDocument/2006/relationships/image" Target="../media/image875.png"/><Relationship Id="rId268" Type="http://schemas.openxmlformats.org/officeDocument/2006/relationships/image" Target="../media/image924.png"/><Relationship Id="rId475" Type="http://schemas.openxmlformats.org/officeDocument/2006/relationships/customXml" Target="../ink/ink1017.xml"/><Relationship Id="rId32" Type="http://schemas.openxmlformats.org/officeDocument/2006/relationships/image" Target="../media/image806.png"/><Relationship Id="rId128" Type="http://schemas.openxmlformats.org/officeDocument/2006/relationships/image" Target="../media/image854.png"/><Relationship Id="rId335" Type="http://schemas.openxmlformats.org/officeDocument/2006/relationships/customXml" Target="../ink/ink947.xml"/><Relationship Id="rId542" Type="http://schemas.openxmlformats.org/officeDocument/2006/relationships/image" Target="../media/image1061.png"/><Relationship Id="rId181" Type="http://schemas.openxmlformats.org/officeDocument/2006/relationships/customXml" Target="../ink/ink870.xml"/><Relationship Id="rId402" Type="http://schemas.openxmlformats.org/officeDocument/2006/relationships/image" Target="../media/image991.png"/><Relationship Id="rId279" Type="http://schemas.openxmlformats.org/officeDocument/2006/relationships/customXml" Target="../ink/ink919.xml"/><Relationship Id="rId486" Type="http://schemas.openxmlformats.org/officeDocument/2006/relationships/image" Target="../media/image1033.png"/><Relationship Id="rId43" Type="http://schemas.openxmlformats.org/officeDocument/2006/relationships/customXml" Target="../ink/ink801.xml"/><Relationship Id="rId139" Type="http://schemas.openxmlformats.org/officeDocument/2006/relationships/customXml" Target="../ink/ink849.xml"/><Relationship Id="rId346" Type="http://schemas.openxmlformats.org/officeDocument/2006/relationships/image" Target="../media/image963.png"/><Relationship Id="rId553" Type="http://schemas.openxmlformats.org/officeDocument/2006/relationships/customXml" Target="../ink/ink1056.xml"/><Relationship Id="rId192" Type="http://schemas.openxmlformats.org/officeDocument/2006/relationships/image" Target="../media/image886.png"/><Relationship Id="rId206" Type="http://schemas.openxmlformats.org/officeDocument/2006/relationships/image" Target="../media/image893.png"/><Relationship Id="rId413" Type="http://schemas.openxmlformats.org/officeDocument/2006/relationships/customXml" Target="../ink/ink986.xml"/><Relationship Id="rId497" Type="http://schemas.openxmlformats.org/officeDocument/2006/relationships/customXml" Target="../ink/ink1028.xml"/><Relationship Id="rId620" Type="http://schemas.openxmlformats.org/officeDocument/2006/relationships/image" Target="../media/image1100.png"/><Relationship Id="rId357" Type="http://schemas.openxmlformats.org/officeDocument/2006/relationships/customXml" Target="../ink/ink958.xml"/><Relationship Id="rId54" Type="http://schemas.openxmlformats.org/officeDocument/2006/relationships/image" Target="../media/image817.png"/><Relationship Id="rId217" Type="http://schemas.openxmlformats.org/officeDocument/2006/relationships/customXml" Target="../ink/ink888.xml"/><Relationship Id="rId564" Type="http://schemas.openxmlformats.org/officeDocument/2006/relationships/image" Target="../media/image1072.png"/><Relationship Id="rId424" Type="http://schemas.openxmlformats.org/officeDocument/2006/relationships/image" Target="../media/image1002.png"/><Relationship Id="rId270" Type="http://schemas.openxmlformats.org/officeDocument/2006/relationships/image" Target="../media/image925.png"/><Relationship Id="rId65" Type="http://schemas.openxmlformats.org/officeDocument/2006/relationships/customXml" Target="../ink/ink812.xml"/><Relationship Id="rId130" Type="http://schemas.openxmlformats.org/officeDocument/2006/relationships/image" Target="../media/image855.png"/><Relationship Id="rId368" Type="http://schemas.openxmlformats.org/officeDocument/2006/relationships/image" Target="../media/image974.png"/><Relationship Id="rId575" Type="http://schemas.openxmlformats.org/officeDocument/2006/relationships/customXml" Target="../ink/ink1067.xml"/><Relationship Id="rId228" Type="http://schemas.openxmlformats.org/officeDocument/2006/relationships/image" Target="../media/image904.png"/><Relationship Id="rId435" Type="http://schemas.openxmlformats.org/officeDocument/2006/relationships/customXml" Target="../ink/ink997.xml"/><Relationship Id="rId281" Type="http://schemas.openxmlformats.org/officeDocument/2006/relationships/customXml" Target="../ink/ink920.xml"/><Relationship Id="rId502" Type="http://schemas.openxmlformats.org/officeDocument/2006/relationships/image" Target="../media/image1041.png"/><Relationship Id="rId76" Type="http://schemas.openxmlformats.org/officeDocument/2006/relationships/image" Target="../media/image828.png"/><Relationship Id="rId141" Type="http://schemas.openxmlformats.org/officeDocument/2006/relationships/customXml" Target="../ink/ink850.xml"/><Relationship Id="rId379" Type="http://schemas.openxmlformats.org/officeDocument/2006/relationships/customXml" Target="../ink/ink969.xml"/><Relationship Id="rId586" Type="http://schemas.openxmlformats.org/officeDocument/2006/relationships/image" Target="../media/image1083.png"/><Relationship Id="rId7" Type="http://schemas.openxmlformats.org/officeDocument/2006/relationships/customXml" Target="../ink/ink783.xml"/><Relationship Id="rId239" Type="http://schemas.openxmlformats.org/officeDocument/2006/relationships/customXml" Target="../ink/ink899.xml"/><Relationship Id="rId446" Type="http://schemas.openxmlformats.org/officeDocument/2006/relationships/image" Target="../media/image1013.png"/><Relationship Id="rId292" Type="http://schemas.openxmlformats.org/officeDocument/2006/relationships/image" Target="../media/image936.png"/><Relationship Id="rId306" Type="http://schemas.openxmlformats.org/officeDocument/2006/relationships/image" Target="../media/image943.png"/><Relationship Id="rId87" Type="http://schemas.openxmlformats.org/officeDocument/2006/relationships/customXml" Target="../ink/ink823.xml"/><Relationship Id="rId513" Type="http://schemas.openxmlformats.org/officeDocument/2006/relationships/customXml" Target="../ink/ink1036.xml"/><Relationship Id="rId597" Type="http://schemas.openxmlformats.org/officeDocument/2006/relationships/customXml" Target="../ink/ink1078.xml"/><Relationship Id="rId152" Type="http://schemas.openxmlformats.org/officeDocument/2006/relationships/image" Target="../media/image866.png"/><Relationship Id="rId457" Type="http://schemas.openxmlformats.org/officeDocument/2006/relationships/customXml" Target="../ink/ink1008.xml"/><Relationship Id="rId14" Type="http://schemas.openxmlformats.org/officeDocument/2006/relationships/image" Target="../media/image797.png"/><Relationship Id="rId317" Type="http://schemas.openxmlformats.org/officeDocument/2006/relationships/customXml" Target="../ink/ink938.xml"/><Relationship Id="rId524" Type="http://schemas.openxmlformats.org/officeDocument/2006/relationships/image" Target="../media/image1052.png"/><Relationship Id="rId98" Type="http://schemas.openxmlformats.org/officeDocument/2006/relationships/image" Target="../media/image839.png"/><Relationship Id="rId163" Type="http://schemas.openxmlformats.org/officeDocument/2006/relationships/customXml" Target="../ink/ink861.xml"/><Relationship Id="rId370" Type="http://schemas.openxmlformats.org/officeDocument/2006/relationships/image" Target="../media/image975.png"/><Relationship Id="rId230" Type="http://schemas.openxmlformats.org/officeDocument/2006/relationships/image" Target="../media/image905.png"/><Relationship Id="rId468" Type="http://schemas.openxmlformats.org/officeDocument/2006/relationships/image" Target="../media/image1024.png"/><Relationship Id="rId25" Type="http://schemas.openxmlformats.org/officeDocument/2006/relationships/customXml" Target="../ink/ink792.xml"/><Relationship Id="rId328" Type="http://schemas.openxmlformats.org/officeDocument/2006/relationships/image" Target="../media/image954.png"/><Relationship Id="rId535" Type="http://schemas.openxmlformats.org/officeDocument/2006/relationships/customXml" Target="../ink/ink1047.xml"/><Relationship Id="rId174" Type="http://schemas.openxmlformats.org/officeDocument/2006/relationships/image" Target="../media/image877.png"/><Relationship Id="rId381" Type="http://schemas.openxmlformats.org/officeDocument/2006/relationships/customXml" Target="../ink/ink970.xml"/><Relationship Id="rId602" Type="http://schemas.openxmlformats.org/officeDocument/2006/relationships/image" Target="../media/image1091.png"/><Relationship Id="rId241" Type="http://schemas.openxmlformats.org/officeDocument/2006/relationships/customXml" Target="../ink/ink900.xml"/><Relationship Id="rId479" Type="http://schemas.openxmlformats.org/officeDocument/2006/relationships/customXml" Target="../ink/ink1019.xml"/><Relationship Id="rId36" Type="http://schemas.openxmlformats.org/officeDocument/2006/relationships/image" Target="../media/image808.png"/><Relationship Id="rId283" Type="http://schemas.openxmlformats.org/officeDocument/2006/relationships/customXml" Target="../ink/ink921.xml"/><Relationship Id="rId339" Type="http://schemas.openxmlformats.org/officeDocument/2006/relationships/customXml" Target="../ink/ink949.xml"/><Relationship Id="rId490" Type="http://schemas.openxmlformats.org/officeDocument/2006/relationships/image" Target="../media/image1035.png"/><Relationship Id="rId504" Type="http://schemas.openxmlformats.org/officeDocument/2006/relationships/image" Target="../media/image1042.png"/><Relationship Id="rId546" Type="http://schemas.openxmlformats.org/officeDocument/2006/relationships/image" Target="../media/image1063.png"/><Relationship Id="rId78" Type="http://schemas.openxmlformats.org/officeDocument/2006/relationships/image" Target="../media/image829.png"/><Relationship Id="rId101" Type="http://schemas.openxmlformats.org/officeDocument/2006/relationships/customXml" Target="../ink/ink830.xml"/><Relationship Id="rId143" Type="http://schemas.openxmlformats.org/officeDocument/2006/relationships/customXml" Target="../ink/ink851.xml"/><Relationship Id="rId185" Type="http://schemas.openxmlformats.org/officeDocument/2006/relationships/customXml" Target="../ink/ink872.xml"/><Relationship Id="rId350" Type="http://schemas.openxmlformats.org/officeDocument/2006/relationships/image" Target="../media/image965.png"/><Relationship Id="rId406" Type="http://schemas.openxmlformats.org/officeDocument/2006/relationships/image" Target="../media/image993.png"/><Relationship Id="rId588" Type="http://schemas.openxmlformats.org/officeDocument/2006/relationships/image" Target="../media/image1084.png"/><Relationship Id="rId9" Type="http://schemas.openxmlformats.org/officeDocument/2006/relationships/customXml" Target="../ink/ink784.xml"/><Relationship Id="rId210" Type="http://schemas.openxmlformats.org/officeDocument/2006/relationships/image" Target="../media/image895.png"/><Relationship Id="rId392" Type="http://schemas.openxmlformats.org/officeDocument/2006/relationships/image" Target="../media/image986.png"/><Relationship Id="rId448" Type="http://schemas.openxmlformats.org/officeDocument/2006/relationships/image" Target="../media/image1014.png"/><Relationship Id="rId613" Type="http://schemas.openxmlformats.org/officeDocument/2006/relationships/customXml" Target="../ink/ink1086.xml"/><Relationship Id="rId252" Type="http://schemas.openxmlformats.org/officeDocument/2006/relationships/image" Target="../media/image916.png"/><Relationship Id="rId294" Type="http://schemas.openxmlformats.org/officeDocument/2006/relationships/image" Target="../media/image937.png"/><Relationship Id="rId308" Type="http://schemas.openxmlformats.org/officeDocument/2006/relationships/image" Target="../media/image944.png"/><Relationship Id="rId515" Type="http://schemas.openxmlformats.org/officeDocument/2006/relationships/customXml" Target="../ink/ink1037.xml"/><Relationship Id="rId47" Type="http://schemas.openxmlformats.org/officeDocument/2006/relationships/customXml" Target="../ink/ink803.xml"/><Relationship Id="rId89" Type="http://schemas.openxmlformats.org/officeDocument/2006/relationships/customXml" Target="../ink/ink824.xml"/><Relationship Id="rId112" Type="http://schemas.openxmlformats.org/officeDocument/2006/relationships/image" Target="../media/image846.png"/><Relationship Id="rId154" Type="http://schemas.openxmlformats.org/officeDocument/2006/relationships/image" Target="../media/image867.png"/><Relationship Id="rId361" Type="http://schemas.openxmlformats.org/officeDocument/2006/relationships/customXml" Target="../ink/ink960.xml"/><Relationship Id="rId557" Type="http://schemas.openxmlformats.org/officeDocument/2006/relationships/customXml" Target="../ink/ink1058.xml"/><Relationship Id="rId599" Type="http://schemas.openxmlformats.org/officeDocument/2006/relationships/customXml" Target="../ink/ink1079.xml"/><Relationship Id="rId196" Type="http://schemas.openxmlformats.org/officeDocument/2006/relationships/image" Target="../media/image888.png"/><Relationship Id="rId417" Type="http://schemas.openxmlformats.org/officeDocument/2006/relationships/customXml" Target="../ink/ink988.xml"/><Relationship Id="rId459" Type="http://schemas.openxmlformats.org/officeDocument/2006/relationships/customXml" Target="../ink/ink1009.xml"/><Relationship Id="rId624" Type="http://schemas.openxmlformats.org/officeDocument/2006/relationships/image" Target="../media/image1102.png"/><Relationship Id="rId16" Type="http://schemas.openxmlformats.org/officeDocument/2006/relationships/image" Target="../media/image798.png"/><Relationship Id="rId221" Type="http://schemas.openxmlformats.org/officeDocument/2006/relationships/customXml" Target="../ink/ink890.xml"/><Relationship Id="rId263" Type="http://schemas.openxmlformats.org/officeDocument/2006/relationships/customXml" Target="../ink/ink911.xml"/><Relationship Id="rId319" Type="http://schemas.openxmlformats.org/officeDocument/2006/relationships/customXml" Target="../ink/ink939.xml"/><Relationship Id="rId470" Type="http://schemas.openxmlformats.org/officeDocument/2006/relationships/image" Target="../media/image1025.png"/><Relationship Id="rId526" Type="http://schemas.openxmlformats.org/officeDocument/2006/relationships/image" Target="../media/image1053.png"/><Relationship Id="rId58" Type="http://schemas.openxmlformats.org/officeDocument/2006/relationships/image" Target="../media/image819.png"/><Relationship Id="rId123" Type="http://schemas.openxmlformats.org/officeDocument/2006/relationships/customXml" Target="../ink/ink841.xml"/><Relationship Id="rId330" Type="http://schemas.openxmlformats.org/officeDocument/2006/relationships/image" Target="../media/image955.png"/><Relationship Id="rId568" Type="http://schemas.openxmlformats.org/officeDocument/2006/relationships/image" Target="../media/image1074.png"/><Relationship Id="rId165" Type="http://schemas.openxmlformats.org/officeDocument/2006/relationships/customXml" Target="../ink/ink862.xml"/><Relationship Id="rId372" Type="http://schemas.openxmlformats.org/officeDocument/2006/relationships/image" Target="../media/image976.png"/><Relationship Id="rId428" Type="http://schemas.openxmlformats.org/officeDocument/2006/relationships/image" Target="../media/image1004.png"/><Relationship Id="rId232" Type="http://schemas.openxmlformats.org/officeDocument/2006/relationships/image" Target="../media/image906.png"/><Relationship Id="rId274" Type="http://schemas.openxmlformats.org/officeDocument/2006/relationships/image" Target="../media/image927.png"/><Relationship Id="rId481" Type="http://schemas.openxmlformats.org/officeDocument/2006/relationships/customXml" Target="../ink/ink1020.xml"/><Relationship Id="rId27" Type="http://schemas.openxmlformats.org/officeDocument/2006/relationships/customXml" Target="../ink/ink793.xml"/><Relationship Id="rId69" Type="http://schemas.openxmlformats.org/officeDocument/2006/relationships/customXml" Target="../ink/ink814.xml"/><Relationship Id="rId134" Type="http://schemas.openxmlformats.org/officeDocument/2006/relationships/image" Target="../media/image857.png"/><Relationship Id="rId537" Type="http://schemas.openxmlformats.org/officeDocument/2006/relationships/customXml" Target="../ink/ink1048.xml"/><Relationship Id="rId579" Type="http://schemas.openxmlformats.org/officeDocument/2006/relationships/customXml" Target="../ink/ink1069.xml"/><Relationship Id="rId80" Type="http://schemas.openxmlformats.org/officeDocument/2006/relationships/image" Target="../media/image830.png"/><Relationship Id="rId176" Type="http://schemas.openxmlformats.org/officeDocument/2006/relationships/image" Target="../media/image878.png"/><Relationship Id="rId341" Type="http://schemas.openxmlformats.org/officeDocument/2006/relationships/customXml" Target="../ink/ink950.xml"/><Relationship Id="rId383" Type="http://schemas.openxmlformats.org/officeDocument/2006/relationships/customXml" Target="../ink/ink971.xml"/><Relationship Id="rId439" Type="http://schemas.openxmlformats.org/officeDocument/2006/relationships/customXml" Target="../ink/ink999.xml"/><Relationship Id="rId590" Type="http://schemas.openxmlformats.org/officeDocument/2006/relationships/image" Target="../media/image1085.png"/><Relationship Id="rId604" Type="http://schemas.openxmlformats.org/officeDocument/2006/relationships/image" Target="../media/image1092.png"/><Relationship Id="rId201" Type="http://schemas.openxmlformats.org/officeDocument/2006/relationships/customXml" Target="../ink/ink880.xml"/><Relationship Id="rId243" Type="http://schemas.openxmlformats.org/officeDocument/2006/relationships/customXml" Target="../ink/ink901.xml"/><Relationship Id="rId285" Type="http://schemas.openxmlformats.org/officeDocument/2006/relationships/customXml" Target="../ink/ink922.xml"/><Relationship Id="rId450" Type="http://schemas.openxmlformats.org/officeDocument/2006/relationships/image" Target="../media/image1015.png"/><Relationship Id="rId506" Type="http://schemas.openxmlformats.org/officeDocument/2006/relationships/image" Target="../media/image1043.png"/><Relationship Id="rId38" Type="http://schemas.openxmlformats.org/officeDocument/2006/relationships/image" Target="../media/image809.png"/><Relationship Id="rId103" Type="http://schemas.openxmlformats.org/officeDocument/2006/relationships/customXml" Target="../ink/ink831.xml"/><Relationship Id="rId310" Type="http://schemas.openxmlformats.org/officeDocument/2006/relationships/image" Target="../media/image945.png"/><Relationship Id="rId492" Type="http://schemas.openxmlformats.org/officeDocument/2006/relationships/image" Target="../media/image1036.png"/><Relationship Id="rId548" Type="http://schemas.openxmlformats.org/officeDocument/2006/relationships/image" Target="../media/image1064.png"/><Relationship Id="rId91" Type="http://schemas.openxmlformats.org/officeDocument/2006/relationships/customXml" Target="../ink/ink825.xml"/><Relationship Id="rId145" Type="http://schemas.openxmlformats.org/officeDocument/2006/relationships/customXml" Target="../ink/ink852.xml"/><Relationship Id="rId187" Type="http://schemas.openxmlformats.org/officeDocument/2006/relationships/customXml" Target="../ink/ink873.xml"/><Relationship Id="rId352" Type="http://schemas.openxmlformats.org/officeDocument/2006/relationships/image" Target="../media/image966.png"/><Relationship Id="rId394" Type="http://schemas.openxmlformats.org/officeDocument/2006/relationships/image" Target="../media/image987.png"/><Relationship Id="rId408" Type="http://schemas.openxmlformats.org/officeDocument/2006/relationships/image" Target="../media/image994.png"/><Relationship Id="rId615" Type="http://schemas.openxmlformats.org/officeDocument/2006/relationships/customXml" Target="../ink/ink1087.xml"/><Relationship Id="rId212" Type="http://schemas.openxmlformats.org/officeDocument/2006/relationships/image" Target="../media/image896.png"/><Relationship Id="rId254" Type="http://schemas.openxmlformats.org/officeDocument/2006/relationships/image" Target="../media/image917.png"/><Relationship Id="rId49" Type="http://schemas.openxmlformats.org/officeDocument/2006/relationships/customXml" Target="../ink/ink804.xml"/><Relationship Id="rId114" Type="http://schemas.openxmlformats.org/officeDocument/2006/relationships/image" Target="../media/image847.png"/><Relationship Id="rId296" Type="http://schemas.openxmlformats.org/officeDocument/2006/relationships/image" Target="../media/image938.png"/><Relationship Id="rId461" Type="http://schemas.openxmlformats.org/officeDocument/2006/relationships/customXml" Target="../ink/ink1010.xml"/><Relationship Id="rId517" Type="http://schemas.openxmlformats.org/officeDocument/2006/relationships/customXml" Target="../ink/ink1038.xml"/><Relationship Id="rId559" Type="http://schemas.openxmlformats.org/officeDocument/2006/relationships/customXml" Target="../ink/ink1059.xml"/><Relationship Id="rId60" Type="http://schemas.openxmlformats.org/officeDocument/2006/relationships/image" Target="../media/image820.png"/><Relationship Id="rId156" Type="http://schemas.openxmlformats.org/officeDocument/2006/relationships/image" Target="../media/image868.png"/><Relationship Id="rId198" Type="http://schemas.openxmlformats.org/officeDocument/2006/relationships/image" Target="../media/image889.png"/><Relationship Id="rId321" Type="http://schemas.openxmlformats.org/officeDocument/2006/relationships/customXml" Target="../ink/ink940.xml"/><Relationship Id="rId363" Type="http://schemas.openxmlformats.org/officeDocument/2006/relationships/customXml" Target="../ink/ink961.xml"/><Relationship Id="rId419" Type="http://schemas.openxmlformats.org/officeDocument/2006/relationships/customXml" Target="../ink/ink989.xml"/><Relationship Id="rId570" Type="http://schemas.openxmlformats.org/officeDocument/2006/relationships/image" Target="../media/image1075.png"/><Relationship Id="rId626" Type="http://schemas.openxmlformats.org/officeDocument/2006/relationships/image" Target="../media/image1103.png"/><Relationship Id="rId223" Type="http://schemas.openxmlformats.org/officeDocument/2006/relationships/customXml" Target="../ink/ink891.xml"/><Relationship Id="rId430" Type="http://schemas.openxmlformats.org/officeDocument/2006/relationships/image" Target="../media/image1005.png"/><Relationship Id="rId18" Type="http://schemas.openxmlformats.org/officeDocument/2006/relationships/image" Target="../media/image799.png"/><Relationship Id="rId265" Type="http://schemas.openxmlformats.org/officeDocument/2006/relationships/customXml" Target="../ink/ink912.xml"/><Relationship Id="rId472" Type="http://schemas.openxmlformats.org/officeDocument/2006/relationships/image" Target="../media/image1026.png"/><Relationship Id="rId528" Type="http://schemas.openxmlformats.org/officeDocument/2006/relationships/image" Target="../media/image1054.png"/><Relationship Id="rId125" Type="http://schemas.openxmlformats.org/officeDocument/2006/relationships/customXml" Target="../ink/ink842.xml"/><Relationship Id="rId167" Type="http://schemas.openxmlformats.org/officeDocument/2006/relationships/customXml" Target="../ink/ink863.xml"/><Relationship Id="rId332" Type="http://schemas.openxmlformats.org/officeDocument/2006/relationships/image" Target="../media/image956.png"/><Relationship Id="rId374" Type="http://schemas.openxmlformats.org/officeDocument/2006/relationships/image" Target="../media/image977.png"/><Relationship Id="rId581" Type="http://schemas.openxmlformats.org/officeDocument/2006/relationships/customXml" Target="../ink/ink1070.xml"/><Relationship Id="rId71" Type="http://schemas.openxmlformats.org/officeDocument/2006/relationships/customXml" Target="../ink/ink815.xml"/><Relationship Id="rId234" Type="http://schemas.openxmlformats.org/officeDocument/2006/relationships/image" Target="../media/image907.png"/><Relationship Id="rId2" Type="http://schemas.openxmlformats.org/officeDocument/2006/relationships/notesSlide" Target="../notesSlides/notesSlide8.xml"/><Relationship Id="rId29" Type="http://schemas.openxmlformats.org/officeDocument/2006/relationships/customXml" Target="../ink/ink794.xml"/><Relationship Id="rId276" Type="http://schemas.openxmlformats.org/officeDocument/2006/relationships/image" Target="../media/image928.png"/><Relationship Id="rId441" Type="http://schemas.openxmlformats.org/officeDocument/2006/relationships/customXml" Target="../ink/ink1000.xml"/><Relationship Id="rId483" Type="http://schemas.openxmlformats.org/officeDocument/2006/relationships/customXml" Target="../ink/ink1021.xml"/><Relationship Id="rId539" Type="http://schemas.openxmlformats.org/officeDocument/2006/relationships/customXml" Target="../ink/ink1049.xml"/><Relationship Id="rId40" Type="http://schemas.openxmlformats.org/officeDocument/2006/relationships/image" Target="../media/image810.png"/><Relationship Id="rId136" Type="http://schemas.openxmlformats.org/officeDocument/2006/relationships/image" Target="../media/image858.png"/><Relationship Id="rId178" Type="http://schemas.openxmlformats.org/officeDocument/2006/relationships/image" Target="../media/image879.png"/><Relationship Id="rId301" Type="http://schemas.openxmlformats.org/officeDocument/2006/relationships/customXml" Target="../ink/ink930.xml"/><Relationship Id="rId343" Type="http://schemas.openxmlformats.org/officeDocument/2006/relationships/customXml" Target="../ink/ink951.xml"/><Relationship Id="rId550" Type="http://schemas.openxmlformats.org/officeDocument/2006/relationships/image" Target="../media/image1065.png"/><Relationship Id="rId82" Type="http://schemas.openxmlformats.org/officeDocument/2006/relationships/image" Target="../media/image831.png"/><Relationship Id="rId203" Type="http://schemas.openxmlformats.org/officeDocument/2006/relationships/customXml" Target="../ink/ink881.xml"/><Relationship Id="rId385" Type="http://schemas.openxmlformats.org/officeDocument/2006/relationships/customXml" Target="../ink/ink972.xml"/><Relationship Id="rId592" Type="http://schemas.openxmlformats.org/officeDocument/2006/relationships/image" Target="../media/image1086.png"/><Relationship Id="rId606" Type="http://schemas.openxmlformats.org/officeDocument/2006/relationships/image" Target="../media/image1093.png"/><Relationship Id="rId245" Type="http://schemas.openxmlformats.org/officeDocument/2006/relationships/customXml" Target="../ink/ink902.xml"/><Relationship Id="rId287" Type="http://schemas.openxmlformats.org/officeDocument/2006/relationships/customXml" Target="../ink/ink923.xml"/><Relationship Id="rId410" Type="http://schemas.openxmlformats.org/officeDocument/2006/relationships/image" Target="../media/image995.png"/><Relationship Id="rId452" Type="http://schemas.openxmlformats.org/officeDocument/2006/relationships/image" Target="../media/image1016.png"/><Relationship Id="rId494" Type="http://schemas.openxmlformats.org/officeDocument/2006/relationships/image" Target="../media/image1037.png"/><Relationship Id="rId508" Type="http://schemas.openxmlformats.org/officeDocument/2006/relationships/image" Target="../media/image1044.png"/><Relationship Id="rId105" Type="http://schemas.openxmlformats.org/officeDocument/2006/relationships/customXml" Target="../ink/ink832.xml"/><Relationship Id="rId147" Type="http://schemas.openxmlformats.org/officeDocument/2006/relationships/customXml" Target="../ink/ink853.xml"/><Relationship Id="rId312" Type="http://schemas.openxmlformats.org/officeDocument/2006/relationships/image" Target="../media/image946.png"/><Relationship Id="rId354" Type="http://schemas.openxmlformats.org/officeDocument/2006/relationships/image" Target="../media/image967.png"/><Relationship Id="rId51" Type="http://schemas.openxmlformats.org/officeDocument/2006/relationships/customXml" Target="../ink/ink805.xml"/><Relationship Id="rId93" Type="http://schemas.openxmlformats.org/officeDocument/2006/relationships/customXml" Target="../ink/ink826.xml"/><Relationship Id="rId189" Type="http://schemas.openxmlformats.org/officeDocument/2006/relationships/customXml" Target="../ink/ink874.xml"/><Relationship Id="rId396" Type="http://schemas.openxmlformats.org/officeDocument/2006/relationships/image" Target="../media/image988.png"/><Relationship Id="rId561" Type="http://schemas.openxmlformats.org/officeDocument/2006/relationships/customXml" Target="../ink/ink1060.xml"/><Relationship Id="rId617" Type="http://schemas.openxmlformats.org/officeDocument/2006/relationships/customXml" Target="../ink/ink1088.xml"/><Relationship Id="rId214" Type="http://schemas.openxmlformats.org/officeDocument/2006/relationships/image" Target="../media/image897.png"/><Relationship Id="rId256" Type="http://schemas.openxmlformats.org/officeDocument/2006/relationships/image" Target="../media/image918.png"/><Relationship Id="rId298" Type="http://schemas.openxmlformats.org/officeDocument/2006/relationships/image" Target="../media/image939.png"/><Relationship Id="rId421" Type="http://schemas.openxmlformats.org/officeDocument/2006/relationships/customXml" Target="../ink/ink990.xml"/><Relationship Id="rId463" Type="http://schemas.openxmlformats.org/officeDocument/2006/relationships/customXml" Target="../ink/ink1011.xml"/><Relationship Id="rId519" Type="http://schemas.openxmlformats.org/officeDocument/2006/relationships/customXml" Target="../ink/ink1039.xml"/><Relationship Id="rId116" Type="http://schemas.openxmlformats.org/officeDocument/2006/relationships/image" Target="../media/image848.png"/><Relationship Id="rId158" Type="http://schemas.openxmlformats.org/officeDocument/2006/relationships/image" Target="../media/image869.png"/><Relationship Id="rId323" Type="http://schemas.openxmlformats.org/officeDocument/2006/relationships/customXml" Target="../ink/ink941.xml"/><Relationship Id="rId530" Type="http://schemas.openxmlformats.org/officeDocument/2006/relationships/image" Target="../media/image1055.png"/><Relationship Id="rId20" Type="http://schemas.openxmlformats.org/officeDocument/2006/relationships/image" Target="../media/image800.png"/><Relationship Id="rId62" Type="http://schemas.openxmlformats.org/officeDocument/2006/relationships/image" Target="../media/image821.png"/><Relationship Id="rId365" Type="http://schemas.openxmlformats.org/officeDocument/2006/relationships/customXml" Target="../ink/ink962.xml"/><Relationship Id="rId572" Type="http://schemas.openxmlformats.org/officeDocument/2006/relationships/image" Target="../media/image1076.png"/><Relationship Id="rId225" Type="http://schemas.openxmlformats.org/officeDocument/2006/relationships/customXml" Target="../ink/ink892.xml"/><Relationship Id="rId267" Type="http://schemas.openxmlformats.org/officeDocument/2006/relationships/customXml" Target="../ink/ink913.xml"/><Relationship Id="rId432" Type="http://schemas.openxmlformats.org/officeDocument/2006/relationships/image" Target="../media/image1006.png"/><Relationship Id="rId474" Type="http://schemas.openxmlformats.org/officeDocument/2006/relationships/image" Target="../media/image1027.png"/><Relationship Id="rId127" Type="http://schemas.openxmlformats.org/officeDocument/2006/relationships/customXml" Target="../ink/ink843.xml"/><Relationship Id="rId31" Type="http://schemas.openxmlformats.org/officeDocument/2006/relationships/customXml" Target="../ink/ink795.xml"/><Relationship Id="rId73" Type="http://schemas.openxmlformats.org/officeDocument/2006/relationships/customXml" Target="../ink/ink816.xml"/><Relationship Id="rId169" Type="http://schemas.openxmlformats.org/officeDocument/2006/relationships/customXml" Target="../ink/ink864.xml"/><Relationship Id="rId334" Type="http://schemas.openxmlformats.org/officeDocument/2006/relationships/image" Target="../media/image957.png"/><Relationship Id="rId376" Type="http://schemas.openxmlformats.org/officeDocument/2006/relationships/image" Target="../media/image978.png"/><Relationship Id="rId541" Type="http://schemas.openxmlformats.org/officeDocument/2006/relationships/customXml" Target="../ink/ink1050.xml"/><Relationship Id="rId583" Type="http://schemas.openxmlformats.org/officeDocument/2006/relationships/customXml" Target="../ink/ink1071.xml"/><Relationship Id="rId4" Type="http://schemas.openxmlformats.org/officeDocument/2006/relationships/image" Target="../media/image792.svg"/><Relationship Id="rId180" Type="http://schemas.openxmlformats.org/officeDocument/2006/relationships/image" Target="../media/image880.png"/><Relationship Id="rId236" Type="http://schemas.openxmlformats.org/officeDocument/2006/relationships/image" Target="../media/image908.png"/><Relationship Id="rId278" Type="http://schemas.openxmlformats.org/officeDocument/2006/relationships/image" Target="../media/image929.png"/><Relationship Id="rId401" Type="http://schemas.openxmlformats.org/officeDocument/2006/relationships/customXml" Target="../ink/ink980.xml"/><Relationship Id="rId443" Type="http://schemas.openxmlformats.org/officeDocument/2006/relationships/customXml" Target="../ink/ink1001.xml"/><Relationship Id="rId303" Type="http://schemas.openxmlformats.org/officeDocument/2006/relationships/customXml" Target="../ink/ink931.xml"/><Relationship Id="rId485" Type="http://schemas.openxmlformats.org/officeDocument/2006/relationships/customXml" Target="../ink/ink1022.xml"/><Relationship Id="rId42" Type="http://schemas.openxmlformats.org/officeDocument/2006/relationships/image" Target="../media/image811.png"/><Relationship Id="rId84" Type="http://schemas.openxmlformats.org/officeDocument/2006/relationships/image" Target="../media/image832.png"/><Relationship Id="rId138" Type="http://schemas.openxmlformats.org/officeDocument/2006/relationships/image" Target="../media/image859.png"/><Relationship Id="rId345" Type="http://schemas.openxmlformats.org/officeDocument/2006/relationships/customXml" Target="../ink/ink952.xml"/><Relationship Id="rId387" Type="http://schemas.openxmlformats.org/officeDocument/2006/relationships/customXml" Target="../ink/ink973.xml"/><Relationship Id="rId510" Type="http://schemas.openxmlformats.org/officeDocument/2006/relationships/image" Target="../media/image1045.png"/><Relationship Id="rId552" Type="http://schemas.openxmlformats.org/officeDocument/2006/relationships/image" Target="../media/image1066.png"/><Relationship Id="rId594" Type="http://schemas.openxmlformats.org/officeDocument/2006/relationships/image" Target="../media/image1087.png"/><Relationship Id="rId608" Type="http://schemas.openxmlformats.org/officeDocument/2006/relationships/image" Target="../media/image1094.png"/><Relationship Id="rId191" Type="http://schemas.openxmlformats.org/officeDocument/2006/relationships/customXml" Target="../ink/ink875.xml"/><Relationship Id="rId205" Type="http://schemas.openxmlformats.org/officeDocument/2006/relationships/customXml" Target="../ink/ink882.xml"/><Relationship Id="rId247" Type="http://schemas.openxmlformats.org/officeDocument/2006/relationships/customXml" Target="../ink/ink903.xml"/><Relationship Id="rId412" Type="http://schemas.openxmlformats.org/officeDocument/2006/relationships/image" Target="../media/image996.png"/><Relationship Id="rId107" Type="http://schemas.openxmlformats.org/officeDocument/2006/relationships/customXml" Target="../ink/ink833.xml"/><Relationship Id="rId289" Type="http://schemas.openxmlformats.org/officeDocument/2006/relationships/customXml" Target="../ink/ink924.xml"/><Relationship Id="rId454" Type="http://schemas.openxmlformats.org/officeDocument/2006/relationships/image" Target="../media/image1017.png"/><Relationship Id="rId496" Type="http://schemas.openxmlformats.org/officeDocument/2006/relationships/image" Target="../media/image1038.png"/><Relationship Id="rId11" Type="http://schemas.openxmlformats.org/officeDocument/2006/relationships/customXml" Target="../ink/ink785.xml"/><Relationship Id="rId53" Type="http://schemas.openxmlformats.org/officeDocument/2006/relationships/customXml" Target="../ink/ink806.xml"/><Relationship Id="rId149" Type="http://schemas.openxmlformats.org/officeDocument/2006/relationships/customXml" Target="../ink/ink854.xml"/><Relationship Id="rId314" Type="http://schemas.openxmlformats.org/officeDocument/2006/relationships/image" Target="../media/image947.png"/><Relationship Id="rId356" Type="http://schemas.openxmlformats.org/officeDocument/2006/relationships/image" Target="../media/image968.png"/><Relationship Id="rId398" Type="http://schemas.openxmlformats.org/officeDocument/2006/relationships/image" Target="../media/image989.png"/><Relationship Id="rId521" Type="http://schemas.openxmlformats.org/officeDocument/2006/relationships/customXml" Target="../ink/ink1040.xml"/><Relationship Id="rId563" Type="http://schemas.openxmlformats.org/officeDocument/2006/relationships/customXml" Target="../ink/ink1061.xml"/><Relationship Id="rId619" Type="http://schemas.openxmlformats.org/officeDocument/2006/relationships/customXml" Target="../ink/ink1089.xml"/><Relationship Id="rId95" Type="http://schemas.openxmlformats.org/officeDocument/2006/relationships/customXml" Target="../ink/ink827.xml"/><Relationship Id="rId160" Type="http://schemas.openxmlformats.org/officeDocument/2006/relationships/image" Target="../media/image870.png"/><Relationship Id="rId216" Type="http://schemas.openxmlformats.org/officeDocument/2006/relationships/image" Target="../media/image898.png"/><Relationship Id="rId423" Type="http://schemas.openxmlformats.org/officeDocument/2006/relationships/customXml" Target="../ink/ink991.xml"/><Relationship Id="rId258" Type="http://schemas.openxmlformats.org/officeDocument/2006/relationships/image" Target="../media/image919.png"/><Relationship Id="rId465" Type="http://schemas.openxmlformats.org/officeDocument/2006/relationships/customXml" Target="../ink/ink1012.xml"/><Relationship Id="rId22" Type="http://schemas.openxmlformats.org/officeDocument/2006/relationships/image" Target="../media/image801.png"/><Relationship Id="rId64" Type="http://schemas.openxmlformats.org/officeDocument/2006/relationships/image" Target="../media/image822.png"/><Relationship Id="rId118" Type="http://schemas.openxmlformats.org/officeDocument/2006/relationships/image" Target="../media/image849.png"/><Relationship Id="rId325" Type="http://schemas.openxmlformats.org/officeDocument/2006/relationships/customXml" Target="../ink/ink942.xml"/><Relationship Id="rId367" Type="http://schemas.openxmlformats.org/officeDocument/2006/relationships/customXml" Target="../ink/ink963.xml"/><Relationship Id="rId532" Type="http://schemas.openxmlformats.org/officeDocument/2006/relationships/image" Target="../media/image1056.png"/><Relationship Id="rId574" Type="http://schemas.openxmlformats.org/officeDocument/2006/relationships/image" Target="../media/image1077.png"/><Relationship Id="rId171" Type="http://schemas.openxmlformats.org/officeDocument/2006/relationships/customXml" Target="../ink/ink865.xml"/><Relationship Id="rId227" Type="http://schemas.openxmlformats.org/officeDocument/2006/relationships/customXml" Target="../ink/ink893.xml"/><Relationship Id="rId269" Type="http://schemas.openxmlformats.org/officeDocument/2006/relationships/customXml" Target="../ink/ink914.xml"/><Relationship Id="rId434" Type="http://schemas.openxmlformats.org/officeDocument/2006/relationships/image" Target="../media/image1007.png"/><Relationship Id="rId476" Type="http://schemas.openxmlformats.org/officeDocument/2006/relationships/image" Target="../media/image1028.png"/><Relationship Id="rId33" Type="http://schemas.openxmlformats.org/officeDocument/2006/relationships/customXml" Target="../ink/ink796.xml"/><Relationship Id="rId129" Type="http://schemas.openxmlformats.org/officeDocument/2006/relationships/customXml" Target="../ink/ink844.xml"/><Relationship Id="rId280" Type="http://schemas.openxmlformats.org/officeDocument/2006/relationships/image" Target="../media/image930.png"/><Relationship Id="rId336" Type="http://schemas.openxmlformats.org/officeDocument/2006/relationships/image" Target="../media/image958.png"/><Relationship Id="rId501" Type="http://schemas.openxmlformats.org/officeDocument/2006/relationships/customXml" Target="../ink/ink1030.xml"/><Relationship Id="rId543" Type="http://schemas.openxmlformats.org/officeDocument/2006/relationships/customXml" Target="../ink/ink1051.xml"/><Relationship Id="rId75" Type="http://schemas.openxmlformats.org/officeDocument/2006/relationships/customXml" Target="../ink/ink817.xml"/><Relationship Id="rId140" Type="http://schemas.openxmlformats.org/officeDocument/2006/relationships/image" Target="../media/image860.png"/><Relationship Id="rId182" Type="http://schemas.openxmlformats.org/officeDocument/2006/relationships/image" Target="../media/image881.png"/><Relationship Id="rId378" Type="http://schemas.openxmlformats.org/officeDocument/2006/relationships/image" Target="../media/image979.png"/><Relationship Id="rId403" Type="http://schemas.openxmlformats.org/officeDocument/2006/relationships/customXml" Target="../ink/ink981.xml"/><Relationship Id="rId585" Type="http://schemas.openxmlformats.org/officeDocument/2006/relationships/customXml" Target="../ink/ink1072.xml"/><Relationship Id="rId6" Type="http://schemas.openxmlformats.org/officeDocument/2006/relationships/image" Target="../media/image793.png"/><Relationship Id="rId238" Type="http://schemas.openxmlformats.org/officeDocument/2006/relationships/image" Target="../media/image909.png"/><Relationship Id="rId445" Type="http://schemas.openxmlformats.org/officeDocument/2006/relationships/customXml" Target="../ink/ink1002.xml"/><Relationship Id="rId487" Type="http://schemas.openxmlformats.org/officeDocument/2006/relationships/customXml" Target="../ink/ink1023.xml"/><Relationship Id="rId610" Type="http://schemas.openxmlformats.org/officeDocument/2006/relationships/image" Target="../media/image1095.png"/><Relationship Id="rId291" Type="http://schemas.openxmlformats.org/officeDocument/2006/relationships/customXml" Target="../ink/ink925.xml"/><Relationship Id="rId305" Type="http://schemas.openxmlformats.org/officeDocument/2006/relationships/customXml" Target="../ink/ink932.xml"/><Relationship Id="rId347" Type="http://schemas.openxmlformats.org/officeDocument/2006/relationships/customXml" Target="../ink/ink953.xml"/><Relationship Id="rId512" Type="http://schemas.openxmlformats.org/officeDocument/2006/relationships/image" Target="../media/image1046.png"/><Relationship Id="rId44" Type="http://schemas.openxmlformats.org/officeDocument/2006/relationships/image" Target="../media/image812.png"/><Relationship Id="rId86" Type="http://schemas.openxmlformats.org/officeDocument/2006/relationships/image" Target="../media/image833.png"/><Relationship Id="rId151" Type="http://schemas.openxmlformats.org/officeDocument/2006/relationships/customXml" Target="../ink/ink855.xml"/><Relationship Id="rId389" Type="http://schemas.openxmlformats.org/officeDocument/2006/relationships/customXml" Target="../ink/ink974.xml"/><Relationship Id="rId554" Type="http://schemas.openxmlformats.org/officeDocument/2006/relationships/image" Target="../media/image1067.png"/><Relationship Id="rId596" Type="http://schemas.openxmlformats.org/officeDocument/2006/relationships/image" Target="../media/image1088.png"/><Relationship Id="rId193" Type="http://schemas.openxmlformats.org/officeDocument/2006/relationships/customXml" Target="../ink/ink876.xml"/><Relationship Id="rId207" Type="http://schemas.openxmlformats.org/officeDocument/2006/relationships/customXml" Target="../ink/ink883.xml"/><Relationship Id="rId249" Type="http://schemas.openxmlformats.org/officeDocument/2006/relationships/customXml" Target="../ink/ink904.xml"/><Relationship Id="rId414" Type="http://schemas.openxmlformats.org/officeDocument/2006/relationships/image" Target="../media/image997.png"/><Relationship Id="rId456" Type="http://schemas.openxmlformats.org/officeDocument/2006/relationships/image" Target="../media/image1018.png"/><Relationship Id="rId498" Type="http://schemas.openxmlformats.org/officeDocument/2006/relationships/image" Target="../media/image1039.png"/><Relationship Id="rId621" Type="http://schemas.openxmlformats.org/officeDocument/2006/relationships/customXml" Target="../ink/ink1090.xml"/><Relationship Id="rId13" Type="http://schemas.openxmlformats.org/officeDocument/2006/relationships/customXml" Target="../ink/ink786.xml"/><Relationship Id="rId109" Type="http://schemas.openxmlformats.org/officeDocument/2006/relationships/customXml" Target="../ink/ink834.xml"/><Relationship Id="rId260" Type="http://schemas.openxmlformats.org/officeDocument/2006/relationships/image" Target="../media/image920.png"/><Relationship Id="rId316" Type="http://schemas.openxmlformats.org/officeDocument/2006/relationships/image" Target="../media/image948.png"/><Relationship Id="rId523" Type="http://schemas.openxmlformats.org/officeDocument/2006/relationships/customXml" Target="../ink/ink1041.xml"/><Relationship Id="rId55" Type="http://schemas.openxmlformats.org/officeDocument/2006/relationships/customXml" Target="../ink/ink807.xml"/><Relationship Id="rId97" Type="http://schemas.openxmlformats.org/officeDocument/2006/relationships/customXml" Target="../ink/ink828.xml"/><Relationship Id="rId120" Type="http://schemas.openxmlformats.org/officeDocument/2006/relationships/image" Target="../media/image850.png"/><Relationship Id="rId358" Type="http://schemas.openxmlformats.org/officeDocument/2006/relationships/image" Target="../media/image969.png"/><Relationship Id="rId565" Type="http://schemas.openxmlformats.org/officeDocument/2006/relationships/customXml" Target="../ink/ink1062.xml"/><Relationship Id="rId162" Type="http://schemas.openxmlformats.org/officeDocument/2006/relationships/image" Target="../media/image871.png"/><Relationship Id="rId218" Type="http://schemas.openxmlformats.org/officeDocument/2006/relationships/image" Target="../media/image899.png"/><Relationship Id="rId425" Type="http://schemas.openxmlformats.org/officeDocument/2006/relationships/customXml" Target="../ink/ink992.xml"/><Relationship Id="rId467" Type="http://schemas.openxmlformats.org/officeDocument/2006/relationships/customXml" Target="../ink/ink1013.xml"/><Relationship Id="rId271" Type="http://schemas.openxmlformats.org/officeDocument/2006/relationships/customXml" Target="../ink/ink915.xml"/><Relationship Id="rId24" Type="http://schemas.openxmlformats.org/officeDocument/2006/relationships/image" Target="../media/image802.png"/><Relationship Id="rId66" Type="http://schemas.openxmlformats.org/officeDocument/2006/relationships/image" Target="../media/image823.png"/><Relationship Id="rId131" Type="http://schemas.openxmlformats.org/officeDocument/2006/relationships/customXml" Target="../ink/ink845.xml"/><Relationship Id="rId327" Type="http://schemas.openxmlformats.org/officeDocument/2006/relationships/customXml" Target="../ink/ink943.xml"/><Relationship Id="rId369" Type="http://schemas.openxmlformats.org/officeDocument/2006/relationships/customXml" Target="../ink/ink964.xml"/><Relationship Id="rId534" Type="http://schemas.openxmlformats.org/officeDocument/2006/relationships/image" Target="../media/image1057.png"/><Relationship Id="rId576" Type="http://schemas.openxmlformats.org/officeDocument/2006/relationships/image" Target="../media/image1078.png"/><Relationship Id="rId173" Type="http://schemas.openxmlformats.org/officeDocument/2006/relationships/customXml" Target="../ink/ink866.xml"/><Relationship Id="rId229" Type="http://schemas.openxmlformats.org/officeDocument/2006/relationships/customXml" Target="../ink/ink894.xml"/><Relationship Id="rId380" Type="http://schemas.openxmlformats.org/officeDocument/2006/relationships/image" Target="../media/image980.png"/><Relationship Id="rId436" Type="http://schemas.openxmlformats.org/officeDocument/2006/relationships/image" Target="../media/image1008.png"/><Relationship Id="rId601" Type="http://schemas.openxmlformats.org/officeDocument/2006/relationships/customXml" Target="../ink/ink1080.xml"/><Relationship Id="rId240" Type="http://schemas.openxmlformats.org/officeDocument/2006/relationships/image" Target="../media/image910.png"/><Relationship Id="rId478" Type="http://schemas.openxmlformats.org/officeDocument/2006/relationships/image" Target="../media/image1029.png"/><Relationship Id="rId35" Type="http://schemas.openxmlformats.org/officeDocument/2006/relationships/customXml" Target="../ink/ink797.xml"/><Relationship Id="rId77" Type="http://schemas.openxmlformats.org/officeDocument/2006/relationships/customXml" Target="../ink/ink818.xml"/><Relationship Id="rId100" Type="http://schemas.openxmlformats.org/officeDocument/2006/relationships/image" Target="../media/image840.png"/><Relationship Id="rId282" Type="http://schemas.openxmlformats.org/officeDocument/2006/relationships/image" Target="../media/image931.png"/><Relationship Id="rId338" Type="http://schemas.openxmlformats.org/officeDocument/2006/relationships/image" Target="../media/image959.png"/><Relationship Id="rId503" Type="http://schemas.openxmlformats.org/officeDocument/2006/relationships/customXml" Target="../ink/ink1031.xml"/><Relationship Id="rId545" Type="http://schemas.openxmlformats.org/officeDocument/2006/relationships/customXml" Target="../ink/ink1052.xml"/><Relationship Id="rId587" Type="http://schemas.openxmlformats.org/officeDocument/2006/relationships/customXml" Target="../ink/ink1073.xml"/><Relationship Id="rId8" Type="http://schemas.openxmlformats.org/officeDocument/2006/relationships/image" Target="../media/image794.png"/><Relationship Id="rId142" Type="http://schemas.openxmlformats.org/officeDocument/2006/relationships/image" Target="../media/image861.png"/><Relationship Id="rId184" Type="http://schemas.openxmlformats.org/officeDocument/2006/relationships/image" Target="../media/image882.png"/><Relationship Id="rId391" Type="http://schemas.openxmlformats.org/officeDocument/2006/relationships/customXml" Target="../ink/ink975.xml"/><Relationship Id="rId405" Type="http://schemas.openxmlformats.org/officeDocument/2006/relationships/customXml" Target="../ink/ink982.xml"/><Relationship Id="rId447" Type="http://schemas.openxmlformats.org/officeDocument/2006/relationships/customXml" Target="../ink/ink1003.xml"/><Relationship Id="rId612" Type="http://schemas.openxmlformats.org/officeDocument/2006/relationships/image" Target="../media/image1096.png"/><Relationship Id="rId251" Type="http://schemas.openxmlformats.org/officeDocument/2006/relationships/customXml" Target="../ink/ink905.xml"/><Relationship Id="rId489" Type="http://schemas.openxmlformats.org/officeDocument/2006/relationships/customXml" Target="../ink/ink1024.xml"/><Relationship Id="rId46" Type="http://schemas.openxmlformats.org/officeDocument/2006/relationships/image" Target="../media/image813.png"/><Relationship Id="rId293" Type="http://schemas.openxmlformats.org/officeDocument/2006/relationships/customXml" Target="../ink/ink926.xml"/><Relationship Id="rId307" Type="http://schemas.openxmlformats.org/officeDocument/2006/relationships/customXml" Target="../ink/ink933.xml"/><Relationship Id="rId349" Type="http://schemas.openxmlformats.org/officeDocument/2006/relationships/customXml" Target="../ink/ink954.xml"/><Relationship Id="rId514" Type="http://schemas.openxmlformats.org/officeDocument/2006/relationships/image" Target="../media/image1047.png"/><Relationship Id="rId556" Type="http://schemas.openxmlformats.org/officeDocument/2006/relationships/image" Target="../media/image1068.png"/><Relationship Id="rId88" Type="http://schemas.openxmlformats.org/officeDocument/2006/relationships/image" Target="../media/image834.png"/><Relationship Id="rId111" Type="http://schemas.openxmlformats.org/officeDocument/2006/relationships/customXml" Target="../ink/ink835.xml"/><Relationship Id="rId153" Type="http://schemas.openxmlformats.org/officeDocument/2006/relationships/customXml" Target="../ink/ink856.xml"/><Relationship Id="rId195" Type="http://schemas.openxmlformats.org/officeDocument/2006/relationships/customXml" Target="../ink/ink877.xml"/><Relationship Id="rId209" Type="http://schemas.openxmlformats.org/officeDocument/2006/relationships/customXml" Target="../ink/ink884.xml"/><Relationship Id="rId360" Type="http://schemas.openxmlformats.org/officeDocument/2006/relationships/image" Target="../media/image970.png"/><Relationship Id="rId416" Type="http://schemas.openxmlformats.org/officeDocument/2006/relationships/image" Target="../media/image998.png"/><Relationship Id="rId598" Type="http://schemas.openxmlformats.org/officeDocument/2006/relationships/image" Target="../media/image1089.png"/><Relationship Id="rId220" Type="http://schemas.openxmlformats.org/officeDocument/2006/relationships/image" Target="../media/image900.png"/><Relationship Id="rId458" Type="http://schemas.openxmlformats.org/officeDocument/2006/relationships/image" Target="../media/image1019.png"/><Relationship Id="rId623" Type="http://schemas.openxmlformats.org/officeDocument/2006/relationships/customXml" Target="../ink/ink1091.xml"/><Relationship Id="rId15" Type="http://schemas.openxmlformats.org/officeDocument/2006/relationships/customXml" Target="../ink/ink787.xml"/><Relationship Id="rId57" Type="http://schemas.openxmlformats.org/officeDocument/2006/relationships/customXml" Target="../ink/ink808.xml"/><Relationship Id="rId262" Type="http://schemas.openxmlformats.org/officeDocument/2006/relationships/image" Target="../media/image921.png"/><Relationship Id="rId318" Type="http://schemas.openxmlformats.org/officeDocument/2006/relationships/image" Target="../media/image949.png"/><Relationship Id="rId525" Type="http://schemas.openxmlformats.org/officeDocument/2006/relationships/customXml" Target="../ink/ink1042.xml"/><Relationship Id="rId567" Type="http://schemas.openxmlformats.org/officeDocument/2006/relationships/customXml" Target="../ink/ink1063.xml"/><Relationship Id="rId99" Type="http://schemas.openxmlformats.org/officeDocument/2006/relationships/customXml" Target="../ink/ink829.xml"/><Relationship Id="rId122" Type="http://schemas.openxmlformats.org/officeDocument/2006/relationships/image" Target="../media/image851.png"/><Relationship Id="rId164" Type="http://schemas.openxmlformats.org/officeDocument/2006/relationships/image" Target="../media/image872.png"/><Relationship Id="rId371" Type="http://schemas.openxmlformats.org/officeDocument/2006/relationships/customXml" Target="../ink/ink965.xml"/><Relationship Id="rId427" Type="http://schemas.openxmlformats.org/officeDocument/2006/relationships/customXml" Target="../ink/ink993.xml"/><Relationship Id="rId469" Type="http://schemas.openxmlformats.org/officeDocument/2006/relationships/customXml" Target="../ink/ink1014.xml"/><Relationship Id="rId26" Type="http://schemas.openxmlformats.org/officeDocument/2006/relationships/image" Target="../media/image803.png"/><Relationship Id="rId231" Type="http://schemas.openxmlformats.org/officeDocument/2006/relationships/customXml" Target="../ink/ink895.xml"/><Relationship Id="rId273" Type="http://schemas.openxmlformats.org/officeDocument/2006/relationships/customXml" Target="../ink/ink916.xml"/><Relationship Id="rId329" Type="http://schemas.openxmlformats.org/officeDocument/2006/relationships/customXml" Target="../ink/ink944.xml"/><Relationship Id="rId480" Type="http://schemas.openxmlformats.org/officeDocument/2006/relationships/image" Target="../media/image1030.png"/><Relationship Id="rId536" Type="http://schemas.openxmlformats.org/officeDocument/2006/relationships/image" Target="../media/image1058.png"/><Relationship Id="rId68" Type="http://schemas.openxmlformats.org/officeDocument/2006/relationships/image" Target="../media/image824.png"/><Relationship Id="rId133" Type="http://schemas.openxmlformats.org/officeDocument/2006/relationships/customXml" Target="../ink/ink846.xml"/><Relationship Id="rId175" Type="http://schemas.openxmlformats.org/officeDocument/2006/relationships/customXml" Target="../ink/ink867.xml"/><Relationship Id="rId340" Type="http://schemas.openxmlformats.org/officeDocument/2006/relationships/image" Target="../media/image960.png"/><Relationship Id="rId578" Type="http://schemas.openxmlformats.org/officeDocument/2006/relationships/image" Target="../media/image1079.png"/><Relationship Id="rId200" Type="http://schemas.openxmlformats.org/officeDocument/2006/relationships/image" Target="../media/image890.png"/><Relationship Id="rId382" Type="http://schemas.openxmlformats.org/officeDocument/2006/relationships/image" Target="../media/image981.png"/><Relationship Id="rId438" Type="http://schemas.openxmlformats.org/officeDocument/2006/relationships/image" Target="../media/image1009.png"/><Relationship Id="rId603" Type="http://schemas.openxmlformats.org/officeDocument/2006/relationships/customXml" Target="../ink/ink1081.xml"/><Relationship Id="rId242" Type="http://schemas.openxmlformats.org/officeDocument/2006/relationships/image" Target="../media/image911.png"/><Relationship Id="rId284" Type="http://schemas.openxmlformats.org/officeDocument/2006/relationships/image" Target="../media/image932.png"/><Relationship Id="rId491" Type="http://schemas.openxmlformats.org/officeDocument/2006/relationships/customXml" Target="../ink/ink1025.xml"/><Relationship Id="rId505" Type="http://schemas.openxmlformats.org/officeDocument/2006/relationships/customXml" Target="../ink/ink1032.xml"/><Relationship Id="rId37" Type="http://schemas.openxmlformats.org/officeDocument/2006/relationships/customXml" Target="../ink/ink798.xml"/><Relationship Id="rId79" Type="http://schemas.openxmlformats.org/officeDocument/2006/relationships/customXml" Target="../ink/ink819.xml"/><Relationship Id="rId102" Type="http://schemas.openxmlformats.org/officeDocument/2006/relationships/image" Target="../media/image841.png"/><Relationship Id="rId144" Type="http://schemas.openxmlformats.org/officeDocument/2006/relationships/image" Target="../media/image862.png"/><Relationship Id="rId547" Type="http://schemas.openxmlformats.org/officeDocument/2006/relationships/customXml" Target="../ink/ink1053.xml"/><Relationship Id="rId589" Type="http://schemas.openxmlformats.org/officeDocument/2006/relationships/customXml" Target="../ink/ink1074.xml"/><Relationship Id="rId90" Type="http://schemas.openxmlformats.org/officeDocument/2006/relationships/image" Target="../media/image835.png"/><Relationship Id="rId186" Type="http://schemas.openxmlformats.org/officeDocument/2006/relationships/image" Target="../media/image883.png"/><Relationship Id="rId351" Type="http://schemas.openxmlformats.org/officeDocument/2006/relationships/customXml" Target="../ink/ink955.xml"/><Relationship Id="rId393" Type="http://schemas.openxmlformats.org/officeDocument/2006/relationships/customXml" Target="../ink/ink976.xml"/><Relationship Id="rId407" Type="http://schemas.openxmlformats.org/officeDocument/2006/relationships/customXml" Target="../ink/ink983.xml"/><Relationship Id="rId449" Type="http://schemas.openxmlformats.org/officeDocument/2006/relationships/customXml" Target="../ink/ink1004.xml"/><Relationship Id="rId614" Type="http://schemas.openxmlformats.org/officeDocument/2006/relationships/image" Target="../media/image1097.png"/><Relationship Id="rId211" Type="http://schemas.openxmlformats.org/officeDocument/2006/relationships/customXml" Target="../ink/ink885.xml"/><Relationship Id="rId253" Type="http://schemas.openxmlformats.org/officeDocument/2006/relationships/customXml" Target="../ink/ink906.xml"/><Relationship Id="rId295" Type="http://schemas.openxmlformats.org/officeDocument/2006/relationships/customXml" Target="../ink/ink927.xml"/><Relationship Id="rId309" Type="http://schemas.openxmlformats.org/officeDocument/2006/relationships/customXml" Target="../ink/ink934.xml"/><Relationship Id="rId460" Type="http://schemas.openxmlformats.org/officeDocument/2006/relationships/image" Target="../media/image1020.png"/><Relationship Id="rId516" Type="http://schemas.openxmlformats.org/officeDocument/2006/relationships/image" Target="../media/image1048.png"/><Relationship Id="rId48" Type="http://schemas.openxmlformats.org/officeDocument/2006/relationships/image" Target="../media/image814.png"/><Relationship Id="rId113" Type="http://schemas.openxmlformats.org/officeDocument/2006/relationships/customXml" Target="../ink/ink836.xml"/><Relationship Id="rId320" Type="http://schemas.openxmlformats.org/officeDocument/2006/relationships/image" Target="../media/image950.png"/><Relationship Id="rId558" Type="http://schemas.openxmlformats.org/officeDocument/2006/relationships/image" Target="../media/image1069.png"/><Relationship Id="rId155" Type="http://schemas.openxmlformats.org/officeDocument/2006/relationships/customXml" Target="../ink/ink857.xml"/><Relationship Id="rId197" Type="http://schemas.openxmlformats.org/officeDocument/2006/relationships/customXml" Target="../ink/ink878.xml"/><Relationship Id="rId362" Type="http://schemas.openxmlformats.org/officeDocument/2006/relationships/image" Target="../media/image971.png"/><Relationship Id="rId418" Type="http://schemas.openxmlformats.org/officeDocument/2006/relationships/image" Target="../media/image999.png"/><Relationship Id="rId625" Type="http://schemas.openxmlformats.org/officeDocument/2006/relationships/customXml" Target="../ink/ink1092.xml"/><Relationship Id="rId222" Type="http://schemas.openxmlformats.org/officeDocument/2006/relationships/image" Target="../media/image901.png"/><Relationship Id="rId264" Type="http://schemas.openxmlformats.org/officeDocument/2006/relationships/image" Target="../media/image922.png"/><Relationship Id="rId471" Type="http://schemas.openxmlformats.org/officeDocument/2006/relationships/customXml" Target="../ink/ink1015.xml"/><Relationship Id="rId17" Type="http://schemas.openxmlformats.org/officeDocument/2006/relationships/customXml" Target="../ink/ink788.xml"/><Relationship Id="rId59" Type="http://schemas.openxmlformats.org/officeDocument/2006/relationships/customXml" Target="../ink/ink809.xml"/><Relationship Id="rId124" Type="http://schemas.openxmlformats.org/officeDocument/2006/relationships/image" Target="../media/image852.png"/><Relationship Id="rId527" Type="http://schemas.openxmlformats.org/officeDocument/2006/relationships/customXml" Target="../ink/ink1043.xml"/><Relationship Id="rId569" Type="http://schemas.openxmlformats.org/officeDocument/2006/relationships/customXml" Target="../ink/ink1064.xml"/><Relationship Id="rId70" Type="http://schemas.openxmlformats.org/officeDocument/2006/relationships/image" Target="../media/image825.png"/><Relationship Id="rId166" Type="http://schemas.openxmlformats.org/officeDocument/2006/relationships/image" Target="../media/image873.png"/><Relationship Id="rId331" Type="http://schemas.openxmlformats.org/officeDocument/2006/relationships/customXml" Target="../ink/ink945.xml"/><Relationship Id="rId373" Type="http://schemas.openxmlformats.org/officeDocument/2006/relationships/customXml" Target="../ink/ink966.xml"/><Relationship Id="rId429" Type="http://schemas.openxmlformats.org/officeDocument/2006/relationships/customXml" Target="../ink/ink994.xml"/><Relationship Id="rId580" Type="http://schemas.openxmlformats.org/officeDocument/2006/relationships/image" Target="../media/image1080.png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896.xml"/><Relationship Id="rId440" Type="http://schemas.openxmlformats.org/officeDocument/2006/relationships/image" Target="../media/image1010.png"/><Relationship Id="rId28" Type="http://schemas.openxmlformats.org/officeDocument/2006/relationships/image" Target="../media/image804.png"/><Relationship Id="rId275" Type="http://schemas.openxmlformats.org/officeDocument/2006/relationships/customXml" Target="../ink/ink917.xml"/><Relationship Id="rId300" Type="http://schemas.openxmlformats.org/officeDocument/2006/relationships/image" Target="../media/image940.png"/><Relationship Id="rId482" Type="http://schemas.openxmlformats.org/officeDocument/2006/relationships/image" Target="../media/image1031.png"/><Relationship Id="rId538" Type="http://schemas.openxmlformats.org/officeDocument/2006/relationships/image" Target="../media/image1059.png"/><Relationship Id="rId81" Type="http://schemas.openxmlformats.org/officeDocument/2006/relationships/customXml" Target="../ink/ink820.xml"/><Relationship Id="rId135" Type="http://schemas.openxmlformats.org/officeDocument/2006/relationships/customXml" Target="../ink/ink847.xml"/><Relationship Id="rId177" Type="http://schemas.openxmlformats.org/officeDocument/2006/relationships/customXml" Target="../ink/ink868.xml"/><Relationship Id="rId342" Type="http://schemas.openxmlformats.org/officeDocument/2006/relationships/image" Target="../media/image961.png"/><Relationship Id="rId384" Type="http://schemas.openxmlformats.org/officeDocument/2006/relationships/image" Target="../media/image982.png"/><Relationship Id="rId591" Type="http://schemas.openxmlformats.org/officeDocument/2006/relationships/customXml" Target="../ink/ink1075.xml"/><Relationship Id="rId605" Type="http://schemas.openxmlformats.org/officeDocument/2006/relationships/customXml" Target="../ink/ink1082.xml"/><Relationship Id="rId202" Type="http://schemas.openxmlformats.org/officeDocument/2006/relationships/image" Target="../media/image891.png"/><Relationship Id="rId244" Type="http://schemas.openxmlformats.org/officeDocument/2006/relationships/image" Target="../media/image912.png"/><Relationship Id="rId39" Type="http://schemas.openxmlformats.org/officeDocument/2006/relationships/customXml" Target="../ink/ink799.xml"/><Relationship Id="rId286" Type="http://schemas.openxmlformats.org/officeDocument/2006/relationships/image" Target="../media/image933.png"/><Relationship Id="rId451" Type="http://schemas.openxmlformats.org/officeDocument/2006/relationships/customXml" Target="../ink/ink1005.xml"/><Relationship Id="rId493" Type="http://schemas.openxmlformats.org/officeDocument/2006/relationships/customXml" Target="../ink/ink1026.xml"/><Relationship Id="rId507" Type="http://schemas.openxmlformats.org/officeDocument/2006/relationships/customXml" Target="../ink/ink1033.xml"/><Relationship Id="rId549" Type="http://schemas.openxmlformats.org/officeDocument/2006/relationships/customXml" Target="../ink/ink1054.xml"/><Relationship Id="rId50" Type="http://schemas.openxmlformats.org/officeDocument/2006/relationships/image" Target="../media/image815.png"/><Relationship Id="rId104" Type="http://schemas.openxmlformats.org/officeDocument/2006/relationships/image" Target="../media/image842.png"/><Relationship Id="rId146" Type="http://schemas.openxmlformats.org/officeDocument/2006/relationships/image" Target="../media/image863.png"/><Relationship Id="rId188" Type="http://schemas.openxmlformats.org/officeDocument/2006/relationships/image" Target="../media/image884.png"/><Relationship Id="rId311" Type="http://schemas.openxmlformats.org/officeDocument/2006/relationships/customXml" Target="../ink/ink935.xml"/><Relationship Id="rId353" Type="http://schemas.openxmlformats.org/officeDocument/2006/relationships/customXml" Target="../ink/ink956.xml"/><Relationship Id="rId395" Type="http://schemas.openxmlformats.org/officeDocument/2006/relationships/customXml" Target="../ink/ink977.xml"/><Relationship Id="rId409" Type="http://schemas.openxmlformats.org/officeDocument/2006/relationships/customXml" Target="../ink/ink984.xml"/><Relationship Id="rId560" Type="http://schemas.openxmlformats.org/officeDocument/2006/relationships/image" Target="../media/image1070.png"/><Relationship Id="rId92" Type="http://schemas.openxmlformats.org/officeDocument/2006/relationships/image" Target="../media/image836.png"/><Relationship Id="rId213" Type="http://schemas.openxmlformats.org/officeDocument/2006/relationships/customXml" Target="../ink/ink886.xml"/><Relationship Id="rId420" Type="http://schemas.openxmlformats.org/officeDocument/2006/relationships/image" Target="../media/image1000.png"/><Relationship Id="rId616" Type="http://schemas.openxmlformats.org/officeDocument/2006/relationships/image" Target="../media/image1098.png"/><Relationship Id="rId255" Type="http://schemas.openxmlformats.org/officeDocument/2006/relationships/customXml" Target="../ink/ink907.xml"/><Relationship Id="rId297" Type="http://schemas.openxmlformats.org/officeDocument/2006/relationships/customXml" Target="../ink/ink928.xml"/><Relationship Id="rId462" Type="http://schemas.openxmlformats.org/officeDocument/2006/relationships/image" Target="../media/image1021.png"/><Relationship Id="rId518" Type="http://schemas.openxmlformats.org/officeDocument/2006/relationships/image" Target="../media/image1049.png"/><Relationship Id="rId115" Type="http://schemas.openxmlformats.org/officeDocument/2006/relationships/customXml" Target="../ink/ink837.xml"/><Relationship Id="rId157" Type="http://schemas.openxmlformats.org/officeDocument/2006/relationships/customXml" Target="../ink/ink858.xml"/><Relationship Id="rId322" Type="http://schemas.openxmlformats.org/officeDocument/2006/relationships/image" Target="../media/image951.png"/><Relationship Id="rId364" Type="http://schemas.openxmlformats.org/officeDocument/2006/relationships/image" Target="../media/image972.png"/><Relationship Id="rId61" Type="http://schemas.openxmlformats.org/officeDocument/2006/relationships/customXml" Target="../ink/ink810.xml"/><Relationship Id="rId199" Type="http://schemas.openxmlformats.org/officeDocument/2006/relationships/customXml" Target="../ink/ink879.xml"/><Relationship Id="rId571" Type="http://schemas.openxmlformats.org/officeDocument/2006/relationships/customXml" Target="../ink/ink1065.xml"/><Relationship Id="rId19" Type="http://schemas.openxmlformats.org/officeDocument/2006/relationships/customXml" Target="../ink/ink789.xml"/><Relationship Id="rId224" Type="http://schemas.openxmlformats.org/officeDocument/2006/relationships/image" Target="../media/image902.png"/><Relationship Id="rId266" Type="http://schemas.openxmlformats.org/officeDocument/2006/relationships/image" Target="../media/image923.png"/><Relationship Id="rId431" Type="http://schemas.openxmlformats.org/officeDocument/2006/relationships/customXml" Target="../ink/ink995.xml"/><Relationship Id="rId473" Type="http://schemas.openxmlformats.org/officeDocument/2006/relationships/customXml" Target="../ink/ink1016.xml"/><Relationship Id="rId529" Type="http://schemas.openxmlformats.org/officeDocument/2006/relationships/customXml" Target="../ink/ink1044.xml"/><Relationship Id="rId30" Type="http://schemas.openxmlformats.org/officeDocument/2006/relationships/image" Target="../media/image805.png"/><Relationship Id="rId126" Type="http://schemas.openxmlformats.org/officeDocument/2006/relationships/image" Target="../media/image853.png"/><Relationship Id="rId168" Type="http://schemas.openxmlformats.org/officeDocument/2006/relationships/image" Target="../media/image874.png"/><Relationship Id="rId333" Type="http://schemas.openxmlformats.org/officeDocument/2006/relationships/customXml" Target="../ink/ink946.xml"/><Relationship Id="rId540" Type="http://schemas.openxmlformats.org/officeDocument/2006/relationships/image" Target="../media/image1060.png"/><Relationship Id="rId72" Type="http://schemas.openxmlformats.org/officeDocument/2006/relationships/image" Target="../media/image826.png"/><Relationship Id="rId375" Type="http://schemas.openxmlformats.org/officeDocument/2006/relationships/customXml" Target="../ink/ink967.xml"/><Relationship Id="rId582" Type="http://schemas.openxmlformats.org/officeDocument/2006/relationships/image" Target="../media/image1081.png"/><Relationship Id="rId3" Type="http://schemas.openxmlformats.org/officeDocument/2006/relationships/image" Target="../media/image791.svg"/><Relationship Id="rId235" Type="http://schemas.openxmlformats.org/officeDocument/2006/relationships/customXml" Target="../ink/ink897.xml"/><Relationship Id="rId277" Type="http://schemas.openxmlformats.org/officeDocument/2006/relationships/customXml" Target="../ink/ink918.xml"/><Relationship Id="rId400" Type="http://schemas.openxmlformats.org/officeDocument/2006/relationships/image" Target="../media/image990.png"/><Relationship Id="rId442" Type="http://schemas.openxmlformats.org/officeDocument/2006/relationships/image" Target="../media/image1011.png"/><Relationship Id="rId484" Type="http://schemas.openxmlformats.org/officeDocument/2006/relationships/image" Target="../media/image1032.png"/><Relationship Id="rId137" Type="http://schemas.openxmlformats.org/officeDocument/2006/relationships/customXml" Target="../ink/ink848.xml"/><Relationship Id="rId302" Type="http://schemas.openxmlformats.org/officeDocument/2006/relationships/image" Target="../media/image941.png"/><Relationship Id="rId344" Type="http://schemas.openxmlformats.org/officeDocument/2006/relationships/image" Target="../media/image962.png"/><Relationship Id="rId41" Type="http://schemas.openxmlformats.org/officeDocument/2006/relationships/customXml" Target="../ink/ink800.xml"/><Relationship Id="rId83" Type="http://schemas.openxmlformats.org/officeDocument/2006/relationships/customXml" Target="../ink/ink821.xml"/><Relationship Id="rId179" Type="http://schemas.openxmlformats.org/officeDocument/2006/relationships/customXml" Target="../ink/ink869.xml"/><Relationship Id="rId386" Type="http://schemas.openxmlformats.org/officeDocument/2006/relationships/image" Target="../media/image983.png"/><Relationship Id="rId551" Type="http://schemas.openxmlformats.org/officeDocument/2006/relationships/customXml" Target="../ink/ink1055.xml"/><Relationship Id="rId593" Type="http://schemas.openxmlformats.org/officeDocument/2006/relationships/customXml" Target="../ink/ink1076.xml"/><Relationship Id="rId607" Type="http://schemas.openxmlformats.org/officeDocument/2006/relationships/customXml" Target="../ink/ink1083.xml"/><Relationship Id="rId190" Type="http://schemas.openxmlformats.org/officeDocument/2006/relationships/image" Target="../media/image885.png"/><Relationship Id="rId204" Type="http://schemas.openxmlformats.org/officeDocument/2006/relationships/image" Target="../media/image892.png"/><Relationship Id="rId246" Type="http://schemas.openxmlformats.org/officeDocument/2006/relationships/image" Target="../media/image913.png"/><Relationship Id="rId288" Type="http://schemas.openxmlformats.org/officeDocument/2006/relationships/image" Target="../media/image934.png"/><Relationship Id="rId411" Type="http://schemas.openxmlformats.org/officeDocument/2006/relationships/customXml" Target="../ink/ink985.xml"/><Relationship Id="rId453" Type="http://schemas.openxmlformats.org/officeDocument/2006/relationships/customXml" Target="../ink/ink1006.xml"/><Relationship Id="rId509" Type="http://schemas.openxmlformats.org/officeDocument/2006/relationships/customXml" Target="../ink/ink1034.xml"/><Relationship Id="rId106" Type="http://schemas.openxmlformats.org/officeDocument/2006/relationships/image" Target="../media/image843.png"/><Relationship Id="rId313" Type="http://schemas.openxmlformats.org/officeDocument/2006/relationships/customXml" Target="../ink/ink936.xml"/><Relationship Id="rId495" Type="http://schemas.openxmlformats.org/officeDocument/2006/relationships/customXml" Target="../ink/ink1027.xml"/><Relationship Id="rId10" Type="http://schemas.openxmlformats.org/officeDocument/2006/relationships/image" Target="../media/image795.png"/><Relationship Id="rId52" Type="http://schemas.openxmlformats.org/officeDocument/2006/relationships/image" Target="../media/image816.png"/><Relationship Id="rId94" Type="http://schemas.openxmlformats.org/officeDocument/2006/relationships/image" Target="../media/image837.png"/><Relationship Id="rId148" Type="http://schemas.openxmlformats.org/officeDocument/2006/relationships/image" Target="../media/image864.png"/><Relationship Id="rId355" Type="http://schemas.openxmlformats.org/officeDocument/2006/relationships/customXml" Target="../ink/ink957.xml"/><Relationship Id="rId397" Type="http://schemas.openxmlformats.org/officeDocument/2006/relationships/customXml" Target="../ink/ink978.xml"/><Relationship Id="rId520" Type="http://schemas.openxmlformats.org/officeDocument/2006/relationships/image" Target="../media/image1050.png"/><Relationship Id="rId562" Type="http://schemas.openxmlformats.org/officeDocument/2006/relationships/image" Target="../media/image1071.png"/><Relationship Id="rId618" Type="http://schemas.openxmlformats.org/officeDocument/2006/relationships/image" Target="../media/image1099.png"/><Relationship Id="rId215" Type="http://schemas.openxmlformats.org/officeDocument/2006/relationships/customXml" Target="../ink/ink887.xml"/><Relationship Id="rId257" Type="http://schemas.openxmlformats.org/officeDocument/2006/relationships/customXml" Target="../ink/ink908.xml"/><Relationship Id="rId422" Type="http://schemas.openxmlformats.org/officeDocument/2006/relationships/image" Target="../media/image1001.png"/><Relationship Id="rId464" Type="http://schemas.openxmlformats.org/officeDocument/2006/relationships/image" Target="../media/image1022.png"/><Relationship Id="rId299" Type="http://schemas.openxmlformats.org/officeDocument/2006/relationships/customXml" Target="../ink/ink929.xml"/><Relationship Id="rId63" Type="http://schemas.openxmlformats.org/officeDocument/2006/relationships/customXml" Target="../ink/ink811.xml"/><Relationship Id="rId159" Type="http://schemas.openxmlformats.org/officeDocument/2006/relationships/customXml" Target="../ink/ink859.xml"/><Relationship Id="rId366" Type="http://schemas.openxmlformats.org/officeDocument/2006/relationships/image" Target="../media/image973.png"/><Relationship Id="rId573" Type="http://schemas.openxmlformats.org/officeDocument/2006/relationships/customXml" Target="../ink/ink1066.xml"/><Relationship Id="rId226" Type="http://schemas.openxmlformats.org/officeDocument/2006/relationships/image" Target="../media/image903.png"/><Relationship Id="rId433" Type="http://schemas.openxmlformats.org/officeDocument/2006/relationships/customXml" Target="../ink/ink996.xml"/><Relationship Id="rId74" Type="http://schemas.openxmlformats.org/officeDocument/2006/relationships/image" Target="../media/image827.png"/><Relationship Id="rId377" Type="http://schemas.openxmlformats.org/officeDocument/2006/relationships/customXml" Target="../ink/ink968.xml"/><Relationship Id="rId500" Type="http://schemas.openxmlformats.org/officeDocument/2006/relationships/image" Target="../media/image1040.png"/><Relationship Id="rId584" Type="http://schemas.openxmlformats.org/officeDocument/2006/relationships/image" Target="../media/image1082.png"/><Relationship Id="rId5" Type="http://schemas.openxmlformats.org/officeDocument/2006/relationships/customXml" Target="../ink/ink782.xml"/><Relationship Id="rId237" Type="http://schemas.openxmlformats.org/officeDocument/2006/relationships/customXml" Target="../ink/ink898.xml"/><Relationship Id="rId444" Type="http://schemas.openxmlformats.org/officeDocument/2006/relationships/image" Target="../media/image1012.png"/><Relationship Id="rId290" Type="http://schemas.openxmlformats.org/officeDocument/2006/relationships/image" Target="../media/image935.png"/><Relationship Id="rId304" Type="http://schemas.openxmlformats.org/officeDocument/2006/relationships/image" Target="../media/image942.png"/><Relationship Id="rId388" Type="http://schemas.openxmlformats.org/officeDocument/2006/relationships/image" Target="../media/image984.png"/><Relationship Id="rId511" Type="http://schemas.openxmlformats.org/officeDocument/2006/relationships/customXml" Target="../ink/ink1035.xml"/><Relationship Id="rId609" Type="http://schemas.openxmlformats.org/officeDocument/2006/relationships/customXml" Target="../ink/ink1084.xml"/><Relationship Id="rId85" Type="http://schemas.openxmlformats.org/officeDocument/2006/relationships/customXml" Target="../ink/ink822.xml"/><Relationship Id="rId150" Type="http://schemas.openxmlformats.org/officeDocument/2006/relationships/image" Target="../media/image865.png"/><Relationship Id="rId595" Type="http://schemas.openxmlformats.org/officeDocument/2006/relationships/customXml" Target="../ink/ink1077.xml"/><Relationship Id="rId248" Type="http://schemas.openxmlformats.org/officeDocument/2006/relationships/image" Target="../media/image914.png"/><Relationship Id="rId455" Type="http://schemas.openxmlformats.org/officeDocument/2006/relationships/customXml" Target="../ink/ink1007.xml"/><Relationship Id="rId12" Type="http://schemas.openxmlformats.org/officeDocument/2006/relationships/image" Target="../media/image796.png"/><Relationship Id="rId108" Type="http://schemas.openxmlformats.org/officeDocument/2006/relationships/image" Target="../media/image844.png"/><Relationship Id="rId315" Type="http://schemas.openxmlformats.org/officeDocument/2006/relationships/customXml" Target="../ink/ink937.xml"/><Relationship Id="rId522" Type="http://schemas.openxmlformats.org/officeDocument/2006/relationships/image" Target="../media/image1051.png"/><Relationship Id="rId96" Type="http://schemas.openxmlformats.org/officeDocument/2006/relationships/image" Target="../media/image838.png"/><Relationship Id="rId161" Type="http://schemas.openxmlformats.org/officeDocument/2006/relationships/customXml" Target="../ink/ink860.xml"/><Relationship Id="rId399" Type="http://schemas.openxmlformats.org/officeDocument/2006/relationships/customXml" Target="../ink/ink979.xml"/><Relationship Id="rId259" Type="http://schemas.openxmlformats.org/officeDocument/2006/relationships/customXml" Target="../ink/ink909.xml"/><Relationship Id="rId466" Type="http://schemas.openxmlformats.org/officeDocument/2006/relationships/image" Target="../media/image1023.png"/><Relationship Id="rId23" Type="http://schemas.openxmlformats.org/officeDocument/2006/relationships/customXml" Target="../ink/ink791.xml"/><Relationship Id="rId119" Type="http://schemas.openxmlformats.org/officeDocument/2006/relationships/customXml" Target="../ink/ink839.xml"/><Relationship Id="rId326" Type="http://schemas.openxmlformats.org/officeDocument/2006/relationships/image" Target="../media/image953.png"/><Relationship Id="rId533" Type="http://schemas.openxmlformats.org/officeDocument/2006/relationships/customXml" Target="../ink/ink1046.xml"/><Relationship Id="rId172" Type="http://schemas.openxmlformats.org/officeDocument/2006/relationships/image" Target="../media/image876.png"/><Relationship Id="rId477" Type="http://schemas.openxmlformats.org/officeDocument/2006/relationships/customXml" Target="../ink/ink1018.xml"/><Relationship Id="rId600" Type="http://schemas.openxmlformats.org/officeDocument/2006/relationships/image" Target="../media/image1090.png"/><Relationship Id="rId337" Type="http://schemas.openxmlformats.org/officeDocument/2006/relationships/customXml" Target="../ink/ink948.xml"/><Relationship Id="rId34" Type="http://schemas.openxmlformats.org/officeDocument/2006/relationships/image" Target="../media/image807.png"/><Relationship Id="rId544" Type="http://schemas.openxmlformats.org/officeDocument/2006/relationships/image" Target="../media/image1062.png"/><Relationship Id="rId183" Type="http://schemas.openxmlformats.org/officeDocument/2006/relationships/customXml" Target="../ink/ink871.xml"/><Relationship Id="rId390" Type="http://schemas.openxmlformats.org/officeDocument/2006/relationships/image" Target="../media/image985.png"/><Relationship Id="rId404" Type="http://schemas.openxmlformats.org/officeDocument/2006/relationships/image" Target="../media/image992.png"/><Relationship Id="rId611" Type="http://schemas.openxmlformats.org/officeDocument/2006/relationships/customXml" Target="../ink/ink1085.xml"/><Relationship Id="rId250" Type="http://schemas.openxmlformats.org/officeDocument/2006/relationships/image" Target="../media/image915.png"/><Relationship Id="rId488" Type="http://schemas.openxmlformats.org/officeDocument/2006/relationships/image" Target="../media/image1034.png"/><Relationship Id="rId45" Type="http://schemas.openxmlformats.org/officeDocument/2006/relationships/customXml" Target="../ink/ink802.xml"/><Relationship Id="rId110" Type="http://schemas.openxmlformats.org/officeDocument/2006/relationships/image" Target="../media/image845.png"/><Relationship Id="rId348" Type="http://schemas.openxmlformats.org/officeDocument/2006/relationships/image" Target="../media/image964.png"/><Relationship Id="rId555" Type="http://schemas.openxmlformats.org/officeDocument/2006/relationships/customXml" Target="../ink/ink1057.xml"/><Relationship Id="rId194" Type="http://schemas.openxmlformats.org/officeDocument/2006/relationships/image" Target="../media/image887.png"/><Relationship Id="rId208" Type="http://schemas.openxmlformats.org/officeDocument/2006/relationships/image" Target="../media/image894.png"/><Relationship Id="rId415" Type="http://schemas.openxmlformats.org/officeDocument/2006/relationships/customXml" Target="../ink/ink987.xml"/><Relationship Id="rId622" Type="http://schemas.openxmlformats.org/officeDocument/2006/relationships/image" Target="../media/image1101.png"/><Relationship Id="rId261" Type="http://schemas.openxmlformats.org/officeDocument/2006/relationships/customXml" Target="../ink/ink910.xml"/><Relationship Id="rId499" Type="http://schemas.openxmlformats.org/officeDocument/2006/relationships/customXml" Target="../ink/ink1029.xml"/><Relationship Id="rId56" Type="http://schemas.openxmlformats.org/officeDocument/2006/relationships/image" Target="../media/image818.png"/><Relationship Id="rId359" Type="http://schemas.openxmlformats.org/officeDocument/2006/relationships/customXml" Target="../ink/ink959.xml"/><Relationship Id="rId566" Type="http://schemas.openxmlformats.org/officeDocument/2006/relationships/image" Target="../media/image1073.png"/><Relationship Id="rId121" Type="http://schemas.openxmlformats.org/officeDocument/2006/relationships/customXml" Target="../ink/ink840.xml"/><Relationship Id="rId219" Type="http://schemas.openxmlformats.org/officeDocument/2006/relationships/customXml" Target="../ink/ink889.xml"/><Relationship Id="rId426" Type="http://schemas.openxmlformats.org/officeDocument/2006/relationships/image" Target="../media/image1003.png"/><Relationship Id="rId67" Type="http://schemas.openxmlformats.org/officeDocument/2006/relationships/customXml" Target="../ink/ink813.xml"/><Relationship Id="rId272" Type="http://schemas.openxmlformats.org/officeDocument/2006/relationships/image" Target="../media/image926.png"/><Relationship Id="rId577" Type="http://schemas.openxmlformats.org/officeDocument/2006/relationships/customXml" Target="../ink/ink1068.xml"/><Relationship Id="rId132" Type="http://schemas.openxmlformats.org/officeDocument/2006/relationships/image" Target="../media/image856.png"/><Relationship Id="rId437" Type="http://schemas.openxmlformats.org/officeDocument/2006/relationships/customXml" Target="../ink/ink998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62.png"/><Relationship Id="rId21" Type="http://schemas.openxmlformats.org/officeDocument/2006/relationships/image" Target="../media/image1114.png"/><Relationship Id="rId42" Type="http://schemas.openxmlformats.org/officeDocument/2006/relationships/customXml" Target="../ink/ink1111.xml"/><Relationship Id="rId63" Type="http://schemas.openxmlformats.org/officeDocument/2006/relationships/image" Target="../media/image1135.png"/><Relationship Id="rId84" Type="http://schemas.openxmlformats.org/officeDocument/2006/relationships/customXml" Target="../ink/ink1132.xml"/><Relationship Id="rId138" Type="http://schemas.openxmlformats.org/officeDocument/2006/relationships/customXml" Target="../ink/ink1159.xml"/><Relationship Id="rId159" Type="http://schemas.openxmlformats.org/officeDocument/2006/relationships/image" Target="../media/image1183.png"/><Relationship Id="rId170" Type="http://schemas.openxmlformats.org/officeDocument/2006/relationships/customXml" Target="../ink/ink1175.xml"/><Relationship Id="rId191" Type="http://schemas.openxmlformats.org/officeDocument/2006/relationships/image" Target="../media/image1199.png"/><Relationship Id="rId205" Type="http://schemas.openxmlformats.org/officeDocument/2006/relationships/image" Target="../media/image1206.png"/><Relationship Id="rId226" Type="http://schemas.openxmlformats.org/officeDocument/2006/relationships/customXml" Target="../ink/ink1203.xml"/><Relationship Id="rId247" Type="http://schemas.openxmlformats.org/officeDocument/2006/relationships/image" Target="../media/image1227.png"/><Relationship Id="rId107" Type="http://schemas.openxmlformats.org/officeDocument/2006/relationships/image" Target="../media/image1157.png"/><Relationship Id="rId11" Type="http://schemas.openxmlformats.org/officeDocument/2006/relationships/image" Target="../media/image1109.png"/><Relationship Id="rId32" Type="http://schemas.openxmlformats.org/officeDocument/2006/relationships/customXml" Target="../ink/ink1106.xml"/><Relationship Id="rId53" Type="http://schemas.openxmlformats.org/officeDocument/2006/relationships/image" Target="../media/image1130.png"/><Relationship Id="rId74" Type="http://schemas.openxmlformats.org/officeDocument/2006/relationships/customXml" Target="../ink/ink1127.xml"/><Relationship Id="rId128" Type="http://schemas.openxmlformats.org/officeDocument/2006/relationships/customXml" Target="../ink/ink1154.xml"/><Relationship Id="rId149" Type="http://schemas.openxmlformats.org/officeDocument/2006/relationships/image" Target="../media/image1178.png"/><Relationship Id="rId5" Type="http://schemas.openxmlformats.org/officeDocument/2006/relationships/image" Target="../media/image1106.svg"/><Relationship Id="rId95" Type="http://schemas.openxmlformats.org/officeDocument/2006/relationships/image" Target="../media/image1151.png"/><Relationship Id="rId160" Type="http://schemas.openxmlformats.org/officeDocument/2006/relationships/customXml" Target="../ink/ink1170.xml"/><Relationship Id="rId181" Type="http://schemas.openxmlformats.org/officeDocument/2006/relationships/image" Target="../media/image1194.png"/><Relationship Id="rId216" Type="http://schemas.openxmlformats.org/officeDocument/2006/relationships/customXml" Target="../ink/ink1198.xml"/><Relationship Id="rId237" Type="http://schemas.openxmlformats.org/officeDocument/2006/relationships/image" Target="../media/image1222.png"/><Relationship Id="rId22" Type="http://schemas.openxmlformats.org/officeDocument/2006/relationships/customXml" Target="../ink/ink1101.xml"/><Relationship Id="rId43" Type="http://schemas.openxmlformats.org/officeDocument/2006/relationships/image" Target="../media/image1125.png"/><Relationship Id="rId64" Type="http://schemas.openxmlformats.org/officeDocument/2006/relationships/customXml" Target="../ink/ink1122.xml"/><Relationship Id="rId118" Type="http://schemas.openxmlformats.org/officeDocument/2006/relationships/customXml" Target="../ink/ink1149.xml"/><Relationship Id="rId139" Type="http://schemas.openxmlformats.org/officeDocument/2006/relationships/image" Target="../media/image1173.png"/><Relationship Id="rId85" Type="http://schemas.openxmlformats.org/officeDocument/2006/relationships/image" Target="../media/image1146.png"/><Relationship Id="rId150" Type="http://schemas.openxmlformats.org/officeDocument/2006/relationships/customXml" Target="../ink/ink1165.xml"/><Relationship Id="rId171" Type="http://schemas.openxmlformats.org/officeDocument/2006/relationships/image" Target="../media/image1189.png"/><Relationship Id="rId192" Type="http://schemas.openxmlformats.org/officeDocument/2006/relationships/customXml" Target="../ink/ink1186.xml"/><Relationship Id="rId206" Type="http://schemas.openxmlformats.org/officeDocument/2006/relationships/customXml" Target="../ink/ink1193.xml"/><Relationship Id="rId227" Type="http://schemas.openxmlformats.org/officeDocument/2006/relationships/image" Target="../media/image1217.png"/><Relationship Id="rId248" Type="http://schemas.openxmlformats.org/officeDocument/2006/relationships/customXml" Target="../ink/ink1214.xml"/><Relationship Id="rId12" Type="http://schemas.openxmlformats.org/officeDocument/2006/relationships/customXml" Target="../ink/ink1096.xml"/><Relationship Id="rId33" Type="http://schemas.openxmlformats.org/officeDocument/2006/relationships/image" Target="../media/image1120.png"/><Relationship Id="rId108" Type="http://schemas.openxmlformats.org/officeDocument/2006/relationships/customXml" Target="../ink/ink1144.xml"/><Relationship Id="rId129" Type="http://schemas.openxmlformats.org/officeDocument/2006/relationships/image" Target="../media/image1168.png"/><Relationship Id="rId54" Type="http://schemas.openxmlformats.org/officeDocument/2006/relationships/customXml" Target="../ink/ink1117.xml"/><Relationship Id="rId75" Type="http://schemas.openxmlformats.org/officeDocument/2006/relationships/image" Target="../media/image1141.png"/><Relationship Id="rId96" Type="http://schemas.openxmlformats.org/officeDocument/2006/relationships/customXml" Target="../ink/ink1138.xml"/><Relationship Id="rId140" Type="http://schemas.openxmlformats.org/officeDocument/2006/relationships/customXml" Target="../ink/ink1160.xml"/><Relationship Id="rId161" Type="http://schemas.openxmlformats.org/officeDocument/2006/relationships/image" Target="../media/image1184.png"/><Relationship Id="rId182" Type="http://schemas.openxmlformats.org/officeDocument/2006/relationships/customXml" Target="../ink/ink1181.xml"/><Relationship Id="rId217" Type="http://schemas.openxmlformats.org/officeDocument/2006/relationships/image" Target="../media/image1212.png"/><Relationship Id="rId6" Type="http://schemas.openxmlformats.org/officeDocument/2006/relationships/customXml" Target="../ink/ink1093.xml"/><Relationship Id="rId238" Type="http://schemas.openxmlformats.org/officeDocument/2006/relationships/customXml" Target="../ink/ink1209.xml"/><Relationship Id="rId23" Type="http://schemas.openxmlformats.org/officeDocument/2006/relationships/image" Target="../media/image1115.png"/><Relationship Id="rId119" Type="http://schemas.openxmlformats.org/officeDocument/2006/relationships/image" Target="../media/image1163.png"/><Relationship Id="rId44" Type="http://schemas.openxmlformats.org/officeDocument/2006/relationships/customXml" Target="../ink/ink1112.xml"/><Relationship Id="rId65" Type="http://schemas.openxmlformats.org/officeDocument/2006/relationships/image" Target="../media/image1136.png"/><Relationship Id="rId86" Type="http://schemas.openxmlformats.org/officeDocument/2006/relationships/customXml" Target="../ink/ink1133.xml"/><Relationship Id="rId130" Type="http://schemas.openxmlformats.org/officeDocument/2006/relationships/customXml" Target="../ink/ink1155.xml"/><Relationship Id="rId151" Type="http://schemas.openxmlformats.org/officeDocument/2006/relationships/image" Target="../media/image1179.png"/><Relationship Id="rId172" Type="http://schemas.openxmlformats.org/officeDocument/2006/relationships/customXml" Target="../ink/ink1176.xml"/><Relationship Id="rId193" Type="http://schemas.openxmlformats.org/officeDocument/2006/relationships/image" Target="../media/image1200.png"/><Relationship Id="rId207" Type="http://schemas.openxmlformats.org/officeDocument/2006/relationships/image" Target="../media/image1207.png"/><Relationship Id="rId228" Type="http://schemas.openxmlformats.org/officeDocument/2006/relationships/customXml" Target="../ink/ink1204.xml"/><Relationship Id="rId249" Type="http://schemas.openxmlformats.org/officeDocument/2006/relationships/image" Target="../media/image1228.png"/><Relationship Id="rId13" Type="http://schemas.openxmlformats.org/officeDocument/2006/relationships/image" Target="../media/image1110.png"/><Relationship Id="rId109" Type="http://schemas.openxmlformats.org/officeDocument/2006/relationships/image" Target="../media/image1158.png"/><Relationship Id="rId34" Type="http://schemas.openxmlformats.org/officeDocument/2006/relationships/customXml" Target="../ink/ink1107.xml"/><Relationship Id="rId55" Type="http://schemas.openxmlformats.org/officeDocument/2006/relationships/image" Target="../media/image1131.png"/><Relationship Id="rId76" Type="http://schemas.openxmlformats.org/officeDocument/2006/relationships/customXml" Target="../ink/ink1128.xml"/><Relationship Id="rId97" Type="http://schemas.openxmlformats.org/officeDocument/2006/relationships/image" Target="../media/image1152.png"/><Relationship Id="rId120" Type="http://schemas.openxmlformats.org/officeDocument/2006/relationships/customXml" Target="../ink/ink1150.xml"/><Relationship Id="rId141" Type="http://schemas.openxmlformats.org/officeDocument/2006/relationships/image" Target="../media/image1174.png"/><Relationship Id="rId7" Type="http://schemas.openxmlformats.org/officeDocument/2006/relationships/image" Target="../media/image1107.png"/><Relationship Id="rId162" Type="http://schemas.openxmlformats.org/officeDocument/2006/relationships/customXml" Target="../ink/ink1171.xml"/><Relationship Id="rId183" Type="http://schemas.openxmlformats.org/officeDocument/2006/relationships/image" Target="../media/image1195.png"/><Relationship Id="rId218" Type="http://schemas.openxmlformats.org/officeDocument/2006/relationships/customXml" Target="../ink/ink1199.xml"/><Relationship Id="rId239" Type="http://schemas.openxmlformats.org/officeDocument/2006/relationships/image" Target="../media/image1223.png"/><Relationship Id="rId250" Type="http://schemas.openxmlformats.org/officeDocument/2006/relationships/customXml" Target="../ink/ink1215.xml"/><Relationship Id="rId24" Type="http://schemas.openxmlformats.org/officeDocument/2006/relationships/customXml" Target="../ink/ink1102.xml"/><Relationship Id="rId45" Type="http://schemas.openxmlformats.org/officeDocument/2006/relationships/image" Target="../media/image1126.png"/><Relationship Id="rId66" Type="http://schemas.openxmlformats.org/officeDocument/2006/relationships/customXml" Target="../ink/ink1123.xml"/><Relationship Id="rId87" Type="http://schemas.openxmlformats.org/officeDocument/2006/relationships/image" Target="../media/image1147.png"/><Relationship Id="rId110" Type="http://schemas.openxmlformats.org/officeDocument/2006/relationships/customXml" Target="../ink/ink1145.xml"/><Relationship Id="rId131" Type="http://schemas.openxmlformats.org/officeDocument/2006/relationships/image" Target="../media/image1169.png"/><Relationship Id="rId152" Type="http://schemas.openxmlformats.org/officeDocument/2006/relationships/customXml" Target="../ink/ink1166.xml"/><Relationship Id="rId173" Type="http://schemas.openxmlformats.org/officeDocument/2006/relationships/image" Target="../media/image1190.png"/><Relationship Id="rId194" Type="http://schemas.openxmlformats.org/officeDocument/2006/relationships/customXml" Target="../ink/ink1187.xml"/><Relationship Id="rId208" Type="http://schemas.openxmlformats.org/officeDocument/2006/relationships/customXml" Target="../ink/ink1194.xml"/><Relationship Id="rId229" Type="http://schemas.openxmlformats.org/officeDocument/2006/relationships/image" Target="../media/image1218.png"/><Relationship Id="rId240" Type="http://schemas.openxmlformats.org/officeDocument/2006/relationships/customXml" Target="../ink/ink1210.xml"/><Relationship Id="rId14" Type="http://schemas.openxmlformats.org/officeDocument/2006/relationships/customXml" Target="../ink/ink1097.xml"/><Relationship Id="rId35" Type="http://schemas.openxmlformats.org/officeDocument/2006/relationships/image" Target="../media/image1121.png"/><Relationship Id="rId56" Type="http://schemas.openxmlformats.org/officeDocument/2006/relationships/customXml" Target="../ink/ink1118.xml"/><Relationship Id="rId77" Type="http://schemas.openxmlformats.org/officeDocument/2006/relationships/image" Target="../media/image1142.png"/><Relationship Id="rId100" Type="http://schemas.openxmlformats.org/officeDocument/2006/relationships/customXml" Target="../ink/ink1140.xml"/><Relationship Id="rId8" Type="http://schemas.openxmlformats.org/officeDocument/2006/relationships/customXml" Target="../ink/ink1094.xml"/><Relationship Id="rId98" Type="http://schemas.openxmlformats.org/officeDocument/2006/relationships/customXml" Target="../ink/ink1139.xml"/><Relationship Id="rId121" Type="http://schemas.openxmlformats.org/officeDocument/2006/relationships/image" Target="../media/image1164.png"/><Relationship Id="rId142" Type="http://schemas.openxmlformats.org/officeDocument/2006/relationships/customXml" Target="../ink/ink1161.xml"/><Relationship Id="rId163" Type="http://schemas.openxmlformats.org/officeDocument/2006/relationships/image" Target="../media/image1185.png"/><Relationship Id="rId184" Type="http://schemas.openxmlformats.org/officeDocument/2006/relationships/customXml" Target="../ink/ink1182.xml"/><Relationship Id="rId219" Type="http://schemas.openxmlformats.org/officeDocument/2006/relationships/image" Target="../media/image1213.png"/><Relationship Id="rId230" Type="http://schemas.openxmlformats.org/officeDocument/2006/relationships/customXml" Target="../ink/ink1205.xml"/><Relationship Id="rId251" Type="http://schemas.openxmlformats.org/officeDocument/2006/relationships/image" Target="../media/image1229.png"/><Relationship Id="rId25" Type="http://schemas.openxmlformats.org/officeDocument/2006/relationships/image" Target="../media/image1116.png"/><Relationship Id="rId46" Type="http://schemas.openxmlformats.org/officeDocument/2006/relationships/customXml" Target="../ink/ink1113.xml"/><Relationship Id="rId67" Type="http://schemas.openxmlformats.org/officeDocument/2006/relationships/image" Target="../media/image1137.png"/><Relationship Id="rId88" Type="http://schemas.openxmlformats.org/officeDocument/2006/relationships/customXml" Target="../ink/ink1134.xml"/><Relationship Id="rId111" Type="http://schemas.openxmlformats.org/officeDocument/2006/relationships/image" Target="../media/image1159.png"/><Relationship Id="rId132" Type="http://schemas.openxmlformats.org/officeDocument/2006/relationships/customXml" Target="../ink/ink1156.xml"/><Relationship Id="rId153" Type="http://schemas.openxmlformats.org/officeDocument/2006/relationships/image" Target="../media/image1180.png"/><Relationship Id="rId174" Type="http://schemas.openxmlformats.org/officeDocument/2006/relationships/customXml" Target="../ink/ink1177.xml"/><Relationship Id="rId195" Type="http://schemas.openxmlformats.org/officeDocument/2006/relationships/image" Target="../media/image1201.png"/><Relationship Id="rId209" Type="http://schemas.openxmlformats.org/officeDocument/2006/relationships/image" Target="../media/image1208.png"/><Relationship Id="rId220" Type="http://schemas.openxmlformats.org/officeDocument/2006/relationships/customXml" Target="../ink/ink1200.xml"/><Relationship Id="rId241" Type="http://schemas.openxmlformats.org/officeDocument/2006/relationships/image" Target="../media/image1224.png"/><Relationship Id="rId15" Type="http://schemas.openxmlformats.org/officeDocument/2006/relationships/image" Target="../media/image1111.png"/><Relationship Id="rId36" Type="http://schemas.openxmlformats.org/officeDocument/2006/relationships/customXml" Target="../ink/ink1108.xml"/><Relationship Id="rId57" Type="http://schemas.openxmlformats.org/officeDocument/2006/relationships/image" Target="../media/image1132.png"/><Relationship Id="rId78" Type="http://schemas.openxmlformats.org/officeDocument/2006/relationships/customXml" Target="../ink/ink1129.xml"/><Relationship Id="rId99" Type="http://schemas.openxmlformats.org/officeDocument/2006/relationships/image" Target="../media/image1153.png"/><Relationship Id="rId101" Type="http://schemas.openxmlformats.org/officeDocument/2006/relationships/image" Target="../media/image1154.png"/><Relationship Id="rId122" Type="http://schemas.openxmlformats.org/officeDocument/2006/relationships/customXml" Target="../ink/ink1151.xml"/><Relationship Id="rId143" Type="http://schemas.openxmlformats.org/officeDocument/2006/relationships/image" Target="../media/image1175.png"/><Relationship Id="rId164" Type="http://schemas.openxmlformats.org/officeDocument/2006/relationships/customXml" Target="../ink/ink1172.xml"/><Relationship Id="rId185" Type="http://schemas.openxmlformats.org/officeDocument/2006/relationships/image" Target="../media/image1196.png"/><Relationship Id="rId9" Type="http://schemas.openxmlformats.org/officeDocument/2006/relationships/image" Target="../media/image1108.png"/><Relationship Id="rId210" Type="http://schemas.openxmlformats.org/officeDocument/2006/relationships/customXml" Target="../ink/ink1195.xml"/><Relationship Id="rId26" Type="http://schemas.openxmlformats.org/officeDocument/2006/relationships/customXml" Target="../ink/ink1103.xml"/><Relationship Id="rId231" Type="http://schemas.openxmlformats.org/officeDocument/2006/relationships/image" Target="../media/image1219.png"/><Relationship Id="rId252" Type="http://schemas.openxmlformats.org/officeDocument/2006/relationships/customXml" Target="../ink/ink1216.xml"/><Relationship Id="rId47" Type="http://schemas.openxmlformats.org/officeDocument/2006/relationships/image" Target="../media/image1127.png"/><Relationship Id="rId68" Type="http://schemas.openxmlformats.org/officeDocument/2006/relationships/customXml" Target="../ink/ink1124.xml"/><Relationship Id="rId89" Type="http://schemas.openxmlformats.org/officeDocument/2006/relationships/image" Target="../media/image1148.png"/><Relationship Id="rId112" Type="http://schemas.openxmlformats.org/officeDocument/2006/relationships/customXml" Target="../ink/ink1146.xml"/><Relationship Id="rId133" Type="http://schemas.openxmlformats.org/officeDocument/2006/relationships/image" Target="../media/image1170.png"/><Relationship Id="rId154" Type="http://schemas.openxmlformats.org/officeDocument/2006/relationships/customXml" Target="../ink/ink1167.xml"/><Relationship Id="rId175" Type="http://schemas.openxmlformats.org/officeDocument/2006/relationships/image" Target="../media/image1191.png"/><Relationship Id="rId196" Type="http://schemas.openxmlformats.org/officeDocument/2006/relationships/customXml" Target="../ink/ink1188.xml"/><Relationship Id="rId200" Type="http://schemas.openxmlformats.org/officeDocument/2006/relationships/customXml" Target="../ink/ink1190.xml"/><Relationship Id="rId16" Type="http://schemas.openxmlformats.org/officeDocument/2006/relationships/customXml" Target="../ink/ink1098.xml"/><Relationship Id="rId221" Type="http://schemas.openxmlformats.org/officeDocument/2006/relationships/image" Target="../media/image1214.png"/><Relationship Id="rId242" Type="http://schemas.openxmlformats.org/officeDocument/2006/relationships/customXml" Target="../ink/ink1211.xml"/><Relationship Id="rId37" Type="http://schemas.openxmlformats.org/officeDocument/2006/relationships/image" Target="../media/image1122.png"/><Relationship Id="rId58" Type="http://schemas.openxmlformats.org/officeDocument/2006/relationships/customXml" Target="../ink/ink1119.xml"/><Relationship Id="rId79" Type="http://schemas.openxmlformats.org/officeDocument/2006/relationships/image" Target="../media/image1143.png"/><Relationship Id="rId102" Type="http://schemas.openxmlformats.org/officeDocument/2006/relationships/customXml" Target="../ink/ink1141.xml"/><Relationship Id="rId123" Type="http://schemas.openxmlformats.org/officeDocument/2006/relationships/image" Target="../media/image1165.png"/><Relationship Id="rId144" Type="http://schemas.openxmlformats.org/officeDocument/2006/relationships/customXml" Target="../ink/ink1162.xml"/><Relationship Id="rId90" Type="http://schemas.openxmlformats.org/officeDocument/2006/relationships/customXml" Target="../ink/ink1135.xml"/><Relationship Id="rId165" Type="http://schemas.openxmlformats.org/officeDocument/2006/relationships/image" Target="../media/image1186.png"/><Relationship Id="rId186" Type="http://schemas.openxmlformats.org/officeDocument/2006/relationships/customXml" Target="../ink/ink1183.xml"/><Relationship Id="rId211" Type="http://schemas.openxmlformats.org/officeDocument/2006/relationships/image" Target="../media/image1209.png"/><Relationship Id="rId232" Type="http://schemas.openxmlformats.org/officeDocument/2006/relationships/customXml" Target="../ink/ink1206.xml"/><Relationship Id="rId253" Type="http://schemas.openxmlformats.org/officeDocument/2006/relationships/image" Target="../media/image1230.png"/><Relationship Id="rId27" Type="http://schemas.openxmlformats.org/officeDocument/2006/relationships/image" Target="../media/image1117.png"/><Relationship Id="rId48" Type="http://schemas.openxmlformats.org/officeDocument/2006/relationships/customXml" Target="../ink/ink1114.xml"/><Relationship Id="rId69" Type="http://schemas.openxmlformats.org/officeDocument/2006/relationships/image" Target="../media/image1138.png"/><Relationship Id="rId113" Type="http://schemas.openxmlformats.org/officeDocument/2006/relationships/image" Target="../media/image1160.png"/><Relationship Id="rId134" Type="http://schemas.openxmlformats.org/officeDocument/2006/relationships/customXml" Target="../ink/ink1157.xml"/><Relationship Id="rId80" Type="http://schemas.openxmlformats.org/officeDocument/2006/relationships/customXml" Target="../ink/ink1130.xml"/><Relationship Id="rId155" Type="http://schemas.openxmlformats.org/officeDocument/2006/relationships/image" Target="../media/image1181.png"/><Relationship Id="rId176" Type="http://schemas.openxmlformats.org/officeDocument/2006/relationships/customXml" Target="../ink/ink1178.xml"/><Relationship Id="rId197" Type="http://schemas.openxmlformats.org/officeDocument/2006/relationships/image" Target="../media/image1202.png"/><Relationship Id="rId201" Type="http://schemas.openxmlformats.org/officeDocument/2006/relationships/image" Target="../media/image1204.png"/><Relationship Id="rId222" Type="http://schemas.openxmlformats.org/officeDocument/2006/relationships/customXml" Target="../ink/ink1201.xml"/><Relationship Id="rId243" Type="http://schemas.openxmlformats.org/officeDocument/2006/relationships/image" Target="../media/image1225.png"/><Relationship Id="rId17" Type="http://schemas.openxmlformats.org/officeDocument/2006/relationships/image" Target="../media/image1112.png"/><Relationship Id="rId38" Type="http://schemas.openxmlformats.org/officeDocument/2006/relationships/customXml" Target="../ink/ink1109.xml"/><Relationship Id="rId59" Type="http://schemas.openxmlformats.org/officeDocument/2006/relationships/image" Target="../media/image1133.png"/><Relationship Id="rId103" Type="http://schemas.openxmlformats.org/officeDocument/2006/relationships/image" Target="../media/image1155.png"/><Relationship Id="rId124" Type="http://schemas.openxmlformats.org/officeDocument/2006/relationships/customXml" Target="../ink/ink1152.xml"/><Relationship Id="rId70" Type="http://schemas.openxmlformats.org/officeDocument/2006/relationships/customXml" Target="../ink/ink1125.xml"/><Relationship Id="rId91" Type="http://schemas.openxmlformats.org/officeDocument/2006/relationships/image" Target="../media/image1149.png"/><Relationship Id="rId145" Type="http://schemas.openxmlformats.org/officeDocument/2006/relationships/image" Target="../media/image1176.png"/><Relationship Id="rId166" Type="http://schemas.openxmlformats.org/officeDocument/2006/relationships/customXml" Target="../ink/ink1173.xml"/><Relationship Id="rId187" Type="http://schemas.openxmlformats.org/officeDocument/2006/relationships/image" Target="../media/image1197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196.xml"/><Relationship Id="rId233" Type="http://schemas.openxmlformats.org/officeDocument/2006/relationships/image" Target="../media/image1220.png"/><Relationship Id="rId254" Type="http://schemas.openxmlformats.org/officeDocument/2006/relationships/customXml" Target="../ink/ink1217.xml"/><Relationship Id="rId28" Type="http://schemas.openxmlformats.org/officeDocument/2006/relationships/customXml" Target="../ink/ink1104.xml"/><Relationship Id="rId49" Type="http://schemas.openxmlformats.org/officeDocument/2006/relationships/image" Target="../media/image1128.png"/><Relationship Id="rId114" Type="http://schemas.openxmlformats.org/officeDocument/2006/relationships/customXml" Target="../ink/ink1147.xml"/><Relationship Id="rId60" Type="http://schemas.openxmlformats.org/officeDocument/2006/relationships/customXml" Target="../ink/ink1120.xml"/><Relationship Id="rId81" Type="http://schemas.openxmlformats.org/officeDocument/2006/relationships/image" Target="../media/image1144.png"/><Relationship Id="rId135" Type="http://schemas.openxmlformats.org/officeDocument/2006/relationships/image" Target="../media/image1171.png"/><Relationship Id="rId156" Type="http://schemas.openxmlformats.org/officeDocument/2006/relationships/customXml" Target="../ink/ink1168.xml"/><Relationship Id="rId177" Type="http://schemas.openxmlformats.org/officeDocument/2006/relationships/image" Target="../media/image1192.png"/><Relationship Id="rId198" Type="http://schemas.openxmlformats.org/officeDocument/2006/relationships/customXml" Target="../ink/ink1189.xml"/><Relationship Id="rId202" Type="http://schemas.openxmlformats.org/officeDocument/2006/relationships/customXml" Target="../ink/ink1191.xml"/><Relationship Id="rId223" Type="http://schemas.openxmlformats.org/officeDocument/2006/relationships/image" Target="../media/image1215.png"/><Relationship Id="rId244" Type="http://schemas.openxmlformats.org/officeDocument/2006/relationships/customXml" Target="../ink/ink1212.xml"/><Relationship Id="rId18" Type="http://schemas.openxmlformats.org/officeDocument/2006/relationships/customXml" Target="../ink/ink1099.xml"/><Relationship Id="rId39" Type="http://schemas.openxmlformats.org/officeDocument/2006/relationships/image" Target="../media/image1123.png"/><Relationship Id="rId50" Type="http://schemas.openxmlformats.org/officeDocument/2006/relationships/customXml" Target="../ink/ink1115.xml"/><Relationship Id="rId104" Type="http://schemas.openxmlformats.org/officeDocument/2006/relationships/customXml" Target="../ink/ink1142.xml"/><Relationship Id="rId125" Type="http://schemas.openxmlformats.org/officeDocument/2006/relationships/image" Target="../media/image1166.png"/><Relationship Id="rId146" Type="http://schemas.openxmlformats.org/officeDocument/2006/relationships/customXml" Target="../ink/ink1163.xml"/><Relationship Id="rId167" Type="http://schemas.openxmlformats.org/officeDocument/2006/relationships/image" Target="../media/image1187.png"/><Relationship Id="rId188" Type="http://schemas.openxmlformats.org/officeDocument/2006/relationships/customXml" Target="../ink/ink1184.xml"/><Relationship Id="rId71" Type="http://schemas.openxmlformats.org/officeDocument/2006/relationships/image" Target="../media/image1139.png"/><Relationship Id="rId92" Type="http://schemas.openxmlformats.org/officeDocument/2006/relationships/customXml" Target="../ink/ink1136.xml"/><Relationship Id="rId213" Type="http://schemas.openxmlformats.org/officeDocument/2006/relationships/image" Target="../media/image1210.png"/><Relationship Id="rId234" Type="http://schemas.openxmlformats.org/officeDocument/2006/relationships/customXml" Target="../ink/ink1207.xml"/><Relationship Id="rId2" Type="http://schemas.openxmlformats.org/officeDocument/2006/relationships/notesSlide" Target="../notesSlides/notesSlide9.xml"/><Relationship Id="rId29" Type="http://schemas.openxmlformats.org/officeDocument/2006/relationships/image" Target="../media/image1118.png"/><Relationship Id="rId255" Type="http://schemas.openxmlformats.org/officeDocument/2006/relationships/image" Target="../media/image1231.png"/><Relationship Id="rId40" Type="http://schemas.openxmlformats.org/officeDocument/2006/relationships/customXml" Target="../ink/ink1110.xml"/><Relationship Id="rId115" Type="http://schemas.openxmlformats.org/officeDocument/2006/relationships/image" Target="../media/image1161.png"/><Relationship Id="rId136" Type="http://schemas.openxmlformats.org/officeDocument/2006/relationships/customXml" Target="../ink/ink1158.xml"/><Relationship Id="rId157" Type="http://schemas.openxmlformats.org/officeDocument/2006/relationships/image" Target="../media/image1182.png"/><Relationship Id="rId178" Type="http://schemas.openxmlformats.org/officeDocument/2006/relationships/customXml" Target="../ink/ink1179.xml"/><Relationship Id="rId61" Type="http://schemas.openxmlformats.org/officeDocument/2006/relationships/image" Target="../media/image1134.png"/><Relationship Id="rId82" Type="http://schemas.openxmlformats.org/officeDocument/2006/relationships/customXml" Target="../ink/ink1131.xml"/><Relationship Id="rId199" Type="http://schemas.openxmlformats.org/officeDocument/2006/relationships/image" Target="../media/image1203.png"/><Relationship Id="rId203" Type="http://schemas.openxmlformats.org/officeDocument/2006/relationships/image" Target="../media/image1205.png"/><Relationship Id="rId19" Type="http://schemas.openxmlformats.org/officeDocument/2006/relationships/image" Target="../media/image1113.png"/><Relationship Id="rId224" Type="http://schemas.openxmlformats.org/officeDocument/2006/relationships/customXml" Target="../ink/ink1202.xml"/><Relationship Id="rId245" Type="http://schemas.openxmlformats.org/officeDocument/2006/relationships/image" Target="../media/image1226.png"/><Relationship Id="rId30" Type="http://schemas.openxmlformats.org/officeDocument/2006/relationships/customXml" Target="../ink/ink1105.xml"/><Relationship Id="rId105" Type="http://schemas.openxmlformats.org/officeDocument/2006/relationships/image" Target="../media/image1156.png"/><Relationship Id="rId126" Type="http://schemas.openxmlformats.org/officeDocument/2006/relationships/customXml" Target="../ink/ink1153.xml"/><Relationship Id="rId147" Type="http://schemas.openxmlformats.org/officeDocument/2006/relationships/image" Target="../media/image1177.png"/><Relationship Id="rId168" Type="http://schemas.openxmlformats.org/officeDocument/2006/relationships/customXml" Target="../ink/ink1174.xml"/><Relationship Id="rId51" Type="http://schemas.openxmlformats.org/officeDocument/2006/relationships/image" Target="../media/image1129.png"/><Relationship Id="rId72" Type="http://schemas.openxmlformats.org/officeDocument/2006/relationships/customXml" Target="../ink/ink1126.xml"/><Relationship Id="rId93" Type="http://schemas.openxmlformats.org/officeDocument/2006/relationships/image" Target="../media/image1150.png"/><Relationship Id="rId189" Type="http://schemas.openxmlformats.org/officeDocument/2006/relationships/image" Target="../media/image1198.png"/><Relationship Id="rId3" Type="http://schemas.openxmlformats.org/officeDocument/2006/relationships/image" Target="../media/image1104.svg"/><Relationship Id="rId214" Type="http://schemas.openxmlformats.org/officeDocument/2006/relationships/customXml" Target="../ink/ink1197.xml"/><Relationship Id="rId235" Type="http://schemas.openxmlformats.org/officeDocument/2006/relationships/image" Target="../media/image1221.png"/><Relationship Id="rId116" Type="http://schemas.openxmlformats.org/officeDocument/2006/relationships/customXml" Target="../ink/ink1148.xml"/><Relationship Id="rId137" Type="http://schemas.openxmlformats.org/officeDocument/2006/relationships/image" Target="../media/image1172.png"/><Relationship Id="rId158" Type="http://schemas.openxmlformats.org/officeDocument/2006/relationships/customXml" Target="../ink/ink1169.xml"/><Relationship Id="rId20" Type="http://schemas.openxmlformats.org/officeDocument/2006/relationships/customXml" Target="../ink/ink1100.xml"/><Relationship Id="rId41" Type="http://schemas.openxmlformats.org/officeDocument/2006/relationships/image" Target="../media/image1124.png"/><Relationship Id="rId62" Type="http://schemas.openxmlformats.org/officeDocument/2006/relationships/customXml" Target="../ink/ink1121.xml"/><Relationship Id="rId83" Type="http://schemas.openxmlformats.org/officeDocument/2006/relationships/image" Target="../media/image1145.png"/><Relationship Id="rId179" Type="http://schemas.openxmlformats.org/officeDocument/2006/relationships/image" Target="../media/image1193.png"/><Relationship Id="rId190" Type="http://schemas.openxmlformats.org/officeDocument/2006/relationships/customXml" Target="../ink/ink1185.xml"/><Relationship Id="rId204" Type="http://schemas.openxmlformats.org/officeDocument/2006/relationships/customXml" Target="../ink/ink1192.xml"/><Relationship Id="rId225" Type="http://schemas.openxmlformats.org/officeDocument/2006/relationships/image" Target="../media/image1216.png"/><Relationship Id="rId246" Type="http://schemas.openxmlformats.org/officeDocument/2006/relationships/customXml" Target="../ink/ink1213.xml"/><Relationship Id="rId106" Type="http://schemas.openxmlformats.org/officeDocument/2006/relationships/customXml" Target="../ink/ink1143.xml"/><Relationship Id="rId127" Type="http://schemas.openxmlformats.org/officeDocument/2006/relationships/image" Target="../media/image1167.png"/><Relationship Id="rId10" Type="http://schemas.openxmlformats.org/officeDocument/2006/relationships/customXml" Target="../ink/ink1095.xml"/><Relationship Id="rId31" Type="http://schemas.openxmlformats.org/officeDocument/2006/relationships/image" Target="../media/image1119.png"/><Relationship Id="rId52" Type="http://schemas.openxmlformats.org/officeDocument/2006/relationships/customXml" Target="../ink/ink1116.xml"/><Relationship Id="rId73" Type="http://schemas.openxmlformats.org/officeDocument/2006/relationships/image" Target="../media/image1140.png"/><Relationship Id="rId94" Type="http://schemas.openxmlformats.org/officeDocument/2006/relationships/customXml" Target="../ink/ink1137.xml"/><Relationship Id="rId148" Type="http://schemas.openxmlformats.org/officeDocument/2006/relationships/customXml" Target="../ink/ink1164.xml"/><Relationship Id="rId169" Type="http://schemas.openxmlformats.org/officeDocument/2006/relationships/image" Target="../media/image1188.png"/><Relationship Id="rId4" Type="http://schemas.openxmlformats.org/officeDocument/2006/relationships/image" Target="../media/image1105.svg"/><Relationship Id="rId180" Type="http://schemas.openxmlformats.org/officeDocument/2006/relationships/customXml" Target="../ink/ink1180.xml"/><Relationship Id="rId215" Type="http://schemas.openxmlformats.org/officeDocument/2006/relationships/image" Target="../media/image1211.png"/><Relationship Id="rId236" Type="http://schemas.openxmlformats.org/officeDocument/2006/relationships/customXml" Target="../ink/ink1208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87.png"/><Relationship Id="rId21" Type="http://schemas.openxmlformats.org/officeDocument/2006/relationships/image" Target="../media/image1241.png"/><Relationship Id="rId42" Type="http://schemas.openxmlformats.org/officeDocument/2006/relationships/customXml" Target="../ink/ink1237.xml"/><Relationship Id="rId63" Type="http://schemas.openxmlformats.org/officeDocument/2006/relationships/image" Target="../media/image1262.png"/><Relationship Id="rId84" Type="http://schemas.openxmlformats.org/officeDocument/2006/relationships/customXml" Target="../ink/ink1258.xml"/><Relationship Id="rId138" Type="http://schemas.openxmlformats.org/officeDocument/2006/relationships/customXml" Target="../ink/ink1285.xml"/><Relationship Id="rId159" Type="http://schemas.openxmlformats.org/officeDocument/2006/relationships/customXml" Target="../ink/ink1296.xml"/><Relationship Id="rId170" Type="http://schemas.openxmlformats.org/officeDocument/2006/relationships/image" Target="../media/image1313.png"/><Relationship Id="rId191" Type="http://schemas.openxmlformats.org/officeDocument/2006/relationships/customXml" Target="../ink/ink1312.xml"/><Relationship Id="rId205" Type="http://schemas.openxmlformats.org/officeDocument/2006/relationships/customXml" Target="../ink/ink1319.xml"/><Relationship Id="rId226" Type="http://schemas.openxmlformats.org/officeDocument/2006/relationships/image" Target="../media/image1341.png"/><Relationship Id="rId107" Type="http://schemas.openxmlformats.org/officeDocument/2006/relationships/image" Target="../media/image575.png"/><Relationship Id="rId11" Type="http://schemas.openxmlformats.org/officeDocument/2006/relationships/image" Target="../media/image1236.png"/><Relationship Id="rId32" Type="http://schemas.openxmlformats.org/officeDocument/2006/relationships/customXml" Target="../ink/ink1232.xml"/><Relationship Id="rId53" Type="http://schemas.openxmlformats.org/officeDocument/2006/relationships/image" Target="../media/image1257.png"/><Relationship Id="rId74" Type="http://schemas.openxmlformats.org/officeDocument/2006/relationships/customXml" Target="../ink/ink1253.xml"/><Relationship Id="rId128" Type="http://schemas.openxmlformats.org/officeDocument/2006/relationships/customXml" Target="../ink/ink1280.xml"/><Relationship Id="rId149" Type="http://schemas.openxmlformats.org/officeDocument/2006/relationships/customXml" Target="../ink/ink1291.xml"/><Relationship Id="rId5" Type="http://schemas.openxmlformats.org/officeDocument/2006/relationships/image" Target="../media/image1233.png"/><Relationship Id="rId95" Type="http://schemas.openxmlformats.org/officeDocument/2006/relationships/image" Target="../media/image1278.png"/><Relationship Id="rId160" Type="http://schemas.openxmlformats.org/officeDocument/2006/relationships/image" Target="../media/image1308.png"/><Relationship Id="rId181" Type="http://schemas.openxmlformats.org/officeDocument/2006/relationships/customXml" Target="../ink/ink1307.xml"/><Relationship Id="rId216" Type="http://schemas.openxmlformats.org/officeDocument/2006/relationships/image" Target="../media/image1336.png"/><Relationship Id="rId237" Type="http://schemas.openxmlformats.org/officeDocument/2006/relationships/customXml" Target="../ink/ink1335.xml"/><Relationship Id="rId22" Type="http://schemas.openxmlformats.org/officeDocument/2006/relationships/customXml" Target="../ink/ink1227.xml"/><Relationship Id="rId43" Type="http://schemas.openxmlformats.org/officeDocument/2006/relationships/image" Target="../media/image1252.png"/><Relationship Id="rId64" Type="http://schemas.openxmlformats.org/officeDocument/2006/relationships/customXml" Target="../ink/ink1248.xml"/><Relationship Id="rId118" Type="http://schemas.openxmlformats.org/officeDocument/2006/relationships/customXml" Target="../ink/ink1275.xml"/><Relationship Id="rId139" Type="http://schemas.openxmlformats.org/officeDocument/2006/relationships/image" Target="../media/image1298.png"/><Relationship Id="rId85" Type="http://schemas.openxmlformats.org/officeDocument/2006/relationships/image" Target="../media/image1273.png"/><Relationship Id="rId150" Type="http://schemas.openxmlformats.org/officeDocument/2006/relationships/image" Target="../media/image1303.png"/><Relationship Id="rId171" Type="http://schemas.openxmlformats.org/officeDocument/2006/relationships/customXml" Target="../ink/ink1302.xml"/><Relationship Id="rId192" Type="http://schemas.openxmlformats.org/officeDocument/2006/relationships/image" Target="../media/image1324.png"/><Relationship Id="rId206" Type="http://schemas.openxmlformats.org/officeDocument/2006/relationships/image" Target="../media/image1331.png"/><Relationship Id="rId227" Type="http://schemas.openxmlformats.org/officeDocument/2006/relationships/customXml" Target="../ink/ink1330.xml"/><Relationship Id="rId12" Type="http://schemas.openxmlformats.org/officeDocument/2006/relationships/customXml" Target="../ink/ink1222.xml"/><Relationship Id="rId33" Type="http://schemas.openxmlformats.org/officeDocument/2006/relationships/image" Target="../media/image1247.png"/><Relationship Id="rId108" Type="http://schemas.openxmlformats.org/officeDocument/2006/relationships/customXml" Target="../ink/ink1270.xml"/><Relationship Id="rId129" Type="http://schemas.openxmlformats.org/officeDocument/2006/relationships/image" Target="../media/image1293.png"/><Relationship Id="rId54" Type="http://schemas.openxmlformats.org/officeDocument/2006/relationships/customXml" Target="../ink/ink1243.xml"/><Relationship Id="rId75" Type="http://schemas.openxmlformats.org/officeDocument/2006/relationships/image" Target="../media/image1268.png"/><Relationship Id="rId96" Type="http://schemas.openxmlformats.org/officeDocument/2006/relationships/customXml" Target="../ink/ink1264.xml"/><Relationship Id="rId140" Type="http://schemas.openxmlformats.org/officeDocument/2006/relationships/customXml" Target="../ink/ink1286.xml"/><Relationship Id="rId161" Type="http://schemas.openxmlformats.org/officeDocument/2006/relationships/customXml" Target="../ink/ink1297.xml"/><Relationship Id="rId182" Type="http://schemas.openxmlformats.org/officeDocument/2006/relationships/image" Target="../media/image1319.png"/><Relationship Id="rId217" Type="http://schemas.openxmlformats.org/officeDocument/2006/relationships/customXml" Target="../ink/ink1325.xml"/><Relationship Id="rId6" Type="http://schemas.openxmlformats.org/officeDocument/2006/relationships/customXml" Target="../ink/ink1219.xml"/><Relationship Id="rId238" Type="http://schemas.openxmlformats.org/officeDocument/2006/relationships/image" Target="../media/image1347.png"/><Relationship Id="rId23" Type="http://schemas.openxmlformats.org/officeDocument/2006/relationships/image" Target="../media/image1242.png"/><Relationship Id="rId119" Type="http://schemas.openxmlformats.org/officeDocument/2006/relationships/image" Target="../media/image1288.png"/><Relationship Id="rId44" Type="http://schemas.openxmlformats.org/officeDocument/2006/relationships/customXml" Target="../ink/ink1238.xml"/><Relationship Id="rId65" Type="http://schemas.openxmlformats.org/officeDocument/2006/relationships/image" Target="../media/image1263.png"/><Relationship Id="rId86" Type="http://schemas.openxmlformats.org/officeDocument/2006/relationships/customXml" Target="../ink/ink1259.xml"/><Relationship Id="rId130" Type="http://schemas.openxmlformats.org/officeDocument/2006/relationships/customXml" Target="../ink/ink1281.xml"/><Relationship Id="rId151" Type="http://schemas.openxmlformats.org/officeDocument/2006/relationships/customXml" Target="../ink/ink1292.xml"/><Relationship Id="rId172" Type="http://schemas.openxmlformats.org/officeDocument/2006/relationships/image" Target="../media/image1314.png"/><Relationship Id="rId193" Type="http://schemas.openxmlformats.org/officeDocument/2006/relationships/customXml" Target="../ink/ink1313.xml"/><Relationship Id="rId207" Type="http://schemas.openxmlformats.org/officeDocument/2006/relationships/customXml" Target="../ink/ink1320.xml"/><Relationship Id="rId228" Type="http://schemas.openxmlformats.org/officeDocument/2006/relationships/image" Target="../media/image1342.png"/><Relationship Id="rId13" Type="http://schemas.openxmlformats.org/officeDocument/2006/relationships/image" Target="../media/image1237.png"/><Relationship Id="rId109" Type="http://schemas.openxmlformats.org/officeDocument/2006/relationships/image" Target="../media/image1284.png"/><Relationship Id="rId34" Type="http://schemas.openxmlformats.org/officeDocument/2006/relationships/customXml" Target="../ink/ink1233.xml"/><Relationship Id="rId55" Type="http://schemas.openxmlformats.org/officeDocument/2006/relationships/image" Target="../media/image1258.png"/><Relationship Id="rId76" Type="http://schemas.openxmlformats.org/officeDocument/2006/relationships/customXml" Target="../ink/ink1254.xml"/><Relationship Id="rId97" Type="http://schemas.openxmlformats.org/officeDocument/2006/relationships/image" Target="../media/image1279.png"/><Relationship Id="rId120" Type="http://schemas.openxmlformats.org/officeDocument/2006/relationships/customXml" Target="../ink/ink1276.xml"/><Relationship Id="rId141" Type="http://schemas.openxmlformats.org/officeDocument/2006/relationships/image" Target="../media/image1299.png"/><Relationship Id="rId7" Type="http://schemas.openxmlformats.org/officeDocument/2006/relationships/image" Target="../media/image1234.png"/><Relationship Id="rId162" Type="http://schemas.openxmlformats.org/officeDocument/2006/relationships/image" Target="../media/image1309.png"/><Relationship Id="rId183" Type="http://schemas.openxmlformats.org/officeDocument/2006/relationships/customXml" Target="../ink/ink1308.xml"/><Relationship Id="rId218" Type="http://schemas.openxmlformats.org/officeDocument/2006/relationships/image" Target="../media/image1337.png"/><Relationship Id="rId239" Type="http://schemas.openxmlformats.org/officeDocument/2006/relationships/customXml" Target="../ink/ink1336.xml"/><Relationship Id="rId24" Type="http://schemas.openxmlformats.org/officeDocument/2006/relationships/customXml" Target="../ink/ink1228.xml"/><Relationship Id="rId45" Type="http://schemas.openxmlformats.org/officeDocument/2006/relationships/image" Target="../media/image1253.png"/><Relationship Id="rId66" Type="http://schemas.openxmlformats.org/officeDocument/2006/relationships/customXml" Target="../ink/ink1249.xml"/><Relationship Id="rId87" Type="http://schemas.openxmlformats.org/officeDocument/2006/relationships/image" Target="../media/image1274.png"/><Relationship Id="rId110" Type="http://schemas.openxmlformats.org/officeDocument/2006/relationships/customXml" Target="../ink/ink1271.xml"/><Relationship Id="rId131" Type="http://schemas.openxmlformats.org/officeDocument/2006/relationships/image" Target="../media/image1294.png"/><Relationship Id="rId152" Type="http://schemas.openxmlformats.org/officeDocument/2006/relationships/image" Target="../media/image1304.png"/><Relationship Id="rId173" Type="http://schemas.openxmlformats.org/officeDocument/2006/relationships/customXml" Target="../ink/ink1303.xml"/><Relationship Id="rId194" Type="http://schemas.openxmlformats.org/officeDocument/2006/relationships/image" Target="../media/image1325.png"/><Relationship Id="rId208" Type="http://schemas.openxmlformats.org/officeDocument/2006/relationships/image" Target="../media/image1332.png"/><Relationship Id="rId229" Type="http://schemas.openxmlformats.org/officeDocument/2006/relationships/customXml" Target="../ink/ink1331.xml"/><Relationship Id="rId240" Type="http://schemas.openxmlformats.org/officeDocument/2006/relationships/image" Target="../media/image1348.png"/><Relationship Id="rId14" Type="http://schemas.openxmlformats.org/officeDocument/2006/relationships/customXml" Target="../ink/ink1223.xml"/><Relationship Id="rId35" Type="http://schemas.openxmlformats.org/officeDocument/2006/relationships/image" Target="../media/image1248.png"/><Relationship Id="rId56" Type="http://schemas.openxmlformats.org/officeDocument/2006/relationships/customXml" Target="../ink/ink1244.xml"/><Relationship Id="rId77" Type="http://schemas.openxmlformats.org/officeDocument/2006/relationships/image" Target="../media/image1269.png"/><Relationship Id="rId100" Type="http://schemas.openxmlformats.org/officeDocument/2006/relationships/customXml" Target="../ink/ink1266.xml"/><Relationship Id="rId8" Type="http://schemas.openxmlformats.org/officeDocument/2006/relationships/customXml" Target="../ink/ink1220.xml"/><Relationship Id="rId98" Type="http://schemas.openxmlformats.org/officeDocument/2006/relationships/customXml" Target="../ink/ink1265.xml"/><Relationship Id="rId121" Type="http://schemas.openxmlformats.org/officeDocument/2006/relationships/image" Target="../media/image1289.png"/><Relationship Id="rId142" Type="http://schemas.openxmlformats.org/officeDocument/2006/relationships/customXml" Target="../ink/ink1287.xml"/><Relationship Id="rId163" Type="http://schemas.openxmlformats.org/officeDocument/2006/relationships/customXml" Target="../ink/ink1298.xml"/><Relationship Id="rId184" Type="http://schemas.openxmlformats.org/officeDocument/2006/relationships/image" Target="../media/image1320.png"/><Relationship Id="rId219" Type="http://schemas.openxmlformats.org/officeDocument/2006/relationships/customXml" Target="../ink/ink1326.xml"/><Relationship Id="rId230" Type="http://schemas.openxmlformats.org/officeDocument/2006/relationships/image" Target="../media/image1343.png"/><Relationship Id="rId25" Type="http://schemas.openxmlformats.org/officeDocument/2006/relationships/image" Target="../media/image1243.png"/><Relationship Id="rId46" Type="http://schemas.openxmlformats.org/officeDocument/2006/relationships/customXml" Target="../ink/ink1239.xml"/><Relationship Id="rId67" Type="http://schemas.openxmlformats.org/officeDocument/2006/relationships/image" Target="../media/image1264.png"/><Relationship Id="rId88" Type="http://schemas.openxmlformats.org/officeDocument/2006/relationships/customXml" Target="../ink/ink1260.xml"/><Relationship Id="rId111" Type="http://schemas.openxmlformats.org/officeDocument/2006/relationships/image" Target="../media/image1285.png"/><Relationship Id="rId132" Type="http://schemas.openxmlformats.org/officeDocument/2006/relationships/customXml" Target="../ink/ink1282.xml"/><Relationship Id="rId153" Type="http://schemas.openxmlformats.org/officeDocument/2006/relationships/customXml" Target="../ink/ink1293.xml"/><Relationship Id="rId174" Type="http://schemas.openxmlformats.org/officeDocument/2006/relationships/image" Target="../media/image1315.png"/><Relationship Id="rId195" Type="http://schemas.openxmlformats.org/officeDocument/2006/relationships/customXml" Target="../ink/ink1314.xml"/><Relationship Id="rId209" Type="http://schemas.openxmlformats.org/officeDocument/2006/relationships/customXml" Target="../ink/ink1321.xml"/><Relationship Id="rId220" Type="http://schemas.openxmlformats.org/officeDocument/2006/relationships/image" Target="../media/image1338.png"/><Relationship Id="rId241" Type="http://schemas.openxmlformats.org/officeDocument/2006/relationships/customXml" Target="../ink/ink1337.xml"/><Relationship Id="rId15" Type="http://schemas.openxmlformats.org/officeDocument/2006/relationships/image" Target="../media/image1238.png"/><Relationship Id="rId36" Type="http://schemas.openxmlformats.org/officeDocument/2006/relationships/customXml" Target="../ink/ink1234.xml"/><Relationship Id="rId57" Type="http://schemas.openxmlformats.org/officeDocument/2006/relationships/image" Target="../media/image1259.png"/><Relationship Id="rId106" Type="http://schemas.openxmlformats.org/officeDocument/2006/relationships/customXml" Target="../ink/ink1269.xml"/><Relationship Id="rId127" Type="http://schemas.openxmlformats.org/officeDocument/2006/relationships/image" Target="../media/image1292.png"/><Relationship Id="rId10" Type="http://schemas.openxmlformats.org/officeDocument/2006/relationships/customXml" Target="../ink/ink1221.xml"/><Relationship Id="rId31" Type="http://schemas.openxmlformats.org/officeDocument/2006/relationships/image" Target="../media/image1246.png"/><Relationship Id="rId52" Type="http://schemas.openxmlformats.org/officeDocument/2006/relationships/customXml" Target="../ink/ink1242.xml"/><Relationship Id="rId73" Type="http://schemas.openxmlformats.org/officeDocument/2006/relationships/image" Target="../media/image1267.png"/><Relationship Id="rId78" Type="http://schemas.openxmlformats.org/officeDocument/2006/relationships/customXml" Target="../ink/ink1255.xml"/><Relationship Id="rId94" Type="http://schemas.openxmlformats.org/officeDocument/2006/relationships/customXml" Target="../ink/ink1263.xml"/><Relationship Id="rId99" Type="http://schemas.openxmlformats.org/officeDocument/2006/relationships/image" Target="../media/image1280.png"/><Relationship Id="rId101" Type="http://schemas.openxmlformats.org/officeDocument/2006/relationships/image" Target="../media/image1281.png"/><Relationship Id="rId122" Type="http://schemas.openxmlformats.org/officeDocument/2006/relationships/customXml" Target="../ink/ink1277.xml"/><Relationship Id="rId143" Type="http://schemas.openxmlformats.org/officeDocument/2006/relationships/customXml" Target="../ink/ink1288.xml"/><Relationship Id="rId148" Type="http://schemas.openxmlformats.org/officeDocument/2006/relationships/image" Target="../media/image1302.png"/><Relationship Id="rId164" Type="http://schemas.openxmlformats.org/officeDocument/2006/relationships/image" Target="../media/image1310.png"/><Relationship Id="rId169" Type="http://schemas.openxmlformats.org/officeDocument/2006/relationships/customXml" Target="../ink/ink1301.xml"/><Relationship Id="rId185" Type="http://schemas.openxmlformats.org/officeDocument/2006/relationships/customXml" Target="../ink/ink1309.xml"/><Relationship Id="rId4" Type="http://schemas.openxmlformats.org/officeDocument/2006/relationships/customXml" Target="../ink/ink1218.xml"/><Relationship Id="rId9" Type="http://schemas.openxmlformats.org/officeDocument/2006/relationships/image" Target="../media/image1235.png"/><Relationship Id="rId180" Type="http://schemas.openxmlformats.org/officeDocument/2006/relationships/image" Target="../media/image1318.png"/><Relationship Id="rId210" Type="http://schemas.openxmlformats.org/officeDocument/2006/relationships/image" Target="../media/image1333.png"/><Relationship Id="rId215" Type="http://schemas.openxmlformats.org/officeDocument/2006/relationships/customXml" Target="../ink/ink1324.xml"/><Relationship Id="rId236" Type="http://schemas.openxmlformats.org/officeDocument/2006/relationships/image" Target="../media/image1346.png"/><Relationship Id="rId26" Type="http://schemas.openxmlformats.org/officeDocument/2006/relationships/customXml" Target="../ink/ink1229.xml"/><Relationship Id="rId231" Type="http://schemas.openxmlformats.org/officeDocument/2006/relationships/customXml" Target="../ink/ink1332.xml"/><Relationship Id="rId47" Type="http://schemas.openxmlformats.org/officeDocument/2006/relationships/image" Target="../media/image1254.png"/><Relationship Id="rId68" Type="http://schemas.openxmlformats.org/officeDocument/2006/relationships/customXml" Target="../ink/ink1250.xml"/><Relationship Id="rId89" Type="http://schemas.openxmlformats.org/officeDocument/2006/relationships/image" Target="../media/image1275.png"/><Relationship Id="rId112" Type="http://schemas.openxmlformats.org/officeDocument/2006/relationships/customXml" Target="../ink/ink1272.xml"/><Relationship Id="rId133" Type="http://schemas.openxmlformats.org/officeDocument/2006/relationships/image" Target="../media/image1295.png"/><Relationship Id="rId154" Type="http://schemas.openxmlformats.org/officeDocument/2006/relationships/image" Target="../media/image1305.png"/><Relationship Id="rId175" Type="http://schemas.openxmlformats.org/officeDocument/2006/relationships/customXml" Target="../ink/ink1304.xml"/><Relationship Id="rId196" Type="http://schemas.openxmlformats.org/officeDocument/2006/relationships/image" Target="../media/image1326.png"/><Relationship Id="rId200" Type="http://schemas.openxmlformats.org/officeDocument/2006/relationships/image" Target="../media/image1328.png"/><Relationship Id="rId16" Type="http://schemas.openxmlformats.org/officeDocument/2006/relationships/customXml" Target="../ink/ink1224.xml"/><Relationship Id="rId221" Type="http://schemas.openxmlformats.org/officeDocument/2006/relationships/customXml" Target="../ink/ink1327.xml"/><Relationship Id="rId242" Type="http://schemas.openxmlformats.org/officeDocument/2006/relationships/image" Target="../media/image1349.png"/><Relationship Id="rId37" Type="http://schemas.openxmlformats.org/officeDocument/2006/relationships/image" Target="../media/image1249.png"/><Relationship Id="rId58" Type="http://schemas.openxmlformats.org/officeDocument/2006/relationships/customXml" Target="../ink/ink1245.xml"/><Relationship Id="rId79" Type="http://schemas.openxmlformats.org/officeDocument/2006/relationships/image" Target="../media/image1270.png"/><Relationship Id="rId102" Type="http://schemas.openxmlformats.org/officeDocument/2006/relationships/customXml" Target="../ink/ink1267.xml"/><Relationship Id="rId123" Type="http://schemas.openxmlformats.org/officeDocument/2006/relationships/image" Target="../media/image1290.png"/><Relationship Id="rId144" Type="http://schemas.openxmlformats.org/officeDocument/2006/relationships/image" Target="../media/image1300.png"/><Relationship Id="rId90" Type="http://schemas.openxmlformats.org/officeDocument/2006/relationships/customXml" Target="../ink/ink1261.xml"/><Relationship Id="rId165" Type="http://schemas.openxmlformats.org/officeDocument/2006/relationships/customXml" Target="../ink/ink1299.xml"/><Relationship Id="rId186" Type="http://schemas.openxmlformats.org/officeDocument/2006/relationships/image" Target="../media/image1321.png"/><Relationship Id="rId211" Type="http://schemas.openxmlformats.org/officeDocument/2006/relationships/customXml" Target="../ink/ink1322.xml"/><Relationship Id="rId232" Type="http://schemas.openxmlformats.org/officeDocument/2006/relationships/image" Target="../media/image1344.png"/><Relationship Id="rId27" Type="http://schemas.openxmlformats.org/officeDocument/2006/relationships/image" Target="../media/image1244.png"/><Relationship Id="rId48" Type="http://schemas.openxmlformats.org/officeDocument/2006/relationships/customXml" Target="../ink/ink1240.xml"/><Relationship Id="rId69" Type="http://schemas.openxmlformats.org/officeDocument/2006/relationships/image" Target="../media/image1265.png"/><Relationship Id="rId113" Type="http://schemas.openxmlformats.org/officeDocument/2006/relationships/image" Target="../media/image1286.png"/><Relationship Id="rId134" Type="http://schemas.openxmlformats.org/officeDocument/2006/relationships/customXml" Target="../ink/ink1283.xml"/><Relationship Id="rId80" Type="http://schemas.openxmlformats.org/officeDocument/2006/relationships/customXml" Target="../ink/ink1256.xml"/><Relationship Id="rId155" Type="http://schemas.openxmlformats.org/officeDocument/2006/relationships/customXml" Target="../ink/ink1294.xml"/><Relationship Id="rId176" Type="http://schemas.openxmlformats.org/officeDocument/2006/relationships/image" Target="../media/image1316.png"/><Relationship Id="rId197" Type="http://schemas.openxmlformats.org/officeDocument/2006/relationships/customXml" Target="../ink/ink1315.xml"/><Relationship Id="rId201" Type="http://schemas.openxmlformats.org/officeDocument/2006/relationships/customXml" Target="../ink/ink1317.xml"/><Relationship Id="rId222" Type="http://schemas.openxmlformats.org/officeDocument/2006/relationships/image" Target="../media/image1339.png"/><Relationship Id="rId17" Type="http://schemas.openxmlformats.org/officeDocument/2006/relationships/image" Target="../media/image1239.png"/><Relationship Id="rId38" Type="http://schemas.openxmlformats.org/officeDocument/2006/relationships/customXml" Target="../ink/ink1235.xml"/><Relationship Id="rId59" Type="http://schemas.openxmlformats.org/officeDocument/2006/relationships/image" Target="../media/image1260.png"/><Relationship Id="rId103" Type="http://schemas.openxmlformats.org/officeDocument/2006/relationships/image" Target="../media/image1282.png"/><Relationship Id="rId124" Type="http://schemas.openxmlformats.org/officeDocument/2006/relationships/customXml" Target="../ink/ink1278.xml"/><Relationship Id="rId70" Type="http://schemas.openxmlformats.org/officeDocument/2006/relationships/customXml" Target="../ink/ink1251.xml"/><Relationship Id="rId91" Type="http://schemas.openxmlformats.org/officeDocument/2006/relationships/image" Target="../media/image1276.png"/><Relationship Id="rId145" Type="http://schemas.openxmlformats.org/officeDocument/2006/relationships/customXml" Target="../ink/ink1289.xml"/><Relationship Id="rId166" Type="http://schemas.openxmlformats.org/officeDocument/2006/relationships/image" Target="../media/image1311.png"/><Relationship Id="rId187" Type="http://schemas.openxmlformats.org/officeDocument/2006/relationships/customXml" Target="../ink/ink1310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334.png"/><Relationship Id="rId233" Type="http://schemas.openxmlformats.org/officeDocument/2006/relationships/customXml" Target="../ink/ink1333.xml"/><Relationship Id="rId28" Type="http://schemas.openxmlformats.org/officeDocument/2006/relationships/customXml" Target="../ink/ink1230.xml"/><Relationship Id="rId49" Type="http://schemas.openxmlformats.org/officeDocument/2006/relationships/image" Target="../media/image1255.png"/><Relationship Id="rId114" Type="http://schemas.openxmlformats.org/officeDocument/2006/relationships/customXml" Target="../ink/ink1273.xml"/><Relationship Id="rId60" Type="http://schemas.openxmlformats.org/officeDocument/2006/relationships/customXml" Target="../ink/ink1246.xml"/><Relationship Id="rId81" Type="http://schemas.openxmlformats.org/officeDocument/2006/relationships/image" Target="../media/image1271.png"/><Relationship Id="rId135" Type="http://schemas.openxmlformats.org/officeDocument/2006/relationships/image" Target="../media/image1296.png"/><Relationship Id="rId156" Type="http://schemas.openxmlformats.org/officeDocument/2006/relationships/image" Target="../media/image1306.png"/><Relationship Id="rId177" Type="http://schemas.openxmlformats.org/officeDocument/2006/relationships/customXml" Target="../ink/ink1305.xml"/><Relationship Id="rId198" Type="http://schemas.openxmlformats.org/officeDocument/2006/relationships/image" Target="../media/image1327.png"/><Relationship Id="rId202" Type="http://schemas.openxmlformats.org/officeDocument/2006/relationships/image" Target="../media/image1329.png"/><Relationship Id="rId223" Type="http://schemas.openxmlformats.org/officeDocument/2006/relationships/customXml" Target="../ink/ink1328.xml"/><Relationship Id="rId18" Type="http://schemas.openxmlformats.org/officeDocument/2006/relationships/customXml" Target="../ink/ink1225.xml"/><Relationship Id="rId39" Type="http://schemas.openxmlformats.org/officeDocument/2006/relationships/image" Target="../media/image1250.png"/><Relationship Id="rId50" Type="http://schemas.openxmlformats.org/officeDocument/2006/relationships/customXml" Target="../ink/ink1241.xml"/><Relationship Id="rId104" Type="http://schemas.openxmlformats.org/officeDocument/2006/relationships/customXml" Target="../ink/ink1268.xml"/><Relationship Id="rId125" Type="http://schemas.openxmlformats.org/officeDocument/2006/relationships/image" Target="../media/image1291.png"/><Relationship Id="rId146" Type="http://schemas.openxmlformats.org/officeDocument/2006/relationships/image" Target="../media/image1301.png"/><Relationship Id="rId167" Type="http://schemas.openxmlformats.org/officeDocument/2006/relationships/customXml" Target="../ink/ink1300.xml"/><Relationship Id="rId188" Type="http://schemas.openxmlformats.org/officeDocument/2006/relationships/image" Target="../media/image1322.png"/><Relationship Id="rId71" Type="http://schemas.openxmlformats.org/officeDocument/2006/relationships/image" Target="../media/image1266.png"/><Relationship Id="rId92" Type="http://schemas.openxmlformats.org/officeDocument/2006/relationships/customXml" Target="../ink/ink1262.xml"/><Relationship Id="rId213" Type="http://schemas.openxmlformats.org/officeDocument/2006/relationships/customXml" Target="../ink/ink1323.xml"/><Relationship Id="rId234" Type="http://schemas.openxmlformats.org/officeDocument/2006/relationships/image" Target="../media/image1345.png"/><Relationship Id="rId2" Type="http://schemas.openxmlformats.org/officeDocument/2006/relationships/notesSlide" Target="../notesSlides/notesSlide10.xml"/><Relationship Id="rId29" Type="http://schemas.openxmlformats.org/officeDocument/2006/relationships/image" Target="../media/image1245.png"/><Relationship Id="rId40" Type="http://schemas.openxmlformats.org/officeDocument/2006/relationships/customXml" Target="../ink/ink1236.xml"/><Relationship Id="rId115" Type="http://schemas.openxmlformats.org/officeDocument/2006/relationships/image" Target="../media/image397.png"/><Relationship Id="rId136" Type="http://schemas.openxmlformats.org/officeDocument/2006/relationships/customXml" Target="../ink/ink1284.xml"/><Relationship Id="rId157" Type="http://schemas.openxmlformats.org/officeDocument/2006/relationships/customXml" Target="../ink/ink1295.xml"/><Relationship Id="rId178" Type="http://schemas.openxmlformats.org/officeDocument/2006/relationships/image" Target="../media/image1317.png"/><Relationship Id="rId61" Type="http://schemas.openxmlformats.org/officeDocument/2006/relationships/image" Target="../media/image1261.png"/><Relationship Id="rId82" Type="http://schemas.openxmlformats.org/officeDocument/2006/relationships/customXml" Target="../ink/ink1257.xml"/><Relationship Id="rId199" Type="http://schemas.openxmlformats.org/officeDocument/2006/relationships/customXml" Target="../ink/ink1316.xml"/><Relationship Id="rId203" Type="http://schemas.openxmlformats.org/officeDocument/2006/relationships/customXml" Target="../ink/ink1318.xml"/><Relationship Id="rId19" Type="http://schemas.openxmlformats.org/officeDocument/2006/relationships/image" Target="../media/image1240.png"/><Relationship Id="rId224" Type="http://schemas.openxmlformats.org/officeDocument/2006/relationships/image" Target="../media/image1340.png"/><Relationship Id="rId30" Type="http://schemas.openxmlformats.org/officeDocument/2006/relationships/customXml" Target="../ink/ink1231.xml"/><Relationship Id="rId105" Type="http://schemas.openxmlformats.org/officeDocument/2006/relationships/image" Target="../media/image1283.png"/><Relationship Id="rId126" Type="http://schemas.openxmlformats.org/officeDocument/2006/relationships/customXml" Target="../ink/ink1279.xml"/><Relationship Id="rId147" Type="http://schemas.openxmlformats.org/officeDocument/2006/relationships/customXml" Target="../ink/ink1290.xml"/><Relationship Id="rId168" Type="http://schemas.openxmlformats.org/officeDocument/2006/relationships/image" Target="../media/image1312.png"/><Relationship Id="rId51" Type="http://schemas.openxmlformats.org/officeDocument/2006/relationships/image" Target="../media/image1256.png"/><Relationship Id="rId72" Type="http://schemas.openxmlformats.org/officeDocument/2006/relationships/customXml" Target="../ink/ink1252.xml"/><Relationship Id="rId93" Type="http://schemas.openxmlformats.org/officeDocument/2006/relationships/image" Target="../media/image1277.png"/><Relationship Id="rId189" Type="http://schemas.openxmlformats.org/officeDocument/2006/relationships/customXml" Target="../ink/ink1311.xml"/><Relationship Id="rId3" Type="http://schemas.openxmlformats.org/officeDocument/2006/relationships/image" Target="../media/image1232.png"/><Relationship Id="rId214" Type="http://schemas.openxmlformats.org/officeDocument/2006/relationships/image" Target="../media/image1335.png"/><Relationship Id="rId235" Type="http://schemas.openxmlformats.org/officeDocument/2006/relationships/customXml" Target="../ink/ink1334.xml"/><Relationship Id="rId116" Type="http://schemas.openxmlformats.org/officeDocument/2006/relationships/customXml" Target="../ink/ink1274.xml"/><Relationship Id="rId137" Type="http://schemas.openxmlformats.org/officeDocument/2006/relationships/image" Target="../media/image1297.png"/><Relationship Id="rId158" Type="http://schemas.openxmlformats.org/officeDocument/2006/relationships/image" Target="../media/image1307.png"/><Relationship Id="rId20" Type="http://schemas.openxmlformats.org/officeDocument/2006/relationships/customXml" Target="../ink/ink1226.xml"/><Relationship Id="rId41" Type="http://schemas.openxmlformats.org/officeDocument/2006/relationships/image" Target="../media/image1251.png"/><Relationship Id="rId62" Type="http://schemas.openxmlformats.org/officeDocument/2006/relationships/customXml" Target="../ink/ink1247.xml"/><Relationship Id="rId83" Type="http://schemas.openxmlformats.org/officeDocument/2006/relationships/image" Target="../media/image1272.png"/><Relationship Id="rId179" Type="http://schemas.openxmlformats.org/officeDocument/2006/relationships/customXml" Target="../ink/ink1306.xml"/><Relationship Id="rId190" Type="http://schemas.openxmlformats.org/officeDocument/2006/relationships/image" Target="../media/image1323.png"/><Relationship Id="rId204" Type="http://schemas.openxmlformats.org/officeDocument/2006/relationships/image" Target="../media/image1330.png"/><Relationship Id="rId225" Type="http://schemas.openxmlformats.org/officeDocument/2006/relationships/customXml" Target="../ink/ink1329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394.xml"/><Relationship Id="rId21" Type="http://schemas.openxmlformats.org/officeDocument/2006/relationships/customXml" Target="../ink/ink1346.xml"/><Relationship Id="rId42" Type="http://schemas.openxmlformats.org/officeDocument/2006/relationships/image" Target="../media/image1370.png"/><Relationship Id="rId63" Type="http://schemas.openxmlformats.org/officeDocument/2006/relationships/customXml" Target="../ink/ink1367.xml"/><Relationship Id="rId84" Type="http://schemas.openxmlformats.org/officeDocument/2006/relationships/image" Target="../media/image1391.png"/><Relationship Id="rId138" Type="http://schemas.openxmlformats.org/officeDocument/2006/relationships/image" Target="../media/image1418.png"/><Relationship Id="rId159" Type="http://schemas.openxmlformats.org/officeDocument/2006/relationships/customXml" Target="../ink/ink1415.xml"/><Relationship Id="rId107" Type="http://schemas.openxmlformats.org/officeDocument/2006/relationships/customXml" Target="../ink/ink1389.xml"/><Relationship Id="rId11" Type="http://schemas.openxmlformats.org/officeDocument/2006/relationships/customXml" Target="../ink/ink1341.xml"/><Relationship Id="rId32" Type="http://schemas.openxmlformats.org/officeDocument/2006/relationships/image" Target="../media/image1365.png"/><Relationship Id="rId53" Type="http://schemas.openxmlformats.org/officeDocument/2006/relationships/customXml" Target="../ink/ink1362.xml"/><Relationship Id="rId74" Type="http://schemas.openxmlformats.org/officeDocument/2006/relationships/image" Target="../media/image1386.png"/><Relationship Id="rId128" Type="http://schemas.openxmlformats.org/officeDocument/2006/relationships/image" Target="../media/image1413.png"/><Relationship Id="rId149" Type="http://schemas.openxmlformats.org/officeDocument/2006/relationships/customXml" Target="../ink/ink1410.xml"/><Relationship Id="rId5" Type="http://schemas.openxmlformats.org/officeDocument/2006/relationships/customXml" Target="../ink/ink1338.xml"/><Relationship Id="rId95" Type="http://schemas.openxmlformats.org/officeDocument/2006/relationships/customXml" Target="../ink/ink1383.xml"/><Relationship Id="rId160" Type="http://schemas.openxmlformats.org/officeDocument/2006/relationships/image" Target="../media/image1429.png"/><Relationship Id="rId22" Type="http://schemas.openxmlformats.org/officeDocument/2006/relationships/image" Target="../media/image1360.png"/><Relationship Id="rId43" Type="http://schemas.openxmlformats.org/officeDocument/2006/relationships/customXml" Target="../ink/ink1357.xml"/><Relationship Id="rId64" Type="http://schemas.openxmlformats.org/officeDocument/2006/relationships/image" Target="../media/image1381.png"/><Relationship Id="rId118" Type="http://schemas.openxmlformats.org/officeDocument/2006/relationships/image" Target="../media/image1408.png"/><Relationship Id="rId139" Type="http://schemas.openxmlformats.org/officeDocument/2006/relationships/customXml" Target="../ink/ink1405.xml"/><Relationship Id="rId80" Type="http://schemas.openxmlformats.org/officeDocument/2006/relationships/image" Target="../media/image1389.png"/><Relationship Id="rId85" Type="http://schemas.openxmlformats.org/officeDocument/2006/relationships/customXml" Target="../ink/ink1378.xml"/><Relationship Id="rId150" Type="http://schemas.openxmlformats.org/officeDocument/2006/relationships/image" Target="../media/image1424.png"/><Relationship Id="rId155" Type="http://schemas.openxmlformats.org/officeDocument/2006/relationships/customXml" Target="../ink/ink1413.xml"/><Relationship Id="rId12" Type="http://schemas.openxmlformats.org/officeDocument/2006/relationships/image" Target="../media/image1355.png"/><Relationship Id="rId17" Type="http://schemas.openxmlformats.org/officeDocument/2006/relationships/customXml" Target="../ink/ink1344.xml"/><Relationship Id="rId33" Type="http://schemas.openxmlformats.org/officeDocument/2006/relationships/customXml" Target="../ink/ink1352.xml"/><Relationship Id="rId38" Type="http://schemas.openxmlformats.org/officeDocument/2006/relationships/image" Target="../media/image1368.png"/><Relationship Id="rId59" Type="http://schemas.openxmlformats.org/officeDocument/2006/relationships/customXml" Target="../ink/ink1365.xml"/><Relationship Id="rId103" Type="http://schemas.openxmlformats.org/officeDocument/2006/relationships/customXml" Target="../ink/ink1387.xml"/><Relationship Id="rId108" Type="http://schemas.openxmlformats.org/officeDocument/2006/relationships/image" Target="../media/image1403.png"/><Relationship Id="rId124" Type="http://schemas.openxmlformats.org/officeDocument/2006/relationships/image" Target="../media/image1411.png"/><Relationship Id="rId129" Type="http://schemas.openxmlformats.org/officeDocument/2006/relationships/customXml" Target="../ink/ink1400.xml"/><Relationship Id="rId54" Type="http://schemas.openxmlformats.org/officeDocument/2006/relationships/image" Target="../media/image1376.png"/><Relationship Id="rId70" Type="http://schemas.openxmlformats.org/officeDocument/2006/relationships/image" Target="../media/image1384.png"/><Relationship Id="rId75" Type="http://schemas.openxmlformats.org/officeDocument/2006/relationships/customXml" Target="../ink/ink1373.xml"/><Relationship Id="rId91" Type="http://schemas.openxmlformats.org/officeDocument/2006/relationships/customXml" Target="../ink/ink1381.xml"/><Relationship Id="rId96" Type="http://schemas.openxmlformats.org/officeDocument/2006/relationships/image" Target="../media/image1397.png"/><Relationship Id="rId140" Type="http://schemas.openxmlformats.org/officeDocument/2006/relationships/image" Target="../media/image1419.png"/><Relationship Id="rId145" Type="http://schemas.openxmlformats.org/officeDocument/2006/relationships/customXml" Target="../ink/ink140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2.png"/><Relationship Id="rId23" Type="http://schemas.openxmlformats.org/officeDocument/2006/relationships/customXml" Target="../ink/ink1347.xml"/><Relationship Id="rId28" Type="http://schemas.openxmlformats.org/officeDocument/2006/relationships/image" Target="../media/image1363.png"/><Relationship Id="rId49" Type="http://schemas.openxmlformats.org/officeDocument/2006/relationships/customXml" Target="../ink/ink1360.xml"/><Relationship Id="rId114" Type="http://schemas.openxmlformats.org/officeDocument/2006/relationships/image" Target="../media/image1406.png"/><Relationship Id="rId119" Type="http://schemas.openxmlformats.org/officeDocument/2006/relationships/customXml" Target="../ink/ink1395.xml"/><Relationship Id="rId44" Type="http://schemas.openxmlformats.org/officeDocument/2006/relationships/image" Target="../media/image1371.png"/><Relationship Id="rId60" Type="http://schemas.openxmlformats.org/officeDocument/2006/relationships/image" Target="../media/image1379.png"/><Relationship Id="rId65" Type="http://schemas.openxmlformats.org/officeDocument/2006/relationships/customXml" Target="../ink/ink1368.xml"/><Relationship Id="rId81" Type="http://schemas.openxmlformats.org/officeDocument/2006/relationships/customXml" Target="../ink/ink1376.xml"/><Relationship Id="rId86" Type="http://schemas.openxmlformats.org/officeDocument/2006/relationships/image" Target="../media/image1392.png"/><Relationship Id="rId130" Type="http://schemas.openxmlformats.org/officeDocument/2006/relationships/image" Target="../media/image1414.png"/><Relationship Id="rId135" Type="http://schemas.openxmlformats.org/officeDocument/2006/relationships/customXml" Target="../ink/ink1403.xml"/><Relationship Id="rId151" Type="http://schemas.openxmlformats.org/officeDocument/2006/relationships/customXml" Target="../ink/ink1411.xml"/><Relationship Id="rId156" Type="http://schemas.openxmlformats.org/officeDocument/2006/relationships/image" Target="../media/image1427.png"/><Relationship Id="rId13" Type="http://schemas.openxmlformats.org/officeDocument/2006/relationships/customXml" Target="../ink/ink1342.xml"/><Relationship Id="rId18" Type="http://schemas.openxmlformats.org/officeDocument/2006/relationships/image" Target="../media/image1358.png"/><Relationship Id="rId39" Type="http://schemas.openxmlformats.org/officeDocument/2006/relationships/customXml" Target="../ink/ink1355.xml"/><Relationship Id="rId109" Type="http://schemas.openxmlformats.org/officeDocument/2006/relationships/customXml" Target="../ink/ink1390.xml"/><Relationship Id="rId34" Type="http://schemas.openxmlformats.org/officeDocument/2006/relationships/image" Target="../media/image1366.png"/><Relationship Id="rId50" Type="http://schemas.openxmlformats.org/officeDocument/2006/relationships/image" Target="../media/image1374.png"/><Relationship Id="rId55" Type="http://schemas.openxmlformats.org/officeDocument/2006/relationships/customXml" Target="../ink/ink1363.xml"/><Relationship Id="rId76" Type="http://schemas.openxmlformats.org/officeDocument/2006/relationships/image" Target="../media/image1387.png"/><Relationship Id="rId97" Type="http://schemas.openxmlformats.org/officeDocument/2006/relationships/customXml" Target="../ink/ink1384.xml"/><Relationship Id="rId104" Type="http://schemas.openxmlformats.org/officeDocument/2006/relationships/image" Target="../media/image1401.png"/><Relationship Id="rId120" Type="http://schemas.openxmlformats.org/officeDocument/2006/relationships/image" Target="../media/image1409.png"/><Relationship Id="rId125" Type="http://schemas.openxmlformats.org/officeDocument/2006/relationships/customXml" Target="../ink/ink1398.xml"/><Relationship Id="rId141" Type="http://schemas.openxmlformats.org/officeDocument/2006/relationships/customXml" Target="../ink/ink1406.xml"/><Relationship Id="rId146" Type="http://schemas.openxmlformats.org/officeDocument/2006/relationships/image" Target="../media/image1422.png"/><Relationship Id="rId7" Type="http://schemas.openxmlformats.org/officeDocument/2006/relationships/customXml" Target="../ink/ink1339.xml"/><Relationship Id="rId71" Type="http://schemas.openxmlformats.org/officeDocument/2006/relationships/customXml" Target="../ink/ink1371.xml"/><Relationship Id="rId92" Type="http://schemas.openxmlformats.org/officeDocument/2006/relationships/image" Target="../media/image1395.png"/><Relationship Id="rId2" Type="http://schemas.openxmlformats.org/officeDocument/2006/relationships/notesSlide" Target="../notesSlides/notesSlide11.xml"/><Relationship Id="rId29" Type="http://schemas.openxmlformats.org/officeDocument/2006/relationships/customXml" Target="../ink/ink1350.xml"/><Relationship Id="rId24" Type="http://schemas.openxmlformats.org/officeDocument/2006/relationships/image" Target="../media/image1361.png"/><Relationship Id="rId40" Type="http://schemas.openxmlformats.org/officeDocument/2006/relationships/image" Target="../media/image1369.png"/><Relationship Id="rId45" Type="http://schemas.openxmlformats.org/officeDocument/2006/relationships/customXml" Target="../ink/ink1358.xml"/><Relationship Id="rId66" Type="http://schemas.openxmlformats.org/officeDocument/2006/relationships/image" Target="../media/image1382.png"/><Relationship Id="rId87" Type="http://schemas.openxmlformats.org/officeDocument/2006/relationships/customXml" Target="../ink/ink1379.xml"/><Relationship Id="rId110" Type="http://schemas.openxmlformats.org/officeDocument/2006/relationships/image" Target="../media/image1404.png"/><Relationship Id="rId115" Type="http://schemas.openxmlformats.org/officeDocument/2006/relationships/customXml" Target="../ink/ink1393.xml"/><Relationship Id="rId131" Type="http://schemas.openxmlformats.org/officeDocument/2006/relationships/customXml" Target="../ink/ink1401.xml"/><Relationship Id="rId136" Type="http://schemas.openxmlformats.org/officeDocument/2006/relationships/image" Target="../media/image1417.png"/><Relationship Id="rId157" Type="http://schemas.openxmlformats.org/officeDocument/2006/relationships/customXml" Target="../ink/ink1414.xml"/><Relationship Id="rId61" Type="http://schemas.openxmlformats.org/officeDocument/2006/relationships/customXml" Target="../ink/ink1366.xml"/><Relationship Id="rId82" Type="http://schemas.openxmlformats.org/officeDocument/2006/relationships/image" Target="../media/image1390.png"/><Relationship Id="rId152" Type="http://schemas.openxmlformats.org/officeDocument/2006/relationships/image" Target="../media/image1425.png"/><Relationship Id="rId19" Type="http://schemas.openxmlformats.org/officeDocument/2006/relationships/customXml" Target="../ink/ink1345.xml"/><Relationship Id="rId14" Type="http://schemas.openxmlformats.org/officeDocument/2006/relationships/image" Target="../media/image1356.png"/><Relationship Id="rId30" Type="http://schemas.openxmlformats.org/officeDocument/2006/relationships/image" Target="../media/image1364.png"/><Relationship Id="rId35" Type="http://schemas.openxmlformats.org/officeDocument/2006/relationships/customXml" Target="../ink/ink1353.xml"/><Relationship Id="rId56" Type="http://schemas.openxmlformats.org/officeDocument/2006/relationships/image" Target="../media/image1377.png"/><Relationship Id="rId77" Type="http://schemas.openxmlformats.org/officeDocument/2006/relationships/customXml" Target="../ink/ink1374.xml"/><Relationship Id="rId100" Type="http://schemas.openxmlformats.org/officeDocument/2006/relationships/image" Target="../media/image1399.png"/><Relationship Id="rId105" Type="http://schemas.openxmlformats.org/officeDocument/2006/relationships/customXml" Target="../ink/ink1388.xml"/><Relationship Id="rId126" Type="http://schemas.openxmlformats.org/officeDocument/2006/relationships/image" Target="../media/image1412.png"/><Relationship Id="rId147" Type="http://schemas.openxmlformats.org/officeDocument/2006/relationships/customXml" Target="../ink/ink1409.xml"/><Relationship Id="rId8" Type="http://schemas.openxmlformats.org/officeDocument/2006/relationships/image" Target="../media/image1353.png"/><Relationship Id="rId51" Type="http://schemas.openxmlformats.org/officeDocument/2006/relationships/customXml" Target="../ink/ink1361.xml"/><Relationship Id="rId72" Type="http://schemas.openxmlformats.org/officeDocument/2006/relationships/image" Target="../media/image1385.png"/><Relationship Id="rId93" Type="http://schemas.openxmlformats.org/officeDocument/2006/relationships/customXml" Target="../ink/ink1382.xml"/><Relationship Id="rId98" Type="http://schemas.openxmlformats.org/officeDocument/2006/relationships/image" Target="../media/image1398.png"/><Relationship Id="rId121" Type="http://schemas.openxmlformats.org/officeDocument/2006/relationships/customXml" Target="../ink/ink1396.xml"/><Relationship Id="rId142" Type="http://schemas.openxmlformats.org/officeDocument/2006/relationships/image" Target="../media/image1420.png"/><Relationship Id="rId3" Type="http://schemas.openxmlformats.org/officeDocument/2006/relationships/image" Target="../media/image1350.svg"/><Relationship Id="rId25" Type="http://schemas.openxmlformats.org/officeDocument/2006/relationships/customXml" Target="../ink/ink1348.xml"/><Relationship Id="rId46" Type="http://schemas.openxmlformats.org/officeDocument/2006/relationships/image" Target="../media/image1372.png"/><Relationship Id="rId67" Type="http://schemas.openxmlformats.org/officeDocument/2006/relationships/customXml" Target="../ink/ink1369.xml"/><Relationship Id="rId116" Type="http://schemas.openxmlformats.org/officeDocument/2006/relationships/image" Target="../media/image1407.png"/><Relationship Id="rId137" Type="http://schemas.openxmlformats.org/officeDocument/2006/relationships/customXml" Target="../ink/ink1404.xml"/><Relationship Id="rId158" Type="http://schemas.openxmlformats.org/officeDocument/2006/relationships/image" Target="../media/image1428.png"/><Relationship Id="rId20" Type="http://schemas.openxmlformats.org/officeDocument/2006/relationships/image" Target="../media/image1359.png"/><Relationship Id="rId41" Type="http://schemas.openxmlformats.org/officeDocument/2006/relationships/customXml" Target="../ink/ink1356.xml"/><Relationship Id="rId62" Type="http://schemas.openxmlformats.org/officeDocument/2006/relationships/image" Target="../media/image1380.png"/><Relationship Id="rId83" Type="http://schemas.openxmlformats.org/officeDocument/2006/relationships/customXml" Target="../ink/ink1377.xml"/><Relationship Id="rId88" Type="http://schemas.openxmlformats.org/officeDocument/2006/relationships/image" Target="../media/image1393.png"/><Relationship Id="rId111" Type="http://schemas.openxmlformats.org/officeDocument/2006/relationships/customXml" Target="../ink/ink1391.xml"/><Relationship Id="rId132" Type="http://schemas.openxmlformats.org/officeDocument/2006/relationships/image" Target="../media/image1415.png"/><Relationship Id="rId153" Type="http://schemas.openxmlformats.org/officeDocument/2006/relationships/customXml" Target="../ink/ink1412.xml"/><Relationship Id="rId15" Type="http://schemas.openxmlformats.org/officeDocument/2006/relationships/customXml" Target="../ink/ink1343.xml"/><Relationship Id="rId36" Type="http://schemas.openxmlformats.org/officeDocument/2006/relationships/image" Target="../media/image1367.png"/><Relationship Id="rId57" Type="http://schemas.openxmlformats.org/officeDocument/2006/relationships/customXml" Target="../ink/ink1364.xml"/><Relationship Id="rId106" Type="http://schemas.openxmlformats.org/officeDocument/2006/relationships/image" Target="../media/image1402.png"/><Relationship Id="rId127" Type="http://schemas.openxmlformats.org/officeDocument/2006/relationships/customXml" Target="../ink/ink1399.xml"/><Relationship Id="rId10" Type="http://schemas.openxmlformats.org/officeDocument/2006/relationships/image" Target="../media/image1354.png"/><Relationship Id="rId31" Type="http://schemas.openxmlformats.org/officeDocument/2006/relationships/customXml" Target="../ink/ink1351.xml"/><Relationship Id="rId52" Type="http://schemas.openxmlformats.org/officeDocument/2006/relationships/image" Target="../media/image1375.png"/><Relationship Id="rId73" Type="http://schemas.openxmlformats.org/officeDocument/2006/relationships/customXml" Target="../ink/ink1372.xml"/><Relationship Id="rId78" Type="http://schemas.openxmlformats.org/officeDocument/2006/relationships/image" Target="../media/image1388.png"/><Relationship Id="rId94" Type="http://schemas.openxmlformats.org/officeDocument/2006/relationships/image" Target="../media/image1396.png"/><Relationship Id="rId99" Type="http://schemas.openxmlformats.org/officeDocument/2006/relationships/customXml" Target="../ink/ink1385.xml"/><Relationship Id="rId101" Type="http://schemas.openxmlformats.org/officeDocument/2006/relationships/customXml" Target="../ink/ink1386.xml"/><Relationship Id="rId122" Type="http://schemas.openxmlformats.org/officeDocument/2006/relationships/image" Target="../media/image1410.png"/><Relationship Id="rId143" Type="http://schemas.openxmlformats.org/officeDocument/2006/relationships/customXml" Target="../ink/ink1407.xml"/><Relationship Id="rId148" Type="http://schemas.openxmlformats.org/officeDocument/2006/relationships/image" Target="../media/image1423.png"/><Relationship Id="rId4" Type="http://schemas.openxmlformats.org/officeDocument/2006/relationships/image" Target="../media/image1351.svg"/><Relationship Id="rId9" Type="http://schemas.openxmlformats.org/officeDocument/2006/relationships/customXml" Target="../ink/ink1340.xml"/><Relationship Id="rId26" Type="http://schemas.openxmlformats.org/officeDocument/2006/relationships/image" Target="../media/image1362.png"/><Relationship Id="rId47" Type="http://schemas.openxmlformats.org/officeDocument/2006/relationships/customXml" Target="../ink/ink1359.xml"/><Relationship Id="rId68" Type="http://schemas.openxmlformats.org/officeDocument/2006/relationships/image" Target="../media/image1383.png"/><Relationship Id="rId89" Type="http://schemas.openxmlformats.org/officeDocument/2006/relationships/customXml" Target="../ink/ink1380.xml"/><Relationship Id="rId112" Type="http://schemas.openxmlformats.org/officeDocument/2006/relationships/image" Target="../media/image1405.png"/><Relationship Id="rId133" Type="http://schemas.openxmlformats.org/officeDocument/2006/relationships/customXml" Target="../ink/ink1402.xml"/><Relationship Id="rId154" Type="http://schemas.openxmlformats.org/officeDocument/2006/relationships/image" Target="../media/image1426.png"/><Relationship Id="rId16" Type="http://schemas.openxmlformats.org/officeDocument/2006/relationships/image" Target="../media/image1357.png"/><Relationship Id="rId37" Type="http://schemas.openxmlformats.org/officeDocument/2006/relationships/customXml" Target="../ink/ink1354.xml"/><Relationship Id="rId58" Type="http://schemas.openxmlformats.org/officeDocument/2006/relationships/image" Target="../media/image1378.png"/><Relationship Id="rId79" Type="http://schemas.openxmlformats.org/officeDocument/2006/relationships/customXml" Target="../ink/ink1375.xml"/><Relationship Id="rId102" Type="http://schemas.openxmlformats.org/officeDocument/2006/relationships/image" Target="../media/image1400.png"/><Relationship Id="rId123" Type="http://schemas.openxmlformats.org/officeDocument/2006/relationships/customXml" Target="../ink/ink1397.xml"/><Relationship Id="rId144" Type="http://schemas.openxmlformats.org/officeDocument/2006/relationships/image" Target="../media/image1421.png"/><Relationship Id="rId90" Type="http://schemas.openxmlformats.org/officeDocument/2006/relationships/image" Target="../media/image1394.png"/><Relationship Id="rId27" Type="http://schemas.openxmlformats.org/officeDocument/2006/relationships/customXml" Target="../ink/ink1349.xml"/><Relationship Id="rId48" Type="http://schemas.openxmlformats.org/officeDocument/2006/relationships/image" Target="../media/image1373.png"/><Relationship Id="rId69" Type="http://schemas.openxmlformats.org/officeDocument/2006/relationships/customXml" Target="../ink/ink1370.xml"/><Relationship Id="rId113" Type="http://schemas.openxmlformats.org/officeDocument/2006/relationships/customXml" Target="../ink/ink1392.xml"/><Relationship Id="rId134" Type="http://schemas.openxmlformats.org/officeDocument/2006/relationships/image" Target="../media/image1416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427.xml"/><Relationship Id="rId117" Type="http://schemas.openxmlformats.org/officeDocument/2006/relationships/image" Target="../media/image1485.png"/><Relationship Id="rId21" Type="http://schemas.openxmlformats.org/officeDocument/2006/relationships/image" Target="../media/image1439.png"/><Relationship Id="rId42" Type="http://schemas.openxmlformats.org/officeDocument/2006/relationships/customXml" Target="../ink/ink1435.xml"/><Relationship Id="rId47" Type="http://schemas.openxmlformats.org/officeDocument/2006/relationships/image" Target="../media/image1452.png"/><Relationship Id="rId63" Type="http://schemas.openxmlformats.org/officeDocument/2006/relationships/image" Target="../media/image1460.png"/><Relationship Id="rId68" Type="http://schemas.openxmlformats.org/officeDocument/2006/relationships/customXml" Target="../ink/ink1448.xml"/><Relationship Id="rId84" Type="http://schemas.openxmlformats.org/officeDocument/2006/relationships/customXml" Target="../ink/ink1456.xml"/><Relationship Id="rId89" Type="http://schemas.openxmlformats.org/officeDocument/2006/relationships/image" Target="../media/image1473.png"/><Relationship Id="rId112" Type="http://schemas.openxmlformats.org/officeDocument/2006/relationships/customXml" Target="../ink/ink1470.xml"/><Relationship Id="rId16" Type="http://schemas.openxmlformats.org/officeDocument/2006/relationships/customXml" Target="../ink/ink1422.xml"/><Relationship Id="rId107" Type="http://schemas.openxmlformats.org/officeDocument/2006/relationships/image" Target="../media/image1481.png"/><Relationship Id="rId11" Type="http://schemas.openxmlformats.org/officeDocument/2006/relationships/image" Target="../media/image1434.png"/><Relationship Id="rId32" Type="http://schemas.openxmlformats.org/officeDocument/2006/relationships/customXml" Target="../ink/ink1430.xml"/><Relationship Id="rId37" Type="http://schemas.openxmlformats.org/officeDocument/2006/relationships/image" Target="../media/image1447.png"/><Relationship Id="rId53" Type="http://schemas.openxmlformats.org/officeDocument/2006/relationships/image" Target="../media/image1455.png"/><Relationship Id="rId58" Type="http://schemas.openxmlformats.org/officeDocument/2006/relationships/customXml" Target="../ink/ink1443.xml"/><Relationship Id="rId74" Type="http://schemas.openxmlformats.org/officeDocument/2006/relationships/customXml" Target="../ink/ink1451.xml"/><Relationship Id="rId79" Type="http://schemas.openxmlformats.org/officeDocument/2006/relationships/image" Target="../media/image1468.png"/><Relationship Id="rId102" Type="http://schemas.openxmlformats.org/officeDocument/2006/relationships/customXml" Target="../ink/ink1465.xml"/><Relationship Id="rId123" Type="http://schemas.openxmlformats.org/officeDocument/2006/relationships/image" Target="../media/image1488.png"/><Relationship Id="rId5" Type="http://schemas.openxmlformats.org/officeDocument/2006/relationships/image" Target="../media/image1431.png"/><Relationship Id="rId90" Type="http://schemas.openxmlformats.org/officeDocument/2006/relationships/customXml" Target="../ink/ink1459.xml"/><Relationship Id="rId95" Type="http://schemas.openxmlformats.org/officeDocument/2006/relationships/image" Target="../media/image1476.png"/><Relationship Id="rId22" Type="http://schemas.openxmlformats.org/officeDocument/2006/relationships/customXml" Target="../ink/ink1425.xml"/><Relationship Id="rId27" Type="http://schemas.openxmlformats.org/officeDocument/2006/relationships/image" Target="../media/image1442.png"/><Relationship Id="rId43" Type="http://schemas.openxmlformats.org/officeDocument/2006/relationships/image" Target="../media/image1450.png"/><Relationship Id="rId48" Type="http://schemas.openxmlformats.org/officeDocument/2006/relationships/customXml" Target="../ink/ink1438.xml"/><Relationship Id="rId64" Type="http://schemas.openxmlformats.org/officeDocument/2006/relationships/customXml" Target="../ink/ink1446.xml"/><Relationship Id="rId69" Type="http://schemas.openxmlformats.org/officeDocument/2006/relationships/image" Target="../media/image1463.png"/><Relationship Id="rId113" Type="http://schemas.openxmlformats.org/officeDocument/2006/relationships/image" Target="../media/image1483.png"/><Relationship Id="rId118" Type="http://schemas.openxmlformats.org/officeDocument/2006/relationships/customXml" Target="../ink/ink1473.xml"/><Relationship Id="rId80" Type="http://schemas.openxmlformats.org/officeDocument/2006/relationships/customXml" Target="../ink/ink1454.xml"/><Relationship Id="rId85" Type="http://schemas.openxmlformats.org/officeDocument/2006/relationships/image" Target="../media/image1471.png"/><Relationship Id="rId12" Type="http://schemas.openxmlformats.org/officeDocument/2006/relationships/customXml" Target="../ink/ink1420.xml"/><Relationship Id="rId17" Type="http://schemas.openxmlformats.org/officeDocument/2006/relationships/image" Target="../media/image1437.png"/><Relationship Id="rId33" Type="http://schemas.openxmlformats.org/officeDocument/2006/relationships/image" Target="../media/image1445.png"/><Relationship Id="rId38" Type="http://schemas.openxmlformats.org/officeDocument/2006/relationships/customXml" Target="../ink/ink1433.xml"/><Relationship Id="rId59" Type="http://schemas.openxmlformats.org/officeDocument/2006/relationships/image" Target="../media/image1458.png"/><Relationship Id="rId103" Type="http://schemas.openxmlformats.org/officeDocument/2006/relationships/image" Target="../media/image1480.png"/><Relationship Id="rId108" Type="http://schemas.openxmlformats.org/officeDocument/2006/relationships/customXml" Target="../ink/ink1468.xml"/><Relationship Id="rId54" Type="http://schemas.openxmlformats.org/officeDocument/2006/relationships/customXml" Target="../ink/ink1441.xml"/><Relationship Id="rId70" Type="http://schemas.openxmlformats.org/officeDocument/2006/relationships/customXml" Target="../ink/ink1449.xml"/><Relationship Id="rId75" Type="http://schemas.openxmlformats.org/officeDocument/2006/relationships/image" Target="../media/image1466.png"/><Relationship Id="rId91" Type="http://schemas.openxmlformats.org/officeDocument/2006/relationships/image" Target="../media/image1474.png"/><Relationship Id="rId96" Type="http://schemas.openxmlformats.org/officeDocument/2006/relationships/customXml" Target="../ink/ink146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17.xml"/><Relationship Id="rId23" Type="http://schemas.openxmlformats.org/officeDocument/2006/relationships/image" Target="../media/image1440.png"/><Relationship Id="rId28" Type="http://schemas.openxmlformats.org/officeDocument/2006/relationships/customXml" Target="../ink/ink1428.xml"/><Relationship Id="rId49" Type="http://schemas.openxmlformats.org/officeDocument/2006/relationships/image" Target="../media/image1453.png"/><Relationship Id="rId114" Type="http://schemas.openxmlformats.org/officeDocument/2006/relationships/customXml" Target="../ink/ink1471.xml"/><Relationship Id="rId119" Type="http://schemas.openxmlformats.org/officeDocument/2006/relationships/image" Target="../media/image1486.png"/><Relationship Id="rId44" Type="http://schemas.openxmlformats.org/officeDocument/2006/relationships/customXml" Target="../ink/ink1436.xml"/><Relationship Id="rId60" Type="http://schemas.openxmlformats.org/officeDocument/2006/relationships/customXml" Target="../ink/ink1444.xml"/><Relationship Id="rId65" Type="http://schemas.openxmlformats.org/officeDocument/2006/relationships/image" Target="../media/image1461.png"/><Relationship Id="rId81" Type="http://schemas.openxmlformats.org/officeDocument/2006/relationships/image" Target="../media/image1469.png"/><Relationship Id="rId86" Type="http://schemas.openxmlformats.org/officeDocument/2006/relationships/customXml" Target="../ink/ink1457.xml"/><Relationship Id="rId4" Type="http://schemas.openxmlformats.org/officeDocument/2006/relationships/customXml" Target="../ink/ink1416.xml"/><Relationship Id="rId9" Type="http://schemas.openxmlformats.org/officeDocument/2006/relationships/image" Target="../media/image1433.png"/><Relationship Id="rId13" Type="http://schemas.openxmlformats.org/officeDocument/2006/relationships/image" Target="../media/image1435.png"/><Relationship Id="rId18" Type="http://schemas.openxmlformats.org/officeDocument/2006/relationships/customXml" Target="../ink/ink1423.xml"/><Relationship Id="rId39" Type="http://schemas.openxmlformats.org/officeDocument/2006/relationships/image" Target="../media/image1448.png"/><Relationship Id="rId109" Type="http://schemas.openxmlformats.org/officeDocument/2006/relationships/image" Target="../media/image1482.png"/><Relationship Id="rId34" Type="http://schemas.openxmlformats.org/officeDocument/2006/relationships/customXml" Target="../ink/ink1431.xml"/><Relationship Id="rId50" Type="http://schemas.openxmlformats.org/officeDocument/2006/relationships/customXml" Target="../ink/ink1439.xml"/><Relationship Id="rId55" Type="http://schemas.openxmlformats.org/officeDocument/2006/relationships/image" Target="../media/image1456.png"/><Relationship Id="rId76" Type="http://schemas.openxmlformats.org/officeDocument/2006/relationships/customXml" Target="../ink/ink1452.xml"/><Relationship Id="rId97" Type="http://schemas.openxmlformats.org/officeDocument/2006/relationships/image" Target="../media/image1477.png"/><Relationship Id="rId104" Type="http://schemas.openxmlformats.org/officeDocument/2006/relationships/customXml" Target="../ink/ink1466.xml"/><Relationship Id="rId120" Type="http://schemas.openxmlformats.org/officeDocument/2006/relationships/customXml" Target="../ink/ink1474.xml"/><Relationship Id="rId7" Type="http://schemas.openxmlformats.org/officeDocument/2006/relationships/image" Target="../media/image1432.png"/><Relationship Id="rId71" Type="http://schemas.openxmlformats.org/officeDocument/2006/relationships/image" Target="../media/image1464.png"/><Relationship Id="rId92" Type="http://schemas.openxmlformats.org/officeDocument/2006/relationships/customXml" Target="../ink/ink1460.xml"/><Relationship Id="rId2" Type="http://schemas.openxmlformats.org/officeDocument/2006/relationships/notesSlide" Target="../notesSlides/notesSlide12.xml"/><Relationship Id="rId29" Type="http://schemas.openxmlformats.org/officeDocument/2006/relationships/image" Target="../media/image1443.png"/><Relationship Id="rId24" Type="http://schemas.openxmlformats.org/officeDocument/2006/relationships/customXml" Target="../ink/ink1426.xml"/><Relationship Id="rId40" Type="http://schemas.openxmlformats.org/officeDocument/2006/relationships/customXml" Target="../ink/ink1434.xml"/><Relationship Id="rId45" Type="http://schemas.openxmlformats.org/officeDocument/2006/relationships/image" Target="../media/image1451.png"/><Relationship Id="rId66" Type="http://schemas.openxmlformats.org/officeDocument/2006/relationships/customXml" Target="../ink/ink1447.xml"/><Relationship Id="rId87" Type="http://schemas.openxmlformats.org/officeDocument/2006/relationships/image" Target="../media/image1472.png"/><Relationship Id="rId110" Type="http://schemas.openxmlformats.org/officeDocument/2006/relationships/customXml" Target="../ink/ink1469.xml"/><Relationship Id="rId115" Type="http://schemas.openxmlformats.org/officeDocument/2006/relationships/image" Target="../media/image1484.png"/><Relationship Id="rId61" Type="http://schemas.openxmlformats.org/officeDocument/2006/relationships/image" Target="../media/image1459.png"/><Relationship Id="rId82" Type="http://schemas.openxmlformats.org/officeDocument/2006/relationships/customXml" Target="../ink/ink1455.xml"/><Relationship Id="rId19" Type="http://schemas.openxmlformats.org/officeDocument/2006/relationships/image" Target="../media/image1438.png"/><Relationship Id="rId14" Type="http://schemas.openxmlformats.org/officeDocument/2006/relationships/customXml" Target="../ink/ink1421.xml"/><Relationship Id="rId30" Type="http://schemas.openxmlformats.org/officeDocument/2006/relationships/customXml" Target="../ink/ink1429.xml"/><Relationship Id="rId35" Type="http://schemas.openxmlformats.org/officeDocument/2006/relationships/image" Target="../media/image1446.png"/><Relationship Id="rId56" Type="http://schemas.openxmlformats.org/officeDocument/2006/relationships/customXml" Target="../ink/ink1442.xml"/><Relationship Id="rId77" Type="http://schemas.openxmlformats.org/officeDocument/2006/relationships/image" Target="../media/image1467.png"/><Relationship Id="rId100" Type="http://schemas.openxmlformats.org/officeDocument/2006/relationships/customXml" Target="../ink/ink1464.xml"/><Relationship Id="rId105" Type="http://schemas.openxmlformats.org/officeDocument/2006/relationships/image" Target="../media/image397.png"/><Relationship Id="rId8" Type="http://schemas.openxmlformats.org/officeDocument/2006/relationships/customXml" Target="../ink/ink1418.xml"/><Relationship Id="rId51" Type="http://schemas.openxmlformats.org/officeDocument/2006/relationships/image" Target="../media/image1454.png"/><Relationship Id="rId72" Type="http://schemas.openxmlformats.org/officeDocument/2006/relationships/customXml" Target="../ink/ink1450.xml"/><Relationship Id="rId93" Type="http://schemas.openxmlformats.org/officeDocument/2006/relationships/image" Target="../media/image1475.png"/><Relationship Id="rId98" Type="http://schemas.openxmlformats.org/officeDocument/2006/relationships/customXml" Target="../ink/ink1463.xml"/><Relationship Id="rId121" Type="http://schemas.openxmlformats.org/officeDocument/2006/relationships/image" Target="../media/image1487.png"/><Relationship Id="rId3" Type="http://schemas.openxmlformats.org/officeDocument/2006/relationships/image" Target="../media/image1430.png"/><Relationship Id="rId25" Type="http://schemas.openxmlformats.org/officeDocument/2006/relationships/image" Target="../media/image1441.png"/><Relationship Id="rId46" Type="http://schemas.openxmlformats.org/officeDocument/2006/relationships/customXml" Target="../ink/ink1437.xml"/><Relationship Id="rId67" Type="http://schemas.openxmlformats.org/officeDocument/2006/relationships/image" Target="../media/image1462.png"/><Relationship Id="rId116" Type="http://schemas.openxmlformats.org/officeDocument/2006/relationships/customXml" Target="../ink/ink1472.xml"/><Relationship Id="rId20" Type="http://schemas.openxmlformats.org/officeDocument/2006/relationships/customXml" Target="../ink/ink1424.xml"/><Relationship Id="rId41" Type="http://schemas.openxmlformats.org/officeDocument/2006/relationships/image" Target="../media/image1449.png"/><Relationship Id="rId62" Type="http://schemas.openxmlformats.org/officeDocument/2006/relationships/customXml" Target="../ink/ink1445.xml"/><Relationship Id="rId83" Type="http://schemas.openxmlformats.org/officeDocument/2006/relationships/image" Target="../media/image1470.png"/><Relationship Id="rId88" Type="http://schemas.openxmlformats.org/officeDocument/2006/relationships/customXml" Target="../ink/ink1458.xml"/><Relationship Id="rId111" Type="http://schemas.openxmlformats.org/officeDocument/2006/relationships/image" Target="../media/image1268.png"/><Relationship Id="rId15" Type="http://schemas.openxmlformats.org/officeDocument/2006/relationships/image" Target="../media/image1436.png"/><Relationship Id="rId36" Type="http://schemas.openxmlformats.org/officeDocument/2006/relationships/customXml" Target="../ink/ink1432.xml"/><Relationship Id="rId57" Type="http://schemas.openxmlformats.org/officeDocument/2006/relationships/image" Target="../media/image1457.png"/><Relationship Id="rId106" Type="http://schemas.openxmlformats.org/officeDocument/2006/relationships/customXml" Target="../ink/ink1467.xml"/><Relationship Id="rId10" Type="http://schemas.openxmlformats.org/officeDocument/2006/relationships/customXml" Target="../ink/ink1419.xml"/><Relationship Id="rId31" Type="http://schemas.openxmlformats.org/officeDocument/2006/relationships/image" Target="../media/image1444.png"/><Relationship Id="rId52" Type="http://schemas.openxmlformats.org/officeDocument/2006/relationships/customXml" Target="../ink/ink1440.xml"/><Relationship Id="rId73" Type="http://schemas.openxmlformats.org/officeDocument/2006/relationships/image" Target="../media/image1465.png"/><Relationship Id="rId78" Type="http://schemas.openxmlformats.org/officeDocument/2006/relationships/customXml" Target="../ink/ink1453.xml"/><Relationship Id="rId94" Type="http://schemas.openxmlformats.org/officeDocument/2006/relationships/customXml" Target="../ink/ink1461.xml"/><Relationship Id="rId99" Type="http://schemas.openxmlformats.org/officeDocument/2006/relationships/image" Target="../media/image1478.png"/><Relationship Id="rId101" Type="http://schemas.openxmlformats.org/officeDocument/2006/relationships/image" Target="../media/image1479.png"/><Relationship Id="rId122" Type="http://schemas.openxmlformats.org/officeDocument/2006/relationships/customXml" Target="../ink/ink1475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480.xml"/><Relationship Id="rId18" Type="http://schemas.openxmlformats.org/officeDocument/2006/relationships/image" Target="../media/image1497.png"/><Relationship Id="rId26" Type="http://schemas.openxmlformats.org/officeDocument/2006/relationships/image" Target="../media/image1501.png"/><Relationship Id="rId3" Type="http://schemas.openxmlformats.org/officeDocument/2006/relationships/image" Target="../media/image1489.png"/><Relationship Id="rId21" Type="http://schemas.openxmlformats.org/officeDocument/2006/relationships/customXml" Target="../ink/ink1484.xml"/><Relationship Id="rId34" Type="http://schemas.openxmlformats.org/officeDocument/2006/relationships/image" Target="../media/image1505.png"/><Relationship Id="rId7" Type="http://schemas.openxmlformats.org/officeDocument/2006/relationships/customXml" Target="../ink/ink1477.xml"/><Relationship Id="rId12" Type="http://schemas.openxmlformats.org/officeDocument/2006/relationships/image" Target="../media/image1494.png"/><Relationship Id="rId17" Type="http://schemas.openxmlformats.org/officeDocument/2006/relationships/customXml" Target="../ink/ink1482.xml"/><Relationship Id="rId25" Type="http://schemas.openxmlformats.org/officeDocument/2006/relationships/customXml" Target="../ink/ink1486.xml"/><Relationship Id="rId33" Type="http://schemas.openxmlformats.org/officeDocument/2006/relationships/customXml" Target="../ink/ink1490.xml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496.png"/><Relationship Id="rId20" Type="http://schemas.openxmlformats.org/officeDocument/2006/relationships/image" Target="../media/image1498.png"/><Relationship Id="rId29" Type="http://schemas.openxmlformats.org/officeDocument/2006/relationships/customXml" Target="../ink/ink148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1.png"/><Relationship Id="rId11" Type="http://schemas.openxmlformats.org/officeDocument/2006/relationships/customXml" Target="../ink/ink1479.xml"/><Relationship Id="rId24" Type="http://schemas.openxmlformats.org/officeDocument/2006/relationships/image" Target="../media/image1500.png"/><Relationship Id="rId32" Type="http://schemas.openxmlformats.org/officeDocument/2006/relationships/image" Target="../media/image1504.png"/><Relationship Id="rId5" Type="http://schemas.openxmlformats.org/officeDocument/2006/relationships/customXml" Target="../ink/ink1476.xml"/><Relationship Id="rId15" Type="http://schemas.openxmlformats.org/officeDocument/2006/relationships/customXml" Target="../ink/ink1481.xml"/><Relationship Id="rId23" Type="http://schemas.openxmlformats.org/officeDocument/2006/relationships/customXml" Target="../ink/ink1485.xml"/><Relationship Id="rId28" Type="http://schemas.openxmlformats.org/officeDocument/2006/relationships/image" Target="../media/image1502.png"/><Relationship Id="rId10" Type="http://schemas.openxmlformats.org/officeDocument/2006/relationships/image" Target="../media/image1493.png"/><Relationship Id="rId19" Type="http://schemas.openxmlformats.org/officeDocument/2006/relationships/customXml" Target="../ink/ink1483.xml"/><Relationship Id="rId31" Type="http://schemas.openxmlformats.org/officeDocument/2006/relationships/customXml" Target="../ink/ink1489.xml"/><Relationship Id="rId4" Type="http://schemas.openxmlformats.org/officeDocument/2006/relationships/image" Target="../media/image1490.svg"/><Relationship Id="rId9" Type="http://schemas.openxmlformats.org/officeDocument/2006/relationships/customXml" Target="../ink/ink1478.xml"/><Relationship Id="rId14" Type="http://schemas.openxmlformats.org/officeDocument/2006/relationships/image" Target="../media/image1495.png"/><Relationship Id="rId22" Type="http://schemas.openxmlformats.org/officeDocument/2006/relationships/image" Target="../media/image1499.png"/><Relationship Id="rId27" Type="http://schemas.openxmlformats.org/officeDocument/2006/relationships/customXml" Target="../ink/ink1487.xml"/><Relationship Id="rId30" Type="http://schemas.openxmlformats.org/officeDocument/2006/relationships/image" Target="../media/image1503.png"/><Relationship Id="rId8" Type="http://schemas.openxmlformats.org/officeDocument/2006/relationships/image" Target="../media/image1492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547.xml"/><Relationship Id="rId21" Type="http://schemas.openxmlformats.org/officeDocument/2006/relationships/customXml" Target="../ink/ink1499.xml"/><Relationship Id="rId42" Type="http://schemas.openxmlformats.org/officeDocument/2006/relationships/image" Target="../media/image1525.png"/><Relationship Id="rId63" Type="http://schemas.openxmlformats.org/officeDocument/2006/relationships/customXml" Target="../ink/ink1520.xml"/><Relationship Id="rId84" Type="http://schemas.openxmlformats.org/officeDocument/2006/relationships/image" Target="../media/image1546.png"/><Relationship Id="rId138" Type="http://schemas.openxmlformats.org/officeDocument/2006/relationships/image" Target="../media/image1573.png"/><Relationship Id="rId107" Type="http://schemas.openxmlformats.org/officeDocument/2006/relationships/customXml" Target="../ink/ink1542.xml"/><Relationship Id="rId11" Type="http://schemas.openxmlformats.org/officeDocument/2006/relationships/customXml" Target="../ink/ink1494.xml"/><Relationship Id="rId32" Type="http://schemas.openxmlformats.org/officeDocument/2006/relationships/image" Target="../media/image1520.png"/><Relationship Id="rId53" Type="http://schemas.openxmlformats.org/officeDocument/2006/relationships/customXml" Target="../ink/ink1515.xml"/><Relationship Id="rId74" Type="http://schemas.openxmlformats.org/officeDocument/2006/relationships/image" Target="../media/image1541.png"/><Relationship Id="rId128" Type="http://schemas.openxmlformats.org/officeDocument/2006/relationships/image" Target="../media/image1568.png"/><Relationship Id="rId149" Type="http://schemas.openxmlformats.org/officeDocument/2006/relationships/customXml" Target="../ink/ink1563.xml"/><Relationship Id="rId5" Type="http://schemas.openxmlformats.org/officeDocument/2006/relationships/customXml" Target="../ink/ink1491.xml"/><Relationship Id="rId95" Type="http://schemas.openxmlformats.org/officeDocument/2006/relationships/customXml" Target="../ink/ink1536.xml"/><Relationship Id="rId22" Type="http://schemas.openxmlformats.org/officeDocument/2006/relationships/image" Target="../media/image1515.png"/><Relationship Id="rId27" Type="http://schemas.openxmlformats.org/officeDocument/2006/relationships/customXml" Target="../ink/ink1502.xml"/><Relationship Id="rId43" Type="http://schemas.openxmlformats.org/officeDocument/2006/relationships/customXml" Target="../ink/ink1510.xml"/><Relationship Id="rId48" Type="http://schemas.openxmlformats.org/officeDocument/2006/relationships/image" Target="../media/image1528.png"/><Relationship Id="rId64" Type="http://schemas.openxmlformats.org/officeDocument/2006/relationships/image" Target="../media/image1536.png"/><Relationship Id="rId69" Type="http://schemas.openxmlformats.org/officeDocument/2006/relationships/customXml" Target="../ink/ink1523.xml"/><Relationship Id="rId113" Type="http://schemas.openxmlformats.org/officeDocument/2006/relationships/customXml" Target="../ink/ink1545.xml"/><Relationship Id="rId118" Type="http://schemas.openxmlformats.org/officeDocument/2006/relationships/image" Target="../media/image1563.png"/><Relationship Id="rId134" Type="http://schemas.openxmlformats.org/officeDocument/2006/relationships/image" Target="../media/image1571.png"/><Relationship Id="rId139" Type="http://schemas.openxmlformats.org/officeDocument/2006/relationships/customXml" Target="../ink/ink1558.xml"/><Relationship Id="rId80" Type="http://schemas.openxmlformats.org/officeDocument/2006/relationships/image" Target="../media/image1544.png"/><Relationship Id="rId85" Type="http://schemas.openxmlformats.org/officeDocument/2006/relationships/customXml" Target="../ink/ink1531.xml"/><Relationship Id="rId150" Type="http://schemas.openxmlformats.org/officeDocument/2006/relationships/image" Target="../media/image1579.png"/><Relationship Id="rId12" Type="http://schemas.openxmlformats.org/officeDocument/2006/relationships/image" Target="../media/image1511.png"/><Relationship Id="rId17" Type="http://schemas.openxmlformats.org/officeDocument/2006/relationships/customXml" Target="../ink/ink1497.xml"/><Relationship Id="rId33" Type="http://schemas.openxmlformats.org/officeDocument/2006/relationships/customXml" Target="../ink/ink1505.xml"/><Relationship Id="rId38" Type="http://schemas.openxmlformats.org/officeDocument/2006/relationships/image" Target="../media/image1523.png"/><Relationship Id="rId59" Type="http://schemas.openxmlformats.org/officeDocument/2006/relationships/customXml" Target="../ink/ink1518.xml"/><Relationship Id="rId103" Type="http://schemas.openxmlformats.org/officeDocument/2006/relationships/customXml" Target="../ink/ink1540.xml"/><Relationship Id="rId108" Type="http://schemas.openxmlformats.org/officeDocument/2006/relationships/image" Target="../media/image1558.png"/><Relationship Id="rId124" Type="http://schemas.openxmlformats.org/officeDocument/2006/relationships/image" Target="../media/image1566.png"/><Relationship Id="rId129" Type="http://schemas.openxmlformats.org/officeDocument/2006/relationships/customXml" Target="../ink/ink1553.xml"/><Relationship Id="rId54" Type="http://schemas.openxmlformats.org/officeDocument/2006/relationships/image" Target="../media/image1531.png"/><Relationship Id="rId70" Type="http://schemas.openxmlformats.org/officeDocument/2006/relationships/image" Target="../media/image1539.png"/><Relationship Id="rId75" Type="http://schemas.openxmlformats.org/officeDocument/2006/relationships/customXml" Target="../ink/ink1526.xml"/><Relationship Id="rId91" Type="http://schemas.openxmlformats.org/officeDocument/2006/relationships/customXml" Target="../ink/ink1534.xml"/><Relationship Id="rId96" Type="http://schemas.openxmlformats.org/officeDocument/2006/relationships/image" Target="../media/image1552.png"/><Relationship Id="rId140" Type="http://schemas.openxmlformats.org/officeDocument/2006/relationships/image" Target="../media/image1574.png"/><Relationship Id="rId145" Type="http://schemas.openxmlformats.org/officeDocument/2006/relationships/customXml" Target="../ink/ink156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8.png"/><Relationship Id="rId23" Type="http://schemas.openxmlformats.org/officeDocument/2006/relationships/customXml" Target="../ink/ink1500.xml"/><Relationship Id="rId28" Type="http://schemas.openxmlformats.org/officeDocument/2006/relationships/image" Target="../media/image1518.png"/><Relationship Id="rId49" Type="http://schemas.openxmlformats.org/officeDocument/2006/relationships/customXml" Target="../ink/ink1513.xml"/><Relationship Id="rId114" Type="http://schemas.openxmlformats.org/officeDocument/2006/relationships/image" Target="../media/image1561.png"/><Relationship Id="rId119" Type="http://schemas.openxmlformats.org/officeDocument/2006/relationships/customXml" Target="../ink/ink1548.xml"/><Relationship Id="rId44" Type="http://schemas.openxmlformats.org/officeDocument/2006/relationships/image" Target="../media/image1526.png"/><Relationship Id="rId60" Type="http://schemas.openxmlformats.org/officeDocument/2006/relationships/image" Target="../media/image1534.png"/><Relationship Id="rId65" Type="http://schemas.openxmlformats.org/officeDocument/2006/relationships/customXml" Target="../ink/ink1521.xml"/><Relationship Id="rId81" Type="http://schemas.openxmlformats.org/officeDocument/2006/relationships/customXml" Target="../ink/ink1529.xml"/><Relationship Id="rId86" Type="http://schemas.openxmlformats.org/officeDocument/2006/relationships/image" Target="../media/image1547.png"/><Relationship Id="rId130" Type="http://schemas.openxmlformats.org/officeDocument/2006/relationships/image" Target="../media/image1569.png"/><Relationship Id="rId135" Type="http://schemas.openxmlformats.org/officeDocument/2006/relationships/customXml" Target="../ink/ink1556.xml"/><Relationship Id="rId151" Type="http://schemas.openxmlformats.org/officeDocument/2006/relationships/customXml" Target="../ink/ink1564.xml"/><Relationship Id="rId13" Type="http://schemas.openxmlformats.org/officeDocument/2006/relationships/customXml" Target="../ink/ink1495.xml"/><Relationship Id="rId18" Type="http://schemas.openxmlformats.org/officeDocument/2006/relationships/image" Target="../media/image1513.png"/><Relationship Id="rId39" Type="http://schemas.openxmlformats.org/officeDocument/2006/relationships/customXml" Target="../ink/ink1508.xml"/><Relationship Id="rId109" Type="http://schemas.openxmlformats.org/officeDocument/2006/relationships/customXml" Target="../ink/ink1543.xml"/><Relationship Id="rId34" Type="http://schemas.openxmlformats.org/officeDocument/2006/relationships/image" Target="../media/image1521.png"/><Relationship Id="rId50" Type="http://schemas.openxmlformats.org/officeDocument/2006/relationships/image" Target="../media/image1529.png"/><Relationship Id="rId55" Type="http://schemas.openxmlformats.org/officeDocument/2006/relationships/customXml" Target="../ink/ink1516.xml"/><Relationship Id="rId76" Type="http://schemas.openxmlformats.org/officeDocument/2006/relationships/image" Target="../media/image1542.png"/><Relationship Id="rId97" Type="http://schemas.openxmlformats.org/officeDocument/2006/relationships/customXml" Target="../ink/ink1537.xml"/><Relationship Id="rId104" Type="http://schemas.openxmlformats.org/officeDocument/2006/relationships/image" Target="../media/image1556.png"/><Relationship Id="rId120" Type="http://schemas.openxmlformats.org/officeDocument/2006/relationships/image" Target="../media/image1564.png"/><Relationship Id="rId125" Type="http://schemas.openxmlformats.org/officeDocument/2006/relationships/customXml" Target="../ink/ink1551.xml"/><Relationship Id="rId141" Type="http://schemas.openxmlformats.org/officeDocument/2006/relationships/customXml" Target="../ink/ink1559.xml"/><Relationship Id="rId146" Type="http://schemas.openxmlformats.org/officeDocument/2006/relationships/image" Target="../media/image1577.png"/><Relationship Id="rId7" Type="http://schemas.openxmlformats.org/officeDocument/2006/relationships/customXml" Target="../ink/ink1492.xml"/><Relationship Id="rId71" Type="http://schemas.openxmlformats.org/officeDocument/2006/relationships/customXml" Target="../ink/ink1524.xml"/><Relationship Id="rId92" Type="http://schemas.openxmlformats.org/officeDocument/2006/relationships/image" Target="../media/image1550.png"/><Relationship Id="rId2" Type="http://schemas.openxmlformats.org/officeDocument/2006/relationships/notesSlide" Target="../notesSlides/notesSlide14.xml"/><Relationship Id="rId29" Type="http://schemas.openxmlformats.org/officeDocument/2006/relationships/customXml" Target="../ink/ink1503.xml"/><Relationship Id="rId24" Type="http://schemas.openxmlformats.org/officeDocument/2006/relationships/image" Target="../media/image1516.png"/><Relationship Id="rId40" Type="http://schemas.openxmlformats.org/officeDocument/2006/relationships/image" Target="../media/image1524.png"/><Relationship Id="rId45" Type="http://schemas.openxmlformats.org/officeDocument/2006/relationships/customXml" Target="../ink/ink1511.xml"/><Relationship Id="rId66" Type="http://schemas.openxmlformats.org/officeDocument/2006/relationships/image" Target="../media/image1537.png"/><Relationship Id="rId87" Type="http://schemas.openxmlformats.org/officeDocument/2006/relationships/customXml" Target="../ink/ink1532.xml"/><Relationship Id="rId110" Type="http://schemas.openxmlformats.org/officeDocument/2006/relationships/image" Target="../media/image1559.png"/><Relationship Id="rId115" Type="http://schemas.openxmlformats.org/officeDocument/2006/relationships/customXml" Target="../ink/ink1546.xml"/><Relationship Id="rId131" Type="http://schemas.openxmlformats.org/officeDocument/2006/relationships/customXml" Target="../ink/ink1554.xml"/><Relationship Id="rId136" Type="http://schemas.openxmlformats.org/officeDocument/2006/relationships/image" Target="../media/image1572.png"/><Relationship Id="rId61" Type="http://schemas.openxmlformats.org/officeDocument/2006/relationships/customXml" Target="../ink/ink1519.xml"/><Relationship Id="rId82" Type="http://schemas.openxmlformats.org/officeDocument/2006/relationships/image" Target="../media/image1545.png"/><Relationship Id="rId152" Type="http://schemas.openxmlformats.org/officeDocument/2006/relationships/image" Target="../media/image1580.png"/><Relationship Id="rId19" Type="http://schemas.openxmlformats.org/officeDocument/2006/relationships/customXml" Target="../ink/ink1498.xml"/><Relationship Id="rId14" Type="http://schemas.openxmlformats.org/officeDocument/2006/relationships/image" Target="../media/image1512.png"/><Relationship Id="rId30" Type="http://schemas.openxmlformats.org/officeDocument/2006/relationships/image" Target="../media/image1519.png"/><Relationship Id="rId35" Type="http://schemas.openxmlformats.org/officeDocument/2006/relationships/customXml" Target="../ink/ink1506.xml"/><Relationship Id="rId56" Type="http://schemas.openxmlformats.org/officeDocument/2006/relationships/image" Target="../media/image1532.png"/><Relationship Id="rId77" Type="http://schemas.openxmlformats.org/officeDocument/2006/relationships/customXml" Target="../ink/ink1527.xml"/><Relationship Id="rId100" Type="http://schemas.openxmlformats.org/officeDocument/2006/relationships/image" Target="../media/image1554.png"/><Relationship Id="rId105" Type="http://schemas.openxmlformats.org/officeDocument/2006/relationships/customXml" Target="../ink/ink1541.xml"/><Relationship Id="rId126" Type="http://schemas.openxmlformats.org/officeDocument/2006/relationships/image" Target="../media/image1567.png"/><Relationship Id="rId147" Type="http://schemas.openxmlformats.org/officeDocument/2006/relationships/customXml" Target="../ink/ink1562.xml"/><Relationship Id="rId8" Type="http://schemas.openxmlformats.org/officeDocument/2006/relationships/image" Target="../media/image1509.png"/><Relationship Id="rId51" Type="http://schemas.openxmlformats.org/officeDocument/2006/relationships/customXml" Target="../ink/ink1514.xml"/><Relationship Id="rId72" Type="http://schemas.openxmlformats.org/officeDocument/2006/relationships/image" Target="../media/image1540.png"/><Relationship Id="rId93" Type="http://schemas.openxmlformats.org/officeDocument/2006/relationships/customXml" Target="../ink/ink1535.xml"/><Relationship Id="rId98" Type="http://schemas.openxmlformats.org/officeDocument/2006/relationships/image" Target="../media/image1553.png"/><Relationship Id="rId121" Type="http://schemas.openxmlformats.org/officeDocument/2006/relationships/customXml" Target="../ink/ink1549.xml"/><Relationship Id="rId142" Type="http://schemas.openxmlformats.org/officeDocument/2006/relationships/image" Target="../media/image1575.png"/><Relationship Id="rId3" Type="http://schemas.openxmlformats.org/officeDocument/2006/relationships/image" Target="../media/image1506.svg"/><Relationship Id="rId25" Type="http://schemas.openxmlformats.org/officeDocument/2006/relationships/customXml" Target="../ink/ink1501.xml"/><Relationship Id="rId46" Type="http://schemas.openxmlformats.org/officeDocument/2006/relationships/image" Target="../media/image1527.png"/><Relationship Id="rId67" Type="http://schemas.openxmlformats.org/officeDocument/2006/relationships/customXml" Target="../ink/ink1522.xml"/><Relationship Id="rId116" Type="http://schemas.openxmlformats.org/officeDocument/2006/relationships/image" Target="../media/image1562.png"/><Relationship Id="rId137" Type="http://schemas.openxmlformats.org/officeDocument/2006/relationships/customXml" Target="../ink/ink1557.xml"/><Relationship Id="rId20" Type="http://schemas.openxmlformats.org/officeDocument/2006/relationships/image" Target="../media/image1514.png"/><Relationship Id="rId41" Type="http://schemas.openxmlformats.org/officeDocument/2006/relationships/customXml" Target="../ink/ink1509.xml"/><Relationship Id="rId62" Type="http://schemas.openxmlformats.org/officeDocument/2006/relationships/image" Target="../media/image1535.png"/><Relationship Id="rId83" Type="http://schemas.openxmlformats.org/officeDocument/2006/relationships/customXml" Target="../ink/ink1530.xml"/><Relationship Id="rId88" Type="http://schemas.openxmlformats.org/officeDocument/2006/relationships/image" Target="../media/image1548.png"/><Relationship Id="rId111" Type="http://schemas.openxmlformats.org/officeDocument/2006/relationships/customXml" Target="../ink/ink1544.xml"/><Relationship Id="rId132" Type="http://schemas.openxmlformats.org/officeDocument/2006/relationships/image" Target="../media/image1570.png"/><Relationship Id="rId153" Type="http://schemas.openxmlformats.org/officeDocument/2006/relationships/customXml" Target="../ink/ink1565.xml"/><Relationship Id="rId15" Type="http://schemas.openxmlformats.org/officeDocument/2006/relationships/customXml" Target="../ink/ink1496.xml"/><Relationship Id="rId36" Type="http://schemas.openxmlformats.org/officeDocument/2006/relationships/image" Target="../media/image1522.png"/><Relationship Id="rId57" Type="http://schemas.openxmlformats.org/officeDocument/2006/relationships/customXml" Target="../ink/ink1517.xml"/><Relationship Id="rId106" Type="http://schemas.openxmlformats.org/officeDocument/2006/relationships/image" Target="../media/image1557.png"/><Relationship Id="rId127" Type="http://schemas.openxmlformats.org/officeDocument/2006/relationships/customXml" Target="../ink/ink1552.xml"/><Relationship Id="rId10" Type="http://schemas.openxmlformats.org/officeDocument/2006/relationships/image" Target="../media/image1510.png"/><Relationship Id="rId31" Type="http://schemas.openxmlformats.org/officeDocument/2006/relationships/customXml" Target="../ink/ink1504.xml"/><Relationship Id="rId52" Type="http://schemas.openxmlformats.org/officeDocument/2006/relationships/image" Target="../media/image1530.png"/><Relationship Id="rId73" Type="http://schemas.openxmlformats.org/officeDocument/2006/relationships/customXml" Target="../ink/ink1525.xml"/><Relationship Id="rId78" Type="http://schemas.openxmlformats.org/officeDocument/2006/relationships/image" Target="../media/image1543.png"/><Relationship Id="rId94" Type="http://schemas.openxmlformats.org/officeDocument/2006/relationships/image" Target="../media/image1551.png"/><Relationship Id="rId99" Type="http://schemas.openxmlformats.org/officeDocument/2006/relationships/customXml" Target="../ink/ink1538.xml"/><Relationship Id="rId101" Type="http://schemas.openxmlformats.org/officeDocument/2006/relationships/customXml" Target="../ink/ink1539.xml"/><Relationship Id="rId122" Type="http://schemas.openxmlformats.org/officeDocument/2006/relationships/image" Target="../media/image1565.png"/><Relationship Id="rId143" Type="http://schemas.openxmlformats.org/officeDocument/2006/relationships/customXml" Target="../ink/ink1560.xml"/><Relationship Id="rId148" Type="http://schemas.openxmlformats.org/officeDocument/2006/relationships/image" Target="../media/image1578.png"/><Relationship Id="rId4" Type="http://schemas.openxmlformats.org/officeDocument/2006/relationships/image" Target="../media/image1507.svg"/><Relationship Id="rId9" Type="http://schemas.openxmlformats.org/officeDocument/2006/relationships/customXml" Target="../ink/ink1493.xml"/><Relationship Id="rId26" Type="http://schemas.openxmlformats.org/officeDocument/2006/relationships/image" Target="../media/image1517.png"/><Relationship Id="rId47" Type="http://schemas.openxmlformats.org/officeDocument/2006/relationships/customXml" Target="../ink/ink1512.xml"/><Relationship Id="rId68" Type="http://schemas.openxmlformats.org/officeDocument/2006/relationships/image" Target="../media/image1538.png"/><Relationship Id="rId89" Type="http://schemas.openxmlformats.org/officeDocument/2006/relationships/customXml" Target="../ink/ink1533.xml"/><Relationship Id="rId112" Type="http://schemas.openxmlformats.org/officeDocument/2006/relationships/image" Target="../media/image1560.png"/><Relationship Id="rId133" Type="http://schemas.openxmlformats.org/officeDocument/2006/relationships/customXml" Target="../ink/ink1555.xml"/><Relationship Id="rId154" Type="http://schemas.openxmlformats.org/officeDocument/2006/relationships/image" Target="../media/image1581.png"/><Relationship Id="rId16" Type="http://schemas.openxmlformats.org/officeDocument/2006/relationships/image" Target="../media/image397.png"/><Relationship Id="rId37" Type="http://schemas.openxmlformats.org/officeDocument/2006/relationships/customXml" Target="../ink/ink1507.xml"/><Relationship Id="rId58" Type="http://schemas.openxmlformats.org/officeDocument/2006/relationships/image" Target="../media/image1533.png"/><Relationship Id="rId79" Type="http://schemas.openxmlformats.org/officeDocument/2006/relationships/customXml" Target="../ink/ink1528.xml"/><Relationship Id="rId102" Type="http://schemas.openxmlformats.org/officeDocument/2006/relationships/image" Target="../media/image1555.png"/><Relationship Id="rId123" Type="http://schemas.openxmlformats.org/officeDocument/2006/relationships/customXml" Target="../ink/ink1550.xml"/><Relationship Id="rId144" Type="http://schemas.openxmlformats.org/officeDocument/2006/relationships/image" Target="../media/image1576.png"/><Relationship Id="rId90" Type="http://schemas.openxmlformats.org/officeDocument/2006/relationships/image" Target="../media/image1549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622.xml"/><Relationship Id="rId299" Type="http://schemas.openxmlformats.org/officeDocument/2006/relationships/customXml" Target="../ink/ink1713.xml"/><Relationship Id="rId21" Type="http://schemas.openxmlformats.org/officeDocument/2006/relationships/customXml" Target="../ink/ink1574.xml"/><Relationship Id="rId63" Type="http://schemas.openxmlformats.org/officeDocument/2006/relationships/customXml" Target="../ink/ink1595.xml"/><Relationship Id="rId159" Type="http://schemas.openxmlformats.org/officeDocument/2006/relationships/customXml" Target="../ink/ink1643.xml"/><Relationship Id="rId324" Type="http://schemas.openxmlformats.org/officeDocument/2006/relationships/image" Target="../media/image1737.png"/><Relationship Id="rId170" Type="http://schemas.openxmlformats.org/officeDocument/2006/relationships/image" Target="../media/image1663.png"/><Relationship Id="rId226" Type="http://schemas.openxmlformats.org/officeDocument/2006/relationships/image" Target="../media/image1689.png"/><Relationship Id="rId268" Type="http://schemas.openxmlformats.org/officeDocument/2006/relationships/image" Target="../media/image1709.png"/><Relationship Id="rId32" Type="http://schemas.openxmlformats.org/officeDocument/2006/relationships/image" Target="../media/image1596.png"/><Relationship Id="rId74" Type="http://schemas.openxmlformats.org/officeDocument/2006/relationships/image" Target="../media/image1616.png"/><Relationship Id="rId128" Type="http://schemas.openxmlformats.org/officeDocument/2006/relationships/image" Target="../media/image1643.png"/><Relationship Id="rId335" Type="http://schemas.openxmlformats.org/officeDocument/2006/relationships/customXml" Target="../ink/ink1731.xml"/><Relationship Id="rId5" Type="http://schemas.openxmlformats.org/officeDocument/2006/relationships/customXml" Target="../ink/ink1566.xml"/><Relationship Id="rId181" Type="http://schemas.openxmlformats.org/officeDocument/2006/relationships/customXml" Target="../ink/ink1654.xml"/><Relationship Id="rId237" Type="http://schemas.openxmlformats.org/officeDocument/2006/relationships/customXml" Target="../ink/ink1682.xml"/><Relationship Id="rId279" Type="http://schemas.openxmlformats.org/officeDocument/2006/relationships/customXml" Target="../ink/ink1703.xml"/><Relationship Id="rId43" Type="http://schemas.openxmlformats.org/officeDocument/2006/relationships/customXml" Target="../ink/ink1585.xml"/><Relationship Id="rId139" Type="http://schemas.openxmlformats.org/officeDocument/2006/relationships/customXml" Target="../ink/ink1633.xml"/><Relationship Id="rId290" Type="http://schemas.openxmlformats.org/officeDocument/2006/relationships/image" Target="../media/image1720.png"/><Relationship Id="rId304" Type="http://schemas.openxmlformats.org/officeDocument/2006/relationships/image" Target="../media/image1727.png"/><Relationship Id="rId85" Type="http://schemas.openxmlformats.org/officeDocument/2006/relationships/customXml" Target="../ink/ink1606.xml"/><Relationship Id="rId150" Type="http://schemas.openxmlformats.org/officeDocument/2006/relationships/image" Target="../media/image1654.png"/><Relationship Id="rId192" Type="http://schemas.openxmlformats.org/officeDocument/2006/relationships/image" Target="../media/image1673.png"/><Relationship Id="rId206" Type="http://schemas.openxmlformats.org/officeDocument/2006/relationships/image" Target="../media/image1680.png"/><Relationship Id="rId248" Type="http://schemas.openxmlformats.org/officeDocument/2006/relationships/image" Target="../media/image1699.png"/><Relationship Id="rId12" Type="http://schemas.openxmlformats.org/officeDocument/2006/relationships/image" Target="../media/image1586.png"/><Relationship Id="rId108" Type="http://schemas.openxmlformats.org/officeDocument/2006/relationships/image" Target="../media/image1633.png"/><Relationship Id="rId315" Type="http://schemas.openxmlformats.org/officeDocument/2006/relationships/customXml" Target="../ink/ink1721.xml"/><Relationship Id="rId54" Type="http://schemas.openxmlformats.org/officeDocument/2006/relationships/image" Target="../media/image1607.png"/><Relationship Id="rId96" Type="http://schemas.openxmlformats.org/officeDocument/2006/relationships/image" Target="../media/image1627.png"/><Relationship Id="rId161" Type="http://schemas.openxmlformats.org/officeDocument/2006/relationships/customXml" Target="../ink/ink1644.xml"/><Relationship Id="rId217" Type="http://schemas.openxmlformats.org/officeDocument/2006/relationships/customXml" Target="../ink/ink1672.xml"/><Relationship Id="rId259" Type="http://schemas.openxmlformats.org/officeDocument/2006/relationships/customXml" Target="../ink/ink1693.xml"/><Relationship Id="rId23" Type="http://schemas.openxmlformats.org/officeDocument/2006/relationships/customXml" Target="../ink/ink1575.xml"/><Relationship Id="rId119" Type="http://schemas.openxmlformats.org/officeDocument/2006/relationships/customXml" Target="../ink/ink1623.xml"/><Relationship Id="rId270" Type="http://schemas.openxmlformats.org/officeDocument/2006/relationships/image" Target="../media/image1710.png"/><Relationship Id="rId326" Type="http://schemas.openxmlformats.org/officeDocument/2006/relationships/image" Target="../media/image1738.png"/><Relationship Id="rId65" Type="http://schemas.openxmlformats.org/officeDocument/2006/relationships/customXml" Target="../ink/ink1596.xml"/><Relationship Id="rId130" Type="http://schemas.openxmlformats.org/officeDocument/2006/relationships/image" Target="../media/image1644.png"/><Relationship Id="rId172" Type="http://schemas.openxmlformats.org/officeDocument/2006/relationships/image" Target="../media/image1664.png"/><Relationship Id="rId228" Type="http://schemas.openxmlformats.org/officeDocument/2006/relationships/image" Target="../media/image1690.png"/><Relationship Id="rId281" Type="http://schemas.openxmlformats.org/officeDocument/2006/relationships/customXml" Target="../ink/ink1704.xml"/><Relationship Id="rId337" Type="http://schemas.openxmlformats.org/officeDocument/2006/relationships/customXml" Target="../ink/ink1732.xml"/><Relationship Id="rId34" Type="http://schemas.openxmlformats.org/officeDocument/2006/relationships/image" Target="../media/image1597.png"/><Relationship Id="rId76" Type="http://schemas.openxmlformats.org/officeDocument/2006/relationships/image" Target="../media/image1617.png"/><Relationship Id="rId141" Type="http://schemas.openxmlformats.org/officeDocument/2006/relationships/customXml" Target="../ink/ink1634.xml"/><Relationship Id="rId7" Type="http://schemas.openxmlformats.org/officeDocument/2006/relationships/customXml" Target="../ink/ink1567.xml"/><Relationship Id="rId183" Type="http://schemas.openxmlformats.org/officeDocument/2006/relationships/customXml" Target="../ink/ink1655.xml"/><Relationship Id="rId239" Type="http://schemas.openxmlformats.org/officeDocument/2006/relationships/customXml" Target="../ink/ink1683.xml"/><Relationship Id="rId250" Type="http://schemas.openxmlformats.org/officeDocument/2006/relationships/image" Target="../media/image1700.png"/><Relationship Id="rId292" Type="http://schemas.openxmlformats.org/officeDocument/2006/relationships/image" Target="../media/image1721.png"/><Relationship Id="rId306" Type="http://schemas.openxmlformats.org/officeDocument/2006/relationships/image" Target="../media/image1728.png"/><Relationship Id="rId45" Type="http://schemas.openxmlformats.org/officeDocument/2006/relationships/customXml" Target="../ink/ink1586.xml"/><Relationship Id="rId87" Type="http://schemas.openxmlformats.org/officeDocument/2006/relationships/customXml" Target="../ink/ink1607.xml"/><Relationship Id="rId110" Type="http://schemas.openxmlformats.org/officeDocument/2006/relationships/image" Target="../media/image1634.png"/><Relationship Id="rId152" Type="http://schemas.openxmlformats.org/officeDocument/2006/relationships/image" Target="../media/image1655.png"/><Relationship Id="rId173" Type="http://schemas.openxmlformats.org/officeDocument/2006/relationships/customXml" Target="../ink/ink1650.xml"/><Relationship Id="rId194" Type="http://schemas.openxmlformats.org/officeDocument/2006/relationships/image" Target="../media/image1674.png"/><Relationship Id="rId208" Type="http://schemas.openxmlformats.org/officeDocument/2006/relationships/image" Target="../media/image1681.png"/><Relationship Id="rId229" Type="http://schemas.openxmlformats.org/officeDocument/2006/relationships/customXml" Target="../ink/ink1678.xml"/><Relationship Id="rId240" Type="http://schemas.openxmlformats.org/officeDocument/2006/relationships/image" Target="../media/image1696.png"/><Relationship Id="rId261" Type="http://schemas.openxmlformats.org/officeDocument/2006/relationships/customXml" Target="../ink/ink1694.xml"/><Relationship Id="rId14" Type="http://schemas.openxmlformats.org/officeDocument/2006/relationships/image" Target="../media/image1587.png"/><Relationship Id="rId35" Type="http://schemas.openxmlformats.org/officeDocument/2006/relationships/customXml" Target="../ink/ink1581.xml"/><Relationship Id="rId56" Type="http://schemas.openxmlformats.org/officeDocument/2006/relationships/image" Target="../media/image491.png"/><Relationship Id="rId77" Type="http://schemas.openxmlformats.org/officeDocument/2006/relationships/customXml" Target="../ink/ink1602.xml"/><Relationship Id="rId100" Type="http://schemas.openxmlformats.org/officeDocument/2006/relationships/image" Target="../media/image1629.png"/><Relationship Id="rId282" Type="http://schemas.openxmlformats.org/officeDocument/2006/relationships/image" Target="../media/image1716.png"/><Relationship Id="rId317" Type="http://schemas.openxmlformats.org/officeDocument/2006/relationships/customXml" Target="../ink/ink1722.xml"/><Relationship Id="rId338" Type="http://schemas.openxmlformats.org/officeDocument/2006/relationships/image" Target="../media/image1744.png"/><Relationship Id="rId8" Type="http://schemas.openxmlformats.org/officeDocument/2006/relationships/image" Target="../media/image1584.png"/><Relationship Id="rId98" Type="http://schemas.openxmlformats.org/officeDocument/2006/relationships/image" Target="../media/image1628.png"/><Relationship Id="rId121" Type="http://schemas.openxmlformats.org/officeDocument/2006/relationships/customXml" Target="../ink/ink1624.xml"/><Relationship Id="rId142" Type="http://schemas.openxmlformats.org/officeDocument/2006/relationships/image" Target="../media/image1650.png"/><Relationship Id="rId163" Type="http://schemas.openxmlformats.org/officeDocument/2006/relationships/customXml" Target="../ink/ink1645.xml"/><Relationship Id="rId184" Type="http://schemas.openxmlformats.org/officeDocument/2006/relationships/image" Target="../media/image1669.png"/><Relationship Id="rId219" Type="http://schemas.openxmlformats.org/officeDocument/2006/relationships/customXml" Target="../ink/ink1673.xml"/><Relationship Id="rId230" Type="http://schemas.openxmlformats.org/officeDocument/2006/relationships/image" Target="../media/image1691.png"/><Relationship Id="rId251" Type="http://schemas.openxmlformats.org/officeDocument/2006/relationships/customXml" Target="../ink/ink1689.xml"/><Relationship Id="rId25" Type="http://schemas.openxmlformats.org/officeDocument/2006/relationships/customXml" Target="../ink/ink1576.xml"/><Relationship Id="rId46" Type="http://schemas.openxmlformats.org/officeDocument/2006/relationships/image" Target="../media/image1603.png"/><Relationship Id="rId67" Type="http://schemas.openxmlformats.org/officeDocument/2006/relationships/customXml" Target="../ink/ink1597.xml"/><Relationship Id="rId272" Type="http://schemas.openxmlformats.org/officeDocument/2006/relationships/image" Target="../media/image1711.png"/><Relationship Id="rId293" Type="http://schemas.openxmlformats.org/officeDocument/2006/relationships/customXml" Target="../ink/ink1710.xml"/><Relationship Id="rId307" Type="http://schemas.openxmlformats.org/officeDocument/2006/relationships/customXml" Target="../ink/ink1717.xml"/><Relationship Id="rId328" Type="http://schemas.openxmlformats.org/officeDocument/2006/relationships/image" Target="../media/image1739.png"/><Relationship Id="rId88" Type="http://schemas.openxmlformats.org/officeDocument/2006/relationships/image" Target="../media/image1623.png"/><Relationship Id="rId111" Type="http://schemas.openxmlformats.org/officeDocument/2006/relationships/customXml" Target="../ink/ink1619.xml"/><Relationship Id="rId132" Type="http://schemas.openxmlformats.org/officeDocument/2006/relationships/image" Target="../media/image1645.png"/><Relationship Id="rId153" Type="http://schemas.openxmlformats.org/officeDocument/2006/relationships/customXml" Target="../ink/ink1640.xml"/><Relationship Id="rId174" Type="http://schemas.openxmlformats.org/officeDocument/2006/relationships/image" Target="../media/image1665.png"/><Relationship Id="rId195" Type="http://schemas.openxmlformats.org/officeDocument/2006/relationships/customXml" Target="../ink/ink1661.xml"/><Relationship Id="rId209" Type="http://schemas.openxmlformats.org/officeDocument/2006/relationships/customXml" Target="../ink/ink1668.xml"/><Relationship Id="rId220" Type="http://schemas.openxmlformats.org/officeDocument/2006/relationships/image" Target="../media/image1686.png"/><Relationship Id="rId241" Type="http://schemas.openxmlformats.org/officeDocument/2006/relationships/customXml" Target="../ink/ink1684.xml"/><Relationship Id="rId15" Type="http://schemas.openxmlformats.org/officeDocument/2006/relationships/customXml" Target="../ink/ink1571.xml"/><Relationship Id="rId36" Type="http://schemas.openxmlformats.org/officeDocument/2006/relationships/image" Target="../media/image1598.png"/><Relationship Id="rId57" Type="http://schemas.openxmlformats.org/officeDocument/2006/relationships/customXml" Target="../ink/ink1592.xml"/><Relationship Id="rId262" Type="http://schemas.openxmlformats.org/officeDocument/2006/relationships/image" Target="../media/image1706.png"/><Relationship Id="rId283" Type="http://schemas.openxmlformats.org/officeDocument/2006/relationships/customXml" Target="../ink/ink1705.xml"/><Relationship Id="rId318" Type="http://schemas.openxmlformats.org/officeDocument/2006/relationships/image" Target="../media/image1734.png"/><Relationship Id="rId339" Type="http://schemas.openxmlformats.org/officeDocument/2006/relationships/customXml" Target="../ink/ink1733.xml"/><Relationship Id="rId78" Type="http://schemas.openxmlformats.org/officeDocument/2006/relationships/image" Target="../media/image1618.png"/><Relationship Id="rId99" Type="http://schemas.openxmlformats.org/officeDocument/2006/relationships/customXml" Target="../ink/ink1613.xml"/><Relationship Id="rId101" Type="http://schemas.openxmlformats.org/officeDocument/2006/relationships/customXml" Target="../ink/ink1614.xml"/><Relationship Id="rId122" Type="http://schemas.openxmlformats.org/officeDocument/2006/relationships/image" Target="../media/image1640.png"/><Relationship Id="rId143" Type="http://schemas.openxmlformats.org/officeDocument/2006/relationships/customXml" Target="../ink/ink1635.xml"/><Relationship Id="rId164" Type="http://schemas.openxmlformats.org/officeDocument/2006/relationships/image" Target="../media/image1660.png"/><Relationship Id="rId185" Type="http://schemas.openxmlformats.org/officeDocument/2006/relationships/customXml" Target="../ink/ink1656.xml"/><Relationship Id="rId9" Type="http://schemas.openxmlformats.org/officeDocument/2006/relationships/customXml" Target="../ink/ink1568.xml"/><Relationship Id="rId210" Type="http://schemas.openxmlformats.org/officeDocument/2006/relationships/image" Target="../media/image1682.png"/><Relationship Id="rId26" Type="http://schemas.openxmlformats.org/officeDocument/2006/relationships/image" Target="../media/image1593.png"/><Relationship Id="rId231" Type="http://schemas.openxmlformats.org/officeDocument/2006/relationships/customXml" Target="../ink/ink1679.xml"/><Relationship Id="rId252" Type="http://schemas.openxmlformats.org/officeDocument/2006/relationships/image" Target="../media/image1701.png"/><Relationship Id="rId273" Type="http://schemas.openxmlformats.org/officeDocument/2006/relationships/customXml" Target="../ink/ink1700.xml"/><Relationship Id="rId294" Type="http://schemas.openxmlformats.org/officeDocument/2006/relationships/image" Target="../media/image1722.png"/><Relationship Id="rId308" Type="http://schemas.openxmlformats.org/officeDocument/2006/relationships/image" Target="../media/image1729.png"/><Relationship Id="rId329" Type="http://schemas.openxmlformats.org/officeDocument/2006/relationships/customXml" Target="../ink/ink1728.xml"/><Relationship Id="rId47" Type="http://schemas.openxmlformats.org/officeDocument/2006/relationships/customXml" Target="../ink/ink1587.xml"/><Relationship Id="rId68" Type="http://schemas.openxmlformats.org/officeDocument/2006/relationships/image" Target="../media/image1613.png"/><Relationship Id="rId89" Type="http://schemas.openxmlformats.org/officeDocument/2006/relationships/customXml" Target="../ink/ink1608.xml"/><Relationship Id="rId112" Type="http://schemas.openxmlformats.org/officeDocument/2006/relationships/image" Target="../media/image1635.png"/><Relationship Id="rId133" Type="http://schemas.openxmlformats.org/officeDocument/2006/relationships/customXml" Target="../ink/ink1630.xml"/><Relationship Id="rId154" Type="http://schemas.openxmlformats.org/officeDocument/2006/relationships/image" Target="../media/image678.png"/><Relationship Id="rId175" Type="http://schemas.openxmlformats.org/officeDocument/2006/relationships/customXml" Target="../ink/ink1651.xml"/><Relationship Id="rId340" Type="http://schemas.openxmlformats.org/officeDocument/2006/relationships/image" Target="../media/image1745.png"/><Relationship Id="rId196" Type="http://schemas.openxmlformats.org/officeDocument/2006/relationships/image" Target="../media/image1675.png"/><Relationship Id="rId200" Type="http://schemas.openxmlformats.org/officeDocument/2006/relationships/image" Target="../media/image1677.png"/><Relationship Id="rId16" Type="http://schemas.openxmlformats.org/officeDocument/2006/relationships/image" Target="../media/image1588.png"/><Relationship Id="rId221" Type="http://schemas.openxmlformats.org/officeDocument/2006/relationships/customXml" Target="../ink/ink1674.xml"/><Relationship Id="rId242" Type="http://schemas.openxmlformats.org/officeDocument/2006/relationships/image" Target="../media/image485.png"/><Relationship Id="rId263" Type="http://schemas.openxmlformats.org/officeDocument/2006/relationships/customXml" Target="../ink/ink1695.xml"/><Relationship Id="rId284" Type="http://schemas.openxmlformats.org/officeDocument/2006/relationships/image" Target="../media/image1717.png"/><Relationship Id="rId319" Type="http://schemas.openxmlformats.org/officeDocument/2006/relationships/customXml" Target="../ink/ink1723.xml"/><Relationship Id="rId37" Type="http://schemas.openxmlformats.org/officeDocument/2006/relationships/customXml" Target="../ink/ink1582.xml"/><Relationship Id="rId58" Type="http://schemas.openxmlformats.org/officeDocument/2006/relationships/image" Target="../media/image1608.png"/><Relationship Id="rId79" Type="http://schemas.openxmlformats.org/officeDocument/2006/relationships/customXml" Target="../ink/ink1603.xml"/><Relationship Id="rId102" Type="http://schemas.openxmlformats.org/officeDocument/2006/relationships/image" Target="../media/image1630.png"/><Relationship Id="rId123" Type="http://schemas.openxmlformats.org/officeDocument/2006/relationships/customXml" Target="../ink/ink1625.xml"/><Relationship Id="rId144" Type="http://schemas.openxmlformats.org/officeDocument/2006/relationships/image" Target="../media/image1651.png"/><Relationship Id="rId330" Type="http://schemas.openxmlformats.org/officeDocument/2006/relationships/image" Target="../media/image1740.png"/><Relationship Id="rId90" Type="http://schemas.openxmlformats.org/officeDocument/2006/relationships/image" Target="../media/image1624.png"/><Relationship Id="rId165" Type="http://schemas.openxmlformats.org/officeDocument/2006/relationships/customXml" Target="../ink/ink1646.xml"/><Relationship Id="rId186" Type="http://schemas.openxmlformats.org/officeDocument/2006/relationships/image" Target="../media/image1670.png"/><Relationship Id="rId211" Type="http://schemas.openxmlformats.org/officeDocument/2006/relationships/customXml" Target="../ink/ink1669.xml"/><Relationship Id="rId232" Type="http://schemas.openxmlformats.org/officeDocument/2006/relationships/image" Target="../media/image1692.png"/><Relationship Id="rId253" Type="http://schemas.openxmlformats.org/officeDocument/2006/relationships/customXml" Target="../ink/ink1690.xml"/><Relationship Id="rId274" Type="http://schemas.openxmlformats.org/officeDocument/2006/relationships/image" Target="../media/image1712.png"/><Relationship Id="rId295" Type="http://schemas.openxmlformats.org/officeDocument/2006/relationships/customXml" Target="../ink/ink1711.xml"/><Relationship Id="rId309" Type="http://schemas.openxmlformats.org/officeDocument/2006/relationships/customXml" Target="../ink/ink1718.xml"/><Relationship Id="rId27" Type="http://schemas.openxmlformats.org/officeDocument/2006/relationships/customXml" Target="../ink/ink1577.xml"/><Relationship Id="rId48" Type="http://schemas.openxmlformats.org/officeDocument/2006/relationships/image" Target="../media/image1604.png"/><Relationship Id="rId69" Type="http://schemas.openxmlformats.org/officeDocument/2006/relationships/customXml" Target="../ink/ink1598.xml"/><Relationship Id="rId113" Type="http://schemas.openxmlformats.org/officeDocument/2006/relationships/customXml" Target="../ink/ink1620.xml"/><Relationship Id="rId134" Type="http://schemas.openxmlformats.org/officeDocument/2006/relationships/image" Target="../media/image1646.png"/><Relationship Id="rId320" Type="http://schemas.openxmlformats.org/officeDocument/2006/relationships/image" Target="../media/image1735.png"/><Relationship Id="rId80" Type="http://schemas.openxmlformats.org/officeDocument/2006/relationships/image" Target="../media/image1619.png"/><Relationship Id="rId155" Type="http://schemas.openxmlformats.org/officeDocument/2006/relationships/customXml" Target="../ink/ink1641.xml"/><Relationship Id="rId176" Type="http://schemas.openxmlformats.org/officeDocument/2006/relationships/image" Target="../media/image1666.png"/><Relationship Id="rId197" Type="http://schemas.openxmlformats.org/officeDocument/2006/relationships/customXml" Target="../ink/ink1662.xml"/><Relationship Id="rId201" Type="http://schemas.openxmlformats.org/officeDocument/2006/relationships/customXml" Target="../ink/ink1664.xml"/><Relationship Id="rId222" Type="http://schemas.openxmlformats.org/officeDocument/2006/relationships/image" Target="../media/image1687.png"/><Relationship Id="rId243" Type="http://schemas.openxmlformats.org/officeDocument/2006/relationships/customXml" Target="../ink/ink1685.xml"/><Relationship Id="rId264" Type="http://schemas.openxmlformats.org/officeDocument/2006/relationships/image" Target="../media/image1707.png"/><Relationship Id="rId285" Type="http://schemas.openxmlformats.org/officeDocument/2006/relationships/customXml" Target="../ink/ink1706.xml"/><Relationship Id="rId17" Type="http://schemas.openxmlformats.org/officeDocument/2006/relationships/customXml" Target="../ink/ink1572.xml"/><Relationship Id="rId38" Type="http://schemas.openxmlformats.org/officeDocument/2006/relationships/image" Target="../media/image1599.png"/><Relationship Id="rId59" Type="http://schemas.openxmlformats.org/officeDocument/2006/relationships/customXml" Target="../ink/ink1593.xml"/><Relationship Id="rId103" Type="http://schemas.openxmlformats.org/officeDocument/2006/relationships/customXml" Target="../ink/ink1615.xml"/><Relationship Id="rId124" Type="http://schemas.openxmlformats.org/officeDocument/2006/relationships/image" Target="../media/image1641.png"/><Relationship Id="rId310" Type="http://schemas.openxmlformats.org/officeDocument/2006/relationships/image" Target="../media/image1730.png"/><Relationship Id="rId70" Type="http://schemas.openxmlformats.org/officeDocument/2006/relationships/image" Target="../media/image1614.png"/><Relationship Id="rId91" Type="http://schemas.openxmlformats.org/officeDocument/2006/relationships/customXml" Target="../ink/ink1609.xml"/><Relationship Id="rId145" Type="http://schemas.openxmlformats.org/officeDocument/2006/relationships/customXml" Target="../ink/ink1636.xml"/><Relationship Id="rId166" Type="http://schemas.openxmlformats.org/officeDocument/2006/relationships/image" Target="../media/image1661.png"/><Relationship Id="rId187" Type="http://schemas.openxmlformats.org/officeDocument/2006/relationships/customXml" Target="../ink/ink1657.xml"/><Relationship Id="rId331" Type="http://schemas.openxmlformats.org/officeDocument/2006/relationships/customXml" Target="../ink/ink1729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683.png"/><Relationship Id="rId233" Type="http://schemas.openxmlformats.org/officeDocument/2006/relationships/customXml" Target="../ink/ink1680.xml"/><Relationship Id="rId254" Type="http://schemas.openxmlformats.org/officeDocument/2006/relationships/image" Target="../media/image1702.png"/><Relationship Id="rId28" Type="http://schemas.openxmlformats.org/officeDocument/2006/relationships/image" Target="../media/image1594.png"/><Relationship Id="rId49" Type="http://schemas.openxmlformats.org/officeDocument/2006/relationships/customXml" Target="../ink/ink1588.xml"/><Relationship Id="rId114" Type="http://schemas.openxmlformats.org/officeDocument/2006/relationships/image" Target="../media/image1636.png"/><Relationship Id="rId275" Type="http://schemas.openxmlformats.org/officeDocument/2006/relationships/customXml" Target="../ink/ink1701.xml"/><Relationship Id="rId296" Type="http://schemas.openxmlformats.org/officeDocument/2006/relationships/image" Target="../media/image1723.png"/><Relationship Id="rId300" Type="http://schemas.openxmlformats.org/officeDocument/2006/relationships/image" Target="../media/image1725.png"/><Relationship Id="rId60" Type="http://schemas.openxmlformats.org/officeDocument/2006/relationships/image" Target="../media/image1609.png"/><Relationship Id="rId81" Type="http://schemas.openxmlformats.org/officeDocument/2006/relationships/customXml" Target="../ink/ink1604.xml"/><Relationship Id="rId135" Type="http://schemas.openxmlformats.org/officeDocument/2006/relationships/customXml" Target="../ink/ink1631.xml"/><Relationship Id="rId156" Type="http://schemas.openxmlformats.org/officeDocument/2006/relationships/image" Target="../media/image1656.png"/><Relationship Id="rId177" Type="http://schemas.openxmlformats.org/officeDocument/2006/relationships/customXml" Target="../ink/ink1652.xml"/><Relationship Id="rId198" Type="http://schemas.openxmlformats.org/officeDocument/2006/relationships/image" Target="../media/image1676.png"/><Relationship Id="rId321" Type="http://schemas.openxmlformats.org/officeDocument/2006/relationships/customXml" Target="../ink/ink1724.xml"/><Relationship Id="rId202" Type="http://schemas.openxmlformats.org/officeDocument/2006/relationships/image" Target="../media/image1678.png"/><Relationship Id="rId223" Type="http://schemas.openxmlformats.org/officeDocument/2006/relationships/customXml" Target="../ink/ink1675.xml"/><Relationship Id="rId244" Type="http://schemas.openxmlformats.org/officeDocument/2006/relationships/image" Target="../media/image1697.png"/><Relationship Id="rId18" Type="http://schemas.openxmlformats.org/officeDocument/2006/relationships/image" Target="../media/image1589.png"/><Relationship Id="rId39" Type="http://schemas.openxmlformats.org/officeDocument/2006/relationships/customXml" Target="../ink/ink1583.xml"/><Relationship Id="rId265" Type="http://schemas.openxmlformats.org/officeDocument/2006/relationships/customXml" Target="../ink/ink1696.xml"/><Relationship Id="rId286" Type="http://schemas.openxmlformats.org/officeDocument/2006/relationships/image" Target="../media/image1718.png"/><Relationship Id="rId50" Type="http://schemas.openxmlformats.org/officeDocument/2006/relationships/image" Target="../media/image1605.png"/><Relationship Id="rId104" Type="http://schemas.openxmlformats.org/officeDocument/2006/relationships/image" Target="../media/image1631.png"/><Relationship Id="rId125" Type="http://schemas.openxmlformats.org/officeDocument/2006/relationships/customXml" Target="../ink/ink1626.xml"/><Relationship Id="rId146" Type="http://schemas.openxmlformats.org/officeDocument/2006/relationships/image" Target="../media/image1652.png"/><Relationship Id="rId167" Type="http://schemas.openxmlformats.org/officeDocument/2006/relationships/customXml" Target="../ink/ink1647.xml"/><Relationship Id="rId188" Type="http://schemas.openxmlformats.org/officeDocument/2006/relationships/image" Target="../media/image1671.png"/><Relationship Id="rId311" Type="http://schemas.openxmlformats.org/officeDocument/2006/relationships/customXml" Target="../ink/ink1719.xml"/><Relationship Id="rId332" Type="http://schemas.openxmlformats.org/officeDocument/2006/relationships/image" Target="../media/image1741.png"/><Relationship Id="rId71" Type="http://schemas.openxmlformats.org/officeDocument/2006/relationships/customXml" Target="../ink/ink1599.xml"/><Relationship Id="rId92" Type="http://schemas.openxmlformats.org/officeDocument/2006/relationships/image" Target="../media/image1625.png"/><Relationship Id="rId213" Type="http://schemas.openxmlformats.org/officeDocument/2006/relationships/customXml" Target="../ink/ink1670.xml"/><Relationship Id="rId234" Type="http://schemas.openxmlformats.org/officeDocument/2006/relationships/image" Target="../media/image1693.png"/><Relationship Id="rId2" Type="http://schemas.openxmlformats.org/officeDocument/2006/relationships/notesSlide" Target="../notesSlides/notesSlide15.xml"/><Relationship Id="rId29" Type="http://schemas.openxmlformats.org/officeDocument/2006/relationships/customXml" Target="../ink/ink1578.xml"/><Relationship Id="rId255" Type="http://schemas.openxmlformats.org/officeDocument/2006/relationships/customXml" Target="../ink/ink1691.xml"/><Relationship Id="rId276" Type="http://schemas.openxmlformats.org/officeDocument/2006/relationships/image" Target="../media/image1713.png"/><Relationship Id="rId297" Type="http://schemas.openxmlformats.org/officeDocument/2006/relationships/customXml" Target="../ink/ink1712.xml"/><Relationship Id="rId40" Type="http://schemas.openxmlformats.org/officeDocument/2006/relationships/image" Target="../media/image1600.png"/><Relationship Id="rId115" Type="http://schemas.openxmlformats.org/officeDocument/2006/relationships/customXml" Target="../ink/ink1621.xml"/><Relationship Id="rId136" Type="http://schemas.openxmlformats.org/officeDocument/2006/relationships/image" Target="../media/image1647.png"/><Relationship Id="rId157" Type="http://schemas.openxmlformats.org/officeDocument/2006/relationships/customXml" Target="../ink/ink1642.xml"/><Relationship Id="rId178" Type="http://schemas.openxmlformats.org/officeDocument/2006/relationships/image" Target="../media/image1292.png"/><Relationship Id="rId301" Type="http://schemas.openxmlformats.org/officeDocument/2006/relationships/customXml" Target="../ink/ink1714.xml"/><Relationship Id="rId322" Type="http://schemas.openxmlformats.org/officeDocument/2006/relationships/image" Target="../media/image1736.png"/><Relationship Id="rId61" Type="http://schemas.openxmlformats.org/officeDocument/2006/relationships/customXml" Target="../ink/ink1594.xml"/><Relationship Id="rId82" Type="http://schemas.openxmlformats.org/officeDocument/2006/relationships/image" Target="../media/image1620.png"/><Relationship Id="rId199" Type="http://schemas.openxmlformats.org/officeDocument/2006/relationships/customXml" Target="../ink/ink1663.xml"/><Relationship Id="rId203" Type="http://schemas.openxmlformats.org/officeDocument/2006/relationships/customXml" Target="../ink/ink1665.xml"/><Relationship Id="rId19" Type="http://schemas.openxmlformats.org/officeDocument/2006/relationships/customXml" Target="../ink/ink1573.xml"/><Relationship Id="rId224" Type="http://schemas.openxmlformats.org/officeDocument/2006/relationships/image" Target="../media/image1688.png"/><Relationship Id="rId245" Type="http://schemas.openxmlformats.org/officeDocument/2006/relationships/customXml" Target="../ink/ink1686.xml"/><Relationship Id="rId266" Type="http://schemas.openxmlformats.org/officeDocument/2006/relationships/image" Target="../media/image1708.png"/><Relationship Id="rId287" Type="http://schemas.openxmlformats.org/officeDocument/2006/relationships/customXml" Target="../ink/ink1707.xml"/><Relationship Id="rId30" Type="http://schemas.openxmlformats.org/officeDocument/2006/relationships/image" Target="../media/image1595.png"/><Relationship Id="rId105" Type="http://schemas.openxmlformats.org/officeDocument/2006/relationships/customXml" Target="../ink/ink1616.xml"/><Relationship Id="rId126" Type="http://schemas.openxmlformats.org/officeDocument/2006/relationships/image" Target="../media/image1642.png"/><Relationship Id="rId147" Type="http://schemas.openxmlformats.org/officeDocument/2006/relationships/customXml" Target="../ink/ink1637.xml"/><Relationship Id="rId168" Type="http://schemas.openxmlformats.org/officeDocument/2006/relationships/image" Target="../media/image1662.png"/><Relationship Id="rId312" Type="http://schemas.openxmlformats.org/officeDocument/2006/relationships/image" Target="../media/image1731.png"/><Relationship Id="rId333" Type="http://schemas.openxmlformats.org/officeDocument/2006/relationships/customXml" Target="../ink/ink1730.xml"/><Relationship Id="rId51" Type="http://schemas.openxmlformats.org/officeDocument/2006/relationships/customXml" Target="../ink/ink1589.xml"/><Relationship Id="rId72" Type="http://schemas.openxmlformats.org/officeDocument/2006/relationships/image" Target="../media/image1615.png"/><Relationship Id="rId93" Type="http://schemas.openxmlformats.org/officeDocument/2006/relationships/customXml" Target="../ink/ink1610.xml"/><Relationship Id="rId189" Type="http://schemas.openxmlformats.org/officeDocument/2006/relationships/customXml" Target="../ink/ink1658.xml"/><Relationship Id="rId3" Type="http://schemas.openxmlformats.org/officeDocument/2006/relationships/image" Target="../media/image137.png"/><Relationship Id="rId214" Type="http://schemas.openxmlformats.org/officeDocument/2006/relationships/image" Target="../media/image1472.png"/><Relationship Id="rId235" Type="http://schemas.openxmlformats.org/officeDocument/2006/relationships/customXml" Target="../ink/ink1681.xml"/><Relationship Id="rId256" Type="http://schemas.openxmlformats.org/officeDocument/2006/relationships/image" Target="../media/image1703.png"/><Relationship Id="rId277" Type="http://schemas.openxmlformats.org/officeDocument/2006/relationships/customXml" Target="../ink/ink1702.xml"/><Relationship Id="rId298" Type="http://schemas.openxmlformats.org/officeDocument/2006/relationships/image" Target="../media/image1724.png"/><Relationship Id="rId116" Type="http://schemas.openxmlformats.org/officeDocument/2006/relationships/image" Target="../media/image1637.png"/><Relationship Id="rId137" Type="http://schemas.openxmlformats.org/officeDocument/2006/relationships/customXml" Target="../ink/ink1632.xml"/><Relationship Id="rId158" Type="http://schemas.openxmlformats.org/officeDocument/2006/relationships/image" Target="../media/image1657.png"/><Relationship Id="rId302" Type="http://schemas.openxmlformats.org/officeDocument/2006/relationships/image" Target="../media/image1726.png"/><Relationship Id="rId323" Type="http://schemas.openxmlformats.org/officeDocument/2006/relationships/customXml" Target="../ink/ink1725.xml"/><Relationship Id="rId20" Type="http://schemas.openxmlformats.org/officeDocument/2006/relationships/image" Target="../media/image1590.png"/><Relationship Id="rId41" Type="http://schemas.openxmlformats.org/officeDocument/2006/relationships/customXml" Target="../ink/ink1584.xml"/><Relationship Id="rId62" Type="http://schemas.openxmlformats.org/officeDocument/2006/relationships/image" Target="../media/image1610.png"/><Relationship Id="rId83" Type="http://schemas.openxmlformats.org/officeDocument/2006/relationships/customXml" Target="../ink/ink1605.xml"/><Relationship Id="rId179" Type="http://schemas.openxmlformats.org/officeDocument/2006/relationships/customXml" Target="../ink/ink1653.xml"/><Relationship Id="rId190" Type="http://schemas.openxmlformats.org/officeDocument/2006/relationships/image" Target="../media/image1672.png"/><Relationship Id="rId204" Type="http://schemas.openxmlformats.org/officeDocument/2006/relationships/image" Target="../media/image1679.png"/><Relationship Id="rId225" Type="http://schemas.openxmlformats.org/officeDocument/2006/relationships/customXml" Target="../ink/ink1676.xml"/><Relationship Id="rId246" Type="http://schemas.openxmlformats.org/officeDocument/2006/relationships/image" Target="../media/image1698.png"/><Relationship Id="rId267" Type="http://schemas.openxmlformats.org/officeDocument/2006/relationships/customXml" Target="../ink/ink1697.xml"/><Relationship Id="rId288" Type="http://schemas.openxmlformats.org/officeDocument/2006/relationships/image" Target="../media/image1719.png"/><Relationship Id="rId106" Type="http://schemas.openxmlformats.org/officeDocument/2006/relationships/image" Target="../media/image1632.png"/><Relationship Id="rId127" Type="http://schemas.openxmlformats.org/officeDocument/2006/relationships/customXml" Target="../ink/ink1627.xml"/><Relationship Id="rId313" Type="http://schemas.openxmlformats.org/officeDocument/2006/relationships/customXml" Target="../ink/ink1720.xml"/><Relationship Id="rId10" Type="http://schemas.openxmlformats.org/officeDocument/2006/relationships/image" Target="../media/image1585.png"/><Relationship Id="rId31" Type="http://schemas.openxmlformats.org/officeDocument/2006/relationships/customXml" Target="../ink/ink1579.xml"/><Relationship Id="rId52" Type="http://schemas.openxmlformats.org/officeDocument/2006/relationships/image" Target="../media/image1606.png"/><Relationship Id="rId73" Type="http://schemas.openxmlformats.org/officeDocument/2006/relationships/customXml" Target="../ink/ink1600.xml"/><Relationship Id="rId94" Type="http://schemas.openxmlformats.org/officeDocument/2006/relationships/image" Target="../media/image1626.png"/><Relationship Id="rId148" Type="http://schemas.openxmlformats.org/officeDocument/2006/relationships/image" Target="../media/image1653.png"/><Relationship Id="rId169" Type="http://schemas.openxmlformats.org/officeDocument/2006/relationships/customXml" Target="../ink/ink1648.xml"/><Relationship Id="rId334" Type="http://schemas.openxmlformats.org/officeDocument/2006/relationships/image" Target="../media/image1742.png"/><Relationship Id="rId4" Type="http://schemas.openxmlformats.org/officeDocument/2006/relationships/image" Target="../media/image1582.svg"/><Relationship Id="rId180" Type="http://schemas.openxmlformats.org/officeDocument/2006/relationships/image" Target="../media/image1667.png"/><Relationship Id="rId215" Type="http://schemas.openxmlformats.org/officeDocument/2006/relationships/customXml" Target="../ink/ink1671.xml"/><Relationship Id="rId236" Type="http://schemas.openxmlformats.org/officeDocument/2006/relationships/image" Target="../media/image1694.png"/><Relationship Id="rId257" Type="http://schemas.openxmlformats.org/officeDocument/2006/relationships/customXml" Target="../ink/ink1692.xml"/><Relationship Id="rId278" Type="http://schemas.openxmlformats.org/officeDocument/2006/relationships/image" Target="../media/image1714.png"/><Relationship Id="rId303" Type="http://schemas.openxmlformats.org/officeDocument/2006/relationships/customXml" Target="../ink/ink1715.xml"/><Relationship Id="rId42" Type="http://schemas.openxmlformats.org/officeDocument/2006/relationships/image" Target="../media/image1601.png"/><Relationship Id="rId84" Type="http://schemas.openxmlformats.org/officeDocument/2006/relationships/image" Target="../media/image1621.png"/><Relationship Id="rId138" Type="http://schemas.openxmlformats.org/officeDocument/2006/relationships/image" Target="../media/image1648.png"/><Relationship Id="rId191" Type="http://schemas.openxmlformats.org/officeDocument/2006/relationships/customXml" Target="../ink/ink1659.xml"/><Relationship Id="rId205" Type="http://schemas.openxmlformats.org/officeDocument/2006/relationships/customXml" Target="../ink/ink1666.xml"/><Relationship Id="rId247" Type="http://schemas.openxmlformats.org/officeDocument/2006/relationships/customXml" Target="../ink/ink1687.xml"/><Relationship Id="rId107" Type="http://schemas.openxmlformats.org/officeDocument/2006/relationships/customXml" Target="../ink/ink1617.xml"/><Relationship Id="rId289" Type="http://schemas.openxmlformats.org/officeDocument/2006/relationships/customXml" Target="../ink/ink1708.xml"/><Relationship Id="rId11" Type="http://schemas.openxmlformats.org/officeDocument/2006/relationships/customXml" Target="../ink/ink1569.xml"/><Relationship Id="rId53" Type="http://schemas.openxmlformats.org/officeDocument/2006/relationships/customXml" Target="../ink/ink1590.xml"/><Relationship Id="rId149" Type="http://schemas.openxmlformats.org/officeDocument/2006/relationships/customXml" Target="../ink/ink1638.xml"/><Relationship Id="rId314" Type="http://schemas.openxmlformats.org/officeDocument/2006/relationships/image" Target="../media/image1732.png"/><Relationship Id="rId95" Type="http://schemas.openxmlformats.org/officeDocument/2006/relationships/customXml" Target="../ink/ink1611.xml"/><Relationship Id="rId160" Type="http://schemas.openxmlformats.org/officeDocument/2006/relationships/image" Target="../media/image1658.png"/><Relationship Id="rId216" Type="http://schemas.openxmlformats.org/officeDocument/2006/relationships/image" Target="../media/image1684.png"/><Relationship Id="rId258" Type="http://schemas.openxmlformats.org/officeDocument/2006/relationships/image" Target="../media/image1704.png"/><Relationship Id="rId22" Type="http://schemas.openxmlformats.org/officeDocument/2006/relationships/image" Target="../media/image1591.png"/><Relationship Id="rId64" Type="http://schemas.openxmlformats.org/officeDocument/2006/relationships/image" Target="../media/image1611.png"/><Relationship Id="rId118" Type="http://schemas.openxmlformats.org/officeDocument/2006/relationships/image" Target="../media/image1638.png"/><Relationship Id="rId325" Type="http://schemas.openxmlformats.org/officeDocument/2006/relationships/customXml" Target="../ink/ink1726.xml"/><Relationship Id="rId171" Type="http://schemas.openxmlformats.org/officeDocument/2006/relationships/customXml" Target="../ink/ink1649.xml"/><Relationship Id="rId227" Type="http://schemas.openxmlformats.org/officeDocument/2006/relationships/customXml" Target="../ink/ink1677.xml"/><Relationship Id="rId269" Type="http://schemas.openxmlformats.org/officeDocument/2006/relationships/customXml" Target="../ink/ink1698.xml"/><Relationship Id="rId33" Type="http://schemas.openxmlformats.org/officeDocument/2006/relationships/customXml" Target="../ink/ink1580.xml"/><Relationship Id="rId129" Type="http://schemas.openxmlformats.org/officeDocument/2006/relationships/customXml" Target="../ink/ink1628.xml"/><Relationship Id="rId280" Type="http://schemas.openxmlformats.org/officeDocument/2006/relationships/image" Target="../media/image1715.png"/><Relationship Id="rId336" Type="http://schemas.openxmlformats.org/officeDocument/2006/relationships/image" Target="../media/image1743.png"/><Relationship Id="rId75" Type="http://schemas.openxmlformats.org/officeDocument/2006/relationships/customXml" Target="../ink/ink1601.xml"/><Relationship Id="rId140" Type="http://schemas.openxmlformats.org/officeDocument/2006/relationships/image" Target="../media/image1649.png"/><Relationship Id="rId182" Type="http://schemas.openxmlformats.org/officeDocument/2006/relationships/image" Target="../media/image1668.png"/><Relationship Id="rId6" Type="http://schemas.openxmlformats.org/officeDocument/2006/relationships/image" Target="../media/image1583.png"/><Relationship Id="rId238" Type="http://schemas.openxmlformats.org/officeDocument/2006/relationships/image" Target="../media/image1695.png"/><Relationship Id="rId291" Type="http://schemas.openxmlformats.org/officeDocument/2006/relationships/customXml" Target="../ink/ink1709.xml"/><Relationship Id="rId305" Type="http://schemas.openxmlformats.org/officeDocument/2006/relationships/customXml" Target="../ink/ink1716.xml"/><Relationship Id="rId44" Type="http://schemas.openxmlformats.org/officeDocument/2006/relationships/image" Target="../media/image1602.png"/><Relationship Id="rId86" Type="http://schemas.openxmlformats.org/officeDocument/2006/relationships/image" Target="../media/image1622.png"/><Relationship Id="rId151" Type="http://schemas.openxmlformats.org/officeDocument/2006/relationships/customXml" Target="../ink/ink1639.xml"/><Relationship Id="rId193" Type="http://schemas.openxmlformats.org/officeDocument/2006/relationships/customXml" Target="../ink/ink1660.xml"/><Relationship Id="rId207" Type="http://schemas.openxmlformats.org/officeDocument/2006/relationships/customXml" Target="../ink/ink1667.xml"/><Relationship Id="rId249" Type="http://schemas.openxmlformats.org/officeDocument/2006/relationships/customXml" Target="../ink/ink1688.xml"/><Relationship Id="rId13" Type="http://schemas.openxmlformats.org/officeDocument/2006/relationships/customXml" Target="../ink/ink1570.xml"/><Relationship Id="rId109" Type="http://schemas.openxmlformats.org/officeDocument/2006/relationships/customXml" Target="../ink/ink1618.xml"/><Relationship Id="rId260" Type="http://schemas.openxmlformats.org/officeDocument/2006/relationships/image" Target="../media/image1705.png"/><Relationship Id="rId316" Type="http://schemas.openxmlformats.org/officeDocument/2006/relationships/image" Target="../media/image1733.png"/><Relationship Id="rId55" Type="http://schemas.openxmlformats.org/officeDocument/2006/relationships/customXml" Target="../ink/ink1591.xml"/><Relationship Id="rId97" Type="http://schemas.openxmlformats.org/officeDocument/2006/relationships/customXml" Target="../ink/ink1612.xml"/><Relationship Id="rId120" Type="http://schemas.openxmlformats.org/officeDocument/2006/relationships/image" Target="../media/image1639.png"/><Relationship Id="rId162" Type="http://schemas.openxmlformats.org/officeDocument/2006/relationships/image" Target="../media/image1659.png"/><Relationship Id="rId218" Type="http://schemas.openxmlformats.org/officeDocument/2006/relationships/image" Target="../media/image1685.png"/><Relationship Id="rId271" Type="http://schemas.openxmlformats.org/officeDocument/2006/relationships/customXml" Target="../ink/ink1699.xml"/><Relationship Id="rId24" Type="http://schemas.openxmlformats.org/officeDocument/2006/relationships/image" Target="../media/image1592.png"/><Relationship Id="rId66" Type="http://schemas.openxmlformats.org/officeDocument/2006/relationships/image" Target="../media/image1612.png"/><Relationship Id="rId131" Type="http://schemas.openxmlformats.org/officeDocument/2006/relationships/customXml" Target="../ink/ink1629.xml"/><Relationship Id="rId327" Type="http://schemas.openxmlformats.org/officeDocument/2006/relationships/customXml" Target="../ink/ink172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7.png"/><Relationship Id="rId3" Type="http://schemas.openxmlformats.org/officeDocument/2006/relationships/customXml" Target="../ink/ink1734.xml"/><Relationship Id="rId7" Type="http://schemas.openxmlformats.org/officeDocument/2006/relationships/customXml" Target="../ink/ink1737.xml"/><Relationship Id="rId2" Type="http://schemas.openxmlformats.org/officeDocument/2006/relationships/image" Target="../media/image174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36.xml"/><Relationship Id="rId5" Type="http://schemas.openxmlformats.org/officeDocument/2006/relationships/customXml" Target="../ink/ink1735.xml"/><Relationship Id="rId4" Type="http://schemas.openxmlformats.org/officeDocument/2006/relationships/image" Target="../media/image1347.png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59.png"/><Relationship Id="rId21" Type="http://schemas.openxmlformats.org/officeDocument/2006/relationships/customXml" Target="../ink/ink1747.xml"/><Relationship Id="rId42" Type="http://schemas.openxmlformats.org/officeDocument/2006/relationships/image" Target="../media/image1767.png"/><Relationship Id="rId47" Type="http://schemas.openxmlformats.org/officeDocument/2006/relationships/customXml" Target="../ink/ink1760.xml"/><Relationship Id="rId63" Type="http://schemas.openxmlformats.org/officeDocument/2006/relationships/customXml" Target="../ink/ink1768.xml"/><Relationship Id="rId68" Type="http://schemas.openxmlformats.org/officeDocument/2006/relationships/image" Target="../media/image1780.png"/><Relationship Id="rId84" Type="http://schemas.openxmlformats.org/officeDocument/2006/relationships/image" Target="../media/image1788.png"/><Relationship Id="rId16" Type="http://schemas.openxmlformats.org/officeDocument/2006/relationships/image" Target="../media/image1754.png"/><Relationship Id="rId11" Type="http://schemas.openxmlformats.org/officeDocument/2006/relationships/customXml" Target="../ink/ink1742.xml"/><Relationship Id="rId32" Type="http://schemas.openxmlformats.org/officeDocument/2006/relationships/image" Target="../media/image1762.png"/><Relationship Id="rId37" Type="http://schemas.openxmlformats.org/officeDocument/2006/relationships/customXml" Target="../ink/ink1755.xml"/><Relationship Id="rId53" Type="http://schemas.openxmlformats.org/officeDocument/2006/relationships/customXml" Target="../ink/ink1763.xml"/><Relationship Id="rId58" Type="http://schemas.openxmlformats.org/officeDocument/2006/relationships/image" Target="../media/image1775.png"/><Relationship Id="rId74" Type="http://schemas.openxmlformats.org/officeDocument/2006/relationships/image" Target="../media/image1783.png"/><Relationship Id="rId79" Type="http://schemas.openxmlformats.org/officeDocument/2006/relationships/customXml" Target="../ink/ink1776.xml"/><Relationship Id="rId5" Type="http://schemas.openxmlformats.org/officeDocument/2006/relationships/customXml" Target="../ink/ink1739.xml"/><Relationship Id="rId19" Type="http://schemas.openxmlformats.org/officeDocument/2006/relationships/customXml" Target="../ink/ink1746.xml"/><Relationship Id="rId14" Type="http://schemas.openxmlformats.org/officeDocument/2006/relationships/image" Target="../media/image1753.png"/><Relationship Id="rId22" Type="http://schemas.openxmlformats.org/officeDocument/2006/relationships/image" Target="../media/image1757.png"/><Relationship Id="rId27" Type="http://schemas.openxmlformats.org/officeDocument/2006/relationships/customXml" Target="../ink/ink1750.xml"/><Relationship Id="rId30" Type="http://schemas.openxmlformats.org/officeDocument/2006/relationships/image" Target="../media/image1761.png"/><Relationship Id="rId35" Type="http://schemas.openxmlformats.org/officeDocument/2006/relationships/customXml" Target="../ink/ink1754.xml"/><Relationship Id="rId43" Type="http://schemas.openxmlformats.org/officeDocument/2006/relationships/customXml" Target="../ink/ink1758.xml"/><Relationship Id="rId48" Type="http://schemas.openxmlformats.org/officeDocument/2006/relationships/image" Target="../media/image1770.png"/><Relationship Id="rId56" Type="http://schemas.openxmlformats.org/officeDocument/2006/relationships/image" Target="../media/image1774.png"/><Relationship Id="rId64" Type="http://schemas.openxmlformats.org/officeDocument/2006/relationships/image" Target="../media/image1778.png"/><Relationship Id="rId69" Type="http://schemas.openxmlformats.org/officeDocument/2006/relationships/customXml" Target="../ink/ink1771.xml"/><Relationship Id="rId77" Type="http://schemas.openxmlformats.org/officeDocument/2006/relationships/customXml" Target="../ink/ink1775.xml"/><Relationship Id="rId8" Type="http://schemas.openxmlformats.org/officeDocument/2006/relationships/image" Target="../media/image1750.png"/><Relationship Id="rId51" Type="http://schemas.openxmlformats.org/officeDocument/2006/relationships/customXml" Target="../ink/ink1762.xml"/><Relationship Id="rId72" Type="http://schemas.openxmlformats.org/officeDocument/2006/relationships/image" Target="../media/image1782.png"/><Relationship Id="rId80" Type="http://schemas.openxmlformats.org/officeDocument/2006/relationships/image" Target="../media/image1786.png"/><Relationship Id="rId85" Type="http://schemas.openxmlformats.org/officeDocument/2006/relationships/customXml" Target="../ink/ink1779.xml"/><Relationship Id="rId3" Type="http://schemas.openxmlformats.org/officeDocument/2006/relationships/customXml" Target="../ink/ink1738.xml"/><Relationship Id="rId12" Type="http://schemas.openxmlformats.org/officeDocument/2006/relationships/image" Target="../media/image1752.png"/><Relationship Id="rId17" Type="http://schemas.openxmlformats.org/officeDocument/2006/relationships/customXml" Target="../ink/ink1745.xml"/><Relationship Id="rId25" Type="http://schemas.openxmlformats.org/officeDocument/2006/relationships/customXml" Target="../ink/ink1749.xml"/><Relationship Id="rId33" Type="http://schemas.openxmlformats.org/officeDocument/2006/relationships/customXml" Target="../ink/ink1753.xml"/><Relationship Id="rId38" Type="http://schemas.openxmlformats.org/officeDocument/2006/relationships/image" Target="../media/image1765.png"/><Relationship Id="rId46" Type="http://schemas.openxmlformats.org/officeDocument/2006/relationships/image" Target="../media/image1769.png"/><Relationship Id="rId59" Type="http://schemas.openxmlformats.org/officeDocument/2006/relationships/customXml" Target="../ink/ink1766.xml"/><Relationship Id="rId67" Type="http://schemas.openxmlformats.org/officeDocument/2006/relationships/customXml" Target="../ink/ink1770.xml"/><Relationship Id="rId20" Type="http://schemas.openxmlformats.org/officeDocument/2006/relationships/image" Target="../media/image1756.png"/><Relationship Id="rId41" Type="http://schemas.openxmlformats.org/officeDocument/2006/relationships/customXml" Target="../ink/ink1757.xml"/><Relationship Id="rId54" Type="http://schemas.openxmlformats.org/officeDocument/2006/relationships/image" Target="../media/image1773.png"/><Relationship Id="rId62" Type="http://schemas.openxmlformats.org/officeDocument/2006/relationships/image" Target="../media/image1777.png"/><Relationship Id="rId70" Type="http://schemas.openxmlformats.org/officeDocument/2006/relationships/image" Target="../media/image1781.png"/><Relationship Id="rId75" Type="http://schemas.openxmlformats.org/officeDocument/2006/relationships/customXml" Target="../ink/ink1774.xml"/><Relationship Id="rId83" Type="http://schemas.openxmlformats.org/officeDocument/2006/relationships/customXml" Target="../ink/ink177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9.png"/><Relationship Id="rId15" Type="http://schemas.openxmlformats.org/officeDocument/2006/relationships/customXml" Target="../ink/ink1744.xml"/><Relationship Id="rId23" Type="http://schemas.openxmlformats.org/officeDocument/2006/relationships/customXml" Target="../ink/ink1748.xml"/><Relationship Id="rId28" Type="http://schemas.openxmlformats.org/officeDocument/2006/relationships/image" Target="../media/image1760.png"/><Relationship Id="rId36" Type="http://schemas.openxmlformats.org/officeDocument/2006/relationships/image" Target="../media/image1764.png"/><Relationship Id="rId49" Type="http://schemas.openxmlformats.org/officeDocument/2006/relationships/customXml" Target="../ink/ink1761.xml"/><Relationship Id="rId57" Type="http://schemas.openxmlformats.org/officeDocument/2006/relationships/customXml" Target="../ink/ink1765.xml"/><Relationship Id="rId10" Type="http://schemas.openxmlformats.org/officeDocument/2006/relationships/image" Target="../media/image1751.png"/><Relationship Id="rId31" Type="http://schemas.openxmlformats.org/officeDocument/2006/relationships/customXml" Target="../ink/ink1752.xml"/><Relationship Id="rId44" Type="http://schemas.openxmlformats.org/officeDocument/2006/relationships/image" Target="../media/image1768.png"/><Relationship Id="rId52" Type="http://schemas.openxmlformats.org/officeDocument/2006/relationships/image" Target="../media/image1772.png"/><Relationship Id="rId60" Type="http://schemas.openxmlformats.org/officeDocument/2006/relationships/image" Target="../media/image1776.png"/><Relationship Id="rId65" Type="http://schemas.openxmlformats.org/officeDocument/2006/relationships/customXml" Target="../ink/ink1769.xml"/><Relationship Id="rId73" Type="http://schemas.openxmlformats.org/officeDocument/2006/relationships/customXml" Target="../ink/ink1773.xml"/><Relationship Id="rId78" Type="http://schemas.openxmlformats.org/officeDocument/2006/relationships/image" Target="../media/image1785.png"/><Relationship Id="rId81" Type="http://schemas.openxmlformats.org/officeDocument/2006/relationships/customXml" Target="../ink/ink1777.xml"/><Relationship Id="rId86" Type="http://schemas.openxmlformats.org/officeDocument/2006/relationships/image" Target="../media/image1789.png"/><Relationship Id="rId4" Type="http://schemas.openxmlformats.org/officeDocument/2006/relationships/image" Target="../media/image1748.png"/><Relationship Id="rId9" Type="http://schemas.openxmlformats.org/officeDocument/2006/relationships/customXml" Target="../ink/ink1741.xml"/><Relationship Id="rId13" Type="http://schemas.openxmlformats.org/officeDocument/2006/relationships/customXml" Target="../ink/ink1743.xml"/><Relationship Id="rId18" Type="http://schemas.openxmlformats.org/officeDocument/2006/relationships/image" Target="../media/image1755.png"/><Relationship Id="rId39" Type="http://schemas.openxmlformats.org/officeDocument/2006/relationships/customXml" Target="../ink/ink1756.xml"/><Relationship Id="rId34" Type="http://schemas.openxmlformats.org/officeDocument/2006/relationships/image" Target="../media/image1763.png"/><Relationship Id="rId50" Type="http://schemas.openxmlformats.org/officeDocument/2006/relationships/image" Target="../media/image1771.png"/><Relationship Id="rId55" Type="http://schemas.openxmlformats.org/officeDocument/2006/relationships/customXml" Target="../ink/ink1764.xml"/><Relationship Id="rId76" Type="http://schemas.openxmlformats.org/officeDocument/2006/relationships/image" Target="../media/image1784.png"/><Relationship Id="rId7" Type="http://schemas.openxmlformats.org/officeDocument/2006/relationships/customXml" Target="../ink/ink1740.xml"/><Relationship Id="rId71" Type="http://schemas.openxmlformats.org/officeDocument/2006/relationships/customXml" Target="../ink/ink1772.xml"/><Relationship Id="rId2" Type="http://schemas.openxmlformats.org/officeDocument/2006/relationships/notesSlide" Target="../notesSlides/notesSlide16.xml"/><Relationship Id="rId29" Type="http://schemas.openxmlformats.org/officeDocument/2006/relationships/customXml" Target="../ink/ink1751.xml"/><Relationship Id="rId24" Type="http://schemas.openxmlformats.org/officeDocument/2006/relationships/image" Target="../media/image1758.png"/><Relationship Id="rId40" Type="http://schemas.openxmlformats.org/officeDocument/2006/relationships/image" Target="../media/image1766.png"/><Relationship Id="rId45" Type="http://schemas.openxmlformats.org/officeDocument/2006/relationships/customXml" Target="../ink/ink1759.xml"/><Relationship Id="rId66" Type="http://schemas.openxmlformats.org/officeDocument/2006/relationships/image" Target="../media/image1779.png"/><Relationship Id="rId61" Type="http://schemas.openxmlformats.org/officeDocument/2006/relationships/customXml" Target="../ink/ink1767.xml"/><Relationship Id="rId82" Type="http://schemas.openxmlformats.org/officeDocument/2006/relationships/image" Target="../media/image1787.png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837.xml"/><Relationship Id="rId21" Type="http://schemas.openxmlformats.org/officeDocument/2006/relationships/customXml" Target="../ink/ink1789.xml"/><Relationship Id="rId324" Type="http://schemas.openxmlformats.org/officeDocument/2006/relationships/image" Target="../media/image1944.png"/><Relationship Id="rId531" Type="http://schemas.openxmlformats.org/officeDocument/2006/relationships/customXml" Target="../ink/ink2044.xml"/><Relationship Id="rId170" Type="http://schemas.openxmlformats.org/officeDocument/2006/relationships/image" Target="../media/image1869.png"/><Relationship Id="rId268" Type="http://schemas.openxmlformats.org/officeDocument/2006/relationships/image" Target="../media/image1916.png"/><Relationship Id="rId475" Type="http://schemas.openxmlformats.org/officeDocument/2006/relationships/customXml" Target="../ink/ink2016.xml"/><Relationship Id="rId32" Type="http://schemas.openxmlformats.org/officeDocument/2006/relationships/image" Target="../media/image1803.png"/><Relationship Id="rId128" Type="http://schemas.openxmlformats.org/officeDocument/2006/relationships/image" Target="../media/image1849.png"/><Relationship Id="rId335" Type="http://schemas.openxmlformats.org/officeDocument/2006/relationships/customXml" Target="../ink/ink1946.xml"/><Relationship Id="rId542" Type="http://schemas.openxmlformats.org/officeDocument/2006/relationships/image" Target="../media/image2050.png"/><Relationship Id="rId181" Type="http://schemas.openxmlformats.org/officeDocument/2006/relationships/customXml" Target="../ink/ink1869.xml"/><Relationship Id="rId402" Type="http://schemas.openxmlformats.org/officeDocument/2006/relationships/image" Target="../media/image1983.png"/><Relationship Id="rId279" Type="http://schemas.openxmlformats.org/officeDocument/2006/relationships/customXml" Target="../ink/ink1918.xml"/><Relationship Id="rId486" Type="http://schemas.openxmlformats.org/officeDocument/2006/relationships/image" Target="../media/image2025.png"/><Relationship Id="rId43" Type="http://schemas.openxmlformats.org/officeDocument/2006/relationships/customXml" Target="../ink/ink1800.xml"/><Relationship Id="rId139" Type="http://schemas.openxmlformats.org/officeDocument/2006/relationships/customXml" Target="../ink/ink1848.xml"/><Relationship Id="rId346" Type="http://schemas.openxmlformats.org/officeDocument/2006/relationships/image" Target="../media/image1955.png"/><Relationship Id="rId553" Type="http://schemas.openxmlformats.org/officeDocument/2006/relationships/customXml" Target="../ink/ink2055.xml"/><Relationship Id="rId192" Type="http://schemas.openxmlformats.org/officeDocument/2006/relationships/image" Target="../media/image1879.png"/><Relationship Id="rId206" Type="http://schemas.openxmlformats.org/officeDocument/2006/relationships/image" Target="../media/image1886.png"/><Relationship Id="rId413" Type="http://schemas.openxmlformats.org/officeDocument/2006/relationships/customXml" Target="../ink/ink1985.xml"/><Relationship Id="rId497" Type="http://schemas.openxmlformats.org/officeDocument/2006/relationships/customXml" Target="../ink/ink2027.xml"/><Relationship Id="rId357" Type="http://schemas.openxmlformats.org/officeDocument/2006/relationships/customXml" Target="../ink/ink1957.xml"/><Relationship Id="rId54" Type="http://schemas.openxmlformats.org/officeDocument/2006/relationships/image" Target="../media/image1813.png"/><Relationship Id="rId217" Type="http://schemas.openxmlformats.org/officeDocument/2006/relationships/customXml" Target="../ink/ink1887.xml"/><Relationship Id="rId564" Type="http://schemas.openxmlformats.org/officeDocument/2006/relationships/image" Target="../media/image2061.png"/><Relationship Id="rId424" Type="http://schemas.openxmlformats.org/officeDocument/2006/relationships/image" Target="../media/image1994.png"/><Relationship Id="rId270" Type="http://schemas.openxmlformats.org/officeDocument/2006/relationships/image" Target="../media/image1917.png"/><Relationship Id="rId65" Type="http://schemas.openxmlformats.org/officeDocument/2006/relationships/customXml" Target="../ink/ink1811.xml"/><Relationship Id="rId130" Type="http://schemas.openxmlformats.org/officeDocument/2006/relationships/image" Target="../media/image1850.png"/><Relationship Id="rId368" Type="http://schemas.openxmlformats.org/officeDocument/2006/relationships/image" Target="../media/image1966.png"/><Relationship Id="rId575" Type="http://schemas.openxmlformats.org/officeDocument/2006/relationships/customXml" Target="../ink/ink2066.xml"/><Relationship Id="rId228" Type="http://schemas.openxmlformats.org/officeDocument/2006/relationships/image" Target="../media/image761.png"/><Relationship Id="rId435" Type="http://schemas.openxmlformats.org/officeDocument/2006/relationships/customXml" Target="../ink/ink1996.xml"/><Relationship Id="rId281" Type="http://schemas.openxmlformats.org/officeDocument/2006/relationships/customXml" Target="../ink/ink1919.xml"/><Relationship Id="rId502" Type="http://schemas.openxmlformats.org/officeDocument/2006/relationships/image" Target="../media/image2033.png"/><Relationship Id="rId76" Type="http://schemas.openxmlformats.org/officeDocument/2006/relationships/image" Target="../media/image1823.png"/><Relationship Id="rId141" Type="http://schemas.openxmlformats.org/officeDocument/2006/relationships/customXml" Target="../ink/ink1849.xml"/><Relationship Id="rId379" Type="http://schemas.openxmlformats.org/officeDocument/2006/relationships/customXml" Target="../ink/ink1968.xml"/><Relationship Id="rId586" Type="http://schemas.openxmlformats.org/officeDocument/2006/relationships/image" Target="../media/image2072.png"/><Relationship Id="rId7" Type="http://schemas.openxmlformats.org/officeDocument/2006/relationships/customXml" Target="../ink/ink1782.xml"/><Relationship Id="rId239" Type="http://schemas.openxmlformats.org/officeDocument/2006/relationships/customXml" Target="../ink/ink1898.xml"/><Relationship Id="rId446" Type="http://schemas.openxmlformats.org/officeDocument/2006/relationships/image" Target="../media/image2005.png"/><Relationship Id="rId250" Type="http://schemas.openxmlformats.org/officeDocument/2006/relationships/image" Target="../media/image1907.png"/><Relationship Id="rId292" Type="http://schemas.openxmlformats.org/officeDocument/2006/relationships/image" Target="../media/image1928.png"/><Relationship Id="rId306" Type="http://schemas.openxmlformats.org/officeDocument/2006/relationships/image" Target="../media/image1935.png"/><Relationship Id="rId488" Type="http://schemas.openxmlformats.org/officeDocument/2006/relationships/image" Target="../media/image2026.png"/><Relationship Id="rId45" Type="http://schemas.openxmlformats.org/officeDocument/2006/relationships/customXml" Target="../ink/ink1801.xml"/><Relationship Id="rId87" Type="http://schemas.openxmlformats.org/officeDocument/2006/relationships/customXml" Target="../ink/ink1822.xml"/><Relationship Id="rId110" Type="http://schemas.openxmlformats.org/officeDocument/2006/relationships/image" Target="../media/image1840.png"/><Relationship Id="rId348" Type="http://schemas.openxmlformats.org/officeDocument/2006/relationships/image" Target="../media/image1956.png"/><Relationship Id="rId513" Type="http://schemas.openxmlformats.org/officeDocument/2006/relationships/customXml" Target="../ink/ink2035.xml"/><Relationship Id="rId555" Type="http://schemas.openxmlformats.org/officeDocument/2006/relationships/customXml" Target="../ink/ink2056.xml"/><Relationship Id="rId152" Type="http://schemas.openxmlformats.org/officeDocument/2006/relationships/image" Target="../media/image1861.png"/><Relationship Id="rId194" Type="http://schemas.openxmlformats.org/officeDocument/2006/relationships/image" Target="../media/image1880.png"/><Relationship Id="rId208" Type="http://schemas.openxmlformats.org/officeDocument/2006/relationships/image" Target="../media/image1887.png"/><Relationship Id="rId415" Type="http://schemas.openxmlformats.org/officeDocument/2006/relationships/customXml" Target="../ink/ink1986.xml"/><Relationship Id="rId457" Type="http://schemas.openxmlformats.org/officeDocument/2006/relationships/customXml" Target="../ink/ink2007.xml"/><Relationship Id="rId261" Type="http://schemas.openxmlformats.org/officeDocument/2006/relationships/customXml" Target="../ink/ink1909.xml"/><Relationship Id="rId499" Type="http://schemas.openxmlformats.org/officeDocument/2006/relationships/customXml" Target="../ink/ink2028.xml"/><Relationship Id="rId14" Type="http://schemas.openxmlformats.org/officeDocument/2006/relationships/image" Target="../media/image1794.png"/><Relationship Id="rId56" Type="http://schemas.openxmlformats.org/officeDocument/2006/relationships/image" Target="../media/image1814.png"/><Relationship Id="rId317" Type="http://schemas.openxmlformats.org/officeDocument/2006/relationships/customXml" Target="../ink/ink1937.xml"/><Relationship Id="rId359" Type="http://schemas.openxmlformats.org/officeDocument/2006/relationships/customXml" Target="../ink/ink1958.xml"/><Relationship Id="rId524" Type="http://schemas.openxmlformats.org/officeDocument/2006/relationships/image" Target="../media/image2042.png"/><Relationship Id="rId566" Type="http://schemas.openxmlformats.org/officeDocument/2006/relationships/image" Target="../media/image2062.png"/><Relationship Id="rId98" Type="http://schemas.openxmlformats.org/officeDocument/2006/relationships/image" Target="../media/image1834.png"/><Relationship Id="rId121" Type="http://schemas.openxmlformats.org/officeDocument/2006/relationships/customXml" Target="../ink/ink1839.xml"/><Relationship Id="rId163" Type="http://schemas.openxmlformats.org/officeDocument/2006/relationships/customXml" Target="../ink/ink1860.xml"/><Relationship Id="rId219" Type="http://schemas.openxmlformats.org/officeDocument/2006/relationships/customXml" Target="../ink/ink1888.xml"/><Relationship Id="rId370" Type="http://schemas.openxmlformats.org/officeDocument/2006/relationships/image" Target="../media/image1967.png"/><Relationship Id="rId426" Type="http://schemas.openxmlformats.org/officeDocument/2006/relationships/image" Target="../media/image1995.png"/><Relationship Id="rId230" Type="http://schemas.openxmlformats.org/officeDocument/2006/relationships/image" Target="../media/image1897.png"/><Relationship Id="rId468" Type="http://schemas.openxmlformats.org/officeDocument/2006/relationships/image" Target="../media/image2016.png"/><Relationship Id="rId25" Type="http://schemas.openxmlformats.org/officeDocument/2006/relationships/customXml" Target="../ink/ink1791.xml"/><Relationship Id="rId67" Type="http://schemas.openxmlformats.org/officeDocument/2006/relationships/customXml" Target="../ink/ink1812.xml"/><Relationship Id="rId272" Type="http://schemas.openxmlformats.org/officeDocument/2006/relationships/image" Target="../media/image1918.png"/><Relationship Id="rId328" Type="http://schemas.openxmlformats.org/officeDocument/2006/relationships/image" Target="../media/image1946.png"/><Relationship Id="rId535" Type="http://schemas.openxmlformats.org/officeDocument/2006/relationships/customXml" Target="../ink/ink2046.xml"/><Relationship Id="rId577" Type="http://schemas.openxmlformats.org/officeDocument/2006/relationships/customXml" Target="../ink/ink2067.xml"/><Relationship Id="rId132" Type="http://schemas.openxmlformats.org/officeDocument/2006/relationships/image" Target="../media/image1851.png"/><Relationship Id="rId174" Type="http://schemas.openxmlformats.org/officeDocument/2006/relationships/image" Target="../media/image1870.png"/><Relationship Id="rId381" Type="http://schemas.openxmlformats.org/officeDocument/2006/relationships/customXml" Target="../ink/ink1969.xml"/><Relationship Id="rId241" Type="http://schemas.openxmlformats.org/officeDocument/2006/relationships/customXml" Target="../ink/ink1899.xml"/><Relationship Id="rId437" Type="http://schemas.openxmlformats.org/officeDocument/2006/relationships/customXml" Target="../ink/ink1997.xml"/><Relationship Id="rId479" Type="http://schemas.openxmlformats.org/officeDocument/2006/relationships/customXml" Target="../ink/ink2018.xml"/><Relationship Id="rId36" Type="http://schemas.openxmlformats.org/officeDocument/2006/relationships/image" Target="../media/image1639.png"/><Relationship Id="rId283" Type="http://schemas.openxmlformats.org/officeDocument/2006/relationships/customXml" Target="../ink/ink1920.xml"/><Relationship Id="rId339" Type="http://schemas.openxmlformats.org/officeDocument/2006/relationships/customXml" Target="../ink/ink1948.xml"/><Relationship Id="rId490" Type="http://schemas.openxmlformats.org/officeDocument/2006/relationships/image" Target="../media/image2027.png"/><Relationship Id="rId504" Type="http://schemas.openxmlformats.org/officeDocument/2006/relationships/image" Target="../media/image2034.png"/><Relationship Id="rId546" Type="http://schemas.openxmlformats.org/officeDocument/2006/relationships/image" Target="../media/image2052.png"/><Relationship Id="rId78" Type="http://schemas.openxmlformats.org/officeDocument/2006/relationships/image" Target="../media/image1824.png"/><Relationship Id="rId101" Type="http://schemas.openxmlformats.org/officeDocument/2006/relationships/customXml" Target="../ink/ink1829.xml"/><Relationship Id="rId143" Type="http://schemas.openxmlformats.org/officeDocument/2006/relationships/customXml" Target="../ink/ink1850.xml"/><Relationship Id="rId185" Type="http://schemas.openxmlformats.org/officeDocument/2006/relationships/customXml" Target="../ink/ink1871.xml"/><Relationship Id="rId350" Type="http://schemas.openxmlformats.org/officeDocument/2006/relationships/image" Target="../media/image1957.png"/><Relationship Id="rId406" Type="http://schemas.openxmlformats.org/officeDocument/2006/relationships/image" Target="../media/image1985.png"/><Relationship Id="rId588" Type="http://schemas.openxmlformats.org/officeDocument/2006/relationships/image" Target="../media/image2073.png"/><Relationship Id="rId9" Type="http://schemas.openxmlformats.org/officeDocument/2006/relationships/customXml" Target="../ink/ink1783.xml"/><Relationship Id="rId210" Type="http://schemas.openxmlformats.org/officeDocument/2006/relationships/image" Target="../media/image1888.png"/><Relationship Id="rId392" Type="http://schemas.openxmlformats.org/officeDocument/2006/relationships/image" Target="../media/image1978.png"/><Relationship Id="rId448" Type="http://schemas.openxmlformats.org/officeDocument/2006/relationships/image" Target="../media/image2006.png"/><Relationship Id="rId252" Type="http://schemas.openxmlformats.org/officeDocument/2006/relationships/image" Target="../media/image1908.png"/><Relationship Id="rId294" Type="http://schemas.openxmlformats.org/officeDocument/2006/relationships/image" Target="../media/image1929.png"/><Relationship Id="rId308" Type="http://schemas.openxmlformats.org/officeDocument/2006/relationships/image" Target="../media/image1936.png"/><Relationship Id="rId515" Type="http://schemas.openxmlformats.org/officeDocument/2006/relationships/customXml" Target="../ink/ink2036.xml"/><Relationship Id="rId47" Type="http://schemas.openxmlformats.org/officeDocument/2006/relationships/customXml" Target="../ink/ink1802.xml"/><Relationship Id="rId89" Type="http://schemas.openxmlformats.org/officeDocument/2006/relationships/customXml" Target="../ink/ink1823.xml"/><Relationship Id="rId112" Type="http://schemas.openxmlformats.org/officeDocument/2006/relationships/image" Target="../media/image1841.png"/><Relationship Id="rId154" Type="http://schemas.openxmlformats.org/officeDocument/2006/relationships/image" Target="../media/image1862.png"/><Relationship Id="rId361" Type="http://schemas.openxmlformats.org/officeDocument/2006/relationships/customXml" Target="../ink/ink1959.xml"/><Relationship Id="rId557" Type="http://schemas.openxmlformats.org/officeDocument/2006/relationships/customXml" Target="../ink/ink2057.xml"/><Relationship Id="rId196" Type="http://schemas.openxmlformats.org/officeDocument/2006/relationships/image" Target="../media/image1881.png"/><Relationship Id="rId417" Type="http://schemas.openxmlformats.org/officeDocument/2006/relationships/customXml" Target="../ink/ink1987.xml"/><Relationship Id="rId459" Type="http://schemas.openxmlformats.org/officeDocument/2006/relationships/customXml" Target="../ink/ink2008.xml"/><Relationship Id="rId16" Type="http://schemas.openxmlformats.org/officeDocument/2006/relationships/image" Target="../media/image1795.png"/><Relationship Id="rId221" Type="http://schemas.openxmlformats.org/officeDocument/2006/relationships/customXml" Target="../ink/ink1889.xml"/><Relationship Id="rId263" Type="http://schemas.openxmlformats.org/officeDocument/2006/relationships/customXml" Target="../ink/ink1910.xml"/><Relationship Id="rId319" Type="http://schemas.openxmlformats.org/officeDocument/2006/relationships/customXml" Target="../ink/ink1938.xml"/><Relationship Id="rId470" Type="http://schemas.openxmlformats.org/officeDocument/2006/relationships/image" Target="../media/image2017.png"/><Relationship Id="rId526" Type="http://schemas.openxmlformats.org/officeDocument/2006/relationships/image" Target="../media/image2043.png"/><Relationship Id="rId58" Type="http://schemas.openxmlformats.org/officeDocument/2006/relationships/image" Target="../media/image1815.png"/><Relationship Id="rId123" Type="http://schemas.openxmlformats.org/officeDocument/2006/relationships/customXml" Target="../ink/ink1840.xml"/><Relationship Id="rId330" Type="http://schemas.openxmlformats.org/officeDocument/2006/relationships/image" Target="../media/image1947.png"/><Relationship Id="rId568" Type="http://schemas.openxmlformats.org/officeDocument/2006/relationships/image" Target="../media/image2063.png"/><Relationship Id="rId165" Type="http://schemas.openxmlformats.org/officeDocument/2006/relationships/customXml" Target="../ink/ink1861.xml"/><Relationship Id="rId372" Type="http://schemas.openxmlformats.org/officeDocument/2006/relationships/image" Target="../media/image1968.png"/><Relationship Id="rId428" Type="http://schemas.openxmlformats.org/officeDocument/2006/relationships/image" Target="../media/image1996.png"/><Relationship Id="rId232" Type="http://schemas.openxmlformats.org/officeDocument/2006/relationships/image" Target="../media/image1898.png"/><Relationship Id="rId274" Type="http://schemas.openxmlformats.org/officeDocument/2006/relationships/image" Target="../media/image1919.png"/><Relationship Id="rId481" Type="http://schemas.openxmlformats.org/officeDocument/2006/relationships/customXml" Target="../ink/ink2019.xml"/><Relationship Id="rId27" Type="http://schemas.openxmlformats.org/officeDocument/2006/relationships/customXml" Target="../ink/ink1792.xml"/><Relationship Id="rId69" Type="http://schemas.openxmlformats.org/officeDocument/2006/relationships/customXml" Target="../ink/ink1813.xml"/><Relationship Id="rId134" Type="http://schemas.openxmlformats.org/officeDocument/2006/relationships/image" Target="../media/image1852.png"/><Relationship Id="rId537" Type="http://schemas.openxmlformats.org/officeDocument/2006/relationships/customXml" Target="../ink/ink2047.xml"/><Relationship Id="rId579" Type="http://schemas.openxmlformats.org/officeDocument/2006/relationships/customXml" Target="../ink/ink2068.xml"/><Relationship Id="rId80" Type="http://schemas.openxmlformats.org/officeDocument/2006/relationships/image" Target="../media/image1825.png"/><Relationship Id="rId176" Type="http://schemas.openxmlformats.org/officeDocument/2006/relationships/image" Target="../media/image1871.png"/><Relationship Id="rId341" Type="http://schemas.openxmlformats.org/officeDocument/2006/relationships/customXml" Target="../ink/ink1949.xml"/><Relationship Id="rId383" Type="http://schemas.openxmlformats.org/officeDocument/2006/relationships/customXml" Target="../ink/ink1970.xml"/><Relationship Id="rId439" Type="http://schemas.openxmlformats.org/officeDocument/2006/relationships/customXml" Target="../ink/ink1998.xml"/><Relationship Id="rId201" Type="http://schemas.openxmlformats.org/officeDocument/2006/relationships/customXml" Target="../ink/ink1879.xml"/><Relationship Id="rId243" Type="http://schemas.openxmlformats.org/officeDocument/2006/relationships/customXml" Target="../ink/ink1900.xml"/><Relationship Id="rId285" Type="http://schemas.openxmlformats.org/officeDocument/2006/relationships/customXml" Target="../ink/ink1921.xml"/><Relationship Id="rId450" Type="http://schemas.openxmlformats.org/officeDocument/2006/relationships/image" Target="../media/image2007.png"/><Relationship Id="rId506" Type="http://schemas.openxmlformats.org/officeDocument/2006/relationships/image" Target="../media/image2035.png"/><Relationship Id="rId38" Type="http://schemas.openxmlformats.org/officeDocument/2006/relationships/image" Target="../media/image1805.png"/><Relationship Id="rId103" Type="http://schemas.openxmlformats.org/officeDocument/2006/relationships/customXml" Target="../ink/ink1830.xml"/><Relationship Id="rId310" Type="http://schemas.openxmlformats.org/officeDocument/2006/relationships/image" Target="../media/image1937.png"/><Relationship Id="rId492" Type="http://schemas.openxmlformats.org/officeDocument/2006/relationships/image" Target="../media/image2028.png"/><Relationship Id="rId548" Type="http://schemas.openxmlformats.org/officeDocument/2006/relationships/image" Target="../media/image2053.png"/><Relationship Id="rId91" Type="http://schemas.openxmlformats.org/officeDocument/2006/relationships/customXml" Target="../ink/ink1824.xml"/><Relationship Id="rId145" Type="http://schemas.openxmlformats.org/officeDocument/2006/relationships/customXml" Target="../ink/ink1851.xml"/><Relationship Id="rId187" Type="http://schemas.openxmlformats.org/officeDocument/2006/relationships/customXml" Target="../ink/ink1872.xml"/><Relationship Id="rId352" Type="http://schemas.openxmlformats.org/officeDocument/2006/relationships/image" Target="../media/image1958.png"/><Relationship Id="rId394" Type="http://schemas.openxmlformats.org/officeDocument/2006/relationships/image" Target="../media/image1979.png"/><Relationship Id="rId408" Type="http://schemas.openxmlformats.org/officeDocument/2006/relationships/image" Target="../media/image1986.png"/><Relationship Id="rId212" Type="http://schemas.openxmlformats.org/officeDocument/2006/relationships/image" Target="../media/image1889.png"/><Relationship Id="rId254" Type="http://schemas.openxmlformats.org/officeDocument/2006/relationships/image" Target="../media/image1909.png"/><Relationship Id="rId49" Type="http://schemas.openxmlformats.org/officeDocument/2006/relationships/customXml" Target="../ink/ink1803.xml"/><Relationship Id="rId114" Type="http://schemas.openxmlformats.org/officeDocument/2006/relationships/image" Target="../media/image1842.png"/><Relationship Id="rId296" Type="http://schemas.openxmlformats.org/officeDocument/2006/relationships/image" Target="../media/image1930.png"/><Relationship Id="rId461" Type="http://schemas.openxmlformats.org/officeDocument/2006/relationships/customXml" Target="../ink/ink2009.xml"/><Relationship Id="rId517" Type="http://schemas.openxmlformats.org/officeDocument/2006/relationships/customXml" Target="../ink/ink2037.xml"/><Relationship Id="rId559" Type="http://schemas.openxmlformats.org/officeDocument/2006/relationships/customXml" Target="../ink/ink2058.xml"/><Relationship Id="rId60" Type="http://schemas.openxmlformats.org/officeDocument/2006/relationships/image" Target="../media/image1816.png"/><Relationship Id="rId156" Type="http://schemas.openxmlformats.org/officeDocument/2006/relationships/image" Target="../media/image1863.png"/><Relationship Id="rId198" Type="http://schemas.openxmlformats.org/officeDocument/2006/relationships/image" Target="../media/image1882.png"/><Relationship Id="rId321" Type="http://schemas.openxmlformats.org/officeDocument/2006/relationships/customXml" Target="../ink/ink1939.xml"/><Relationship Id="rId363" Type="http://schemas.openxmlformats.org/officeDocument/2006/relationships/customXml" Target="../ink/ink1960.xml"/><Relationship Id="rId419" Type="http://schemas.openxmlformats.org/officeDocument/2006/relationships/customXml" Target="../ink/ink1988.xml"/><Relationship Id="rId570" Type="http://schemas.openxmlformats.org/officeDocument/2006/relationships/image" Target="../media/image2064.png"/><Relationship Id="rId223" Type="http://schemas.openxmlformats.org/officeDocument/2006/relationships/customXml" Target="../ink/ink1890.xml"/><Relationship Id="rId430" Type="http://schemas.openxmlformats.org/officeDocument/2006/relationships/image" Target="../media/image1997.png"/><Relationship Id="rId18" Type="http://schemas.openxmlformats.org/officeDocument/2006/relationships/image" Target="../media/image1796.png"/><Relationship Id="rId265" Type="http://schemas.openxmlformats.org/officeDocument/2006/relationships/customXml" Target="../ink/ink1911.xml"/><Relationship Id="rId472" Type="http://schemas.openxmlformats.org/officeDocument/2006/relationships/image" Target="../media/image2018.png"/><Relationship Id="rId528" Type="http://schemas.openxmlformats.org/officeDocument/2006/relationships/image" Target="../media/image2044.png"/><Relationship Id="rId125" Type="http://schemas.openxmlformats.org/officeDocument/2006/relationships/customXml" Target="../ink/ink1841.xml"/><Relationship Id="rId167" Type="http://schemas.openxmlformats.org/officeDocument/2006/relationships/customXml" Target="../ink/ink1862.xml"/><Relationship Id="rId332" Type="http://schemas.openxmlformats.org/officeDocument/2006/relationships/image" Target="../media/image1948.png"/><Relationship Id="rId374" Type="http://schemas.openxmlformats.org/officeDocument/2006/relationships/image" Target="../media/image1969.png"/><Relationship Id="rId581" Type="http://schemas.openxmlformats.org/officeDocument/2006/relationships/customXml" Target="../ink/ink2069.xml"/><Relationship Id="rId71" Type="http://schemas.openxmlformats.org/officeDocument/2006/relationships/customXml" Target="../ink/ink1814.xml"/><Relationship Id="rId234" Type="http://schemas.openxmlformats.org/officeDocument/2006/relationships/image" Target="../media/image1899.png"/><Relationship Id="rId2" Type="http://schemas.openxmlformats.org/officeDocument/2006/relationships/notesSlide" Target="../notesSlides/notesSlide17.xml"/><Relationship Id="rId29" Type="http://schemas.openxmlformats.org/officeDocument/2006/relationships/customXml" Target="../ink/ink1793.xml"/><Relationship Id="rId276" Type="http://schemas.openxmlformats.org/officeDocument/2006/relationships/image" Target="../media/image1920.png"/><Relationship Id="rId441" Type="http://schemas.openxmlformats.org/officeDocument/2006/relationships/customXml" Target="../ink/ink1999.xml"/><Relationship Id="rId483" Type="http://schemas.openxmlformats.org/officeDocument/2006/relationships/customXml" Target="../ink/ink2020.xml"/><Relationship Id="rId539" Type="http://schemas.openxmlformats.org/officeDocument/2006/relationships/customXml" Target="../ink/ink2048.xml"/><Relationship Id="rId40" Type="http://schemas.openxmlformats.org/officeDocument/2006/relationships/image" Target="../media/image1806.png"/><Relationship Id="rId136" Type="http://schemas.openxmlformats.org/officeDocument/2006/relationships/image" Target="../media/image1853.png"/><Relationship Id="rId178" Type="http://schemas.openxmlformats.org/officeDocument/2006/relationships/image" Target="../media/image1872.png"/><Relationship Id="rId301" Type="http://schemas.openxmlformats.org/officeDocument/2006/relationships/customXml" Target="../ink/ink1929.xml"/><Relationship Id="rId343" Type="http://schemas.openxmlformats.org/officeDocument/2006/relationships/customXml" Target="../ink/ink1950.xml"/><Relationship Id="rId550" Type="http://schemas.openxmlformats.org/officeDocument/2006/relationships/image" Target="../media/image2054.png"/><Relationship Id="rId82" Type="http://schemas.openxmlformats.org/officeDocument/2006/relationships/image" Target="../media/image1826.png"/><Relationship Id="rId203" Type="http://schemas.openxmlformats.org/officeDocument/2006/relationships/customXml" Target="../ink/ink1880.xml"/><Relationship Id="rId385" Type="http://schemas.openxmlformats.org/officeDocument/2006/relationships/customXml" Target="../ink/ink1971.xml"/><Relationship Id="rId245" Type="http://schemas.openxmlformats.org/officeDocument/2006/relationships/customXml" Target="../ink/ink1901.xml"/><Relationship Id="rId287" Type="http://schemas.openxmlformats.org/officeDocument/2006/relationships/customXml" Target="../ink/ink1922.xml"/><Relationship Id="rId410" Type="http://schemas.openxmlformats.org/officeDocument/2006/relationships/image" Target="../media/image1987.png"/><Relationship Id="rId452" Type="http://schemas.openxmlformats.org/officeDocument/2006/relationships/image" Target="../media/image2008.png"/><Relationship Id="rId494" Type="http://schemas.openxmlformats.org/officeDocument/2006/relationships/image" Target="../media/image2029.png"/><Relationship Id="rId508" Type="http://schemas.openxmlformats.org/officeDocument/2006/relationships/image" Target="../media/image2036.png"/><Relationship Id="rId105" Type="http://schemas.openxmlformats.org/officeDocument/2006/relationships/customXml" Target="../ink/ink1831.xml"/><Relationship Id="rId147" Type="http://schemas.openxmlformats.org/officeDocument/2006/relationships/customXml" Target="../ink/ink1852.xml"/><Relationship Id="rId312" Type="http://schemas.openxmlformats.org/officeDocument/2006/relationships/image" Target="../media/image1938.png"/><Relationship Id="rId354" Type="http://schemas.openxmlformats.org/officeDocument/2006/relationships/image" Target="../media/image1959.png"/><Relationship Id="rId51" Type="http://schemas.openxmlformats.org/officeDocument/2006/relationships/customXml" Target="../ink/ink1804.xml"/><Relationship Id="rId93" Type="http://schemas.openxmlformats.org/officeDocument/2006/relationships/customXml" Target="../ink/ink1825.xml"/><Relationship Id="rId189" Type="http://schemas.openxmlformats.org/officeDocument/2006/relationships/customXml" Target="../ink/ink1873.xml"/><Relationship Id="rId396" Type="http://schemas.openxmlformats.org/officeDocument/2006/relationships/image" Target="../media/image1980.png"/><Relationship Id="rId561" Type="http://schemas.openxmlformats.org/officeDocument/2006/relationships/customXml" Target="../ink/ink2059.xml"/><Relationship Id="rId214" Type="http://schemas.openxmlformats.org/officeDocument/2006/relationships/image" Target="../media/image1890.png"/><Relationship Id="rId256" Type="http://schemas.openxmlformats.org/officeDocument/2006/relationships/image" Target="../media/image1910.png"/><Relationship Id="rId298" Type="http://schemas.openxmlformats.org/officeDocument/2006/relationships/image" Target="../media/image1931.png"/><Relationship Id="rId421" Type="http://schemas.openxmlformats.org/officeDocument/2006/relationships/customXml" Target="../ink/ink1989.xml"/><Relationship Id="rId463" Type="http://schemas.openxmlformats.org/officeDocument/2006/relationships/customXml" Target="../ink/ink2010.xml"/><Relationship Id="rId519" Type="http://schemas.openxmlformats.org/officeDocument/2006/relationships/customXml" Target="../ink/ink2038.xml"/><Relationship Id="rId116" Type="http://schemas.openxmlformats.org/officeDocument/2006/relationships/image" Target="../media/image1843.png"/><Relationship Id="rId158" Type="http://schemas.openxmlformats.org/officeDocument/2006/relationships/image" Target="../media/image1864.png"/><Relationship Id="rId323" Type="http://schemas.openxmlformats.org/officeDocument/2006/relationships/customXml" Target="../ink/ink1940.xml"/><Relationship Id="rId530" Type="http://schemas.openxmlformats.org/officeDocument/2006/relationships/image" Target="../media/image2045.png"/><Relationship Id="rId20" Type="http://schemas.openxmlformats.org/officeDocument/2006/relationships/image" Target="../media/image1797.png"/><Relationship Id="rId62" Type="http://schemas.openxmlformats.org/officeDocument/2006/relationships/image" Target="../media/image1817.png"/><Relationship Id="rId365" Type="http://schemas.openxmlformats.org/officeDocument/2006/relationships/customXml" Target="../ink/ink1961.xml"/><Relationship Id="rId572" Type="http://schemas.openxmlformats.org/officeDocument/2006/relationships/image" Target="../media/image2065.png"/><Relationship Id="rId225" Type="http://schemas.openxmlformats.org/officeDocument/2006/relationships/customXml" Target="../ink/ink1891.xml"/><Relationship Id="rId267" Type="http://schemas.openxmlformats.org/officeDocument/2006/relationships/customXml" Target="../ink/ink1912.xml"/><Relationship Id="rId432" Type="http://schemas.openxmlformats.org/officeDocument/2006/relationships/image" Target="../media/image1998.png"/><Relationship Id="rId474" Type="http://schemas.openxmlformats.org/officeDocument/2006/relationships/image" Target="../media/image2019.png"/><Relationship Id="rId127" Type="http://schemas.openxmlformats.org/officeDocument/2006/relationships/customXml" Target="../ink/ink1842.xml"/><Relationship Id="rId31" Type="http://schemas.openxmlformats.org/officeDocument/2006/relationships/customXml" Target="../ink/ink1794.xml"/><Relationship Id="rId73" Type="http://schemas.openxmlformats.org/officeDocument/2006/relationships/customXml" Target="../ink/ink1815.xml"/><Relationship Id="rId169" Type="http://schemas.openxmlformats.org/officeDocument/2006/relationships/customXml" Target="../ink/ink1863.xml"/><Relationship Id="rId334" Type="http://schemas.openxmlformats.org/officeDocument/2006/relationships/image" Target="../media/image1949.png"/><Relationship Id="rId376" Type="http://schemas.openxmlformats.org/officeDocument/2006/relationships/image" Target="../media/image1970.png"/><Relationship Id="rId541" Type="http://schemas.openxmlformats.org/officeDocument/2006/relationships/customXml" Target="../ink/ink2049.xml"/><Relationship Id="rId583" Type="http://schemas.openxmlformats.org/officeDocument/2006/relationships/customXml" Target="../ink/ink2070.xml"/><Relationship Id="rId4" Type="http://schemas.openxmlformats.org/officeDocument/2006/relationships/image" Target="../media/image1790.png"/><Relationship Id="rId180" Type="http://schemas.openxmlformats.org/officeDocument/2006/relationships/image" Target="../media/image1873.png"/><Relationship Id="rId236" Type="http://schemas.openxmlformats.org/officeDocument/2006/relationships/image" Target="../media/image1900.png"/><Relationship Id="rId278" Type="http://schemas.openxmlformats.org/officeDocument/2006/relationships/image" Target="../media/image1921.png"/><Relationship Id="rId401" Type="http://schemas.openxmlformats.org/officeDocument/2006/relationships/customXml" Target="../ink/ink1979.xml"/><Relationship Id="rId443" Type="http://schemas.openxmlformats.org/officeDocument/2006/relationships/customXml" Target="../ink/ink2000.xml"/><Relationship Id="rId303" Type="http://schemas.openxmlformats.org/officeDocument/2006/relationships/customXml" Target="../ink/ink1930.xml"/><Relationship Id="rId485" Type="http://schemas.openxmlformats.org/officeDocument/2006/relationships/customXml" Target="../ink/ink2021.xml"/><Relationship Id="rId42" Type="http://schemas.openxmlformats.org/officeDocument/2006/relationships/image" Target="../media/image1807.png"/><Relationship Id="rId84" Type="http://schemas.openxmlformats.org/officeDocument/2006/relationships/image" Target="../media/image1827.png"/><Relationship Id="rId138" Type="http://schemas.openxmlformats.org/officeDocument/2006/relationships/image" Target="../media/image1854.png"/><Relationship Id="rId345" Type="http://schemas.openxmlformats.org/officeDocument/2006/relationships/customXml" Target="../ink/ink1951.xml"/><Relationship Id="rId387" Type="http://schemas.openxmlformats.org/officeDocument/2006/relationships/customXml" Target="../ink/ink1972.xml"/><Relationship Id="rId510" Type="http://schemas.openxmlformats.org/officeDocument/2006/relationships/image" Target="../media/image2037.png"/><Relationship Id="rId552" Type="http://schemas.openxmlformats.org/officeDocument/2006/relationships/image" Target="../media/image2055.png"/><Relationship Id="rId191" Type="http://schemas.openxmlformats.org/officeDocument/2006/relationships/customXml" Target="../ink/ink1874.xml"/><Relationship Id="rId205" Type="http://schemas.openxmlformats.org/officeDocument/2006/relationships/customXml" Target="../ink/ink1881.xml"/><Relationship Id="rId247" Type="http://schemas.openxmlformats.org/officeDocument/2006/relationships/customXml" Target="../ink/ink1902.xml"/><Relationship Id="rId412" Type="http://schemas.openxmlformats.org/officeDocument/2006/relationships/image" Target="../media/image1988.png"/><Relationship Id="rId107" Type="http://schemas.openxmlformats.org/officeDocument/2006/relationships/customXml" Target="../ink/ink1832.xml"/><Relationship Id="rId289" Type="http://schemas.openxmlformats.org/officeDocument/2006/relationships/customXml" Target="../ink/ink1923.xml"/><Relationship Id="rId454" Type="http://schemas.openxmlformats.org/officeDocument/2006/relationships/image" Target="../media/image2009.png"/><Relationship Id="rId496" Type="http://schemas.openxmlformats.org/officeDocument/2006/relationships/image" Target="../media/image2030.png"/><Relationship Id="rId11" Type="http://schemas.openxmlformats.org/officeDocument/2006/relationships/customXml" Target="../ink/ink1784.xml"/><Relationship Id="rId53" Type="http://schemas.openxmlformats.org/officeDocument/2006/relationships/customXml" Target="../ink/ink1805.xml"/><Relationship Id="rId149" Type="http://schemas.openxmlformats.org/officeDocument/2006/relationships/customXml" Target="../ink/ink1853.xml"/><Relationship Id="rId314" Type="http://schemas.openxmlformats.org/officeDocument/2006/relationships/image" Target="../media/image1939.png"/><Relationship Id="rId356" Type="http://schemas.openxmlformats.org/officeDocument/2006/relationships/image" Target="../media/image1960.png"/><Relationship Id="rId398" Type="http://schemas.openxmlformats.org/officeDocument/2006/relationships/image" Target="../media/image1981.png"/><Relationship Id="rId521" Type="http://schemas.openxmlformats.org/officeDocument/2006/relationships/customXml" Target="../ink/ink2039.xml"/><Relationship Id="rId563" Type="http://schemas.openxmlformats.org/officeDocument/2006/relationships/customXml" Target="../ink/ink2060.xml"/><Relationship Id="rId95" Type="http://schemas.openxmlformats.org/officeDocument/2006/relationships/customXml" Target="../ink/ink1826.xml"/><Relationship Id="rId160" Type="http://schemas.openxmlformats.org/officeDocument/2006/relationships/image" Target="../media/image1865.png"/><Relationship Id="rId216" Type="http://schemas.openxmlformats.org/officeDocument/2006/relationships/image" Target="../media/image1891.png"/><Relationship Id="rId423" Type="http://schemas.openxmlformats.org/officeDocument/2006/relationships/customXml" Target="../ink/ink1990.xml"/><Relationship Id="rId258" Type="http://schemas.openxmlformats.org/officeDocument/2006/relationships/image" Target="../media/image1911.png"/><Relationship Id="rId465" Type="http://schemas.openxmlformats.org/officeDocument/2006/relationships/customXml" Target="../ink/ink2011.xml"/><Relationship Id="rId22" Type="http://schemas.openxmlformats.org/officeDocument/2006/relationships/image" Target="../media/image1798.png"/><Relationship Id="rId64" Type="http://schemas.openxmlformats.org/officeDocument/2006/relationships/image" Target="../media/image1818.png"/><Relationship Id="rId118" Type="http://schemas.openxmlformats.org/officeDocument/2006/relationships/image" Target="../media/image1844.png"/><Relationship Id="rId325" Type="http://schemas.openxmlformats.org/officeDocument/2006/relationships/customXml" Target="../ink/ink1941.xml"/><Relationship Id="rId367" Type="http://schemas.openxmlformats.org/officeDocument/2006/relationships/customXml" Target="../ink/ink1962.xml"/><Relationship Id="rId532" Type="http://schemas.openxmlformats.org/officeDocument/2006/relationships/image" Target="../media/image2046.png"/><Relationship Id="rId574" Type="http://schemas.openxmlformats.org/officeDocument/2006/relationships/image" Target="../media/image2066.png"/><Relationship Id="rId171" Type="http://schemas.openxmlformats.org/officeDocument/2006/relationships/customXml" Target="../ink/ink1864.xml"/><Relationship Id="rId227" Type="http://schemas.openxmlformats.org/officeDocument/2006/relationships/customXml" Target="../ink/ink1892.xml"/><Relationship Id="rId269" Type="http://schemas.openxmlformats.org/officeDocument/2006/relationships/customXml" Target="../ink/ink1913.xml"/><Relationship Id="rId434" Type="http://schemas.openxmlformats.org/officeDocument/2006/relationships/image" Target="../media/image1999.png"/><Relationship Id="rId476" Type="http://schemas.openxmlformats.org/officeDocument/2006/relationships/image" Target="../media/image2020.png"/><Relationship Id="rId33" Type="http://schemas.openxmlformats.org/officeDocument/2006/relationships/customXml" Target="../ink/ink1795.xml"/><Relationship Id="rId129" Type="http://schemas.openxmlformats.org/officeDocument/2006/relationships/customXml" Target="../ink/ink1843.xml"/><Relationship Id="rId280" Type="http://schemas.openxmlformats.org/officeDocument/2006/relationships/image" Target="../media/image1922.png"/><Relationship Id="rId336" Type="http://schemas.openxmlformats.org/officeDocument/2006/relationships/image" Target="../media/image1950.png"/><Relationship Id="rId501" Type="http://schemas.openxmlformats.org/officeDocument/2006/relationships/customXml" Target="../ink/ink2029.xml"/><Relationship Id="rId543" Type="http://schemas.openxmlformats.org/officeDocument/2006/relationships/customXml" Target="../ink/ink2050.xml"/><Relationship Id="rId75" Type="http://schemas.openxmlformats.org/officeDocument/2006/relationships/customXml" Target="../ink/ink1816.xml"/><Relationship Id="rId140" Type="http://schemas.openxmlformats.org/officeDocument/2006/relationships/image" Target="../media/image1855.png"/><Relationship Id="rId182" Type="http://schemas.openxmlformats.org/officeDocument/2006/relationships/image" Target="../media/image1874.png"/><Relationship Id="rId378" Type="http://schemas.openxmlformats.org/officeDocument/2006/relationships/image" Target="../media/image1971.png"/><Relationship Id="rId403" Type="http://schemas.openxmlformats.org/officeDocument/2006/relationships/customXml" Target="../ink/ink1980.xml"/><Relationship Id="rId585" Type="http://schemas.openxmlformats.org/officeDocument/2006/relationships/customXml" Target="../ink/ink2071.xml"/><Relationship Id="rId6" Type="http://schemas.openxmlformats.org/officeDocument/2006/relationships/image" Target="../media/image1602.png"/><Relationship Id="rId238" Type="http://schemas.openxmlformats.org/officeDocument/2006/relationships/image" Target="../media/image1901.png"/><Relationship Id="rId445" Type="http://schemas.openxmlformats.org/officeDocument/2006/relationships/customXml" Target="../ink/ink2001.xml"/><Relationship Id="rId487" Type="http://schemas.openxmlformats.org/officeDocument/2006/relationships/customXml" Target="../ink/ink2022.xml"/><Relationship Id="rId291" Type="http://schemas.openxmlformats.org/officeDocument/2006/relationships/customXml" Target="../ink/ink1924.xml"/><Relationship Id="rId305" Type="http://schemas.openxmlformats.org/officeDocument/2006/relationships/customXml" Target="../ink/ink1931.xml"/><Relationship Id="rId347" Type="http://schemas.openxmlformats.org/officeDocument/2006/relationships/customXml" Target="../ink/ink1952.xml"/><Relationship Id="rId512" Type="http://schemas.openxmlformats.org/officeDocument/2006/relationships/image" Target="../media/image2038.png"/><Relationship Id="rId44" Type="http://schemas.openxmlformats.org/officeDocument/2006/relationships/image" Target="../media/image1808.png"/><Relationship Id="rId86" Type="http://schemas.openxmlformats.org/officeDocument/2006/relationships/image" Target="../media/image1828.png"/><Relationship Id="rId151" Type="http://schemas.openxmlformats.org/officeDocument/2006/relationships/customXml" Target="../ink/ink1854.xml"/><Relationship Id="rId389" Type="http://schemas.openxmlformats.org/officeDocument/2006/relationships/customXml" Target="../ink/ink1973.xml"/><Relationship Id="rId554" Type="http://schemas.openxmlformats.org/officeDocument/2006/relationships/image" Target="../media/image2056.png"/><Relationship Id="rId193" Type="http://schemas.openxmlformats.org/officeDocument/2006/relationships/customXml" Target="../ink/ink1875.xml"/><Relationship Id="rId207" Type="http://schemas.openxmlformats.org/officeDocument/2006/relationships/customXml" Target="../ink/ink1882.xml"/><Relationship Id="rId249" Type="http://schemas.openxmlformats.org/officeDocument/2006/relationships/customXml" Target="../ink/ink1903.xml"/><Relationship Id="rId414" Type="http://schemas.openxmlformats.org/officeDocument/2006/relationships/image" Target="../media/image1989.png"/><Relationship Id="rId456" Type="http://schemas.openxmlformats.org/officeDocument/2006/relationships/image" Target="../media/image2010.png"/><Relationship Id="rId498" Type="http://schemas.openxmlformats.org/officeDocument/2006/relationships/image" Target="../media/image2031.png"/><Relationship Id="rId13" Type="http://schemas.openxmlformats.org/officeDocument/2006/relationships/customXml" Target="../ink/ink1785.xml"/><Relationship Id="rId109" Type="http://schemas.openxmlformats.org/officeDocument/2006/relationships/customXml" Target="../ink/ink1833.xml"/><Relationship Id="rId260" Type="http://schemas.openxmlformats.org/officeDocument/2006/relationships/image" Target="../media/image1912.png"/><Relationship Id="rId316" Type="http://schemas.openxmlformats.org/officeDocument/2006/relationships/image" Target="../media/image1940.png"/><Relationship Id="rId523" Type="http://schemas.openxmlformats.org/officeDocument/2006/relationships/customXml" Target="../ink/ink2040.xml"/><Relationship Id="rId55" Type="http://schemas.openxmlformats.org/officeDocument/2006/relationships/customXml" Target="../ink/ink1806.xml"/><Relationship Id="rId97" Type="http://schemas.openxmlformats.org/officeDocument/2006/relationships/customXml" Target="../ink/ink1827.xml"/><Relationship Id="rId120" Type="http://schemas.openxmlformats.org/officeDocument/2006/relationships/image" Target="../media/image1845.png"/><Relationship Id="rId358" Type="http://schemas.openxmlformats.org/officeDocument/2006/relationships/image" Target="../media/image1961.png"/><Relationship Id="rId565" Type="http://schemas.openxmlformats.org/officeDocument/2006/relationships/customXml" Target="../ink/ink2061.xml"/><Relationship Id="rId162" Type="http://schemas.openxmlformats.org/officeDocument/2006/relationships/image" Target="../media/image1866.png"/><Relationship Id="rId218" Type="http://schemas.openxmlformats.org/officeDocument/2006/relationships/image" Target="../media/image1892.png"/><Relationship Id="rId425" Type="http://schemas.openxmlformats.org/officeDocument/2006/relationships/customXml" Target="../ink/ink1991.xml"/><Relationship Id="rId467" Type="http://schemas.openxmlformats.org/officeDocument/2006/relationships/customXml" Target="../ink/ink2012.xml"/><Relationship Id="rId271" Type="http://schemas.openxmlformats.org/officeDocument/2006/relationships/customXml" Target="../ink/ink1914.xml"/><Relationship Id="rId24" Type="http://schemas.openxmlformats.org/officeDocument/2006/relationships/image" Target="../media/image1799.png"/><Relationship Id="rId66" Type="http://schemas.openxmlformats.org/officeDocument/2006/relationships/image" Target="../media/image1819.png"/><Relationship Id="rId131" Type="http://schemas.openxmlformats.org/officeDocument/2006/relationships/customXml" Target="../ink/ink1844.xml"/><Relationship Id="rId327" Type="http://schemas.openxmlformats.org/officeDocument/2006/relationships/customXml" Target="../ink/ink1942.xml"/><Relationship Id="rId369" Type="http://schemas.openxmlformats.org/officeDocument/2006/relationships/customXml" Target="../ink/ink1963.xml"/><Relationship Id="rId534" Type="http://schemas.openxmlformats.org/officeDocument/2006/relationships/image" Target="../media/image1608.png"/><Relationship Id="rId576" Type="http://schemas.openxmlformats.org/officeDocument/2006/relationships/image" Target="../media/image2067.png"/><Relationship Id="rId173" Type="http://schemas.openxmlformats.org/officeDocument/2006/relationships/customXml" Target="../ink/ink1865.xml"/><Relationship Id="rId229" Type="http://schemas.openxmlformats.org/officeDocument/2006/relationships/customXml" Target="../ink/ink1893.xml"/><Relationship Id="rId380" Type="http://schemas.openxmlformats.org/officeDocument/2006/relationships/image" Target="../media/image1972.png"/><Relationship Id="rId436" Type="http://schemas.openxmlformats.org/officeDocument/2006/relationships/image" Target="../media/image2000.png"/><Relationship Id="rId240" Type="http://schemas.openxmlformats.org/officeDocument/2006/relationships/image" Target="../media/image1902.png"/><Relationship Id="rId478" Type="http://schemas.openxmlformats.org/officeDocument/2006/relationships/image" Target="../media/image2021.png"/><Relationship Id="rId35" Type="http://schemas.openxmlformats.org/officeDocument/2006/relationships/customXml" Target="../ink/ink1796.xml"/><Relationship Id="rId77" Type="http://schemas.openxmlformats.org/officeDocument/2006/relationships/customXml" Target="../ink/ink1817.xml"/><Relationship Id="rId100" Type="http://schemas.openxmlformats.org/officeDocument/2006/relationships/image" Target="../media/image1835.png"/><Relationship Id="rId282" Type="http://schemas.openxmlformats.org/officeDocument/2006/relationships/image" Target="../media/image1923.png"/><Relationship Id="rId338" Type="http://schemas.openxmlformats.org/officeDocument/2006/relationships/image" Target="../media/image1951.png"/><Relationship Id="rId503" Type="http://schemas.openxmlformats.org/officeDocument/2006/relationships/customXml" Target="../ink/ink2030.xml"/><Relationship Id="rId545" Type="http://schemas.openxmlformats.org/officeDocument/2006/relationships/customXml" Target="../ink/ink2051.xml"/><Relationship Id="rId587" Type="http://schemas.openxmlformats.org/officeDocument/2006/relationships/customXml" Target="../ink/ink2072.xml"/><Relationship Id="rId8" Type="http://schemas.openxmlformats.org/officeDocument/2006/relationships/image" Target="../media/image1791.png"/><Relationship Id="rId142" Type="http://schemas.openxmlformats.org/officeDocument/2006/relationships/image" Target="../media/image1856.png"/><Relationship Id="rId184" Type="http://schemas.openxmlformats.org/officeDocument/2006/relationships/image" Target="../media/image1875.png"/><Relationship Id="rId391" Type="http://schemas.openxmlformats.org/officeDocument/2006/relationships/customXml" Target="../ink/ink1974.xml"/><Relationship Id="rId405" Type="http://schemas.openxmlformats.org/officeDocument/2006/relationships/customXml" Target="../ink/ink1981.xml"/><Relationship Id="rId447" Type="http://schemas.openxmlformats.org/officeDocument/2006/relationships/customXml" Target="../ink/ink2002.xml"/><Relationship Id="rId251" Type="http://schemas.openxmlformats.org/officeDocument/2006/relationships/customXml" Target="../ink/ink1904.xml"/><Relationship Id="rId489" Type="http://schemas.openxmlformats.org/officeDocument/2006/relationships/customXml" Target="../ink/ink2023.xml"/><Relationship Id="rId46" Type="http://schemas.openxmlformats.org/officeDocument/2006/relationships/image" Target="../media/image1809.png"/><Relationship Id="rId293" Type="http://schemas.openxmlformats.org/officeDocument/2006/relationships/customXml" Target="../ink/ink1925.xml"/><Relationship Id="rId307" Type="http://schemas.openxmlformats.org/officeDocument/2006/relationships/customXml" Target="../ink/ink1932.xml"/><Relationship Id="rId349" Type="http://schemas.openxmlformats.org/officeDocument/2006/relationships/customXml" Target="../ink/ink1953.xml"/><Relationship Id="rId514" Type="http://schemas.openxmlformats.org/officeDocument/2006/relationships/image" Target="../media/image2039.png"/><Relationship Id="rId556" Type="http://schemas.openxmlformats.org/officeDocument/2006/relationships/image" Target="../media/image2057.png"/><Relationship Id="rId88" Type="http://schemas.openxmlformats.org/officeDocument/2006/relationships/image" Target="../media/image1829.png"/><Relationship Id="rId111" Type="http://schemas.openxmlformats.org/officeDocument/2006/relationships/customXml" Target="../ink/ink1834.xml"/><Relationship Id="rId153" Type="http://schemas.openxmlformats.org/officeDocument/2006/relationships/customXml" Target="../ink/ink1855.xml"/><Relationship Id="rId195" Type="http://schemas.openxmlformats.org/officeDocument/2006/relationships/customXml" Target="../ink/ink1876.xml"/><Relationship Id="rId209" Type="http://schemas.openxmlformats.org/officeDocument/2006/relationships/customXml" Target="../ink/ink1883.xml"/><Relationship Id="rId360" Type="http://schemas.openxmlformats.org/officeDocument/2006/relationships/image" Target="../media/image1962.png"/><Relationship Id="rId416" Type="http://schemas.openxmlformats.org/officeDocument/2006/relationships/image" Target="../media/image1990.png"/><Relationship Id="rId220" Type="http://schemas.openxmlformats.org/officeDocument/2006/relationships/image" Target="../media/image1893.png"/><Relationship Id="rId458" Type="http://schemas.openxmlformats.org/officeDocument/2006/relationships/image" Target="../media/image2011.png"/><Relationship Id="rId15" Type="http://schemas.openxmlformats.org/officeDocument/2006/relationships/customXml" Target="../ink/ink1786.xml"/><Relationship Id="rId57" Type="http://schemas.openxmlformats.org/officeDocument/2006/relationships/customXml" Target="../ink/ink1807.xml"/><Relationship Id="rId262" Type="http://schemas.openxmlformats.org/officeDocument/2006/relationships/image" Target="../media/image1913.png"/><Relationship Id="rId318" Type="http://schemas.openxmlformats.org/officeDocument/2006/relationships/image" Target="../media/image1941.png"/><Relationship Id="rId525" Type="http://schemas.openxmlformats.org/officeDocument/2006/relationships/customXml" Target="../ink/ink2041.xml"/><Relationship Id="rId567" Type="http://schemas.openxmlformats.org/officeDocument/2006/relationships/customXml" Target="../ink/ink2062.xml"/><Relationship Id="rId99" Type="http://schemas.openxmlformats.org/officeDocument/2006/relationships/customXml" Target="../ink/ink1828.xml"/><Relationship Id="rId122" Type="http://schemas.openxmlformats.org/officeDocument/2006/relationships/image" Target="../media/image1846.png"/><Relationship Id="rId164" Type="http://schemas.openxmlformats.org/officeDocument/2006/relationships/image" Target="../media/image486.png"/><Relationship Id="rId371" Type="http://schemas.openxmlformats.org/officeDocument/2006/relationships/customXml" Target="../ink/ink1964.xml"/><Relationship Id="rId427" Type="http://schemas.openxmlformats.org/officeDocument/2006/relationships/customXml" Target="../ink/ink1992.xml"/><Relationship Id="rId469" Type="http://schemas.openxmlformats.org/officeDocument/2006/relationships/customXml" Target="../ink/ink2013.xml"/><Relationship Id="rId26" Type="http://schemas.openxmlformats.org/officeDocument/2006/relationships/image" Target="../media/image1800.png"/><Relationship Id="rId231" Type="http://schemas.openxmlformats.org/officeDocument/2006/relationships/customXml" Target="../ink/ink1894.xml"/><Relationship Id="rId273" Type="http://schemas.openxmlformats.org/officeDocument/2006/relationships/customXml" Target="../ink/ink1915.xml"/><Relationship Id="rId329" Type="http://schemas.openxmlformats.org/officeDocument/2006/relationships/customXml" Target="../ink/ink1943.xml"/><Relationship Id="rId480" Type="http://schemas.openxmlformats.org/officeDocument/2006/relationships/image" Target="../media/image2022.png"/><Relationship Id="rId536" Type="http://schemas.openxmlformats.org/officeDocument/2006/relationships/image" Target="../media/image2047.png"/><Relationship Id="rId68" Type="http://schemas.openxmlformats.org/officeDocument/2006/relationships/image" Target="../media/image1820.png"/><Relationship Id="rId133" Type="http://schemas.openxmlformats.org/officeDocument/2006/relationships/customXml" Target="../ink/ink1845.xml"/><Relationship Id="rId175" Type="http://schemas.openxmlformats.org/officeDocument/2006/relationships/customXml" Target="../ink/ink1866.xml"/><Relationship Id="rId340" Type="http://schemas.openxmlformats.org/officeDocument/2006/relationships/image" Target="../media/image1952.png"/><Relationship Id="rId578" Type="http://schemas.openxmlformats.org/officeDocument/2006/relationships/image" Target="../media/image2068.png"/><Relationship Id="rId200" Type="http://schemas.openxmlformats.org/officeDocument/2006/relationships/image" Target="../media/image1883.png"/><Relationship Id="rId382" Type="http://schemas.openxmlformats.org/officeDocument/2006/relationships/image" Target="../media/image1973.png"/><Relationship Id="rId438" Type="http://schemas.openxmlformats.org/officeDocument/2006/relationships/image" Target="../media/image2001.png"/><Relationship Id="rId242" Type="http://schemas.openxmlformats.org/officeDocument/2006/relationships/image" Target="../media/image1903.png"/><Relationship Id="rId284" Type="http://schemas.openxmlformats.org/officeDocument/2006/relationships/image" Target="../media/image1924.png"/><Relationship Id="rId491" Type="http://schemas.openxmlformats.org/officeDocument/2006/relationships/customXml" Target="../ink/ink2024.xml"/><Relationship Id="rId505" Type="http://schemas.openxmlformats.org/officeDocument/2006/relationships/customXml" Target="../ink/ink2031.xml"/><Relationship Id="rId37" Type="http://schemas.openxmlformats.org/officeDocument/2006/relationships/customXml" Target="../ink/ink1797.xml"/><Relationship Id="rId79" Type="http://schemas.openxmlformats.org/officeDocument/2006/relationships/customXml" Target="../ink/ink1818.xml"/><Relationship Id="rId102" Type="http://schemas.openxmlformats.org/officeDocument/2006/relationships/image" Target="../media/image1836.png"/><Relationship Id="rId144" Type="http://schemas.openxmlformats.org/officeDocument/2006/relationships/image" Target="../media/image1857.png"/><Relationship Id="rId547" Type="http://schemas.openxmlformats.org/officeDocument/2006/relationships/customXml" Target="../ink/ink2052.xml"/><Relationship Id="rId90" Type="http://schemas.openxmlformats.org/officeDocument/2006/relationships/image" Target="../media/image1830.png"/><Relationship Id="rId186" Type="http://schemas.openxmlformats.org/officeDocument/2006/relationships/image" Target="../media/image1876.png"/><Relationship Id="rId351" Type="http://schemas.openxmlformats.org/officeDocument/2006/relationships/customXml" Target="../ink/ink1954.xml"/><Relationship Id="rId393" Type="http://schemas.openxmlformats.org/officeDocument/2006/relationships/customXml" Target="../ink/ink1975.xml"/><Relationship Id="rId407" Type="http://schemas.openxmlformats.org/officeDocument/2006/relationships/customXml" Target="../ink/ink1982.xml"/><Relationship Id="rId449" Type="http://schemas.openxmlformats.org/officeDocument/2006/relationships/customXml" Target="../ink/ink2003.xml"/><Relationship Id="rId211" Type="http://schemas.openxmlformats.org/officeDocument/2006/relationships/customXml" Target="../ink/ink1884.xml"/><Relationship Id="rId253" Type="http://schemas.openxmlformats.org/officeDocument/2006/relationships/customXml" Target="../ink/ink1905.xml"/><Relationship Id="rId295" Type="http://schemas.openxmlformats.org/officeDocument/2006/relationships/customXml" Target="../ink/ink1926.xml"/><Relationship Id="rId309" Type="http://schemas.openxmlformats.org/officeDocument/2006/relationships/customXml" Target="../ink/ink1933.xml"/><Relationship Id="rId460" Type="http://schemas.openxmlformats.org/officeDocument/2006/relationships/image" Target="../media/image2012.png"/><Relationship Id="rId516" Type="http://schemas.openxmlformats.org/officeDocument/2006/relationships/image" Target="../media/image2040.png"/><Relationship Id="rId48" Type="http://schemas.openxmlformats.org/officeDocument/2006/relationships/image" Target="../media/image1810.png"/><Relationship Id="rId113" Type="http://schemas.openxmlformats.org/officeDocument/2006/relationships/customXml" Target="../ink/ink1835.xml"/><Relationship Id="rId320" Type="http://schemas.openxmlformats.org/officeDocument/2006/relationships/image" Target="../media/image1942.png"/><Relationship Id="rId558" Type="http://schemas.openxmlformats.org/officeDocument/2006/relationships/image" Target="../media/image2058.png"/><Relationship Id="rId155" Type="http://schemas.openxmlformats.org/officeDocument/2006/relationships/customXml" Target="../ink/ink1856.xml"/><Relationship Id="rId197" Type="http://schemas.openxmlformats.org/officeDocument/2006/relationships/customXml" Target="../ink/ink1877.xml"/><Relationship Id="rId362" Type="http://schemas.openxmlformats.org/officeDocument/2006/relationships/image" Target="../media/image1963.png"/><Relationship Id="rId418" Type="http://schemas.openxmlformats.org/officeDocument/2006/relationships/image" Target="../media/image1991.png"/><Relationship Id="rId222" Type="http://schemas.openxmlformats.org/officeDocument/2006/relationships/image" Target="../media/image1894.png"/><Relationship Id="rId264" Type="http://schemas.openxmlformats.org/officeDocument/2006/relationships/image" Target="../media/image1914.png"/><Relationship Id="rId471" Type="http://schemas.openxmlformats.org/officeDocument/2006/relationships/customXml" Target="../ink/ink2014.xml"/><Relationship Id="rId17" Type="http://schemas.openxmlformats.org/officeDocument/2006/relationships/customXml" Target="../ink/ink1787.xml"/><Relationship Id="rId59" Type="http://schemas.openxmlformats.org/officeDocument/2006/relationships/customXml" Target="../ink/ink1808.xml"/><Relationship Id="rId124" Type="http://schemas.openxmlformats.org/officeDocument/2006/relationships/image" Target="../media/image1847.png"/><Relationship Id="rId527" Type="http://schemas.openxmlformats.org/officeDocument/2006/relationships/customXml" Target="../ink/ink2042.xml"/><Relationship Id="rId569" Type="http://schemas.openxmlformats.org/officeDocument/2006/relationships/customXml" Target="../ink/ink2063.xml"/><Relationship Id="rId70" Type="http://schemas.openxmlformats.org/officeDocument/2006/relationships/image" Target="../media/image507.png"/><Relationship Id="rId166" Type="http://schemas.openxmlformats.org/officeDocument/2006/relationships/image" Target="../media/image1867.png"/><Relationship Id="rId331" Type="http://schemas.openxmlformats.org/officeDocument/2006/relationships/customXml" Target="../ink/ink1944.xml"/><Relationship Id="rId373" Type="http://schemas.openxmlformats.org/officeDocument/2006/relationships/customXml" Target="../ink/ink1965.xml"/><Relationship Id="rId429" Type="http://schemas.openxmlformats.org/officeDocument/2006/relationships/customXml" Target="../ink/ink1993.xml"/><Relationship Id="rId580" Type="http://schemas.openxmlformats.org/officeDocument/2006/relationships/image" Target="../media/image2069.png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1895.xml"/><Relationship Id="rId440" Type="http://schemas.openxmlformats.org/officeDocument/2006/relationships/image" Target="../media/image2002.png"/><Relationship Id="rId28" Type="http://schemas.openxmlformats.org/officeDocument/2006/relationships/image" Target="../media/image1801.png"/><Relationship Id="rId275" Type="http://schemas.openxmlformats.org/officeDocument/2006/relationships/customXml" Target="../ink/ink1916.xml"/><Relationship Id="rId300" Type="http://schemas.openxmlformats.org/officeDocument/2006/relationships/image" Target="../media/image1932.png"/><Relationship Id="rId482" Type="http://schemas.openxmlformats.org/officeDocument/2006/relationships/image" Target="../media/image2023.png"/><Relationship Id="rId538" Type="http://schemas.openxmlformats.org/officeDocument/2006/relationships/image" Target="../media/image2048.png"/><Relationship Id="rId81" Type="http://schemas.openxmlformats.org/officeDocument/2006/relationships/customXml" Target="../ink/ink1819.xml"/><Relationship Id="rId135" Type="http://schemas.openxmlformats.org/officeDocument/2006/relationships/customXml" Target="../ink/ink1846.xml"/><Relationship Id="rId177" Type="http://schemas.openxmlformats.org/officeDocument/2006/relationships/customXml" Target="../ink/ink1867.xml"/><Relationship Id="rId342" Type="http://schemas.openxmlformats.org/officeDocument/2006/relationships/image" Target="../media/image1953.png"/><Relationship Id="rId384" Type="http://schemas.openxmlformats.org/officeDocument/2006/relationships/image" Target="../media/image1974.png"/><Relationship Id="rId202" Type="http://schemas.openxmlformats.org/officeDocument/2006/relationships/image" Target="../media/image1884.png"/><Relationship Id="rId244" Type="http://schemas.openxmlformats.org/officeDocument/2006/relationships/image" Target="../media/image1904.png"/><Relationship Id="rId39" Type="http://schemas.openxmlformats.org/officeDocument/2006/relationships/customXml" Target="../ink/ink1798.xml"/><Relationship Id="rId286" Type="http://schemas.openxmlformats.org/officeDocument/2006/relationships/image" Target="../media/image1925.png"/><Relationship Id="rId451" Type="http://schemas.openxmlformats.org/officeDocument/2006/relationships/customXml" Target="../ink/ink2004.xml"/><Relationship Id="rId493" Type="http://schemas.openxmlformats.org/officeDocument/2006/relationships/customXml" Target="../ink/ink2025.xml"/><Relationship Id="rId507" Type="http://schemas.openxmlformats.org/officeDocument/2006/relationships/customXml" Target="../ink/ink2032.xml"/><Relationship Id="rId549" Type="http://schemas.openxmlformats.org/officeDocument/2006/relationships/customXml" Target="../ink/ink2053.xml"/><Relationship Id="rId50" Type="http://schemas.openxmlformats.org/officeDocument/2006/relationships/image" Target="../media/image1811.png"/><Relationship Id="rId104" Type="http://schemas.openxmlformats.org/officeDocument/2006/relationships/image" Target="../media/image1837.png"/><Relationship Id="rId146" Type="http://schemas.openxmlformats.org/officeDocument/2006/relationships/image" Target="../media/image1858.png"/><Relationship Id="rId188" Type="http://schemas.openxmlformats.org/officeDocument/2006/relationships/image" Target="../media/image1877.png"/><Relationship Id="rId311" Type="http://schemas.openxmlformats.org/officeDocument/2006/relationships/customXml" Target="../ink/ink1934.xml"/><Relationship Id="rId353" Type="http://schemas.openxmlformats.org/officeDocument/2006/relationships/customXml" Target="../ink/ink1955.xml"/><Relationship Id="rId395" Type="http://schemas.openxmlformats.org/officeDocument/2006/relationships/customXml" Target="../ink/ink1976.xml"/><Relationship Id="rId409" Type="http://schemas.openxmlformats.org/officeDocument/2006/relationships/customXml" Target="../ink/ink1983.xml"/><Relationship Id="rId560" Type="http://schemas.openxmlformats.org/officeDocument/2006/relationships/image" Target="../media/image2059.png"/><Relationship Id="rId92" Type="http://schemas.openxmlformats.org/officeDocument/2006/relationships/image" Target="../media/image1831.png"/><Relationship Id="rId213" Type="http://schemas.openxmlformats.org/officeDocument/2006/relationships/customXml" Target="../ink/ink1885.xml"/><Relationship Id="rId420" Type="http://schemas.openxmlformats.org/officeDocument/2006/relationships/image" Target="../media/image1992.png"/><Relationship Id="rId255" Type="http://schemas.openxmlformats.org/officeDocument/2006/relationships/customXml" Target="../ink/ink1906.xml"/><Relationship Id="rId297" Type="http://schemas.openxmlformats.org/officeDocument/2006/relationships/customXml" Target="../ink/ink1927.xml"/><Relationship Id="rId462" Type="http://schemas.openxmlformats.org/officeDocument/2006/relationships/image" Target="../media/image2013.png"/><Relationship Id="rId518" Type="http://schemas.openxmlformats.org/officeDocument/2006/relationships/image" Target="../media/image397.png"/><Relationship Id="rId115" Type="http://schemas.openxmlformats.org/officeDocument/2006/relationships/customXml" Target="../ink/ink1836.xml"/><Relationship Id="rId157" Type="http://schemas.openxmlformats.org/officeDocument/2006/relationships/customXml" Target="../ink/ink1857.xml"/><Relationship Id="rId322" Type="http://schemas.openxmlformats.org/officeDocument/2006/relationships/image" Target="../media/image1943.png"/><Relationship Id="rId364" Type="http://schemas.openxmlformats.org/officeDocument/2006/relationships/image" Target="../media/image1964.png"/><Relationship Id="rId61" Type="http://schemas.openxmlformats.org/officeDocument/2006/relationships/customXml" Target="../ink/ink1809.xml"/><Relationship Id="rId199" Type="http://schemas.openxmlformats.org/officeDocument/2006/relationships/customXml" Target="../ink/ink1878.xml"/><Relationship Id="rId571" Type="http://schemas.openxmlformats.org/officeDocument/2006/relationships/customXml" Target="../ink/ink2064.xml"/><Relationship Id="rId19" Type="http://schemas.openxmlformats.org/officeDocument/2006/relationships/customXml" Target="../ink/ink1788.xml"/><Relationship Id="rId224" Type="http://schemas.openxmlformats.org/officeDocument/2006/relationships/image" Target="../media/image1895.png"/><Relationship Id="rId266" Type="http://schemas.openxmlformats.org/officeDocument/2006/relationships/image" Target="../media/image1915.png"/><Relationship Id="rId431" Type="http://schemas.openxmlformats.org/officeDocument/2006/relationships/customXml" Target="../ink/ink1994.xml"/><Relationship Id="rId473" Type="http://schemas.openxmlformats.org/officeDocument/2006/relationships/customXml" Target="../ink/ink2015.xml"/><Relationship Id="rId529" Type="http://schemas.openxmlformats.org/officeDocument/2006/relationships/customXml" Target="../ink/ink2043.xml"/><Relationship Id="rId30" Type="http://schemas.openxmlformats.org/officeDocument/2006/relationships/image" Target="../media/image1802.png"/><Relationship Id="rId126" Type="http://schemas.openxmlformats.org/officeDocument/2006/relationships/image" Target="../media/image1848.png"/><Relationship Id="rId168" Type="http://schemas.openxmlformats.org/officeDocument/2006/relationships/image" Target="../media/image1868.png"/><Relationship Id="rId333" Type="http://schemas.openxmlformats.org/officeDocument/2006/relationships/customXml" Target="../ink/ink1945.xml"/><Relationship Id="rId540" Type="http://schemas.openxmlformats.org/officeDocument/2006/relationships/image" Target="../media/image2049.png"/><Relationship Id="rId72" Type="http://schemas.openxmlformats.org/officeDocument/2006/relationships/image" Target="../media/image1821.png"/><Relationship Id="rId375" Type="http://schemas.openxmlformats.org/officeDocument/2006/relationships/customXml" Target="../ink/ink1966.xml"/><Relationship Id="rId582" Type="http://schemas.openxmlformats.org/officeDocument/2006/relationships/image" Target="../media/image2070.png"/><Relationship Id="rId3" Type="http://schemas.openxmlformats.org/officeDocument/2006/relationships/customXml" Target="../ink/ink1780.xml"/><Relationship Id="rId235" Type="http://schemas.openxmlformats.org/officeDocument/2006/relationships/customXml" Target="../ink/ink1896.xml"/><Relationship Id="rId277" Type="http://schemas.openxmlformats.org/officeDocument/2006/relationships/customXml" Target="../ink/ink1917.xml"/><Relationship Id="rId400" Type="http://schemas.openxmlformats.org/officeDocument/2006/relationships/image" Target="../media/image1982.png"/><Relationship Id="rId442" Type="http://schemas.openxmlformats.org/officeDocument/2006/relationships/image" Target="../media/image2003.png"/><Relationship Id="rId484" Type="http://schemas.openxmlformats.org/officeDocument/2006/relationships/image" Target="../media/image2024.png"/><Relationship Id="rId137" Type="http://schemas.openxmlformats.org/officeDocument/2006/relationships/customXml" Target="../ink/ink1847.xml"/><Relationship Id="rId302" Type="http://schemas.openxmlformats.org/officeDocument/2006/relationships/image" Target="../media/image1933.png"/><Relationship Id="rId344" Type="http://schemas.openxmlformats.org/officeDocument/2006/relationships/image" Target="../media/image1954.png"/><Relationship Id="rId41" Type="http://schemas.openxmlformats.org/officeDocument/2006/relationships/customXml" Target="../ink/ink1799.xml"/><Relationship Id="rId83" Type="http://schemas.openxmlformats.org/officeDocument/2006/relationships/customXml" Target="../ink/ink1820.xml"/><Relationship Id="rId179" Type="http://schemas.openxmlformats.org/officeDocument/2006/relationships/customXml" Target="../ink/ink1868.xml"/><Relationship Id="rId386" Type="http://schemas.openxmlformats.org/officeDocument/2006/relationships/image" Target="../media/image1975.png"/><Relationship Id="rId551" Type="http://schemas.openxmlformats.org/officeDocument/2006/relationships/customXml" Target="../ink/ink2054.xml"/><Relationship Id="rId190" Type="http://schemas.openxmlformats.org/officeDocument/2006/relationships/image" Target="../media/image1878.png"/><Relationship Id="rId204" Type="http://schemas.openxmlformats.org/officeDocument/2006/relationships/image" Target="../media/image1885.png"/><Relationship Id="rId246" Type="http://schemas.openxmlformats.org/officeDocument/2006/relationships/image" Target="../media/image1905.png"/><Relationship Id="rId288" Type="http://schemas.openxmlformats.org/officeDocument/2006/relationships/image" Target="../media/image1926.png"/><Relationship Id="rId411" Type="http://schemas.openxmlformats.org/officeDocument/2006/relationships/customXml" Target="../ink/ink1984.xml"/><Relationship Id="rId453" Type="http://schemas.openxmlformats.org/officeDocument/2006/relationships/customXml" Target="../ink/ink2005.xml"/><Relationship Id="rId509" Type="http://schemas.openxmlformats.org/officeDocument/2006/relationships/customXml" Target="../ink/ink2033.xml"/><Relationship Id="rId106" Type="http://schemas.openxmlformats.org/officeDocument/2006/relationships/image" Target="../media/image1838.png"/><Relationship Id="rId313" Type="http://schemas.openxmlformats.org/officeDocument/2006/relationships/customXml" Target="../ink/ink1935.xml"/><Relationship Id="rId495" Type="http://schemas.openxmlformats.org/officeDocument/2006/relationships/customXml" Target="../ink/ink2026.xml"/><Relationship Id="rId10" Type="http://schemas.openxmlformats.org/officeDocument/2006/relationships/image" Target="../media/image1792.png"/><Relationship Id="rId52" Type="http://schemas.openxmlformats.org/officeDocument/2006/relationships/image" Target="../media/image1812.png"/><Relationship Id="rId94" Type="http://schemas.openxmlformats.org/officeDocument/2006/relationships/image" Target="../media/image1832.png"/><Relationship Id="rId148" Type="http://schemas.openxmlformats.org/officeDocument/2006/relationships/image" Target="../media/image1859.png"/><Relationship Id="rId355" Type="http://schemas.openxmlformats.org/officeDocument/2006/relationships/customXml" Target="../ink/ink1956.xml"/><Relationship Id="rId397" Type="http://schemas.openxmlformats.org/officeDocument/2006/relationships/customXml" Target="../ink/ink1977.xml"/><Relationship Id="rId520" Type="http://schemas.openxmlformats.org/officeDocument/2006/relationships/image" Target="../media/image1633.png"/><Relationship Id="rId562" Type="http://schemas.openxmlformats.org/officeDocument/2006/relationships/image" Target="../media/image2060.png"/><Relationship Id="rId215" Type="http://schemas.openxmlformats.org/officeDocument/2006/relationships/customXml" Target="../ink/ink1886.xml"/><Relationship Id="rId257" Type="http://schemas.openxmlformats.org/officeDocument/2006/relationships/customXml" Target="../ink/ink1907.xml"/><Relationship Id="rId422" Type="http://schemas.openxmlformats.org/officeDocument/2006/relationships/image" Target="../media/image1993.png"/><Relationship Id="rId464" Type="http://schemas.openxmlformats.org/officeDocument/2006/relationships/image" Target="../media/image2014.png"/><Relationship Id="rId299" Type="http://schemas.openxmlformats.org/officeDocument/2006/relationships/customXml" Target="../ink/ink1928.xml"/><Relationship Id="rId63" Type="http://schemas.openxmlformats.org/officeDocument/2006/relationships/customXml" Target="../ink/ink1810.xml"/><Relationship Id="rId159" Type="http://schemas.openxmlformats.org/officeDocument/2006/relationships/customXml" Target="../ink/ink1858.xml"/><Relationship Id="rId366" Type="http://schemas.openxmlformats.org/officeDocument/2006/relationships/image" Target="../media/image1965.png"/><Relationship Id="rId573" Type="http://schemas.openxmlformats.org/officeDocument/2006/relationships/customXml" Target="../ink/ink2065.xml"/><Relationship Id="rId226" Type="http://schemas.openxmlformats.org/officeDocument/2006/relationships/image" Target="../media/image1896.png"/><Relationship Id="rId433" Type="http://schemas.openxmlformats.org/officeDocument/2006/relationships/customXml" Target="../ink/ink1995.xml"/><Relationship Id="rId74" Type="http://schemas.openxmlformats.org/officeDocument/2006/relationships/image" Target="../media/image1822.png"/><Relationship Id="rId377" Type="http://schemas.openxmlformats.org/officeDocument/2006/relationships/customXml" Target="../ink/ink1967.xml"/><Relationship Id="rId500" Type="http://schemas.openxmlformats.org/officeDocument/2006/relationships/image" Target="../media/image2032.png"/><Relationship Id="rId584" Type="http://schemas.openxmlformats.org/officeDocument/2006/relationships/image" Target="../media/image2071.png"/><Relationship Id="rId5" Type="http://schemas.openxmlformats.org/officeDocument/2006/relationships/customXml" Target="../ink/ink1781.xml"/><Relationship Id="rId237" Type="http://schemas.openxmlformats.org/officeDocument/2006/relationships/customXml" Target="../ink/ink1897.xml"/><Relationship Id="rId444" Type="http://schemas.openxmlformats.org/officeDocument/2006/relationships/image" Target="../media/image2004.png"/><Relationship Id="rId290" Type="http://schemas.openxmlformats.org/officeDocument/2006/relationships/image" Target="../media/image1927.png"/><Relationship Id="rId304" Type="http://schemas.openxmlformats.org/officeDocument/2006/relationships/image" Target="../media/image1934.png"/><Relationship Id="rId388" Type="http://schemas.openxmlformats.org/officeDocument/2006/relationships/image" Target="../media/image1976.png"/><Relationship Id="rId511" Type="http://schemas.openxmlformats.org/officeDocument/2006/relationships/customXml" Target="../ink/ink2034.xml"/><Relationship Id="rId85" Type="http://schemas.openxmlformats.org/officeDocument/2006/relationships/customXml" Target="../ink/ink1821.xml"/><Relationship Id="rId150" Type="http://schemas.openxmlformats.org/officeDocument/2006/relationships/image" Target="../media/image1860.png"/><Relationship Id="rId248" Type="http://schemas.openxmlformats.org/officeDocument/2006/relationships/image" Target="../media/image1906.png"/><Relationship Id="rId455" Type="http://schemas.openxmlformats.org/officeDocument/2006/relationships/customXml" Target="../ink/ink2006.xml"/><Relationship Id="rId12" Type="http://schemas.openxmlformats.org/officeDocument/2006/relationships/image" Target="../media/image1793.png"/><Relationship Id="rId108" Type="http://schemas.openxmlformats.org/officeDocument/2006/relationships/image" Target="../media/image1839.png"/><Relationship Id="rId315" Type="http://schemas.openxmlformats.org/officeDocument/2006/relationships/customXml" Target="../ink/ink1936.xml"/><Relationship Id="rId522" Type="http://schemas.openxmlformats.org/officeDocument/2006/relationships/image" Target="../media/image2041.png"/><Relationship Id="rId96" Type="http://schemas.openxmlformats.org/officeDocument/2006/relationships/image" Target="../media/image1833.png"/><Relationship Id="rId161" Type="http://schemas.openxmlformats.org/officeDocument/2006/relationships/customXml" Target="../ink/ink1859.xml"/><Relationship Id="rId399" Type="http://schemas.openxmlformats.org/officeDocument/2006/relationships/customXml" Target="../ink/ink1978.xml"/><Relationship Id="rId259" Type="http://schemas.openxmlformats.org/officeDocument/2006/relationships/customXml" Target="../ink/ink1908.xml"/><Relationship Id="rId466" Type="http://schemas.openxmlformats.org/officeDocument/2006/relationships/image" Target="../media/image2015.png"/><Relationship Id="rId23" Type="http://schemas.openxmlformats.org/officeDocument/2006/relationships/customXml" Target="../ink/ink1790.xml"/><Relationship Id="rId119" Type="http://schemas.openxmlformats.org/officeDocument/2006/relationships/customXml" Target="../ink/ink1838.xml"/><Relationship Id="rId326" Type="http://schemas.openxmlformats.org/officeDocument/2006/relationships/image" Target="../media/image1945.png"/><Relationship Id="rId533" Type="http://schemas.openxmlformats.org/officeDocument/2006/relationships/customXml" Target="../ink/ink2045.xml"/><Relationship Id="rId172" Type="http://schemas.openxmlformats.org/officeDocument/2006/relationships/image" Target="../media/image1472.png"/><Relationship Id="rId477" Type="http://schemas.openxmlformats.org/officeDocument/2006/relationships/customXml" Target="../ink/ink2017.xml"/><Relationship Id="rId337" Type="http://schemas.openxmlformats.org/officeDocument/2006/relationships/customXml" Target="../ink/ink1947.xml"/><Relationship Id="rId34" Type="http://schemas.openxmlformats.org/officeDocument/2006/relationships/image" Target="../media/image1804.png"/><Relationship Id="rId544" Type="http://schemas.openxmlformats.org/officeDocument/2006/relationships/image" Target="../media/image2051.png"/><Relationship Id="rId183" Type="http://schemas.openxmlformats.org/officeDocument/2006/relationships/customXml" Target="../ink/ink1870.xml"/><Relationship Id="rId390" Type="http://schemas.openxmlformats.org/officeDocument/2006/relationships/image" Target="../media/image1977.png"/><Relationship Id="rId404" Type="http://schemas.openxmlformats.org/officeDocument/2006/relationships/image" Target="../media/image198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4.png"/><Relationship Id="rId7" Type="http://schemas.openxmlformats.org/officeDocument/2006/relationships/image" Target="../media/image207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74.xml"/><Relationship Id="rId5" Type="http://schemas.openxmlformats.org/officeDocument/2006/relationships/image" Target="../media/image2075.png"/><Relationship Id="rId4" Type="http://schemas.openxmlformats.org/officeDocument/2006/relationships/customXml" Target="../ink/ink207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3, 9-01-26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777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40" dirty="0">
                <a:solidFill>
                  <a:srgbClr val="8FDC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LECTURE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Continuous-to-Discrete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&amp; Aliasing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13232" y="297180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7E6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physical waveform becomes a trustworthy digital array — or permanently loses information.</a:t>
            </a:r>
            <a:endParaRPr lang="en-US" sz="2000" dirty="0"/>
          </a:p>
        </p:txBody>
      </p:sp>
      <p:pic>
        <p:nvPicPr>
          <p:cNvPr id="6" name="Image 0" descr="/mnt/data/week2_dsp_ml/assets/audio_ml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649260"/>
            <a:ext cx="4663440" cy="118204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" y="4160520"/>
            <a:ext cx="10698480" cy="841248"/>
          </a:xfrm>
          <a:prstGeom prst="roundRect">
            <a:avLst>
              <a:gd name="adj" fmla="val 7609"/>
            </a:avLst>
          </a:prstGeom>
          <a:solidFill>
            <a:srgbClr val="203F5B"/>
          </a:solidFill>
          <a:ln w="17780">
            <a:solidFill>
              <a:srgbClr val="5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4270248"/>
            <a:ext cx="10405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minutes • mathematical sampling model • frequency-domain replication • Nyquist • audio/ML aliasing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Week 2 sits in the audio → ML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downstream assumes the ADC delivered faithful samples.</a:t>
            </a:r>
            <a:endParaRPr lang="en-US" sz="1550" dirty="0"/>
          </a:p>
        </p:txBody>
      </p:sp>
      <p:pic>
        <p:nvPicPr>
          <p:cNvPr id="4" name="Image 0" descr="/mnt/data/week2_dsp_ml/assets/audio_ml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5741"/>
            <a:ext cx="10789920" cy="273491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0120" y="4572000"/>
            <a:ext cx="10241280" cy="914400"/>
          </a:xfrm>
          <a:prstGeom prst="roundRect">
            <a:avLst>
              <a:gd name="adj" fmla="val 7000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06424" y="4681728"/>
            <a:ext cx="9948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 is especially dangerous for ML because it can create repeatable, structured features that are physically false.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Lecture 3, students should be able to derive—not just quote—the sampling theorem.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8680" y="1508760"/>
            <a:ext cx="1024128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ideal sampling as multiplication by a periodic impulse train.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 the replicated spectrum X_s(jΩ) from the CTFT of the impulse train.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the no-overlap condition and explain why it enables perfect reconstruction.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the alias frequency of a sinusoid at a given sample rate.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anti-alias filtering must occur before sampling or decimation.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C/D interface: from volts to an indexed sequence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microphone produces a continuous-time voltage; software sees numbers.</a:t>
            </a:r>
            <a:endParaRPr lang="en-US" sz="1550" dirty="0"/>
          </a:p>
        </p:txBody>
      </p:sp>
      <p:pic>
        <p:nvPicPr>
          <p:cNvPr id="4" name="Image 0" descr="/mnt/data/week2_dsp_ml/assets/sampling_wave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183939"/>
            <a:ext cx="5897880" cy="26730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" y="1499616"/>
            <a:ext cx="4626864" cy="932688"/>
          </a:xfrm>
          <a:prstGeom prst="roundRect">
            <a:avLst>
              <a:gd name="adj" fmla="val 4902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1788605"/>
            <a:ext cx="4480560" cy="3547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3232" y="2560320"/>
            <a:ext cx="452628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is an integer sample index.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has units of seconds/sample.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f_s=1/T has units of samples/second (Hz).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discretizes time; quantization will discretize amplitude.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2C4F65D-C050-DFE1-6868-F9CB3AF5F018}"/>
                  </a:ext>
                </a:extLst>
              </p14:cNvPr>
              <p14:cNvContentPartPr/>
              <p14:nvPr/>
            </p14:nvContentPartPr>
            <p14:xfrm>
              <a:off x="6751980" y="2106368"/>
              <a:ext cx="580320" cy="5086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2C4F65D-C050-DFE1-6868-F9CB3AF5F01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42980" y="2097368"/>
                <a:ext cx="597960" cy="52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BF622662-9C4B-BD8F-6FFE-7569E17F48F6}"/>
              </a:ext>
            </a:extLst>
          </p:cNvPr>
          <p:cNvGrpSpPr/>
          <p:nvPr/>
        </p:nvGrpSpPr>
        <p:grpSpPr>
          <a:xfrm>
            <a:off x="6548580" y="1594808"/>
            <a:ext cx="631440" cy="291240"/>
            <a:chOff x="6548580" y="1594808"/>
            <a:chExt cx="631440" cy="29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E811155-5A15-BBE5-DFCC-67D0C7266596}"/>
                    </a:ext>
                  </a:extLst>
                </p14:cNvPr>
                <p14:cNvContentPartPr/>
                <p14:nvPr/>
              </p14:nvContentPartPr>
              <p14:xfrm>
                <a:off x="6548580" y="1713248"/>
                <a:ext cx="142200" cy="122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E811155-5A15-BBE5-DFCC-67D0C726659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539940" y="1704248"/>
                  <a:ext cx="1598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EE661E8-E1B5-5738-41FF-316BC2F85A11}"/>
                    </a:ext>
                  </a:extLst>
                </p14:cNvPr>
                <p14:cNvContentPartPr/>
                <p14:nvPr/>
              </p14:nvContentPartPr>
              <p14:xfrm>
                <a:off x="6560820" y="1714328"/>
                <a:ext cx="89640" cy="124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EE661E8-E1B5-5738-41FF-316BC2F85A1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552180" y="1705328"/>
                  <a:ext cx="1072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319A92A-E7A8-5FD8-EA9E-CD4966B91CE3}"/>
                    </a:ext>
                  </a:extLst>
                </p14:cNvPr>
                <p14:cNvContentPartPr/>
                <p14:nvPr/>
              </p14:nvContentPartPr>
              <p14:xfrm>
                <a:off x="6764220" y="1800008"/>
                <a:ext cx="88560" cy="86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319A92A-E7A8-5FD8-EA9E-CD4966B91CE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755580" y="1791368"/>
                  <a:ext cx="1062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864F799-3163-017E-BB53-87168F188BC8}"/>
                    </a:ext>
                  </a:extLst>
                </p14:cNvPr>
                <p14:cNvContentPartPr/>
                <p14:nvPr/>
              </p14:nvContentPartPr>
              <p14:xfrm>
                <a:off x="6929820" y="1607048"/>
                <a:ext cx="71280" cy="2214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864F799-3163-017E-BB53-87168F188BC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920820" y="1598048"/>
                  <a:ext cx="889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5BBA27B-5B69-309E-7565-9A6133680E08}"/>
                    </a:ext>
                  </a:extLst>
                </p14:cNvPr>
                <p14:cNvContentPartPr/>
                <p14:nvPr/>
              </p14:nvContentPartPr>
              <p14:xfrm>
                <a:off x="7013700" y="1616768"/>
                <a:ext cx="79200" cy="205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5BBA27B-5B69-309E-7565-9A6133680E0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004700" y="1608128"/>
                  <a:ext cx="968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D84C5DF-ED91-EF00-D6F5-109D2A254151}"/>
                    </a:ext>
                  </a:extLst>
                </p14:cNvPr>
                <p14:cNvContentPartPr/>
                <p14:nvPr/>
              </p14:nvContentPartPr>
              <p14:xfrm>
                <a:off x="7002900" y="1709288"/>
                <a:ext cx="78840" cy="21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D84C5DF-ED91-EF00-D6F5-109D2A25415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993900" y="1700288"/>
                  <a:ext cx="96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8688D84-8D9A-BC61-D789-4C61B18DF2AD}"/>
                    </a:ext>
                  </a:extLst>
                </p14:cNvPr>
                <p14:cNvContentPartPr/>
                <p14:nvPr/>
              </p14:nvContentPartPr>
              <p14:xfrm>
                <a:off x="7086420" y="1594808"/>
                <a:ext cx="93600" cy="260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8688D84-8D9A-BC61-D789-4C61B18DF2A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077420" y="1586168"/>
                  <a:ext cx="111240" cy="27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B4387FF-77DE-EDDA-921A-58D332379ED1}"/>
              </a:ext>
            </a:extLst>
          </p:cNvPr>
          <p:cNvGrpSpPr/>
          <p:nvPr/>
        </p:nvGrpSpPr>
        <p:grpSpPr>
          <a:xfrm>
            <a:off x="7554060" y="1489688"/>
            <a:ext cx="2151360" cy="299160"/>
            <a:chOff x="7554060" y="1489688"/>
            <a:chExt cx="2151360" cy="29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1370E55-4D9C-A5BF-660D-CF80652B392F}"/>
                    </a:ext>
                  </a:extLst>
                </p14:cNvPr>
                <p14:cNvContentPartPr/>
                <p14:nvPr/>
              </p14:nvContentPartPr>
              <p14:xfrm>
                <a:off x="7554060" y="1683728"/>
                <a:ext cx="103320" cy="88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1370E55-4D9C-A5BF-660D-CF80652B392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545060" y="1674728"/>
                  <a:ext cx="1209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5F7B545-C4F1-70D6-55C5-ECDC78E41D82}"/>
                    </a:ext>
                  </a:extLst>
                </p14:cNvPr>
                <p14:cNvContentPartPr/>
                <p14:nvPr/>
              </p14:nvContentPartPr>
              <p14:xfrm>
                <a:off x="7694460" y="1708208"/>
                <a:ext cx="89280" cy="63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5F7B545-C4F1-70D6-55C5-ECDC78E41D8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685820" y="1699208"/>
                  <a:ext cx="1069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630F8B1-3516-7F9C-6EC5-A31ED6A7E025}"/>
                    </a:ext>
                  </a:extLst>
                </p14:cNvPr>
                <p14:cNvContentPartPr/>
                <p14:nvPr/>
              </p14:nvContentPartPr>
              <p14:xfrm>
                <a:off x="7826940" y="1722968"/>
                <a:ext cx="154440" cy="65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630F8B1-3516-7F9C-6EC5-A31ED6A7E02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817940" y="1714328"/>
                  <a:ext cx="1720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9FBC40F-ED62-C22B-8AA9-B6008B07CC97}"/>
                    </a:ext>
                  </a:extLst>
                </p14:cNvPr>
                <p14:cNvContentPartPr/>
                <p14:nvPr/>
              </p14:nvContentPartPr>
              <p14:xfrm>
                <a:off x="8000820" y="1589768"/>
                <a:ext cx="60840" cy="164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9FBC40F-ED62-C22B-8AA9-B6008B07CC9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991820" y="1580768"/>
                  <a:ext cx="784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58DF057-AFCC-3334-4854-D28B4B9E1557}"/>
                    </a:ext>
                  </a:extLst>
                </p14:cNvPr>
                <p14:cNvContentPartPr/>
                <p14:nvPr/>
              </p14:nvContentPartPr>
              <p14:xfrm>
                <a:off x="7996860" y="1677968"/>
                <a:ext cx="102960" cy="15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58DF057-AFCC-3334-4854-D28B4B9E155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988220" y="1668968"/>
                  <a:ext cx="1206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469FB61-DE64-28C9-5464-409F889224BE}"/>
                    </a:ext>
                  </a:extLst>
                </p14:cNvPr>
                <p14:cNvContentPartPr/>
                <p14:nvPr/>
              </p14:nvContentPartPr>
              <p14:xfrm>
                <a:off x="8125380" y="1709288"/>
                <a:ext cx="9000" cy="32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469FB61-DE64-28C9-5464-409F889224B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116740" y="1700288"/>
                  <a:ext cx="266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E100B46-8CF0-EA4D-8D76-8780E87B0348}"/>
                    </a:ext>
                  </a:extLst>
                </p14:cNvPr>
                <p14:cNvContentPartPr/>
                <p14:nvPr/>
              </p14:nvContentPartPr>
              <p14:xfrm>
                <a:off x="8104860" y="1558448"/>
                <a:ext cx="5040" cy="23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E100B46-8CF0-EA4D-8D76-8780E87B034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095860" y="1549808"/>
                  <a:ext cx="226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255C5CF-4629-3930-68A8-408CDBFAE741}"/>
                    </a:ext>
                  </a:extLst>
                </p14:cNvPr>
                <p14:cNvContentPartPr/>
                <p14:nvPr/>
              </p14:nvContentPartPr>
              <p14:xfrm>
                <a:off x="8208540" y="1686608"/>
                <a:ext cx="116280" cy="63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255C5CF-4629-3930-68A8-408CDBFAE74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199900" y="1677608"/>
                  <a:ext cx="1339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AEB3CF4-D035-7FB6-5C20-63F78B08FC8A}"/>
                    </a:ext>
                  </a:extLst>
                </p14:cNvPr>
                <p14:cNvContentPartPr/>
                <p14:nvPr/>
              </p14:nvContentPartPr>
              <p14:xfrm>
                <a:off x="8359380" y="1677968"/>
                <a:ext cx="117360" cy="74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AEB3CF4-D035-7FB6-5C20-63F78B08FC8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350380" y="1668968"/>
                  <a:ext cx="1350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4291E30-5596-68DB-1728-456AD9C659B8}"/>
                    </a:ext>
                  </a:extLst>
                </p14:cNvPr>
                <p14:cNvContentPartPr/>
                <p14:nvPr/>
              </p14:nvContentPartPr>
              <p14:xfrm>
                <a:off x="8531820" y="1693448"/>
                <a:ext cx="46080" cy="52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4291E30-5596-68DB-1728-456AD9C659B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522820" y="1684808"/>
                  <a:ext cx="637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4DBB850-C024-8817-BE28-2E034B55D527}"/>
                    </a:ext>
                  </a:extLst>
                </p14:cNvPr>
                <p14:cNvContentPartPr/>
                <p14:nvPr/>
              </p14:nvContentPartPr>
              <p14:xfrm>
                <a:off x="8639820" y="1698848"/>
                <a:ext cx="100800" cy="37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4DBB850-C024-8817-BE28-2E034B55D52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631180" y="1689848"/>
                  <a:ext cx="1184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1274903-3941-6544-8D1E-B64BE1FB38EB}"/>
                    </a:ext>
                  </a:extLst>
                </p14:cNvPr>
                <p14:cNvContentPartPr/>
                <p14:nvPr/>
              </p14:nvContentPartPr>
              <p14:xfrm>
                <a:off x="8780940" y="1636568"/>
                <a:ext cx="72000" cy="114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1274903-3941-6544-8D1E-B64BE1FB38E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772300" y="1627568"/>
                  <a:ext cx="896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7441373-61D2-B21C-6D9A-3ABB41E9BD56}"/>
                    </a:ext>
                  </a:extLst>
                </p14:cNvPr>
                <p14:cNvContentPartPr/>
                <p14:nvPr/>
              </p14:nvContentPartPr>
              <p14:xfrm>
                <a:off x="9010260" y="1665368"/>
                <a:ext cx="66240" cy="2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7441373-61D2-B21C-6D9A-3ABB41E9BD5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001620" y="1656368"/>
                  <a:ext cx="838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136F10A-ED70-CFE6-66EF-0F271ECBFC57}"/>
                    </a:ext>
                  </a:extLst>
                </p14:cNvPr>
                <p14:cNvContentPartPr/>
                <p14:nvPr/>
              </p14:nvContentPartPr>
              <p14:xfrm>
                <a:off x="9107460" y="1522088"/>
                <a:ext cx="88920" cy="197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136F10A-ED70-CFE6-66EF-0F271ECBFC5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098460" y="1513088"/>
                  <a:ext cx="1065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FD70D72-1659-387C-FDFD-17364359FBBB}"/>
                    </a:ext>
                  </a:extLst>
                </p14:cNvPr>
                <p14:cNvContentPartPr/>
                <p14:nvPr/>
              </p14:nvContentPartPr>
              <p14:xfrm>
                <a:off x="9122940" y="1657088"/>
                <a:ext cx="151920" cy="40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FD70D72-1659-387C-FDFD-17364359FBB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114300" y="1648448"/>
                  <a:ext cx="1695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F00F29B-62B4-D03B-BAEC-389B8F7BF25C}"/>
                    </a:ext>
                  </a:extLst>
                </p14:cNvPr>
                <p14:cNvContentPartPr/>
                <p14:nvPr/>
              </p14:nvContentPartPr>
              <p14:xfrm>
                <a:off x="9237420" y="1489688"/>
                <a:ext cx="5760" cy="31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F00F29B-62B4-D03B-BAEC-389B8F7BF25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228420" y="1480688"/>
                  <a:ext cx="234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AF98D83-7377-96ED-CE6B-8A6AC5FB915B}"/>
                    </a:ext>
                  </a:extLst>
                </p14:cNvPr>
                <p14:cNvContentPartPr/>
                <p14:nvPr/>
              </p14:nvContentPartPr>
              <p14:xfrm>
                <a:off x="9325620" y="1610288"/>
                <a:ext cx="169200" cy="56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AF98D83-7377-96ED-CE6B-8A6AC5FB915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316980" y="1601648"/>
                  <a:ext cx="1868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D06D1DB-F4E4-A4B5-396C-3C38283339F5}"/>
                    </a:ext>
                  </a:extLst>
                </p14:cNvPr>
                <p14:cNvContentPartPr/>
                <p14:nvPr/>
              </p14:nvContentPartPr>
              <p14:xfrm>
                <a:off x="9585540" y="1594448"/>
                <a:ext cx="119880" cy="104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D06D1DB-F4E4-A4B5-396C-3C38283339F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576540" y="1585808"/>
                  <a:ext cx="13752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035B139-820C-674F-F049-0762A6F5D126}"/>
              </a:ext>
            </a:extLst>
          </p:cNvPr>
          <p:cNvGrpSpPr/>
          <p:nvPr/>
        </p:nvGrpSpPr>
        <p:grpSpPr>
          <a:xfrm>
            <a:off x="9902340" y="1440368"/>
            <a:ext cx="1253880" cy="322560"/>
            <a:chOff x="9902340" y="1440368"/>
            <a:chExt cx="1253880" cy="32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E981CE9-E58B-96EB-F005-5079E7E222A8}"/>
                    </a:ext>
                  </a:extLst>
                </p14:cNvPr>
                <p14:cNvContentPartPr/>
                <p14:nvPr/>
              </p14:nvContentPartPr>
              <p14:xfrm>
                <a:off x="9902340" y="1615688"/>
                <a:ext cx="190080" cy="103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E981CE9-E58B-96EB-F005-5079E7E222A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893700" y="1606688"/>
                  <a:ext cx="2077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1130417-4597-2DE5-352B-4242FBA924E5}"/>
                    </a:ext>
                  </a:extLst>
                </p14:cNvPr>
                <p14:cNvContentPartPr/>
                <p14:nvPr/>
              </p14:nvContentPartPr>
              <p14:xfrm>
                <a:off x="10161180" y="1630448"/>
                <a:ext cx="99360" cy="68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1130417-4597-2DE5-352B-4242FBA924E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152540" y="1621448"/>
                  <a:ext cx="1170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F632803-146E-B887-763E-6E5FE290F962}"/>
                    </a:ext>
                  </a:extLst>
                </p14:cNvPr>
                <p14:cNvContentPartPr/>
                <p14:nvPr/>
              </p14:nvContentPartPr>
              <p14:xfrm>
                <a:off x="10291860" y="1617848"/>
                <a:ext cx="69840" cy="95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F632803-146E-B887-763E-6E5FE290F96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283220" y="1608848"/>
                  <a:ext cx="874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6BD9998-B9B1-DDC7-BA31-8C8BB1C39548}"/>
                    </a:ext>
                  </a:extLst>
                </p14:cNvPr>
                <p14:cNvContentPartPr/>
                <p14:nvPr/>
              </p14:nvContentPartPr>
              <p14:xfrm>
                <a:off x="10441260" y="1611728"/>
                <a:ext cx="95040" cy="82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6BD9998-B9B1-DDC7-BA31-8C8BB1C3954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432620" y="1602728"/>
                  <a:ext cx="1126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0F0A6DA-6236-5403-747A-E5BE25C17F5F}"/>
                    </a:ext>
                  </a:extLst>
                </p14:cNvPr>
                <p14:cNvContentPartPr/>
                <p14:nvPr/>
              </p14:nvContentPartPr>
              <p14:xfrm>
                <a:off x="10579140" y="1440368"/>
                <a:ext cx="118440" cy="322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0F0A6DA-6236-5403-747A-E5BE25C17F5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570500" y="1431728"/>
                  <a:ext cx="13608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98E3FDB-1D82-83FF-0264-20B8639B78AB}"/>
                    </a:ext>
                  </a:extLst>
                </p14:cNvPr>
                <p14:cNvContentPartPr/>
                <p14:nvPr/>
              </p14:nvContentPartPr>
              <p14:xfrm>
                <a:off x="10582020" y="1638728"/>
                <a:ext cx="79200" cy="18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98E3FDB-1D82-83FF-0264-20B8639B78A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573380" y="1630088"/>
                  <a:ext cx="968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FD07356-151D-280B-76A1-AE5FCA4E1569}"/>
                    </a:ext>
                  </a:extLst>
                </p14:cNvPr>
                <p14:cNvContentPartPr/>
                <p14:nvPr/>
              </p14:nvContentPartPr>
              <p14:xfrm>
                <a:off x="10706940" y="1622168"/>
                <a:ext cx="74520" cy="76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FD07356-151D-280B-76A1-AE5FCA4E156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697940" y="1613528"/>
                  <a:ext cx="921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843A1E1-F4EC-E767-4680-C67B29636745}"/>
                    </a:ext>
                  </a:extLst>
                </p14:cNvPr>
                <p14:cNvContentPartPr/>
                <p14:nvPr/>
              </p14:nvContentPartPr>
              <p14:xfrm>
                <a:off x="10822140" y="1591208"/>
                <a:ext cx="41760" cy="118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843A1E1-F4EC-E767-4680-C67B2963674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813140" y="1582208"/>
                  <a:ext cx="594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3102969-0A29-9971-E07A-26CFD1DB1A05}"/>
                    </a:ext>
                  </a:extLst>
                </p14:cNvPr>
                <p14:cNvContentPartPr/>
                <p14:nvPr/>
              </p14:nvContentPartPr>
              <p14:xfrm>
                <a:off x="10957140" y="1625048"/>
                <a:ext cx="199080" cy="63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3102969-0A29-9971-E07A-26CFD1DB1A0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948140" y="1616408"/>
                  <a:ext cx="21672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3F6963D-2195-2CF0-8F54-251BBB69409E}"/>
              </a:ext>
            </a:extLst>
          </p:cNvPr>
          <p:cNvGrpSpPr/>
          <p:nvPr/>
        </p:nvGrpSpPr>
        <p:grpSpPr>
          <a:xfrm>
            <a:off x="8722260" y="1232288"/>
            <a:ext cx="349200" cy="132840"/>
            <a:chOff x="8722260" y="1232288"/>
            <a:chExt cx="349200" cy="13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9A4E0C3-5586-7614-ED56-A50CEC3FD73B}"/>
                    </a:ext>
                  </a:extLst>
                </p14:cNvPr>
                <p14:cNvContentPartPr/>
                <p14:nvPr/>
              </p14:nvContentPartPr>
              <p14:xfrm>
                <a:off x="8722260" y="1246688"/>
                <a:ext cx="178200" cy="109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9A4E0C3-5586-7614-ED56-A50CEC3FD73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713620" y="1238048"/>
                  <a:ext cx="1958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AE0644B-CC2C-2C78-138C-B20F616C3ED0}"/>
                    </a:ext>
                  </a:extLst>
                </p14:cNvPr>
                <p14:cNvContentPartPr/>
                <p14:nvPr/>
              </p14:nvContentPartPr>
              <p14:xfrm>
                <a:off x="8972460" y="1258208"/>
                <a:ext cx="57960" cy="106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AE0644B-CC2C-2C78-138C-B20F616C3ED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963460" y="1249568"/>
                  <a:ext cx="756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41427E0-CB02-34B1-8120-358FBE784BDC}"/>
                    </a:ext>
                  </a:extLst>
                </p14:cNvPr>
                <p14:cNvContentPartPr/>
                <p14:nvPr/>
              </p14:nvContentPartPr>
              <p14:xfrm>
                <a:off x="8917020" y="1232288"/>
                <a:ext cx="154440" cy="19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41427E0-CB02-34B1-8120-358FBE784BD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908020" y="1223648"/>
                  <a:ext cx="17208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CE3DFD58-788F-6D2F-0CCA-0D651E46E8F1}"/>
                  </a:ext>
                </a:extLst>
              </p14:cNvPr>
              <p14:cNvContentPartPr/>
              <p14:nvPr/>
            </p14:nvContentPartPr>
            <p14:xfrm>
              <a:off x="1080540" y="1480688"/>
              <a:ext cx="391320" cy="1458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CE3DFD58-788F-6D2F-0CCA-0D651E46E8F1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071540" y="1471688"/>
                <a:ext cx="408960" cy="16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47AF279C-F0FF-16CA-7A2E-5B4D9D69C011}"/>
              </a:ext>
            </a:extLst>
          </p:cNvPr>
          <p:cNvGrpSpPr/>
          <p:nvPr/>
        </p:nvGrpSpPr>
        <p:grpSpPr>
          <a:xfrm>
            <a:off x="1661580" y="1215368"/>
            <a:ext cx="3772440" cy="318240"/>
            <a:chOff x="1661580" y="1215368"/>
            <a:chExt cx="3772440" cy="31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6D47DF9-456F-4925-786E-0E72006590D6}"/>
                    </a:ext>
                  </a:extLst>
                </p14:cNvPr>
                <p14:cNvContentPartPr/>
                <p14:nvPr/>
              </p14:nvContentPartPr>
              <p14:xfrm>
                <a:off x="1661580" y="1372688"/>
                <a:ext cx="106560" cy="1440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6D47DF9-456F-4925-786E-0E72006590D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652940" y="1363688"/>
                  <a:ext cx="1242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A9E258F-9C66-51B7-B3D0-E75239236D7F}"/>
                    </a:ext>
                  </a:extLst>
                </p14:cNvPr>
                <p14:cNvContentPartPr/>
                <p14:nvPr/>
              </p14:nvContentPartPr>
              <p14:xfrm>
                <a:off x="1823580" y="1449368"/>
                <a:ext cx="6840" cy="15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A9E258F-9C66-51B7-B3D0-E75239236D7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814580" y="1440368"/>
                  <a:ext cx="244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470337A-0DBB-E333-7EDA-A2AA04993A45}"/>
                    </a:ext>
                  </a:extLst>
                </p14:cNvPr>
                <p14:cNvContentPartPr/>
                <p14:nvPr/>
              </p14:nvContentPartPr>
              <p14:xfrm>
                <a:off x="1771380" y="1329848"/>
                <a:ext cx="26280" cy="46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470337A-0DBB-E333-7EDA-A2AA04993A4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762740" y="1321208"/>
                  <a:ext cx="439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F7CF331-9C7D-C6DF-53A9-1647A2626DB3}"/>
                    </a:ext>
                  </a:extLst>
                </p14:cNvPr>
                <p14:cNvContentPartPr/>
                <p14:nvPr/>
              </p14:nvContentPartPr>
              <p14:xfrm>
                <a:off x="1862460" y="1402568"/>
                <a:ext cx="147240" cy="99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F7CF331-9C7D-C6DF-53A9-1647A2626DB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853460" y="1393568"/>
                  <a:ext cx="1648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739787F-98A5-525F-168B-C635349FBFF5}"/>
                    </a:ext>
                  </a:extLst>
                </p14:cNvPr>
                <p14:cNvContentPartPr/>
                <p14:nvPr/>
              </p14:nvContentPartPr>
              <p14:xfrm>
                <a:off x="2088900" y="1418048"/>
                <a:ext cx="72000" cy="892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739787F-98A5-525F-168B-C635349FBFF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080260" y="1409408"/>
                  <a:ext cx="896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9B05B28-A210-FDB5-DD71-27233E1D4E67}"/>
                    </a:ext>
                  </a:extLst>
                </p14:cNvPr>
                <p14:cNvContentPartPr/>
                <p14:nvPr/>
              </p14:nvContentPartPr>
              <p14:xfrm>
                <a:off x="2204460" y="1395008"/>
                <a:ext cx="237240" cy="87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9B05B28-A210-FDB5-DD71-27233E1D4E6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195820" y="1386368"/>
                  <a:ext cx="2548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216B14A-886D-4914-069B-A0A84EAEBB55}"/>
                    </a:ext>
                  </a:extLst>
                </p14:cNvPr>
                <p14:cNvContentPartPr/>
                <p14:nvPr/>
              </p14:nvContentPartPr>
              <p14:xfrm>
                <a:off x="2462580" y="1324808"/>
                <a:ext cx="290520" cy="181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216B14A-886D-4914-069B-A0A84EAEBB5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453580" y="1315808"/>
                  <a:ext cx="3081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240EDB8-DCBE-F595-A6E5-48A35F396006}"/>
                    </a:ext>
                  </a:extLst>
                </p14:cNvPr>
                <p14:cNvContentPartPr/>
                <p14:nvPr/>
              </p14:nvContentPartPr>
              <p14:xfrm>
                <a:off x="2892780" y="1424528"/>
                <a:ext cx="84600" cy="43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240EDB8-DCBE-F595-A6E5-48A35F39600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883780" y="1415528"/>
                  <a:ext cx="1022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2F14FCB-9138-646F-2721-A669D19FA712}"/>
                    </a:ext>
                  </a:extLst>
                </p14:cNvPr>
                <p14:cNvContentPartPr/>
                <p14:nvPr/>
              </p14:nvContentPartPr>
              <p14:xfrm>
                <a:off x="2992500" y="1340288"/>
                <a:ext cx="99720" cy="180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2F14FCB-9138-646F-2721-A669D19FA71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983500" y="1331288"/>
                  <a:ext cx="1173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CD316E1-5B9E-6365-DDAD-510DB1EA5101}"/>
                    </a:ext>
                  </a:extLst>
                </p14:cNvPr>
                <p14:cNvContentPartPr/>
                <p14:nvPr/>
              </p14:nvContentPartPr>
              <p14:xfrm>
                <a:off x="3023460" y="1445768"/>
                <a:ext cx="193680" cy="50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CD316E1-5B9E-6365-DDAD-510DB1EA510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014820" y="1436768"/>
                  <a:ext cx="2113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14628F2-3395-7166-31A0-C374165D4ECE}"/>
                    </a:ext>
                  </a:extLst>
                </p14:cNvPr>
                <p14:cNvContentPartPr/>
                <p14:nvPr/>
              </p14:nvContentPartPr>
              <p14:xfrm>
                <a:off x="3132540" y="1293488"/>
                <a:ext cx="21240" cy="446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14628F2-3395-7166-31A0-C374165D4EC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123900" y="1284848"/>
                  <a:ext cx="388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1F463EA-BC77-4089-9474-A9BB934D9583}"/>
                    </a:ext>
                  </a:extLst>
                </p14:cNvPr>
                <p14:cNvContentPartPr/>
                <p14:nvPr/>
              </p14:nvContentPartPr>
              <p14:xfrm>
                <a:off x="3247020" y="1367288"/>
                <a:ext cx="363960" cy="1137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1F463EA-BC77-4089-9474-A9BB934D958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238020" y="1358288"/>
                  <a:ext cx="3816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6A67779-107D-B202-7445-BB548631300F}"/>
                    </a:ext>
                  </a:extLst>
                </p14:cNvPr>
                <p14:cNvContentPartPr/>
                <p14:nvPr/>
              </p14:nvContentPartPr>
              <p14:xfrm>
                <a:off x="3813300" y="1314368"/>
                <a:ext cx="74520" cy="133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6A67779-107D-B202-7445-BB548631300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804300" y="1305368"/>
                  <a:ext cx="921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0B2BBAD-C284-7261-CC4F-50F2D4D6FAD4}"/>
                    </a:ext>
                  </a:extLst>
                </p14:cNvPr>
                <p14:cNvContentPartPr/>
                <p14:nvPr/>
              </p14:nvContentPartPr>
              <p14:xfrm>
                <a:off x="3787380" y="1298528"/>
                <a:ext cx="156240" cy="151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0B2BBAD-C284-7261-CC4F-50F2D4D6FAD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778380" y="1289888"/>
                  <a:ext cx="1738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89D88FF-BB7B-3ED4-5A48-CC0D63BBED47}"/>
                    </a:ext>
                  </a:extLst>
                </p14:cNvPr>
                <p14:cNvContentPartPr/>
                <p14:nvPr/>
              </p14:nvContentPartPr>
              <p14:xfrm>
                <a:off x="4031460" y="1334888"/>
                <a:ext cx="36720" cy="104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89D88FF-BB7B-3ED4-5A48-CC0D63BBED4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022820" y="1326248"/>
                  <a:ext cx="543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C24376E-9E81-2508-E86B-747CAC654B14}"/>
                    </a:ext>
                  </a:extLst>
                </p14:cNvPr>
                <p14:cNvContentPartPr/>
                <p14:nvPr/>
              </p14:nvContentPartPr>
              <p14:xfrm>
                <a:off x="3909780" y="1275128"/>
                <a:ext cx="168840" cy="219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C24376E-9E81-2508-E86B-747CAC654B1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900780" y="1266128"/>
                  <a:ext cx="186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BCB3502-5B2C-5F35-02F5-F59472F0280F}"/>
                    </a:ext>
                  </a:extLst>
                </p14:cNvPr>
                <p14:cNvContentPartPr/>
                <p14:nvPr/>
              </p14:nvContentPartPr>
              <p14:xfrm>
                <a:off x="3673260" y="1215368"/>
                <a:ext cx="140400" cy="2865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BCB3502-5B2C-5F35-02F5-F59472F0280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664260" y="1206728"/>
                  <a:ext cx="1580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94520CF-EED7-4C9A-F1F7-4679D638A10D}"/>
                    </a:ext>
                  </a:extLst>
                </p14:cNvPr>
                <p14:cNvContentPartPr/>
                <p14:nvPr/>
              </p14:nvContentPartPr>
              <p14:xfrm>
                <a:off x="4093740" y="1252088"/>
                <a:ext cx="131760" cy="2386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94520CF-EED7-4C9A-F1F7-4679D638A10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085100" y="1243088"/>
                  <a:ext cx="1494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EDDC5E1-4BD5-E1C6-2E74-AF38D8454655}"/>
                    </a:ext>
                  </a:extLst>
                </p14:cNvPr>
                <p14:cNvContentPartPr/>
                <p14:nvPr/>
              </p14:nvContentPartPr>
              <p14:xfrm>
                <a:off x="4305060" y="1328768"/>
                <a:ext cx="108000" cy="121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EDDC5E1-4BD5-E1C6-2E74-AF38D845465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296420" y="1319768"/>
                  <a:ext cx="1256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C71660B-CCE3-9DEF-84F2-0CEAD84CFB05}"/>
                    </a:ext>
                  </a:extLst>
                </p14:cNvPr>
                <p14:cNvContentPartPr/>
                <p14:nvPr/>
              </p14:nvContentPartPr>
              <p14:xfrm>
                <a:off x="4414860" y="1323728"/>
                <a:ext cx="123840" cy="1000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C71660B-CCE3-9DEF-84F2-0CEAD84CFB0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405860" y="1315088"/>
                  <a:ext cx="1414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C60D50A-3451-1437-92E8-9AFF6D58F528}"/>
                    </a:ext>
                  </a:extLst>
                </p14:cNvPr>
                <p14:cNvContentPartPr/>
                <p14:nvPr/>
              </p14:nvContentPartPr>
              <p14:xfrm>
                <a:off x="4574700" y="1337768"/>
                <a:ext cx="122760" cy="1958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C60D50A-3451-1437-92E8-9AFF6D58F52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565700" y="1328768"/>
                  <a:ext cx="1404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3F4FF50-705B-3404-F775-D497E2F8EF0B}"/>
                    </a:ext>
                  </a:extLst>
                </p14:cNvPr>
                <p14:cNvContentPartPr/>
                <p14:nvPr/>
              </p14:nvContentPartPr>
              <p14:xfrm>
                <a:off x="4670460" y="1293128"/>
                <a:ext cx="454320" cy="1188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3F4FF50-705B-3404-F775-D497E2F8EF0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661820" y="1284488"/>
                  <a:ext cx="4719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92BB2A8-35FE-0F41-DD44-0C96B460988A}"/>
                    </a:ext>
                  </a:extLst>
                </p14:cNvPr>
                <p14:cNvContentPartPr/>
                <p14:nvPr/>
              </p14:nvContentPartPr>
              <p14:xfrm>
                <a:off x="5168340" y="1282688"/>
                <a:ext cx="265680" cy="125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92BB2A8-35FE-0F41-DD44-0C96B460988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159340" y="1274048"/>
                  <a:ext cx="28332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3C2AC3F-7AEC-C96D-3AED-ECE92D4C760E}"/>
              </a:ext>
            </a:extLst>
          </p:cNvPr>
          <p:cNvGrpSpPr/>
          <p:nvPr/>
        </p:nvGrpSpPr>
        <p:grpSpPr>
          <a:xfrm>
            <a:off x="4502340" y="2231288"/>
            <a:ext cx="1115280" cy="860400"/>
            <a:chOff x="4502340" y="2231288"/>
            <a:chExt cx="1115280" cy="86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8E98C9B-B511-6315-E39C-4052D695ACB6}"/>
                    </a:ext>
                  </a:extLst>
                </p14:cNvPr>
                <p14:cNvContentPartPr/>
                <p14:nvPr/>
              </p14:nvContentPartPr>
              <p14:xfrm>
                <a:off x="4965660" y="2253608"/>
                <a:ext cx="101880" cy="2613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8E98C9B-B511-6315-E39C-4052D695ACB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956660" y="2244608"/>
                  <a:ext cx="1195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04F1EEA-837F-0E35-6E46-B49C11FC1CB5}"/>
                    </a:ext>
                  </a:extLst>
                </p14:cNvPr>
                <p14:cNvContentPartPr/>
                <p14:nvPr/>
              </p14:nvContentPartPr>
              <p14:xfrm>
                <a:off x="4924980" y="2231288"/>
                <a:ext cx="63000" cy="626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04F1EEA-837F-0E35-6E46-B49C11FC1CB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916340" y="2222648"/>
                  <a:ext cx="806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B23A21D-9334-3FB0-6E66-542536C4B450}"/>
                    </a:ext>
                  </a:extLst>
                </p14:cNvPr>
                <p14:cNvContentPartPr/>
                <p14:nvPr/>
              </p14:nvContentPartPr>
              <p14:xfrm>
                <a:off x="4502340" y="2664368"/>
                <a:ext cx="139680" cy="1216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B23A21D-9334-3FB0-6E66-542536C4B45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493340" y="2655368"/>
                  <a:ext cx="1573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42DD9C0-15AD-345A-E07E-077407231C72}"/>
                    </a:ext>
                  </a:extLst>
                </p14:cNvPr>
                <p14:cNvContentPartPr/>
                <p14:nvPr/>
              </p14:nvContentPartPr>
              <p14:xfrm>
                <a:off x="4649940" y="2676968"/>
                <a:ext cx="152280" cy="81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42DD9C0-15AD-345A-E07E-077407231C7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640940" y="2668328"/>
                  <a:ext cx="1699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E7C4C29-75B8-72F8-7897-8C5ED8666486}"/>
                    </a:ext>
                  </a:extLst>
                </p14:cNvPr>
                <p14:cNvContentPartPr/>
                <p14:nvPr/>
              </p14:nvContentPartPr>
              <p14:xfrm>
                <a:off x="4805460" y="2691008"/>
                <a:ext cx="197280" cy="67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E7C4C29-75B8-72F8-7897-8C5ED866648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796820" y="2682368"/>
                  <a:ext cx="2149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409E85A-E021-0431-3CCB-A7FB55571783}"/>
                    </a:ext>
                  </a:extLst>
                </p14:cNvPr>
                <p14:cNvContentPartPr/>
                <p14:nvPr/>
              </p14:nvContentPartPr>
              <p14:xfrm>
                <a:off x="5057460" y="2679848"/>
                <a:ext cx="101880" cy="1767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409E85A-E021-0431-3CCB-A7FB5557178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048820" y="2670848"/>
                  <a:ext cx="1195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9C59E18-5C02-F5BA-23B9-AE411242F5AC}"/>
                    </a:ext>
                  </a:extLst>
                </p14:cNvPr>
                <p14:cNvContentPartPr/>
                <p14:nvPr/>
              </p14:nvContentPartPr>
              <p14:xfrm>
                <a:off x="5168340" y="2522888"/>
                <a:ext cx="158760" cy="2203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9C59E18-5C02-F5BA-23B9-AE411242F5A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159340" y="2514248"/>
                  <a:ext cx="1764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6EF3DCF-7312-E5E1-900A-40D5CADFC12E}"/>
                    </a:ext>
                  </a:extLst>
                </p14:cNvPr>
                <p14:cNvContentPartPr/>
                <p14:nvPr/>
              </p14:nvContentPartPr>
              <p14:xfrm>
                <a:off x="5295060" y="2540528"/>
                <a:ext cx="4320" cy="180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6EF3DCF-7312-E5E1-900A-40D5CADFC12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286420" y="2531528"/>
                  <a:ext cx="219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60A6CCF-4952-A8EB-2926-322FD0558F9D}"/>
                    </a:ext>
                  </a:extLst>
                </p14:cNvPr>
                <p14:cNvContentPartPr/>
                <p14:nvPr/>
              </p14:nvContentPartPr>
              <p14:xfrm>
                <a:off x="5392620" y="2661488"/>
                <a:ext cx="136800" cy="58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60A6CCF-4952-A8EB-2926-322FD0558F9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383980" y="2652848"/>
                  <a:ext cx="1544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B1D4CBD-26DE-7BFF-F258-7E9E58CCFB4D}"/>
                    </a:ext>
                  </a:extLst>
                </p14:cNvPr>
                <p14:cNvContentPartPr/>
                <p14:nvPr/>
              </p14:nvContentPartPr>
              <p14:xfrm>
                <a:off x="5506020" y="2656088"/>
                <a:ext cx="111600" cy="2797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B1D4CBD-26DE-7BFF-F258-7E9E58CCFB4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497380" y="2647448"/>
                  <a:ext cx="12924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B2D4976-4F37-E72B-2E5A-9DC3F44A832F}"/>
                    </a:ext>
                  </a:extLst>
                </p14:cNvPr>
                <p14:cNvContentPartPr/>
                <p14:nvPr/>
              </p14:nvContentPartPr>
              <p14:xfrm>
                <a:off x="4857660" y="2970728"/>
                <a:ext cx="74520" cy="1209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B2D4976-4F37-E72B-2E5A-9DC3F44A832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849020" y="2962088"/>
                  <a:ext cx="921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CF8E095-214A-E76A-51C0-C8B44E0488A5}"/>
                    </a:ext>
                  </a:extLst>
                </p14:cNvPr>
                <p14:cNvContentPartPr/>
                <p14:nvPr/>
              </p14:nvContentPartPr>
              <p14:xfrm>
                <a:off x="4959180" y="2994128"/>
                <a:ext cx="105480" cy="73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CF8E095-214A-E76A-51C0-C8B44E0488A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950180" y="2985128"/>
                  <a:ext cx="1231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D07E610-5F09-6092-9C05-BA68ED1B195F}"/>
                    </a:ext>
                  </a:extLst>
                </p14:cNvPr>
                <p14:cNvContentPartPr/>
                <p14:nvPr/>
              </p14:nvContentPartPr>
              <p14:xfrm>
                <a:off x="5044500" y="2857328"/>
                <a:ext cx="306720" cy="2138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D07E610-5F09-6092-9C05-BA68ED1B195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035860" y="2848328"/>
                  <a:ext cx="32436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4B1D96D-7E0C-938B-7904-7C3267998B31}"/>
              </a:ext>
            </a:extLst>
          </p:cNvPr>
          <p:cNvGrpSpPr/>
          <p:nvPr/>
        </p:nvGrpSpPr>
        <p:grpSpPr>
          <a:xfrm>
            <a:off x="6510060" y="3607928"/>
            <a:ext cx="821160" cy="330480"/>
            <a:chOff x="6510060" y="3607928"/>
            <a:chExt cx="821160" cy="33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B910FBF-7E2E-2EE0-9F95-92616B72634D}"/>
                    </a:ext>
                  </a:extLst>
                </p14:cNvPr>
                <p14:cNvContentPartPr/>
                <p14:nvPr/>
              </p14:nvContentPartPr>
              <p14:xfrm>
                <a:off x="6512580" y="3680648"/>
                <a:ext cx="818640" cy="187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B910FBF-7E2E-2EE0-9F95-92616B72634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503580" y="3672008"/>
                  <a:ext cx="836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B67BBBE-B4F2-972D-9BF0-3A0CFE920AFF}"/>
                    </a:ext>
                  </a:extLst>
                </p14:cNvPr>
                <p14:cNvContentPartPr/>
                <p14:nvPr/>
              </p14:nvContentPartPr>
              <p14:xfrm>
                <a:off x="6790500" y="3607928"/>
                <a:ext cx="116640" cy="727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B67BBBE-B4F2-972D-9BF0-3A0CFE920AF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781860" y="3599288"/>
                  <a:ext cx="1342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2207D72-CFF4-7422-6B50-602618BCC12E}"/>
                    </a:ext>
                  </a:extLst>
                </p14:cNvPr>
                <p14:cNvContentPartPr/>
                <p14:nvPr/>
              </p14:nvContentPartPr>
              <p14:xfrm>
                <a:off x="7162020" y="3608288"/>
                <a:ext cx="125280" cy="990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2207D72-CFF4-7422-6B50-602618BCC12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153380" y="3599648"/>
                  <a:ext cx="1429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3AA45D3-8916-2CCD-0109-B5775D5DBD4F}"/>
                    </a:ext>
                  </a:extLst>
                </p14:cNvPr>
                <p14:cNvContentPartPr/>
                <p14:nvPr/>
              </p14:nvContentPartPr>
              <p14:xfrm>
                <a:off x="7186860" y="3673088"/>
                <a:ext cx="91440" cy="568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3AA45D3-8916-2CCD-0109-B5775D5DBD4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177860" y="3664088"/>
                  <a:ext cx="1090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B29F13F-BC2D-900F-6C38-8C8FD5AE2A73}"/>
                    </a:ext>
                  </a:extLst>
                </p14:cNvPr>
                <p14:cNvContentPartPr/>
                <p14:nvPr/>
              </p14:nvContentPartPr>
              <p14:xfrm>
                <a:off x="6785820" y="3678128"/>
                <a:ext cx="98640" cy="493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B29F13F-BC2D-900F-6C38-8C8FD5AE2A7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776820" y="3669488"/>
                  <a:ext cx="1162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ECB7CCC-2471-9F68-AD2F-36007C00A2C9}"/>
                    </a:ext>
                  </a:extLst>
                </p14:cNvPr>
                <p14:cNvContentPartPr/>
                <p14:nvPr/>
              </p14:nvContentPartPr>
              <p14:xfrm>
                <a:off x="6595380" y="3844088"/>
                <a:ext cx="35280" cy="943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ECB7CCC-2471-9F68-AD2F-36007C00A2C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586380" y="3835088"/>
                  <a:ext cx="529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FD679DD-DDF6-A38A-CD41-6FB5FF380DC4}"/>
                    </a:ext>
                  </a:extLst>
                </p14:cNvPr>
                <p14:cNvContentPartPr/>
                <p14:nvPr/>
              </p14:nvContentPartPr>
              <p14:xfrm>
                <a:off x="6510060" y="3789728"/>
                <a:ext cx="146160" cy="140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FD679DD-DDF6-A38A-CD41-6FB5FF380DC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501420" y="3780728"/>
                  <a:ext cx="1638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271752D-B67C-FDA1-8BD2-9BA2707279B8}"/>
                    </a:ext>
                  </a:extLst>
                </p14:cNvPr>
                <p14:cNvContentPartPr/>
                <p14:nvPr/>
              </p14:nvContentPartPr>
              <p14:xfrm>
                <a:off x="6602940" y="3819968"/>
                <a:ext cx="16200" cy="1029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271752D-B67C-FDA1-8BD2-9BA2707279B8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594300" y="3811328"/>
                  <a:ext cx="338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C7FF3A9-2D71-C3A2-3B77-42427507031E}"/>
                    </a:ext>
                  </a:extLst>
                </p14:cNvPr>
                <p14:cNvContentPartPr/>
                <p14:nvPr/>
              </p14:nvContentPartPr>
              <p14:xfrm>
                <a:off x="6542100" y="3767768"/>
                <a:ext cx="144720" cy="244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C7FF3A9-2D71-C3A2-3B77-42427507031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533460" y="3758768"/>
                  <a:ext cx="16236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B2B58BF9-8E40-75BA-A182-A4781A536059}"/>
              </a:ext>
            </a:extLst>
          </p:cNvPr>
          <p:cNvGrpSpPr/>
          <p:nvPr/>
        </p:nvGrpSpPr>
        <p:grpSpPr>
          <a:xfrm>
            <a:off x="632340" y="2243888"/>
            <a:ext cx="2161080" cy="68040"/>
            <a:chOff x="632340" y="2243888"/>
            <a:chExt cx="2161080" cy="6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DD7997D-0B17-B668-C32C-1F3BA3BDFB2A}"/>
                    </a:ext>
                  </a:extLst>
                </p14:cNvPr>
                <p14:cNvContentPartPr/>
                <p14:nvPr/>
              </p14:nvContentPartPr>
              <p14:xfrm>
                <a:off x="632340" y="2243888"/>
                <a:ext cx="2161080" cy="651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DD7997D-0B17-B668-C32C-1F3BA3BDFB2A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23700" y="2235248"/>
                  <a:ext cx="21787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D463C07-35E0-BCF1-2C71-4B8E0434EC41}"/>
                    </a:ext>
                  </a:extLst>
                </p14:cNvPr>
                <p14:cNvContentPartPr/>
                <p14:nvPr/>
              </p14:nvContentPartPr>
              <p14:xfrm>
                <a:off x="2337660" y="2269448"/>
                <a:ext cx="413280" cy="424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D463C07-35E0-BCF1-2C71-4B8E0434EC4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329020" y="2260808"/>
                  <a:ext cx="430920" cy="6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50B10FAE-BA4B-26D2-09CA-15C35F3AC226}"/>
                  </a:ext>
                </a:extLst>
              </p14:cNvPr>
              <p14:cNvContentPartPr/>
              <p14:nvPr/>
            </p14:nvContentPartPr>
            <p14:xfrm>
              <a:off x="1006740" y="4853168"/>
              <a:ext cx="114480" cy="9144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50B10FAE-BA4B-26D2-09CA-15C35F3AC226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998100" y="4844168"/>
                <a:ext cx="132120" cy="10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A206C1C-5E89-47B5-3FD6-D6FDA2DF98AE}"/>
              </a:ext>
            </a:extLst>
          </p:cNvPr>
          <p:cNvGrpSpPr/>
          <p:nvPr/>
        </p:nvGrpSpPr>
        <p:grpSpPr>
          <a:xfrm>
            <a:off x="1501740" y="4642208"/>
            <a:ext cx="1593000" cy="379080"/>
            <a:chOff x="1501740" y="4642208"/>
            <a:chExt cx="1593000" cy="37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B71E154-3F91-955C-A994-DD5D8BB28F0A}"/>
                    </a:ext>
                  </a:extLst>
                </p14:cNvPr>
                <p14:cNvContentPartPr/>
                <p14:nvPr/>
              </p14:nvContentPartPr>
              <p14:xfrm>
                <a:off x="1501740" y="4825448"/>
                <a:ext cx="119520" cy="1108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B71E154-3F91-955C-A994-DD5D8BB28F0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492740" y="4816808"/>
                  <a:ext cx="1371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539FCE6-9993-E39E-25BF-9725B48ACAE2}"/>
                    </a:ext>
                  </a:extLst>
                </p14:cNvPr>
                <p14:cNvContentPartPr/>
                <p14:nvPr/>
              </p14:nvContentPartPr>
              <p14:xfrm>
                <a:off x="1664820" y="4852448"/>
                <a:ext cx="101880" cy="788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539FCE6-9993-E39E-25BF-9725B48ACAE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656180" y="4843448"/>
                  <a:ext cx="1195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01185E4-1ED0-5563-3BA3-82D02CAE1720}"/>
                    </a:ext>
                  </a:extLst>
                </p14:cNvPr>
                <p14:cNvContentPartPr/>
                <p14:nvPr/>
              </p14:nvContentPartPr>
              <p14:xfrm>
                <a:off x="1802700" y="4816448"/>
                <a:ext cx="47520" cy="1029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01185E4-1ED0-5563-3BA3-82D02CAE172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793700" y="4807808"/>
                  <a:ext cx="651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0102F90-9D25-97D4-9D66-55EAC0686470}"/>
                    </a:ext>
                  </a:extLst>
                </p14:cNvPr>
                <p14:cNvContentPartPr/>
                <p14:nvPr/>
              </p14:nvContentPartPr>
              <p14:xfrm>
                <a:off x="1954980" y="4836968"/>
                <a:ext cx="257040" cy="997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0102F90-9D25-97D4-9D66-55EAC068647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946340" y="4828328"/>
                  <a:ext cx="2746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306FEB3-6EE1-F6C8-ADA1-8FE0EA78EF26}"/>
                    </a:ext>
                  </a:extLst>
                </p14:cNvPr>
                <p14:cNvContentPartPr/>
                <p14:nvPr/>
              </p14:nvContentPartPr>
              <p14:xfrm>
                <a:off x="2178540" y="4821128"/>
                <a:ext cx="109440" cy="110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306FEB3-6EE1-F6C8-ADA1-8FE0EA78EF26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169540" y="4812488"/>
                  <a:ext cx="1270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12F6660-B20D-A37C-533B-FCB9B41CF4E8}"/>
                    </a:ext>
                  </a:extLst>
                </p14:cNvPr>
                <p14:cNvContentPartPr/>
                <p14:nvPr/>
              </p14:nvContentPartPr>
              <p14:xfrm>
                <a:off x="2369340" y="4815008"/>
                <a:ext cx="118800" cy="2062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12F6660-B20D-A37C-533B-FCB9B41CF4E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2360700" y="4806008"/>
                  <a:ext cx="1364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DDEA4B4-6F00-BEAF-B0C8-A26573237F13}"/>
                    </a:ext>
                  </a:extLst>
                </p14:cNvPr>
                <p14:cNvContentPartPr/>
                <p14:nvPr/>
              </p14:nvContentPartPr>
              <p14:xfrm>
                <a:off x="2515140" y="4841648"/>
                <a:ext cx="333000" cy="763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DDEA4B4-6F00-BEAF-B0C8-A26573237F13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506140" y="4833008"/>
                  <a:ext cx="3506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F525FA1-E4E8-9D94-8E05-19BA2C406E6B}"/>
                    </a:ext>
                  </a:extLst>
                </p14:cNvPr>
                <p14:cNvContentPartPr/>
                <p14:nvPr/>
              </p14:nvContentPartPr>
              <p14:xfrm>
                <a:off x="2876940" y="4642208"/>
                <a:ext cx="112320" cy="2779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F525FA1-E4E8-9D94-8E05-19BA2C406E6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867940" y="4633208"/>
                  <a:ext cx="1299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EDC22B3-4494-1EC7-52DB-30490B08DCCF}"/>
                    </a:ext>
                  </a:extLst>
                </p14:cNvPr>
                <p14:cNvContentPartPr/>
                <p14:nvPr/>
              </p14:nvContentPartPr>
              <p14:xfrm>
                <a:off x="2955420" y="4784768"/>
                <a:ext cx="139320" cy="1058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EDC22B3-4494-1EC7-52DB-30490B08DCCF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946420" y="4776128"/>
                  <a:ext cx="15696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634F5FA-85F2-59F4-9660-C66D522C7C94}"/>
              </a:ext>
            </a:extLst>
          </p:cNvPr>
          <p:cNvGrpSpPr/>
          <p:nvPr/>
        </p:nvGrpSpPr>
        <p:grpSpPr>
          <a:xfrm>
            <a:off x="3350700" y="4634288"/>
            <a:ext cx="230400" cy="232920"/>
            <a:chOff x="3350700" y="4634288"/>
            <a:chExt cx="230400" cy="23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2EE21F4-598A-7466-C1E6-D12B0DFDBA6C}"/>
                    </a:ext>
                  </a:extLst>
                </p14:cNvPr>
                <p14:cNvContentPartPr/>
                <p14:nvPr/>
              </p14:nvContentPartPr>
              <p14:xfrm>
                <a:off x="3356100" y="4634288"/>
                <a:ext cx="73440" cy="2185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2EE21F4-598A-7466-C1E6-D12B0DFDBA6C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347100" y="4625288"/>
                  <a:ext cx="910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21B40D9-77D7-6FA3-42CD-8AB1C2002A43}"/>
                    </a:ext>
                  </a:extLst>
                </p14:cNvPr>
                <p14:cNvContentPartPr/>
                <p14:nvPr/>
              </p14:nvContentPartPr>
              <p14:xfrm>
                <a:off x="3350700" y="4773968"/>
                <a:ext cx="104400" cy="216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21B40D9-77D7-6FA3-42CD-8AB1C2002A43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341700" y="4765328"/>
                  <a:ext cx="1220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9C44E86-25A8-F9D8-9943-5210F699FF6F}"/>
                    </a:ext>
                  </a:extLst>
                </p14:cNvPr>
                <p14:cNvContentPartPr/>
                <p14:nvPr/>
              </p14:nvContentPartPr>
              <p14:xfrm>
                <a:off x="3486060" y="4779728"/>
                <a:ext cx="95040" cy="874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9C44E86-25A8-F9D8-9943-5210F699FF6F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477420" y="4771088"/>
                  <a:ext cx="112680" cy="10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18BE70F4-B617-E355-199C-698114B947F5}"/>
              </a:ext>
            </a:extLst>
          </p:cNvPr>
          <p:cNvGrpSpPr/>
          <p:nvPr/>
        </p:nvGrpSpPr>
        <p:grpSpPr>
          <a:xfrm>
            <a:off x="3886380" y="4597928"/>
            <a:ext cx="872640" cy="321840"/>
            <a:chOff x="3886380" y="4597928"/>
            <a:chExt cx="872640" cy="32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C3FA88C-332D-F81B-7B6A-33C128692512}"/>
                    </a:ext>
                  </a:extLst>
                </p14:cNvPr>
                <p14:cNvContentPartPr/>
                <p14:nvPr/>
              </p14:nvContentPartPr>
              <p14:xfrm>
                <a:off x="3886380" y="4673888"/>
                <a:ext cx="103680" cy="2145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C3FA88C-332D-F81B-7B6A-33C12869251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877380" y="4665248"/>
                  <a:ext cx="1213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8D5C63D-2947-E6C3-8CFD-0F0F8B06558D}"/>
                    </a:ext>
                  </a:extLst>
                </p14:cNvPr>
                <p14:cNvContentPartPr/>
                <p14:nvPr/>
              </p14:nvContentPartPr>
              <p14:xfrm>
                <a:off x="4046940" y="4821128"/>
                <a:ext cx="30600" cy="658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8D5C63D-2947-E6C3-8CFD-0F0F8B06558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038300" y="4812488"/>
                  <a:ext cx="482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76ACE51-DB28-3A39-FBF2-52E15BB4B9A2}"/>
                    </a:ext>
                  </a:extLst>
                </p14:cNvPr>
                <p14:cNvContentPartPr/>
                <p14:nvPr/>
              </p14:nvContentPartPr>
              <p14:xfrm>
                <a:off x="4015980" y="4717448"/>
                <a:ext cx="1080" cy="64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76ACE51-DB28-3A39-FBF2-52E15BB4B9A2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006980" y="4708448"/>
                  <a:ext cx="187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2399097-5B98-10C0-5415-5FE43022C8A6}"/>
                    </a:ext>
                  </a:extLst>
                </p14:cNvPr>
                <p14:cNvContentPartPr/>
                <p14:nvPr/>
              </p14:nvContentPartPr>
              <p14:xfrm>
                <a:off x="4095180" y="4665248"/>
                <a:ext cx="56520" cy="2275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2399097-5B98-10C0-5415-5FE43022C8A6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086180" y="4656608"/>
                  <a:ext cx="741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DEC89CB-9289-E8A9-3A70-24951AD543A5}"/>
                    </a:ext>
                  </a:extLst>
                </p14:cNvPr>
                <p14:cNvContentPartPr/>
                <p14:nvPr/>
              </p14:nvContentPartPr>
              <p14:xfrm>
                <a:off x="4060980" y="4836968"/>
                <a:ext cx="90360" cy="262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DEC89CB-9289-E8A9-3A70-24951AD543A5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051980" y="4828328"/>
                  <a:ext cx="1080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E2EC217-FB73-C099-9D6D-B56934C8007D}"/>
                    </a:ext>
                  </a:extLst>
                </p14:cNvPr>
                <p14:cNvContentPartPr/>
                <p14:nvPr/>
              </p14:nvContentPartPr>
              <p14:xfrm>
                <a:off x="4206420" y="4680368"/>
                <a:ext cx="64440" cy="2394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E2EC217-FB73-C099-9D6D-B56934C8007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197420" y="4671368"/>
                  <a:ext cx="820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6E36507-E293-8C1D-5057-1FB532EF80C2}"/>
                    </a:ext>
                  </a:extLst>
                </p14:cNvPr>
                <p14:cNvContentPartPr/>
                <p14:nvPr/>
              </p14:nvContentPartPr>
              <p14:xfrm>
                <a:off x="4173660" y="4773968"/>
                <a:ext cx="337320" cy="1209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6E36507-E293-8C1D-5057-1FB532EF80C2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164660" y="4764968"/>
                  <a:ext cx="3549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F4CB5A6-3E71-98F2-269F-51B5989C856B}"/>
                    </a:ext>
                  </a:extLst>
                </p14:cNvPr>
                <p14:cNvContentPartPr/>
                <p14:nvPr/>
              </p14:nvContentPartPr>
              <p14:xfrm>
                <a:off x="4564260" y="4784768"/>
                <a:ext cx="180720" cy="975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F4CB5A6-3E71-98F2-269F-51B5989C856B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555260" y="4776128"/>
                  <a:ext cx="1983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6E57C1D-322C-66E9-3CDB-13B9B9E70756}"/>
                    </a:ext>
                  </a:extLst>
                </p14:cNvPr>
                <p14:cNvContentPartPr/>
                <p14:nvPr/>
              </p14:nvContentPartPr>
              <p14:xfrm>
                <a:off x="4654980" y="4597928"/>
                <a:ext cx="96480" cy="2444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6E57C1D-322C-66E9-3CDB-13B9B9E7075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645980" y="4588928"/>
                  <a:ext cx="1141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8CDC718-4372-CB9D-EE54-080AD055B8BB}"/>
                    </a:ext>
                  </a:extLst>
                </p14:cNvPr>
                <p14:cNvContentPartPr/>
                <p14:nvPr/>
              </p14:nvContentPartPr>
              <p14:xfrm>
                <a:off x="4649580" y="4752728"/>
                <a:ext cx="109440" cy="219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8CDC718-4372-CB9D-EE54-080AD055B8B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640940" y="4744088"/>
                  <a:ext cx="12708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83323FD3-E107-2ECD-E6E1-9AC726F17D3B}"/>
              </a:ext>
            </a:extLst>
          </p:cNvPr>
          <p:cNvGrpSpPr/>
          <p:nvPr/>
        </p:nvGrpSpPr>
        <p:grpSpPr>
          <a:xfrm>
            <a:off x="4978980" y="4607288"/>
            <a:ext cx="159840" cy="236160"/>
            <a:chOff x="4978980" y="4607288"/>
            <a:chExt cx="159840" cy="23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5816538-2B6C-D097-B206-427321F07E49}"/>
                    </a:ext>
                  </a:extLst>
                </p14:cNvPr>
                <p14:cNvContentPartPr/>
                <p14:nvPr/>
              </p14:nvContentPartPr>
              <p14:xfrm>
                <a:off x="5008140" y="4607288"/>
                <a:ext cx="130680" cy="2361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5816538-2B6C-D097-B206-427321F07E49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4999500" y="4598648"/>
                  <a:ext cx="1483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2269F33-2025-C783-8DC7-1025FCF6AAF9}"/>
                    </a:ext>
                  </a:extLst>
                </p14:cNvPr>
                <p14:cNvContentPartPr/>
                <p14:nvPr/>
              </p14:nvContentPartPr>
              <p14:xfrm>
                <a:off x="4978980" y="4717448"/>
                <a:ext cx="128160" cy="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2269F33-2025-C783-8DC7-1025FCF6AAF9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4970340" y="4708448"/>
                  <a:ext cx="1458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8D0FD809-735B-3623-09B3-0716B22F9345}"/>
              </a:ext>
            </a:extLst>
          </p:cNvPr>
          <p:cNvGrpSpPr/>
          <p:nvPr/>
        </p:nvGrpSpPr>
        <p:grpSpPr>
          <a:xfrm>
            <a:off x="1586700" y="5089688"/>
            <a:ext cx="1485360" cy="335160"/>
            <a:chOff x="1586700" y="5089688"/>
            <a:chExt cx="1485360" cy="33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BE2143D-23CB-B0D4-EE41-C19324DD9282}"/>
                    </a:ext>
                  </a:extLst>
                </p14:cNvPr>
                <p14:cNvContentPartPr/>
                <p14:nvPr/>
              </p14:nvContentPartPr>
              <p14:xfrm>
                <a:off x="1586700" y="5091848"/>
                <a:ext cx="345960" cy="2242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BE2143D-23CB-B0D4-EE41-C19324DD928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578060" y="5083208"/>
                  <a:ext cx="3636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7DCFE62-C43D-B11B-4C57-18DB207EC8D2}"/>
                    </a:ext>
                  </a:extLst>
                </p14:cNvPr>
                <p14:cNvContentPartPr/>
                <p14:nvPr/>
              </p14:nvContentPartPr>
              <p14:xfrm>
                <a:off x="1921500" y="5189768"/>
                <a:ext cx="382320" cy="1875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7DCFE62-C43D-B11B-4C57-18DB207EC8D2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912500" y="5180768"/>
                  <a:ext cx="3999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E8E1BDC-FF6D-8DFF-5DA3-E5933FDE882E}"/>
                    </a:ext>
                  </a:extLst>
                </p14:cNvPr>
                <p14:cNvContentPartPr/>
                <p14:nvPr/>
              </p14:nvContentPartPr>
              <p14:xfrm>
                <a:off x="2261340" y="5236568"/>
                <a:ext cx="156600" cy="518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E8E1BDC-FF6D-8DFF-5DA3-E5933FDE882E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252700" y="5227928"/>
                  <a:ext cx="1742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FA1F5BE-9EC9-D4C4-87BA-4F0BF9C8AC67}"/>
                    </a:ext>
                  </a:extLst>
                </p14:cNvPr>
                <p14:cNvContentPartPr/>
                <p14:nvPr/>
              </p14:nvContentPartPr>
              <p14:xfrm>
                <a:off x="2486700" y="5089688"/>
                <a:ext cx="148680" cy="2368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FA1F5BE-9EC9-D4C4-87BA-4F0BF9C8AC6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477700" y="5080688"/>
                  <a:ext cx="1663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96616A7-1BBC-B2D6-0039-148CC5A84F72}"/>
                    </a:ext>
                  </a:extLst>
                </p14:cNvPr>
                <p14:cNvContentPartPr/>
                <p14:nvPr/>
              </p14:nvContentPartPr>
              <p14:xfrm>
                <a:off x="2228580" y="5226848"/>
                <a:ext cx="217080" cy="835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96616A7-1BBC-B2D6-0039-148CC5A84F72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219940" y="5217848"/>
                  <a:ext cx="2347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C451EBB-1AD7-EC03-18E9-086BFE6C7306}"/>
                    </a:ext>
                  </a:extLst>
                </p14:cNvPr>
                <p14:cNvContentPartPr/>
                <p14:nvPr/>
              </p14:nvContentPartPr>
              <p14:xfrm>
                <a:off x="2665260" y="5231528"/>
                <a:ext cx="55800" cy="752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C451EBB-1AD7-EC03-18E9-086BFE6C730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656260" y="5222888"/>
                  <a:ext cx="734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1359973-6C36-10CB-F741-CA943CF4E8AA}"/>
                    </a:ext>
                  </a:extLst>
                </p14:cNvPr>
                <p14:cNvContentPartPr/>
                <p14:nvPr/>
              </p14:nvContentPartPr>
              <p14:xfrm>
                <a:off x="2628900" y="5112008"/>
                <a:ext cx="20160" cy="450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1359973-6C36-10CB-F741-CA943CF4E8AA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2619900" y="5103368"/>
                  <a:ext cx="378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532F7EA-435B-6EC9-D381-D7DDD6124C93}"/>
                    </a:ext>
                  </a:extLst>
                </p14:cNvPr>
                <p14:cNvContentPartPr/>
                <p14:nvPr/>
              </p14:nvContentPartPr>
              <p14:xfrm>
                <a:off x="2743020" y="5236208"/>
                <a:ext cx="221040" cy="716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532F7EA-435B-6EC9-D381-D7DDD6124C93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734020" y="5227568"/>
                  <a:ext cx="2386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CAE4075-CF02-41FC-F50E-769B247F2A00}"/>
                    </a:ext>
                  </a:extLst>
                </p14:cNvPr>
                <p14:cNvContentPartPr/>
                <p14:nvPr/>
              </p14:nvContentPartPr>
              <p14:xfrm>
                <a:off x="2909340" y="5209568"/>
                <a:ext cx="162720" cy="2152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CAE4075-CF02-41FC-F50E-769B247F2A00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2900340" y="5200928"/>
                  <a:ext cx="180360" cy="23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8D719C77-306C-95D1-9E52-B48202958F7A}"/>
              </a:ext>
            </a:extLst>
          </p:cNvPr>
          <p:cNvGrpSpPr/>
          <p:nvPr/>
        </p:nvGrpSpPr>
        <p:grpSpPr>
          <a:xfrm>
            <a:off x="3396420" y="5208128"/>
            <a:ext cx="308160" cy="92160"/>
            <a:chOff x="3396420" y="5208128"/>
            <a:chExt cx="308160" cy="9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06A37E8-5DC6-5956-73D1-C165106A78BB}"/>
                    </a:ext>
                  </a:extLst>
                </p14:cNvPr>
                <p14:cNvContentPartPr/>
                <p14:nvPr/>
              </p14:nvContentPartPr>
              <p14:xfrm>
                <a:off x="3396420" y="5208488"/>
                <a:ext cx="120960" cy="918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06A37E8-5DC6-5956-73D1-C165106A78BB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387780" y="5199488"/>
                  <a:ext cx="1386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6C47516-EB1B-9D20-C16B-1122B741665F}"/>
                    </a:ext>
                  </a:extLst>
                </p14:cNvPr>
                <p14:cNvContentPartPr/>
                <p14:nvPr/>
              </p14:nvContentPartPr>
              <p14:xfrm>
                <a:off x="3538620" y="5208128"/>
                <a:ext cx="165960" cy="756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6C47516-EB1B-9D20-C16B-1122B741665F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3529980" y="5199128"/>
                  <a:ext cx="18360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B24AB191-935F-2D1B-FF09-A571047B8685}"/>
              </a:ext>
            </a:extLst>
          </p:cNvPr>
          <p:cNvGrpSpPr/>
          <p:nvPr/>
        </p:nvGrpSpPr>
        <p:grpSpPr>
          <a:xfrm>
            <a:off x="3999420" y="5046128"/>
            <a:ext cx="811800" cy="447120"/>
            <a:chOff x="3999420" y="5046128"/>
            <a:chExt cx="811800" cy="44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406D667-B88A-6C41-3E66-69F3568301A9}"/>
                    </a:ext>
                  </a:extLst>
                </p14:cNvPr>
                <p14:cNvContentPartPr/>
                <p14:nvPr/>
              </p14:nvContentPartPr>
              <p14:xfrm>
                <a:off x="3999420" y="5103368"/>
                <a:ext cx="158760" cy="3214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406D667-B88A-6C41-3E66-69F3568301A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3990420" y="5094728"/>
                  <a:ext cx="17640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E7E971D-D37E-8BBB-68F1-74DE71262D45}"/>
                    </a:ext>
                  </a:extLst>
                </p14:cNvPr>
                <p14:cNvContentPartPr/>
                <p14:nvPr/>
              </p14:nvContentPartPr>
              <p14:xfrm>
                <a:off x="4031460" y="5304248"/>
                <a:ext cx="114480" cy="57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E7E971D-D37E-8BBB-68F1-74DE71262D45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022820" y="5295248"/>
                  <a:ext cx="132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F38FF95-BC14-CDD7-858B-5797F7E720A4}"/>
                    </a:ext>
                  </a:extLst>
                </p14:cNvPr>
                <p14:cNvContentPartPr/>
                <p14:nvPr/>
              </p14:nvContentPartPr>
              <p14:xfrm>
                <a:off x="4161780" y="5259248"/>
                <a:ext cx="77400" cy="1234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F38FF95-BC14-CDD7-858B-5797F7E720A4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152780" y="5250248"/>
                  <a:ext cx="950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DB61A92-BED5-8823-8254-7D6405A3E243}"/>
                    </a:ext>
                  </a:extLst>
                </p14:cNvPr>
                <p14:cNvContentPartPr/>
                <p14:nvPr/>
              </p14:nvContentPartPr>
              <p14:xfrm>
                <a:off x="4360860" y="5278688"/>
                <a:ext cx="91800" cy="158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DB61A92-BED5-8823-8254-7D6405A3E243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352220" y="5269688"/>
                  <a:ext cx="1094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2DED167-455B-4FF5-85A0-8F6E4EE0351B}"/>
                    </a:ext>
                  </a:extLst>
                </p14:cNvPr>
                <p14:cNvContentPartPr/>
                <p14:nvPr/>
              </p14:nvContentPartPr>
              <p14:xfrm>
                <a:off x="4326300" y="5215328"/>
                <a:ext cx="110880" cy="219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2DED167-455B-4FF5-85A0-8F6E4EE0351B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317300" y="5206328"/>
                  <a:ext cx="1285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E57D2C1-64C9-F6D4-CB4F-3B59E366A38F}"/>
                    </a:ext>
                  </a:extLst>
                </p14:cNvPr>
                <p14:cNvContentPartPr/>
                <p14:nvPr/>
              </p14:nvContentPartPr>
              <p14:xfrm>
                <a:off x="4636260" y="5046128"/>
                <a:ext cx="55800" cy="1180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E57D2C1-64C9-F6D4-CB4F-3B59E366A38F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4627260" y="5037128"/>
                  <a:ext cx="734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86B8E08-96EC-801A-93A7-B6E68F51AB91}"/>
                    </a:ext>
                  </a:extLst>
                </p14:cNvPr>
                <p14:cNvContentPartPr/>
                <p14:nvPr/>
              </p14:nvContentPartPr>
              <p14:xfrm>
                <a:off x="4601700" y="5247368"/>
                <a:ext cx="209520" cy="180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86B8E08-96EC-801A-93A7-B6E68F51AB91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4593060" y="5238368"/>
                  <a:ext cx="2271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090F016-D552-342B-33CC-CBD85D83F9C0}"/>
                    </a:ext>
                  </a:extLst>
                </p14:cNvPr>
                <p14:cNvContentPartPr/>
                <p14:nvPr/>
              </p14:nvContentPartPr>
              <p14:xfrm>
                <a:off x="4686300" y="5361488"/>
                <a:ext cx="46440" cy="1317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090F016-D552-342B-33CC-CBD85D83F9C0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4677300" y="5352848"/>
                  <a:ext cx="640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568F0CC-1506-8095-3E3E-C1F15BD23F3E}"/>
                    </a:ext>
                  </a:extLst>
                </p14:cNvPr>
                <p14:cNvContentPartPr/>
                <p14:nvPr/>
              </p14:nvContentPartPr>
              <p14:xfrm>
                <a:off x="4609260" y="5351408"/>
                <a:ext cx="160560" cy="154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568F0CC-1506-8095-3E3E-C1F15BD23F3E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4600260" y="5342408"/>
                  <a:ext cx="178200" cy="331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frequency and discrete frequency are related—but not identical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converts rad/s to rad/sample.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85216" y="1271016"/>
            <a:ext cx="5084064" cy="932688"/>
          </a:xfrm>
          <a:prstGeom prst="roundRect">
            <a:avLst>
              <a:gd name="adj" fmla="val 4902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6049" y="1325880"/>
            <a:ext cx="2562398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31720"/>
            <a:ext cx="484632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Ω: continuous-time angular frequency [rad/s].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ω: discrete-time angular frequency [rad/sample].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 is only unique modulo 2π.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 many analog frequencies can map to one digital frequency.</a:t>
            </a:r>
            <a:endParaRPr lang="en-US" sz="2000" dirty="0"/>
          </a:p>
        </p:txBody>
      </p:sp>
      <p:pic>
        <p:nvPicPr>
          <p:cNvPr id="7" name="Image 1" descr="/mnt/data/week2_dsp_ml/assets/frequency_map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376642"/>
            <a:ext cx="5532120" cy="228759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F493C7D-C33E-1BAB-E616-94880814C551}"/>
                  </a:ext>
                </a:extLst>
              </p14:cNvPr>
              <p14:cNvContentPartPr/>
              <p14:nvPr/>
            </p14:nvContentPartPr>
            <p14:xfrm>
              <a:off x="1759860" y="1942928"/>
              <a:ext cx="290160" cy="27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F493C7D-C33E-1BAB-E616-94880814C55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50860" y="1934288"/>
                <a:ext cx="30780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FCEF71C5-EAA4-012F-AB55-63F064F84DAE}"/>
              </a:ext>
            </a:extLst>
          </p:cNvPr>
          <p:cNvGrpSpPr/>
          <p:nvPr/>
        </p:nvGrpSpPr>
        <p:grpSpPr>
          <a:xfrm>
            <a:off x="924660" y="1273688"/>
            <a:ext cx="314640" cy="208800"/>
            <a:chOff x="924660" y="1273688"/>
            <a:chExt cx="314640" cy="20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2335B6C-A3FA-B3C6-AF98-F9A4715C8565}"/>
                    </a:ext>
                  </a:extLst>
                </p14:cNvPr>
                <p14:cNvContentPartPr/>
                <p14:nvPr/>
              </p14:nvContentPartPr>
              <p14:xfrm>
                <a:off x="1038780" y="1386008"/>
                <a:ext cx="29880" cy="96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2335B6C-A3FA-B3C6-AF98-F9A4715C856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30140" y="1377368"/>
                  <a:ext cx="475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79F7917-7B8A-EC5F-4813-456ADACA194E}"/>
                    </a:ext>
                  </a:extLst>
                </p14:cNvPr>
                <p14:cNvContentPartPr/>
                <p14:nvPr/>
              </p14:nvContentPartPr>
              <p14:xfrm>
                <a:off x="924660" y="1328408"/>
                <a:ext cx="203760" cy="126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79F7917-7B8A-EC5F-4813-456ADACA194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15660" y="1319768"/>
                  <a:ext cx="2214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F94E5D9-9F2B-CBF6-F66A-5A63646F2312}"/>
                    </a:ext>
                  </a:extLst>
                </p14:cNvPr>
                <p14:cNvContentPartPr/>
                <p14:nvPr/>
              </p14:nvContentPartPr>
              <p14:xfrm>
                <a:off x="1200060" y="1334888"/>
                <a:ext cx="39240" cy="77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F94E5D9-9F2B-CBF6-F66A-5A63646F231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91060" y="1326248"/>
                  <a:ext cx="568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EFB06D4-D3FC-5905-2D2F-0E3028366EC3}"/>
                    </a:ext>
                  </a:extLst>
                </p14:cNvPr>
                <p14:cNvContentPartPr/>
                <p14:nvPr/>
              </p14:nvContentPartPr>
              <p14:xfrm>
                <a:off x="1089180" y="1273688"/>
                <a:ext cx="147240" cy="30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EFB06D4-D3FC-5905-2D2F-0E3028366EC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80540" y="1264688"/>
                  <a:ext cx="16488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72A4DD3-50EE-3C85-3306-C38C354EB7BB}"/>
              </a:ext>
            </a:extLst>
          </p:cNvPr>
          <p:cNvGrpSpPr/>
          <p:nvPr/>
        </p:nvGrpSpPr>
        <p:grpSpPr>
          <a:xfrm>
            <a:off x="1411380" y="1255688"/>
            <a:ext cx="453960" cy="220680"/>
            <a:chOff x="1411380" y="1255688"/>
            <a:chExt cx="453960" cy="22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A28B496-784C-EB0A-780F-2183E816CD98}"/>
                    </a:ext>
                  </a:extLst>
                </p14:cNvPr>
                <p14:cNvContentPartPr/>
                <p14:nvPr/>
              </p14:nvContentPartPr>
              <p14:xfrm>
                <a:off x="1412100" y="1255688"/>
                <a:ext cx="94320" cy="220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A28B496-784C-EB0A-780F-2183E816CD9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03100" y="1246688"/>
                  <a:ext cx="1119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B8083FD-DC92-6DA9-0E7D-F834072C1B09}"/>
                    </a:ext>
                  </a:extLst>
                </p14:cNvPr>
                <p14:cNvContentPartPr/>
                <p14:nvPr/>
              </p14:nvContentPartPr>
              <p14:xfrm>
                <a:off x="1411380" y="1381688"/>
                <a:ext cx="64080" cy="9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B8083FD-DC92-6DA9-0E7D-F834072C1B0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402740" y="1373048"/>
                  <a:ext cx="817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241242F-4352-3E2B-9A81-8BDED64EBC06}"/>
                    </a:ext>
                  </a:extLst>
                </p14:cNvPr>
                <p14:cNvContentPartPr/>
                <p14:nvPr/>
              </p14:nvContentPartPr>
              <p14:xfrm>
                <a:off x="1509300" y="1268648"/>
                <a:ext cx="220680" cy="111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241242F-4352-3E2B-9A81-8BDED64EBC0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500300" y="1260008"/>
                  <a:ext cx="2383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314B6AE-5A48-4CEA-80DF-DBEBD10E30E1}"/>
                    </a:ext>
                  </a:extLst>
                </p14:cNvPr>
                <p14:cNvContentPartPr/>
                <p14:nvPr/>
              </p14:nvContentPartPr>
              <p14:xfrm>
                <a:off x="1728540" y="1274408"/>
                <a:ext cx="134280" cy="144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314B6AE-5A48-4CEA-80DF-DBEBD10E30E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719900" y="1265408"/>
                  <a:ext cx="1519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F538247-2C26-2924-AAA2-29EDF27134C5}"/>
                    </a:ext>
                  </a:extLst>
                </p14:cNvPr>
                <p14:cNvContentPartPr/>
                <p14:nvPr/>
              </p14:nvContentPartPr>
              <p14:xfrm>
                <a:off x="1864980" y="1355768"/>
                <a:ext cx="360" cy="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F538247-2C26-2924-AAA2-29EDF27134C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856340" y="13471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BC87DE2-700F-8280-CFB4-0EA7A29F0376}"/>
              </a:ext>
            </a:extLst>
          </p:cNvPr>
          <p:cNvGrpSpPr/>
          <p:nvPr/>
        </p:nvGrpSpPr>
        <p:grpSpPr>
          <a:xfrm>
            <a:off x="1121940" y="4982408"/>
            <a:ext cx="343440" cy="130680"/>
            <a:chOff x="1121940" y="4982408"/>
            <a:chExt cx="343440" cy="13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6B9B43D-2151-CC26-3A66-F87CE76742B2}"/>
                    </a:ext>
                  </a:extLst>
                </p14:cNvPr>
                <p14:cNvContentPartPr/>
                <p14:nvPr/>
              </p14:nvContentPartPr>
              <p14:xfrm>
                <a:off x="1121940" y="4982408"/>
                <a:ext cx="229320" cy="130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6B9B43D-2151-CC26-3A66-F87CE76742B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13300" y="4973408"/>
                  <a:ext cx="2469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D0068A4-54E6-F832-D0A9-D4BA6167711C}"/>
                    </a:ext>
                  </a:extLst>
                </p14:cNvPr>
                <p14:cNvContentPartPr/>
                <p14:nvPr/>
              </p14:nvContentPartPr>
              <p14:xfrm>
                <a:off x="1465020" y="4996808"/>
                <a:ext cx="360" cy="1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D0068A4-54E6-F832-D0A9-D4BA6167711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456020" y="4987808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DFD9A7E-8FD1-F341-1693-8FB18F02075D}"/>
                    </a:ext>
                  </a:extLst>
                </p14:cNvPr>
                <p14:cNvContentPartPr/>
                <p14:nvPr/>
              </p14:nvContentPartPr>
              <p14:xfrm>
                <a:off x="1459620" y="5081048"/>
                <a:ext cx="360" cy="1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DFD9A7E-8FD1-F341-1693-8FB18F02075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450980" y="5072048"/>
                  <a:ext cx="1800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5C2B067-B065-8EEE-4EFD-6F9A0F6CBC04}"/>
              </a:ext>
            </a:extLst>
          </p:cNvPr>
          <p:cNvGrpSpPr/>
          <p:nvPr/>
        </p:nvGrpSpPr>
        <p:grpSpPr>
          <a:xfrm>
            <a:off x="1797300" y="4822928"/>
            <a:ext cx="1725840" cy="341280"/>
            <a:chOff x="1797300" y="4822928"/>
            <a:chExt cx="1725840" cy="34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FDF4B45-99FB-DE8E-AA1D-11F4FE1FDB89}"/>
                    </a:ext>
                  </a:extLst>
                </p14:cNvPr>
                <p14:cNvContentPartPr/>
                <p14:nvPr/>
              </p14:nvContentPartPr>
              <p14:xfrm>
                <a:off x="1797300" y="4992848"/>
                <a:ext cx="93240" cy="100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FDF4B45-99FB-DE8E-AA1D-11F4FE1FDB8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788660" y="4983848"/>
                  <a:ext cx="1108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5492029-C8E0-568A-09E7-70A7581994DE}"/>
                    </a:ext>
                  </a:extLst>
                </p14:cNvPr>
                <p14:cNvContentPartPr/>
                <p14:nvPr/>
              </p14:nvContentPartPr>
              <p14:xfrm>
                <a:off x="1960740" y="5027048"/>
                <a:ext cx="117720" cy="72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5492029-C8E0-568A-09E7-70A7581994D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952100" y="5018048"/>
                  <a:ext cx="1353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4AEB6A7-687F-24EC-D120-EB282E77D22B}"/>
                    </a:ext>
                  </a:extLst>
                </p14:cNvPr>
                <p14:cNvContentPartPr/>
                <p14:nvPr/>
              </p14:nvContentPartPr>
              <p14:xfrm>
                <a:off x="2144340" y="4863968"/>
                <a:ext cx="104040" cy="222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4AEB6A7-687F-24EC-D120-EB282E77D22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135700" y="4855328"/>
                  <a:ext cx="1216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F71570C-6EE8-9179-A039-8D24A291279C}"/>
                    </a:ext>
                  </a:extLst>
                </p14:cNvPr>
                <p14:cNvContentPartPr/>
                <p14:nvPr/>
              </p14:nvContentPartPr>
              <p14:xfrm>
                <a:off x="2326500" y="4822928"/>
                <a:ext cx="140040" cy="289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F71570C-6EE8-9179-A039-8D24A291279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317500" y="4813928"/>
                  <a:ext cx="1576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4091BBF-C41F-609E-F9C1-53578953D009}"/>
                    </a:ext>
                  </a:extLst>
                </p14:cNvPr>
                <p14:cNvContentPartPr/>
                <p14:nvPr/>
              </p14:nvContentPartPr>
              <p14:xfrm>
                <a:off x="2483460" y="4979528"/>
                <a:ext cx="121680" cy="1339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4091BBF-C41F-609E-F9C1-53578953D00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474820" y="4970888"/>
                  <a:ext cx="1393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925BFDC-711F-AA05-5D11-1F487E3808FC}"/>
                    </a:ext>
                  </a:extLst>
                </p14:cNvPr>
                <p14:cNvContentPartPr/>
                <p14:nvPr/>
              </p14:nvContentPartPr>
              <p14:xfrm>
                <a:off x="2652660" y="5016608"/>
                <a:ext cx="140040" cy="76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925BFDC-711F-AA05-5D11-1F487E3808F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644020" y="5007608"/>
                  <a:ext cx="1576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0BA57C2-B5C4-98E2-BF88-64505F6CE1BC}"/>
                    </a:ext>
                  </a:extLst>
                </p14:cNvPr>
                <p14:cNvContentPartPr/>
                <p14:nvPr/>
              </p14:nvContentPartPr>
              <p14:xfrm>
                <a:off x="2835180" y="5013368"/>
                <a:ext cx="221400" cy="60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0BA57C2-B5C4-98E2-BF88-64505F6CE1B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826180" y="5004728"/>
                  <a:ext cx="2390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1CD210D-9188-DB1B-C056-3E102DEBC40D}"/>
                    </a:ext>
                  </a:extLst>
                </p14:cNvPr>
                <p14:cNvContentPartPr/>
                <p14:nvPr/>
              </p14:nvContentPartPr>
              <p14:xfrm>
                <a:off x="3127500" y="5032808"/>
                <a:ext cx="52920" cy="131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1CD210D-9188-DB1B-C056-3E102DEBC40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118500" y="5023808"/>
                  <a:ext cx="705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C8A2973-764D-7706-7ADA-C207C9AEF094}"/>
                    </a:ext>
                  </a:extLst>
                </p14:cNvPr>
                <p14:cNvContentPartPr/>
                <p14:nvPr/>
              </p14:nvContentPartPr>
              <p14:xfrm>
                <a:off x="3252060" y="4848488"/>
                <a:ext cx="271080" cy="248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C8A2973-764D-7706-7ADA-C207C9AEF09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243060" y="4839488"/>
                  <a:ext cx="288720" cy="266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97F961C-12B9-DFBE-48F9-286B92773BBB}"/>
                  </a:ext>
                </a:extLst>
              </p14:cNvPr>
              <p14:cNvContentPartPr/>
              <p14:nvPr/>
            </p14:nvContentPartPr>
            <p14:xfrm>
              <a:off x="2445660" y="1922768"/>
              <a:ext cx="521280" cy="414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97F961C-12B9-DFBE-48F9-286B92773BB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436660" y="1913768"/>
                <a:ext cx="53892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86879E5-1E3E-9A45-80CC-A509151F1800}"/>
                  </a:ext>
                </a:extLst>
              </p14:cNvPr>
              <p14:cNvContentPartPr/>
              <p14:nvPr/>
            </p14:nvContentPartPr>
            <p14:xfrm>
              <a:off x="4930380" y="918368"/>
              <a:ext cx="421560" cy="2041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86879E5-1E3E-9A45-80CC-A509151F1800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921380" y="909728"/>
                <a:ext cx="43920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536BAE34-5B44-0805-15C7-4EFA26F083D1}"/>
              </a:ext>
            </a:extLst>
          </p:cNvPr>
          <p:cNvGrpSpPr/>
          <p:nvPr/>
        </p:nvGrpSpPr>
        <p:grpSpPr>
          <a:xfrm>
            <a:off x="5703660" y="813608"/>
            <a:ext cx="2068200" cy="351720"/>
            <a:chOff x="5703660" y="813608"/>
            <a:chExt cx="2068200" cy="35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284490B-A18A-C094-77E0-51371A64E98F}"/>
                    </a:ext>
                  </a:extLst>
                </p14:cNvPr>
                <p14:cNvContentPartPr/>
                <p14:nvPr/>
              </p14:nvContentPartPr>
              <p14:xfrm>
                <a:off x="5703660" y="909008"/>
                <a:ext cx="183600" cy="145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284490B-A18A-C094-77E0-51371A64E98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695020" y="900368"/>
                  <a:ext cx="2012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69FCE45-3CAB-ED8F-A746-EAE3C2A79313}"/>
                    </a:ext>
                  </a:extLst>
                </p14:cNvPr>
                <p14:cNvContentPartPr/>
                <p14:nvPr/>
              </p14:nvContentPartPr>
              <p14:xfrm>
                <a:off x="5958900" y="940328"/>
                <a:ext cx="49680" cy="92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69FCE45-3CAB-ED8F-A746-EAE3C2A7931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950260" y="931328"/>
                  <a:ext cx="673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7CCA32C-B42B-C589-42FF-FC88630FF7E5}"/>
                    </a:ext>
                  </a:extLst>
                </p14:cNvPr>
                <p14:cNvContentPartPr/>
                <p14:nvPr/>
              </p14:nvContentPartPr>
              <p14:xfrm>
                <a:off x="5832180" y="888488"/>
                <a:ext cx="215280" cy="25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7CCA32C-B42B-C589-42FF-FC88630FF7E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823540" y="879488"/>
                  <a:ext cx="2329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265168C-81A3-2F6F-047C-2B42A5E0112A}"/>
                    </a:ext>
                  </a:extLst>
                </p14:cNvPr>
                <p14:cNvContentPartPr/>
                <p14:nvPr/>
              </p14:nvContentPartPr>
              <p14:xfrm>
                <a:off x="6280380" y="813608"/>
                <a:ext cx="144000" cy="316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265168C-81A3-2F6F-047C-2B42A5E0112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271740" y="804608"/>
                  <a:ext cx="16164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91C67CC-433E-89CC-6D2E-252A3A608351}"/>
                    </a:ext>
                  </a:extLst>
                </p14:cNvPr>
                <p14:cNvContentPartPr/>
                <p14:nvPr/>
              </p14:nvContentPartPr>
              <p14:xfrm>
                <a:off x="6273540" y="996488"/>
                <a:ext cx="169200" cy="16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91C67CC-433E-89CC-6D2E-252A3A60835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264540" y="987488"/>
                  <a:ext cx="1868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B1C4FF9-B024-E6F6-37DB-4D84FE1F5F03}"/>
                    </a:ext>
                  </a:extLst>
                </p14:cNvPr>
                <p14:cNvContentPartPr/>
                <p14:nvPr/>
              </p14:nvContentPartPr>
              <p14:xfrm>
                <a:off x="6445980" y="903248"/>
                <a:ext cx="291600" cy="133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B1C4FF9-B024-E6F6-37DB-4D84FE1F5F0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437340" y="894608"/>
                  <a:ext cx="3092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BBDCD19-CD50-6F12-784C-AEA8E4B45A74}"/>
                    </a:ext>
                  </a:extLst>
                </p14:cNvPr>
                <p14:cNvContentPartPr/>
                <p14:nvPr/>
              </p14:nvContentPartPr>
              <p14:xfrm>
                <a:off x="6767460" y="941408"/>
                <a:ext cx="167040" cy="223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BBDCD19-CD50-6F12-784C-AEA8E4B45A7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758460" y="932768"/>
                  <a:ext cx="1846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446B320-6B86-950E-41E0-331AEDECFED2}"/>
                    </a:ext>
                  </a:extLst>
                </p14:cNvPr>
                <p14:cNvContentPartPr/>
                <p14:nvPr/>
              </p14:nvContentPartPr>
              <p14:xfrm>
                <a:off x="6930540" y="898568"/>
                <a:ext cx="473400" cy="129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446B320-6B86-950E-41E0-331AEDECFED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921900" y="889568"/>
                  <a:ext cx="491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DD734E0-C583-FC47-8F24-99B12A084BAA}"/>
                    </a:ext>
                  </a:extLst>
                </p14:cNvPr>
                <p14:cNvContentPartPr/>
                <p14:nvPr/>
              </p14:nvContentPartPr>
              <p14:xfrm>
                <a:off x="7495380" y="909008"/>
                <a:ext cx="276480" cy="228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DD734E0-C583-FC47-8F24-99B12A084BA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486740" y="900008"/>
                  <a:ext cx="294120" cy="24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D978CA9-859D-7A8F-6FA1-522B0DFA3FC3}"/>
              </a:ext>
            </a:extLst>
          </p:cNvPr>
          <p:cNvGrpSpPr/>
          <p:nvPr/>
        </p:nvGrpSpPr>
        <p:grpSpPr>
          <a:xfrm>
            <a:off x="8181900" y="763208"/>
            <a:ext cx="1159560" cy="336600"/>
            <a:chOff x="8181900" y="763208"/>
            <a:chExt cx="1159560" cy="33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29DB480-DDB3-E3DB-1E03-32D14CCAC71C}"/>
                    </a:ext>
                  </a:extLst>
                </p14:cNvPr>
                <p14:cNvContentPartPr/>
                <p14:nvPr/>
              </p14:nvContentPartPr>
              <p14:xfrm>
                <a:off x="8181900" y="918008"/>
                <a:ext cx="117360" cy="1357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29DB480-DDB3-E3DB-1E03-32D14CCAC71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172900" y="909008"/>
                  <a:ext cx="1350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CA846E0-4408-0D20-2BF3-30C79DB129E6}"/>
                    </a:ext>
                  </a:extLst>
                </p14:cNvPr>
                <p14:cNvContentPartPr/>
                <p14:nvPr/>
              </p14:nvContentPartPr>
              <p14:xfrm>
                <a:off x="8326620" y="945728"/>
                <a:ext cx="138600" cy="86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CA846E0-4408-0D20-2BF3-30C79DB129E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317620" y="936728"/>
                  <a:ext cx="1562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A62213-3464-0A45-E8F7-0B0CB57604BB}"/>
                    </a:ext>
                  </a:extLst>
                </p14:cNvPr>
                <p14:cNvContentPartPr/>
                <p14:nvPr/>
              </p14:nvContentPartPr>
              <p14:xfrm>
                <a:off x="8515620" y="770048"/>
                <a:ext cx="111960" cy="2595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A62213-3464-0A45-E8F7-0B0CB57604B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506980" y="761408"/>
                  <a:ext cx="1296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044537B-0B14-99D1-7D1A-8A4E02A23C00}"/>
                    </a:ext>
                  </a:extLst>
                </p14:cNvPr>
                <p14:cNvContentPartPr/>
                <p14:nvPr/>
              </p14:nvContentPartPr>
              <p14:xfrm>
                <a:off x="8720100" y="763208"/>
                <a:ext cx="117360" cy="336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044537B-0B14-99D1-7D1A-8A4E02A23C0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711460" y="754208"/>
                  <a:ext cx="1350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6E40D84-F0B2-784E-762C-FF2C3DF74914}"/>
                    </a:ext>
                  </a:extLst>
                </p14:cNvPr>
                <p14:cNvContentPartPr/>
                <p14:nvPr/>
              </p14:nvContentPartPr>
              <p14:xfrm>
                <a:off x="8824500" y="910448"/>
                <a:ext cx="80640" cy="1396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6E40D84-F0B2-784E-762C-FF2C3DF7491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815500" y="901448"/>
                  <a:ext cx="982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05F74B0-16F9-D5E1-00C1-E4A71538458A}"/>
                    </a:ext>
                  </a:extLst>
                </p14:cNvPr>
                <p14:cNvContentPartPr/>
                <p14:nvPr/>
              </p14:nvContentPartPr>
              <p14:xfrm>
                <a:off x="8956620" y="914768"/>
                <a:ext cx="160920" cy="119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05F74B0-16F9-D5E1-00C1-E4A71538458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947980" y="905768"/>
                  <a:ext cx="1785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744B665-386E-FACF-54B1-D7121A4F06B8}"/>
                    </a:ext>
                  </a:extLst>
                </p14:cNvPr>
                <p14:cNvContentPartPr/>
                <p14:nvPr/>
              </p14:nvContentPartPr>
              <p14:xfrm>
                <a:off x="9195660" y="920888"/>
                <a:ext cx="145800" cy="123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744B665-386E-FACF-54B1-D7121A4F06B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186660" y="912248"/>
                  <a:ext cx="16344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39E9C8C-4CBF-61F1-7D33-FF299600841B}"/>
              </a:ext>
            </a:extLst>
          </p:cNvPr>
          <p:cNvGrpSpPr/>
          <p:nvPr/>
        </p:nvGrpSpPr>
        <p:grpSpPr>
          <a:xfrm>
            <a:off x="1186020" y="5361488"/>
            <a:ext cx="326160" cy="290880"/>
            <a:chOff x="1186020" y="5361488"/>
            <a:chExt cx="326160" cy="29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8B848AF-6259-B9D9-9851-2DE1575BAD3B}"/>
                    </a:ext>
                  </a:extLst>
                </p14:cNvPr>
                <p14:cNvContentPartPr/>
                <p14:nvPr/>
              </p14:nvContentPartPr>
              <p14:xfrm>
                <a:off x="1186020" y="5361488"/>
                <a:ext cx="137880" cy="290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8B848AF-6259-B9D9-9851-2DE1575BAD3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77380" y="5352488"/>
                  <a:ext cx="1555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D16DB65-3C6A-1933-376F-720E4F774E01}"/>
                    </a:ext>
                  </a:extLst>
                </p14:cNvPr>
                <p14:cNvContentPartPr/>
                <p14:nvPr/>
              </p14:nvContentPartPr>
              <p14:xfrm>
                <a:off x="1489860" y="5475968"/>
                <a:ext cx="1080" cy="9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D16DB65-3C6A-1933-376F-720E4F774E0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481220" y="5466968"/>
                  <a:ext cx="187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F5F0BF7-2CBE-459E-7B6C-E5BEA8D67EDE}"/>
                    </a:ext>
                  </a:extLst>
                </p14:cNvPr>
                <p14:cNvContentPartPr/>
                <p14:nvPr/>
              </p14:nvContentPartPr>
              <p14:xfrm>
                <a:off x="1511820" y="5585048"/>
                <a:ext cx="360" cy="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F5F0BF7-2CBE-459E-7B6C-E5BEA8D67ED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502820" y="55760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1DA1D82-C392-3CD7-799E-5AB821D0EAA4}"/>
              </a:ext>
            </a:extLst>
          </p:cNvPr>
          <p:cNvGrpSpPr/>
          <p:nvPr/>
        </p:nvGrpSpPr>
        <p:grpSpPr>
          <a:xfrm>
            <a:off x="1843380" y="5367608"/>
            <a:ext cx="1316160" cy="366840"/>
            <a:chOff x="1843380" y="5367608"/>
            <a:chExt cx="1316160" cy="36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9A6795E-1427-57B8-3AA3-E8E0433747EE}"/>
                    </a:ext>
                  </a:extLst>
                </p14:cNvPr>
                <p14:cNvContentPartPr/>
                <p14:nvPr/>
              </p14:nvContentPartPr>
              <p14:xfrm>
                <a:off x="1843380" y="5367608"/>
                <a:ext cx="125640" cy="366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9A6795E-1427-57B8-3AA3-E8E0433747E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834740" y="5358968"/>
                  <a:ext cx="14328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95C1268-446F-8A74-7D1C-19B79333ABF5}"/>
                    </a:ext>
                  </a:extLst>
                </p14:cNvPr>
                <p14:cNvContentPartPr/>
                <p14:nvPr/>
              </p14:nvContentPartPr>
              <p14:xfrm>
                <a:off x="1873980" y="5610968"/>
                <a:ext cx="95400" cy="15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95C1268-446F-8A74-7D1C-19B79333ABF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865340" y="5601968"/>
                  <a:ext cx="1130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52A6B2E-4CC2-3AF3-5951-64B2B22C677B}"/>
                    </a:ext>
                  </a:extLst>
                </p14:cNvPr>
                <p14:cNvContentPartPr/>
                <p14:nvPr/>
              </p14:nvContentPartPr>
              <p14:xfrm>
                <a:off x="1996740" y="5482448"/>
                <a:ext cx="303480" cy="133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52A6B2E-4CC2-3AF3-5951-64B2B22C677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988100" y="5473448"/>
                  <a:ext cx="3211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80A418B-0BE1-329B-B864-F9EF1EDBD03A}"/>
                    </a:ext>
                  </a:extLst>
                </p14:cNvPr>
                <p14:cNvContentPartPr/>
                <p14:nvPr/>
              </p14:nvContentPartPr>
              <p14:xfrm>
                <a:off x="2335860" y="5491448"/>
                <a:ext cx="109800" cy="191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80A418B-0BE1-329B-B864-F9EF1EDBD03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327220" y="5482448"/>
                  <a:ext cx="1274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92D7EBC-177D-2DDC-3D91-BA126DA8BF48}"/>
                    </a:ext>
                  </a:extLst>
                </p14:cNvPr>
                <p14:cNvContentPartPr/>
                <p14:nvPr/>
              </p14:nvContentPartPr>
              <p14:xfrm>
                <a:off x="2467620" y="5463728"/>
                <a:ext cx="375840" cy="98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92D7EBC-177D-2DDC-3D91-BA126DA8BF4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458980" y="5454728"/>
                  <a:ext cx="3934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31599D8-9507-DADF-86D4-F1F7010EE03B}"/>
                    </a:ext>
                  </a:extLst>
                </p14:cNvPr>
                <p14:cNvContentPartPr/>
                <p14:nvPr/>
              </p14:nvContentPartPr>
              <p14:xfrm>
                <a:off x="2921220" y="5460128"/>
                <a:ext cx="238320" cy="1987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31599D8-9507-DADF-86D4-F1F7010EE03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912220" y="5451488"/>
                  <a:ext cx="25596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BC5E00F-2B9F-B0A8-6B99-4910DC2C7ACE}"/>
              </a:ext>
            </a:extLst>
          </p:cNvPr>
          <p:cNvGrpSpPr/>
          <p:nvPr/>
        </p:nvGrpSpPr>
        <p:grpSpPr>
          <a:xfrm>
            <a:off x="1428300" y="5874848"/>
            <a:ext cx="416880" cy="677520"/>
            <a:chOff x="1428300" y="5874848"/>
            <a:chExt cx="416880" cy="67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85AE911-E1DC-09F4-49B2-3F97D25CD807}"/>
                    </a:ext>
                  </a:extLst>
                </p14:cNvPr>
                <p14:cNvContentPartPr/>
                <p14:nvPr/>
              </p14:nvContentPartPr>
              <p14:xfrm>
                <a:off x="1470060" y="5874848"/>
                <a:ext cx="93960" cy="2844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85AE911-E1DC-09F4-49B2-3F97D25CD80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461060" y="5866208"/>
                  <a:ext cx="1116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C936452-7486-7663-38DE-9EF2E72CA989}"/>
                    </a:ext>
                  </a:extLst>
                </p14:cNvPr>
                <p14:cNvContentPartPr/>
                <p14:nvPr/>
              </p14:nvContentPartPr>
              <p14:xfrm>
                <a:off x="1428300" y="6031088"/>
                <a:ext cx="146160" cy="216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C936452-7486-7663-38DE-9EF2E72CA98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419300" y="6022448"/>
                  <a:ext cx="1638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BDE408B-BBAF-C9E4-E42C-E32917E1A682}"/>
                    </a:ext>
                  </a:extLst>
                </p14:cNvPr>
                <p14:cNvContentPartPr/>
                <p14:nvPr/>
              </p14:nvContentPartPr>
              <p14:xfrm>
                <a:off x="1457820" y="6198128"/>
                <a:ext cx="215280" cy="57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BDE408B-BBAF-C9E4-E42C-E32917E1A68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449180" y="6189128"/>
                  <a:ext cx="232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8C1D3AE-57CC-9187-AB14-5FB910A11F4B}"/>
                    </a:ext>
                  </a:extLst>
                </p14:cNvPr>
                <p14:cNvContentPartPr/>
                <p14:nvPr/>
              </p14:nvContentPartPr>
              <p14:xfrm>
                <a:off x="1479420" y="6290288"/>
                <a:ext cx="81360" cy="2412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8C1D3AE-57CC-9187-AB14-5FB910A11F4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470780" y="6281648"/>
                  <a:ext cx="990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C9C0275-6B7B-DBFF-E48D-EEB770A9FE0E}"/>
                    </a:ext>
                  </a:extLst>
                </p14:cNvPr>
                <p14:cNvContentPartPr/>
                <p14:nvPr/>
              </p14:nvContentPartPr>
              <p14:xfrm>
                <a:off x="1492020" y="6437168"/>
                <a:ext cx="87480" cy="10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C9C0275-6B7B-DBFF-E48D-EEB770A9FE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483020" y="6428168"/>
                  <a:ext cx="1051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4E7AF3C-7E27-479E-E416-9FF6EC89AB76}"/>
                    </a:ext>
                  </a:extLst>
                </p14:cNvPr>
                <p14:cNvContentPartPr/>
                <p14:nvPr/>
              </p14:nvContentPartPr>
              <p14:xfrm>
                <a:off x="1643220" y="6447248"/>
                <a:ext cx="77760" cy="1051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4E7AF3C-7E27-479E-E416-9FF6EC89AB7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634580" y="6438608"/>
                  <a:ext cx="954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4BBCD8C-91F3-9A0D-367C-1A8ADB25664C}"/>
                    </a:ext>
                  </a:extLst>
                </p14:cNvPr>
                <p14:cNvContentPartPr/>
                <p14:nvPr/>
              </p14:nvContentPartPr>
              <p14:xfrm>
                <a:off x="1837980" y="6147008"/>
                <a:ext cx="6480" cy="54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4BBCD8C-91F3-9A0D-367C-1A8ADB25664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829340" y="6138008"/>
                  <a:ext cx="241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AB8D994-8735-5E5E-40F8-D71E22CBB19F}"/>
                    </a:ext>
                  </a:extLst>
                </p14:cNvPr>
                <p14:cNvContentPartPr/>
                <p14:nvPr/>
              </p14:nvContentPartPr>
              <p14:xfrm>
                <a:off x="1844100" y="6260408"/>
                <a:ext cx="1080" cy="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AB8D994-8735-5E5E-40F8-D71E22CBB19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835460" y="6251408"/>
                  <a:ext cx="1872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3C7E500D-0DF5-2F93-593C-FD8F8AE7A998}"/>
              </a:ext>
            </a:extLst>
          </p:cNvPr>
          <p:cNvGrpSpPr/>
          <p:nvPr/>
        </p:nvGrpSpPr>
        <p:grpSpPr>
          <a:xfrm>
            <a:off x="2098620" y="5935688"/>
            <a:ext cx="1657440" cy="324720"/>
            <a:chOff x="2098620" y="5935688"/>
            <a:chExt cx="1657440" cy="32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EB2C293-F76F-DD07-B00D-9B6D33D953B7}"/>
                    </a:ext>
                  </a:extLst>
                </p14:cNvPr>
                <p14:cNvContentPartPr/>
                <p14:nvPr/>
              </p14:nvContentPartPr>
              <p14:xfrm>
                <a:off x="2098620" y="6140168"/>
                <a:ext cx="78120" cy="1090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EB2C293-F76F-DD07-B00D-9B6D33D953B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089620" y="6131168"/>
                  <a:ext cx="957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AEF62B1-30C2-A7C7-B314-534F5D03DC29}"/>
                    </a:ext>
                  </a:extLst>
                </p14:cNvPr>
                <p14:cNvContentPartPr/>
                <p14:nvPr/>
              </p14:nvContentPartPr>
              <p14:xfrm>
                <a:off x="2116260" y="6136928"/>
                <a:ext cx="119160" cy="1047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AEF62B1-30C2-A7C7-B314-534F5D03DC2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107260" y="6128288"/>
                  <a:ext cx="1368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F21BD16-A8BE-D1EB-6C14-055EDC49C94B}"/>
                    </a:ext>
                  </a:extLst>
                </p14:cNvPr>
                <p14:cNvContentPartPr/>
                <p14:nvPr/>
              </p14:nvContentPartPr>
              <p14:xfrm>
                <a:off x="2331180" y="6156728"/>
                <a:ext cx="115560" cy="1036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F21BD16-A8BE-D1EB-6C14-055EDC49C94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322180" y="6148088"/>
                  <a:ext cx="1332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C2B40B4-1620-B5F5-A2EA-14316A38650A}"/>
                    </a:ext>
                  </a:extLst>
                </p14:cNvPr>
                <p14:cNvContentPartPr/>
                <p14:nvPr/>
              </p14:nvContentPartPr>
              <p14:xfrm>
                <a:off x="2498220" y="6109568"/>
                <a:ext cx="69120" cy="1242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C2B40B4-1620-B5F5-A2EA-14316A38650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489580" y="6100568"/>
                  <a:ext cx="867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E0974E6-593C-3530-3ACB-D281A66C7504}"/>
                    </a:ext>
                  </a:extLst>
                </p14:cNvPr>
                <p14:cNvContentPartPr/>
                <p14:nvPr/>
              </p14:nvContentPartPr>
              <p14:xfrm>
                <a:off x="2654820" y="6135488"/>
                <a:ext cx="226440" cy="741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E0974E6-593C-3530-3ACB-D281A66C750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645820" y="6126848"/>
                  <a:ext cx="2440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FC8B281-2F18-4142-D78E-641042A8DF96}"/>
                    </a:ext>
                  </a:extLst>
                </p14:cNvPr>
                <p14:cNvContentPartPr/>
                <p14:nvPr/>
              </p14:nvContentPartPr>
              <p14:xfrm>
                <a:off x="2961180" y="5935688"/>
                <a:ext cx="309960" cy="2750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FC8B281-2F18-4142-D78E-641042A8DF9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952180" y="5926688"/>
                  <a:ext cx="3276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AE2FD99-06AA-7AEF-7DFD-F425FB7FF9E2}"/>
                    </a:ext>
                  </a:extLst>
                </p14:cNvPr>
                <p14:cNvContentPartPr/>
                <p14:nvPr/>
              </p14:nvContentPartPr>
              <p14:xfrm>
                <a:off x="3251340" y="5990768"/>
                <a:ext cx="1080" cy="100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AE2FD99-06AA-7AEF-7DFD-F425FB7FF9E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242340" y="5982128"/>
                  <a:ext cx="187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A92EA26-4664-B94D-FBAA-566D5C7DC6D5}"/>
                    </a:ext>
                  </a:extLst>
                </p14:cNvPr>
                <p14:cNvContentPartPr/>
                <p14:nvPr/>
              </p14:nvContentPartPr>
              <p14:xfrm>
                <a:off x="3309300" y="6068528"/>
                <a:ext cx="190440" cy="1616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A92EA26-4664-B94D-FBAA-566D5C7DC6D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300660" y="6059528"/>
                  <a:ext cx="2080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96A7B9A-FBA8-FDA5-885F-CD47C9D54B49}"/>
                    </a:ext>
                  </a:extLst>
                </p14:cNvPr>
                <p14:cNvContentPartPr/>
                <p14:nvPr/>
              </p14:nvContentPartPr>
              <p14:xfrm>
                <a:off x="3428820" y="6104168"/>
                <a:ext cx="129600" cy="1159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96A7B9A-FBA8-FDA5-885F-CD47C9D54B4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419820" y="6095168"/>
                  <a:ext cx="1472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7A6D5DB-F0EC-F8F5-9938-EFA8C09DA31D}"/>
                    </a:ext>
                  </a:extLst>
                </p14:cNvPr>
                <p14:cNvContentPartPr/>
                <p14:nvPr/>
              </p14:nvContentPartPr>
              <p14:xfrm>
                <a:off x="3671820" y="5958008"/>
                <a:ext cx="84240" cy="2502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7A6D5DB-F0EC-F8F5-9938-EFA8C09DA31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663180" y="5949368"/>
                  <a:ext cx="101880" cy="26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C6BB630-506F-3DD1-A70A-FE5E901F1D15}"/>
              </a:ext>
            </a:extLst>
          </p:cNvPr>
          <p:cNvGrpSpPr/>
          <p:nvPr/>
        </p:nvGrpSpPr>
        <p:grpSpPr>
          <a:xfrm>
            <a:off x="4040100" y="5928848"/>
            <a:ext cx="1425600" cy="552240"/>
            <a:chOff x="4040100" y="5928848"/>
            <a:chExt cx="1425600" cy="55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3A859A3-3B3C-1DDF-0C2F-96EAA2164E28}"/>
                    </a:ext>
                  </a:extLst>
                </p14:cNvPr>
                <p14:cNvContentPartPr/>
                <p14:nvPr/>
              </p14:nvContentPartPr>
              <p14:xfrm>
                <a:off x="4040100" y="5928848"/>
                <a:ext cx="126000" cy="3715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3A859A3-3B3C-1DDF-0C2F-96EAA2164E2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031460" y="5919848"/>
                  <a:ext cx="14364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7BF7F15-ACC7-E069-F7CB-D8C456265CAA}"/>
                    </a:ext>
                  </a:extLst>
                </p14:cNvPr>
                <p14:cNvContentPartPr/>
                <p14:nvPr/>
              </p14:nvContentPartPr>
              <p14:xfrm>
                <a:off x="4060980" y="6156008"/>
                <a:ext cx="111240" cy="111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7BF7F15-ACC7-E069-F7CB-D8C456265CA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052340" y="6147368"/>
                  <a:ext cx="1288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E478F79-65BD-FC17-CBA7-814CC1F0B15B}"/>
                    </a:ext>
                  </a:extLst>
                </p14:cNvPr>
                <p14:cNvContentPartPr/>
                <p14:nvPr/>
              </p14:nvContentPartPr>
              <p14:xfrm>
                <a:off x="4179780" y="6082928"/>
                <a:ext cx="278640" cy="1364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E478F79-65BD-FC17-CBA7-814CC1F0B15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171140" y="6074288"/>
                  <a:ext cx="2962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FE97BD1-A35D-006A-C37B-0B183316D5F8}"/>
                    </a:ext>
                  </a:extLst>
                </p14:cNvPr>
                <p14:cNvContentPartPr/>
                <p14:nvPr/>
              </p14:nvContentPartPr>
              <p14:xfrm>
                <a:off x="4508460" y="6130088"/>
                <a:ext cx="84600" cy="2260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FE97BD1-A35D-006A-C37B-0B183316D5F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499820" y="6121448"/>
                  <a:ext cx="1022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19A57FA-9B88-AE7B-3790-31558ECDD7BE}"/>
                    </a:ext>
                  </a:extLst>
                </p14:cNvPr>
                <p14:cNvContentPartPr/>
                <p14:nvPr/>
              </p14:nvContentPartPr>
              <p14:xfrm>
                <a:off x="4658940" y="6098048"/>
                <a:ext cx="434160" cy="1213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19A57FA-9B88-AE7B-3790-31558ECDD7B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650300" y="6089408"/>
                  <a:ext cx="4518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6D36DCC-7FC1-6C79-F186-5EA6A58C7CAB}"/>
                    </a:ext>
                  </a:extLst>
                </p14:cNvPr>
                <p14:cNvContentPartPr/>
                <p14:nvPr/>
              </p14:nvContentPartPr>
              <p14:xfrm>
                <a:off x="5163300" y="6121448"/>
                <a:ext cx="302400" cy="3596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6D36DCC-7FC1-6C79-F186-5EA6A58C7CA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154300" y="6112448"/>
                  <a:ext cx="320040" cy="37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7293AA0C-AA45-19F4-E3CF-6BDC4ADA38DA}"/>
                  </a:ext>
                </a:extLst>
              </p14:cNvPr>
              <p14:cNvContentPartPr/>
              <p14:nvPr/>
            </p14:nvContentPartPr>
            <p14:xfrm>
              <a:off x="5873940" y="6130448"/>
              <a:ext cx="105120" cy="9432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7293AA0C-AA45-19F4-E3CF-6BDC4ADA38DA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864940" y="6121808"/>
                <a:ext cx="122760" cy="11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C0A98FF1-B4EB-1758-2E70-95AD4A94E5B4}"/>
              </a:ext>
            </a:extLst>
          </p:cNvPr>
          <p:cNvGrpSpPr/>
          <p:nvPr/>
        </p:nvGrpSpPr>
        <p:grpSpPr>
          <a:xfrm>
            <a:off x="5994540" y="5934248"/>
            <a:ext cx="1902240" cy="482760"/>
            <a:chOff x="5994540" y="5934248"/>
            <a:chExt cx="1902240" cy="48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9D2FA5F-8F7F-6DC6-7BA9-73877C5393F3}"/>
                    </a:ext>
                  </a:extLst>
                </p14:cNvPr>
                <p14:cNvContentPartPr/>
                <p14:nvPr/>
              </p14:nvContentPartPr>
              <p14:xfrm>
                <a:off x="5994540" y="6179768"/>
                <a:ext cx="158040" cy="2372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9D2FA5F-8F7F-6DC6-7BA9-73877C5393F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985540" y="6170768"/>
                  <a:ext cx="1756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C413041-FF70-605A-38B6-E9DB44436499}"/>
                    </a:ext>
                  </a:extLst>
                </p14:cNvPr>
                <p14:cNvContentPartPr/>
                <p14:nvPr/>
              </p14:nvContentPartPr>
              <p14:xfrm>
                <a:off x="6157260" y="5947928"/>
                <a:ext cx="388440" cy="2926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C413041-FF70-605A-38B6-E9DB4443649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148620" y="5939288"/>
                  <a:ext cx="40608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5EA9768-BEF0-4A33-760D-5F45B59CC8D3}"/>
                    </a:ext>
                  </a:extLst>
                </p14:cNvPr>
                <p14:cNvContentPartPr/>
                <p14:nvPr/>
              </p14:nvContentPartPr>
              <p14:xfrm>
                <a:off x="6499620" y="6100208"/>
                <a:ext cx="154080" cy="1177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5EA9768-BEF0-4A33-760D-5F45B59CC8D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490620" y="6091208"/>
                  <a:ext cx="1717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F7890EA-F0CD-AC95-5BD8-2C718F10909F}"/>
                    </a:ext>
                  </a:extLst>
                </p14:cNvPr>
                <p14:cNvContentPartPr/>
                <p14:nvPr/>
              </p14:nvContentPartPr>
              <p14:xfrm>
                <a:off x="6729300" y="5934248"/>
                <a:ext cx="180720" cy="3168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F7890EA-F0CD-AC95-5BD8-2C718F10909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720660" y="5925248"/>
                  <a:ext cx="19836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6B1FDBC-4C18-ABBC-6F54-EB7221D4D029}"/>
                    </a:ext>
                  </a:extLst>
                </p14:cNvPr>
                <p14:cNvContentPartPr/>
                <p14:nvPr/>
              </p14:nvContentPartPr>
              <p14:xfrm>
                <a:off x="6904980" y="6076088"/>
                <a:ext cx="98640" cy="1486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6B1FDBC-4C18-ABBC-6F54-EB7221D4D02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896340" y="6067448"/>
                  <a:ext cx="1162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634217C-E676-7D57-486A-237B62C4AE5E}"/>
                    </a:ext>
                  </a:extLst>
                </p14:cNvPr>
                <p14:cNvContentPartPr/>
                <p14:nvPr/>
              </p14:nvContentPartPr>
              <p14:xfrm>
                <a:off x="7063020" y="6131528"/>
                <a:ext cx="137160" cy="975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634217C-E676-7D57-486A-237B62C4AE5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054020" y="6122888"/>
                  <a:ext cx="1548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BF74B2A-271F-01F9-DF5E-5700993AFBDA}"/>
                    </a:ext>
                  </a:extLst>
                </p14:cNvPr>
                <p14:cNvContentPartPr/>
                <p14:nvPr/>
              </p14:nvContentPartPr>
              <p14:xfrm>
                <a:off x="7229340" y="6140528"/>
                <a:ext cx="225720" cy="781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BF74B2A-271F-01F9-DF5E-5700993AFBD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220700" y="6131528"/>
                  <a:ext cx="2433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1E9623A-FFAD-8FC8-BF07-20A612A0584D}"/>
                    </a:ext>
                  </a:extLst>
                </p14:cNvPr>
                <p14:cNvContentPartPr/>
                <p14:nvPr/>
              </p14:nvContentPartPr>
              <p14:xfrm>
                <a:off x="7524180" y="6119288"/>
                <a:ext cx="77400" cy="2102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1E9623A-FFAD-8FC8-BF07-20A612A0584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515180" y="6110288"/>
                  <a:ext cx="950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A1F0A1B-2C15-5B06-913A-167A673288A3}"/>
                    </a:ext>
                  </a:extLst>
                </p14:cNvPr>
                <p14:cNvContentPartPr/>
                <p14:nvPr/>
              </p14:nvContentPartPr>
              <p14:xfrm>
                <a:off x="7662780" y="5945768"/>
                <a:ext cx="234000" cy="3002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A1F0A1B-2C15-5B06-913A-167A673288A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654140" y="5937128"/>
                  <a:ext cx="251640" cy="31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FB1F3C71-9320-C152-FDC4-3E8A38B02F9D}"/>
              </a:ext>
            </a:extLst>
          </p:cNvPr>
          <p:cNvGrpSpPr/>
          <p:nvPr/>
        </p:nvGrpSpPr>
        <p:grpSpPr>
          <a:xfrm>
            <a:off x="8914140" y="5108048"/>
            <a:ext cx="110520" cy="342360"/>
            <a:chOff x="8914140" y="5108048"/>
            <a:chExt cx="110520" cy="34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A1EAE31-09D6-C913-374B-BA438E4F2947}"/>
                    </a:ext>
                  </a:extLst>
                </p14:cNvPr>
                <p14:cNvContentPartPr/>
                <p14:nvPr/>
              </p14:nvContentPartPr>
              <p14:xfrm>
                <a:off x="8914140" y="5108048"/>
                <a:ext cx="73800" cy="3423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A1EAE31-09D6-C913-374B-BA438E4F294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905500" y="5099408"/>
                  <a:ext cx="9144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E1ABDEC-9D01-8D47-61B0-8014AB40246B}"/>
                    </a:ext>
                  </a:extLst>
                </p14:cNvPr>
                <p14:cNvContentPartPr/>
                <p14:nvPr/>
              </p14:nvContentPartPr>
              <p14:xfrm>
                <a:off x="8918820" y="5331608"/>
                <a:ext cx="105840" cy="252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E1ABDEC-9D01-8D47-61B0-8014AB40246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910180" y="5322608"/>
                  <a:ext cx="12348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3132A414-0499-146C-EB58-C7A816E25CA2}"/>
              </a:ext>
            </a:extLst>
          </p:cNvPr>
          <p:cNvGrpSpPr/>
          <p:nvPr/>
        </p:nvGrpSpPr>
        <p:grpSpPr>
          <a:xfrm>
            <a:off x="9415980" y="4998248"/>
            <a:ext cx="1577160" cy="447480"/>
            <a:chOff x="9415980" y="4998248"/>
            <a:chExt cx="1577160" cy="44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A4333CA-CA8F-FC91-0DAC-E4FF56F62E83}"/>
                    </a:ext>
                  </a:extLst>
                </p14:cNvPr>
                <p14:cNvContentPartPr/>
                <p14:nvPr/>
              </p14:nvContentPartPr>
              <p14:xfrm>
                <a:off x="9415980" y="5192648"/>
                <a:ext cx="86040" cy="813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A4333CA-CA8F-FC91-0DAC-E4FF56F62E8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407340" y="5183648"/>
                  <a:ext cx="1036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A124CD0-D680-FFE4-1444-F517455CB5B1}"/>
                    </a:ext>
                  </a:extLst>
                </p14:cNvPr>
                <p14:cNvContentPartPr/>
                <p14:nvPr/>
              </p14:nvContentPartPr>
              <p14:xfrm>
                <a:off x="9580860" y="5199848"/>
                <a:ext cx="222120" cy="2458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A124CD0-D680-FFE4-1444-F517455CB5B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572220" y="5190848"/>
                  <a:ext cx="2397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5FB11D1-9FB7-162D-1299-F1FC4F385FF4}"/>
                    </a:ext>
                  </a:extLst>
                </p14:cNvPr>
                <p14:cNvContentPartPr/>
                <p14:nvPr/>
              </p14:nvContentPartPr>
              <p14:xfrm>
                <a:off x="9854460" y="5033888"/>
                <a:ext cx="348480" cy="2667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5FB11D1-9FB7-162D-1299-F1FC4F385FF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845820" y="5024888"/>
                  <a:ext cx="36612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0F0D3BB-0184-F3A4-F538-8C032F99D51B}"/>
                    </a:ext>
                  </a:extLst>
                </p14:cNvPr>
                <p14:cNvContentPartPr/>
                <p14:nvPr/>
              </p14:nvContentPartPr>
              <p14:xfrm>
                <a:off x="10212660" y="5159528"/>
                <a:ext cx="82800" cy="1198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0F0D3BB-0184-F3A4-F538-8C032F99D51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203660" y="5150528"/>
                  <a:ext cx="1004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6874938-2D19-8A3C-1149-C95849E48A5C}"/>
                    </a:ext>
                  </a:extLst>
                </p14:cNvPr>
                <p14:cNvContentPartPr/>
                <p14:nvPr/>
              </p14:nvContentPartPr>
              <p14:xfrm>
                <a:off x="10390860" y="4998248"/>
                <a:ext cx="122040" cy="2966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6874938-2D19-8A3C-1149-C95849E48A5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382220" y="4989248"/>
                  <a:ext cx="13968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DE48A07-AD02-4F1A-93EC-B76E2A773A8C}"/>
                    </a:ext>
                  </a:extLst>
                </p14:cNvPr>
                <p14:cNvContentPartPr/>
                <p14:nvPr/>
              </p14:nvContentPartPr>
              <p14:xfrm>
                <a:off x="10520100" y="5116328"/>
                <a:ext cx="272880" cy="1270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DE48A07-AD02-4F1A-93EC-B76E2A773A8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511100" y="5107688"/>
                  <a:ext cx="2905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AF47ECF-BCF0-E407-7B6C-41865480F67E}"/>
                    </a:ext>
                  </a:extLst>
                </p14:cNvPr>
                <p14:cNvContentPartPr/>
                <p14:nvPr/>
              </p14:nvContentPartPr>
              <p14:xfrm>
                <a:off x="10873260" y="5164208"/>
                <a:ext cx="119880" cy="1047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AF47ECF-BCF0-E407-7B6C-41865480F67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864260" y="5155208"/>
                  <a:ext cx="13752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5B8E800F-B8DE-5F9D-9B6B-9FB66D26E216}"/>
              </a:ext>
            </a:extLst>
          </p:cNvPr>
          <p:cNvGrpSpPr/>
          <p:nvPr/>
        </p:nvGrpSpPr>
        <p:grpSpPr>
          <a:xfrm>
            <a:off x="8978580" y="5559848"/>
            <a:ext cx="196920" cy="290520"/>
            <a:chOff x="8978580" y="5559848"/>
            <a:chExt cx="196920" cy="29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D8E4008-9EA3-10C4-AAAF-873EEE079DC7}"/>
                    </a:ext>
                  </a:extLst>
                </p14:cNvPr>
                <p14:cNvContentPartPr/>
                <p14:nvPr/>
              </p14:nvContentPartPr>
              <p14:xfrm>
                <a:off x="8986140" y="5559848"/>
                <a:ext cx="100800" cy="2905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D8E4008-9EA3-10C4-AAAF-873EEE079DC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977500" y="5551208"/>
                  <a:ext cx="1184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2719B64-53CA-D92B-5B75-D34975074FE2}"/>
                    </a:ext>
                  </a:extLst>
                </p14:cNvPr>
                <p14:cNvContentPartPr/>
                <p14:nvPr/>
              </p14:nvContentPartPr>
              <p14:xfrm>
                <a:off x="8978580" y="5735528"/>
                <a:ext cx="98280" cy="108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2719B64-53CA-D92B-5B75-D34975074FE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969580" y="5726888"/>
                  <a:ext cx="1159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569053C-87F8-F23F-D949-C4F2D4EF6336}"/>
                    </a:ext>
                  </a:extLst>
                </p14:cNvPr>
                <p14:cNvContentPartPr/>
                <p14:nvPr/>
              </p14:nvContentPartPr>
              <p14:xfrm>
                <a:off x="9115740" y="5708528"/>
                <a:ext cx="59760" cy="986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569053C-87F8-F23F-D949-C4F2D4EF633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107100" y="5699528"/>
                  <a:ext cx="7740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8563C792-3F41-25D8-2F2F-7C1B5A122935}"/>
              </a:ext>
            </a:extLst>
          </p:cNvPr>
          <p:cNvGrpSpPr/>
          <p:nvPr/>
        </p:nvGrpSpPr>
        <p:grpSpPr>
          <a:xfrm>
            <a:off x="9557820" y="5472728"/>
            <a:ext cx="1652760" cy="340560"/>
            <a:chOff x="9557820" y="5472728"/>
            <a:chExt cx="1652760" cy="34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32D91C9-9BD9-BB2C-AECC-D4C09C510F7E}"/>
                    </a:ext>
                  </a:extLst>
                </p14:cNvPr>
                <p14:cNvContentPartPr/>
                <p14:nvPr/>
              </p14:nvContentPartPr>
              <p14:xfrm>
                <a:off x="9557820" y="5627888"/>
                <a:ext cx="69480" cy="1087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32D91C9-9BD9-BB2C-AECC-D4C09C510F7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549180" y="5619248"/>
                  <a:ext cx="871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CAACCD9-994F-67D9-01AF-41CDE930D2EE}"/>
                    </a:ext>
                  </a:extLst>
                </p14:cNvPr>
                <p14:cNvContentPartPr/>
                <p14:nvPr/>
              </p14:nvContentPartPr>
              <p14:xfrm>
                <a:off x="9686340" y="5679728"/>
                <a:ext cx="367200" cy="673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CAACCD9-994F-67D9-01AF-41CDE930D2E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677340" y="5671088"/>
                  <a:ext cx="3848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7B265A4-7A17-1B62-3F4A-C272F68FF8AC}"/>
                    </a:ext>
                  </a:extLst>
                </p14:cNvPr>
                <p14:cNvContentPartPr/>
                <p14:nvPr/>
              </p14:nvContentPartPr>
              <p14:xfrm>
                <a:off x="10075140" y="5647328"/>
                <a:ext cx="96480" cy="1659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7B265A4-7A17-1B62-3F4A-C272F68FF8A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066140" y="5638328"/>
                  <a:ext cx="1141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FA2F20D-995C-8EC0-9255-09337DBAD35E}"/>
                    </a:ext>
                  </a:extLst>
                </p14:cNvPr>
                <p14:cNvContentPartPr/>
                <p14:nvPr/>
              </p14:nvContentPartPr>
              <p14:xfrm>
                <a:off x="10202940" y="5472728"/>
                <a:ext cx="248040" cy="2476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FA2F20D-995C-8EC0-9255-09337DBAD35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193940" y="5464088"/>
                  <a:ext cx="2656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4F00002-86E2-F1AA-893D-1D0CDB9ACDCD}"/>
                    </a:ext>
                  </a:extLst>
                </p14:cNvPr>
                <p14:cNvContentPartPr/>
                <p14:nvPr/>
              </p14:nvContentPartPr>
              <p14:xfrm>
                <a:off x="10430100" y="5574608"/>
                <a:ext cx="101160" cy="1306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4F00002-86E2-F1AA-893D-1D0CDB9ACDC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421460" y="5565608"/>
                  <a:ext cx="1188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31A49BB-DAFD-483A-60E9-73C727DF1D8F}"/>
                    </a:ext>
                  </a:extLst>
                </p14:cNvPr>
                <p14:cNvContentPartPr/>
                <p14:nvPr/>
              </p14:nvContentPartPr>
              <p14:xfrm>
                <a:off x="10651140" y="5475968"/>
                <a:ext cx="124200" cy="2548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31A49BB-DAFD-483A-60E9-73C727DF1D8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642500" y="5466968"/>
                  <a:ext cx="1418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6606DC8-9FE9-2FA8-8C4D-79A1E6E5E1A4}"/>
                    </a:ext>
                  </a:extLst>
                </p14:cNvPr>
                <p14:cNvContentPartPr/>
                <p14:nvPr/>
              </p14:nvContentPartPr>
              <p14:xfrm>
                <a:off x="10772460" y="5590088"/>
                <a:ext cx="70560" cy="1116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6606DC8-9FE9-2FA8-8C4D-79A1E6E5E1A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763460" y="5581448"/>
                  <a:ext cx="882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34BAA1A-E950-53CA-68B3-735625680DC5}"/>
                    </a:ext>
                  </a:extLst>
                </p14:cNvPr>
                <p14:cNvContentPartPr/>
                <p14:nvPr/>
              </p14:nvContentPartPr>
              <p14:xfrm>
                <a:off x="10915380" y="5569208"/>
                <a:ext cx="140400" cy="1148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34BAA1A-E950-53CA-68B3-735625680DC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906740" y="5560568"/>
                  <a:ext cx="1580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22B2C91-E13E-FF07-FA85-46D32978C2DE}"/>
                    </a:ext>
                  </a:extLst>
                </p14:cNvPr>
                <p14:cNvContentPartPr/>
                <p14:nvPr/>
              </p14:nvContentPartPr>
              <p14:xfrm>
                <a:off x="11096820" y="5575328"/>
                <a:ext cx="113760" cy="867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22B2C91-E13E-FF07-FA85-46D32978C2D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088180" y="5566688"/>
                  <a:ext cx="13140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4B0511C7-527B-FAF9-62A1-289F4C6704C3}"/>
              </a:ext>
            </a:extLst>
          </p:cNvPr>
          <p:cNvGrpSpPr/>
          <p:nvPr/>
        </p:nvGrpSpPr>
        <p:grpSpPr>
          <a:xfrm>
            <a:off x="3397500" y="4597208"/>
            <a:ext cx="2841480" cy="1081800"/>
            <a:chOff x="3397500" y="4597208"/>
            <a:chExt cx="2841480" cy="108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2734828-5A50-CC4D-6FC5-2CD0046D50F0}"/>
                    </a:ext>
                  </a:extLst>
                </p14:cNvPr>
                <p14:cNvContentPartPr/>
                <p14:nvPr/>
              </p14:nvContentPartPr>
              <p14:xfrm>
                <a:off x="3449700" y="5522768"/>
                <a:ext cx="41040" cy="53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2734828-5A50-CC4D-6FC5-2CD0046D50F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440700" y="5513768"/>
                  <a:ext cx="586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AD92DE3-2988-B4E2-F768-C2BFD4BD82E3}"/>
                    </a:ext>
                  </a:extLst>
                </p14:cNvPr>
                <p14:cNvContentPartPr/>
                <p14:nvPr/>
              </p14:nvContentPartPr>
              <p14:xfrm>
                <a:off x="3397500" y="5376968"/>
                <a:ext cx="24120" cy="40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AD92DE3-2988-B4E2-F768-C2BFD4BD82E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388860" y="5368328"/>
                  <a:ext cx="417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96EC4DB-C89D-0CBE-B1E9-903521E791C1}"/>
                    </a:ext>
                  </a:extLst>
                </p14:cNvPr>
                <p14:cNvContentPartPr/>
                <p14:nvPr/>
              </p14:nvContentPartPr>
              <p14:xfrm>
                <a:off x="3537900" y="5506928"/>
                <a:ext cx="200880" cy="788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96EC4DB-C89D-0CBE-B1E9-903521E791C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529260" y="5498288"/>
                  <a:ext cx="2185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EE7FC01-A7B2-DC22-71DB-1228C2EE6B01}"/>
                    </a:ext>
                  </a:extLst>
                </p14:cNvPr>
                <p14:cNvContentPartPr/>
                <p14:nvPr/>
              </p14:nvContentPartPr>
              <p14:xfrm>
                <a:off x="3870540" y="5371928"/>
                <a:ext cx="125280" cy="2224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EE7FC01-A7B2-DC22-71DB-1228C2EE6B0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861540" y="5362928"/>
                  <a:ext cx="1429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172D39A-4CAE-1C23-C11F-3719BCF37533}"/>
                    </a:ext>
                  </a:extLst>
                </p14:cNvPr>
                <p14:cNvContentPartPr/>
                <p14:nvPr/>
              </p14:nvContentPartPr>
              <p14:xfrm>
                <a:off x="3911940" y="5341328"/>
                <a:ext cx="183960" cy="2134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172D39A-4CAE-1C23-C11F-3719BCF3753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903300" y="5332688"/>
                  <a:ext cx="2016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A23C373-ABBD-1A0E-8BB9-CED4206787E7}"/>
                    </a:ext>
                  </a:extLst>
                </p14:cNvPr>
                <p14:cNvContentPartPr/>
                <p14:nvPr/>
              </p14:nvContentPartPr>
              <p14:xfrm>
                <a:off x="4114620" y="5421248"/>
                <a:ext cx="185040" cy="1789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A23C373-ABBD-1A0E-8BB9-CED4206787E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105620" y="5412608"/>
                  <a:ext cx="2026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0FB315C-986D-DC74-7BD9-A45272789AEB}"/>
                    </a:ext>
                  </a:extLst>
                </p14:cNvPr>
                <p14:cNvContentPartPr/>
                <p14:nvPr/>
              </p14:nvContentPartPr>
              <p14:xfrm>
                <a:off x="4176900" y="5500448"/>
                <a:ext cx="89640" cy="327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0FB315C-986D-DC74-7BD9-A45272789AE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168260" y="5491808"/>
                  <a:ext cx="1072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E97DE5E-6D3A-C5B9-4140-D8E46D01DC2B}"/>
                    </a:ext>
                  </a:extLst>
                </p14:cNvPr>
                <p14:cNvContentPartPr/>
                <p14:nvPr/>
              </p14:nvContentPartPr>
              <p14:xfrm>
                <a:off x="4727340" y="5437808"/>
                <a:ext cx="162360" cy="1162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E97DE5E-6D3A-C5B9-4140-D8E46D01DC2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718700" y="5428808"/>
                  <a:ext cx="1800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BD8743A-6EFB-FE97-8156-4DEDEB9A67A9}"/>
                    </a:ext>
                  </a:extLst>
                </p14:cNvPr>
                <p14:cNvContentPartPr/>
                <p14:nvPr/>
              </p14:nvContentPartPr>
              <p14:xfrm>
                <a:off x="4918500" y="5468768"/>
                <a:ext cx="158040" cy="210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BD8743A-6EFB-FE97-8156-4DEDEB9A67A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909860" y="5460128"/>
                  <a:ext cx="1756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1E5EB3B-016E-5974-48C4-C7B6A6A5FE85}"/>
                    </a:ext>
                  </a:extLst>
                </p14:cNvPr>
                <p14:cNvContentPartPr/>
                <p14:nvPr/>
              </p14:nvContentPartPr>
              <p14:xfrm>
                <a:off x="5128740" y="5267168"/>
                <a:ext cx="375480" cy="276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1E5EB3B-016E-5974-48C4-C7B6A6A5FE8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119740" y="5258168"/>
                  <a:ext cx="39312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2F506D6-1438-A094-C2A6-519C6B1F0191}"/>
                    </a:ext>
                  </a:extLst>
                </p14:cNvPr>
                <p14:cNvContentPartPr/>
                <p14:nvPr/>
              </p14:nvContentPartPr>
              <p14:xfrm>
                <a:off x="5417820" y="5418728"/>
                <a:ext cx="141120" cy="115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2F506D6-1438-A094-C2A6-519C6B1F019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408820" y="5409728"/>
                  <a:ext cx="1587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71AA1BA-E49E-569C-C1D2-B26E536492C2}"/>
                    </a:ext>
                  </a:extLst>
                </p14:cNvPr>
                <p14:cNvContentPartPr/>
                <p14:nvPr/>
              </p14:nvContentPartPr>
              <p14:xfrm>
                <a:off x="5661900" y="5234048"/>
                <a:ext cx="39600" cy="333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71AA1BA-E49E-569C-C1D2-B26E536492C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653260" y="5225048"/>
                  <a:ext cx="572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5AF326E-FF9B-9A10-86B4-7F60DC8A0236}"/>
                    </a:ext>
                  </a:extLst>
                </p14:cNvPr>
                <p14:cNvContentPartPr/>
                <p14:nvPr/>
              </p14:nvContentPartPr>
              <p14:xfrm>
                <a:off x="5807340" y="5422688"/>
                <a:ext cx="244080" cy="1213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5AF326E-FF9B-9A10-86B4-7F60DC8A023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798700" y="5414048"/>
                  <a:ext cx="2617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11D9C06-5309-6CC1-CBF4-BBF230FD44E4}"/>
                    </a:ext>
                  </a:extLst>
                </p14:cNvPr>
                <p14:cNvContentPartPr/>
                <p14:nvPr/>
              </p14:nvContentPartPr>
              <p14:xfrm>
                <a:off x="6113700" y="5429168"/>
                <a:ext cx="125280" cy="1256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11D9C06-5309-6CC1-CBF4-BBF230FD44E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105060" y="5420168"/>
                  <a:ext cx="1429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E1A108A-53DD-316F-79D4-DABC339BDCFC}"/>
                    </a:ext>
                  </a:extLst>
                </p14:cNvPr>
                <p14:cNvContentPartPr/>
                <p14:nvPr/>
              </p14:nvContentPartPr>
              <p14:xfrm>
                <a:off x="4156020" y="4936688"/>
                <a:ext cx="234720" cy="932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E1A108A-53DD-316F-79D4-DABC339BDCF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147380" y="4928048"/>
                  <a:ext cx="2523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07A90E6-2834-00F7-A9E3-BC9559CC1D53}"/>
                    </a:ext>
                  </a:extLst>
                </p14:cNvPr>
                <p14:cNvContentPartPr/>
                <p14:nvPr/>
              </p14:nvContentPartPr>
              <p14:xfrm>
                <a:off x="4577580" y="4992488"/>
                <a:ext cx="67320" cy="57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07A90E6-2834-00F7-A9E3-BC9559CC1D5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568580" y="4983848"/>
                  <a:ext cx="849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1540639-4ED2-9C11-06E6-A632295887C5}"/>
                    </a:ext>
                  </a:extLst>
                </p14:cNvPr>
                <p14:cNvContentPartPr/>
                <p14:nvPr/>
              </p14:nvContentPartPr>
              <p14:xfrm>
                <a:off x="4540500" y="4935248"/>
                <a:ext cx="93960" cy="162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1540639-4ED2-9C11-06E6-A632295887C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531860" y="4926248"/>
                  <a:ext cx="1116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30632AF-7AD5-0CCA-C098-9E01565A29EA}"/>
                    </a:ext>
                  </a:extLst>
                </p14:cNvPr>
                <p14:cNvContentPartPr/>
                <p14:nvPr/>
              </p14:nvContentPartPr>
              <p14:xfrm>
                <a:off x="4860540" y="4846688"/>
                <a:ext cx="152640" cy="1422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30632AF-7AD5-0CCA-C098-9E01565A29E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851900" y="4838048"/>
                  <a:ext cx="1702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DA358AB-CCE6-2BF7-DDB1-B654C2D2965E}"/>
                    </a:ext>
                  </a:extLst>
                </p14:cNvPr>
                <p14:cNvContentPartPr/>
                <p14:nvPr/>
              </p14:nvContentPartPr>
              <p14:xfrm>
                <a:off x="5060340" y="4914728"/>
                <a:ext cx="29520" cy="709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DA358AB-CCE6-2BF7-DDB1-B654C2D2965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051340" y="4905728"/>
                  <a:ext cx="471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DF88985-EBFB-D4F2-2D5F-6C4CCCE9E356}"/>
                    </a:ext>
                  </a:extLst>
                </p14:cNvPr>
                <p14:cNvContentPartPr/>
                <p14:nvPr/>
              </p14:nvContentPartPr>
              <p14:xfrm>
                <a:off x="5106780" y="4893848"/>
                <a:ext cx="37800" cy="964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DF88985-EBFB-D4F2-2D5F-6C4CCCE9E35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098140" y="4885208"/>
                  <a:ext cx="554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6CE43E7-9A59-4AE1-CFAF-CF83194EC432}"/>
                    </a:ext>
                  </a:extLst>
                </p14:cNvPr>
                <p14:cNvContentPartPr/>
                <p14:nvPr/>
              </p14:nvContentPartPr>
              <p14:xfrm>
                <a:off x="5004900" y="4867568"/>
                <a:ext cx="149040" cy="111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6CE43E7-9A59-4AE1-CFAF-CF83194EC43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996260" y="4858568"/>
                  <a:ext cx="1666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7ACA130-9D5D-6E71-76A2-E4345E425624}"/>
                    </a:ext>
                  </a:extLst>
                </p14:cNvPr>
                <p14:cNvContentPartPr/>
                <p14:nvPr/>
              </p14:nvContentPartPr>
              <p14:xfrm>
                <a:off x="5332860" y="4597208"/>
                <a:ext cx="92520" cy="2437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7ACA130-9D5D-6E71-76A2-E4345E42562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324220" y="4588568"/>
                  <a:ext cx="1101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A036EDD-3187-1296-1851-BB101BE18D96}"/>
                    </a:ext>
                  </a:extLst>
                </p14:cNvPr>
                <p14:cNvContentPartPr/>
                <p14:nvPr/>
              </p14:nvContentPartPr>
              <p14:xfrm>
                <a:off x="5329260" y="4764248"/>
                <a:ext cx="100440" cy="104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A036EDD-3187-1296-1851-BB101BE18D9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320260" y="4755248"/>
                  <a:ext cx="1180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D454461-E0A2-89E1-5B83-0AC1B876611D}"/>
                    </a:ext>
                  </a:extLst>
                </p14:cNvPr>
                <p14:cNvContentPartPr/>
                <p14:nvPr/>
              </p14:nvContentPartPr>
              <p14:xfrm>
                <a:off x="5340420" y="4935248"/>
                <a:ext cx="161640" cy="57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D454461-E0A2-89E1-5B83-0AC1B876611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331420" y="4926608"/>
                  <a:ext cx="179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5879B20-9663-4654-C52F-FEEBEA2A51EF}"/>
                    </a:ext>
                  </a:extLst>
                </p14:cNvPr>
                <p14:cNvContentPartPr/>
                <p14:nvPr/>
              </p14:nvContentPartPr>
              <p14:xfrm>
                <a:off x="5350500" y="5018408"/>
                <a:ext cx="89280" cy="1936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5879B20-9663-4654-C52F-FEEBEA2A51E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341860" y="5009408"/>
                  <a:ext cx="1069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F1FA468-1483-94F3-10BB-071F3E51FBDB}"/>
                    </a:ext>
                  </a:extLst>
                </p14:cNvPr>
                <p14:cNvContentPartPr/>
                <p14:nvPr/>
              </p14:nvContentPartPr>
              <p14:xfrm>
                <a:off x="5330340" y="5122088"/>
                <a:ext cx="130320" cy="162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F1FA468-1483-94F3-10BB-071F3E51FBD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321340" y="5113448"/>
                  <a:ext cx="1479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B5EA55F-66F4-0785-1BCD-82AD7ECF06D5}"/>
                    </a:ext>
                  </a:extLst>
                </p14:cNvPr>
                <p14:cNvContentPartPr/>
                <p14:nvPr/>
              </p14:nvContentPartPr>
              <p14:xfrm>
                <a:off x="5484780" y="5101928"/>
                <a:ext cx="68400" cy="1051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B5EA55F-66F4-0785-1BCD-82AD7ECF06D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475780" y="5092928"/>
                  <a:ext cx="8604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5132A7D0-C437-6EF6-FCCA-68266DA07E68}"/>
              </a:ext>
            </a:extLst>
          </p:cNvPr>
          <p:cNvGrpSpPr/>
          <p:nvPr/>
        </p:nvGrpSpPr>
        <p:grpSpPr>
          <a:xfrm>
            <a:off x="9933660" y="4468328"/>
            <a:ext cx="124920" cy="261000"/>
            <a:chOff x="9933660" y="4468328"/>
            <a:chExt cx="124920" cy="26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8DE4FCB-CBCC-DA81-C998-91C7FBCF03C1}"/>
                    </a:ext>
                  </a:extLst>
                </p14:cNvPr>
                <p14:cNvContentPartPr/>
                <p14:nvPr/>
              </p14:nvContentPartPr>
              <p14:xfrm>
                <a:off x="9968220" y="4468328"/>
                <a:ext cx="58320" cy="2610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8DE4FCB-CBCC-DA81-C998-91C7FBCF03C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959580" y="4459328"/>
                  <a:ext cx="759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6DB13FB-DF4C-5D3F-DF11-F1B0C801A0F8}"/>
                    </a:ext>
                  </a:extLst>
                </p14:cNvPr>
                <p14:cNvContentPartPr/>
                <p14:nvPr/>
              </p14:nvContentPartPr>
              <p14:xfrm>
                <a:off x="9933660" y="4632128"/>
                <a:ext cx="124920" cy="129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6DB13FB-DF4C-5D3F-DF11-F1B0C801A0F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925020" y="4623128"/>
                  <a:ext cx="14256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EEDF21A3-50B3-A43F-BB8F-EF7180E10CAA}"/>
              </a:ext>
            </a:extLst>
          </p:cNvPr>
          <p:cNvGrpSpPr/>
          <p:nvPr/>
        </p:nvGrpSpPr>
        <p:grpSpPr>
          <a:xfrm>
            <a:off x="10275300" y="4377968"/>
            <a:ext cx="663120" cy="347400"/>
            <a:chOff x="10275300" y="4377968"/>
            <a:chExt cx="663120" cy="34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3900D40-9889-1934-A92B-7F7DF4285A5D}"/>
                    </a:ext>
                  </a:extLst>
                </p14:cNvPr>
                <p14:cNvContentPartPr/>
                <p14:nvPr/>
              </p14:nvContentPartPr>
              <p14:xfrm>
                <a:off x="10275300" y="4452488"/>
                <a:ext cx="107640" cy="2336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3900D40-9889-1934-A92B-7F7DF4285A5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266660" y="4443488"/>
                  <a:ext cx="1252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0A3B0A9-F5E5-7D23-6141-8CBE7E69C52D}"/>
                    </a:ext>
                  </a:extLst>
                </p14:cNvPr>
                <p14:cNvContentPartPr/>
                <p14:nvPr/>
              </p14:nvContentPartPr>
              <p14:xfrm>
                <a:off x="10406340" y="4487408"/>
                <a:ext cx="24120" cy="1591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0A3B0A9-F5E5-7D23-6141-8CBE7E69C52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397700" y="4478768"/>
                  <a:ext cx="417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56941CA-1901-6135-D865-165D02F1534C}"/>
                    </a:ext>
                  </a:extLst>
                </p14:cNvPr>
                <p14:cNvContentPartPr/>
                <p14:nvPr/>
              </p14:nvContentPartPr>
              <p14:xfrm>
                <a:off x="10443060" y="4556168"/>
                <a:ext cx="119160" cy="846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56941CA-1901-6135-D865-165D02F1534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434060" y="4547528"/>
                  <a:ext cx="1368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62BF20A-7052-0F30-4CDE-142BD498B4A7}"/>
                    </a:ext>
                  </a:extLst>
                </p14:cNvPr>
                <p14:cNvContentPartPr/>
                <p14:nvPr/>
              </p14:nvContentPartPr>
              <p14:xfrm>
                <a:off x="10530900" y="4458608"/>
                <a:ext cx="59040" cy="2016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62BF20A-7052-0F30-4CDE-142BD498B4A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522260" y="4449608"/>
                  <a:ext cx="766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6C606E7-2EF3-7740-A789-E10EB5026F7D}"/>
                    </a:ext>
                  </a:extLst>
                </p14:cNvPr>
                <p14:cNvContentPartPr/>
                <p14:nvPr/>
              </p14:nvContentPartPr>
              <p14:xfrm>
                <a:off x="10546740" y="4572728"/>
                <a:ext cx="110160" cy="205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6C606E7-2EF3-7740-A789-E10EB5026F7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537740" y="4564088"/>
                  <a:ext cx="1278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F7DBF5A-84F7-B4D5-B31C-994D28996F96}"/>
                    </a:ext>
                  </a:extLst>
                </p14:cNvPr>
                <p14:cNvContentPartPr/>
                <p14:nvPr/>
              </p14:nvContentPartPr>
              <p14:xfrm>
                <a:off x="10614060" y="4447088"/>
                <a:ext cx="59760" cy="1904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F7DBF5A-84F7-B4D5-B31C-994D28996F9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605420" y="4438448"/>
                  <a:ext cx="774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C73C828-486C-4B50-09B6-FB454CDF9F64}"/>
                    </a:ext>
                  </a:extLst>
                </p14:cNvPr>
                <p14:cNvContentPartPr/>
                <p14:nvPr/>
              </p14:nvContentPartPr>
              <p14:xfrm>
                <a:off x="10660860" y="4501088"/>
                <a:ext cx="191160" cy="1288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C73C828-486C-4B50-09B6-FB454CDF9F6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652220" y="4492448"/>
                  <a:ext cx="2088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37D09F9-56E9-4CB0-2088-A2D8EDC6C189}"/>
                    </a:ext>
                  </a:extLst>
                </p14:cNvPr>
                <p14:cNvContentPartPr/>
                <p14:nvPr/>
              </p14:nvContentPartPr>
              <p14:xfrm>
                <a:off x="10790820" y="4556168"/>
                <a:ext cx="77760" cy="57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37D09F9-56E9-4CB0-2088-A2D8EDC6C18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781820" y="4547528"/>
                  <a:ext cx="954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14DA8937-566A-0B51-4DF8-C0E3A392825A}"/>
                    </a:ext>
                  </a:extLst>
                </p14:cNvPr>
                <p14:cNvContentPartPr/>
                <p14:nvPr/>
              </p14:nvContentPartPr>
              <p14:xfrm>
                <a:off x="10837620" y="4377968"/>
                <a:ext cx="100800" cy="3474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14DA8937-566A-0B51-4DF8-C0E3A392825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828620" y="4368968"/>
                  <a:ext cx="118440" cy="36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5F16E55A-C15B-A399-4A21-EAADEFCCDCD3}"/>
              </a:ext>
            </a:extLst>
          </p:cNvPr>
          <p:cNvGrpSpPr/>
          <p:nvPr/>
        </p:nvGrpSpPr>
        <p:grpSpPr>
          <a:xfrm>
            <a:off x="5076540" y="2780288"/>
            <a:ext cx="638640" cy="614520"/>
            <a:chOff x="5076540" y="2780288"/>
            <a:chExt cx="638640" cy="61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DBE80C8-8FAF-76A9-4417-FA1AFB46ED4D}"/>
                    </a:ext>
                  </a:extLst>
                </p14:cNvPr>
                <p14:cNvContentPartPr/>
                <p14:nvPr/>
              </p14:nvContentPartPr>
              <p14:xfrm>
                <a:off x="5096340" y="2870028"/>
                <a:ext cx="187560" cy="1108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DBE80C8-8FAF-76A9-4417-FA1AFB46ED4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087700" y="2861388"/>
                  <a:ext cx="2052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AA6532A-21CC-5881-9EBA-ECCC1FA40F24}"/>
                    </a:ext>
                  </a:extLst>
                </p14:cNvPr>
                <p14:cNvContentPartPr/>
                <p14:nvPr/>
              </p14:nvContentPartPr>
              <p14:xfrm>
                <a:off x="5076540" y="3067668"/>
                <a:ext cx="237240" cy="165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AA6532A-21CC-5881-9EBA-ECCC1FA40F2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067900" y="3058668"/>
                  <a:ext cx="2548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6C5BBF4-5F4C-2557-AAF6-7B2E269B7E21}"/>
                    </a:ext>
                  </a:extLst>
                </p14:cNvPr>
                <p14:cNvContentPartPr/>
                <p14:nvPr/>
              </p14:nvContentPartPr>
              <p14:xfrm>
                <a:off x="5187060" y="3211668"/>
                <a:ext cx="30240" cy="889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6C5BBF4-5F4C-2557-AAF6-7B2E269B7E2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178420" y="3202668"/>
                  <a:ext cx="478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661FF6F-DB33-37C3-D656-70B635BDEACE}"/>
                    </a:ext>
                  </a:extLst>
                </p14:cNvPr>
                <p14:cNvContentPartPr/>
                <p14:nvPr/>
              </p14:nvContentPartPr>
              <p14:xfrm>
                <a:off x="5250780" y="3213108"/>
                <a:ext cx="23400" cy="676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661FF6F-DB33-37C3-D656-70B635BDEAC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242140" y="3204108"/>
                  <a:ext cx="410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C836EC1-E63B-1A7F-8522-034ADAAE0B6A}"/>
                    </a:ext>
                  </a:extLst>
                </p14:cNvPr>
                <p14:cNvContentPartPr/>
                <p14:nvPr/>
              </p14:nvContentPartPr>
              <p14:xfrm>
                <a:off x="5102100" y="3144708"/>
                <a:ext cx="180360" cy="219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C836EC1-E63B-1A7F-8522-034ADAAE0B6A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093100" y="3135708"/>
                  <a:ext cx="198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A58FB68-1FBC-36F9-1F6C-EB3DB52C8A53}"/>
                    </a:ext>
                  </a:extLst>
                </p14:cNvPr>
                <p14:cNvContentPartPr/>
                <p14:nvPr/>
              </p14:nvContentPartPr>
              <p14:xfrm>
                <a:off x="5374260" y="3118328"/>
                <a:ext cx="70920" cy="43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A58FB68-1FBC-36F9-1F6C-EB3DB52C8A5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365260" y="3109328"/>
                  <a:ext cx="885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1597BC9-E0E3-3467-B529-EAD7FA96D619}"/>
                    </a:ext>
                  </a:extLst>
                </p14:cNvPr>
                <p14:cNvContentPartPr/>
                <p14:nvPr/>
              </p14:nvContentPartPr>
              <p14:xfrm>
                <a:off x="5376780" y="3054968"/>
                <a:ext cx="68040" cy="158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1597BC9-E0E3-3467-B529-EAD7FA96D61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368140" y="3045968"/>
                  <a:ext cx="856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AFA38E0-088B-6F5A-D8B5-10EEFFE231CE}"/>
                    </a:ext>
                  </a:extLst>
                </p14:cNvPr>
                <p14:cNvContentPartPr/>
                <p14:nvPr/>
              </p14:nvContentPartPr>
              <p14:xfrm>
                <a:off x="5458140" y="2853008"/>
                <a:ext cx="133920" cy="1144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AFA38E0-088B-6F5A-D8B5-10EEFFE231C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449140" y="2844008"/>
                  <a:ext cx="1515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738A7F6-7052-15F8-5D02-20A75F9E320A}"/>
                    </a:ext>
                  </a:extLst>
                </p14:cNvPr>
                <p14:cNvContentPartPr/>
                <p14:nvPr/>
              </p14:nvContentPartPr>
              <p14:xfrm>
                <a:off x="5635620" y="2780288"/>
                <a:ext cx="58680" cy="2588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738A7F6-7052-15F8-5D02-20A75F9E320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626620" y="2771648"/>
                  <a:ext cx="763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AE0B873-2B68-5127-361D-DBD523CA40D9}"/>
                    </a:ext>
                  </a:extLst>
                </p14:cNvPr>
                <p14:cNvContentPartPr/>
                <p14:nvPr/>
              </p14:nvContentPartPr>
              <p14:xfrm>
                <a:off x="5634180" y="2945528"/>
                <a:ext cx="70920" cy="57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AE0B873-2B68-5127-361D-DBD523CA40D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625180" y="2936528"/>
                  <a:ext cx="88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356073C-DDD1-9640-931F-FB4E94942A8B}"/>
                    </a:ext>
                  </a:extLst>
                </p14:cNvPr>
                <p14:cNvContentPartPr/>
                <p14:nvPr/>
              </p14:nvContentPartPr>
              <p14:xfrm>
                <a:off x="5507100" y="3080528"/>
                <a:ext cx="182160" cy="111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356073C-DDD1-9640-931F-FB4E94942A8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498460" y="3071528"/>
                  <a:ext cx="199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4E76B33-ED52-84ED-B2B1-19E198B92551}"/>
                    </a:ext>
                  </a:extLst>
                </p14:cNvPr>
                <p14:cNvContentPartPr/>
                <p14:nvPr/>
              </p14:nvContentPartPr>
              <p14:xfrm>
                <a:off x="5547780" y="3154328"/>
                <a:ext cx="68760" cy="2404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4E76B33-ED52-84ED-B2B1-19E198B9255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538780" y="3145688"/>
                  <a:ext cx="864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54428E8C-D4E7-4CF2-3851-79A8663CCA36}"/>
                    </a:ext>
                  </a:extLst>
                </p14:cNvPr>
                <p14:cNvContentPartPr/>
                <p14:nvPr/>
              </p14:nvContentPartPr>
              <p14:xfrm>
                <a:off x="5554260" y="3298688"/>
                <a:ext cx="93600" cy="216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54428E8C-D4E7-4CF2-3851-79A8663CCA36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545260" y="3289688"/>
                  <a:ext cx="1112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601FD22A-2755-3C4B-EEA5-8D36B406C1DB}"/>
                    </a:ext>
                  </a:extLst>
                </p14:cNvPr>
                <p14:cNvContentPartPr/>
                <p14:nvPr/>
              </p14:nvContentPartPr>
              <p14:xfrm>
                <a:off x="5651820" y="3262328"/>
                <a:ext cx="63360" cy="1000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601FD22A-2755-3C4B-EEA5-8D36B406C1D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642820" y="3253688"/>
                  <a:ext cx="81000" cy="11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06CA7A56-2FFF-BBED-3E06-734FA6A45EBD}"/>
                  </a:ext>
                </a:extLst>
              </p14:cNvPr>
              <p14:cNvContentPartPr/>
              <p14:nvPr/>
            </p14:nvContentPartPr>
            <p14:xfrm>
              <a:off x="8751420" y="2732768"/>
              <a:ext cx="164160" cy="35676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06CA7A56-2FFF-BBED-3E06-734FA6A45EBD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8742420" y="2723768"/>
                <a:ext cx="181800" cy="37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1" name="Group 200">
            <a:extLst>
              <a:ext uri="{FF2B5EF4-FFF2-40B4-BE49-F238E27FC236}">
                <a16:creationId xmlns:a16="http://schemas.microsoft.com/office/drawing/2014/main" id="{7EE65BF2-E936-DA56-A2F8-68A130C982A4}"/>
              </a:ext>
            </a:extLst>
          </p:cNvPr>
          <p:cNvGrpSpPr/>
          <p:nvPr/>
        </p:nvGrpSpPr>
        <p:grpSpPr>
          <a:xfrm>
            <a:off x="8281260" y="2836088"/>
            <a:ext cx="600480" cy="1368360"/>
            <a:chOff x="8281260" y="2836088"/>
            <a:chExt cx="600480" cy="136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31F74D3-C939-553E-2DCF-BD3C70C612B7}"/>
                    </a:ext>
                  </a:extLst>
                </p14:cNvPr>
                <p14:cNvContentPartPr/>
                <p14:nvPr/>
              </p14:nvContentPartPr>
              <p14:xfrm>
                <a:off x="8303220" y="2836088"/>
                <a:ext cx="578520" cy="13683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31F74D3-C939-553E-2DCF-BD3C70C612B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294220" y="2827448"/>
                  <a:ext cx="596160" cy="13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7F7230FB-507E-63E8-1D71-3E19052C679F}"/>
                    </a:ext>
                  </a:extLst>
                </p14:cNvPr>
                <p14:cNvContentPartPr/>
                <p14:nvPr/>
              </p14:nvContentPartPr>
              <p14:xfrm>
                <a:off x="8281260" y="2986928"/>
                <a:ext cx="513000" cy="12060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7F7230FB-507E-63E8-1D71-3E19052C679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272620" y="2977928"/>
                  <a:ext cx="530640" cy="122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8052190F-94F7-D3E4-371A-59899357E8B3}"/>
              </a:ext>
            </a:extLst>
          </p:cNvPr>
          <p:cNvGrpSpPr/>
          <p:nvPr/>
        </p:nvGrpSpPr>
        <p:grpSpPr>
          <a:xfrm>
            <a:off x="7792740" y="1314368"/>
            <a:ext cx="1162800" cy="478080"/>
            <a:chOff x="7792740" y="1314368"/>
            <a:chExt cx="1162800" cy="47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1921B93-1C38-A97F-4CAF-F7EADDD0D9F7}"/>
                    </a:ext>
                  </a:extLst>
                </p14:cNvPr>
                <p14:cNvContentPartPr/>
                <p14:nvPr/>
              </p14:nvContentPartPr>
              <p14:xfrm>
                <a:off x="7792740" y="1667168"/>
                <a:ext cx="154080" cy="1252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1921B93-1C38-A97F-4CAF-F7EADDD0D9F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784100" y="1658528"/>
                  <a:ext cx="1717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F5778EF-ED8D-7F47-0B37-D5F00134462B}"/>
                    </a:ext>
                  </a:extLst>
                </p14:cNvPr>
                <p14:cNvContentPartPr/>
                <p14:nvPr/>
              </p14:nvContentPartPr>
              <p14:xfrm>
                <a:off x="7937460" y="1454408"/>
                <a:ext cx="103320" cy="1670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F5778EF-ED8D-7F47-0B37-D5F00134462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928820" y="1445768"/>
                  <a:ext cx="1209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A4E737D-E7C5-E75C-8751-D00921666753}"/>
                    </a:ext>
                  </a:extLst>
                </p14:cNvPr>
                <p14:cNvContentPartPr/>
                <p14:nvPr/>
              </p14:nvContentPartPr>
              <p14:xfrm>
                <a:off x="7948980" y="1354328"/>
                <a:ext cx="5760" cy="100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A4E737D-E7C5-E75C-8751-D00921666753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939980" y="1345688"/>
                  <a:ext cx="234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3940667-0819-A968-79D0-93AFFC5EE170}"/>
                    </a:ext>
                  </a:extLst>
                </p14:cNvPr>
                <p14:cNvContentPartPr/>
                <p14:nvPr/>
              </p14:nvContentPartPr>
              <p14:xfrm>
                <a:off x="8078580" y="1337048"/>
                <a:ext cx="117360" cy="1033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3940667-0819-A968-79D0-93AFFC5EE17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069940" y="1328048"/>
                  <a:ext cx="135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D0DE761-BD82-2E08-399B-162F6B59FF38}"/>
                    </a:ext>
                  </a:extLst>
                </p14:cNvPr>
                <p14:cNvContentPartPr/>
                <p14:nvPr/>
              </p14:nvContentPartPr>
              <p14:xfrm>
                <a:off x="8234460" y="1366208"/>
                <a:ext cx="51480" cy="705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D0DE761-BD82-2E08-399B-162F6B59FF3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225820" y="1357568"/>
                  <a:ext cx="691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36F2E7A-CBDD-B912-5A09-BAFB6F28EBB1}"/>
                    </a:ext>
                  </a:extLst>
                </p14:cNvPr>
                <p14:cNvContentPartPr/>
                <p14:nvPr/>
              </p14:nvContentPartPr>
              <p14:xfrm>
                <a:off x="8286660" y="1371248"/>
                <a:ext cx="54360" cy="734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36F2E7A-CBDD-B912-5A09-BAFB6F28EBB1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277660" y="1362608"/>
                  <a:ext cx="720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33C1942-DC73-5B1C-544B-E1F8454D7863}"/>
                    </a:ext>
                  </a:extLst>
                </p14:cNvPr>
                <p14:cNvContentPartPr/>
                <p14:nvPr/>
              </p14:nvContentPartPr>
              <p14:xfrm>
                <a:off x="8193780" y="1314368"/>
                <a:ext cx="114120" cy="349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33C1942-DC73-5B1C-544B-E1F8454D7863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184780" y="1305368"/>
                  <a:ext cx="1317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826F1AB-72CC-BC43-828F-9925C6C23DA4}"/>
                    </a:ext>
                  </a:extLst>
                </p14:cNvPr>
                <p14:cNvContentPartPr/>
                <p14:nvPr/>
              </p14:nvContentPartPr>
              <p14:xfrm>
                <a:off x="8380260" y="1371968"/>
                <a:ext cx="183960" cy="669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826F1AB-72CC-BC43-828F-9925C6C23DA4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371260" y="1363328"/>
                  <a:ext cx="2016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8551438D-B680-9039-B9EA-D2FE22A9B131}"/>
                    </a:ext>
                  </a:extLst>
                </p14:cNvPr>
                <p14:cNvContentPartPr/>
                <p14:nvPr/>
              </p14:nvContentPartPr>
              <p14:xfrm>
                <a:off x="8662140" y="1665368"/>
                <a:ext cx="71640" cy="79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8551438D-B680-9039-B9EA-D2FE22A9B131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653500" y="1656368"/>
                  <a:ext cx="892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EB064172-C298-A0AA-B1FA-70832AA90CD3}"/>
                    </a:ext>
                  </a:extLst>
                </p14:cNvPr>
                <p14:cNvContentPartPr/>
                <p14:nvPr/>
              </p14:nvContentPartPr>
              <p14:xfrm>
                <a:off x="8613540" y="1599128"/>
                <a:ext cx="120240" cy="219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EB064172-C298-A0AA-B1FA-70832AA90CD3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604900" y="1590128"/>
                  <a:ext cx="1378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4B72116-ADD2-CD31-E1EE-2605E098561E}"/>
                    </a:ext>
                  </a:extLst>
                </p14:cNvPr>
                <p14:cNvContentPartPr/>
                <p14:nvPr/>
              </p14:nvContentPartPr>
              <p14:xfrm>
                <a:off x="8863380" y="1522088"/>
                <a:ext cx="92160" cy="1864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4B72116-ADD2-CD31-E1EE-2605E098561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854380" y="1513088"/>
                  <a:ext cx="109800" cy="20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8A4D8C9B-69A3-1AD2-C436-CAAC7142725C}"/>
              </a:ext>
            </a:extLst>
          </p:cNvPr>
          <p:cNvGrpSpPr/>
          <p:nvPr/>
        </p:nvGrpSpPr>
        <p:grpSpPr>
          <a:xfrm>
            <a:off x="6327900" y="3807728"/>
            <a:ext cx="477720" cy="19440"/>
            <a:chOff x="6327900" y="3807728"/>
            <a:chExt cx="477720" cy="1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104013C-9DD4-7F21-6694-6FB404336A43}"/>
                    </a:ext>
                  </a:extLst>
                </p14:cNvPr>
                <p14:cNvContentPartPr/>
                <p14:nvPr/>
              </p14:nvContentPartPr>
              <p14:xfrm>
                <a:off x="6327900" y="3813128"/>
                <a:ext cx="14400" cy="3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104013C-9DD4-7F21-6694-6FB404336A43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318900" y="3804488"/>
                  <a:ext cx="32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AB420A9-E9D5-F170-2D1C-CFB9CEB215C5}"/>
                    </a:ext>
                  </a:extLst>
                </p14:cNvPr>
                <p14:cNvContentPartPr/>
                <p14:nvPr/>
              </p14:nvContentPartPr>
              <p14:xfrm>
                <a:off x="6405660" y="3807728"/>
                <a:ext cx="399960" cy="194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AB420A9-E9D5-F170-2D1C-CFB9CEB215C5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397020" y="3798728"/>
                  <a:ext cx="417600" cy="3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8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DBFECB9A-6DD0-4B98-7469-85FBB1617641}"/>
                  </a:ext>
                </a:extLst>
              </p14:cNvPr>
              <p14:cNvContentPartPr/>
              <p14:nvPr/>
            </p14:nvContentPartPr>
            <p14:xfrm>
              <a:off x="7242300" y="3813128"/>
              <a:ext cx="360" cy="36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DBFECB9A-6DD0-4B98-7469-85FBB1617641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7233300" y="380448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49F12D92-2E01-A2D0-9F11-3D496229BF6E}"/>
                  </a:ext>
                </a:extLst>
              </p14:cNvPr>
              <p14:cNvContentPartPr/>
              <p14:nvPr/>
            </p14:nvContentPartPr>
            <p14:xfrm>
              <a:off x="7876260" y="3818168"/>
              <a:ext cx="1756080" cy="4824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49F12D92-2E01-A2D0-9F11-3D496229BF6E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7867260" y="3809168"/>
                <a:ext cx="177372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5EAFEB47-5B60-4982-D3D5-B8E1FCCBC168}"/>
                  </a:ext>
                </a:extLst>
              </p14:cNvPr>
              <p14:cNvContentPartPr/>
              <p14:nvPr/>
            </p14:nvContentPartPr>
            <p14:xfrm>
              <a:off x="7082820" y="3778208"/>
              <a:ext cx="103680" cy="10332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5EAFEB47-5B60-4982-D3D5-B8E1FCCBC168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7073820" y="3769208"/>
                <a:ext cx="12132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4FFDE374-80ED-C9A5-5C5E-69DC1017FF91}"/>
                  </a:ext>
                </a:extLst>
              </p14:cNvPr>
              <p14:cNvContentPartPr/>
              <p14:nvPr/>
            </p14:nvContentPartPr>
            <p14:xfrm>
              <a:off x="7716060" y="3761288"/>
              <a:ext cx="114480" cy="8244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4FFDE374-80ED-C9A5-5C5E-69DC1017FF91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7707060" y="3752648"/>
                <a:ext cx="13212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4DB4E884-091A-6293-47AB-166E50BE4ACB}"/>
                  </a:ext>
                </a:extLst>
              </p14:cNvPr>
              <p14:cNvContentPartPr/>
              <p14:nvPr/>
            </p14:nvContentPartPr>
            <p14:xfrm>
              <a:off x="8369100" y="3755888"/>
              <a:ext cx="122400" cy="10944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4DB4E884-091A-6293-47AB-166E50BE4ACB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8360460" y="3746888"/>
                <a:ext cx="14004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812F3B47-026C-9D24-D45E-38A996477C52}"/>
                  </a:ext>
                </a:extLst>
              </p14:cNvPr>
              <p14:cNvContentPartPr/>
              <p14:nvPr/>
            </p14:nvContentPartPr>
            <p14:xfrm>
              <a:off x="8988660" y="3740048"/>
              <a:ext cx="141840" cy="10548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812F3B47-026C-9D24-D45E-38A996477C52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8980020" y="3731408"/>
                <a:ext cx="15948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0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A1429073-C854-6981-8E1A-657EFFABDB6B}"/>
                  </a:ext>
                </a:extLst>
              </p14:cNvPr>
              <p14:cNvContentPartPr/>
              <p14:nvPr/>
            </p14:nvContentPartPr>
            <p14:xfrm>
              <a:off x="9657900" y="3772088"/>
              <a:ext cx="130680" cy="7920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A1429073-C854-6981-8E1A-657EFFABDB6B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9649260" y="3763088"/>
                <a:ext cx="14832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7020DF32-DACD-7CB5-13EC-EE23396A02E7}"/>
                  </a:ext>
                </a:extLst>
              </p14:cNvPr>
              <p14:cNvContentPartPr/>
              <p14:nvPr/>
            </p14:nvContentPartPr>
            <p14:xfrm>
              <a:off x="10328220" y="3750128"/>
              <a:ext cx="104760" cy="10116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7020DF32-DACD-7CB5-13EC-EE23396A02E7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10319580" y="3741488"/>
                <a:ext cx="12240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4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8F88238F-2781-E3A1-FBF1-021A145E82D1}"/>
                  </a:ext>
                </a:extLst>
              </p14:cNvPr>
              <p14:cNvContentPartPr/>
              <p14:nvPr/>
            </p14:nvContentPartPr>
            <p14:xfrm>
              <a:off x="7132860" y="3920048"/>
              <a:ext cx="21600" cy="34524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8F88238F-2781-E3A1-FBF1-021A145E82D1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7123860" y="3911048"/>
                <a:ext cx="3924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6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86A77888-1C53-2B4A-ED71-4BEA6C51D39D}"/>
                  </a:ext>
                </a:extLst>
              </p14:cNvPr>
              <p14:cNvContentPartPr/>
              <p14:nvPr/>
            </p14:nvContentPartPr>
            <p14:xfrm>
              <a:off x="7787340" y="3832568"/>
              <a:ext cx="11520" cy="56340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86A77888-1C53-2B4A-ED71-4BEA6C51D39D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7778700" y="3823928"/>
                <a:ext cx="29160" cy="58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8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B0D4F0BC-0C2F-4D11-A91B-B555869CDB1C}"/>
                  </a:ext>
                </a:extLst>
              </p14:cNvPr>
              <p14:cNvContentPartPr/>
              <p14:nvPr/>
            </p14:nvContentPartPr>
            <p14:xfrm>
              <a:off x="8483940" y="3864968"/>
              <a:ext cx="14040" cy="40644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B0D4F0BC-0C2F-4D11-A91B-B555869CDB1C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8475300" y="3856328"/>
                <a:ext cx="31680" cy="42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0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5CBEBAE0-A5C0-4C74-F3AA-93FC2E6E6735}"/>
                  </a:ext>
                </a:extLst>
              </p14:cNvPr>
              <p14:cNvContentPartPr/>
              <p14:nvPr/>
            </p14:nvContentPartPr>
            <p14:xfrm>
              <a:off x="9081540" y="3852368"/>
              <a:ext cx="21240" cy="41508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5CBEBAE0-A5C0-4C74-F3AA-93FC2E6E6735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9072540" y="3843368"/>
                <a:ext cx="38880" cy="43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2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3C1B4842-EB9B-D21C-0FC2-54AAD7753027}"/>
                  </a:ext>
                </a:extLst>
              </p14:cNvPr>
              <p14:cNvContentPartPr/>
              <p14:nvPr/>
            </p14:nvContentPartPr>
            <p14:xfrm>
              <a:off x="9715500" y="3850568"/>
              <a:ext cx="52920" cy="40428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3C1B4842-EB9B-D21C-0FC2-54AAD7753027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9706500" y="3841568"/>
                <a:ext cx="70560" cy="4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4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08030A83-E6F7-7109-A85D-4915117FB493}"/>
                  </a:ext>
                </a:extLst>
              </p14:cNvPr>
              <p14:cNvContentPartPr/>
              <p14:nvPr/>
            </p14:nvContentPartPr>
            <p14:xfrm>
              <a:off x="10369980" y="3848768"/>
              <a:ext cx="26280" cy="44280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08030A83-E6F7-7109-A85D-4915117FB493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10360980" y="3839768"/>
                <a:ext cx="43920" cy="460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impulse-train sampling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mathematical sampler is a multiplier.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85216" y="1243584"/>
            <a:ext cx="5084064" cy="749808"/>
          </a:xfrm>
          <a:prstGeom prst="roundRect">
            <a:avLst>
              <a:gd name="adj" fmla="val 6098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8243" y="1298448"/>
            <a:ext cx="2198011" cy="64008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404" y="2057400"/>
            <a:ext cx="4117688" cy="566928"/>
          </a:xfrm>
          <a:prstGeom prst="rect">
            <a:avLst/>
          </a:prstGeom>
        </p:spPr>
      </p:pic>
      <p:pic>
        <p:nvPicPr>
          <p:cNvPr id="7" name="Image 2" descr="/mnt/data/week2_dsp_ml/assets/impulse_sampl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7888" y="1234440"/>
            <a:ext cx="5800624" cy="452628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4160520"/>
            <a:ext cx="4206240" cy="685800"/>
          </a:xfrm>
          <a:prstGeom prst="roundRect">
            <a:avLst>
              <a:gd name="adj" fmla="val 9333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969264" y="4270248"/>
            <a:ext cx="3913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impulse train is an analysis device—not a literal ADC circuit.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F4DADB7-9EC3-9C9F-13FE-F065150CD722}"/>
                  </a:ext>
                </a:extLst>
              </p14:cNvPr>
              <p14:cNvContentPartPr/>
              <p14:nvPr/>
            </p14:nvContentPartPr>
            <p14:xfrm>
              <a:off x="2524500" y="5127848"/>
              <a:ext cx="37080" cy="9619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F4DADB7-9EC3-9C9F-13FE-F065150CD72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15860" y="5118848"/>
                <a:ext cx="54720" cy="9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5CD8EB7-4217-74F9-E080-14C7A3A0601C}"/>
                  </a:ext>
                </a:extLst>
              </p14:cNvPr>
              <p14:cNvContentPartPr/>
              <p14:nvPr/>
            </p14:nvContentPartPr>
            <p14:xfrm>
              <a:off x="906300" y="5942888"/>
              <a:ext cx="3756600" cy="47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5CD8EB7-4217-74F9-E080-14C7A3A0601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97660" y="5934248"/>
                <a:ext cx="3774240" cy="6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CB415914-1F38-62A2-1EED-97EEBE1FEC5E}"/>
              </a:ext>
            </a:extLst>
          </p:cNvPr>
          <p:cNvGrpSpPr/>
          <p:nvPr/>
        </p:nvGrpSpPr>
        <p:grpSpPr>
          <a:xfrm>
            <a:off x="972180" y="5409728"/>
            <a:ext cx="100440" cy="579600"/>
            <a:chOff x="972180" y="5409728"/>
            <a:chExt cx="100440" cy="57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BA7A9F3-A65A-C9BD-85FB-F4EB3C7E4B30}"/>
                    </a:ext>
                  </a:extLst>
                </p14:cNvPr>
                <p14:cNvContentPartPr/>
                <p14:nvPr/>
              </p14:nvContentPartPr>
              <p14:xfrm>
                <a:off x="1004580" y="5461568"/>
                <a:ext cx="29880" cy="527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BA7A9F3-A65A-C9BD-85FB-F4EB3C7E4B3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95940" y="5452928"/>
                  <a:ext cx="4752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7D7280C-ACC1-C24E-ABF4-1C42A2A5F8ED}"/>
                    </a:ext>
                  </a:extLst>
                </p14:cNvPr>
                <p14:cNvContentPartPr/>
                <p14:nvPr/>
              </p14:nvContentPartPr>
              <p14:xfrm>
                <a:off x="972180" y="5409728"/>
                <a:ext cx="100440" cy="114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7D7280C-ACC1-C24E-ABF4-1C42A2A5F8E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3540" y="5400728"/>
                  <a:ext cx="118080" cy="13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D3E038D-6591-744A-F316-F437677EA4E6}"/>
                  </a:ext>
                </a:extLst>
              </p14:cNvPr>
              <p14:cNvContentPartPr/>
              <p14:nvPr/>
            </p14:nvContentPartPr>
            <p14:xfrm>
              <a:off x="2467620" y="6223688"/>
              <a:ext cx="136800" cy="853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D3E038D-6591-744A-F316-F437677EA4E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58980" y="6214688"/>
                <a:ext cx="154440" cy="10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C25ECE98-762A-2407-11B5-0E9E9315A4EE}"/>
              </a:ext>
            </a:extLst>
          </p:cNvPr>
          <p:cNvGrpSpPr/>
          <p:nvPr/>
        </p:nvGrpSpPr>
        <p:grpSpPr>
          <a:xfrm>
            <a:off x="3232620" y="6145928"/>
            <a:ext cx="263880" cy="183600"/>
            <a:chOff x="3232620" y="6145928"/>
            <a:chExt cx="263880" cy="18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38C4AA4-D791-913C-4F6D-EA09715521CF}"/>
                    </a:ext>
                  </a:extLst>
                </p14:cNvPr>
                <p14:cNvContentPartPr/>
                <p14:nvPr/>
              </p14:nvContentPartPr>
              <p14:xfrm>
                <a:off x="3403980" y="6187688"/>
                <a:ext cx="33840" cy="141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38C4AA4-D791-913C-4F6D-EA09715521C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94980" y="6178688"/>
                  <a:ext cx="514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6720964-BD12-37D6-51B5-0466BCFCACEE}"/>
                    </a:ext>
                  </a:extLst>
                </p14:cNvPr>
                <p14:cNvContentPartPr/>
                <p14:nvPr/>
              </p14:nvContentPartPr>
              <p14:xfrm>
                <a:off x="3232620" y="6145928"/>
                <a:ext cx="263880" cy="11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6720964-BD12-37D6-51B5-0466BCFCACE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23980" y="6136928"/>
                  <a:ext cx="28152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3A73C3D-F845-83E8-4E01-1137C302FBAF}"/>
              </a:ext>
            </a:extLst>
          </p:cNvPr>
          <p:cNvGrpSpPr/>
          <p:nvPr/>
        </p:nvGrpSpPr>
        <p:grpSpPr>
          <a:xfrm>
            <a:off x="4061700" y="6173288"/>
            <a:ext cx="229680" cy="150840"/>
            <a:chOff x="4061700" y="6173288"/>
            <a:chExt cx="229680" cy="15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97DFFED-8280-A27E-AA2C-B5073A5631D2}"/>
                    </a:ext>
                  </a:extLst>
                </p14:cNvPr>
                <p14:cNvContentPartPr/>
                <p14:nvPr/>
              </p14:nvContentPartPr>
              <p14:xfrm>
                <a:off x="4061700" y="6192368"/>
                <a:ext cx="95400" cy="131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97DFFED-8280-A27E-AA2C-B5073A5631D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52700" y="6183728"/>
                  <a:ext cx="1130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E3DF61E-C268-011E-40A0-15E6653A4A28}"/>
                    </a:ext>
                  </a:extLst>
                </p14:cNvPr>
                <p14:cNvContentPartPr/>
                <p14:nvPr/>
              </p14:nvContentPartPr>
              <p14:xfrm>
                <a:off x="4239180" y="6198128"/>
                <a:ext cx="40320" cy="113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E3DF61E-C268-011E-40A0-15E6653A4A2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230540" y="6189128"/>
                  <a:ext cx="579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80F9CFD-4D36-2994-BE8E-30505EE90F34}"/>
                    </a:ext>
                  </a:extLst>
                </p14:cNvPr>
                <p14:cNvContentPartPr/>
                <p14:nvPr/>
              </p14:nvContentPartPr>
              <p14:xfrm>
                <a:off x="4186980" y="6173288"/>
                <a:ext cx="104400" cy="14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80F9CFD-4D36-2994-BE8E-30505EE90F3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78340" y="6164288"/>
                  <a:ext cx="12204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79F5000-3A60-A603-FBA2-300DB9D681A8}"/>
              </a:ext>
            </a:extLst>
          </p:cNvPr>
          <p:cNvGrpSpPr/>
          <p:nvPr/>
        </p:nvGrpSpPr>
        <p:grpSpPr>
          <a:xfrm>
            <a:off x="4701060" y="5631848"/>
            <a:ext cx="286560" cy="10080"/>
            <a:chOff x="4701060" y="5631848"/>
            <a:chExt cx="286560" cy="1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831EBDD-B67C-446B-2A28-12BD63100A58}"/>
                    </a:ext>
                  </a:extLst>
                </p14:cNvPr>
                <p14:cNvContentPartPr/>
                <p14:nvPr/>
              </p14:nvContentPartPr>
              <p14:xfrm>
                <a:off x="4961700" y="5631848"/>
                <a:ext cx="25920" cy="10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831EBDD-B67C-446B-2A28-12BD63100A5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53060" y="5622848"/>
                  <a:ext cx="435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B4C5EFE-3426-5E7B-C0F0-579FD36D7BB1}"/>
                    </a:ext>
                  </a:extLst>
                </p14:cNvPr>
                <p14:cNvContentPartPr/>
                <p14:nvPr/>
              </p14:nvContentPartPr>
              <p14:xfrm>
                <a:off x="4867740" y="5631848"/>
                <a:ext cx="31680" cy="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B4C5EFE-3426-5E7B-C0F0-579FD36D7BB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59100" y="5622848"/>
                  <a:ext cx="493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19FD6C6-F83F-0677-1616-7A17907D82FB}"/>
                    </a:ext>
                  </a:extLst>
                </p14:cNvPr>
                <p14:cNvContentPartPr/>
                <p14:nvPr/>
              </p14:nvContentPartPr>
              <p14:xfrm>
                <a:off x="4771260" y="5631848"/>
                <a:ext cx="13680" cy="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19FD6C6-F83F-0677-1616-7A17907D82F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62620" y="5622848"/>
                  <a:ext cx="313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8AA2DCF-7A9B-AAB1-E85D-C79ADA9F8481}"/>
                    </a:ext>
                  </a:extLst>
                </p14:cNvPr>
                <p14:cNvContentPartPr/>
                <p14:nvPr/>
              </p14:nvContentPartPr>
              <p14:xfrm>
                <a:off x="4701060" y="5631848"/>
                <a:ext cx="37440" cy="3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8AA2DCF-7A9B-AAB1-E85D-C79ADA9F848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92060" y="5622848"/>
                  <a:ext cx="5508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2B13637-98C4-CFFE-F137-5BD4C6B26801}"/>
              </a:ext>
            </a:extLst>
          </p:cNvPr>
          <p:cNvGrpSpPr/>
          <p:nvPr/>
        </p:nvGrpSpPr>
        <p:grpSpPr>
          <a:xfrm>
            <a:off x="318060" y="5657768"/>
            <a:ext cx="321120" cy="15840"/>
            <a:chOff x="318060" y="5657768"/>
            <a:chExt cx="321120" cy="1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7FE7258-D889-235A-DC6A-2B7B0F291716}"/>
                    </a:ext>
                  </a:extLst>
                </p14:cNvPr>
                <p14:cNvContentPartPr/>
                <p14:nvPr/>
              </p14:nvContentPartPr>
              <p14:xfrm>
                <a:off x="581940" y="5662808"/>
                <a:ext cx="57240" cy="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7FE7258-D889-235A-DC6A-2B7B0F29171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72940" y="5654168"/>
                  <a:ext cx="74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8D0A469-7EDA-B155-505D-CF8606CFA299}"/>
                    </a:ext>
                  </a:extLst>
                </p14:cNvPr>
                <p14:cNvContentPartPr/>
                <p14:nvPr/>
              </p14:nvContentPartPr>
              <p14:xfrm>
                <a:off x="472860" y="5657768"/>
                <a:ext cx="62280" cy="9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8D0A469-7EDA-B155-505D-CF8606CFA29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220" y="5648768"/>
                  <a:ext cx="799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E5FA19B-9D6E-48EC-0B50-40DFDE9BE348}"/>
                    </a:ext>
                  </a:extLst>
                </p14:cNvPr>
                <p14:cNvContentPartPr/>
                <p14:nvPr/>
              </p14:nvContentPartPr>
              <p14:xfrm>
                <a:off x="318060" y="5668568"/>
                <a:ext cx="82080" cy="5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E5FA19B-9D6E-48EC-0B50-40DFDE9BE34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09060" y="5659568"/>
                  <a:ext cx="9972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4B1EAC4-2D4E-75E7-87C8-E4442CEA1777}"/>
              </a:ext>
            </a:extLst>
          </p:cNvPr>
          <p:cNvGrpSpPr/>
          <p:nvPr/>
        </p:nvGrpSpPr>
        <p:grpSpPr>
          <a:xfrm>
            <a:off x="1563660" y="6136568"/>
            <a:ext cx="260280" cy="147600"/>
            <a:chOff x="1563660" y="6136568"/>
            <a:chExt cx="260280" cy="14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D4281F0-ADAA-75AD-7179-ACC13866C12E}"/>
                    </a:ext>
                  </a:extLst>
                </p14:cNvPr>
                <p14:cNvContentPartPr/>
                <p14:nvPr/>
              </p14:nvContentPartPr>
              <p14:xfrm>
                <a:off x="1563660" y="6265448"/>
                <a:ext cx="62640" cy="151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D4281F0-ADAA-75AD-7179-ACC13866C12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555020" y="6256808"/>
                  <a:ext cx="802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35D2487-F70D-8F00-AE77-B145C2560BB7}"/>
                    </a:ext>
                  </a:extLst>
                </p14:cNvPr>
                <p14:cNvContentPartPr/>
                <p14:nvPr/>
              </p14:nvContentPartPr>
              <p14:xfrm>
                <a:off x="1749420" y="6151328"/>
                <a:ext cx="48960" cy="132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35D2487-F70D-8F00-AE77-B145C2560BB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740420" y="6142328"/>
                  <a:ext cx="666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F2E76E1-9AF6-5F64-7396-FB99F8A088F6}"/>
                    </a:ext>
                  </a:extLst>
                </p14:cNvPr>
                <p14:cNvContentPartPr/>
                <p14:nvPr/>
              </p14:nvContentPartPr>
              <p14:xfrm>
                <a:off x="1664100" y="6136568"/>
                <a:ext cx="159840" cy="97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F2E76E1-9AF6-5F64-7396-FB99F8A088F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55100" y="6127928"/>
                  <a:ext cx="17748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25A6683-0A43-A209-9113-6A0DA2D29255}"/>
              </a:ext>
            </a:extLst>
          </p:cNvPr>
          <p:cNvGrpSpPr/>
          <p:nvPr/>
        </p:nvGrpSpPr>
        <p:grpSpPr>
          <a:xfrm>
            <a:off x="753660" y="6143768"/>
            <a:ext cx="415800" cy="158400"/>
            <a:chOff x="753660" y="6143768"/>
            <a:chExt cx="415800" cy="15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9052AA2-330D-194D-D120-5C80445427F8}"/>
                    </a:ext>
                  </a:extLst>
                </p14:cNvPr>
                <p14:cNvContentPartPr/>
                <p14:nvPr/>
              </p14:nvContentPartPr>
              <p14:xfrm>
                <a:off x="753660" y="6234488"/>
                <a:ext cx="140040" cy="111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9052AA2-330D-194D-D120-5C80445427F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5020" y="6225488"/>
                  <a:ext cx="1576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8D63D1A-8DA4-D1A5-89F9-E9C04EBEAAB1}"/>
                    </a:ext>
                  </a:extLst>
                </p14:cNvPr>
                <p14:cNvContentPartPr/>
                <p14:nvPr/>
              </p14:nvContentPartPr>
              <p14:xfrm>
                <a:off x="914220" y="6143768"/>
                <a:ext cx="132840" cy="149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8D63D1A-8DA4-D1A5-89F9-E9C04EBEAAB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05220" y="6134768"/>
                  <a:ext cx="1504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7D2C763-8F82-55DB-3DC6-27FEE4C885B3}"/>
                    </a:ext>
                  </a:extLst>
                </p14:cNvPr>
                <p14:cNvContentPartPr/>
                <p14:nvPr/>
              </p14:nvContentPartPr>
              <p14:xfrm>
                <a:off x="1116900" y="6192728"/>
                <a:ext cx="46080" cy="109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7D2C763-8F82-55DB-3DC6-27FEE4C885B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07900" y="6184088"/>
                  <a:ext cx="637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7FCBA83-2E48-9046-BC9C-5545A2CC2231}"/>
                    </a:ext>
                  </a:extLst>
                </p14:cNvPr>
                <p14:cNvContentPartPr/>
                <p14:nvPr/>
              </p14:nvContentPartPr>
              <p14:xfrm>
                <a:off x="1060020" y="6160328"/>
                <a:ext cx="109440" cy="17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7FCBA83-2E48-9046-BC9C-5545A2CC223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51020" y="6151688"/>
                  <a:ext cx="12708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7CD6B9B-53BA-B7DD-2FCD-CE6CCC6CE1F0}"/>
              </a:ext>
            </a:extLst>
          </p:cNvPr>
          <p:cNvGrpSpPr/>
          <p:nvPr/>
        </p:nvGrpSpPr>
        <p:grpSpPr>
          <a:xfrm>
            <a:off x="2150460" y="5222168"/>
            <a:ext cx="530280" cy="738720"/>
            <a:chOff x="2150460" y="5222168"/>
            <a:chExt cx="530280" cy="73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1BF2575-0F6B-A71F-531A-B9F7B4F201FC}"/>
                    </a:ext>
                  </a:extLst>
                </p14:cNvPr>
                <p14:cNvContentPartPr/>
                <p14:nvPr/>
              </p14:nvContentPartPr>
              <p14:xfrm>
                <a:off x="2571300" y="5486768"/>
                <a:ext cx="11160" cy="474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1BF2575-0F6B-A71F-531A-B9F7B4F201F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562300" y="5478128"/>
                  <a:ext cx="2880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0F70BC6-87C8-AFCE-1639-15537CDCE378}"/>
                    </a:ext>
                  </a:extLst>
                </p14:cNvPr>
                <p14:cNvContentPartPr/>
                <p14:nvPr/>
              </p14:nvContentPartPr>
              <p14:xfrm>
                <a:off x="2482740" y="5372648"/>
                <a:ext cx="198000" cy="170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0F70BC6-87C8-AFCE-1639-15537CDCE37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74100" y="5363648"/>
                  <a:ext cx="2156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13F62BA-13A7-8D7C-3AEA-52616F734336}"/>
                    </a:ext>
                  </a:extLst>
                </p14:cNvPr>
                <p14:cNvContentPartPr/>
                <p14:nvPr/>
              </p14:nvContentPartPr>
              <p14:xfrm>
                <a:off x="2306700" y="5293088"/>
                <a:ext cx="26280" cy="946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13F62BA-13A7-8D7C-3AEA-52616F73433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297700" y="5284448"/>
                  <a:ext cx="439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DB53F5C-BE37-F39D-2724-C74F29FBD773}"/>
                    </a:ext>
                  </a:extLst>
                </p14:cNvPr>
                <p14:cNvContentPartPr/>
                <p14:nvPr/>
              </p14:nvContentPartPr>
              <p14:xfrm>
                <a:off x="2327220" y="5222168"/>
                <a:ext cx="109800" cy="1771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DB53F5C-BE37-F39D-2724-C74F29FBD77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318580" y="5213528"/>
                  <a:ext cx="1274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B587A19-6A03-C801-384A-F23144425398}"/>
                    </a:ext>
                  </a:extLst>
                </p14:cNvPr>
                <p14:cNvContentPartPr/>
                <p14:nvPr/>
              </p14:nvContentPartPr>
              <p14:xfrm>
                <a:off x="2150460" y="5236928"/>
                <a:ext cx="93960" cy="173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B587A19-6A03-C801-384A-F2314442539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141820" y="5227928"/>
                  <a:ext cx="11160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1FB79C4-3170-8F67-02EF-2EEAC3099762}"/>
              </a:ext>
            </a:extLst>
          </p:cNvPr>
          <p:cNvGrpSpPr/>
          <p:nvPr/>
        </p:nvGrpSpPr>
        <p:grpSpPr>
          <a:xfrm>
            <a:off x="2968380" y="5207408"/>
            <a:ext cx="500760" cy="748800"/>
            <a:chOff x="2968380" y="5207408"/>
            <a:chExt cx="500760" cy="74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D397737-C95A-E188-8B6E-225D9635FF23}"/>
                    </a:ext>
                  </a:extLst>
                </p14:cNvPr>
                <p14:cNvContentPartPr/>
                <p14:nvPr/>
              </p14:nvContentPartPr>
              <p14:xfrm>
                <a:off x="3356100" y="5441768"/>
                <a:ext cx="62640" cy="514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D397737-C95A-E188-8B6E-225D9635FF2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347100" y="5432768"/>
                  <a:ext cx="8028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4F19C62-4698-28D1-A07D-F57C6041CE96}"/>
                    </a:ext>
                  </a:extLst>
                </p14:cNvPr>
                <p14:cNvContentPartPr/>
                <p14:nvPr/>
              </p14:nvContentPartPr>
              <p14:xfrm>
                <a:off x="3334860" y="5409368"/>
                <a:ext cx="134280" cy="159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4F19C62-4698-28D1-A07D-F57C6041CE9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326220" y="5400728"/>
                  <a:ext cx="1519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EDEF400-8040-3655-0E40-D9A64A508D8C}"/>
                    </a:ext>
                  </a:extLst>
                </p14:cNvPr>
                <p14:cNvContentPartPr/>
                <p14:nvPr/>
              </p14:nvContentPartPr>
              <p14:xfrm>
                <a:off x="3138300" y="5273288"/>
                <a:ext cx="46440" cy="115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EDEF400-8040-3655-0E40-D9A64A508D8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129300" y="5264288"/>
                  <a:ext cx="640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8676E17-8E0D-271F-D193-372CC8292A4B}"/>
                    </a:ext>
                  </a:extLst>
                </p14:cNvPr>
                <p14:cNvContentPartPr/>
                <p14:nvPr/>
              </p14:nvContentPartPr>
              <p14:xfrm>
                <a:off x="3153420" y="5207408"/>
                <a:ext cx="104760" cy="180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8676E17-8E0D-271F-D193-372CC8292A4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144780" y="5198768"/>
                  <a:ext cx="1224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FDE030D-9FE1-6C59-6993-A23935E8B4CD}"/>
                    </a:ext>
                  </a:extLst>
                </p14:cNvPr>
                <p14:cNvContentPartPr/>
                <p14:nvPr/>
              </p14:nvContentPartPr>
              <p14:xfrm>
                <a:off x="2968380" y="5241968"/>
                <a:ext cx="99360" cy="154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FDE030D-9FE1-6C59-6993-A23935E8B4C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959380" y="5233328"/>
                  <a:ext cx="117000" cy="17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A6F689C-439F-D2B9-C1B7-110625D22B2C}"/>
              </a:ext>
            </a:extLst>
          </p:cNvPr>
          <p:cNvGrpSpPr/>
          <p:nvPr/>
        </p:nvGrpSpPr>
        <p:grpSpPr>
          <a:xfrm>
            <a:off x="3801060" y="5205608"/>
            <a:ext cx="443160" cy="779760"/>
            <a:chOff x="3801060" y="5205608"/>
            <a:chExt cx="443160" cy="77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AABDD47-4375-634C-23FB-F00C9F5F0C3B}"/>
                    </a:ext>
                  </a:extLst>
                </p14:cNvPr>
                <p14:cNvContentPartPr/>
                <p14:nvPr/>
              </p14:nvContentPartPr>
              <p14:xfrm>
                <a:off x="4135500" y="5437448"/>
                <a:ext cx="57960" cy="547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AABDD47-4375-634C-23FB-F00C9F5F0C3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126500" y="5428808"/>
                  <a:ext cx="7560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FA730E0-5ADC-15CF-EC8F-F82DA307A7BF}"/>
                    </a:ext>
                  </a:extLst>
                </p14:cNvPr>
                <p14:cNvContentPartPr/>
                <p14:nvPr/>
              </p14:nvContentPartPr>
              <p14:xfrm>
                <a:off x="4109940" y="5373728"/>
                <a:ext cx="134280" cy="141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FA730E0-5ADC-15CF-EC8F-F82DA307A7B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100940" y="5365088"/>
                  <a:ext cx="1519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674053D-085E-E9BB-0613-7E67DF23C412}"/>
                    </a:ext>
                  </a:extLst>
                </p14:cNvPr>
                <p14:cNvContentPartPr/>
                <p14:nvPr/>
              </p14:nvContentPartPr>
              <p14:xfrm>
                <a:off x="3896100" y="5257448"/>
                <a:ext cx="25560" cy="1090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674053D-085E-E9BB-0613-7E67DF23C41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887460" y="5248808"/>
                  <a:ext cx="432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4ED0094-7A32-8314-4F15-67E371E2B76F}"/>
                    </a:ext>
                  </a:extLst>
                </p14:cNvPr>
                <p14:cNvContentPartPr/>
                <p14:nvPr/>
              </p14:nvContentPartPr>
              <p14:xfrm>
                <a:off x="3927420" y="5205608"/>
                <a:ext cx="78840" cy="1674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4ED0094-7A32-8314-4F15-67E371E2B76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918780" y="5196968"/>
                  <a:ext cx="964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9F19608-52D9-2EFD-2594-92B093DDDBEC}"/>
                    </a:ext>
                  </a:extLst>
                </p14:cNvPr>
                <p14:cNvContentPartPr/>
                <p14:nvPr/>
              </p14:nvContentPartPr>
              <p14:xfrm>
                <a:off x="3801060" y="5241968"/>
                <a:ext cx="61920" cy="1486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9F19608-52D9-2EFD-2594-92B093DDDBE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792420" y="5233328"/>
                  <a:ext cx="79560" cy="1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7134B19-EA23-E3DE-5DED-3710DBDD514E}"/>
              </a:ext>
            </a:extLst>
          </p:cNvPr>
          <p:cNvGrpSpPr/>
          <p:nvPr/>
        </p:nvGrpSpPr>
        <p:grpSpPr>
          <a:xfrm>
            <a:off x="1355940" y="5283728"/>
            <a:ext cx="482760" cy="672840"/>
            <a:chOff x="1355940" y="5283728"/>
            <a:chExt cx="482760" cy="67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C732092-C51F-B19F-BFB2-1A324F8667B5}"/>
                    </a:ext>
                  </a:extLst>
                </p14:cNvPr>
                <p14:cNvContentPartPr/>
                <p14:nvPr/>
              </p14:nvContentPartPr>
              <p14:xfrm>
                <a:off x="1754820" y="5480648"/>
                <a:ext cx="17280" cy="475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C732092-C51F-B19F-BFB2-1A324F8667B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746180" y="5471648"/>
                  <a:ext cx="34920" cy="4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DCF4502-B3E4-1E55-768E-67AEB73FCE89}"/>
                    </a:ext>
                  </a:extLst>
                </p14:cNvPr>
                <p14:cNvContentPartPr/>
                <p14:nvPr/>
              </p14:nvContentPartPr>
              <p14:xfrm>
                <a:off x="1720620" y="5406128"/>
                <a:ext cx="118080" cy="128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DCF4502-B3E4-1E55-768E-67AEB73FCE8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711620" y="5397128"/>
                  <a:ext cx="1357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775FACA-87EA-EF1A-EAC1-97664A73B0C2}"/>
                    </a:ext>
                  </a:extLst>
                </p14:cNvPr>
                <p14:cNvContentPartPr/>
                <p14:nvPr/>
              </p14:nvContentPartPr>
              <p14:xfrm>
                <a:off x="1522620" y="5350688"/>
                <a:ext cx="35640" cy="92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775FACA-87EA-EF1A-EAC1-97664A73B0C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513980" y="5341688"/>
                  <a:ext cx="532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365EB7A-9AEB-0A18-01E1-6758FA79209F}"/>
                    </a:ext>
                  </a:extLst>
                </p14:cNvPr>
                <p14:cNvContentPartPr/>
                <p14:nvPr/>
              </p14:nvContentPartPr>
              <p14:xfrm>
                <a:off x="1516860" y="5283728"/>
                <a:ext cx="100800" cy="166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365EB7A-9AEB-0A18-01E1-6758FA79209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508220" y="5274728"/>
                  <a:ext cx="1184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FC47D54-C3A5-EB84-8798-A9FDAE40FCFB}"/>
                    </a:ext>
                  </a:extLst>
                </p14:cNvPr>
                <p14:cNvContentPartPr/>
                <p14:nvPr/>
              </p14:nvContentPartPr>
              <p14:xfrm>
                <a:off x="1355940" y="5288768"/>
                <a:ext cx="118800" cy="182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FC47D54-C3A5-EB84-8798-A9FDAE40FCF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346940" y="5280128"/>
                  <a:ext cx="136440" cy="19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14B9D32-E59B-8339-9996-751E51F0C3EF}"/>
              </a:ext>
            </a:extLst>
          </p:cNvPr>
          <p:cNvGrpSpPr/>
          <p:nvPr/>
        </p:nvGrpSpPr>
        <p:grpSpPr>
          <a:xfrm>
            <a:off x="2475540" y="4831568"/>
            <a:ext cx="821160" cy="290520"/>
            <a:chOff x="2475540" y="4831568"/>
            <a:chExt cx="821160" cy="29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75F3FCE-C5B3-6BE0-6764-6BA4675C7EBC}"/>
                    </a:ext>
                  </a:extLst>
                </p14:cNvPr>
                <p14:cNvContentPartPr/>
                <p14:nvPr/>
              </p14:nvContentPartPr>
              <p14:xfrm>
                <a:off x="2475540" y="4989248"/>
                <a:ext cx="115200" cy="132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75F3FCE-C5B3-6BE0-6764-6BA4675C7EB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66540" y="4980608"/>
                  <a:ext cx="1328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F1F83E5-3AA8-342E-5FAA-CF0E5746CC5D}"/>
                    </a:ext>
                  </a:extLst>
                </p14:cNvPr>
                <p14:cNvContentPartPr/>
                <p14:nvPr/>
              </p14:nvContentPartPr>
              <p14:xfrm>
                <a:off x="2762460" y="4940288"/>
                <a:ext cx="126000" cy="135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F1F83E5-3AA8-342E-5FAA-CF0E5746CC5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753820" y="4931288"/>
                  <a:ext cx="1436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AFC7C1E-4DBB-D0A9-472D-7D973E202547}"/>
                    </a:ext>
                  </a:extLst>
                </p14:cNvPr>
                <p14:cNvContentPartPr/>
                <p14:nvPr/>
              </p14:nvContentPartPr>
              <p14:xfrm>
                <a:off x="2986740" y="4867208"/>
                <a:ext cx="86400" cy="2023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AFC7C1E-4DBB-D0A9-472D-7D973E20254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978100" y="4858208"/>
                  <a:ext cx="1040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E62ABD3-E786-B214-C70E-185380D25154}"/>
                    </a:ext>
                  </a:extLst>
                </p14:cNvPr>
                <p14:cNvContentPartPr/>
                <p14:nvPr/>
              </p14:nvContentPartPr>
              <p14:xfrm>
                <a:off x="3086100" y="4875848"/>
                <a:ext cx="121320" cy="196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E62ABD3-E786-B214-C70E-185380D2515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077100" y="4867208"/>
                  <a:ext cx="1389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35B6DF5-B1C4-E204-B559-6DBA9C6D49CD}"/>
                    </a:ext>
                  </a:extLst>
                </p14:cNvPr>
                <p14:cNvContentPartPr/>
                <p14:nvPr/>
              </p14:nvContentPartPr>
              <p14:xfrm>
                <a:off x="3096900" y="4953248"/>
                <a:ext cx="124560" cy="388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35B6DF5-B1C4-E204-B559-6DBA9C6D49C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088260" y="4944248"/>
                  <a:ext cx="1422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8F0B39C-EA12-AF23-748E-DBF325A3DECD}"/>
                    </a:ext>
                  </a:extLst>
                </p14:cNvPr>
                <p14:cNvContentPartPr/>
                <p14:nvPr/>
              </p14:nvContentPartPr>
              <p14:xfrm>
                <a:off x="3174300" y="4831568"/>
                <a:ext cx="122400" cy="2692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8F0B39C-EA12-AF23-748E-DBF325A3DEC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165300" y="4822928"/>
                  <a:ext cx="140040" cy="28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8B5BEEC-1796-CF6A-C5A9-124EE2AA30C7}"/>
              </a:ext>
            </a:extLst>
          </p:cNvPr>
          <p:cNvGrpSpPr/>
          <p:nvPr/>
        </p:nvGrpSpPr>
        <p:grpSpPr>
          <a:xfrm>
            <a:off x="2089260" y="1896128"/>
            <a:ext cx="2055600" cy="78480"/>
            <a:chOff x="2089260" y="1896128"/>
            <a:chExt cx="2055600" cy="7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3F9A458-08BD-71C7-DB64-5AD4D19A9145}"/>
                    </a:ext>
                  </a:extLst>
                </p14:cNvPr>
                <p14:cNvContentPartPr/>
                <p14:nvPr/>
              </p14:nvContentPartPr>
              <p14:xfrm>
                <a:off x="3150900" y="1896128"/>
                <a:ext cx="993960" cy="255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3F9A458-08BD-71C7-DB64-5AD4D19A914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141900" y="1887128"/>
                  <a:ext cx="10116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1D8A2FD-B715-71F5-F1EE-E8000ADE45D8}"/>
                    </a:ext>
                  </a:extLst>
                </p14:cNvPr>
                <p14:cNvContentPartPr/>
                <p14:nvPr/>
              </p14:nvContentPartPr>
              <p14:xfrm>
                <a:off x="2089260" y="1906208"/>
                <a:ext cx="1928520" cy="684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1D8A2FD-B715-71F5-F1EE-E8000ADE45D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080260" y="1897208"/>
                  <a:ext cx="1946160" cy="8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5FFC0306-37BC-122E-CCD9-125DD2C52F40}"/>
                  </a:ext>
                </a:extLst>
              </p14:cNvPr>
              <p14:cNvContentPartPr/>
              <p14:nvPr/>
            </p14:nvContentPartPr>
            <p14:xfrm>
              <a:off x="4573980" y="5901488"/>
              <a:ext cx="245520" cy="14112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5FFC0306-37BC-122E-CCD9-125DD2C52F40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565340" y="5892848"/>
                <a:ext cx="263160" cy="15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2772FAB3-B553-07EA-0495-8FB4CB4141A3}"/>
              </a:ext>
            </a:extLst>
          </p:cNvPr>
          <p:cNvGrpSpPr/>
          <p:nvPr/>
        </p:nvGrpSpPr>
        <p:grpSpPr>
          <a:xfrm>
            <a:off x="4967100" y="5848928"/>
            <a:ext cx="227880" cy="251280"/>
            <a:chOff x="4967100" y="5848928"/>
            <a:chExt cx="227880" cy="25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A7A606D-1D72-C514-F659-89761C9ABB82}"/>
                    </a:ext>
                  </a:extLst>
                </p14:cNvPr>
                <p14:cNvContentPartPr/>
                <p14:nvPr/>
              </p14:nvContentPartPr>
              <p14:xfrm>
                <a:off x="4997700" y="5848928"/>
                <a:ext cx="197280" cy="2512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A7A606D-1D72-C514-F659-89761C9ABB8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989060" y="5840288"/>
                  <a:ext cx="2149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C24A3D3-A7B6-005E-8D69-FF9CAE587473}"/>
                    </a:ext>
                  </a:extLst>
                </p14:cNvPr>
                <p14:cNvContentPartPr/>
                <p14:nvPr/>
              </p14:nvContentPartPr>
              <p14:xfrm>
                <a:off x="4967100" y="5963408"/>
                <a:ext cx="145440" cy="165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C24A3D3-A7B6-005E-8D69-FF9CAE58747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958100" y="5954768"/>
                  <a:ext cx="16308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80C4063-8DDC-28C2-5167-7AE940797393}"/>
              </a:ext>
            </a:extLst>
          </p:cNvPr>
          <p:cNvGrpSpPr/>
          <p:nvPr/>
        </p:nvGrpSpPr>
        <p:grpSpPr>
          <a:xfrm>
            <a:off x="6612660" y="1667528"/>
            <a:ext cx="609480" cy="455760"/>
            <a:chOff x="6612660" y="1667528"/>
            <a:chExt cx="609480" cy="45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0924483-9BF2-21EA-1715-79D28BEAAE6A}"/>
                    </a:ext>
                  </a:extLst>
                </p14:cNvPr>
                <p14:cNvContentPartPr/>
                <p14:nvPr/>
              </p14:nvContentPartPr>
              <p14:xfrm>
                <a:off x="7050420" y="1999448"/>
                <a:ext cx="171720" cy="123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0924483-9BF2-21EA-1715-79D28BEAAE6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041780" y="1990808"/>
                  <a:ext cx="1893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468762F-FE81-9435-15EC-792C1ADE2F0E}"/>
                    </a:ext>
                  </a:extLst>
                </p14:cNvPr>
                <p14:cNvContentPartPr/>
                <p14:nvPr/>
              </p14:nvContentPartPr>
              <p14:xfrm>
                <a:off x="6612660" y="1796408"/>
                <a:ext cx="130680" cy="975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468762F-FE81-9435-15EC-792C1ADE2F0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604020" y="1787768"/>
                  <a:ext cx="1483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78BFD73-A9BD-64D7-6A1C-96E6B6D6C6EF}"/>
                    </a:ext>
                  </a:extLst>
                </p14:cNvPr>
                <p14:cNvContentPartPr/>
                <p14:nvPr/>
              </p14:nvContentPartPr>
              <p14:xfrm>
                <a:off x="6641460" y="1805048"/>
                <a:ext cx="76320" cy="982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78BFD73-A9BD-64D7-6A1C-96E6B6D6C6E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632460" y="1796048"/>
                  <a:ext cx="939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A586592-A5F2-D029-4FF1-546C9F597E25}"/>
                    </a:ext>
                  </a:extLst>
                </p14:cNvPr>
                <p14:cNvContentPartPr/>
                <p14:nvPr/>
              </p14:nvContentPartPr>
              <p14:xfrm>
                <a:off x="6786900" y="1875248"/>
                <a:ext cx="91800" cy="74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A586592-A5F2-D029-4FF1-546C9F597E2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777900" y="1866608"/>
                  <a:ext cx="1094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26222B0-5E78-B54D-A8D7-31846A6E0701}"/>
                    </a:ext>
                  </a:extLst>
                </p14:cNvPr>
                <p14:cNvContentPartPr/>
                <p14:nvPr/>
              </p14:nvContentPartPr>
              <p14:xfrm>
                <a:off x="6904260" y="1701008"/>
                <a:ext cx="55440" cy="165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26222B0-5E78-B54D-A8D7-31846A6E070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895260" y="1692008"/>
                  <a:ext cx="730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BE3F806-917D-420F-8411-2DCF99D131D7}"/>
                    </a:ext>
                  </a:extLst>
                </p14:cNvPr>
                <p14:cNvContentPartPr/>
                <p14:nvPr/>
              </p14:nvContentPartPr>
              <p14:xfrm>
                <a:off x="7018740" y="1703888"/>
                <a:ext cx="75600" cy="172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BE3F806-917D-420F-8411-2DCF99D131D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010100" y="1694888"/>
                  <a:ext cx="932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4B604C4-064C-3E68-3D63-69DF53758EFA}"/>
                    </a:ext>
                  </a:extLst>
                </p14:cNvPr>
                <p14:cNvContentPartPr/>
                <p14:nvPr/>
              </p14:nvContentPartPr>
              <p14:xfrm>
                <a:off x="7025220" y="1797488"/>
                <a:ext cx="77040" cy="118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4B604C4-064C-3E68-3D63-69DF53758EF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016580" y="1788488"/>
                  <a:ext cx="946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FF212CC-AF96-9888-5ACF-0C17C0D8AA98}"/>
                    </a:ext>
                  </a:extLst>
                </p14:cNvPr>
                <p14:cNvContentPartPr/>
                <p14:nvPr/>
              </p14:nvContentPartPr>
              <p14:xfrm>
                <a:off x="7086420" y="1667528"/>
                <a:ext cx="83520" cy="2012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FF212CC-AF96-9888-5ACF-0C17C0D8AA9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077420" y="1658888"/>
                  <a:ext cx="101160" cy="21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9064993A-B506-226D-E57A-4BF92E13FBF0}"/>
                  </a:ext>
                </a:extLst>
              </p14:cNvPr>
              <p14:cNvContentPartPr/>
              <p14:nvPr/>
            </p14:nvContentPartPr>
            <p14:xfrm>
              <a:off x="7865820" y="5117408"/>
              <a:ext cx="109800" cy="16596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9064993A-B506-226D-E57A-4BF92E13FBF0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856820" y="5108408"/>
                <a:ext cx="12744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ED764634-CD5C-A994-7B8B-E19272106301}"/>
                  </a:ext>
                </a:extLst>
              </p14:cNvPr>
              <p14:cNvContentPartPr/>
              <p14:nvPr/>
            </p14:nvContentPartPr>
            <p14:xfrm>
              <a:off x="8021700" y="5330528"/>
              <a:ext cx="30960" cy="360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ED764634-CD5C-A994-7B8B-E19272106301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8012700" y="5321528"/>
                <a:ext cx="486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D18E076C-1165-5443-04A6-79D067F04F99}"/>
                  </a:ext>
                </a:extLst>
              </p14:cNvPr>
              <p14:cNvContentPartPr/>
              <p14:nvPr/>
            </p14:nvContentPartPr>
            <p14:xfrm>
              <a:off x="8038980" y="5028848"/>
              <a:ext cx="279360" cy="30708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D18E076C-1165-5443-04A6-79D067F04F99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029980" y="5020208"/>
                <a:ext cx="297000" cy="32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1A1212C8-C70A-A1EB-28B0-287ED75F0BC5}"/>
              </a:ext>
            </a:extLst>
          </p:cNvPr>
          <p:cNvGrpSpPr/>
          <p:nvPr/>
        </p:nvGrpSpPr>
        <p:grpSpPr>
          <a:xfrm>
            <a:off x="8481420" y="4295528"/>
            <a:ext cx="463680" cy="375480"/>
            <a:chOff x="8481420" y="4295528"/>
            <a:chExt cx="463680" cy="37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CE26FE5-D0EF-A635-01FF-9FBAD7C07EBC}"/>
                    </a:ext>
                  </a:extLst>
                </p14:cNvPr>
                <p14:cNvContentPartPr/>
                <p14:nvPr/>
              </p14:nvContentPartPr>
              <p14:xfrm>
                <a:off x="8615340" y="4312088"/>
                <a:ext cx="77040" cy="144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CE26FE5-D0EF-A635-01FF-9FBAD7C07EB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606340" y="4303448"/>
                  <a:ext cx="946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7B163DE-5585-293A-1BEC-BC2D21ACEDF9}"/>
                    </a:ext>
                  </a:extLst>
                </p14:cNvPr>
                <p14:cNvContentPartPr/>
                <p14:nvPr/>
              </p14:nvContentPartPr>
              <p14:xfrm>
                <a:off x="8481420" y="4353488"/>
                <a:ext cx="81000" cy="207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7B163DE-5585-293A-1BEC-BC2D21ACEDF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472780" y="4344848"/>
                  <a:ext cx="986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8324274-8224-7B85-617D-CF3A71E92130}"/>
                    </a:ext>
                  </a:extLst>
                </p14:cNvPr>
                <p14:cNvContentPartPr/>
                <p14:nvPr/>
              </p14:nvContentPartPr>
              <p14:xfrm>
                <a:off x="8722980" y="4295528"/>
                <a:ext cx="49320" cy="64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8324274-8224-7B85-617D-CF3A71E9213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714340" y="4286888"/>
                  <a:ext cx="669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159589C-D172-CFEF-A04F-B9961ED11170}"/>
                    </a:ext>
                  </a:extLst>
                </p14:cNvPr>
                <p14:cNvContentPartPr/>
                <p14:nvPr/>
              </p14:nvContentPartPr>
              <p14:xfrm>
                <a:off x="8915220" y="4551128"/>
                <a:ext cx="29880" cy="1198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159589C-D172-CFEF-A04F-B9961ED1117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906580" y="4542128"/>
                  <a:ext cx="47520" cy="13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AC3796D6-21FB-E21C-519F-9719322B1907}"/>
                  </a:ext>
                </a:extLst>
              </p14:cNvPr>
              <p14:cNvContentPartPr/>
              <p14:nvPr/>
            </p14:nvContentPartPr>
            <p14:xfrm>
              <a:off x="9107460" y="5112008"/>
              <a:ext cx="64800" cy="16668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AC3796D6-21FB-E21C-519F-9719322B1907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9098460" y="5103368"/>
                <a:ext cx="8244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B1F9E5DD-2E69-E980-3CAE-D040DD8BB02E}"/>
                  </a:ext>
                </a:extLst>
              </p14:cNvPr>
              <p14:cNvContentPartPr/>
              <p14:nvPr/>
            </p14:nvContentPartPr>
            <p14:xfrm>
              <a:off x="9258300" y="5351048"/>
              <a:ext cx="360" cy="36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B1F9E5DD-2E69-E980-3CAE-D040DD8BB02E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9249300" y="534240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E1ED40E2-63F6-43F6-B347-371242F2CE26}"/>
                  </a:ext>
                </a:extLst>
              </p14:cNvPr>
              <p14:cNvContentPartPr/>
              <p14:nvPr/>
            </p14:nvContentPartPr>
            <p14:xfrm>
              <a:off x="9346500" y="5320088"/>
              <a:ext cx="360" cy="36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E1ED40E2-63F6-43F6-B347-371242F2CE26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9337500" y="531108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6F0F6AC5-40D7-FF6F-9BDE-D2B9844B3FA0}"/>
                  </a:ext>
                </a:extLst>
              </p14:cNvPr>
              <p14:cNvContentPartPr/>
              <p14:nvPr/>
            </p14:nvContentPartPr>
            <p14:xfrm>
              <a:off x="9315180" y="5209568"/>
              <a:ext cx="108360" cy="10044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6F0F6AC5-40D7-FF6F-9BDE-D2B9844B3FA0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9306540" y="5200928"/>
                <a:ext cx="126000" cy="11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6055DB0C-0AE8-A10E-E407-0AC8ABD346E2}"/>
              </a:ext>
            </a:extLst>
          </p:cNvPr>
          <p:cNvGrpSpPr/>
          <p:nvPr/>
        </p:nvGrpSpPr>
        <p:grpSpPr>
          <a:xfrm>
            <a:off x="9481500" y="4551488"/>
            <a:ext cx="1510560" cy="560880"/>
            <a:chOff x="9481500" y="4551488"/>
            <a:chExt cx="1510560" cy="56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340EEA3-4A77-6301-CD92-078B69139C24}"/>
                    </a:ext>
                  </a:extLst>
                </p14:cNvPr>
                <p14:cNvContentPartPr/>
                <p14:nvPr/>
              </p14:nvContentPartPr>
              <p14:xfrm>
                <a:off x="9828180" y="4561568"/>
                <a:ext cx="27720" cy="3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340EEA3-4A77-6301-CD92-078B69139C2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819180" y="4552568"/>
                  <a:ext cx="45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3B9FCA8-DD80-94F7-94F6-580483BB44DC}"/>
                    </a:ext>
                  </a:extLst>
                </p14:cNvPr>
                <p14:cNvContentPartPr/>
                <p14:nvPr/>
              </p14:nvContentPartPr>
              <p14:xfrm>
                <a:off x="9481500" y="4632848"/>
                <a:ext cx="200880" cy="4795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3B9FCA8-DD80-94F7-94F6-580483BB44D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472860" y="4624208"/>
                  <a:ext cx="21852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0074398-C5F2-1D12-14C4-032125AEDEF4}"/>
                    </a:ext>
                  </a:extLst>
                </p14:cNvPr>
                <p14:cNvContentPartPr/>
                <p14:nvPr/>
              </p14:nvContentPartPr>
              <p14:xfrm>
                <a:off x="9736020" y="4551488"/>
                <a:ext cx="90000" cy="468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0074398-C5F2-1D12-14C4-032125AEDEF4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727380" y="4542488"/>
                  <a:ext cx="1076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9196CC5-619A-ACF0-287B-96AED6FB539D}"/>
                    </a:ext>
                  </a:extLst>
                </p14:cNvPr>
                <p14:cNvContentPartPr/>
                <p14:nvPr/>
              </p14:nvContentPartPr>
              <p14:xfrm>
                <a:off x="10209060" y="4805648"/>
                <a:ext cx="259560" cy="1256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9196CC5-619A-ACF0-287B-96AED6FB539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200060" y="4796648"/>
                  <a:ext cx="2772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1309CF9-FC9F-D7CE-1EDA-088BD66CD5AD}"/>
                    </a:ext>
                  </a:extLst>
                </p14:cNvPr>
                <p14:cNvContentPartPr/>
                <p14:nvPr/>
              </p14:nvContentPartPr>
              <p14:xfrm>
                <a:off x="9959580" y="4624928"/>
                <a:ext cx="37800" cy="198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1309CF9-FC9F-D7CE-1EDA-088BD66CD5A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950580" y="4616288"/>
                  <a:ext cx="554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F2E0C6F-1ACD-985A-F66A-03CC6DD707E8}"/>
                    </a:ext>
                  </a:extLst>
                </p14:cNvPr>
                <p14:cNvContentPartPr/>
                <p14:nvPr/>
              </p14:nvContentPartPr>
              <p14:xfrm>
                <a:off x="10099620" y="4691168"/>
                <a:ext cx="123120" cy="1803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F2E0C6F-1ACD-985A-F66A-03CC6DD707E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090980" y="4682528"/>
                  <a:ext cx="1407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2933FBF-2357-32D4-855A-BE6B565711FE}"/>
                    </a:ext>
                  </a:extLst>
                </p14:cNvPr>
                <p14:cNvContentPartPr/>
                <p14:nvPr/>
              </p14:nvContentPartPr>
              <p14:xfrm>
                <a:off x="10530900" y="4800248"/>
                <a:ext cx="461160" cy="1566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2933FBF-2357-32D4-855A-BE6B565711F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0522260" y="4791248"/>
                  <a:ext cx="47880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EEE75FDF-8D03-6A12-58E1-E53027EEC1AE}"/>
              </a:ext>
            </a:extLst>
          </p:cNvPr>
          <p:cNvGrpSpPr/>
          <p:nvPr/>
        </p:nvGrpSpPr>
        <p:grpSpPr>
          <a:xfrm>
            <a:off x="6353820" y="4503608"/>
            <a:ext cx="1462320" cy="497880"/>
            <a:chOff x="6353820" y="4503608"/>
            <a:chExt cx="1462320" cy="49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04CCF67-8F48-4AAB-A97B-77FFFB83B82A}"/>
                    </a:ext>
                  </a:extLst>
                </p14:cNvPr>
                <p14:cNvContentPartPr/>
                <p14:nvPr/>
              </p14:nvContentPartPr>
              <p14:xfrm>
                <a:off x="6353820" y="4826528"/>
                <a:ext cx="12600" cy="90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04CCF67-8F48-4AAB-A97B-77FFFB83B82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345180" y="4817528"/>
                  <a:ext cx="302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8645D83-F6C1-6242-46B4-19B2B80F185D}"/>
                    </a:ext>
                  </a:extLst>
                </p14:cNvPr>
                <p14:cNvContentPartPr/>
                <p14:nvPr/>
              </p14:nvContentPartPr>
              <p14:xfrm>
                <a:off x="6353820" y="4826528"/>
                <a:ext cx="285480" cy="1306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8645D83-F6C1-6242-46B4-19B2B80F185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345180" y="4817528"/>
                  <a:ext cx="3031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9405542-D34B-5263-C8F5-CC9F553F4C2A}"/>
                    </a:ext>
                  </a:extLst>
                </p14:cNvPr>
                <p14:cNvContentPartPr/>
                <p14:nvPr/>
              </p14:nvContentPartPr>
              <p14:xfrm>
                <a:off x="6816420" y="4982408"/>
                <a:ext cx="360" cy="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9405542-D34B-5263-C8F5-CC9F553F4C2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807420" y="497340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0BFA8BD-CCDA-9652-7F42-7DE3F97AEB02}"/>
                    </a:ext>
                  </a:extLst>
                </p14:cNvPr>
                <p14:cNvContentPartPr/>
                <p14:nvPr/>
              </p14:nvContentPartPr>
              <p14:xfrm>
                <a:off x="6686460" y="4909688"/>
                <a:ext cx="60840" cy="18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0BFA8BD-CCDA-9652-7F42-7DE3F97AEB0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677460" y="4900688"/>
                  <a:ext cx="784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675075F-DF61-DE33-8EF8-C94349353199}"/>
                    </a:ext>
                  </a:extLst>
                </p14:cNvPr>
                <p14:cNvContentPartPr/>
                <p14:nvPr/>
              </p14:nvContentPartPr>
              <p14:xfrm>
                <a:off x="6759180" y="4935608"/>
                <a:ext cx="39600" cy="176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675075F-DF61-DE33-8EF8-C9434935319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750180" y="4926608"/>
                  <a:ext cx="572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7B28C17-AAE5-9475-2D4E-9970EA91ED13}"/>
                    </a:ext>
                  </a:extLst>
                </p14:cNvPr>
                <p14:cNvContentPartPr/>
                <p14:nvPr/>
              </p14:nvContentPartPr>
              <p14:xfrm>
                <a:off x="6935580" y="4904648"/>
                <a:ext cx="45000" cy="259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7B28C17-AAE5-9475-2D4E-9970EA91ED1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926940" y="4895648"/>
                  <a:ext cx="626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9947476-C96B-5676-1C4F-B5E382601281}"/>
                    </a:ext>
                  </a:extLst>
                </p14:cNvPr>
                <p14:cNvContentPartPr/>
                <p14:nvPr/>
              </p14:nvContentPartPr>
              <p14:xfrm>
                <a:off x="7034580" y="4503608"/>
                <a:ext cx="577080" cy="3697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9947476-C96B-5676-1C4F-B5E38260128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25580" y="4494968"/>
                  <a:ext cx="59472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77064E1-A3AE-985D-ED51-63445EA6F8BE}"/>
                    </a:ext>
                  </a:extLst>
                </p14:cNvPr>
                <p14:cNvContentPartPr/>
                <p14:nvPr/>
              </p14:nvContentPartPr>
              <p14:xfrm>
                <a:off x="7803540" y="4951088"/>
                <a:ext cx="12600" cy="504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77064E1-A3AE-985D-ED51-63445EA6F8B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794540" y="4942088"/>
                  <a:ext cx="302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063F0EC-2BFA-694B-0218-798903869600}"/>
                    </a:ext>
                  </a:extLst>
                </p14:cNvPr>
                <p14:cNvContentPartPr/>
                <p14:nvPr/>
              </p14:nvContentPartPr>
              <p14:xfrm>
                <a:off x="7712820" y="4720328"/>
                <a:ext cx="12960" cy="79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063F0EC-2BFA-694B-0218-79890386960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703820" y="4711328"/>
                  <a:ext cx="306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E1886F3-D81E-749C-1213-7ADC0D97EC1A}"/>
                    </a:ext>
                  </a:extLst>
                </p14:cNvPr>
                <p14:cNvContentPartPr/>
                <p14:nvPr/>
              </p14:nvContentPartPr>
              <p14:xfrm>
                <a:off x="7720380" y="4795208"/>
                <a:ext cx="48600" cy="1245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E1886F3-D81E-749C-1213-7ADC0D97EC1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711380" y="4786568"/>
                  <a:ext cx="66240" cy="14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1FD1CF7D-5F4B-B795-C054-52D20EE61CBA}"/>
                  </a:ext>
                </a:extLst>
              </p14:cNvPr>
              <p14:cNvContentPartPr/>
              <p14:nvPr/>
            </p14:nvContentPartPr>
            <p14:xfrm>
              <a:off x="8451900" y="4701968"/>
              <a:ext cx="27000" cy="10512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1FD1CF7D-5F4B-B795-C054-52D20EE61CBA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8443260" y="4693328"/>
                <a:ext cx="44640" cy="12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3" name="Group 162">
            <a:extLst>
              <a:ext uri="{FF2B5EF4-FFF2-40B4-BE49-F238E27FC236}">
                <a16:creationId xmlns:a16="http://schemas.microsoft.com/office/drawing/2014/main" id="{42D03C43-38A8-D850-7D21-644899FD8D52}"/>
              </a:ext>
            </a:extLst>
          </p:cNvPr>
          <p:cNvGrpSpPr/>
          <p:nvPr/>
        </p:nvGrpSpPr>
        <p:grpSpPr>
          <a:xfrm>
            <a:off x="500220" y="2838248"/>
            <a:ext cx="3728520" cy="495720"/>
            <a:chOff x="500220" y="2838248"/>
            <a:chExt cx="3728520" cy="49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2BEC62A-2AED-13BC-DAE7-A65C0AE99286}"/>
                    </a:ext>
                  </a:extLst>
                </p14:cNvPr>
                <p14:cNvContentPartPr/>
                <p14:nvPr/>
              </p14:nvContentPartPr>
              <p14:xfrm>
                <a:off x="500220" y="3132728"/>
                <a:ext cx="111240" cy="1101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2BEC62A-2AED-13BC-DAE7-A65C0AE9928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91580" y="3124088"/>
                  <a:ext cx="1288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BBBF7D9-0336-B8FB-E479-FECAC38ACF4D}"/>
                    </a:ext>
                  </a:extLst>
                </p14:cNvPr>
                <p14:cNvContentPartPr/>
                <p14:nvPr/>
              </p14:nvContentPartPr>
              <p14:xfrm>
                <a:off x="516060" y="3121208"/>
                <a:ext cx="71640" cy="1234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BBBF7D9-0336-B8FB-E479-FECAC38ACF4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07060" y="3112208"/>
                  <a:ext cx="892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DCA08AC-6538-334C-CF8C-33E05E34BEB6}"/>
                    </a:ext>
                  </a:extLst>
                </p14:cNvPr>
                <p14:cNvContentPartPr/>
                <p14:nvPr/>
              </p14:nvContentPartPr>
              <p14:xfrm>
                <a:off x="634140" y="3208328"/>
                <a:ext cx="85680" cy="1018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DCA08AC-6538-334C-CF8C-33E05E34BEB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25140" y="3199328"/>
                  <a:ext cx="1033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617B9DB-BDFB-2E1B-767A-FBF4FE706933}"/>
                    </a:ext>
                  </a:extLst>
                </p14:cNvPr>
                <p14:cNvContentPartPr/>
                <p14:nvPr/>
              </p14:nvContentPartPr>
              <p14:xfrm>
                <a:off x="772740" y="3036608"/>
                <a:ext cx="64080" cy="1839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617B9DB-BDFB-2E1B-767A-FBF4FE70693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63740" y="3027608"/>
                  <a:ext cx="817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3CD8449-967F-23A9-E44F-C38A7C006118}"/>
                    </a:ext>
                  </a:extLst>
                </p14:cNvPr>
                <p14:cNvContentPartPr/>
                <p14:nvPr/>
              </p14:nvContentPartPr>
              <p14:xfrm>
                <a:off x="888300" y="3027968"/>
                <a:ext cx="73080" cy="1998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3CD8449-967F-23A9-E44F-C38A7C00611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79300" y="3019328"/>
                  <a:ext cx="907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A7CBB5C-9F28-3EAC-D2EB-7973068C8EC7}"/>
                    </a:ext>
                  </a:extLst>
                </p14:cNvPr>
                <p14:cNvContentPartPr/>
                <p14:nvPr/>
              </p14:nvContentPartPr>
              <p14:xfrm>
                <a:off x="871380" y="3153608"/>
                <a:ext cx="84960" cy="140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A7CBB5C-9F28-3EAC-D2EB-7973068C8EC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62380" y="3144608"/>
                  <a:ext cx="1026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75D1B81-03BE-BAE3-CDD9-BDC4FFD05A85}"/>
                    </a:ext>
                  </a:extLst>
                </p14:cNvPr>
                <p14:cNvContentPartPr/>
                <p14:nvPr/>
              </p14:nvContentPartPr>
              <p14:xfrm>
                <a:off x="955620" y="2976848"/>
                <a:ext cx="146520" cy="3178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75D1B81-03BE-BAE3-CDD9-BDC4FFD05A8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46980" y="2967848"/>
                  <a:ext cx="16416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90D6164-58EF-2F48-6CEF-0D8D7FD3690F}"/>
                    </a:ext>
                  </a:extLst>
                </p14:cNvPr>
                <p14:cNvContentPartPr/>
                <p14:nvPr/>
              </p14:nvContentPartPr>
              <p14:xfrm>
                <a:off x="1262340" y="3158288"/>
                <a:ext cx="99360" cy="32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90D6164-58EF-2F48-6CEF-0D8D7FD3690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253340" y="3149288"/>
                  <a:ext cx="1170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3FCE3F7-C156-6086-8CC3-8BA359CD61F6}"/>
                    </a:ext>
                  </a:extLst>
                </p14:cNvPr>
                <p14:cNvContentPartPr/>
                <p14:nvPr/>
              </p14:nvContentPartPr>
              <p14:xfrm>
                <a:off x="1224900" y="3090608"/>
                <a:ext cx="95040" cy="111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3FCE3F7-C156-6086-8CC3-8BA359CD61F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215900" y="3081968"/>
                  <a:ext cx="1126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1517AD1-FABA-02EE-250E-F4F6A2128B64}"/>
                    </a:ext>
                  </a:extLst>
                </p14:cNvPr>
                <p14:cNvContentPartPr/>
                <p14:nvPr/>
              </p14:nvContentPartPr>
              <p14:xfrm>
                <a:off x="1511820" y="3039128"/>
                <a:ext cx="133920" cy="1368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1517AD1-FABA-02EE-250E-F4F6A2128B6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502820" y="3030488"/>
                  <a:ext cx="1515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A0EA497-2EAC-4646-1B5B-2A008EBD5358}"/>
                    </a:ext>
                  </a:extLst>
                </p14:cNvPr>
                <p14:cNvContentPartPr/>
                <p14:nvPr/>
              </p14:nvContentPartPr>
              <p14:xfrm>
                <a:off x="1517940" y="3070448"/>
                <a:ext cx="87480" cy="882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A0EA497-2EAC-4646-1B5B-2A008EBD535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509300" y="3061448"/>
                  <a:ext cx="1051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98494F0-2D11-C8E3-2B94-2EF9BDC1FD12}"/>
                    </a:ext>
                  </a:extLst>
                </p14:cNvPr>
                <p14:cNvContentPartPr/>
                <p14:nvPr/>
              </p14:nvContentPartPr>
              <p14:xfrm>
                <a:off x="1692540" y="3168728"/>
                <a:ext cx="112320" cy="586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98494F0-2D11-C8E3-2B94-2EF9BDC1FD1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683540" y="3160088"/>
                  <a:ext cx="1299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EB48E1B-39FD-6C57-179B-4902F5E4A7DB}"/>
                    </a:ext>
                  </a:extLst>
                </p14:cNvPr>
                <p14:cNvContentPartPr/>
                <p14:nvPr/>
              </p14:nvContentPartPr>
              <p14:xfrm>
                <a:off x="1845180" y="2966408"/>
                <a:ext cx="66960" cy="2088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EB48E1B-39FD-6C57-179B-4902F5E4A7D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836540" y="2957768"/>
                  <a:ext cx="846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DA711E6-A3BE-208D-8E60-5D6D57A9DCD9}"/>
                    </a:ext>
                  </a:extLst>
                </p14:cNvPr>
                <p14:cNvContentPartPr/>
                <p14:nvPr/>
              </p14:nvContentPartPr>
              <p14:xfrm>
                <a:off x="1999620" y="2967488"/>
                <a:ext cx="71280" cy="2019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DA711E6-A3BE-208D-8E60-5D6D57A9DCD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990620" y="2958488"/>
                  <a:ext cx="88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CDC3041-B35B-5031-38F0-1D4772A4C9A9}"/>
                    </a:ext>
                  </a:extLst>
                </p14:cNvPr>
                <p14:cNvContentPartPr/>
                <p14:nvPr/>
              </p14:nvContentPartPr>
              <p14:xfrm>
                <a:off x="1979460" y="3065048"/>
                <a:ext cx="109440" cy="349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CDC3041-B35B-5031-38F0-1D4772A4C9A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970460" y="3056408"/>
                  <a:ext cx="1270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2ECE8E5-5BA3-8926-A405-66F06D5161AC}"/>
                    </a:ext>
                  </a:extLst>
                </p14:cNvPr>
                <p14:cNvContentPartPr/>
                <p14:nvPr/>
              </p14:nvContentPartPr>
              <p14:xfrm>
                <a:off x="2072700" y="2909168"/>
                <a:ext cx="110520" cy="3265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2ECE8E5-5BA3-8926-A405-66F06D5161A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064060" y="2900528"/>
                  <a:ext cx="12816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DAE389F-5194-05A8-CB35-ECA10D6F00CE}"/>
                    </a:ext>
                  </a:extLst>
                </p14:cNvPr>
                <p14:cNvContentPartPr/>
                <p14:nvPr/>
              </p14:nvContentPartPr>
              <p14:xfrm>
                <a:off x="2343780" y="3090968"/>
                <a:ext cx="15840" cy="194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DAE389F-5194-05A8-CB35-ECA10D6F00C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335140" y="3082328"/>
                  <a:ext cx="33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42C9AFD-60D1-5F21-27F2-8AD5C6EC0386}"/>
                    </a:ext>
                  </a:extLst>
                </p14:cNvPr>
                <p14:cNvContentPartPr/>
                <p14:nvPr/>
              </p14:nvContentPartPr>
              <p14:xfrm>
                <a:off x="2416500" y="2955968"/>
                <a:ext cx="440280" cy="2091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42C9AFD-60D1-5F21-27F2-8AD5C6EC038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407860" y="2946968"/>
                  <a:ext cx="4579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05DF2A8-3E98-E296-A8B4-5E845AE07006}"/>
                    </a:ext>
                  </a:extLst>
                </p14:cNvPr>
                <p14:cNvContentPartPr/>
                <p14:nvPr/>
              </p14:nvContentPartPr>
              <p14:xfrm>
                <a:off x="2570220" y="3283208"/>
                <a:ext cx="151560" cy="507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05DF2A8-3E98-E296-A8B4-5E845AE0700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561580" y="3274208"/>
                  <a:ext cx="1692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B2CE6A7-875B-3489-7C29-EF85E72D8079}"/>
                    </a:ext>
                  </a:extLst>
                </p14:cNvPr>
                <p14:cNvContentPartPr/>
                <p14:nvPr/>
              </p14:nvContentPartPr>
              <p14:xfrm>
                <a:off x="3006540" y="2950928"/>
                <a:ext cx="162720" cy="2095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B2CE6A7-875B-3489-7C29-EF85E72D807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997900" y="2942288"/>
                  <a:ext cx="1803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4DC8515-3781-5A38-CEFC-0DBC440FEE0C}"/>
                    </a:ext>
                  </a:extLst>
                </p14:cNvPr>
                <p14:cNvContentPartPr/>
                <p14:nvPr/>
              </p14:nvContentPartPr>
              <p14:xfrm>
                <a:off x="3231540" y="2915648"/>
                <a:ext cx="78480" cy="2336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4DC8515-3781-5A38-CEFC-0DBC440FEE0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222540" y="2906648"/>
                  <a:ext cx="961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E6B72AB-2E61-1D63-1720-BCFBA5E77755}"/>
                    </a:ext>
                  </a:extLst>
                </p14:cNvPr>
                <p14:cNvContentPartPr/>
                <p14:nvPr/>
              </p14:nvContentPartPr>
              <p14:xfrm>
                <a:off x="3381300" y="2936888"/>
                <a:ext cx="72000" cy="1918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E6B72AB-2E61-1D63-1720-BCFBA5E7775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372660" y="2928248"/>
                  <a:ext cx="896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269F0B3-B82A-C86B-5CCD-8D9484998BBB}"/>
                    </a:ext>
                  </a:extLst>
                </p14:cNvPr>
                <p14:cNvContentPartPr/>
                <p14:nvPr/>
              </p14:nvContentPartPr>
              <p14:xfrm>
                <a:off x="3315060" y="3038768"/>
                <a:ext cx="135000" cy="57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269F0B3-B82A-C86B-5CCD-8D9484998BB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306060" y="3030128"/>
                  <a:ext cx="152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B23D852-E376-04B2-70E3-B0755E08B401}"/>
                    </a:ext>
                  </a:extLst>
                </p14:cNvPr>
                <p14:cNvContentPartPr/>
                <p14:nvPr/>
              </p14:nvContentPartPr>
              <p14:xfrm>
                <a:off x="3580020" y="3038408"/>
                <a:ext cx="108720" cy="165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B23D852-E376-04B2-70E3-B0755E08B40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571380" y="3029768"/>
                  <a:ext cx="1263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0D0AD1A-4FC4-15A3-3E86-73ACCC41725F}"/>
                    </a:ext>
                  </a:extLst>
                </p14:cNvPr>
                <p14:cNvContentPartPr/>
                <p14:nvPr/>
              </p14:nvContentPartPr>
              <p14:xfrm>
                <a:off x="3736260" y="2991248"/>
                <a:ext cx="108000" cy="849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0D0AD1A-4FC4-15A3-3E86-73ACCC41725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727620" y="2982608"/>
                  <a:ext cx="1256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94D6460-1145-3B9D-C35F-73F2FA37006C}"/>
                    </a:ext>
                  </a:extLst>
                </p14:cNvPr>
                <p14:cNvContentPartPr/>
                <p14:nvPr/>
              </p14:nvContentPartPr>
              <p14:xfrm>
                <a:off x="3979260" y="2950928"/>
                <a:ext cx="19800" cy="1317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94D6460-1145-3B9D-C35F-73F2FA37006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970620" y="2941928"/>
                  <a:ext cx="374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CD2AEEC-2530-E5BC-EBF7-389BF3464827}"/>
                    </a:ext>
                  </a:extLst>
                </p14:cNvPr>
                <p14:cNvContentPartPr/>
                <p14:nvPr/>
              </p14:nvContentPartPr>
              <p14:xfrm>
                <a:off x="3845340" y="2915288"/>
                <a:ext cx="212400" cy="154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CD2AEEC-2530-E5BC-EBF7-389BF346482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836700" y="2906288"/>
                  <a:ext cx="2300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93900B2-AA70-393C-541D-9E7AACAAC1D1}"/>
                    </a:ext>
                  </a:extLst>
                </p14:cNvPr>
                <p14:cNvContentPartPr/>
                <p14:nvPr/>
              </p14:nvContentPartPr>
              <p14:xfrm>
                <a:off x="4093740" y="2838248"/>
                <a:ext cx="135000" cy="3175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93900B2-AA70-393C-541D-9E7AACAAC1D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085100" y="2829248"/>
                  <a:ext cx="152640" cy="33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10E3191B-6128-C458-BB04-3EBA2787A726}"/>
              </a:ext>
            </a:extLst>
          </p:cNvPr>
          <p:cNvGrpSpPr/>
          <p:nvPr/>
        </p:nvGrpSpPr>
        <p:grpSpPr>
          <a:xfrm>
            <a:off x="215460" y="3760208"/>
            <a:ext cx="938520" cy="1301040"/>
            <a:chOff x="215460" y="3760208"/>
            <a:chExt cx="938520" cy="130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FFF19ED3-1D9B-28AC-FE19-C9FDBE4FEEDA}"/>
                    </a:ext>
                  </a:extLst>
                </p14:cNvPr>
                <p14:cNvContentPartPr/>
                <p14:nvPr/>
              </p14:nvContentPartPr>
              <p14:xfrm>
                <a:off x="215460" y="3865688"/>
                <a:ext cx="117360" cy="1202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FFF19ED3-1D9B-28AC-FE19-C9FDBE4FEED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06820" y="3857048"/>
                  <a:ext cx="1350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A57DE96-8C6C-495D-ADAC-9A00830CA130}"/>
                    </a:ext>
                  </a:extLst>
                </p14:cNvPr>
                <p14:cNvContentPartPr/>
                <p14:nvPr/>
              </p14:nvContentPartPr>
              <p14:xfrm>
                <a:off x="359100" y="3938048"/>
                <a:ext cx="6120" cy="241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A57DE96-8C6C-495D-ADAC-9A00830CA13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50460" y="3929048"/>
                  <a:ext cx="237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83E36BE-71DB-6AC1-F89B-47C3E66E4D13}"/>
                    </a:ext>
                  </a:extLst>
                </p14:cNvPr>
                <p14:cNvContentPartPr/>
                <p14:nvPr/>
              </p14:nvContentPartPr>
              <p14:xfrm>
                <a:off x="346860" y="3855968"/>
                <a:ext cx="1440" cy="43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83E36BE-71DB-6AC1-F89B-47C3E66E4D1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37860" y="3846968"/>
                  <a:ext cx="190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7D51908-73F2-3A3F-755D-ADE928B8DB53}"/>
                    </a:ext>
                  </a:extLst>
                </p14:cNvPr>
                <p14:cNvContentPartPr/>
                <p14:nvPr/>
              </p14:nvContentPartPr>
              <p14:xfrm>
                <a:off x="428220" y="3760208"/>
                <a:ext cx="100800" cy="2714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7D51908-73F2-3A3F-755D-ADE928B8DB5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19580" y="3751568"/>
                  <a:ext cx="1184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DCE9967-7426-C3B4-70FC-FE5F096D53F5}"/>
                    </a:ext>
                  </a:extLst>
                </p14:cNvPr>
                <p14:cNvContentPartPr/>
                <p14:nvPr/>
              </p14:nvContentPartPr>
              <p14:xfrm>
                <a:off x="435060" y="3932648"/>
                <a:ext cx="100440" cy="111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DCE9967-7426-C3B4-70FC-FE5F096D53F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26060" y="3923648"/>
                  <a:ext cx="118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9F94526-3062-7655-E2C3-AD924D4146B9}"/>
                    </a:ext>
                  </a:extLst>
                </p14:cNvPr>
                <p14:cNvContentPartPr/>
                <p14:nvPr/>
              </p14:nvContentPartPr>
              <p14:xfrm>
                <a:off x="529740" y="3797648"/>
                <a:ext cx="65520" cy="1476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9F94526-3062-7655-E2C3-AD924D4146B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21100" y="3789008"/>
                  <a:ext cx="831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B74E1EB-E5C1-0169-1F38-CFF3D8940400}"/>
                    </a:ext>
                  </a:extLst>
                </p14:cNvPr>
                <p14:cNvContentPartPr/>
                <p14:nvPr/>
              </p14:nvContentPartPr>
              <p14:xfrm>
                <a:off x="529740" y="3896288"/>
                <a:ext cx="144720" cy="529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B74E1EB-E5C1-0169-1F38-CFF3D894040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21100" y="3887648"/>
                  <a:ext cx="1623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5BF010C-54E2-9808-C9C5-9BA0D913B4BE}"/>
                    </a:ext>
                  </a:extLst>
                </p14:cNvPr>
                <p14:cNvContentPartPr/>
                <p14:nvPr/>
              </p14:nvContentPartPr>
              <p14:xfrm>
                <a:off x="623340" y="3787208"/>
                <a:ext cx="10440" cy="136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5BF010C-54E2-9808-C9C5-9BA0D913B4B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14340" y="3778568"/>
                  <a:ext cx="280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F45228B-E408-3722-E487-38D37B063BD7}"/>
                    </a:ext>
                  </a:extLst>
                </p14:cNvPr>
                <p14:cNvContentPartPr/>
                <p14:nvPr/>
              </p14:nvContentPartPr>
              <p14:xfrm>
                <a:off x="727020" y="3879368"/>
                <a:ext cx="145440" cy="594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F45228B-E408-3722-E487-38D37B063BD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18380" y="3870368"/>
                  <a:ext cx="1630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1E110A4-4518-A911-9985-9D294DFD445E}"/>
                    </a:ext>
                  </a:extLst>
                </p14:cNvPr>
                <p14:cNvContentPartPr/>
                <p14:nvPr/>
              </p14:nvContentPartPr>
              <p14:xfrm>
                <a:off x="908460" y="3874688"/>
                <a:ext cx="89640" cy="2077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1E110A4-4518-A911-9985-9D294DFD445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99820" y="3865688"/>
                  <a:ext cx="1072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A716CB2-02BF-B69F-D373-D69E9F3D406B}"/>
                    </a:ext>
                  </a:extLst>
                </p14:cNvPr>
                <p14:cNvContentPartPr/>
                <p14:nvPr/>
              </p14:nvContentPartPr>
              <p14:xfrm>
                <a:off x="237420" y="4212368"/>
                <a:ext cx="72360" cy="1378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A716CB2-02BF-B69F-D373-D69E9F3D406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28780" y="4203728"/>
                  <a:ext cx="900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967192C-CE91-66E7-9185-3FA2834C4964}"/>
                    </a:ext>
                  </a:extLst>
                </p14:cNvPr>
                <p14:cNvContentPartPr/>
                <p14:nvPr/>
              </p14:nvContentPartPr>
              <p14:xfrm>
                <a:off x="358380" y="4239368"/>
                <a:ext cx="360" cy="3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967192C-CE91-66E7-9185-3FA2834C496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49380" y="423036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6A7F065-1AAD-F26E-FAEE-934D9230412F}"/>
                    </a:ext>
                  </a:extLst>
                </p14:cNvPr>
                <p14:cNvContentPartPr/>
                <p14:nvPr/>
              </p14:nvContentPartPr>
              <p14:xfrm>
                <a:off x="229860" y="4202288"/>
                <a:ext cx="88560" cy="1620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6A7F065-1AAD-F26E-FAEE-934D9230412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21220" y="4193648"/>
                  <a:ext cx="1062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5C51D55-EE76-C25B-7109-2849F4A231DC}"/>
                    </a:ext>
                  </a:extLst>
                </p14:cNvPr>
                <p14:cNvContentPartPr/>
                <p14:nvPr/>
              </p14:nvContentPartPr>
              <p14:xfrm>
                <a:off x="336780" y="4165568"/>
                <a:ext cx="56520" cy="1008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5C51D55-EE76-C25B-7109-2849F4A231D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28140" y="4156928"/>
                  <a:ext cx="741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E20BD50-860B-F313-2C0A-C894F52B4719}"/>
                    </a:ext>
                  </a:extLst>
                </p14:cNvPr>
                <p14:cNvContentPartPr/>
                <p14:nvPr/>
              </p14:nvContentPartPr>
              <p14:xfrm>
                <a:off x="466380" y="4165568"/>
                <a:ext cx="60120" cy="806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E20BD50-860B-F313-2C0A-C894F52B471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57740" y="4156568"/>
                  <a:ext cx="777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FEADA4A-D8D4-FF95-849A-71D7D741FA4F}"/>
                    </a:ext>
                  </a:extLst>
                </p14:cNvPr>
                <p14:cNvContentPartPr/>
                <p14:nvPr/>
              </p14:nvContentPartPr>
              <p14:xfrm>
                <a:off x="571500" y="4156208"/>
                <a:ext cx="88560" cy="1526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FEADA4A-D8D4-FF95-849A-71D7D741FA4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62500" y="4147208"/>
                  <a:ext cx="1062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7819DCA-4A44-A6FF-1305-5D0FBAE6ED5D}"/>
                    </a:ext>
                  </a:extLst>
                </p14:cNvPr>
                <p14:cNvContentPartPr/>
                <p14:nvPr/>
              </p14:nvContentPartPr>
              <p14:xfrm>
                <a:off x="685980" y="4097888"/>
                <a:ext cx="150120" cy="950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7819DCA-4A44-A6FF-1305-5D0FBAE6ED5D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77340" y="4088888"/>
                  <a:ext cx="1677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4E76596-157A-D568-0936-9CD15070C49F}"/>
                    </a:ext>
                  </a:extLst>
                </p14:cNvPr>
                <p14:cNvContentPartPr/>
                <p14:nvPr/>
              </p14:nvContentPartPr>
              <p14:xfrm>
                <a:off x="826380" y="4000328"/>
                <a:ext cx="73800" cy="1479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4E76596-157A-D568-0936-9CD15070C49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17740" y="3991328"/>
                  <a:ext cx="914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F3C66AB-1D71-9838-DDA3-E771602319AE}"/>
                    </a:ext>
                  </a:extLst>
                </p14:cNvPr>
                <p14:cNvContentPartPr/>
                <p14:nvPr/>
              </p14:nvContentPartPr>
              <p14:xfrm>
                <a:off x="991980" y="4046048"/>
                <a:ext cx="162000" cy="2008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F3C66AB-1D71-9838-DDA3-E771602319A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83340" y="4037048"/>
                  <a:ext cx="1796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54001D9-5261-79E7-F22E-EE6BEEC157B5}"/>
                    </a:ext>
                  </a:extLst>
                </p14:cNvPr>
                <p14:cNvContentPartPr/>
                <p14:nvPr/>
              </p14:nvContentPartPr>
              <p14:xfrm>
                <a:off x="253620" y="4540688"/>
                <a:ext cx="100440" cy="1004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54001D9-5261-79E7-F22E-EE6BEEC157B5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44620" y="4531688"/>
                  <a:ext cx="1180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B14168A-4DD7-DF57-A3DE-57AE37C36542}"/>
                    </a:ext>
                  </a:extLst>
                </p14:cNvPr>
                <p14:cNvContentPartPr/>
                <p14:nvPr/>
              </p14:nvContentPartPr>
              <p14:xfrm>
                <a:off x="362700" y="4433768"/>
                <a:ext cx="156240" cy="2703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B14168A-4DD7-DF57-A3DE-57AE37C3654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54060" y="4425128"/>
                  <a:ext cx="1738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FDB3857-5AC4-8A6B-1D8C-915CBD4DC13A}"/>
                    </a:ext>
                  </a:extLst>
                </p14:cNvPr>
                <p14:cNvContentPartPr/>
                <p14:nvPr/>
              </p14:nvContentPartPr>
              <p14:xfrm>
                <a:off x="411660" y="4608368"/>
                <a:ext cx="71640" cy="64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FDB3857-5AC4-8A6B-1D8C-915CBD4DC13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03020" y="4599368"/>
                  <a:ext cx="892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212ABFE-84D3-C968-9A58-66C727CD51F6}"/>
                    </a:ext>
                  </a:extLst>
                </p14:cNvPr>
                <p14:cNvContentPartPr/>
                <p14:nvPr/>
              </p14:nvContentPartPr>
              <p14:xfrm>
                <a:off x="275940" y="4850648"/>
                <a:ext cx="145800" cy="2106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212ABFE-84D3-C968-9A58-66C727CD51F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67300" y="4841648"/>
                  <a:ext cx="1634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29BA2DDE-7741-F969-F29E-4982B85B26EF}"/>
                    </a:ext>
                  </a:extLst>
                </p14:cNvPr>
                <p14:cNvContentPartPr/>
                <p14:nvPr/>
              </p14:nvContentPartPr>
              <p14:xfrm>
                <a:off x="415620" y="4789448"/>
                <a:ext cx="109080" cy="2538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29BA2DDE-7741-F969-F29E-4982B85B26E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06620" y="4780808"/>
                  <a:ext cx="1267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0DE9560-ACA3-A399-BE1D-EE3F90F2CBD3}"/>
                    </a:ext>
                  </a:extLst>
                </p14:cNvPr>
                <p14:cNvContentPartPr/>
                <p14:nvPr/>
              </p14:nvContentPartPr>
              <p14:xfrm>
                <a:off x="529740" y="4812488"/>
                <a:ext cx="111240" cy="1861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0DE9560-ACA3-A399-BE1D-EE3F90F2CBD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20740" y="4803488"/>
                  <a:ext cx="1288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3B80065-7A33-CE11-AE34-3994E21AB6A0}"/>
                    </a:ext>
                  </a:extLst>
                </p14:cNvPr>
                <p14:cNvContentPartPr/>
                <p14:nvPr/>
              </p14:nvContentPartPr>
              <p14:xfrm>
                <a:off x="518940" y="4873328"/>
                <a:ext cx="73800" cy="511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3B80065-7A33-CE11-AE34-3994E21AB6A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09940" y="4864328"/>
                  <a:ext cx="914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328122AE-AACC-385C-4FB8-6869D8527920}"/>
                    </a:ext>
                  </a:extLst>
                </p14:cNvPr>
                <p14:cNvContentPartPr/>
                <p14:nvPr/>
              </p14:nvContentPartPr>
              <p14:xfrm>
                <a:off x="586980" y="4737968"/>
                <a:ext cx="95400" cy="3038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328122AE-AACC-385C-4FB8-6869D852792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77980" y="4729328"/>
                  <a:ext cx="113040" cy="32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A852FE42-A070-F4D7-0033-12C8EFFC7984}"/>
              </a:ext>
            </a:extLst>
          </p:cNvPr>
          <p:cNvGrpSpPr/>
          <p:nvPr/>
        </p:nvGrpSpPr>
        <p:grpSpPr>
          <a:xfrm>
            <a:off x="1278180" y="3323168"/>
            <a:ext cx="3254040" cy="795240"/>
            <a:chOff x="1278180" y="3323168"/>
            <a:chExt cx="3254040" cy="79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AA73C07-7AE9-D7CF-FAEB-A8938ACDFC9B}"/>
                    </a:ext>
                  </a:extLst>
                </p14:cNvPr>
                <p14:cNvContentPartPr/>
                <p14:nvPr/>
              </p14:nvContentPartPr>
              <p14:xfrm>
                <a:off x="1299060" y="3652208"/>
                <a:ext cx="77760" cy="169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AA73C07-7AE9-D7CF-FAEB-A8938ACDFC9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290420" y="3643568"/>
                  <a:ext cx="954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2C930D0-94C8-95AD-D9F2-9F1366E2A1E1}"/>
                    </a:ext>
                  </a:extLst>
                </p14:cNvPr>
                <p14:cNvContentPartPr/>
                <p14:nvPr/>
              </p14:nvContentPartPr>
              <p14:xfrm>
                <a:off x="1278180" y="3605408"/>
                <a:ext cx="93600" cy="108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2C930D0-94C8-95AD-D9F2-9F1366E2A1E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269540" y="3596408"/>
                  <a:ext cx="1112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1385E83-30B7-879C-6596-FE027176C8BF}"/>
                    </a:ext>
                  </a:extLst>
                </p14:cNvPr>
                <p14:cNvContentPartPr/>
                <p14:nvPr/>
              </p14:nvContentPartPr>
              <p14:xfrm>
                <a:off x="1543140" y="3480488"/>
                <a:ext cx="252000" cy="1832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1385E83-30B7-879C-6596-FE027176C8B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534500" y="3471488"/>
                  <a:ext cx="2696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2C4D3D9-06FD-D61C-71BC-D12EEDA6791E}"/>
                    </a:ext>
                  </a:extLst>
                </p14:cNvPr>
                <p14:cNvContentPartPr/>
                <p14:nvPr/>
              </p14:nvContentPartPr>
              <p14:xfrm>
                <a:off x="1605420" y="3744728"/>
                <a:ext cx="87840" cy="399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2C4D3D9-06FD-D61C-71BC-D12EEDA6791E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596780" y="3735728"/>
                  <a:ext cx="1054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B20E150-BBA4-D760-F45A-74EE502E9C55}"/>
                    </a:ext>
                  </a:extLst>
                </p14:cNvPr>
                <p14:cNvContentPartPr/>
                <p14:nvPr/>
              </p14:nvContentPartPr>
              <p14:xfrm>
                <a:off x="1943100" y="3562928"/>
                <a:ext cx="135720" cy="914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B20E150-BBA4-D760-F45A-74EE502E9C5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934100" y="3553928"/>
                  <a:ext cx="1533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A4F7052-D6F7-AA6D-B22F-F5C85A5E8FD0}"/>
                    </a:ext>
                  </a:extLst>
                </p14:cNvPr>
                <p14:cNvContentPartPr/>
                <p14:nvPr/>
              </p14:nvContentPartPr>
              <p14:xfrm>
                <a:off x="1990260" y="3579488"/>
                <a:ext cx="77760" cy="784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A4F7052-D6F7-AA6D-B22F-F5C85A5E8FD0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981620" y="3570488"/>
                  <a:ext cx="954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413AA30-49DC-E407-C048-DC7FBD3D670F}"/>
                    </a:ext>
                  </a:extLst>
                </p14:cNvPr>
                <p14:cNvContentPartPr/>
                <p14:nvPr/>
              </p14:nvContentPartPr>
              <p14:xfrm>
                <a:off x="2119860" y="3651848"/>
                <a:ext cx="113760" cy="838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413AA30-49DC-E407-C048-DC7FBD3D670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110860" y="3643208"/>
                  <a:ext cx="1314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3BA88C1-3717-CC38-F6CB-0DAFC0022AB5}"/>
                    </a:ext>
                  </a:extLst>
                </p14:cNvPr>
                <p14:cNvContentPartPr/>
                <p14:nvPr/>
              </p14:nvContentPartPr>
              <p14:xfrm>
                <a:off x="2290140" y="3473648"/>
                <a:ext cx="68400" cy="2260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3BA88C1-3717-CC38-F6CB-0DAFC0022AB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281140" y="3465008"/>
                  <a:ext cx="860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B7F42AA-C8DE-1AE4-6AFD-360C4D021FE3}"/>
                    </a:ext>
                  </a:extLst>
                </p14:cNvPr>
                <p14:cNvContentPartPr/>
                <p14:nvPr/>
              </p14:nvContentPartPr>
              <p14:xfrm>
                <a:off x="2399940" y="3483008"/>
                <a:ext cx="77400" cy="1699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B7F42AA-C8DE-1AE4-6AFD-360C4D021FE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391300" y="3474368"/>
                  <a:ext cx="950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39103AF-210C-3F2D-EEC4-DA3C916372E4}"/>
                    </a:ext>
                  </a:extLst>
                </p14:cNvPr>
                <p14:cNvContentPartPr/>
                <p14:nvPr/>
              </p14:nvContentPartPr>
              <p14:xfrm>
                <a:off x="2373660" y="3569048"/>
                <a:ext cx="115200" cy="262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39103AF-210C-3F2D-EEC4-DA3C916372E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364660" y="3560408"/>
                  <a:ext cx="1328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3BB70BC-2A51-569A-B6AA-9BC0C19C52B0}"/>
                    </a:ext>
                  </a:extLst>
                </p14:cNvPr>
                <p14:cNvContentPartPr/>
                <p14:nvPr/>
              </p14:nvContentPartPr>
              <p14:xfrm>
                <a:off x="2457180" y="3440168"/>
                <a:ext cx="110880" cy="2451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3BB70BC-2A51-569A-B6AA-9BC0C19C52B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448540" y="3431528"/>
                  <a:ext cx="1285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7F21AEC-DF6B-67DA-0E52-947EBF188073}"/>
                    </a:ext>
                  </a:extLst>
                </p14:cNvPr>
                <p14:cNvContentPartPr/>
                <p14:nvPr/>
              </p14:nvContentPartPr>
              <p14:xfrm>
                <a:off x="2723940" y="3459608"/>
                <a:ext cx="114120" cy="1782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7F21AEC-DF6B-67DA-0E52-947EBF188073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715300" y="3450968"/>
                  <a:ext cx="1317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F0629DD-A7FB-9659-0640-F7AAFAA4A53D}"/>
                    </a:ext>
                  </a:extLst>
                </p14:cNvPr>
                <p14:cNvContentPartPr/>
                <p14:nvPr/>
              </p14:nvContentPartPr>
              <p14:xfrm>
                <a:off x="2929140" y="3408848"/>
                <a:ext cx="105120" cy="2336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F0629DD-A7FB-9659-0640-F7AAFAA4A53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920500" y="3400208"/>
                  <a:ext cx="1227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89B6D13-3CC0-B80D-289C-021CDF619AB9}"/>
                    </a:ext>
                  </a:extLst>
                </p14:cNvPr>
                <p14:cNvContentPartPr/>
                <p14:nvPr/>
              </p14:nvContentPartPr>
              <p14:xfrm>
                <a:off x="3079980" y="3429728"/>
                <a:ext cx="68040" cy="1663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89B6D13-3CC0-B80D-289C-021CDF619AB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071340" y="3421088"/>
                  <a:ext cx="856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9FA5A19D-5EC3-EEFB-5408-2819236896AA}"/>
                    </a:ext>
                  </a:extLst>
                </p14:cNvPr>
                <p14:cNvContentPartPr/>
                <p14:nvPr/>
              </p14:nvContentPartPr>
              <p14:xfrm>
                <a:off x="3043260" y="3510728"/>
                <a:ext cx="100440" cy="147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9FA5A19D-5EC3-EEFB-5408-2819236896AA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034260" y="3502088"/>
                  <a:ext cx="1180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2A80758-6B70-3FB5-125F-6D0191308AEA}"/>
                    </a:ext>
                  </a:extLst>
                </p14:cNvPr>
                <p14:cNvContentPartPr/>
                <p14:nvPr/>
              </p14:nvContentPartPr>
              <p14:xfrm>
                <a:off x="3236220" y="3529448"/>
                <a:ext cx="88920" cy="36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2A80758-6B70-3FB5-125F-6D0191308AE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227580" y="3520808"/>
                  <a:ext cx="1065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95C530C-B576-05D2-F8AB-2AF73346FF19}"/>
                    </a:ext>
                  </a:extLst>
                </p14:cNvPr>
                <p14:cNvContentPartPr/>
                <p14:nvPr/>
              </p14:nvContentPartPr>
              <p14:xfrm>
                <a:off x="3382020" y="3475448"/>
                <a:ext cx="138240" cy="950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95C530C-B576-05D2-F8AB-2AF73346FF1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373020" y="3466808"/>
                  <a:ext cx="1558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A1429332-1034-CCDC-DBC3-798451E2E3B2}"/>
                    </a:ext>
                  </a:extLst>
                </p14:cNvPr>
                <p14:cNvContentPartPr/>
                <p14:nvPr/>
              </p14:nvContentPartPr>
              <p14:xfrm>
                <a:off x="3641940" y="3427928"/>
                <a:ext cx="41400" cy="1418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A1429332-1034-CCDC-DBC3-798451E2E3B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632940" y="3419288"/>
                  <a:ext cx="590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56AF5F8-70B1-5EF1-C2CF-015D3777351B}"/>
                    </a:ext>
                  </a:extLst>
                </p14:cNvPr>
                <p14:cNvContentPartPr/>
                <p14:nvPr/>
              </p14:nvContentPartPr>
              <p14:xfrm>
                <a:off x="3561300" y="3380408"/>
                <a:ext cx="210960" cy="331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56AF5F8-70B1-5EF1-C2CF-015D3777351B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552300" y="3371768"/>
                  <a:ext cx="2286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EB2704A-C01D-0391-91AB-5407FB67C57C}"/>
                    </a:ext>
                  </a:extLst>
                </p14:cNvPr>
                <p14:cNvContentPartPr/>
                <p14:nvPr/>
              </p14:nvContentPartPr>
              <p14:xfrm>
                <a:off x="3792420" y="3323168"/>
                <a:ext cx="171000" cy="2876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EB2704A-C01D-0391-91AB-5407FB67C57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783780" y="3314168"/>
                  <a:ext cx="18864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12E0A394-CD2A-B172-93C5-8F16620E264B}"/>
                    </a:ext>
                  </a:extLst>
                </p14:cNvPr>
                <p14:cNvContentPartPr/>
                <p14:nvPr/>
              </p14:nvContentPartPr>
              <p14:xfrm>
                <a:off x="1997460" y="4015808"/>
                <a:ext cx="86040" cy="25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12E0A394-CD2A-B172-93C5-8F16620E264B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988460" y="4007168"/>
                  <a:ext cx="1036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CDD7F172-5A62-D691-847A-B9E102D91134}"/>
                    </a:ext>
                  </a:extLst>
                </p14:cNvPr>
                <p14:cNvContentPartPr/>
                <p14:nvPr/>
              </p14:nvContentPartPr>
              <p14:xfrm>
                <a:off x="1958940" y="3965048"/>
                <a:ext cx="103680" cy="100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CDD7F172-5A62-D691-847A-B9E102D9113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950300" y="3956048"/>
                  <a:ext cx="1213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7AD4D515-1823-34EF-E6DF-863F4C6113DC}"/>
                    </a:ext>
                  </a:extLst>
                </p14:cNvPr>
                <p14:cNvContentPartPr/>
                <p14:nvPr/>
              </p14:nvContentPartPr>
              <p14:xfrm>
                <a:off x="2284380" y="3814208"/>
                <a:ext cx="198720" cy="1710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7AD4D515-1823-34EF-E6DF-863F4C6113D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275380" y="3805208"/>
                  <a:ext cx="2163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F391F4AD-07F9-0A9E-A078-69509CC5FDC0}"/>
                    </a:ext>
                  </a:extLst>
                </p14:cNvPr>
                <p14:cNvContentPartPr/>
                <p14:nvPr/>
              </p14:nvContentPartPr>
              <p14:xfrm>
                <a:off x="2337660" y="4068008"/>
                <a:ext cx="117000" cy="504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F391F4AD-07F9-0A9E-A078-69509CC5FDC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329020" y="4059008"/>
                  <a:ext cx="1346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0BB1C759-E44B-FA1A-2ABD-2B6AE8ABE3AA}"/>
                    </a:ext>
                  </a:extLst>
                </p14:cNvPr>
                <p14:cNvContentPartPr/>
                <p14:nvPr/>
              </p14:nvContentPartPr>
              <p14:xfrm>
                <a:off x="2644380" y="3896288"/>
                <a:ext cx="126720" cy="788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0BB1C759-E44B-FA1A-2ABD-2B6AE8ABE3A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635380" y="3887648"/>
                  <a:ext cx="1443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BA0F5292-7FDE-101C-BE68-12B63AEC7212}"/>
                    </a:ext>
                  </a:extLst>
                </p14:cNvPr>
                <p14:cNvContentPartPr/>
                <p14:nvPr/>
              </p14:nvContentPartPr>
              <p14:xfrm>
                <a:off x="2686500" y="3901688"/>
                <a:ext cx="62280" cy="784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BA0F5292-7FDE-101C-BE68-12B63AEC7212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677500" y="3892688"/>
                  <a:ext cx="799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8510A027-1374-3913-2352-C7C4964EB540}"/>
                    </a:ext>
                  </a:extLst>
                </p14:cNvPr>
                <p14:cNvContentPartPr/>
                <p14:nvPr/>
              </p14:nvContentPartPr>
              <p14:xfrm>
                <a:off x="2795940" y="3974048"/>
                <a:ext cx="102960" cy="583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8510A027-1374-3913-2352-C7C4964EB540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787300" y="3965408"/>
                  <a:ext cx="1206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A4A7F26-0682-7AB5-3CB9-344D758C41BA}"/>
                    </a:ext>
                  </a:extLst>
                </p14:cNvPr>
                <p14:cNvContentPartPr/>
                <p14:nvPr/>
              </p14:nvContentPartPr>
              <p14:xfrm>
                <a:off x="2940300" y="3791888"/>
                <a:ext cx="63360" cy="1879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A4A7F26-0682-7AB5-3CB9-344D758C41BA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931300" y="3782888"/>
                  <a:ext cx="810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02831675-C2E9-A062-EDC8-576DB9DA2FD9}"/>
                    </a:ext>
                  </a:extLst>
                </p14:cNvPr>
                <p14:cNvContentPartPr/>
                <p14:nvPr/>
              </p14:nvContentPartPr>
              <p14:xfrm>
                <a:off x="3038580" y="3906728"/>
                <a:ext cx="108360" cy="601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02831675-C2E9-A062-EDC8-576DB9DA2FD9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029580" y="3898088"/>
                  <a:ext cx="1260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7193C95-5F09-BF87-0D50-3207CA162C6A}"/>
                    </a:ext>
                  </a:extLst>
                </p14:cNvPr>
                <p14:cNvContentPartPr/>
                <p14:nvPr/>
              </p14:nvContentPartPr>
              <p14:xfrm>
                <a:off x="3210660" y="3828968"/>
                <a:ext cx="23760" cy="1083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7193C95-5F09-BF87-0D50-3207CA162C6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201660" y="3819968"/>
                  <a:ext cx="414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BC6F79B9-AD2B-7E1B-5233-3D52A89B3375}"/>
                    </a:ext>
                  </a:extLst>
                </p14:cNvPr>
                <p14:cNvContentPartPr/>
                <p14:nvPr/>
              </p14:nvContentPartPr>
              <p14:xfrm>
                <a:off x="3090780" y="3793688"/>
                <a:ext cx="161640" cy="147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BC6F79B9-AD2B-7E1B-5233-3D52A89B3375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082140" y="3785048"/>
                  <a:ext cx="1792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35FD5291-C5CF-4C75-A1E8-1A2F0BE9DC29}"/>
                    </a:ext>
                  </a:extLst>
                </p14:cNvPr>
                <p14:cNvContentPartPr/>
                <p14:nvPr/>
              </p14:nvContentPartPr>
              <p14:xfrm>
                <a:off x="3288420" y="3715928"/>
                <a:ext cx="105120" cy="2653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35FD5291-C5CF-4C75-A1E8-1A2F0BE9DC29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279780" y="3707288"/>
                  <a:ext cx="1227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0B5BC382-BE73-D76F-FB77-63318A0A9773}"/>
                    </a:ext>
                  </a:extLst>
                </p14:cNvPr>
                <p14:cNvContentPartPr/>
                <p14:nvPr/>
              </p14:nvContentPartPr>
              <p14:xfrm>
                <a:off x="3495060" y="3844448"/>
                <a:ext cx="1440" cy="43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0B5BC382-BE73-D76F-FB77-63318A0A977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486420" y="3835808"/>
                  <a:ext cx="190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BFA0B92B-4BBC-0281-3160-0E23196CBA78}"/>
                    </a:ext>
                  </a:extLst>
                </p14:cNvPr>
                <p14:cNvContentPartPr/>
                <p14:nvPr/>
              </p14:nvContentPartPr>
              <p14:xfrm>
                <a:off x="3563460" y="3709448"/>
                <a:ext cx="98280" cy="2145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BFA0B92B-4BBC-0281-3160-0E23196CBA78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3554820" y="3700448"/>
                  <a:ext cx="1159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591BDBFF-8342-FB3D-2D4D-D3155A8F92B6}"/>
                    </a:ext>
                  </a:extLst>
                </p14:cNvPr>
                <p14:cNvContentPartPr/>
                <p14:nvPr/>
              </p14:nvContentPartPr>
              <p14:xfrm>
                <a:off x="3720060" y="3694328"/>
                <a:ext cx="84600" cy="2394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591BDBFF-8342-FB3D-2D4D-D3155A8F92B6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3711060" y="3685328"/>
                  <a:ext cx="1022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3EB19FF2-282A-F6EA-338F-A52C1EAD4DD6}"/>
                    </a:ext>
                  </a:extLst>
                </p14:cNvPr>
                <p14:cNvContentPartPr/>
                <p14:nvPr/>
              </p14:nvContentPartPr>
              <p14:xfrm>
                <a:off x="3843540" y="3724928"/>
                <a:ext cx="52200" cy="17136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3EB19FF2-282A-F6EA-338F-A52C1EAD4DD6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3834900" y="3716288"/>
                  <a:ext cx="698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3F41266D-2757-D92D-256E-07F63E03B5B0}"/>
                    </a:ext>
                  </a:extLst>
                </p14:cNvPr>
                <p14:cNvContentPartPr/>
                <p14:nvPr/>
              </p14:nvContentPartPr>
              <p14:xfrm>
                <a:off x="3797100" y="3798008"/>
                <a:ext cx="115200" cy="111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3F41266D-2757-D92D-256E-07F63E03B5B0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3788460" y="3789008"/>
                  <a:ext cx="1328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B63CCB59-F839-E978-7B65-13F512636A5B}"/>
                    </a:ext>
                  </a:extLst>
                </p14:cNvPr>
                <p14:cNvContentPartPr/>
                <p14:nvPr/>
              </p14:nvContentPartPr>
              <p14:xfrm>
                <a:off x="3988980" y="3841208"/>
                <a:ext cx="74160" cy="36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B63CCB59-F839-E978-7B65-13F512636A5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3979980" y="3832568"/>
                  <a:ext cx="918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E99BE511-9DB7-90D6-EFB5-F657F98D1B06}"/>
                    </a:ext>
                  </a:extLst>
                </p14:cNvPr>
                <p14:cNvContentPartPr/>
                <p14:nvPr/>
              </p14:nvContentPartPr>
              <p14:xfrm>
                <a:off x="4109220" y="3791528"/>
                <a:ext cx="140040" cy="741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E99BE511-9DB7-90D6-EFB5-F657F98D1B06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4100580" y="3782888"/>
                  <a:ext cx="1576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D3FAF62-4623-4DF1-3BCC-340EE78C2DBD}"/>
                    </a:ext>
                  </a:extLst>
                </p14:cNvPr>
                <p14:cNvContentPartPr/>
                <p14:nvPr/>
              </p14:nvContentPartPr>
              <p14:xfrm>
                <a:off x="4338180" y="3756248"/>
                <a:ext cx="29880" cy="10368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D3FAF62-4623-4DF1-3BCC-340EE78C2DBD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4329180" y="3747248"/>
                  <a:ext cx="475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8993BE1-2140-1AD2-9148-8DF9AC4F794F}"/>
                    </a:ext>
                  </a:extLst>
                </p14:cNvPr>
                <p14:cNvContentPartPr/>
                <p14:nvPr/>
              </p14:nvContentPartPr>
              <p14:xfrm>
                <a:off x="4208220" y="3713048"/>
                <a:ext cx="182160" cy="122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8993BE1-2140-1AD2-9148-8DF9AC4F794F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4199220" y="3704048"/>
                  <a:ext cx="1998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D2144FBD-CF36-E4BD-C3B4-9737549819E8}"/>
                    </a:ext>
                  </a:extLst>
                </p14:cNvPr>
                <p14:cNvContentPartPr/>
                <p14:nvPr/>
              </p14:nvContentPartPr>
              <p14:xfrm>
                <a:off x="4395060" y="3645728"/>
                <a:ext cx="137160" cy="2548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D2144FBD-CF36-E4BD-C3B4-9737549819E8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4386420" y="3637088"/>
                  <a:ext cx="154800" cy="27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1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F9CF06FA-BBC8-16FE-2D5F-9C4C93B2A706}"/>
                  </a:ext>
                </a:extLst>
              </p14:cNvPr>
              <p14:cNvContentPartPr/>
              <p14:nvPr/>
            </p14:nvContentPartPr>
            <p14:xfrm>
              <a:off x="1225980" y="3943448"/>
              <a:ext cx="477720" cy="7092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F9CF06FA-BBC8-16FE-2D5F-9C4C93B2A706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1216980" y="3934808"/>
                <a:ext cx="495360" cy="8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6" name="Group 245">
            <a:extLst>
              <a:ext uri="{FF2B5EF4-FFF2-40B4-BE49-F238E27FC236}">
                <a16:creationId xmlns:a16="http://schemas.microsoft.com/office/drawing/2014/main" id="{9A5EE0EA-B7DB-C770-EC41-923E6143B31D}"/>
              </a:ext>
            </a:extLst>
          </p:cNvPr>
          <p:cNvGrpSpPr/>
          <p:nvPr/>
        </p:nvGrpSpPr>
        <p:grpSpPr>
          <a:xfrm>
            <a:off x="4670460" y="3896288"/>
            <a:ext cx="1315080" cy="1890360"/>
            <a:chOff x="4670460" y="3896288"/>
            <a:chExt cx="1315080" cy="189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2401DB78-D26C-4D92-3953-23D8B7929ACE}"/>
                    </a:ext>
                  </a:extLst>
                </p14:cNvPr>
                <p14:cNvContentPartPr/>
                <p14:nvPr/>
              </p14:nvContentPartPr>
              <p14:xfrm>
                <a:off x="4670460" y="3896288"/>
                <a:ext cx="1315080" cy="185328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2401DB78-D26C-4D92-3953-23D8B7929ACE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4661820" y="3887648"/>
                  <a:ext cx="1332720" cy="18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E4D94807-2D72-9BF9-7B12-F787139B9ACB}"/>
                    </a:ext>
                  </a:extLst>
                </p14:cNvPr>
                <p14:cNvContentPartPr/>
                <p14:nvPr/>
              </p14:nvContentPartPr>
              <p14:xfrm>
                <a:off x="5862420" y="5761448"/>
                <a:ext cx="117720" cy="2520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E4D94807-2D72-9BF9-7B12-F787139B9ACB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5853420" y="5752808"/>
                  <a:ext cx="13536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4BCA1082-39CD-7ACB-3EB1-4387FEF31511}"/>
              </a:ext>
            </a:extLst>
          </p:cNvPr>
          <p:cNvGrpSpPr/>
          <p:nvPr/>
        </p:nvGrpSpPr>
        <p:grpSpPr>
          <a:xfrm>
            <a:off x="5730300" y="5909048"/>
            <a:ext cx="1544040" cy="294840"/>
            <a:chOff x="5730300" y="5909048"/>
            <a:chExt cx="1544040" cy="29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A1D9F44C-6733-D048-75F4-FA8F79329AD4}"/>
                    </a:ext>
                  </a:extLst>
                </p14:cNvPr>
                <p14:cNvContentPartPr/>
                <p14:nvPr/>
              </p14:nvContentPartPr>
              <p14:xfrm>
                <a:off x="5730300" y="6052688"/>
                <a:ext cx="131040" cy="1040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A1D9F44C-6733-D048-75F4-FA8F79329AD4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5721660" y="6043688"/>
                  <a:ext cx="1486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EC0C6235-7244-4465-ED23-945226EDA545}"/>
                    </a:ext>
                  </a:extLst>
                </p14:cNvPr>
                <p14:cNvContentPartPr/>
                <p14:nvPr/>
              </p14:nvContentPartPr>
              <p14:xfrm>
                <a:off x="5751180" y="6068168"/>
                <a:ext cx="68040" cy="1094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EC0C6235-7244-4465-ED23-945226EDA545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5742180" y="6059168"/>
                  <a:ext cx="856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E1D6506E-AE15-4883-E057-28DC1BB51A52}"/>
                    </a:ext>
                  </a:extLst>
                </p14:cNvPr>
                <p14:cNvContentPartPr/>
                <p14:nvPr/>
              </p14:nvContentPartPr>
              <p14:xfrm>
                <a:off x="5864940" y="5937488"/>
                <a:ext cx="125640" cy="2516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E1D6506E-AE15-4883-E057-28DC1BB51A52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5856300" y="5928488"/>
                  <a:ext cx="1432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25081E4C-1414-4484-EB96-38C7011F7955}"/>
                    </a:ext>
                  </a:extLst>
                </p14:cNvPr>
                <p14:cNvContentPartPr/>
                <p14:nvPr/>
              </p14:nvContentPartPr>
              <p14:xfrm>
                <a:off x="5990940" y="6091208"/>
                <a:ext cx="128520" cy="673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25081E4C-1414-4484-EB96-38C7011F7955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5982300" y="6082208"/>
                  <a:ext cx="1461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D25B2C37-A122-1E61-8F1D-E98C7A950D0D}"/>
                    </a:ext>
                  </a:extLst>
                </p14:cNvPr>
                <p14:cNvContentPartPr/>
                <p14:nvPr/>
              </p14:nvContentPartPr>
              <p14:xfrm>
                <a:off x="6088860" y="5940728"/>
                <a:ext cx="135720" cy="2631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D25B2C37-A122-1E61-8F1D-E98C7A950D0D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6080220" y="5932088"/>
                  <a:ext cx="1533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BA154C8-D4AA-FFD6-C75C-66D501F8AB61}"/>
                    </a:ext>
                  </a:extLst>
                </p14:cNvPr>
                <p14:cNvContentPartPr/>
                <p14:nvPr/>
              </p14:nvContentPartPr>
              <p14:xfrm>
                <a:off x="6340860" y="6098408"/>
                <a:ext cx="70560" cy="1188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BA154C8-D4AA-FFD6-C75C-66D501F8AB61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6331860" y="6089768"/>
                  <a:ext cx="882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84AC9BA-4042-2970-0EAC-1FD36974D3A7}"/>
                    </a:ext>
                  </a:extLst>
                </p14:cNvPr>
                <p14:cNvContentPartPr/>
                <p14:nvPr/>
              </p14:nvContentPartPr>
              <p14:xfrm>
                <a:off x="6303780" y="6033968"/>
                <a:ext cx="107640" cy="187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84AC9BA-4042-2970-0EAC-1FD36974D3A7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6294780" y="6025328"/>
                  <a:ext cx="125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946B7AE7-CE94-21A4-0B94-0A3C8F9D342A}"/>
                    </a:ext>
                  </a:extLst>
                </p14:cNvPr>
                <p14:cNvContentPartPr/>
                <p14:nvPr/>
              </p14:nvContentPartPr>
              <p14:xfrm>
                <a:off x="6513300" y="6026048"/>
                <a:ext cx="151920" cy="10836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946B7AE7-CE94-21A4-0B94-0A3C8F9D342A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6504300" y="6017048"/>
                  <a:ext cx="1695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98BF9EE1-DD59-5CDA-5DCE-1AFBA76CF62D}"/>
                    </a:ext>
                  </a:extLst>
                </p14:cNvPr>
                <p14:cNvContentPartPr/>
                <p14:nvPr/>
              </p14:nvContentPartPr>
              <p14:xfrm>
                <a:off x="6567660" y="6052688"/>
                <a:ext cx="77400" cy="914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98BF9EE1-DD59-5CDA-5DCE-1AFBA76CF62D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6559020" y="6043688"/>
                  <a:ext cx="950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E2C5B114-D448-8CD9-299B-D791FEF617C3}"/>
                    </a:ext>
                  </a:extLst>
                </p14:cNvPr>
                <p14:cNvContentPartPr/>
                <p14:nvPr/>
              </p14:nvContentPartPr>
              <p14:xfrm>
                <a:off x="6717060" y="5909048"/>
                <a:ext cx="109800" cy="2696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E2C5B114-D448-8CD9-299B-D791FEF617C3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6708420" y="5900048"/>
                  <a:ext cx="1274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EB878F51-8E67-08CA-F7EE-A7137A2129AA}"/>
                    </a:ext>
                  </a:extLst>
                </p14:cNvPr>
                <p14:cNvContentPartPr/>
                <p14:nvPr/>
              </p14:nvContentPartPr>
              <p14:xfrm>
                <a:off x="6821460" y="6068168"/>
                <a:ext cx="122400" cy="676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EB878F51-8E67-08CA-F7EE-A7137A2129AA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6812460" y="6059168"/>
                  <a:ext cx="1400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49ACAF93-B0A6-4C6F-B84B-56EAF513C5F4}"/>
                    </a:ext>
                  </a:extLst>
                </p14:cNvPr>
                <p14:cNvContentPartPr/>
                <p14:nvPr/>
              </p14:nvContentPartPr>
              <p14:xfrm>
                <a:off x="7049700" y="6005888"/>
                <a:ext cx="26280" cy="1213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49ACAF93-B0A6-4C6F-B84B-56EAF513C5F4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7041060" y="5996888"/>
                  <a:ext cx="439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450E05E1-96E2-1627-EE03-38FA53BB170F}"/>
                    </a:ext>
                  </a:extLst>
                </p14:cNvPr>
                <p14:cNvContentPartPr/>
                <p14:nvPr/>
              </p14:nvContentPartPr>
              <p14:xfrm>
                <a:off x="6946020" y="5980688"/>
                <a:ext cx="187560" cy="2592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450E05E1-96E2-1627-EE03-38FA53BB170F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6937380" y="5971688"/>
                  <a:ext cx="2052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606DBF33-7FB3-97DA-A496-9B8FBF9DF2A8}"/>
                    </a:ext>
                  </a:extLst>
                </p14:cNvPr>
                <p14:cNvContentPartPr/>
                <p14:nvPr/>
              </p14:nvContentPartPr>
              <p14:xfrm>
                <a:off x="7143660" y="5918768"/>
                <a:ext cx="130680" cy="2685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606DBF33-7FB3-97DA-A496-9B8FBF9DF2A8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7134660" y="5909768"/>
                  <a:ext cx="148320" cy="28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766D5499-81DD-B8EC-8F4F-E3D182C3F11B}"/>
              </a:ext>
            </a:extLst>
          </p:cNvPr>
          <p:cNvGrpSpPr/>
          <p:nvPr/>
        </p:nvGrpSpPr>
        <p:grpSpPr>
          <a:xfrm>
            <a:off x="7544340" y="6028208"/>
            <a:ext cx="393840" cy="163080"/>
            <a:chOff x="7544340" y="6028208"/>
            <a:chExt cx="393840" cy="16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F9F15257-2CFE-52F0-A879-D1DB8FB76D80}"/>
                    </a:ext>
                  </a:extLst>
                </p14:cNvPr>
                <p14:cNvContentPartPr/>
                <p14:nvPr/>
              </p14:nvContentPartPr>
              <p14:xfrm>
                <a:off x="7554060" y="6140528"/>
                <a:ext cx="248760" cy="1620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F9F15257-2CFE-52F0-A879-D1DB8FB76D80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7545420" y="6131888"/>
                  <a:ext cx="266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CFCE7C64-6C71-D294-AB4D-63C3C1008068}"/>
                    </a:ext>
                  </a:extLst>
                </p14:cNvPr>
                <p14:cNvContentPartPr/>
                <p14:nvPr/>
              </p14:nvContentPartPr>
              <p14:xfrm>
                <a:off x="7544340" y="6074648"/>
                <a:ext cx="197280" cy="972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CFCE7C64-6C71-D294-AB4D-63C3C1008068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7535340" y="6065648"/>
                  <a:ext cx="2149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D80ACE8-E2AC-2FAC-EC33-AD8C9DAB9AB7}"/>
                    </a:ext>
                  </a:extLst>
                </p14:cNvPr>
                <p14:cNvContentPartPr/>
                <p14:nvPr/>
              </p14:nvContentPartPr>
              <p14:xfrm>
                <a:off x="7750620" y="6028208"/>
                <a:ext cx="187560" cy="1630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D80ACE8-E2AC-2FAC-EC33-AD8C9DAB9AB7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7741980" y="6019208"/>
                  <a:ext cx="205200" cy="18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3C2F75C8-ED35-AE28-59CF-6927183B61A6}"/>
              </a:ext>
            </a:extLst>
          </p:cNvPr>
          <p:cNvGrpSpPr/>
          <p:nvPr/>
        </p:nvGrpSpPr>
        <p:grpSpPr>
          <a:xfrm>
            <a:off x="8298900" y="5829128"/>
            <a:ext cx="3272760" cy="484200"/>
            <a:chOff x="8298900" y="5829128"/>
            <a:chExt cx="3272760" cy="48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B69702D8-312A-B3D5-50FC-24F864A70F10}"/>
                    </a:ext>
                  </a:extLst>
                </p14:cNvPr>
                <p14:cNvContentPartPr/>
                <p14:nvPr/>
              </p14:nvContentPartPr>
              <p14:xfrm>
                <a:off x="8298900" y="6023168"/>
                <a:ext cx="153360" cy="1454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B69702D8-312A-B3D5-50FC-24F864A70F10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8289900" y="6014168"/>
                  <a:ext cx="1710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943BE025-E55E-65A6-80CD-96663463A6D5}"/>
                    </a:ext>
                  </a:extLst>
                </p14:cNvPr>
                <p14:cNvContentPartPr/>
                <p14:nvPr/>
              </p14:nvContentPartPr>
              <p14:xfrm>
                <a:off x="8316180" y="6049448"/>
                <a:ext cx="111240" cy="1274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943BE025-E55E-65A6-80CD-96663463A6D5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8307180" y="6040448"/>
                  <a:ext cx="1288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8C1D986E-31DF-F7EC-C892-C9731AEA462B}"/>
                    </a:ext>
                  </a:extLst>
                </p14:cNvPr>
                <p14:cNvContentPartPr/>
                <p14:nvPr/>
              </p14:nvContentPartPr>
              <p14:xfrm>
                <a:off x="8474220" y="6141968"/>
                <a:ext cx="85680" cy="12060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8C1D986E-31DF-F7EC-C892-C9731AEA462B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8465220" y="6132968"/>
                  <a:ext cx="1033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8AA1CD11-B11E-79D6-247B-E7E7111D5FCE}"/>
                    </a:ext>
                  </a:extLst>
                </p14:cNvPr>
                <p14:cNvContentPartPr/>
                <p14:nvPr/>
              </p14:nvContentPartPr>
              <p14:xfrm>
                <a:off x="8603100" y="5944328"/>
                <a:ext cx="73800" cy="23724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8AA1CD11-B11E-79D6-247B-E7E7111D5FCE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8594100" y="5935328"/>
                  <a:ext cx="914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BF43B630-16CF-0304-1BB2-F10488DE40AF}"/>
                    </a:ext>
                  </a:extLst>
                </p14:cNvPr>
                <p14:cNvContentPartPr/>
                <p14:nvPr/>
              </p14:nvContentPartPr>
              <p14:xfrm>
                <a:off x="8721900" y="5946488"/>
                <a:ext cx="84960" cy="2138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BF43B630-16CF-0304-1BB2-F10488DE40AF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8712900" y="5937848"/>
                  <a:ext cx="1026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8F42EE21-97B7-8DAA-7176-61B34DA5EAD2}"/>
                    </a:ext>
                  </a:extLst>
                </p14:cNvPr>
                <p14:cNvContentPartPr/>
                <p14:nvPr/>
              </p14:nvContentPartPr>
              <p14:xfrm>
                <a:off x="8687340" y="6062768"/>
                <a:ext cx="93240" cy="2592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8F42EE21-97B7-8DAA-7176-61B34DA5EAD2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8678700" y="6054128"/>
                  <a:ext cx="110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5780581B-A692-9D2F-0D55-877A8264C8F7}"/>
                    </a:ext>
                  </a:extLst>
                </p14:cNvPr>
                <p14:cNvContentPartPr/>
                <p14:nvPr/>
              </p14:nvContentPartPr>
              <p14:xfrm>
                <a:off x="8832060" y="5901848"/>
                <a:ext cx="145800" cy="30168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5780581B-A692-9D2F-0D55-877A8264C8F7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8823420" y="5892848"/>
                  <a:ext cx="16344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80D70BBF-0EAE-1D09-C279-6D27CCDBBBF9}"/>
                    </a:ext>
                  </a:extLst>
                </p14:cNvPr>
                <p14:cNvContentPartPr/>
                <p14:nvPr/>
              </p14:nvContentPartPr>
              <p14:xfrm>
                <a:off x="9092340" y="6089048"/>
                <a:ext cx="82800" cy="3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80D70BBF-0EAE-1D09-C279-6D27CCDBBBF9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9083700" y="6080048"/>
                  <a:ext cx="100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F9CF51B3-1200-FE74-5A8C-2666E7FBB6C0}"/>
                    </a:ext>
                  </a:extLst>
                </p14:cNvPr>
                <p14:cNvContentPartPr/>
                <p14:nvPr/>
              </p14:nvContentPartPr>
              <p14:xfrm>
                <a:off x="9080460" y="6026408"/>
                <a:ext cx="84600" cy="57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F9CF51B3-1200-FE74-5A8C-2666E7FBB6C0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9071820" y="6017408"/>
                  <a:ext cx="102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A2A503B5-5A04-4373-E648-1B2C143CF9CD}"/>
                    </a:ext>
                  </a:extLst>
                </p14:cNvPr>
                <p14:cNvContentPartPr/>
                <p14:nvPr/>
              </p14:nvContentPartPr>
              <p14:xfrm>
                <a:off x="9292140" y="5952248"/>
                <a:ext cx="307800" cy="1890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A2A503B5-5A04-4373-E648-1B2C143CF9CD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9283140" y="5943608"/>
                  <a:ext cx="3254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219DE7DB-04B7-9A6A-8C9B-BC933531288A}"/>
                    </a:ext>
                  </a:extLst>
                </p14:cNvPr>
                <p14:cNvContentPartPr/>
                <p14:nvPr/>
              </p14:nvContentPartPr>
              <p14:xfrm>
                <a:off x="9351540" y="6255008"/>
                <a:ext cx="113760" cy="5832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219DE7DB-04B7-9A6A-8C9B-BC933531288A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9342900" y="6246368"/>
                  <a:ext cx="1314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DB68063F-92AA-9C15-410F-A6EEE51661CD}"/>
                    </a:ext>
                  </a:extLst>
                </p14:cNvPr>
                <p14:cNvContentPartPr/>
                <p14:nvPr/>
              </p14:nvContentPartPr>
              <p14:xfrm>
                <a:off x="9751860" y="6010928"/>
                <a:ext cx="145800" cy="12204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DB68063F-92AA-9C15-410F-A6EEE51661CD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9742860" y="6002288"/>
                  <a:ext cx="1634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881F90CB-EA1F-4609-0C8D-EE6E63E43129}"/>
                    </a:ext>
                  </a:extLst>
                </p14:cNvPr>
                <p14:cNvContentPartPr/>
                <p14:nvPr/>
              </p14:nvContentPartPr>
              <p14:xfrm>
                <a:off x="9804420" y="6047288"/>
                <a:ext cx="56880" cy="10980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881F90CB-EA1F-4609-0C8D-EE6E63E43129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9795420" y="6038648"/>
                  <a:ext cx="745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C9CA8FDB-13DB-EE5C-30F6-A838DF1A89A1}"/>
                    </a:ext>
                  </a:extLst>
                </p14:cNvPr>
                <p14:cNvContentPartPr/>
                <p14:nvPr/>
              </p14:nvContentPartPr>
              <p14:xfrm>
                <a:off x="9896580" y="5940008"/>
                <a:ext cx="78840" cy="2286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C9CA8FDB-13DB-EE5C-30F6-A838DF1A89A1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9887940" y="5931368"/>
                  <a:ext cx="964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8B1DBA52-9346-0455-43D2-0807FF5F4CD9}"/>
                    </a:ext>
                  </a:extLst>
                </p14:cNvPr>
                <p14:cNvContentPartPr/>
                <p14:nvPr/>
              </p14:nvContentPartPr>
              <p14:xfrm>
                <a:off x="10000980" y="6073208"/>
                <a:ext cx="127440" cy="712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8B1DBA52-9346-0455-43D2-0807FF5F4CD9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9992340" y="6064568"/>
                  <a:ext cx="1450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D2BCF9B2-E980-1C54-5708-A14CE11926A4}"/>
                    </a:ext>
                  </a:extLst>
                </p14:cNvPr>
                <p14:cNvContentPartPr/>
                <p14:nvPr/>
              </p14:nvContentPartPr>
              <p14:xfrm>
                <a:off x="10130940" y="5919848"/>
                <a:ext cx="144720" cy="2638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D2BCF9B2-E980-1C54-5708-A14CE11926A4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0122300" y="5911208"/>
                  <a:ext cx="1623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95BC0F9A-6779-5265-1C47-15E35A6AB5E2}"/>
                    </a:ext>
                  </a:extLst>
                </p14:cNvPr>
                <p14:cNvContentPartPr/>
                <p14:nvPr/>
              </p14:nvContentPartPr>
              <p14:xfrm>
                <a:off x="10381860" y="6076808"/>
                <a:ext cx="24840" cy="720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95BC0F9A-6779-5265-1C47-15E35A6AB5E2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0372860" y="6068168"/>
                  <a:ext cx="424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57795D73-9DE2-1AAC-E543-94A820C3C190}"/>
                    </a:ext>
                  </a:extLst>
                </p14:cNvPr>
                <p14:cNvContentPartPr/>
                <p14:nvPr/>
              </p14:nvContentPartPr>
              <p14:xfrm>
                <a:off x="10479780" y="5911928"/>
                <a:ext cx="119880" cy="22860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57795D73-9DE2-1AAC-E543-94A820C3C190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0471140" y="5902928"/>
                  <a:ext cx="1375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B6D1540B-2309-7FF9-2523-6A9D4A75FE4A}"/>
                    </a:ext>
                  </a:extLst>
                </p14:cNvPr>
                <p14:cNvContentPartPr/>
                <p14:nvPr/>
              </p14:nvContentPartPr>
              <p14:xfrm>
                <a:off x="10655100" y="5886728"/>
                <a:ext cx="88920" cy="25524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B6D1540B-2309-7FF9-2523-6A9D4A75FE4A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0646100" y="5878088"/>
                  <a:ext cx="1065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1CB83FBA-EC7E-E8D1-906A-AE23ACC45DDC}"/>
                    </a:ext>
                  </a:extLst>
                </p14:cNvPr>
                <p14:cNvContentPartPr/>
                <p14:nvPr/>
              </p14:nvContentPartPr>
              <p14:xfrm>
                <a:off x="10801260" y="5939648"/>
                <a:ext cx="63000" cy="19152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1CB83FBA-EC7E-E8D1-906A-AE23ACC45DDC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0792260" y="5930648"/>
                  <a:ext cx="806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70619112-C486-CBEC-D788-9057BF7F22CA}"/>
                    </a:ext>
                  </a:extLst>
                </p14:cNvPr>
                <p14:cNvContentPartPr/>
                <p14:nvPr/>
              </p14:nvContentPartPr>
              <p14:xfrm>
                <a:off x="10763820" y="6031808"/>
                <a:ext cx="105120" cy="136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70619112-C486-CBEC-D788-9057BF7F22CA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0755180" y="6022808"/>
                  <a:ext cx="1227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DA437C13-B279-7282-D557-789D07BE490B}"/>
                    </a:ext>
                  </a:extLst>
                </p14:cNvPr>
                <p14:cNvContentPartPr/>
                <p14:nvPr/>
              </p14:nvContentPartPr>
              <p14:xfrm>
                <a:off x="10941660" y="6042248"/>
                <a:ext cx="93600" cy="1044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DA437C13-B279-7282-D557-789D07BE490B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0933020" y="6033608"/>
                  <a:ext cx="1112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DD8C8651-E17B-C4F1-97B8-8650A768AB01}"/>
                    </a:ext>
                  </a:extLst>
                </p14:cNvPr>
                <p14:cNvContentPartPr/>
                <p14:nvPr/>
              </p14:nvContentPartPr>
              <p14:xfrm>
                <a:off x="11107620" y="5995448"/>
                <a:ext cx="155880" cy="11412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DD8C8651-E17B-C4F1-97B8-8650A768AB01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1098980" y="5986448"/>
                  <a:ext cx="1735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BEC4F49C-6E4A-A85E-29AE-7DA346C4F0B0}"/>
                    </a:ext>
                  </a:extLst>
                </p14:cNvPr>
                <p14:cNvContentPartPr/>
                <p14:nvPr/>
              </p14:nvContentPartPr>
              <p14:xfrm>
                <a:off x="11346300" y="5933168"/>
                <a:ext cx="28800" cy="15768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BEC4F49C-6E4A-A85E-29AE-7DA346C4F0B0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1337660" y="5924168"/>
                  <a:ext cx="464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51416252-8467-401E-060E-35A092E11C80}"/>
                    </a:ext>
                  </a:extLst>
                </p14:cNvPr>
                <p14:cNvContentPartPr/>
                <p14:nvPr/>
              </p14:nvContentPartPr>
              <p14:xfrm>
                <a:off x="11232540" y="5912288"/>
                <a:ext cx="192960" cy="2664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51416252-8467-401E-060E-35A092E11C80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1223900" y="5903288"/>
                  <a:ext cx="2106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383A5B63-BFB6-9307-209A-7D05549EA638}"/>
                    </a:ext>
                  </a:extLst>
                </p14:cNvPr>
                <p14:cNvContentPartPr/>
                <p14:nvPr/>
              </p14:nvContentPartPr>
              <p14:xfrm>
                <a:off x="11444220" y="5829128"/>
                <a:ext cx="127440" cy="34848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383A5B63-BFB6-9307-209A-7D05549EA638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1435580" y="5820128"/>
                  <a:ext cx="145080" cy="36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B72495F4-5C43-DDA3-FEA0-F9D54A306AB3}"/>
              </a:ext>
            </a:extLst>
          </p:cNvPr>
          <p:cNvGrpSpPr/>
          <p:nvPr/>
        </p:nvGrpSpPr>
        <p:grpSpPr>
          <a:xfrm>
            <a:off x="8166420" y="6317288"/>
            <a:ext cx="3394800" cy="108000"/>
            <a:chOff x="8166420" y="6317288"/>
            <a:chExt cx="3394800" cy="10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0FD72A93-3CBA-32E6-6171-784BB52AE020}"/>
                    </a:ext>
                  </a:extLst>
                </p14:cNvPr>
                <p14:cNvContentPartPr/>
                <p14:nvPr/>
              </p14:nvContentPartPr>
              <p14:xfrm>
                <a:off x="9372780" y="6317288"/>
                <a:ext cx="2188440" cy="8136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0FD72A93-3CBA-32E6-6171-784BB52AE020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9364140" y="6308288"/>
                  <a:ext cx="2206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2C4145ED-AD57-465A-7CF1-AF5AFE1885AB}"/>
                    </a:ext>
                  </a:extLst>
                </p14:cNvPr>
                <p14:cNvContentPartPr/>
                <p14:nvPr/>
              </p14:nvContentPartPr>
              <p14:xfrm>
                <a:off x="8213580" y="6358328"/>
                <a:ext cx="3246840" cy="669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2C4145ED-AD57-465A-7CF1-AF5AFE1885AB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8204580" y="6349688"/>
                  <a:ext cx="32644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65331845-7649-D1DF-0163-E4B81C1985A7}"/>
                    </a:ext>
                  </a:extLst>
                </p14:cNvPr>
                <p14:cNvContentPartPr/>
                <p14:nvPr/>
              </p14:nvContentPartPr>
              <p14:xfrm>
                <a:off x="8166420" y="6395408"/>
                <a:ext cx="458280" cy="2664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65331845-7649-D1DF-0163-E4B81C1985A7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8157420" y="6386408"/>
                  <a:ext cx="475920" cy="442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impulses? The sifting property does the bookkeeping for 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Multiplying by δ(t−nT) keeps only the value at t=nT.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5528" y="1408176"/>
            <a:ext cx="10204704" cy="859536"/>
          </a:xfrm>
          <a:prstGeom prst="roundRect">
            <a:avLst>
              <a:gd name="adj" fmla="val 5319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1507305"/>
            <a:ext cx="10058400" cy="661279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82423" y="2514600"/>
            <a:ext cx="6867489" cy="868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143000" y="3931920"/>
            <a:ext cx="9875520" cy="868680"/>
          </a:xfrm>
          <a:prstGeom prst="roundRect">
            <a:avLst>
              <a:gd name="adj" fmla="val 7368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289304" y="4041648"/>
            <a:ext cx="9582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impulse location records one sample value. The sequence x[n] is encoded in the impulse weights.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18AC6CE-4149-04D4-3459-DBC8ABE5714A}"/>
                  </a:ext>
                </a:extLst>
              </p14:cNvPr>
              <p14:cNvContentPartPr/>
              <p14:nvPr/>
            </p14:nvContentPartPr>
            <p14:xfrm>
              <a:off x="1099620" y="2384288"/>
              <a:ext cx="813600" cy="846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18AC6CE-4149-04D4-3459-DBC8ABE5714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90620" y="2375288"/>
                <a:ext cx="83124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8B92768-BCAF-8A1E-B9ED-B18BBE025F39}"/>
                  </a:ext>
                </a:extLst>
              </p14:cNvPr>
              <p14:cNvContentPartPr/>
              <p14:nvPr/>
            </p14:nvContentPartPr>
            <p14:xfrm>
              <a:off x="2448540" y="3174488"/>
              <a:ext cx="542880" cy="658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8B92768-BCAF-8A1E-B9ED-B18BBE025F3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39540" y="3165848"/>
                <a:ext cx="56052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20C1EE6-E916-8930-C59D-7374DAB33A8A}"/>
                  </a:ext>
                </a:extLst>
              </p14:cNvPr>
              <p14:cNvContentPartPr/>
              <p14:nvPr/>
            </p14:nvContentPartPr>
            <p14:xfrm>
              <a:off x="7015140" y="3340088"/>
              <a:ext cx="2192400" cy="532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20C1EE6-E916-8930-C59D-7374DAB33A8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06140" y="3331088"/>
                <a:ext cx="2210040" cy="7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23D2B85C-247C-273B-B17C-8F712FCB7C24}"/>
              </a:ext>
            </a:extLst>
          </p:cNvPr>
          <p:cNvGrpSpPr/>
          <p:nvPr/>
        </p:nvGrpSpPr>
        <p:grpSpPr>
          <a:xfrm>
            <a:off x="758340" y="5002568"/>
            <a:ext cx="1309320" cy="381600"/>
            <a:chOff x="758340" y="5002568"/>
            <a:chExt cx="1309320" cy="38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7354457-6B7F-9078-DBF0-AD5C3A93AA6C}"/>
                    </a:ext>
                  </a:extLst>
                </p14:cNvPr>
                <p14:cNvContentPartPr/>
                <p14:nvPr/>
              </p14:nvContentPartPr>
              <p14:xfrm>
                <a:off x="805140" y="5158808"/>
                <a:ext cx="30600" cy="122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7354457-6B7F-9078-DBF0-AD5C3A93AA6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96140" y="5150168"/>
                  <a:ext cx="482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BFB99A1-2948-1456-D1F7-99A4112A6B49}"/>
                    </a:ext>
                  </a:extLst>
                </p14:cNvPr>
                <p14:cNvContentPartPr/>
                <p14:nvPr/>
              </p14:nvContentPartPr>
              <p14:xfrm>
                <a:off x="758340" y="5095088"/>
                <a:ext cx="123840" cy="33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BFB99A1-2948-1456-D1F7-99A4112A6B4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49700" y="5086088"/>
                  <a:ext cx="1414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85AEC63-C377-7FAF-9D8D-9D7D8BE5C0D8}"/>
                    </a:ext>
                  </a:extLst>
                </p14:cNvPr>
                <p14:cNvContentPartPr/>
                <p14:nvPr/>
              </p14:nvContentPartPr>
              <p14:xfrm>
                <a:off x="789660" y="5194448"/>
                <a:ext cx="136080" cy="83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85AEC63-C377-7FAF-9D8D-9D7D8BE5C0D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80660" y="5185448"/>
                  <a:ext cx="1537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96C288D-5D41-624C-6019-5341D405AEBA}"/>
                    </a:ext>
                  </a:extLst>
                </p14:cNvPr>
                <p14:cNvContentPartPr/>
                <p14:nvPr/>
              </p14:nvContentPartPr>
              <p14:xfrm>
                <a:off x="919260" y="5193008"/>
                <a:ext cx="177480" cy="58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96C288D-5D41-624C-6019-5341D405AEB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10620" y="5184008"/>
                  <a:ext cx="1951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7E01BE3-A019-0A8E-1C0C-EFF553257DAD}"/>
                    </a:ext>
                  </a:extLst>
                </p14:cNvPr>
                <p14:cNvContentPartPr/>
                <p14:nvPr/>
              </p14:nvContentPartPr>
              <p14:xfrm>
                <a:off x="987660" y="5190128"/>
                <a:ext cx="77400" cy="80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7E01BE3-A019-0A8E-1C0C-EFF553257DA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79020" y="5181128"/>
                  <a:ext cx="950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EF0A772-5B15-CCDC-09C7-14E83202BFB0}"/>
                    </a:ext>
                  </a:extLst>
                </p14:cNvPr>
                <p14:cNvContentPartPr/>
                <p14:nvPr/>
              </p14:nvContentPartPr>
              <p14:xfrm>
                <a:off x="1178820" y="5193728"/>
                <a:ext cx="315000" cy="60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EF0A772-5B15-CCDC-09C7-14E83202BFB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70180" y="5185088"/>
                  <a:ext cx="3326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1FCADF1-70B1-95A5-7764-D6731504756D}"/>
                    </a:ext>
                  </a:extLst>
                </p14:cNvPr>
                <p14:cNvContentPartPr/>
                <p14:nvPr/>
              </p14:nvContentPartPr>
              <p14:xfrm>
                <a:off x="1562940" y="5188328"/>
                <a:ext cx="90000" cy="195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1FCADF1-70B1-95A5-7764-D6731504756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554300" y="5179688"/>
                  <a:ext cx="1076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1C895B6-7362-7AE4-7838-BA3DC5F6F577}"/>
                    </a:ext>
                  </a:extLst>
                </p14:cNvPr>
                <p14:cNvContentPartPr/>
                <p14:nvPr/>
              </p14:nvContentPartPr>
              <p14:xfrm>
                <a:off x="1640700" y="5002568"/>
                <a:ext cx="266040" cy="245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1C895B6-7362-7AE4-7838-BA3DC5F6F57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632060" y="4993568"/>
                  <a:ext cx="2836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32BDF8F-6866-86E1-EFA7-EFCFF1D98F49}"/>
                    </a:ext>
                  </a:extLst>
                </p14:cNvPr>
                <p14:cNvContentPartPr/>
                <p14:nvPr/>
              </p14:nvContentPartPr>
              <p14:xfrm>
                <a:off x="2041380" y="5119568"/>
                <a:ext cx="5760" cy="16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32BDF8F-6866-86E1-EFA7-EFCFF1D98F4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032380" y="5110568"/>
                  <a:ext cx="234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25EBBD6-69B9-BC87-2C33-E54FC72A04C7}"/>
                    </a:ext>
                  </a:extLst>
                </p14:cNvPr>
                <p14:cNvContentPartPr/>
                <p14:nvPr/>
              </p14:nvContentPartPr>
              <p14:xfrm>
                <a:off x="2063340" y="5190128"/>
                <a:ext cx="4320" cy="6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25EBBD6-69B9-BC87-2C33-E54FC72A04C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054700" y="5181128"/>
                  <a:ext cx="21960" cy="2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EB8C3BC-F4E3-7E93-088F-8310106AFD71}"/>
                  </a:ext>
                </a:extLst>
              </p14:cNvPr>
              <p14:cNvContentPartPr/>
              <p14:nvPr/>
            </p14:nvContentPartPr>
            <p14:xfrm>
              <a:off x="2464020" y="5122448"/>
              <a:ext cx="138960" cy="1090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EB8C3BC-F4E3-7E93-088F-8310106AFD7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455380" y="5113808"/>
                <a:ext cx="15660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1444C8D-8481-8CAE-8FF1-426A7963D22B}"/>
                  </a:ext>
                </a:extLst>
              </p14:cNvPr>
              <p14:cNvContentPartPr/>
              <p14:nvPr/>
            </p14:nvContentPartPr>
            <p14:xfrm>
              <a:off x="2478780" y="5143328"/>
              <a:ext cx="66960" cy="932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1444C8D-8481-8CAE-8FF1-426A7963D22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470140" y="5134328"/>
                <a:ext cx="8460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77C6EDD-41D9-ECDC-1122-ABB4FEE30591}"/>
                  </a:ext>
                </a:extLst>
              </p14:cNvPr>
              <p14:cNvContentPartPr/>
              <p14:nvPr/>
            </p14:nvContentPartPr>
            <p14:xfrm>
              <a:off x="2637180" y="5217488"/>
              <a:ext cx="93960" cy="720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77C6EDD-41D9-ECDC-1122-ABB4FEE3059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628540" y="5208488"/>
                <a:ext cx="11160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C41D9FA-A988-F406-7870-E1AB26AEFBA5}"/>
                  </a:ext>
                </a:extLst>
              </p14:cNvPr>
              <p14:cNvContentPartPr/>
              <p14:nvPr/>
            </p14:nvContentPartPr>
            <p14:xfrm>
              <a:off x="2804220" y="5023808"/>
              <a:ext cx="48240" cy="2178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C41D9FA-A988-F406-7870-E1AB26AEFBA5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795580" y="5015168"/>
                <a:ext cx="6588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78F18F8-FE5F-1178-C128-F5A65FB2CE44}"/>
                  </a:ext>
                </a:extLst>
              </p14:cNvPr>
              <p14:cNvContentPartPr/>
              <p14:nvPr/>
            </p14:nvContentPartPr>
            <p14:xfrm>
              <a:off x="2908980" y="5040368"/>
              <a:ext cx="67680" cy="1922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78F18F8-FE5F-1178-C128-F5A65FB2CE4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900340" y="5031728"/>
                <a:ext cx="8532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E2587B9-A4C8-F588-5764-858E9C6D753C}"/>
                  </a:ext>
                </a:extLst>
              </p14:cNvPr>
              <p14:cNvContentPartPr/>
              <p14:nvPr/>
            </p14:nvContentPartPr>
            <p14:xfrm>
              <a:off x="2878740" y="5143328"/>
              <a:ext cx="108720" cy="180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E2587B9-A4C8-F588-5764-858E9C6D753C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870100" y="5134328"/>
                <a:ext cx="12636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A97923D-553A-B939-C482-D8C218C71D6C}"/>
                  </a:ext>
                </a:extLst>
              </p14:cNvPr>
              <p14:cNvContentPartPr/>
              <p14:nvPr/>
            </p14:nvContentPartPr>
            <p14:xfrm>
              <a:off x="2992500" y="5008328"/>
              <a:ext cx="78480" cy="2545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A97923D-553A-B939-C482-D8C218C71D6C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983500" y="4999328"/>
                <a:ext cx="96120" cy="27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28B8BF6A-23DA-4E79-A50F-3DFC1FF3ABCB}"/>
              </a:ext>
            </a:extLst>
          </p:cNvPr>
          <p:cNvGrpSpPr/>
          <p:nvPr/>
        </p:nvGrpSpPr>
        <p:grpSpPr>
          <a:xfrm>
            <a:off x="3229740" y="4956128"/>
            <a:ext cx="2227680" cy="302040"/>
            <a:chOff x="3229740" y="4956128"/>
            <a:chExt cx="2227680" cy="30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E30588F-F9DC-6679-7414-397DCD6B0E4F}"/>
                    </a:ext>
                  </a:extLst>
                </p14:cNvPr>
                <p14:cNvContentPartPr/>
                <p14:nvPr/>
              </p14:nvContentPartPr>
              <p14:xfrm>
                <a:off x="3252420" y="5200568"/>
                <a:ext cx="93600" cy="10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E30588F-F9DC-6679-7414-397DCD6B0E4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243420" y="5191928"/>
                  <a:ext cx="1112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50946D7-FA71-9AE4-5ED3-3761614E0C4C}"/>
                    </a:ext>
                  </a:extLst>
                </p14:cNvPr>
                <p14:cNvContentPartPr/>
                <p14:nvPr/>
              </p14:nvContentPartPr>
              <p14:xfrm>
                <a:off x="3229740" y="5143688"/>
                <a:ext cx="74880" cy="15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50946D7-FA71-9AE4-5ED3-3761614E0C4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220740" y="5134688"/>
                  <a:ext cx="925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5DF103E-1E91-CFD4-4210-90F3A22D7FB1}"/>
                    </a:ext>
                  </a:extLst>
                </p14:cNvPr>
                <p14:cNvContentPartPr/>
                <p14:nvPr/>
              </p14:nvContentPartPr>
              <p14:xfrm>
                <a:off x="3502620" y="5137928"/>
                <a:ext cx="129600" cy="88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5DF103E-1E91-CFD4-4210-90F3A22D7FB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493980" y="5128928"/>
                  <a:ext cx="1472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F081117-5D9C-C06B-A3C1-5FA244F1C15A}"/>
                    </a:ext>
                  </a:extLst>
                </p14:cNvPr>
                <p14:cNvContentPartPr/>
                <p14:nvPr/>
              </p14:nvContentPartPr>
              <p14:xfrm>
                <a:off x="3661740" y="5158448"/>
                <a:ext cx="116280" cy="59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F081117-5D9C-C06B-A3C1-5FA244F1C15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652740" y="5149448"/>
                  <a:ext cx="1339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510E91C-DAA2-1199-9B14-74A564F96A8F}"/>
                    </a:ext>
                  </a:extLst>
                </p14:cNvPr>
                <p14:cNvContentPartPr/>
                <p14:nvPr/>
              </p14:nvContentPartPr>
              <p14:xfrm>
                <a:off x="3814380" y="5131088"/>
                <a:ext cx="86400" cy="127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510E91C-DAA2-1199-9B14-74A564F96A8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805740" y="5122448"/>
                  <a:ext cx="1040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577536B-CF88-99FA-9175-B8B509A9C33D}"/>
                    </a:ext>
                  </a:extLst>
                </p14:cNvPr>
                <p14:cNvContentPartPr/>
                <p14:nvPr/>
              </p14:nvContentPartPr>
              <p14:xfrm>
                <a:off x="4125060" y="5100848"/>
                <a:ext cx="137160" cy="94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577536B-CF88-99FA-9175-B8B509A9C33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116060" y="5091848"/>
                  <a:ext cx="1548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3FFCC3A-FC13-9E19-D7CD-31EEBE194D1E}"/>
                    </a:ext>
                  </a:extLst>
                </p14:cNvPr>
                <p14:cNvContentPartPr/>
                <p14:nvPr/>
              </p14:nvContentPartPr>
              <p14:xfrm>
                <a:off x="4311900" y="5127848"/>
                <a:ext cx="46440" cy="88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3FFCC3A-FC13-9E19-D7CD-31EEBE194D1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303260" y="5118848"/>
                  <a:ext cx="640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B051FEF-18FD-D328-D8F4-FD833511047C}"/>
                    </a:ext>
                  </a:extLst>
                </p14:cNvPr>
                <p14:cNvContentPartPr/>
                <p14:nvPr/>
              </p14:nvContentPartPr>
              <p14:xfrm>
                <a:off x="4364100" y="5122448"/>
                <a:ext cx="53640" cy="92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B051FEF-18FD-D328-D8F4-FD833511047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355100" y="5113808"/>
                  <a:ext cx="712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0989515-1A05-F6D6-74E3-06C54D2910F7}"/>
                    </a:ext>
                  </a:extLst>
                </p14:cNvPr>
                <p14:cNvContentPartPr/>
                <p14:nvPr/>
              </p14:nvContentPartPr>
              <p14:xfrm>
                <a:off x="4262940" y="5085728"/>
                <a:ext cx="179280" cy="11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0989515-1A05-F6D6-74E3-06C54D2910F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254300" y="5076728"/>
                  <a:ext cx="196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8F60B59-A03D-1A63-3E47-77C0C15B46D4}"/>
                    </a:ext>
                  </a:extLst>
                </p14:cNvPr>
                <p14:cNvContentPartPr/>
                <p14:nvPr/>
              </p14:nvContentPartPr>
              <p14:xfrm>
                <a:off x="4510980" y="5085008"/>
                <a:ext cx="60480" cy="120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8F60B59-A03D-1A63-3E47-77C0C15B46D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501980" y="5076368"/>
                  <a:ext cx="781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B316674-BCD8-AFAE-4005-ABC3606B7198}"/>
                    </a:ext>
                  </a:extLst>
                </p14:cNvPr>
                <p14:cNvContentPartPr/>
                <p14:nvPr/>
              </p14:nvContentPartPr>
              <p14:xfrm>
                <a:off x="4633020" y="5117768"/>
                <a:ext cx="121320" cy="99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B316674-BCD8-AFAE-4005-ABC3606B719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624380" y="5109128"/>
                  <a:ext cx="1389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672EB5B-54F6-2A76-4584-E3E09EC63D15}"/>
                    </a:ext>
                  </a:extLst>
                </p14:cNvPr>
                <p14:cNvContentPartPr/>
                <p14:nvPr/>
              </p14:nvContentPartPr>
              <p14:xfrm>
                <a:off x="4842900" y="5106248"/>
                <a:ext cx="104400" cy="90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672EB5B-54F6-2A76-4584-E3E09EC63D1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833900" y="5097248"/>
                  <a:ext cx="1220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CCFFFC2-8BE6-A784-F690-65C9FEA5072E}"/>
                    </a:ext>
                  </a:extLst>
                </p14:cNvPr>
                <p14:cNvContentPartPr/>
                <p14:nvPr/>
              </p14:nvContentPartPr>
              <p14:xfrm>
                <a:off x="5007780" y="5088248"/>
                <a:ext cx="125640" cy="88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CCFFFC2-8BE6-A784-F690-65C9FEA5072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999140" y="5079248"/>
                  <a:ext cx="1432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1558FD7-3F46-BC89-A262-E3318BA04076}"/>
                    </a:ext>
                  </a:extLst>
                </p14:cNvPr>
                <p14:cNvContentPartPr/>
                <p14:nvPr/>
              </p14:nvContentPartPr>
              <p14:xfrm>
                <a:off x="5252940" y="5021648"/>
                <a:ext cx="99720" cy="169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1558FD7-3F46-BC89-A262-E3318BA0407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244300" y="5012648"/>
                  <a:ext cx="1173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310BC96-BFB1-EA8B-EE59-5B57A95682A9}"/>
                    </a:ext>
                  </a:extLst>
                </p14:cNvPr>
                <p14:cNvContentPartPr/>
                <p14:nvPr/>
              </p14:nvContentPartPr>
              <p14:xfrm>
                <a:off x="5210100" y="5106968"/>
                <a:ext cx="136080" cy="13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310BC96-BFB1-EA8B-EE59-5B57A95682A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201100" y="5097968"/>
                  <a:ext cx="1537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43A340A-6ECE-09C7-093B-99F077C23846}"/>
                    </a:ext>
                  </a:extLst>
                </p14:cNvPr>
                <p14:cNvContentPartPr/>
                <p14:nvPr/>
              </p14:nvContentPartPr>
              <p14:xfrm>
                <a:off x="3968100" y="4978808"/>
                <a:ext cx="124560" cy="258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43A340A-6ECE-09C7-093B-99F077C2384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959460" y="4969808"/>
                  <a:ext cx="1422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DF90341-EACF-B575-8247-D393BA7A6986}"/>
                    </a:ext>
                  </a:extLst>
                </p14:cNvPr>
                <p14:cNvContentPartPr/>
                <p14:nvPr/>
              </p14:nvContentPartPr>
              <p14:xfrm>
                <a:off x="5325300" y="4956128"/>
                <a:ext cx="132120" cy="275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DF90341-EACF-B575-8247-D393BA7A698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316300" y="4947488"/>
                  <a:ext cx="149760" cy="29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8F21FF6-E045-09E2-ED5C-DF595496549A}"/>
              </a:ext>
            </a:extLst>
          </p:cNvPr>
          <p:cNvGrpSpPr/>
          <p:nvPr/>
        </p:nvGrpSpPr>
        <p:grpSpPr>
          <a:xfrm>
            <a:off x="6546780" y="4917968"/>
            <a:ext cx="3228840" cy="385200"/>
            <a:chOff x="6546780" y="4917968"/>
            <a:chExt cx="3228840" cy="38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7982CDD-0338-D5AC-5CFA-05A4B717BB2E}"/>
                    </a:ext>
                  </a:extLst>
                </p14:cNvPr>
                <p14:cNvContentPartPr/>
                <p14:nvPr/>
              </p14:nvContentPartPr>
              <p14:xfrm>
                <a:off x="6555780" y="4975928"/>
                <a:ext cx="89280" cy="3272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7982CDD-0338-D5AC-5CFA-05A4B717BB2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546780" y="4966928"/>
                  <a:ext cx="10692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6B8ACB3-24D0-C980-6175-6DD46819C1AA}"/>
                    </a:ext>
                  </a:extLst>
                </p14:cNvPr>
                <p14:cNvContentPartPr/>
                <p14:nvPr/>
              </p14:nvContentPartPr>
              <p14:xfrm>
                <a:off x="6546780" y="5190488"/>
                <a:ext cx="119160" cy="205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6B8ACB3-24D0-C980-6175-6DD46819C1A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537780" y="5181848"/>
                  <a:ext cx="1368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7F9EEB6-BE7E-FDBC-33B6-B1792B05B1B2}"/>
                    </a:ext>
                  </a:extLst>
                </p14:cNvPr>
                <p14:cNvContentPartPr/>
                <p14:nvPr/>
              </p14:nvContentPartPr>
              <p14:xfrm>
                <a:off x="6672780" y="5163488"/>
                <a:ext cx="76320" cy="896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7F9EEB6-BE7E-FDBC-33B6-B1792B05B1B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663780" y="5154488"/>
                  <a:ext cx="939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8EC9F29-FC85-B48B-6D33-EFEC7C0D7D59}"/>
                    </a:ext>
                  </a:extLst>
                </p14:cNvPr>
                <p14:cNvContentPartPr/>
                <p14:nvPr/>
              </p14:nvContentPartPr>
              <p14:xfrm>
                <a:off x="6941340" y="5138288"/>
                <a:ext cx="58320" cy="9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8EC9F29-FC85-B48B-6D33-EFEC7C0D7D5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932700" y="5129288"/>
                  <a:ext cx="759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AD6A624-5554-FBD2-5F95-0E9F05E0CB75}"/>
                    </a:ext>
                  </a:extLst>
                </p14:cNvPr>
                <p14:cNvContentPartPr/>
                <p14:nvPr/>
              </p14:nvContentPartPr>
              <p14:xfrm>
                <a:off x="6912180" y="5082848"/>
                <a:ext cx="65520" cy="3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AD6A624-5554-FBD2-5F95-0E9F05E0CB7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903180" y="5074208"/>
                  <a:ext cx="831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2F480C2-AC1E-A044-E223-908368643E5E}"/>
                    </a:ext>
                  </a:extLst>
                </p14:cNvPr>
                <p14:cNvContentPartPr/>
                <p14:nvPr/>
              </p14:nvContentPartPr>
              <p14:xfrm>
                <a:off x="7147980" y="4997528"/>
                <a:ext cx="101160" cy="100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2F480C2-AC1E-A044-E223-908368643E5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138980" y="4988888"/>
                  <a:ext cx="1188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B338CDC-99F6-30EB-5F06-4641E6DEA369}"/>
                    </a:ext>
                  </a:extLst>
                </p14:cNvPr>
                <p14:cNvContentPartPr/>
                <p14:nvPr/>
              </p14:nvContentPartPr>
              <p14:xfrm>
                <a:off x="7185420" y="5091488"/>
                <a:ext cx="89280" cy="98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B338CDC-99F6-30EB-5F06-4641E6DEA36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176780" y="5082488"/>
                  <a:ext cx="1069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38D4507-7279-215A-FDD2-52C44CA72038}"/>
                    </a:ext>
                  </a:extLst>
                </p14:cNvPr>
                <p14:cNvContentPartPr/>
                <p14:nvPr/>
              </p14:nvContentPartPr>
              <p14:xfrm>
                <a:off x="7376220" y="5064488"/>
                <a:ext cx="80640" cy="100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38D4507-7279-215A-FDD2-52C44CA7203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367580" y="5055848"/>
                  <a:ext cx="982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0181C97-92AB-FD0D-A51D-2B272E990FB5}"/>
                    </a:ext>
                  </a:extLst>
                </p14:cNvPr>
                <p14:cNvContentPartPr/>
                <p14:nvPr/>
              </p14:nvContentPartPr>
              <p14:xfrm>
                <a:off x="7542180" y="5074928"/>
                <a:ext cx="84600" cy="802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0181C97-92AB-FD0D-A51D-2B272E990FB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533180" y="5066288"/>
                  <a:ext cx="1022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9A3DA3D-C0F2-4D9E-B373-66C45B3619A3}"/>
                    </a:ext>
                  </a:extLst>
                </p14:cNvPr>
                <p14:cNvContentPartPr/>
                <p14:nvPr/>
              </p14:nvContentPartPr>
              <p14:xfrm>
                <a:off x="7719660" y="5060168"/>
                <a:ext cx="90360" cy="1047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9A3DA3D-C0F2-4D9E-B373-66C45B3619A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711020" y="5051528"/>
                  <a:ext cx="1080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4607053-B153-A4D0-D318-27908FE18F2D}"/>
                    </a:ext>
                  </a:extLst>
                </p14:cNvPr>
                <p14:cNvContentPartPr/>
                <p14:nvPr/>
              </p14:nvContentPartPr>
              <p14:xfrm>
                <a:off x="8049780" y="5042888"/>
                <a:ext cx="115920" cy="112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4607053-B153-A4D0-D318-27908FE18F2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040780" y="5033888"/>
                  <a:ext cx="1335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356A89D-491C-EEC1-37DF-E0EAD8074C0C}"/>
                    </a:ext>
                  </a:extLst>
                </p14:cNvPr>
                <p14:cNvContentPartPr/>
                <p14:nvPr/>
              </p14:nvContentPartPr>
              <p14:xfrm>
                <a:off x="8219340" y="5073488"/>
                <a:ext cx="378720" cy="79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356A89D-491C-EEC1-37DF-E0EAD8074C0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210700" y="5064488"/>
                  <a:ext cx="3963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ED48D46-5A96-937F-6C13-D906FC5F23E3}"/>
                    </a:ext>
                  </a:extLst>
                </p14:cNvPr>
                <p14:cNvContentPartPr/>
                <p14:nvPr/>
              </p14:nvContentPartPr>
              <p14:xfrm>
                <a:off x="8638740" y="5076368"/>
                <a:ext cx="93960" cy="212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ED48D46-5A96-937F-6C13-D906FC5F23E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629740" y="5067728"/>
                  <a:ext cx="1116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6CD316F-36C9-720C-649D-5BAA2594802A}"/>
                    </a:ext>
                  </a:extLst>
                </p14:cNvPr>
                <p14:cNvContentPartPr/>
                <p14:nvPr/>
              </p14:nvContentPartPr>
              <p14:xfrm>
                <a:off x="8790660" y="4917968"/>
                <a:ext cx="281160" cy="2628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6CD316F-36C9-720C-649D-5BAA2594802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782020" y="4908968"/>
                  <a:ext cx="2988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F2F85E9-018E-B720-6AA3-BB50736B35DB}"/>
                    </a:ext>
                  </a:extLst>
                </p14:cNvPr>
                <p14:cNvContentPartPr/>
                <p14:nvPr/>
              </p14:nvContentPartPr>
              <p14:xfrm>
                <a:off x="9033660" y="5044688"/>
                <a:ext cx="108720" cy="131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F2F85E9-018E-B720-6AA3-BB50736B35D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025020" y="5035688"/>
                  <a:ext cx="1263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5A897AF-A11D-CDD7-4135-905D06FC9452}"/>
                    </a:ext>
                  </a:extLst>
                </p14:cNvPr>
                <p14:cNvContentPartPr/>
                <p14:nvPr/>
              </p14:nvContentPartPr>
              <p14:xfrm>
                <a:off x="9257940" y="4926608"/>
                <a:ext cx="47160" cy="2538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5A897AF-A11D-CDD7-4135-905D06FC945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248940" y="4917608"/>
                  <a:ext cx="648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8789623-CF8A-4C6A-63EC-49C1F0EE8DEF}"/>
                    </a:ext>
                  </a:extLst>
                </p14:cNvPr>
                <p14:cNvContentPartPr/>
                <p14:nvPr/>
              </p14:nvContentPartPr>
              <p14:xfrm>
                <a:off x="9390420" y="5059808"/>
                <a:ext cx="257400" cy="115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8789623-CF8A-4C6A-63EC-49C1F0EE8DE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381420" y="5050808"/>
                  <a:ext cx="2750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3C7B405-25DE-CB0D-991C-10A1ED6F796C}"/>
                    </a:ext>
                  </a:extLst>
                </p14:cNvPr>
                <p14:cNvContentPartPr/>
                <p14:nvPr/>
              </p14:nvContentPartPr>
              <p14:xfrm>
                <a:off x="9679140" y="5075648"/>
                <a:ext cx="96480" cy="110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3C7B405-25DE-CB0D-991C-10A1ED6F796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670500" y="5067008"/>
                  <a:ext cx="11412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9CC5B35-7A28-3A43-1C0D-C016E4A4E354}"/>
              </a:ext>
            </a:extLst>
          </p:cNvPr>
          <p:cNvGrpSpPr/>
          <p:nvPr/>
        </p:nvGrpSpPr>
        <p:grpSpPr>
          <a:xfrm>
            <a:off x="2467980" y="5480648"/>
            <a:ext cx="822240" cy="323280"/>
            <a:chOff x="2467980" y="5480648"/>
            <a:chExt cx="822240" cy="32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62DDF07-F422-5B5A-2B71-B6E06E8DEAEA}"/>
                    </a:ext>
                  </a:extLst>
                </p14:cNvPr>
                <p14:cNvContentPartPr/>
                <p14:nvPr/>
              </p14:nvContentPartPr>
              <p14:xfrm>
                <a:off x="2467980" y="5618888"/>
                <a:ext cx="96120" cy="1018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62DDF07-F422-5B5A-2B71-B6E06E8DEAE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458980" y="5610248"/>
                  <a:ext cx="1137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82B5CEB-7C09-ACB4-5717-4B0CC5BD2AE4}"/>
                    </a:ext>
                  </a:extLst>
                </p14:cNvPr>
                <p14:cNvContentPartPr/>
                <p14:nvPr/>
              </p14:nvContentPartPr>
              <p14:xfrm>
                <a:off x="2471580" y="5628608"/>
                <a:ext cx="89640" cy="1000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82B5CEB-7C09-ACB4-5717-4B0CC5BD2AE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462940" y="5619968"/>
                  <a:ext cx="107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4FD639E-AB1D-C7C5-B00B-E31B1506CBA5}"/>
                    </a:ext>
                  </a:extLst>
                </p14:cNvPr>
                <p14:cNvContentPartPr/>
                <p14:nvPr/>
              </p14:nvContentPartPr>
              <p14:xfrm>
                <a:off x="2592180" y="5721488"/>
                <a:ext cx="81360" cy="82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4FD639E-AB1D-C7C5-B00B-E31B1506CBA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583540" y="5712488"/>
                  <a:ext cx="990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D76B9ED-E219-6443-05A7-CD12C4C61DD3}"/>
                    </a:ext>
                  </a:extLst>
                </p14:cNvPr>
                <p14:cNvContentPartPr/>
                <p14:nvPr/>
              </p14:nvContentPartPr>
              <p14:xfrm>
                <a:off x="2721780" y="5508368"/>
                <a:ext cx="54360" cy="2480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D76B9ED-E219-6443-05A7-CD12C4C61DD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713140" y="5499728"/>
                  <a:ext cx="720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76F2FA7-2584-48AB-65DB-BE97F7282589}"/>
                    </a:ext>
                  </a:extLst>
                </p14:cNvPr>
                <p14:cNvContentPartPr/>
                <p14:nvPr/>
              </p14:nvContentPartPr>
              <p14:xfrm>
                <a:off x="2801700" y="5655248"/>
                <a:ext cx="121680" cy="709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76F2FA7-2584-48AB-65DB-BE97F728258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793060" y="5646608"/>
                  <a:ext cx="1393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631EFAF-98B6-AC9D-1628-695CAE51B15D}"/>
                    </a:ext>
                  </a:extLst>
                </p14:cNvPr>
                <p14:cNvContentPartPr/>
                <p14:nvPr/>
              </p14:nvContentPartPr>
              <p14:xfrm>
                <a:off x="3046140" y="5579648"/>
                <a:ext cx="43920" cy="138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631EFAF-98B6-AC9D-1628-695CAE51B15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037500" y="5571008"/>
                  <a:ext cx="615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AF29A89-D3A4-B4D2-5AA0-B3D6740FB24C}"/>
                    </a:ext>
                  </a:extLst>
                </p14:cNvPr>
                <p14:cNvContentPartPr/>
                <p14:nvPr/>
              </p14:nvContentPartPr>
              <p14:xfrm>
                <a:off x="2901420" y="5552288"/>
                <a:ext cx="257400" cy="280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AF29A89-D3A4-B4D2-5AA0-B3D6740FB24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892780" y="5543288"/>
                  <a:ext cx="2750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F163A34-646E-187A-8710-378F98360DC1}"/>
                    </a:ext>
                  </a:extLst>
                </p14:cNvPr>
                <p14:cNvContentPartPr/>
                <p14:nvPr/>
              </p14:nvContentPartPr>
              <p14:xfrm>
                <a:off x="3179340" y="5480648"/>
                <a:ext cx="110880" cy="3204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F163A34-646E-187A-8710-378F98360DC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170700" y="5472008"/>
                  <a:ext cx="128520" cy="33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6C1E138-4393-BC25-493B-9A981F257690}"/>
              </a:ext>
            </a:extLst>
          </p:cNvPr>
          <p:cNvGrpSpPr/>
          <p:nvPr/>
        </p:nvGrpSpPr>
        <p:grpSpPr>
          <a:xfrm>
            <a:off x="3396420" y="5460128"/>
            <a:ext cx="2599560" cy="489240"/>
            <a:chOff x="3396420" y="5460128"/>
            <a:chExt cx="2599560" cy="48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A34BF2F-0C4D-8EBC-03B6-8D9B5A6591D5}"/>
                    </a:ext>
                  </a:extLst>
                </p14:cNvPr>
                <p14:cNvContentPartPr/>
                <p14:nvPr/>
              </p14:nvContentPartPr>
              <p14:xfrm>
                <a:off x="3413340" y="5740928"/>
                <a:ext cx="83520" cy="5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A34BF2F-0C4D-8EBC-03B6-8D9B5A6591D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404340" y="5731928"/>
                  <a:ext cx="1011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13B2803-AC5C-F5CA-59B7-231443FB09C9}"/>
                    </a:ext>
                  </a:extLst>
                </p14:cNvPr>
                <p14:cNvContentPartPr/>
                <p14:nvPr/>
              </p14:nvContentPartPr>
              <p14:xfrm>
                <a:off x="3396420" y="5697008"/>
                <a:ext cx="84960" cy="82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13B2803-AC5C-F5CA-59B7-231443FB09C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387420" y="5688008"/>
                  <a:ext cx="1026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8D996B1-B373-5019-5ABB-7235B33562C4}"/>
                    </a:ext>
                  </a:extLst>
                </p14:cNvPr>
                <p14:cNvContentPartPr/>
                <p14:nvPr/>
              </p14:nvContentPartPr>
              <p14:xfrm>
                <a:off x="3594420" y="5654168"/>
                <a:ext cx="115560" cy="1119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8D996B1-B373-5019-5ABB-7235B33562C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585420" y="5645168"/>
                  <a:ext cx="1332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B8E1A9B-7D5F-DDF6-8A29-9AA100DB98F3}"/>
                    </a:ext>
                  </a:extLst>
                </p14:cNvPr>
                <p14:cNvContentPartPr/>
                <p14:nvPr/>
              </p14:nvContentPartPr>
              <p14:xfrm>
                <a:off x="3748500" y="5668568"/>
                <a:ext cx="71280" cy="781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B8E1A9B-7D5F-DDF6-8A29-9AA100DB98F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739500" y="5659928"/>
                  <a:ext cx="889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36526CB-62BE-F518-A56B-7E0184032E36}"/>
                    </a:ext>
                  </a:extLst>
                </p14:cNvPr>
                <p14:cNvContentPartPr/>
                <p14:nvPr/>
              </p14:nvContentPartPr>
              <p14:xfrm>
                <a:off x="3856500" y="5649488"/>
                <a:ext cx="106200" cy="1209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36526CB-62BE-F518-A56B-7E0184032E3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847500" y="5640848"/>
                  <a:ext cx="1238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7364273-DAC0-9728-7043-1AE96D179D4C}"/>
                    </a:ext>
                  </a:extLst>
                </p14:cNvPr>
                <p14:cNvContentPartPr/>
                <p14:nvPr/>
              </p14:nvContentPartPr>
              <p14:xfrm>
                <a:off x="4037220" y="5460128"/>
                <a:ext cx="119520" cy="3736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7364273-DAC0-9728-7043-1AE96D179D4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028220" y="5451128"/>
                  <a:ext cx="13716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448FE71-E9D9-9AE9-0A3D-91E78C73AFFA}"/>
                    </a:ext>
                  </a:extLst>
                </p14:cNvPr>
                <p14:cNvContentPartPr/>
                <p14:nvPr/>
              </p14:nvContentPartPr>
              <p14:xfrm>
                <a:off x="4149900" y="5558768"/>
                <a:ext cx="136080" cy="1566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448FE71-E9D9-9AE9-0A3D-91E78C73AFF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141260" y="5549768"/>
                  <a:ext cx="1537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04FF1E2-4DE2-E618-5D65-811B9301F295}"/>
                    </a:ext>
                  </a:extLst>
                </p14:cNvPr>
                <p14:cNvContentPartPr/>
                <p14:nvPr/>
              </p14:nvContentPartPr>
              <p14:xfrm>
                <a:off x="4313700" y="5614928"/>
                <a:ext cx="42480" cy="716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04FF1E2-4DE2-E618-5D65-811B9301F29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305060" y="5606288"/>
                  <a:ext cx="601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A4B192A-87A9-D80A-6C81-C1A50F614BD0}"/>
                    </a:ext>
                  </a:extLst>
                </p14:cNvPr>
                <p14:cNvContentPartPr/>
                <p14:nvPr/>
              </p14:nvContentPartPr>
              <p14:xfrm>
                <a:off x="4369140" y="5621408"/>
                <a:ext cx="41040" cy="655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A4B192A-87A9-D80A-6C81-C1A50F614BD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360500" y="5612408"/>
                  <a:ext cx="586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5108C3B-D112-A6FF-9325-1520E14FD8CF}"/>
                    </a:ext>
                  </a:extLst>
                </p14:cNvPr>
                <p14:cNvContentPartPr/>
                <p14:nvPr/>
              </p14:nvContentPartPr>
              <p14:xfrm>
                <a:off x="4262580" y="5564168"/>
                <a:ext cx="164160" cy="133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5108C3B-D112-A6FF-9325-1520E14FD8C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253940" y="5555528"/>
                  <a:ext cx="181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528C54D-0423-9810-75D2-F5A3281BCEE1}"/>
                    </a:ext>
                  </a:extLst>
                </p14:cNvPr>
                <p14:cNvContentPartPr/>
                <p14:nvPr/>
              </p14:nvContentPartPr>
              <p14:xfrm>
                <a:off x="4631940" y="5493608"/>
                <a:ext cx="45000" cy="1076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528C54D-0423-9810-75D2-F5A3281BCEE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622940" y="5484608"/>
                  <a:ext cx="626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34E95DF-3D4B-0913-9166-8B3DE4176F41}"/>
                    </a:ext>
                  </a:extLst>
                </p14:cNvPr>
                <p14:cNvContentPartPr/>
                <p14:nvPr/>
              </p14:nvContentPartPr>
              <p14:xfrm>
                <a:off x="4727340" y="5501168"/>
                <a:ext cx="130320" cy="903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34E95DF-3D4B-0913-9166-8B3DE4176F4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718700" y="5492168"/>
                  <a:ext cx="1479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3F94077-3E81-CC54-4A7C-7F5C69747A33}"/>
                    </a:ext>
                  </a:extLst>
                </p14:cNvPr>
                <p14:cNvContentPartPr/>
                <p14:nvPr/>
              </p14:nvContentPartPr>
              <p14:xfrm>
                <a:off x="4945500" y="5490728"/>
                <a:ext cx="101520" cy="68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3F94077-3E81-CC54-4A7C-7F5C69747A3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936500" y="5482088"/>
                  <a:ext cx="1191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AC4B5E9-BC4E-3798-FCB4-8FEEBEA34630}"/>
                    </a:ext>
                  </a:extLst>
                </p14:cNvPr>
                <p14:cNvContentPartPr/>
                <p14:nvPr/>
              </p14:nvContentPartPr>
              <p14:xfrm>
                <a:off x="5121180" y="5460488"/>
                <a:ext cx="129600" cy="838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AC4B5E9-BC4E-3798-FCB4-8FEEBEA34630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112540" y="5451848"/>
                  <a:ext cx="1472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4F3ECCA-E831-1FBB-E474-C2F6B9BF095B}"/>
                    </a:ext>
                  </a:extLst>
                </p14:cNvPr>
                <p14:cNvContentPartPr/>
                <p14:nvPr/>
              </p14:nvContentPartPr>
              <p14:xfrm>
                <a:off x="5356260" y="5486048"/>
                <a:ext cx="124560" cy="716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4F3ECCA-E831-1FBB-E474-C2F6B9BF095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347620" y="5477408"/>
                  <a:ext cx="1422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2FF63CC-5278-68E7-5BFE-1A5C2DB13D7E}"/>
                    </a:ext>
                  </a:extLst>
                </p14:cNvPr>
                <p14:cNvContentPartPr/>
                <p14:nvPr/>
              </p14:nvContentPartPr>
              <p14:xfrm>
                <a:off x="4593060" y="5673248"/>
                <a:ext cx="898560" cy="417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2FF63CC-5278-68E7-5BFE-1A5C2DB13D7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584420" y="5664608"/>
                  <a:ext cx="9162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C892878-5AB1-F28C-F4FE-DAB1DA91AAA5}"/>
                    </a:ext>
                  </a:extLst>
                </p14:cNvPr>
                <p14:cNvContentPartPr/>
                <p14:nvPr/>
              </p14:nvContentPartPr>
              <p14:xfrm>
                <a:off x="4639500" y="5802128"/>
                <a:ext cx="110520" cy="691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C892878-5AB1-F28C-F4FE-DAB1DA91AAA5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630500" y="5793488"/>
                  <a:ext cx="1281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18E7D6F-BE6B-BC70-DB40-66E8F5286ADC}"/>
                    </a:ext>
                  </a:extLst>
                </p14:cNvPr>
                <p14:cNvContentPartPr/>
                <p14:nvPr/>
              </p14:nvContentPartPr>
              <p14:xfrm>
                <a:off x="4670820" y="5875568"/>
                <a:ext cx="94680" cy="738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18E7D6F-BE6B-BC70-DB40-66E8F5286ADC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662180" y="5866568"/>
                  <a:ext cx="1123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DB20910-D567-EF81-1C4D-0000A2178531}"/>
                    </a:ext>
                  </a:extLst>
                </p14:cNvPr>
                <p14:cNvContentPartPr/>
                <p14:nvPr/>
              </p14:nvContentPartPr>
              <p14:xfrm>
                <a:off x="4827060" y="5824088"/>
                <a:ext cx="119160" cy="799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DB20910-D567-EF81-1C4D-0000A217853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818060" y="5815088"/>
                  <a:ext cx="1368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A5C21EB-08E2-1648-5F91-92961161989D}"/>
                    </a:ext>
                  </a:extLst>
                </p14:cNvPr>
                <p14:cNvContentPartPr/>
                <p14:nvPr/>
              </p14:nvContentPartPr>
              <p14:xfrm>
                <a:off x="4982940" y="5816528"/>
                <a:ext cx="113040" cy="694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A5C21EB-08E2-1648-5F91-92961161989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973940" y="5807528"/>
                  <a:ext cx="1306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D6118F1-52E6-7AA9-33B3-C2F973EF9188}"/>
                    </a:ext>
                  </a:extLst>
                </p14:cNvPr>
                <p14:cNvContentPartPr/>
                <p14:nvPr/>
              </p14:nvContentPartPr>
              <p14:xfrm>
                <a:off x="5189220" y="5786648"/>
                <a:ext cx="125640" cy="990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D6118F1-52E6-7AA9-33B3-C2F973EF9188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180220" y="5778008"/>
                  <a:ext cx="1432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6622D2B-C80E-8F86-A842-F818D20DB680}"/>
                    </a:ext>
                  </a:extLst>
                </p14:cNvPr>
                <p14:cNvContentPartPr/>
                <p14:nvPr/>
              </p14:nvContentPartPr>
              <p14:xfrm>
                <a:off x="5587380" y="5463728"/>
                <a:ext cx="127440" cy="3704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6622D2B-C80E-8F86-A842-F818D20DB680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578380" y="5454728"/>
                  <a:ext cx="14508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00F1F9F-B6D5-55F0-645A-F36E0E40D3BC}"/>
                    </a:ext>
                  </a:extLst>
                </p14:cNvPr>
                <p14:cNvContentPartPr/>
                <p14:nvPr/>
              </p14:nvContentPartPr>
              <p14:xfrm>
                <a:off x="5907420" y="5703128"/>
                <a:ext cx="88560" cy="18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00F1F9F-B6D5-55F0-645A-F36E0E40D3B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898420" y="5694488"/>
                  <a:ext cx="1062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1736501-6B65-1B61-8DC1-4165BC6121F6}"/>
                    </a:ext>
                  </a:extLst>
                </p14:cNvPr>
                <p14:cNvContentPartPr/>
                <p14:nvPr/>
              </p14:nvContentPartPr>
              <p14:xfrm>
                <a:off x="5917860" y="5632568"/>
                <a:ext cx="67320" cy="201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1736501-6B65-1B61-8DC1-4165BC6121F6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909220" y="5623928"/>
                  <a:ext cx="8496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D61341E-FCD7-8D32-2359-FFFE57266695}"/>
              </a:ext>
            </a:extLst>
          </p:cNvPr>
          <p:cNvGrpSpPr/>
          <p:nvPr/>
        </p:nvGrpSpPr>
        <p:grpSpPr>
          <a:xfrm>
            <a:off x="6287580" y="5444288"/>
            <a:ext cx="1251720" cy="466920"/>
            <a:chOff x="6287580" y="5444288"/>
            <a:chExt cx="1251720" cy="46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9008AA5-422F-805C-B24E-59D6E8445732}"/>
                    </a:ext>
                  </a:extLst>
                </p14:cNvPr>
                <p14:cNvContentPartPr/>
                <p14:nvPr/>
              </p14:nvContentPartPr>
              <p14:xfrm>
                <a:off x="6287580" y="5647328"/>
                <a:ext cx="128520" cy="1202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9008AA5-422F-805C-B24E-59D6E8445732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278580" y="5638688"/>
                  <a:ext cx="1461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B59418C-13EA-017E-2C47-EE133E058568}"/>
                    </a:ext>
                  </a:extLst>
                </p14:cNvPr>
                <p14:cNvContentPartPr/>
                <p14:nvPr/>
              </p14:nvContentPartPr>
              <p14:xfrm>
                <a:off x="6486300" y="5667848"/>
                <a:ext cx="96840" cy="889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B59418C-13EA-017E-2C47-EE133E05856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477660" y="5658848"/>
                  <a:ext cx="1144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E140881-2182-4903-F247-48811C84D98A}"/>
                    </a:ext>
                  </a:extLst>
                </p14:cNvPr>
                <p14:cNvContentPartPr/>
                <p14:nvPr/>
              </p14:nvContentPartPr>
              <p14:xfrm>
                <a:off x="6631740" y="5638328"/>
                <a:ext cx="104760" cy="1162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E140881-2182-4903-F247-48811C84D98A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622740" y="5629688"/>
                  <a:ext cx="1224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60B2659-8F1E-2643-5E0E-4A169171F3A5}"/>
                    </a:ext>
                  </a:extLst>
                </p14:cNvPr>
                <p14:cNvContentPartPr/>
                <p14:nvPr/>
              </p14:nvContentPartPr>
              <p14:xfrm>
                <a:off x="7002540" y="5496488"/>
                <a:ext cx="32400" cy="982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60B2659-8F1E-2643-5E0E-4A169171F3A5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993900" y="5487848"/>
                  <a:ext cx="500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57D271D-FB0E-787A-3567-00626CB82892}"/>
                    </a:ext>
                  </a:extLst>
                </p14:cNvPr>
                <p14:cNvContentPartPr/>
                <p14:nvPr/>
              </p14:nvContentPartPr>
              <p14:xfrm>
                <a:off x="7070940" y="5522768"/>
                <a:ext cx="39960" cy="745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57D271D-FB0E-787A-3567-00626CB82892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061940" y="5513768"/>
                  <a:ext cx="576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39C64AB-ED32-D88C-F0BE-15E74C9DE626}"/>
                    </a:ext>
                  </a:extLst>
                </p14:cNvPr>
                <p14:cNvContentPartPr/>
                <p14:nvPr/>
              </p14:nvContentPartPr>
              <p14:xfrm>
                <a:off x="6926220" y="5444288"/>
                <a:ext cx="181440" cy="266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39C64AB-ED32-D88C-F0BE-15E74C9DE626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917220" y="5435288"/>
                  <a:ext cx="1990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AE75F39-92DC-4B64-1E89-B8C90956364F}"/>
                    </a:ext>
                  </a:extLst>
                </p14:cNvPr>
                <p14:cNvContentPartPr/>
                <p14:nvPr/>
              </p14:nvContentPartPr>
              <p14:xfrm>
                <a:off x="7205940" y="5516648"/>
                <a:ext cx="135360" cy="630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AE75F39-92DC-4B64-1E89-B8C90956364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196940" y="5507648"/>
                  <a:ext cx="1530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63F9249-609F-1832-E98B-4C82FA0CE219}"/>
                    </a:ext>
                  </a:extLst>
                </p14:cNvPr>
                <p14:cNvContentPartPr/>
                <p14:nvPr/>
              </p14:nvContentPartPr>
              <p14:xfrm>
                <a:off x="6974820" y="5683688"/>
                <a:ext cx="345600" cy="162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63F9249-609F-1832-E98B-4C82FA0CE219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965820" y="5674688"/>
                  <a:ext cx="3632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F1D3D90-17C5-FB4F-81DC-D6D017D9FADF}"/>
                    </a:ext>
                  </a:extLst>
                </p14:cNvPr>
                <p14:cNvContentPartPr/>
                <p14:nvPr/>
              </p14:nvContentPartPr>
              <p14:xfrm>
                <a:off x="7106940" y="5787728"/>
                <a:ext cx="175680" cy="738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F1D3D90-17C5-FB4F-81DC-D6D017D9FADF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098300" y="5778728"/>
                  <a:ext cx="1933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E3D7E60-0202-C9FB-2216-1FF32C8E9F00}"/>
                    </a:ext>
                  </a:extLst>
                </p14:cNvPr>
                <p14:cNvContentPartPr/>
                <p14:nvPr/>
              </p14:nvContentPartPr>
              <p14:xfrm>
                <a:off x="7214580" y="5813648"/>
                <a:ext cx="14760" cy="975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E3D7E60-0202-C9FB-2216-1FF32C8E9F00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205580" y="5804648"/>
                  <a:ext cx="324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0BA546B-8934-D099-B0B1-B33A32EEEEF6}"/>
                    </a:ext>
                  </a:extLst>
                </p14:cNvPr>
                <p14:cNvContentPartPr/>
                <p14:nvPr/>
              </p14:nvContentPartPr>
              <p14:xfrm>
                <a:off x="6821100" y="5558048"/>
                <a:ext cx="62280" cy="2120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0BA546B-8934-D099-B0B1-B33A32EEEEF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812460" y="5549408"/>
                  <a:ext cx="799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659FC85-30E6-41D6-C46C-71E7348B3B25}"/>
                    </a:ext>
                  </a:extLst>
                </p14:cNvPr>
                <p14:cNvContentPartPr/>
                <p14:nvPr/>
              </p14:nvContentPartPr>
              <p14:xfrm>
                <a:off x="7439580" y="5522768"/>
                <a:ext cx="99720" cy="2577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659FC85-30E6-41D6-C46C-71E7348B3B2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430940" y="5513768"/>
                  <a:ext cx="117360" cy="27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7BD1F97-F8A1-7AC6-DA00-8CBA1B565FF8}"/>
              </a:ext>
            </a:extLst>
          </p:cNvPr>
          <p:cNvGrpSpPr/>
          <p:nvPr/>
        </p:nvGrpSpPr>
        <p:grpSpPr>
          <a:xfrm>
            <a:off x="7767180" y="5472008"/>
            <a:ext cx="860760" cy="276480"/>
            <a:chOff x="7767180" y="5472008"/>
            <a:chExt cx="860760" cy="27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11BBE23-6808-6242-ED1B-8DCC25E74BA9}"/>
                    </a:ext>
                  </a:extLst>
                </p14:cNvPr>
                <p14:cNvContentPartPr/>
                <p14:nvPr/>
              </p14:nvContentPartPr>
              <p14:xfrm>
                <a:off x="7780140" y="5662808"/>
                <a:ext cx="106920" cy="111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11BBE23-6808-6242-ED1B-8DCC25E74BA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771140" y="5654168"/>
                  <a:ext cx="1245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359628F-DC1E-90FC-07BA-5F1F3B197643}"/>
                    </a:ext>
                  </a:extLst>
                </p14:cNvPr>
                <p14:cNvContentPartPr/>
                <p14:nvPr/>
              </p14:nvContentPartPr>
              <p14:xfrm>
                <a:off x="7767180" y="5605208"/>
                <a:ext cx="104040" cy="111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359628F-DC1E-90FC-07BA-5F1F3B197643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758180" y="5596568"/>
                  <a:ext cx="1216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28524FB-B103-2FFA-BE75-F77E73E20497}"/>
                    </a:ext>
                  </a:extLst>
                </p14:cNvPr>
                <p14:cNvContentPartPr/>
                <p14:nvPr/>
              </p14:nvContentPartPr>
              <p14:xfrm>
                <a:off x="7984620" y="5602328"/>
                <a:ext cx="137520" cy="1461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28524FB-B103-2FFA-BE75-F77E73E20497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7975620" y="5593688"/>
                  <a:ext cx="1551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ACB18A5-3044-CFCE-AA8B-B164927E7FE4}"/>
                    </a:ext>
                  </a:extLst>
                </p14:cNvPr>
                <p14:cNvContentPartPr/>
                <p14:nvPr/>
              </p14:nvContentPartPr>
              <p14:xfrm>
                <a:off x="7991460" y="5604848"/>
                <a:ext cx="118800" cy="1422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ACB18A5-3044-CFCE-AA8B-B164927E7FE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982460" y="5595848"/>
                  <a:ext cx="1364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14E731E-0D68-66B9-7921-3564E01B8322}"/>
                    </a:ext>
                  </a:extLst>
                </p14:cNvPr>
                <p14:cNvContentPartPr/>
                <p14:nvPr/>
              </p14:nvContentPartPr>
              <p14:xfrm>
                <a:off x="7995780" y="5616008"/>
                <a:ext cx="108000" cy="1069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14E731E-0D68-66B9-7921-3564E01B8322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986780" y="5607368"/>
                  <a:ext cx="1256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C04080F-F04B-8095-0961-ACF4655F0C18}"/>
                    </a:ext>
                  </a:extLst>
                </p14:cNvPr>
                <p14:cNvContentPartPr/>
                <p14:nvPr/>
              </p14:nvContentPartPr>
              <p14:xfrm>
                <a:off x="8173260" y="5472008"/>
                <a:ext cx="147600" cy="2700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C04080F-F04B-8095-0961-ACF4655F0C18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164620" y="5463008"/>
                  <a:ext cx="1652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2D19790-6851-DA4C-13D1-757DF0FF885A}"/>
                    </a:ext>
                  </a:extLst>
                </p14:cNvPr>
                <p14:cNvContentPartPr/>
                <p14:nvPr/>
              </p14:nvContentPartPr>
              <p14:xfrm>
                <a:off x="8333460" y="5607008"/>
                <a:ext cx="175680" cy="741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2D19790-6851-DA4C-13D1-757DF0FF885A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324460" y="5598368"/>
                  <a:ext cx="1933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6C35080-239E-65C3-758C-4F5979D40648}"/>
                    </a:ext>
                  </a:extLst>
                </p14:cNvPr>
                <p14:cNvContentPartPr/>
                <p14:nvPr/>
              </p14:nvContentPartPr>
              <p14:xfrm>
                <a:off x="8489340" y="5481368"/>
                <a:ext cx="138600" cy="2412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6C35080-239E-65C3-758C-4F5979D40648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480340" y="5472728"/>
                  <a:ext cx="156240" cy="25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2E03552-DB86-94BA-092F-94A072E155A2}"/>
              </a:ext>
            </a:extLst>
          </p:cNvPr>
          <p:cNvGrpSpPr/>
          <p:nvPr/>
        </p:nvGrpSpPr>
        <p:grpSpPr>
          <a:xfrm>
            <a:off x="2637900" y="6211808"/>
            <a:ext cx="1442520" cy="392040"/>
            <a:chOff x="2637900" y="6211808"/>
            <a:chExt cx="1442520" cy="39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9FF63F4-DA58-8CBD-B8B8-6FD32D949E4B}"/>
                    </a:ext>
                  </a:extLst>
                </p14:cNvPr>
                <p14:cNvContentPartPr/>
                <p14:nvPr/>
              </p14:nvContentPartPr>
              <p14:xfrm>
                <a:off x="2637900" y="6327008"/>
                <a:ext cx="156600" cy="1040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9FF63F4-DA58-8CBD-B8B8-6FD32D949E4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629260" y="6318368"/>
                  <a:ext cx="1742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2F050E4-854C-70C1-807C-1686B93FF5C2}"/>
                    </a:ext>
                  </a:extLst>
                </p14:cNvPr>
                <p14:cNvContentPartPr/>
                <p14:nvPr/>
              </p14:nvContentPartPr>
              <p14:xfrm>
                <a:off x="2675340" y="6321608"/>
                <a:ext cx="64080" cy="1152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2F050E4-854C-70C1-807C-1686B93FF5C2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666700" y="6312608"/>
                  <a:ext cx="817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3414E30-9C1E-3531-5862-0F1DF818E5FC}"/>
                    </a:ext>
                  </a:extLst>
                </p14:cNvPr>
                <p14:cNvContentPartPr/>
                <p14:nvPr/>
              </p14:nvContentPartPr>
              <p14:xfrm>
                <a:off x="2863620" y="6424928"/>
                <a:ext cx="87840" cy="1256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3414E30-9C1E-3531-5862-0F1DF818E5FC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854620" y="6416288"/>
                  <a:ext cx="1054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B14B93F-89DE-7B0D-E799-B346529D9C20}"/>
                    </a:ext>
                  </a:extLst>
                </p14:cNvPr>
                <p14:cNvContentPartPr/>
                <p14:nvPr/>
              </p14:nvContentPartPr>
              <p14:xfrm>
                <a:off x="3017340" y="6249248"/>
                <a:ext cx="74160" cy="2232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B14B93F-89DE-7B0D-E799-B346529D9C20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008340" y="6240248"/>
                  <a:ext cx="918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B070BA1-D2E8-67A9-7FB6-029E50F5535F}"/>
                    </a:ext>
                  </a:extLst>
                </p14:cNvPr>
                <p14:cNvContentPartPr/>
                <p14:nvPr/>
              </p14:nvContentPartPr>
              <p14:xfrm>
                <a:off x="3153420" y="6265448"/>
                <a:ext cx="59760" cy="2192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B070BA1-D2E8-67A9-7FB6-029E50F5535F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144780" y="6256808"/>
                  <a:ext cx="774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E099FA6-8C1F-3B9E-2063-CC22F0E928CE}"/>
                    </a:ext>
                  </a:extLst>
                </p14:cNvPr>
                <p14:cNvContentPartPr/>
                <p14:nvPr/>
              </p14:nvContentPartPr>
              <p14:xfrm>
                <a:off x="3091500" y="6379928"/>
                <a:ext cx="124560" cy="262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E099FA6-8C1F-3B9E-2063-CC22F0E928CE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3082500" y="6370928"/>
                  <a:ext cx="1422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D82B2C9-E757-F11A-2764-138617412AE6}"/>
                    </a:ext>
                  </a:extLst>
                </p14:cNvPr>
                <p14:cNvContentPartPr/>
                <p14:nvPr/>
              </p14:nvContentPartPr>
              <p14:xfrm>
                <a:off x="3262500" y="6244928"/>
                <a:ext cx="57960" cy="2692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D82B2C9-E757-F11A-2764-138617412AE6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253860" y="6235928"/>
                  <a:ext cx="756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7BD7D71-A495-1425-E082-434CF3D6A3BA}"/>
                    </a:ext>
                  </a:extLst>
                </p14:cNvPr>
                <p14:cNvContentPartPr/>
                <p14:nvPr/>
              </p14:nvContentPartPr>
              <p14:xfrm>
                <a:off x="3505500" y="6390368"/>
                <a:ext cx="120960" cy="187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7BD7D71-A495-1425-E082-434CF3D6A3BA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496860" y="6381368"/>
                  <a:ext cx="1386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20E238C-1BAD-9643-D08B-F87CF84E7036}"/>
                    </a:ext>
                  </a:extLst>
                </p14:cNvPr>
                <p14:cNvContentPartPr/>
                <p14:nvPr/>
              </p14:nvContentPartPr>
              <p14:xfrm>
                <a:off x="3465180" y="6332768"/>
                <a:ext cx="114840" cy="57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20E238C-1BAD-9643-D08B-F87CF84E703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456180" y="6324128"/>
                  <a:ext cx="1324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15F0047-9B72-E544-9E9E-4C83C369CBC8}"/>
                    </a:ext>
                  </a:extLst>
                </p14:cNvPr>
                <p14:cNvContentPartPr/>
                <p14:nvPr/>
              </p14:nvContentPartPr>
              <p14:xfrm>
                <a:off x="3775500" y="6211808"/>
                <a:ext cx="304920" cy="2358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15F0047-9B72-E544-9E9E-4C83C369CBC8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766500" y="6203168"/>
                  <a:ext cx="3225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A1AD0A4-8664-D745-CBE8-8E2943002E02}"/>
                    </a:ext>
                  </a:extLst>
                </p14:cNvPr>
                <p14:cNvContentPartPr/>
                <p14:nvPr/>
              </p14:nvContentPartPr>
              <p14:xfrm>
                <a:off x="3858300" y="6551288"/>
                <a:ext cx="115920" cy="525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A1AD0A4-8664-D745-CBE8-8E2943002E02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849300" y="6542288"/>
                  <a:ext cx="13356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24061D12-0F7F-EC7B-9DC1-FC5919DF31D7}"/>
              </a:ext>
            </a:extLst>
          </p:cNvPr>
          <p:cNvGrpSpPr/>
          <p:nvPr/>
        </p:nvGrpSpPr>
        <p:grpSpPr>
          <a:xfrm>
            <a:off x="4269060" y="6137288"/>
            <a:ext cx="2437920" cy="414720"/>
            <a:chOff x="4269060" y="6137288"/>
            <a:chExt cx="2437920" cy="41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972A18D-5800-1765-A972-BB72ADF98AEC}"/>
                    </a:ext>
                  </a:extLst>
                </p14:cNvPr>
                <p14:cNvContentPartPr/>
                <p14:nvPr/>
              </p14:nvContentPartPr>
              <p14:xfrm>
                <a:off x="4269060" y="6323768"/>
                <a:ext cx="138240" cy="939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972A18D-5800-1765-A972-BB72ADF98AEC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260420" y="6314768"/>
                  <a:ext cx="1558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3F274A2-EDB1-E337-427C-83DD5F3FA780}"/>
                    </a:ext>
                  </a:extLst>
                </p14:cNvPr>
                <p14:cNvContentPartPr/>
                <p14:nvPr/>
              </p14:nvContentPartPr>
              <p14:xfrm>
                <a:off x="4435020" y="6328088"/>
                <a:ext cx="88560" cy="666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3F274A2-EDB1-E337-427C-83DD5F3FA780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426380" y="6319448"/>
                  <a:ext cx="106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290EDED-4C75-9CD6-F0DD-23794E7531BB}"/>
                    </a:ext>
                  </a:extLst>
                </p14:cNvPr>
                <p14:cNvContentPartPr/>
                <p14:nvPr/>
              </p14:nvContentPartPr>
              <p14:xfrm>
                <a:off x="4550220" y="6316208"/>
                <a:ext cx="108360" cy="1220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290EDED-4C75-9CD6-F0DD-23794E7531BB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541220" y="6307568"/>
                  <a:ext cx="126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08395BC-638B-7313-874D-82506A2B2F3C}"/>
                    </a:ext>
                  </a:extLst>
                </p14:cNvPr>
                <p14:cNvContentPartPr/>
                <p14:nvPr/>
              </p14:nvContentPartPr>
              <p14:xfrm>
                <a:off x="4841820" y="6203168"/>
                <a:ext cx="52920" cy="792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08395BC-638B-7313-874D-82506A2B2F3C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833180" y="6194528"/>
                  <a:ext cx="705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1A2D41B-0E33-6F78-B706-7D7B090A42B6}"/>
                    </a:ext>
                  </a:extLst>
                </p14:cNvPr>
                <p14:cNvContentPartPr/>
                <p14:nvPr/>
              </p14:nvContentPartPr>
              <p14:xfrm>
                <a:off x="4909500" y="6213608"/>
                <a:ext cx="34560" cy="676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1A2D41B-0E33-6F78-B706-7D7B090A42B6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900860" y="6204608"/>
                  <a:ext cx="522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0B3AFD5-D65D-5867-F963-40007BA3673B}"/>
                    </a:ext>
                  </a:extLst>
                </p14:cNvPr>
                <p14:cNvContentPartPr/>
                <p14:nvPr/>
              </p14:nvContentPartPr>
              <p14:xfrm>
                <a:off x="4785660" y="6171128"/>
                <a:ext cx="145080" cy="219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0B3AFD5-D65D-5867-F963-40007BA3673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777020" y="6162488"/>
                  <a:ext cx="1627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3D7C258-452E-834B-AF3F-70FE5E843DD8}"/>
                    </a:ext>
                  </a:extLst>
                </p14:cNvPr>
                <p14:cNvContentPartPr/>
                <p14:nvPr/>
              </p14:nvContentPartPr>
              <p14:xfrm>
                <a:off x="5027220" y="6210368"/>
                <a:ext cx="137880" cy="763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3D7C258-452E-834B-AF3F-70FE5E843DD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018220" y="6201368"/>
                  <a:ext cx="1555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9EA6243-FD23-9555-A93F-0C8FB1FA6B7F}"/>
                    </a:ext>
                  </a:extLst>
                </p14:cNvPr>
                <p14:cNvContentPartPr/>
                <p14:nvPr/>
              </p14:nvContentPartPr>
              <p14:xfrm>
                <a:off x="4933620" y="6369128"/>
                <a:ext cx="199800" cy="111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9EA6243-FD23-9555-A93F-0C8FB1FA6B7F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924980" y="6360128"/>
                  <a:ext cx="217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50B0C6A-0A54-B609-09E7-600BBCD18BE5}"/>
                    </a:ext>
                  </a:extLst>
                </p14:cNvPr>
                <p14:cNvContentPartPr/>
                <p14:nvPr/>
              </p14:nvContentPartPr>
              <p14:xfrm>
                <a:off x="4955580" y="6437168"/>
                <a:ext cx="133920" cy="849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50B0C6A-0A54-B609-09E7-600BBCD18BE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946940" y="6428168"/>
                  <a:ext cx="1515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76B8E4E-CEFA-FCF9-EBA2-666A9F47EB76}"/>
                    </a:ext>
                  </a:extLst>
                </p14:cNvPr>
                <p14:cNvContentPartPr/>
                <p14:nvPr/>
              </p14:nvContentPartPr>
              <p14:xfrm>
                <a:off x="5035500" y="6468128"/>
                <a:ext cx="8640" cy="838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76B8E4E-CEFA-FCF9-EBA2-666A9F47EB76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026500" y="6459488"/>
                  <a:ext cx="262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53B4B66-1AE6-5CAD-22E0-C1521D1C4629}"/>
                    </a:ext>
                  </a:extLst>
                </p14:cNvPr>
                <p14:cNvContentPartPr/>
                <p14:nvPr/>
              </p14:nvContentPartPr>
              <p14:xfrm>
                <a:off x="4727340" y="6275528"/>
                <a:ext cx="51840" cy="1702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53B4B66-1AE6-5CAD-22E0-C1521D1C4629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4718340" y="6266528"/>
                  <a:ext cx="694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4018CEC-62FF-425E-E4BE-9B7E67058257}"/>
                    </a:ext>
                  </a:extLst>
                </p14:cNvPr>
                <p14:cNvContentPartPr/>
                <p14:nvPr/>
              </p14:nvContentPartPr>
              <p14:xfrm>
                <a:off x="5231700" y="6187688"/>
                <a:ext cx="78120" cy="2235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4018CEC-62FF-425E-E4BE-9B7E67058257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222700" y="6178688"/>
                  <a:ext cx="957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3D04DD9-9317-1306-7621-56A1B30CD5F8}"/>
                    </a:ext>
                  </a:extLst>
                </p14:cNvPr>
                <p14:cNvContentPartPr/>
                <p14:nvPr/>
              </p14:nvContentPartPr>
              <p14:xfrm>
                <a:off x="5459580" y="6228368"/>
                <a:ext cx="150480" cy="2106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3D04DD9-9317-1306-7621-56A1B30CD5F8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450940" y="6219368"/>
                  <a:ext cx="1681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09B2144-FD9B-FFE4-0F54-BFC407DD58E7}"/>
                    </a:ext>
                  </a:extLst>
                </p14:cNvPr>
                <p14:cNvContentPartPr/>
                <p14:nvPr/>
              </p14:nvContentPartPr>
              <p14:xfrm>
                <a:off x="5688540" y="6192368"/>
                <a:ext cx="88200" cy="2354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09B2144-FD9B-FFE4-0F54-BFC407DD58E7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679900" y="6183368"/>
                  <a:ext cx="1058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D757D9C-4E7B-0551-81AF-992830FFD312}"/>
                    </a:ext>
                  </a:extLst>
                </p14:cNvPr>
                <p14:cNvContentPartPr/>
                <p14:nvPr/>
              </p14:nvContentPartPr>
              <p14:xfrm>
                <a:off x="5854860" y="6217208"/>
                <a:ext cx="67320" cy="1915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D757D9C-4E7B-0551-81AF-992830FFD312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846220" y="6208208"/>
                  <a:ext cx="849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50ED93F-FD7F-3F2E-9B78-020B2C499326}"/>
                    </a:ext>
                  </a:extLst>
                </p14:cNvPr>
                <p14:cNvContentPartPr/>
                <p14:nvPr/>
              </p14:nvContentPartPr>
              <p14:xfrm>
                <a:off x="5807340" y="6322328"/>
                <a:ext cx="146520" cy="111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50ED93F-FD7F-3F2E-9B78-020B2C499326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5798700" y="6313328"/>
                  <a:ext cx="1641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23BFE85-F40F-63B1-EEF0-D2CD3E57D89F}"/>
                    </a:ext>
                  </a:extLst>
                </p14:cNvPr>
                <p14:cNvContentPartPr/>
                <p14:nvPr/>
              </p14:nvContentPartPr>
              <p14:xfrm>
                <a:off x="6054660" y="6343568"/>
                <a:ext cx="81360" cy="104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23BFE85-F40F-63B1-EEF0-D2CD3E57D89F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046020" y="6334928"/>
                  <a:ext cx="990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5B34497-0ECB-646F-EE90-B06043F6F18C}"/>
                    </a:ext>
                  </a:extLst>
                </p14:cNvPr>
                <p14:cNvContentPartPr/>
                <p14:nvPr/>
              </p14:nvContentPartPr>
              <p14:xfrm>
                <a:off x="6239700" y="6301808"/>
                <a:ext cx="140400" cy="997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5B34497-0ECB-646F-EE90-B06043F6F18C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230700" y="6293168"/>
                  <a:ext cx="158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462020A-5673-DADC-D6E0-C17DCCBE3AC6}"/>
                    </a:ext>
                  </a:extLst>
                </p14:cNvPr>
                <p14:cNvContentPartPr/>
                <p14:nvPr/>
              </p14:nvContentPartPr>
              <p14:xfrm>
                <a:off x="6483780" y="6275888"/>
                <a:ext cx="26640" cy="1141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462020A-5673-DADC-D6E0-C17DCCBE3AC6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474780" y="6267248"/>
                  <a:ext cx="442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A38DFA0-E1DE-9959-9C4D-7320437C2946}"/>
                    </a:ext>
                  </a:extLst>
                </p14:cNvPr>
                <p14:cNvContentPartPr/>
                <p14:nvPr/>
              </p14:nvContentPartPr>
              <p14:xfrm>
                <a:off x="6353820" y="6221528"/>
                <a:ext cx="208080" cy="183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A38DFA0-E1DE-9959-9C4D-7320437C2946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344820" y="6212888"/>
                  <a:ext cx="225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FA5AA42-9FAD-8E7B-72B0-63FDAB875247}"/>
                    </a:ext>
                  </a:extLst>
                </p14:cNvPr>
                <p14:cNvContentPartPr/>
                <p14:nvPr/>
              </p14:nvContentPartPr>
              <p14:xfrm>
                <a:off x="6571980" y="6137288"/>
                <a:ext cx="135000" cy="3052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FA5AA42-9FAD-8E7B-72B0-63FDAB875247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563340" y="6128648"/>
                  <a:ext cx="152640" cy="322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0CB0D8-1C78-80CC-B53D-70C384168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78" y="1202871"/>
            <a:ext cx="4502852" cy="22261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D2ACAA-A29C-7BEC-BAB4-5CD008D97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686" y="527957"/>
            <a:ext cx="6065550" cy="48382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EB3118-479B-8019-F782-6C7D0AD25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772" y="5445772"/>
            <a:ext cx="8240486" cy="9231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1E1053-D9AE-54F3-BDB2-88ABC4AF832B}"/>
              </a:ext>
            </a:extLst>
          </p:cNvPr>
          <p:cNvSpPr txBox="1"/>
          <p:nvPr/>
        </p:nvSpPr>
        <p:spPr>
          <a:xfrm>
            <a:off x="449035" y="402771"/>
            <a:ext cx="53168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From Oppenheim/Schafer Book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D0AFD82-7F8A-2EA9-D5B2-50CC9FCF6D11}"/>
              </a:ext>
            </a:extLst>
          </p:cNvPr>
          <p:cNvGrpSpPr/>
          <p:nvPr/>
        </p:nvGrpSpPr>
        <p:grpSpPr>
          <a:xfrm>
            <a:off x="457020" y="3532688"/>
            <a:ext cx="593280" cy="333000"/>
            <a:chOff x="457020" y="3532688"/>
            <a:chExt cx="593280" cy="33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0DF40A7-EEA7-05EB-518C-3057B5D3341E}"/>
                    </a:ext>
                  </a:extLst>
                </p14:cNvPr>
                <p14:cNvContentPartPr/>
                <p14:nvPr/>
              </p14:nvContentPartPr>
              <p14:xfrm>
                <a:off x="457020" y="3647168"/>
                <a:ext cx="142560" cy="136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0DF40A7-EEA7-05EB-518C-3057B5D3341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48020" y="3638168"/>
                  <a:ext cx="1602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3412201-3A8B-DAD3-18E1-FD2289F1D17A}"/>
                    </a:ext>
                  </a:extLst>
                </p14:cNvPr>
                <p14:cNvContentPartPr/>
                <p14:nvPr/>
              </p14:nvContentPartPr>
              <p14:xfrm>
                <a:off x="511020" y="3663368"/>
                <a:ext cx="50400" cy="92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3412201-3A8B-DAD3-18E1-FD2289F1D17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02020" y="3654728"/>
                  <a:ext cx="680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2631EAD-831B-6FF4-E053-3C077FF11EF5}"/>
                    </a:ext>
                  </a:extLst>
                </p14:cNvPr>
                <p14:cNvContentPartPr/>
                <p14:nvPr/>
              </p14:nvContentPartPr>
              <p14:xfrm>
                <a:off x="634500" y="3765248"/>
                <a:ext cx="77760" cy="100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2631EAD-831B-6FF4-E053-3C077FF11EF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25500" y="3756248"/>
                  <a:ext cx="954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DBF6D82-ACB2-B17F-012F-E912545449C0}"/>
                    </a:ext>
                  </a:extLst>
                </p14:cNvPr>
                <p14:cNvContentPartPr/>
                <p14:nvPr/>
              </p14:nvContentPartPr>
              <p14:xfrm>
                <a:off x="737100" y="3601808"/>
                <a:ext cx="32760" cy="190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DBF6D82-ACB2-B17F-012F-E912545449C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28460" y="3592808"/>
                  <a:ext cx="504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A7AFB3C-9571-4E49-3A8E-F2001A7008A6}"/>
                    </a:ext>
                  </a:extLst>
                </p14:cNvPr>
                <p14:cNvContentPartPr/>
                <p14:nvPr/>
              </p14:nvContentPartPr>
              <p14:xfrm>
                <a:off x="834660" y="3579848"/>
                <a:ext cx="52920" cy="186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A7AFB3C-9571-4E49-3A8E-F2001A7008A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26020" y="3571208"/>
                  <a:ext cx="705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1B992A5-A0E4-89A2-5406-C30F7DD0CAC1}"/>
                    </a:ext>
                  </a:extLst>
                </p14:cNvPr>
                <p14:cNvContentPartPr/>
                <p14:nvPr/>
              </p14:nvContentPartPr>
              <p14:xfrm>
                <a:off x="814140" y="3678128"/>
                <a:ext cx="95400" cy="22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1B992A5-A0E4-89A2-5406-C30F7DD0CAC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05140" y="3669488"/>
                  <a:ext cx="113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462A0DD-9B46-D479-0439-D90C6C159911}"/>
                    </a:ext>
                  </a:extLst>
                </p14:cNvPr>
                <p14:cNvContentPartPr/>
                <p14:nvPr/>
              </p14:nvContentPartPr>
              <p14:xfrm>
                <a:off x="919260" y="3532688"/>
                <a:ext cx="131040" cy="294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462A0DD-9B46-D479-0439-D90C6C15991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10620" y="3524048"/>
                  <a:ext cx="148680" cy="31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17716A8-1BAF-31CE-B048-88B8806421DC}"/>
              </a:ext>
            </a:extLst>
          </p:cNvPr>
          <p:cNvGrpSpPr/>
          <p:nvPr/>
        </p:nvGrpSpPr>
        <p:grpSpPr>
          <a:xfrm>
            <a:off x="1182060" y="3491288"/>
            <a:ext cx="1230120" cy="353880"/>
            <a:chOff x="1182060" y="3491288"/>
            <a:chExt cx="1230120" cy="35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9610A79-2728-95DD-99EF-639F4F69688B}"/>
                    </a:ext>
                  </a:extLst>
                </p14:cNvPr>
                <p14:cNvContentPartPr/>
                <p14:nvPr/>
              </p14:nvContentPartPr>
              <p14:xfrm>
                <a:off x="1189620" y="3719888"/>
                <a:ext cx="88560" cy="5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9610A79-2728-95DD-99EF-639F4F69688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80620" y="3710888"/>
                  <a:ext cx="106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0630E7D-71DD-0250-208E-F9AB0B1CB134}"/>
                    </a:ext>
                  </a:extLst>
                </p14:cNvPr>
                <p14:cNvContentPartPr/>
                <p14:nvPr/>
              </p14:nvContentPartPr>
              <p14:xfrm>
                <a:off x="1182060" y="3673088"/>
                <a:ext cx="80640" cy="5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0630E7D-71DD-0250-208E-F9AB0B1CB13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73420" y="3664088"/>
                  <a:ext cx="98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A54C0B6-C31C-7B55-5A61-5E5B59DFB49B}"/>
                    </a:ext>
                  </a:extLst>
                </p14:cNvPr>
                <p14:cNvContentPartPr/>
                <p14:nvPr/>
              </p14:nvContentPartPr>
              <p14:xfrm>
                <a:off x="1351260" y="3656528"/>
                <a:ext cx="136440" cy="118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A54C0B6-C31C-7B55-5A61-5E5B59DFB49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342260" y="3647888"/>
                  <a:ext cx="1540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D08D020-96D9-1E9B-F0FA-400C7A60AB19}"/>
                    </a:ext>
                  </a:extLst>
                </p14:cNvPr>
                <p14:cNvContentPartPr/>
                <p14:nvPr/>
              </p14:nvContentPartPr>
              <p14:xfrm>
                <a:off x="1386900" y="3667688"/>
                <a:ext cx="73440" cy="76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D08D020-96D9-1E9B-F0FA-400C7A60AB1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377900" y="3659048"/>
                  <a:ext cx="910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76A4226-FDE2-B54F-B516-F89C17339182}"/>
                    </a:ext>
                  </a:extLst>
                </p14:cNvPr>
                <p14:cNvContentPartPr/>
                <p14:nvPr/>
              </p14:nvContentPartPr>
              <p14:xfrm>
                <a:off x="1524060" y="3782168"/>
                <a:ext cx="142200" cy="63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76A4226-FDE2-B54F-B516-F89C1733918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515420" y="3773168"/>
                  <a:ext cx="1598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0D9BFDD-B3AB-3D6C-F185-EE768CAB43ED}"/>
                    </a:ext>
                  </a:extLst>
                </p14:cNvPr>
                <p14:cNvContentPartPr/>
                <p14:nvPr/>
              </p14:nvContentPartPr>
              <p14:xfrm>
                <a:off x="1647900" y="3564728"/>
                <a:ext cx="52200" cy="181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0D9BFDD-B3AB-3D6C-F185-EE768CAB43E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638900" y="3555728"/>
                  <a:ext cx="698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EEF1D34-CC0F-0AB1-7282-7DFDB84E8671}"/>
                    </a:ext>
                  </a:extLst>
                </p14:cNvPr>
                <p14:cNvContentPartPr/>
                <p14:nvPr/>
              </p14:nvContentPartPr>
              <p14:xfrm>
                <a:off x="1732140" y="3540608"/>
                <a:ext cx="54000" cy="200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EEF1D34-CC0F-0AB1-7282-7DFDB84E867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723140" y="3531608"/>
                  <a:ext cx="716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C8A9AB9-9900-25E5-EE0A-5DBF4470A7C3}"/>
                    </a:ext>
                  </a:extLst>
                </p14:cNvPr>
                <p14:cNvContentPartPr/>
                <p14:nvPr/>
              </p14:nvContentPartPr>
              <p14:xfrm>
                <a:off x="1714500" y="3662648"/>
                <a:ext cx="119520" cy="16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C8A9AB9-9900-25E5-EE0A-5DBF4470A7C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705860" y="3653648"/>
                  <a:ext cx="1371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08918DF-8D74-B8DE-8125-3602FFAA752D}"/>
                    </a:ext>
                  </a:extLst>
                </p14:cNvPr>
                <p14:cNvContentPartPr/>
                <p14:nvPr/>
              </p14:nvContentPartPr>
              <p14:xfrm>
                <a:off x="1802700" y="3491288"/>
                <a:ext cx="68760" cy="284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08918DF-8D74-B8DE-8125-3602FFAA752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793700" y="3482288"/>
                  <a:ext cx="8640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CD19E7D-30B8-E287-C875-61DAAE870D03}"/>
                    </a:ext>
                  </a:extLst>
                </p14:cNvPr>
                <p14:cNvContentPartPr/>
                <p14:nvPr/>
              </p14:nvContentPartPr>
              <p14:xfrm>
                <a:off x="1986660" y="3678128"/>
                <a:ext cx="3600" cy="6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CD19E7D-30B8-E287-C875-61DAAE870D0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977660" y="3669488"/>
                  <a:ext cx="212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B507CC3-250A-B01F-3EF2-46972D82B1E2}"/>
                    </a:ext>
                  </a:extLst>
                </p14:cNvPr>
                <p14:cNvContentPartPr/>
                <p14:nvPr/>
              </p14:nvContentPartPr>
              <p14:xfrm>
                <a:off x="2036700" y="3593168"/>
                <a:ext cx="92160" cy="122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B507CC3-250A-B01F-3EF2-46972D82B1E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028060" y="3584168"/>
                  <a:ext cx="1098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31856CB-1609-F1C0-8CF1-B836269E2B11}"/>
                    </a:ext>
                  </a:extLst>
                </p14:cNvPr>
                <p14:cNvContentPartPr/>
                <p14:nvPr/>
              </p14:nvContentPartPr>
              <p14:xfrm>
                <a:off x="2155860" y="3498848"/>
                <a:ext cx="62640" cy="242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31856CB-1609-F1C0-8CF1-B836269E2B1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147220" y="3489848"/>
                  <a:ext cx="802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4F2A15C-2F54-2ADA-3C9F-CEBD3029CE5B}"/>
                    </a:ext>
                  </a:extLst>
                </p14:cNvPr>
                <p14:cNvContentPartPr/>
                <p14:nvPr/>
              </p14:nvContentPartPr>
              <p14:xfrm>
                <a:off x="2238660" y="3520088"/>
                <a:ext cx="56520" cy="214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4F2A15C-2F54-2ADA-3C9F-CEBD3029CE5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230020" y="3511088"/>
                  <a:ext cx="741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AAEEEB7-18FB-CC26-1BED-01964E0FEB06}"/>
                    </a:ext>
                  </a:extLst>
                </p14:cNvPr>
                <p14:cNvContentPartPr/>
                <p14:nvPr/>
              </p14:nvContentPartPr>
              <p14:xfrm>
                <a:off x="2199420" y="3620888"/>
                <a:ext cx="118080" cy="42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AAEEEB7-18FB-CC26-1BED-01964E0FEB0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190420" y="3612248"/>
                  <a:ext cx="1357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629441E-F718-E498-AFCC-56AC45B3E2F4}"/>
                    </a:ext>
                  </a:extLst>
                </p14:cNvPr>
                <p14:cNvContentPartPr/>
                <p14:nvPr/>
              </p14:nvContentPartPr>
              <p14:xfrm>
                <a:off x="2285820" y="3501728"/>
                <a:ext cx="126360" cy="286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629441E-F718-E498-AFCC-56AC45B3E2F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276820" y="3492728"/>
                  <a:ext cx="144000" cy="30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034B3FC-F14D-6E09-7D2B-A606C49D6414}"/>
              </a:ext>
            </a:extLst>
          </p:cNvPr>
          <p:cNvGrpSpPr/>
          <p:nvPr/>
        </p:nvGrpSpPr>
        <p:grpSpPr>
          <a:xfrm>
            <a:off x="1270260" y="2719448"/>
            <a:ext cx="211320" cy="615960"/>
            <a:chOff x="1270260" y="2719448"/>
            <a:chExt cx="211320" cy="61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F6068AA-ABFD-B5E5-B0EB-1AD468B9FEC5}"/>
                    </a:ext>
                  </a:extLst>
                </p14:cNvPr>
                <p14:cNvContentPartPr/>
                <p14:nvPr/>
              </p14:nvContentPartPr>
              <p14:xfrm>
                <a:off x="1357020" y="2815208"/>
                <a:ext cx="124560" cy="520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F6068AA-ABFD-B5E5-B0EB-1AD468B9FEC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348020" y="2806568"/>
                  <a:ext cx="14220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7C190B4-6FB4-0F77-757B-B5C795E4502A}"/>
                    </a:ext>
                  </a:extLst>
                </p14:cNvPr>
                <p14:cNvContentPartPr/>
                <p14:nvPr/>
              </p14:nvContentPartPr>
              <p14:xfrm>
                <a:off x="1270260" y="2719448"/>
                <a:ext cx="141840" cy="137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7C190B4-6FB4-0F77-757B-B5C795E4502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261620" y="2710808"/>
                  <a:ext cx="15948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436C0FB-22B4-AD7F-449D-0BC886A51B8D}"/>
              </a:ext>
            </a:extLst>
          </p:cNvPr>
          <p:cNvGrpSpPr/>
          <p:nvPr/>
        </p:nvGrpSpPr>
        <p:grpSpPr>
          <a:xfrm>
            <a:off x="3109140" y="2772008"/>
            <a:ext cx="480240" cy="1027440"/>
            <a:chOff x="3109140" y="2772008"/>
            <a:chExt cx="480240" cy="102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3029B64-CDE7-E89F-0EEB-89FA863A0BA2}"/>
                    </a:ext>
                  </a:extLst>
                </p14:cNvPr>
                <p14:cNvContentPartPr/>
                <p14:nvPr/>
              </p14:nvContentPartPr>
              <p14:xfrm>
                <a:off x="3156300" y="2823128"/>
                <a:ext cx="433080" cy="976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3029B64-CDE7-E89F-0EEB-89FA863A0BA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147660" y="2814128"/>
                  <a:ext cx="450720" cy="9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58BCC30-2C46-5ACB-EF64-28469F59B5B4}"/>
                    </a:ext>
                  </a:extLst>
                </p14:cNvPr>
                <p14:cNvContentPartPr/>
                <p14:nvPr/>
              </p14:nvContentPartPr>
              <p14:xfrm>
                <a:off x="3109140" y="2772008"/>
                <a:ext cx="168480" cy="111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58BCC30-2C46-5ACB-EF64-28469F59B5B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100500" y="2763008"/>
                  <a:ext cx="18612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0BC1294-6335-D763-4144-48DB9EE87E1D}"/>
              </a:ext>
            </a:extLst>
          </p:cNvPr>
          <p:cNvGrpSpPr/>
          <p:nvPr/>
        </p:nvGrpSpPr>
        <p:grpSpPr>
          <a:xfrm>
            <a:off x="3174300" y="3818528"/>
            <a:ext cx="1196280" cy="384480"/>
            <a:chOff x="3174300" y="3818528"/>
            <a:chExt cx="1196280" cy="38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320A5A5-7498-C0FD-74A5-140BBBBBDA81}"/>
                    </a:ext>
                  </a:extLst>
                </p14:cNvPr>
                <p14:cNvContentPartPr/>
                <p14:nvPr/>
              </p14:nvContentPartPr>
              <p14:xfrm>
                <a:off x="3174300" y="4005368"/>
                <a:ext cx="108720" cy="109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320A5A5-7498-C0FD-74A5-140BBBBBDA8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165300" y="3996728"/>
                  <a:ext cx="1263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1F98EC7-C35C-0EF2-CAA9-A6D3B36ECEE7}"/>
                    </a:ext>
                  </a:extLst>
                </p14:cNvPr>
                <p14:cNvContentPartPr/>
                <p14:nvPr/>
              </p14:nvContentPartPr>
              <p14:xfrm>
                <a:off x="3178620" y="4012928"/>
                <a:ext cx="83880" cy="101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1F98EC7-C35C-0EF2-CAA9-A6D3B36ECEE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169620" y="4003928"/>
                  <a:ext cx="1015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28CE9C7-0451-0107-FC3D-6FB0F17D997C}"/>
                    </a:ext>
                  </a:extLst>
                </p14:cNvPr>
                <p14:cNvContentPartPr/>
                <p14:nvPr/>
              </p14:nvContentPartPr>
              <p14:xfrm>
                <a:off x="3352860" y="4130288"/>
                <a:ext cx="73800" cy="72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28CE9C7-0451-0107-FC3D-6FB0F17D997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343860" y="4121288"/>
                  <a:ext cx="914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BBDA3B2-C7DB-DE46-58DF-AD16B7D5C191}"/>
                    </a:ext>
                  </a:extLst>
                </p14:cNvPr>
                <p14:cNvContentPartPr/>
                <p14:nvPr/>
              </p14:nvContentPartPr>
              <p14:xfrm>
                <a:off x="3469140" y="3897728"/>
                <a:ext cx="84240" cy="2232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BBDA3B2-C7DB-DE46-58DF-AD16B7D5C19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460140" y="3889088"/>
                  <a:ext cx="1018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DA6E2E6-6F05-0A48-CC9C-E47B69EF3601}"/>
                    </a:ext>
                  </a:extLst>
                </p14:cNvPr>
                <p14:cNvContentPartPr/>
                <p14:nvPr/>
              </p14:nvContentPartPr>
              <p14:xfrm>
                <a:off x="3575340" y="4005368"/>
                <a:ext cx="129960" cy="75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DA6E2E6-6F05-0A48-CC9C-E47B69EF360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566340" y="3996728"/>
                  <a:ext cx="1476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D575C56-3F54-3DCD-D09E-C20862EA63BC}"/>
                    </a:ext>
                  </a:extLst>
                </p14:cNvPr>
                <p14:cNvContentPartPr/>
                <p14:nvPr/>
              </p14:nvContentPartPr>
              <p14:xfrm>
                <a:off x="3787380" y="3927608"/>
                <a:ext cx="41040" cy="128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D575C56-3F54-3DCD-D09E-C20862EA63B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778380" y="3918608"/>
                  <a:ext cx="586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4F19E44-FEB5-09C2-F524-BD2D762E742E}"/>
                    </a:ext>
                  </a:extLst>
                </p14:cNvPr>
                <p14:cNvContentPartPr/>
                <p14:nvPr/>
              </p14:nvContentPartPr>
              <p14:xfrm>
                <a:off x="3695940" y="3900968"/>
                <a:ext cx="236880" cy="20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4F19E44-FEB5-09C2-F524-BD2D762E742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687300" y="3891968"/>
                  <a:ext cx="254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82CECAB-F73F-866A-213F-B34354C84821}"/>
                    </a:ext>
                  </a:extLst>
                </p14:cNvPr>
                <p14:cNvContentPartPr/>
                <p14:nvPr/>
              </p14:nvContentPartPr>
              <p14:xfrm>
                <a:off x="3911940" y="3818528"/>
                <a:ext cx="135720" cy="293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82CECAB-F73F-866A-213F-B34354C8482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903300" y="3809528"/>
                  <a:ext cx="15336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01D620C-8581-2FA2-2078-75344949B72F}"/>
                    </a:ext>
                  </a:extLst>
                </p14:cNvPr>
                <p14:cNvContentPartPr/>
                <p14:nvPr/>
              </p14:nvContentPartPr>
              <p14:xfrm>
                <a:off x="4166460" y="4015808"/>
                <a:ext cx="26640" cy="3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01D620C-8581-2FA2-2078-75344949B72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157460" y="4007168"/>
                  <a:ext cx="442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F54869F-6452-8B43-A659-593841ABB7EE}"/>
                    </a:ext>
                  </a:extLst>
                </p14:cNvPr>
                <p14:cNvContentPartPr/>
                <p14:nvPr/>
              </p14:nvContentPartPr>
              <p14:xfrm>
                <a:off x="4248900" y="3855968"/>
                <a:ext cx="121680" cy="244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F54869F-6452-8B43-A659-593841ABB7E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240260" y="3847328"/>
                  <a:ext cx="139320" cy="26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AF262EC-2B65-84F9-0FD2-BD7EE0EB9E05}"/>
                  </a:ext>
                </a:extLst>
              </p14:cNvPr>
              <p14:cNvContentPartPr/>
              <p14:nvPr/>
            </p14:nvContentPartPr>
            <p14:xfrm>
              <a:off x="4453020" y="3836168"/>
              <a:ext cx="65520" cy="30168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AF262EC-2B65-84F9-0FD2-BD7EE0EB9E05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4444380" y="3827528"/>
                <a:ext cx="83160" cy="31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B5B6BC78-2095-F34C-DEC8-A34C42F1F3DB}"/>
              </a:ext>
            </a:extLst>
          </p:cNvPr>
          <p:cNvGrpSpPr/>
          <p:nvPr/>
        </p:nvGrpSpPr>
        <p:grpSpPr>
          <a:xfrm>
            <a:off x="4576140" y="3765608"/>
            <a:ext cx="847440" cy="351360"/>
            <a:chOff x="4576140" y="3765608"/>
            <a:chExt cx="847440" cy="35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604677B-5FE4-7ADA-392D-E3CEA713753D}"/>
                    </a:ext>
                  </a:extLst>
                </p14:cNvPr>
                <p14:cNvContentPartPr/>
                <p14:nvPr/>
              </p14:nvContentPartPr>
              <p14:xfrm>
                <a:off x="4612860" y="3870368"/>
                <a:ext cx="89640" cy="214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604677B-5FE4-7ADA-392D-E3CEA713753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604220" y="3861728"/>
                  <a:ext cx="1072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B4D47D2-5836-46D8-F0BF-343E67CF8AC3}"/>
                    </a:ext>
                  </a:extLst>
                </p14:cNvPr>
                <p14:cNvContentPartPr/>
                <p14:nvPr/>
              </p14:nvContentPartPr>
              <p14:xfrm>
                <a:off x="4576140" y="3970088"/>
                <a:ext cx="110520" cy="9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B4D47D2-5836-46D8-F0BF-343E67CF8AC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567140" y="3961448"/>
                  <a:ext cx="1281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529387F-25BA-139B-284F-8F237A48FD53}"/>
                    </a:ext>
                  </a:extLst>
                </p14:cNvPr>
                <p14:cNvContentPartPr/>
                <p14:nvPr/>
              </p14:nvContentPartPr>
              <p14:xfrm>
                <a:off x="4796100" y="3994208"/>
                <a:ext cx="46080" cy="6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529387F-25BA-139B-284F-8F237A48FD5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787460" y="3985568"/>
                  <a:ext cx="637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6D8EC09-2519-0CC2-B024-6B5704850DF9}"/>
                    </a:ext>
                  </a:extLst>
                </p14:cNvPr>
                <p14:cNvContentPartPr/>
                <p14:nvPr/>
              </p14:nvContentPartPr>
              <p14:xfrm>
                <a:off x="4932900" y="3962888"/>
                <a:ext cx="169560" cy="99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6D8EC09-2519-0CC2-B024-6B5704850DF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923900" y="3953888"/>
                  <a:ext cx="1872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A790995-F4EB-C673-80BA-9836939B7824}"/>
                    </a:ext>
                  </a:extLst>
                </p14:cNvPr>
                <p14:cNvContentPartPr/>
                <p14:nvPr/>
              </p14:nvContentPartPr>
              <p14:xfrm>
                <a:off x="5174820" y="3922208"/>
                <a:ext cx="43200" cy="121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A790995-F4EB-C673-80BA-9836939B782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165820" y="3913568"/>
                  <a:ext cx="608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440BFF8-76A3-4624-A8EA-D47BB6EE3992}"/>
                    </a:ext>
                  </a:extLst>
                </p14:cNvPr>
                <p14:cNvContentPartPr/>
                <p14:nvPr/>
              </p14:nvContentPartPr>
              <p14:xfrm>
                <a:off x="5076180" y="3864608"/>
                <a:ext cx="186840" cy="37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440BFF8-76A3-4624-A8EA-D47BB6EE399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067540" y="3855608"/>
                  <a:ext cx="2044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FD2F738-4BBD-516E-7F95-D84B41B63E20}"/>
                    </a:ext>
                  </a:extLst>
                </p14:cNvPr>
                <p14:cNvContentPartPr/>
                <p14:nvPr/>
              </p14:nvContentPartPr>
              <p14:xfrm>
                <a:off x="5273100" y="3765608"/>
                <a:ext cx="150480" cy="351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FD2F738-4BBD-516E-7F95-D84B41B63E2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264100" y="3756968"/>
                  <a:ext cx="168120" cy="36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ED20EA93-05D5-92AF-294E-05B481B71105}"/>
                  </a:ext>
                </a:extLst>
              </p14:cNvPr>
              <p14:cNvContentPartPr/>
              <p14:nvPr/>
            </p14:nvContentPartPr>
            <p14:xfrm>
              <a:off x="3806820" y="4298408"/>
              <a:ext cx="122760" cy="2487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ED20EA93-05D5-92AF-294E-05B481B71105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3798180" y="4289408"/>
                <a:ext cx="14040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D5EAE963-8CF3-2618-F273-23F39C3D3CE0}"/>
                  </a:ext>
                </a:extLst>
              </p14:cNvPr>
              <p14:cNvContentPartPr/>
              <p14:nvPr/>
            </p14:nvContentPartPr>
            <p14:xfrm>
              <a:off x="3382020" y="4821128"/>
              <a:ext cx="146520" cy="15300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D5EAE963-8CF3-2618-F273-23F39C3D3CE0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3373380" y="4812488"/>
                <a:ext cx="16416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1FB0B754-CD1E-6339-2D5D-5E0B3C20A6B6}"/>
                  </a:ext>
                </a:extLst>
              </p14:cNvPr>
              <p14:cNvContentPartPr/>
              <p14:nvPr/>
            </p14:nvContentPartPr>
            <p14:xfrm>
              <a:off x="3429540" y="4851008"/>
              <a:ext cx="72360" cy="957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1FB0B754-CD1E-6339-2D5D-5E0B3C20A6B6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3420540" y="4842008"/>
                <a:ext cx="9000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589C6A9A-FFD2-91CC-5D33-CD5FBBCB9B58}"/>
                  </a:ext>
                </a:extLst>
              </p14:cNvPr>
              <p14:cNvContentPartPr/>
              <p14:nvPr/>
            </p14:nvContentPartPr>
            <p14:xfrm>
              <a:off x="3537900" y="4747688"/>
              <a:ext cx="147240" cy="2350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589C6A9A-FFD2-91CC-5D33-CD5FBBCB9B58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3528900" y="4739048"/>
                <a:ext cx="16488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F3E3DE2F-F6DB-D07E-A536-BD16383E3C15}"/>
                  </a:ext>
                </a:extLst>
              </p14:cNvPr>
              <p14:cNvContentPartPr/>
              <p14:nvPr/>
            </p14:nvContentPartPr>
            <p14:xfrm>
              <a:off x="3665340" y="4846688"/>
              <a:ext cx="172800" cy="759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F3E3DE2F-F6DB-D07E-A536-BD16383E3C15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3656700" y="4838048"/>
                <a:ext cx="1904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FE8A0B79-F5D1-351D-3E00-93A1A65303A2}"/>
                  </a:ext>
                </a:extLst>
              </p14:cNvPr>
              <p14:cNvContentPartPr/>
              <p14:nvPr/>
            </p14:nvContentPartPr>
            <p14:xfrm>
              <a:off x="3787380" y="4727528"/>
              <a:ext cx="164880" cy="25380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FE8A0B79-F5D1-351D-3E00-93A1A65303A2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3778380" y="4718888"/>
                <a:ext cx="182520" cy="27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A1FE6B35-513A-62BA-050B-A11D4FBDEB45}"/>
              </a:ext>
            </a:extLst>
          </p:cNvPr>
          <p:cNvGrpSpPr/>
          <p:nvPr/>
        </p:nvGrpSpPr>
        <p:grpSpPr>
          <a:xfrm>
            <a:off x="3866940" y="3499208"/>
            <a:ext cx="248400" cy="168840"/>
            <a:chOff x="3866940" y="3499208"/>
            <a:chExt cx="248400" cy="16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625BC54-202F-83B2-F2C0-4F0CD8D3D425}"/>
                    </a:ext>
                  </a:extLst>
                </p14:cNvPr>
                <p14:cNvContentPartPr/>
                <p14:nvPr/>
              </p14:nvContentPartPr>
              <p14:xfrm>
                <a:off x="3886020" y="3499208"/>
                <a:ext cx="229320" cy="168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625BC54-202F-83B2-F2C0-4F0CD8D3D42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877380" y="3490208"/>
                  <a:ext cx="2469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58F0793-7CE1-4F0E-7917-6590640A1D28}"/>
                    </a:ext>
                  </a:extLst>
                </p14:cNvPr>
                <p14:cNvContentPartPr/>
                <p14:nvPr/>
              </p14:nvContentPartPr>
              <p14:xfrm>
                <a:off x="3866940" y="3544928"/>
                <a:ext cx="118080" cy="1116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58F0793-7CE1-4F0E-7917-6590640A1D2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857940" y="3535928"/>
                  <a:ext cx="135720" cy="12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4EF1F66-E76F-6606-6FDB-5F97D1B847B4}"/>
              </a:ext>
            </a:extLst>
          </p:cNvPr>
          <p:cNvGrpSpPr/>
          <p:nvPr/>
        </p:nvGrpSpPr>
        <p:grpSpPr>
          <a:xfrm>
            <a:off x="4223700" y="3288608"/>
            <a:ext cx="280800" cy="156960"/>
            <a:chOff x="4223700" y="3288608"/>
            <a:chExt cx="280800" cy="15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9ABC033-FE9A-A26E-1658-A99D61D19573}"/>
                    </a:ext>
                  </a:extLst>
                </p14:cNvPr>
                <p14:cNvContentPartPr/>
                <p14:nvPr/>
              </p14:nvContentPartPr>
              <p14:xfrm>
                <a:off x="4223700" y="3340088"/>
                <a:ext cx="145440" cy="1054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9ABC033-FE9A-A26E-1658-A99D61D1957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215060" y="3331448"/>
                  <a:ext cx="1630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BAD0C16-DAC1-DB9B-B150-95CAB56F8E72}"/>
                    </a:ext>
                  </a:extLst>
                </p14:cNvPr>
                <p14:cNvContentPartPr/>
                <p14:nvPr/>
              </p14:nvContentPartPr>
              <p14:xfrm>
                <a:off x="4452300" y="3324968"/>
                <a:ext cx="38520" cy="100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BAD0C16-DAC1-DB9B-B150-95CAB56F8E7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443660" y="3315968"/>
                  <a:ext cx="561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50F0EC6-99E2-018F-D4AD-B326A9767AC8}"/>
                    </a:ext>
                  </a:extLst>
                </p14:cNvPr>
                <p14:cNvContentPartPr/>
                <p14:nvPr/>
              </p14:nvContentPartPr>
              <p14:xfrm>
                <a:off x="4360860" y="3288608"/>
                <a:ext cx="143640" cy="262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50F0EC6-99E2-018F-D4AD-B326A9767AC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352220" y="3279968"/>
                  <a:ext cx="16128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1461D42-3A78-1A82-4100-04EE41851684}"/>
              </a:ext>
            </a:extLst>
          </p:cNvPr>
          <p:cNvGrpSpPr/>
          <p:nvPr/>
        </p:nvGrpSpPr>
        <p:grpSpPr>
          <a:xfrm>
            <a:off x="4696380" y="3027248"/>
            <a:ext cx="1138320" cy="563760"/>
            <a:chOff x="4696380" y="3027248"/>
            <a:chExt cx="1138320" cy="56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68F83DF-8011-0F74-FBB0-F02566376E75}"/>
                    </a:ext>
                  </a:extLst>
                </p14:cNvPr>
                <p14:cNvContentPartPr/>
                <p14:nvPr/>
              </p14:nvContentPartPr>
              <p14:xfrm>
                <a:off x="4727700" y="3340448"/>
                <a:ext cx="16920" cy="738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68F83DF-8011-0F74-FBB0-F02566376E7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718700" y="3331808"/>
                  <a:ext cx="345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CB9904F-335D-CB22-3EB3-7D98F6616831}"/>
                    </a:ext>
                  </a:extLst>
                </p14:cNvPr>
                <p14:cNvContentPartPr/>
                <p14:nvPr/>
              </p14:nvContentPartPr>
              <p14:xfrm>
                <a:off x="4696380" y="3252248"/>
                <a:ext cx="360" cy="32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CB9904F-335D-CB22-3EB3-7D98F661683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687740" y="3243248"/>
                  <a:ext cx="180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FBBF39A-A4E4-C579-9C43-78FF89776F1A}"/>
                    </a:ext>
                  </a:extLst>
                </p14:cNvPr>
                <p14:cNvContentPartPr/>
                <p14:nvPr/>
              </p14:nvContentPartPr>
              <p14:xfrm>
                <a:off x="4800420" y="3333248"/>
                <a:ext cx="170640" cy="53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FBBF39A-A4E4-C579-9C43-78FF89776F1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791420" y="3324248"/>
                  <a:ext cx="1882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557C21D-AE9D-2562-36EF-5049FFE5BE46}"/>
                    </a:ext>
                  </a:extLst>
                </p14:cNvPr>
                <p14:cNvContentPartPr/>
                <p14:nvPr/>
              </p14:nvContentPartPr>
              <p14:xfrm>
                <a:off x="5024700" y="3261248"/>
                <a:ext cx="91800" cy="209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557C21D-AE9D-2562-36EF-5049FFE5BE4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016060" y="3252248"/>
                  <a:ext cx="1094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3C3605A-8D0F-5C5C-8BAB-99B3A1A79336}"/>
                    </a:ext>
                  </a:extLst>
                </p14:cNvPr>
                <p14:cNvContentPartPr/>
                <p14:nvPr/>
              </p14:nvContentPartPr>
              <p14:xfrm>
                <a:off x="5189940" y="3271688"/>
                <a:ext cx="97200" cy="532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3C3605A-8D0F-5C5C-8BAB-99B3A1A7933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181300" y="3263048"/>
                  <a:ext cx="1148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61D01E8-6121-D372-0C27-79AB40036679}"/>
                    </a:ext>
                  </a:extLst>
                </p14:cNvPr>
                <p14:cNvContentPartPr/>
                <p14:nvPr/>
              </p14:nvContentPartPr>
              <p14:xfrm>
                <a:off x="5283540" y="3027248"/>
                <a:ext cx="148680" cy="308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61D01E8-6121-D372-0C27-79AB4003667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274900" y="3018248"/>
                  <a:ext cx="16632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124BC82-DE96-CD79-0937-A4E6527D5F88}"/>
                    </a:ext>
                  </a:extLst>
                </p14:cNvPr>
                <p14:cNvContentPartPr/>
                <p14:nvPr/>
              </p14:nvContentPartPr>
              <p14:xfrm>
                <a:off x="5445540" y="3189248"/>
                <a:ext cx="283680" cy="1263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124BC82-DE96-CD79-0937-A4E6527D5F8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436900" y="3180248"/>
                  <a:ext cx="3013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509DA01-3329-B19F-59EA-B49D173A1B50}"/>
                    </a:ext>
                  </a:extLst>
                </p14:cNvPr>
                <p14:cNvContentPartPr/>
                <p14:nvPr/>
              </p14:nvContentPartPr>
              <p14:xfrm>
                <a:off x="5200020" y="3500648"/>
                <a:ext cx="146880" cy="90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509DA01-3329-B19F-59EA-B49D173A1B5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191380" y="3491648"/>
                  <a:ext cx="1645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0D67AFA-71D3-FA4F-EF46-8231C9924CE3}"/>
                    </a:ext>
                  </a:extLst>
                </p14:cNvPr>
                <p14:cNvContentPartPr/>
                <p14:nvPr/>
              </p14:nvContentPartPr>
              <p14:xfrm>
                <a:off x="5387940" y="3422888"/>
                <a:ext cx="266400" cy="1317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0D67AFA-71D3-FA4F-EF46-8231C9924CE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379300" y="3414248"/>
                  <a:ext cx="2840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DC62A28-4F7C-C645-4553-161F4CA3CBF0}"/>
                    </a:ext>
                  </a:extLst>
                </p14:cNvPr>
                <p14:cNvContentPartPr/>
                <p14:nvPr/>
              </p14:nvContentPartPr>
              <p14:xfrm>
                <a:off x="5722740" y="3448088"/>
                <a:ext cx="111960" cy="615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DC62A28-4F7C-C645-4553-161F4CA3CBF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714100" y="3439088"/>
                  <a:ext cx="12960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E3A0B3C5-9F54-075A-F551-50C5F5394BE6}"/>
              </a:ext>
            </a:extLst>
          </p:cNvPr>
          <p:cNvGrpSpPr/>
          <p:nvPr/>
        </p:nvGrpSpPr>
        <p:grpSpPr>
          <a:xfrm>
            <a:off x="3817980" y="5112008"/>
            <a:ext cx="162360" cy="174240"/>
            <a:chOff x="3817980" y="5112008"/>
            <a:chExt cx="162360" cy="17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1E01B69-7192-63D4-AF6F-4C4E2F50CE03}"/>
                    </a:ext>
                  </a:extLst>
                </p14:cNvPr>
                <p14:cNvContentPartPr/>
                <p14:nvPr/>
              </p14:nvContentPartPr>
              <p14:xfrm>
                <a:off x="3828780" y="5112008"/>
                <a:ext cx="151560" cy="174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1E01B69-7192-63D4-AF6F-4C4E2F50CE0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820140" y="5103368"/>
                  <a:ext cx="169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CBB816B-21ED-3072-619A-47C435EE3415}"/>
                    </a:ext>
                  </a:extLst>
                </p14:cNvPr>
                <p14:cNvContentPartPr/>
                <p14:nvPr/>
              </p14:nvContentPartPr>
              <p14:xfrm>
                <a:off x="3817980" y="5112008"/>
                <a:ext cx="92880" cy="684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CBB816B-21ED-3072-619A-47C435EE341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809340" y="5103008"/>
                  <a:ext cx="110520" cy="8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8FFFA637-D136-1A34-354D-8C63F47ACE84}"/>
              </a:ext>
            </a:extLst>
          </p:cNvPr>
          <p:cNvGrpSpPr/>
          <p:nvPr/>
        </p:nvGrpSpPr>
        <p:grpSpPr>
          <a:xfrm>
            <a:off x="4145940" y="5112368"/>
            <a:ext cx="293400" cy="213480"/>
            <a:chOff x="4145940" y="5112368"/>
            <a:chExt cx="293400" cy="21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B2A416D-96D6-7332-B52B-A92B6D142441}"/>
                    </a:ext>
                  </a:extLst>
                </p14:cNvPr>
                <p14:cNvContentPartPr/>
                <p14:nvPr/>
              </p14:nvContentPartPr>
              <p14:xfrm>
                <a:off x="4208220" y="5184728"/>
                <a:ext cx="63720" cy="1321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B2A416D-96D6-7332-B52B-A92B6D142441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199220" y="5176088"/>
                  <a:ext cx="813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FB6B492-4D1D-81F9-CF15-4DBE6683DBBA}"/>
                    </a:ext>
                  </a:extLst>
                </p14:cNvPr>
                <p14:cNvContentPartPr/>
                <p14:nvPr/>
              </p14:nvContentPartPr>
              <p14:xfrm>
                <a:off x="4145940" y="5150528"/>
                <a:ext cx="198720" cy="1753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FB6B492-4D1D-81F9-CF15-4DBE6683DBB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136940" y="5141888"/>
                  <a:ext cx="2163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6C34E88-6AE4-BAB8-0FF3-128906F71C6F}"/>
                    </a:ext>
                  </a:extLst>
                </p14:cNvPr>
                <p14:cNvContentPartPr/>
                <p14:nvPr/>
              </p14:nvContentPartPr>
              <p14:xfrm>
                <a:off x="4384620" y="5190128"/>
                <a:ext cx="54720" cy="946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6C34E88-6AE4-BAB8-0FF3-128906F71C6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375980" y="5181128"/>
                  <a:ext cx="723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B552967-017F-6413-544D-807D1E9056A0}"/>
                    </a:ext>
                  </a:extLst>
                </p14:cNvPr>
                <p14:cNvContentPartPr/>
                <p14:nvPr/>
              </p14:nvContentPartPr>
              <p14:xfrm>
                <a:off x="4255380" y="5112368"/>
                <a:ext cx="160920" cy="26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B552967-017F-6413-544D-807D1E9056A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246380" y="5103368"/>
                  <a:ext cx="17856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3CF15E75-9BBA-0751-222A-3711D37C0865}"/>
              </a:ext>
            </a:extLst>
          </p:cNvPr>
          <p:cNvGrpSpPr/>
          <p:nvPr/>
        </p:nvGrpSpPr>
        <p:grpSpPr>
          <a:xfrm>
            <a:off x="4629060" y="5016968"/>
            <a:ext cx="1081800" cy="362880"/>
            <a:chOff x="4629060" y="5016968"/>
            <a:chExt cx="1081800" cy="36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39AF260-D9FF-C402-EFDA-46449E421966}"/>
                    </a:ext>
                  </a:extLst>
                </p14:cNvPr>
                <p14:cNvContentPartPr/>
                <p14:nvPr/>
              </p14:nvContentPartPr>
              <p14:xfrm>
                <a:off x="4675860" y="5247368"/>
                <a:ext cx="27360" cy="619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39AF260-D9FF-C402-EFDA-46449E42196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666860" y="5238368"/>
                  <a:ext cx="450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B46F92D-D8F8-8191-908A-DF37060E885F}"/>
                    </a:ext>
                  </a:extLst>
                </p14:cNvPr>
                <p14:cNvContentPartPr/>
                <p14:nvPr/>
              </p14:nvContentPartPr>
              <p14:xfrm>
                <a:off x="4629060" y="5138288"/>
                <a:ext cx="360" cy="32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B46F92D-D8F8-8191-908A-DF37060E885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620060" y="5129288"/>
                  <a:ext cx="180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32D893D-D5A3-C8F9-4F95-9A8212D670A6}"/>
                    </a:ext>
                  </a:extLst>
                </p14:cNvPr>
                <p14:cNvContentPartPr/>
                <p14:nvPr/>
              </p14:nvContentPartPr>
              <p14:xfrm>
                <a:off x="4727700" y="5231528"/>
                <a:ext cx="256680" cy="471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32D893D-D5A3-C8F9-4F95-9A8212D670A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718700" y="5222888"/>
                  <a:ext cx="2743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9EC8A70-9ED9-EBF6-6C8E-5D0F6878D873}"/>
                    </a:ext>
                  </a:extLst>
                </p14:cNvPr>
                <p14:cNvContentPartPr/>
                <p14:nvPr/>
              </p14:nvContentPartPr>
              <p14:xfrm>
                <a:off x="5006340" y="5224688"/>
                <a:ext cx="127080" cy="155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9EC8A70-9ED9-EBF6-6C8E-5D0F6878D87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997340" y="5216048"/>
                  <a:ext cx="1447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6E30691-74F1-85CF-D00C-6BA0C7B43931}"/>
                    </a:ext>
                  </a:extLst>
                </p14:cNvPr>
                <p14:cNvContentPartPr/>
                <p14:nvPr/>
              </p14:nvContentPartPr>
              <p14:xfrm>
                <a:off x="5200380" y="5226488"/>
                <a:ext cx="146880" cy="529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6E30691-74F1-85CF-D00C-6BA0C7B4393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191740" y="5217488"/>
                  <a:ext cx="1645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CD4DA2B-5214-E001-E5CB-7CF78A27F716}"/>
                    </a:ext>
                  </a:extLst>
                </p14:cNvPr>
                <p14:cNvContentPartPr/>
                <p14:nvPr/>
              </p14:nvContentPartPr>
              <p14:xfrm>
                <a:off x="5324580" y="5016968"/>
                <a:ext cx="120240" cy="2667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CD4DA2B-5214-E001-E5CB-7CF78A27F71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315940" y="5008328"/>
                  <a:ext cx="1378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D5BF759-122E-BC75-B04D-62F84EE1A5FE}"/>
                    </a:ext>
                  </a:extLst>
                </p14:cNvPr>
                <p14:cNvContentPartPr/>
                <p14:nvPr/>
              </p14:nvContentPartPr>
              <p14:xfrm>
                <a:off x="5450220" y="5142248"/>
                <a:ext cx="97200" cy="1472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D5BF759-122E-BC75-B04D-62F84EE1A5F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441580" y="5133248"/>
                  <a:ext cx="1148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5E482F3-FB24-E5F6-34F8-455E31732935}"/>
                    </a:ext>
                  </a:extLst>
                </p14:cNvPr>
                <p14:cNvContentPartPr/>
                <p14:nvPr/>
              </p14:nvContentPartPr>
              <p14:xfrm>
                <a:off x="5563260" y="5199128"/>
                <a:ext cx="147600" cy="961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5E482F3-FB24-E5F6-34F8-455E3173293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54260" y="5190488"/>
                  <a:ext cx="16524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C9972B0-B3D8-A612-A50F-5243EA9D3480}"/>
              </a:ext>
            </a:extLst>
          </p:cNvPr>
          <p:cNvGrpSpPr/>
          <p:nvPr/>
        </p:nvGrpSpPr>
        <p:grpSpPr>
          <a:xfrm>
            <a:off x="5965020" y="5083568"/>
            <a:ext cx="1532520" cy="345960"/>
            <a:chOff x="5965020" y="5083568"/>
            <a:chExt cx="1532520" cy="34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8FBE349-D3DC-5E49-633D-4C8C5A97A031}"/>
                    </a:ext>
                  </a:extLst>
                </p14:cNvPr>
                <p14:cNvContentPartPr/>
                <p14:nvPr/>
              </p14:nvContentPartPr>
              <p14:xfrm>
                <a:off x="5965020" y="5226488"/>
                <a:ext cx="418320" cy="741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8FBE349-D3DC-5E49-633D-4C8C5A97A03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956020" y="5217488"/>
                  <a:ext cx="4359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5A4BDD8-CEC3-4580-E3DE-DE9A91771127}"/>
                    </a:ext>
                  </a:extLst>
                </p14:cNvPr>
                <p14:cNvContentPartPr/>
                <p14:nvPr/>
              </p14:nvContentPartPr>
              <p14:xfrm>
                <a:off x="6452460" y="5242328"/>
                <a:ext cx="102240" cy="1872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5A4BDD8-CEC3-4580-E3DE-DE9A9177112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443820" y="5233328"/>
                  <a:ext cx="1198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659A4FE-C4FC-51CF-31C7-706CF59EF1C8}"/>
                    </a:ext>
                  </a:extLst>
                </p14:cNvPr>
                <p14:cNvContentPartPr/>
                <p14:nvPr/>
              </p14:nvContentPartPr>
              <p14:xfrm>
                <a:off x="6560820" y="5083568"/>
                <a:ext cx="227160" cy="2592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659A4FE-C4FC-51CF-31C7-706CF59EF1C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552180" y="5074928"/>
                  <a:ext cx="2448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48D0DDC-B749-A449-22B4-FE75318299A8}"/>
                    </a:ext>
                  </a:extLst>
                </p14:cNvPr>
                <p14:cNvContentPartPr/>
                <p14:nvPr/>
              </p14:nvContentPartPr>
              <p14:xfrm>
                <a:off x="6712380" y="5106248"/>
                <a:ext cx="9720" cy="360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48D0DDC-B749-A449-22B4-FE75318299A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03380" y="5097248"/>
                  <a:ext cx="273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8467484-ABD6-17D2-81BF-B3149383B617}"/>
                    </a:ext>
                  </a:extLst>
                </p14:cNvPr>
                <p14:cNvContentPartPr/>
                <p14:nvPr/>
              </p14:nvContentPartPr>
              <p14:xfrm>
                <a:off x="6800580" y="5132888"/>
                <a:ext cx="105120" cy="2016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8467484-ABD6-17D2-81BF-B3149383B61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791940" y="5124248"/>
                  <a:ext cx="1227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0F67BB3-9C9A-0EBD-2121-03FCE82EEB2C}"/>
                    </a:ext>
                  </a:extLst>
                </p14:cNvPr>
                <p14:cNvContentPartPr/>
                <p14:nvPr/>
              </p14:nvContentPartPr>
              <p14:xfrm>
                <a:off x="6780780" y="5251328"/>
                <a:ext cx="124200" cy="378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0F67BB3-9C9A-0EBD-2121-03FCE82EEB2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771780" y="5242688"/>
                  <a:ext cx="1418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40FE022-0692-BCDE-2896-BEC8B913498B}"/>
                    </a:ext>
                  </a:extLst>
                </p14:cNvPr>
                <p14:cNvContentPartPr/>
                <p14:nvPr/>
              </p14:nvContentPartPr>
              <p14:xfrm>
                <a:off x="6951420" y="5257448"/>
                <a:ext cx="110880" cy="723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40FE022-0692-BCDE-2896-BEC8B913498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942420" y="5248808"/>
                  <a:ext cx="1285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256B42F-9016-4FA8-6758-4B6CA600F2D5}"/>
                    </a:ext>
                  </a:extLst>
                </p14:cNvPr>
                <p14:cNvContentPartPr/>
                <p14:nvPr/>
              </p14:nvContentPartPr>
              <p14:xfrm>
                <a:off x="7186860" y="5133248"/>
                <a:ext cx="310680" cy="2397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256B42F-9016-4FA8-6758-4B6CA600F2D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177860" y="5124248"/>
                  <a:ext cx="328320" cy="257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62772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impulse train is periodic in both time and frequency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periodic train of impulses transforms to another impulse train.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49808" y="1271016"/>
            <a:ext cx="3986784" cy="749808"/>
          </a:xfrm>
          <a:prstGeom prst="roundRect">
            <a:avLst>
              <a:gd name="adj" fmla="val 6098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1326" y="1325880"/>
            <a:ext cx="1263748" cy="64008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7593" y="2148840"/>
            <a:ext cx="4065693" cy="89611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83680" y="1554480"/>
            <a:ext cx="4389120" cy="960120"/>
          </a:xfrm>
          <a:prstGeom prst="roundRect">
            <a:avLst>
              <a:gd name="adj" fmla="val 6667"/>
            </a:avLst>
          </a:prstGeom>
          <a:solidFill>
            <a:srgbClr val="EDF3F7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729984" y="1664208"/>
            <a:ext cx="40965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spacing T ↔ frequency spacing Ω_s = 2π/T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6583680" y="2880360"/>
            <a:ext cx="4389120" cy="960120"/>
          </a:xfrm>
          <a:prstGeom prst="roundRect">
            <a:avLst>
              <a:gd name="adj" fmla="val 6667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729984" y="2990088"/>
            <a:ext cx="40965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mechanism that creates spectral replicas.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0D4742-86D6-54C2-41E8-98FC5255AEED}"/>
              </a:ext>
            </a:extLst>
          </p:cNvPr>
          <p:cNvGrpSpPr/>
          <p:nvPr/>
        </p:nvGrpSpPr>
        <p:grpSpPr>
          <a:xfrm>
            <a:off x="2729340" y="3169808"/>
            <a:ext cx="2579400" cy="70200"/>
            <a:chOff x="2729340" y="3169808"/>
            <a:chExt cx="2579400" cy="7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94AE28B-5E4B-4946-C3EA-86D232F4422B}"/>
                    </a:ext>
                  </a:extLst>
                </p14:cNvPr>
                <p14:cNvContentPartPr/>
                <p14:nvPr/>
              </p14:nvContentPartPr>
              <p14:xfrm>
                <a:off x="3798540" y="3189608"/>
                <a:ext cx="1346040" cy="50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94AE28B-5E4B-4946-C3EA-86D232F4422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89900" y="3180608"/>
                  <a:ext cx="13636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D527AF4-E405-E7A3-1C35-C3511995BEE0}"/>
                    </a:ext>
                  </a:extLst>
                </p14:cNvPr>
                <p14:cNvContentPartPr/>
                <p14:nvPr/>
              </p14:nvContentPartPr>
              <p14:xfrm>
                <a:off x="2729340" y="3169808"/>
                <a:ext cx="2579400" cy="65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D527AF4-E405-E7A3-1C35-C3511995BEE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20340" y="3161168"/>
                  <a:ext cx="2597040" cy="8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DB10FBF-22B7-BBDA-3E11-BAD226744A14}"/>
                  </a:ext>
                </a:extLst>
              </p14:cNvPr>
              <p14:cNvContentPartPr/>
              <p14:nvPr/>
            </p14:nvContentPartPr>
            <p14:xfrm>
              <a:off x="1474020" y="2873168"/>
              <a:ext cx="649800" cy="428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DB10FBF-22B7-BBDA-3E11-BAD226744A1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65380" y="2864168"/>
                <a:ext cx="667440" cy="6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A853248F-BB1D-0A48-C7DC-883149DFA487}"/>
              </a:ext>
            </a:extLst>
          </p:cNvPr>
          <p:cNvGrpSpPr/>
          <p:nvPr/>
        </p:nvGrpSpPr>
        <p:grpSpPr>
          <a:xfrm>
            <a:off x="6935940" y="4171688"/>
            <a:ext cx="4130640" cy="1290960"/>
            <a:chOff x="6935940" y="4171688"/>
            <a:chExt cx="4130640" cy="129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01E8723-FCA8-0BAE-AEFA-1A3A3FB0BB40}"/>
                    </a:ext>
                  </a:extLst>
                </p14:cNvPr>
                <p14:cNvContentPartPr/>
                <p14:nvPr/>
              </p14:nvContentPartPr>
              <p14:xfrm>
                <a:off x="9060660" y="4171688"/>
                <a:ext cx="37800" cy="1290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01E8723-FCA8-0BAE-AEFA-1A3A3FB0BB4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051660" y="4163048"/>
                  <a:ext cx="55440" cy="13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0C7B45C-458F-5E08-339C-EA6EA2E1E5E1}"/>
                    </a:ext>
                  </a:extLst>
                </p14:cNvPr>
                <p14:cNvContentPartPr/>
                <p14:nvPr/>
              </p14:nvContentPartPr>
              <p14:xfrm>
                <a:off x="6935940" y="5241608"/>
                <a:ext cx="4130640" cy="63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0C7B45C-458F-5E08-339C-EA6EA2E1E5E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926940" y="5232608"/>
                  <a:ext cx="414828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CEB5846-3351-AEE8-3652-6E03E0B6C506}"/>
                  </a:ext>
                </a:extLst>
              </p14:cNvPr>
              <p14:cNvContentPartPr/>
              <p14:nvPr/>
            </p14:nvContentPartPr>
            <p14:xfrm>
              <a:off x="10405620" y="4685408"/>
              <a:ext cx="45720" cy="5572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CEB5846-3351-AEE8-3652-6E03E0B6C50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396620" y="4676768"/>
                <a:ext cx="63360" cy="57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B27F6B8-4003-3757-FDB7-DD82A1046C4B}"/>
                  </a:ext>
                </a:extLst>
              </p14:cNvPr>
              <p14:cNvContentPartPr/>
              <p14:nvPr/>
            </p14:nvContentPartPr>
            <p14:xfrm>
              <a:off x="10363860" y="4598288"/>
              <a:ext cx="127800" cy="1663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B27F6B8-4003-3757-FDB7-DD82A1046C4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355220" y="4589288"/>
                <a:ext cx="145440" cy="18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6E747578-46A7-4616-E941-B850DF24157D}"/>
              </a:ext>
            </a:extLst>
          </p:cNvPr>
          <p:cNvGrpSpPr/>
          <p:nvPr/>
        </p:nvGrpSpPr>
        <p:grpSpPr>
          <a:xfrm>
            <a:off x="7524180" y="4646888"/>
            <a:ext cx="120240" cy="595800"/>
            <a:chOff x="7524180" y="4646888"/>
            <a:chExt cx="120240" cy="59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9680F05-E3A3-DB32-2B99-5D7BB16D4C00}"/>
                    </a:ext>
                  </a:extLst>
                </p14:cNvPr>
                <p14:cNvContentPartPr/>
                <p14:nvPr/>
              </p14:nvContentPartPr>
              <p14:xfrm>
                <a:off x="7571700" y="4695848"/>
                <a:ext cx="50040" cy="546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9680F05-E3A3-DB32-2B99-5D7BB16D4C0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563060" y="4687208"/>
                  <a:ext cx="6768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7C310C2-6014-B821-BFC5-D9EC093405C7}"/>
                    </a:ext>
                  </a:extLst>
                </p14:cNvPr>
                <p14:cNvContentPartPr/>
                <p14:nvPr/>
              </p14:nvContentPartPr>
              <p14:xfrm>
                <a:off x="7524180" y="4646888"/>
                <a:ext cx="120240" cy="117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7C310C2-6014-B821-BFC5-D9EC093405C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515180" y="4638248"/>
                  <a:ext cx="13788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C19BC60-2086-5459-CA83-BB8E37C39BFC}"/>
              </a:ext>
            </a:extLst>
          </p:cNvPr>
          <p:cNvGrpSpPr/>
          <p:nvPr/>
        </p:nvGrpSpPr>
        <p:grpSpPr>
          <a:xfrm>
            <a:off x="10958220" y="5157728"/>
            <a:ext cx="703440" cy="175320"/>
            <a:chOff x="10958220" y="5157728"/>
            <a:chExt cx="703440" cy="17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CAC64E0-10D1-4361-8108-6CF42521A3E4}"/>
                    </a:ext>
                  </a:extLst>
                </p14:cNvPr>
                <p14:cNvContentPartPr/>
                <p14:nvPr/>
              </p14:nvContentPartPr>
              <p14:xfrm>
                <a:off x="10958220" y="5186528"/>
                <a:ext cx="218520" cy="138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CAC64E0-10D1-4361-8108-6CF42521A3E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949580" y="5177888"/>
                  <a:ext cx="2361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0B5AABF-A8A1-C84E-F43C-C50DDE180BE5}"/>
                    </a:ext>
                  </a:extLst>
                </p14:cNvPr>
                <p14:cNvContentPartPr/>
                <p14:nvPr/>
              </p14:nvContentPartPr>
              <p14:xfrm>
                <a:off x="11341620" y="5157728"/>
                <a:ext cx="320040" cy="175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0B5AABF-A8A1-C84E-F43C-C50DDE180BE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332620" y="5148728"/>
                  <a:ext cx="337680" cy="19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D64295D6-9EC4-B8C1-16D6-B4769C4328E6}"/>
                  </a:ext>
                </a:extLst>
              </p14:cNvPr>
              <p14:cNvContentPartPr/>
              <p14:nvPr/>
            </p14:nvContentPartPr>
            <p14:xfrm>
              <a:off x="8931420" y="5514488"/>
              <a:ext cx="192600" cy="1281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D64295D6-9EC4-B8C1-16D6-B4769C4328E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922420" y="5505848"/>
                <a:ext cx="210240" cy="14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03B1D1AD-B28D-947B-B337-0E2F51A8FA52}"/>
              </a:ext>
            </a:extLst>
          </p:cNvPr>
          <p:cNvGrpSpPr/>
          <p:nvPr/>
        </p:nvGrpSpPr>
        <p:grpSpPr>
          <a:xfrm>
            <a:off x="8261100" y="4351328"/>
            <a:ext cx="1553400" cy="885960"/>
            <a:chOff x="8261100" y="4351328"/>
            <a:chExt cx="1553400" cy="88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D8D74BB-B4EA-980E-DA88-A01DEAA988F1}"/>
                    </a:ext>
                  </a:extLst>
                </p14:cNvPr>
                <p14:cNvContentPartPr/>
                <p14:nvPr/>
              </p14:nvContentPartPr>
              <p14:xfrm>
                <a:off x="9741420" y="4664888"/>
                <a:ext cx="68040" cy="5425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D8D74BB-B4EA-980E-DA88-A01DEAA988F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732420" y="4655888"/>
                  <a:ext cx="85680" cy="5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8150321-7416-2C94-0DF3-C04BA0B01286}"/>
                    </a:ext>
                  </a:extLst>
                </p14:cNvPr>
                <p14:cNvContentPartPr/>
                <p14:nvPr/>
              </p14:nvContentPartPr>
              <p14:xfrm>
                <a:off x="9689940" y="4572368"/>
                <a:ext cx="124560" cy="135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8150321-7416-2C94-0DF3-C04BA0B0128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680940" y="4563728"/>
                  <a:ext cx="1422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A996C98-A7E5-49EC-596D-744C732BE71D}"/>
                    </a:ext>
                  </a:extLst>
                </p14:cNvPr>
                <p14:cNvContentPartPr/>
                <p14:nvPr/>
              </p14:nvContentPartPr>
              <p14:xfrm>
                <a:off x="9747180" y="4691168"/>
                <a:ext cx="62640" cy="527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A996C98-A7E5-49EC-596D-744C732BE71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38540" y="4682528"/>
                  <a:ext cx="8028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672B18D-4A5E-BFC8-AEC4-C5F52C1703D2}"/>
                    </a:ext>
                  </a:extLst>
                </p14:cNvPr>
                <p14:cNvContentPartPr/>
                <p14:nvPr/>
              </p14:nvContentPartPr>
              <p14:xfrm>
                <a:off x="9045180" y="4688288"/>
                <a:ext cx="63360" cy="546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672B18D-4A5E-BFC8-AEC4-C5F52C1703D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036180" y="4679648"/>
                  <a:ext cx="8100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92ADC4B-6D69-B7F6-CCA8-042F3A3D8162}"/>
                    </a:ext>
                  </a:extLst>
                </p14:cNvPr>
                <p14:cNvContentPartPr/>
                <p14:nvPr/>
              </p14:nvContentPartPr>
              <p14:xfrm>
                <a:off x="9080460" y="4730048"/>
                <a:ext cx="43200" cy="507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92ADC4B-6D69-B7F6-CCA8-042F3A3D816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071820" y="4721408"/>
                  <a:ext cx="6084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257579D-BDDE-E1C6-71DC-6A113E5E0C07}"/>
                    </a:ext>
                  </a:extLst>
                </p14:cNvPr>
                <p14:cNvContentPartPr/>
                <p14:nvPr/>
              </p14:nvContentPartPr>
              <p14:xfrm>
                <a:off x="8982900" y="4593968"/>
                <a:ext cx="182160" cy="284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257579D-BDDE-E1C6-71DC-6A113E5E0C0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974260" y="4585328"/>
                  <a:ext cx="1998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C09965B-C95C-52EA-4330-D664FF45135A}"/>
                    </a:ext>
                  </a:extLst>
                </p14:cNvPr>
                <p14:cNvContentPartPr/>
                <p14:nvPr/>
              </p14:nvContentPartPr>
              <p14:xfrm>
                <a:off x="8306460" y="4683248"/>
                <a:ext cx="32760" cy="548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C09965B-C95C-52EA-4330-D664FF45135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297820" y="4674608"/>
                  <a:ext cx="50400" cy="56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4EEDA4C-AD29-C837-7A3C-F31957A814DD}"/>
                    </a:ext>
                  </a:extLst>
                </p14:cNvPr>
                <p14:cNvContentPartPr/>
                <p14:nvPr/>
              </p14:nvContentPartPr>
              <p14:xfrm>
                <a:off x="8261100" y="4652288"/>
                <a:ext cx="104400" cy="99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4EEDA4C-AD29-C837-7A3C-F31957A814D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252460" y="4643648"/>
                  <a:ext cx="1220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50F5C6C-4568-F414-9CF3-B138C52A2A86}"/>
                    </a:ext>
                  </a:extLst>
                </p14:cNvPr>
                <p14:cNvContentPartPr/>
                <p14:nvPr/>
              </p14:nvContentPartPr>
              <p14:xfrm>
                <a:off x="8676180" y="4358168"/>
                <a:ext cx="109080" cy="95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50F5C6C-4568-F414-9CF3-B138C52A2A8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667540" y="4349168"/>
                  <a:ext cx="1267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3110657-910F-2E43-38D4-D852A58D7403}"/>
                    </a:ext>
                  </a:extLst>
                </p14:cNvPr>
                <p14:cNvContentPartPr/>
                <p14:nvPr/>
              </p14:nvContentPartPr>
              <p14:xfrm>
                <a:off x="8811180" y="4384808"/>
                <a:ext cx="56880" cy="80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3110657-910F-2E43-38D4-D852A58D740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802540" y="4375808"/>
                  <a:ext cx="745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6394BD7-4AEF-7E97-511B-8A8979A9CEF3}"/>
                    </a:ext>
                  </a:extLst>
                </p14:cNvPr>
                <p14:cNvContentPartPr/>
                <p14:nvPr/>
              </p14:nvContentPartPr>
              <p14:xfrm>
                <a:off x="8873820" y="4379768"/>
                <a:ext cx="33840" cy="67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6394BD7-4AEF-7E97-511B-8A8979A9CEF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864820" y="4370768"/>
                  <a:ext cx="514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0EC2FB1-3A9B-D14D-3A75-CD530AFBE571}"/>
                    </a:ext>
                  </a:extLst>
                </p14:cNvPr>
                <p14:cNvContentPartPr/>
                <p14:nvPr/>
              </p14:nvContentPartPr>
              <p14:xfrm>
                <a:off x="8800740" y="4351328"/>
                <a:ext cx="99360" cy="7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0EC2FB1-3A9B-D14D-3A75-CD530AFBE57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791740" y="4342688"/>
                  <a:ext cx="1170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46A1314-9A1F-2174-0CA8-3ADC8DBBDC4F}"/>
                    </a:ext>
                  </a:extLst>
                </p14:cNvPr>
                <p14:cNvContentPartPr/>
                <p14:nvPr/>
              </p14:nvContentPartPr>
              <p14:xfrm>
                <a:off x="8710380" y="4545368"/>
                <a:ext cx="210240" cy="16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46A1314-9A1F-2174-0CA8-3ADC8DBBDC4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701740" y="4536728"/>
                  <a:ext cx="2278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EE4C79D-4889-7F74-418F-7DE88E0B63C0}"/>
                    </a:ext>
                  </a:extLst>
                </p14:cNvPr>
                <p14:cNvContentPartPr/>
                <p14:nvPr/>
              </p14:nvContentPartPr>
              <p14:xfrm>
                <a:off x="8785260" y="4634288"/>
                <a:ext cx="25920" cy="82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EE4C79D-4889-7F74-418F-7DE88E0B63C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776260" y="4625288"/>
                  <a:ext cx="435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8B4446B-9579-AF6D-D22F-1C4C72507E6E}"/>
                    </a:ext>
                  </a:extLst>
                </p14:cNvPr>
                <p14:cNvContentPartPr/>
                <p14:nvPr/>
              </p14:nvContentPartPr>
              <p14:xfrm>
                <a:off x="8734500" y="4632128"/>
                <a:ext cx="129240" cy="11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8B4446B-9579-AF6D-D22F-1C4C72507E6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725500" y="4623128"/>
                  <a:ext cx="1468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3D60114-1A2E-00EE-E59D-3D5676430A8B}"/>
                    </a:ext>
                  </a:extLst>
                </p14:cNvPr>
                <p14:cNvContentPartPr/>
                <p14:nvPr/>
              </p14:nvContentPartPr>
              <p14:xfrm>
                <a:off x="8551620" y="4488848"/>
                <a:ext cx="72000" cy="173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3D60114-1A2E-00EE-E59D-3D5676430A8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542620" y="4479848"/>
                  <a:ext cx="896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B7F8249-4562-E935-9B05-374B1505AE4B}"/>
                    </a:ext>
                  </a:extLst>
                </p14:cNvPr>
                <p14:cNvContentPartPr/>
                <p14:nvPr/>
              </p14:nvContentPartPr>
              <p14:xfrm>
                <a:off x="8967060" y="4426208"/>
                <a:ext cx="64080" cy="177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B7F8249-4562-E935-9B05-374B1505AE4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958420" y="4417568"/>
                  <a:ext cx="817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D0197F6-C600-5239-A5D0-8700162D97D9}"/>
                    </a:ext>
                  </a:extLst>
                </p14:cNvPr>
                <p14:cNvContentPartPr/>
                <p14:nvPr/>
              </p14:nvContentPartPr>
              <p14:xfrm>
                <a:off x="9331020" y="4396688"/>
                <a:ext cx="95400" cy="97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D0197F6-C600-5239-A5D0-8700162D97D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322020" y="4388048"/>
                  <a:ext cx="1130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68B35E6-682D-191B-BF92-0F8A03409CC2}"/>
                    </a:ext>
                  </a:extLst>
                </p14:cNvPr>
                <p14:cNvContentPartPr/>
                <p14:nvPr/>
              </p14:nvContentPartPr>
              <p14:xfrm>
                <a:off x="9466020" y="4405688"/>
                <a:ext cx="41040" cy="75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68B35E6-682D-191B-BF92-0F8A03409CC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457020" y="4396688"/>
                  <a:ext cx="586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7940E99-DF6D-0DC4-B468-234D1E8247A9}"/>
                    </a:ext>
                  </a:extLst>
                </p14:cNvPr>
                <p14:cNvContentPartPr/>
                <p14:nvPr/>
              </p14:nvContentPartPr>
              <p14:xfrm>
                <a:off x="9507420" y="4405688"/>
                <a:ext cx="46440" cy="87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7940E99-DF6D-0DC4-B468-234D1E8247A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498780" y="4396688"/>
                  <a:ext cx="640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88A5113-D9CE-6203-E96C-6A3B3C7FAFA8}"/>
                    </a:ext>
                  </a:extLst>
                </p14:cNvPr>
                <p14:cNvContentPartPr/>
                <p14:nvPr/>
              </p14:nvContentPartPr>
              <p14:xfrm>
                <a:off x="9431460" y="4365008"/>
                <a:ext cx="97200" cy="9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88A5113-D9CE-6203-E96C-6A3B3C7FAFA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422460" y="4356368"/>
                  <a:ext cx="1148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FA18C8B-DA3D-93AD-3E1D-DB9C67D5D550}"/>
                    </a:ext>
                  </a:extLst>
                </p14:cNvPr>
                <p14:cNvContentPartPr/>
                <p14:nvPr/>
              </p14:nvContentPartPr>
              <p14:xfrm>
                <a:off x="9357660" y="4556168"/>
                <a:ext cx="160560" cy="97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FA18C8B-DA3D-93AD-3E1D-DB9C67D5D55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349020" y="4547168"/>
                  <a:ext cx="1782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4B6BED6-DBF6-EFF1-D42A-F3C41CC6AF00}"/>
                    </a:ext>
                  </a:extLst>
                </p14:cNvPr>
                <p14:cNvContentPartPr/>
                <p14:nvPr/>
              </p14:nvContentPartPr>
              <p14:xfrm>
                <a:off x="9434700" y="4639328"/>
                <a:ext cx="16920" cy="76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4B6BED6-DBF6-EFF1-D42A-F3C41CC6AF0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426060" y="4630688"/>
                  <a:ext cx="345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2FC681E-C42D-E222-E1D8-EC2D3B31DA5A}"/>
                    </a:ext>
                  </a:extLst>
                </p14:cNvPr>
                <p14:cNvContentPartPr/>
                <p14:nvPr/>
              </p14:nvContentPartPr>
              <p14:xfrm>
                <a:off x="9367020" y="4639328"/>
                <a:ext cx="104400" cy="25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2FC681E-C42D-E222-E1D8-EC2D3B31DA5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358020" y="4630688"/>
                  <a:ext cx="1220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4D1797F-9ABB-3E25-EADE-D0523F99271B}"/>
                    </a:ext>
                  </a:extLst>
                </p14:cNvPr>
                <p14:cNvContentPartPr/>
                <p14:nvPr/>
              </p14:nvContentPartPr>
              <p14:xfrm>
                <a:off x="9229140" y="4457528"/>
                <a:ext cx="60120" cy="1699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4D1797F-9ABB-3E25-EADE-D0523F99271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220140" y="4448528"/>
                  <a:ext cx="777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E7689B0-B67D-DFA9-2D0E-43C9016ECD37}"/>
                    </a:ext>
                  </a:extLst>
                </p14:cNvPr>
                <p14:cNvContentPartPr/>
                <p14:nvPr/>
              </p14:nvContentPartPr>
              <p14:xfrm>
                <a:off x="9590580" y="4421168"/>
                <a:ext cx="54360" cy="1922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E7689B0-B67D-DFA9-2D0E-43C9016ECD3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581940" y="4412168"/>
                  <a:ext cx="7200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28C3426-85ED-91AD-A521-F07877CA5577}"/>
              </a:ext>
            </a:extLst>
          </p:cNvPr>
          <p:cNvGrpSpPr/>
          <p:nvPr/>
        </p:nvGrpSpPr>
        <p:grpSpPr>
          <a:xfrm>
            <a:off x="9657180" y="5445008"/>
            <a:ext cx="992160" cy="275760"/>
            <a:chOff x="9657180" y="5445008"/>
            <a:chExt cx="992160" cy="27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0F0AD23-812A-020B-BA13-75E715CE292E}"/>
                    </a:ext>
                  </a:extLst>
                </p14:cNvPr>
                <p14:cNvContentPartPr/>
                <p14:nvPr/>
              </p14:nvContentPartPr>
              <p14:xfrm>
                <a:off x="9657180" y="5445008"/>
                <a:ext cx="239400" cy="192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0F0AD23-812A-020B-BA13-75E715CE292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648540" y="5436008"/>
                  <a:ext cx="2570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84F3ED8-1433-6A75-8F36-4E80C929D557}"/>
                    </a:ext>
                  </a:extLst>
                </p14:cNvPr>
                <p14:cNvContentPartPr/>
                <p14:nvPr/>
              </p14:nvContentPartPr>
              <p14:xfrm>
                <a:off x="9904140" y="5614568"/>
                <a:ext cx="105840" cy="1062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84F3ED8-1433-6A75-8F36-4E80C929D55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895140" y="5605568"/>
                  <a:ext cx="1234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6A40109-4E56-A2F3-331D-3E5A36BC047B}"/>
                    </a:ext>
                  </a:extLst>
                </p14:cNvPr>
                <p14:cNvContentPartPr/>
                <p14:nvPr/>
              </p14:nvContentPartPr>
              <p14:xfrm>
                <a:off x="10245420" y="5464808"/>
                <a:ext cx="319680" cy="151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6A40109-4E56-A2F3-331D-3E5A36BC047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236420" y="5456168"/>
                  <a:ext cx="3373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03A107B-8CFB-B96D-C50E-5EF00FBC9E06}"/>
                    </a:ext>
                  </a:extLst>
                </p14:cNvPr>
                <p14:cNvContentPartPr/>
                <p14:nvPr/>
              </p14:nvContentPartPr>
              <p14:xfrm>
                <a:off x="10592460" y="5572088"/>
                <a:ext cx="47880" cy="54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03A107B-8CFB-B96D-C50E-5EF00FBC9E0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583820" y="5563448"/>
                  <a:ext cx="655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94454E3-F7FB-C6AC-2A88-A4A670040DCA}"/>
                    </a:ext>
                  </a:extLst>
                </p14:cNvPr>
                <p14:cNvContentPartPr/>
                <p14:nvPr/>
              </p14:nvContentPartPr>
              <p14:xfrm>
                <a:off x="10552500" y="5579648"/>
                <a:ext cx="96840" cy="114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94454E3-F7FB-C6AC-2A88-A4A670040DC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543860" y="5571008"/>
                  <a:ext cx="1144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1BF1B1E-B3F2-6524-D80B-192BD40C2BAC}"/>
                    </a:ext>
                  </a:extLst>
                </p14:cNvPr>
                <p14:cNvContentPartPr/>
                <p14:nvPr/>
              </p14:nvContentPartPr>
              <p14:xfrm>
                <a:off x="10099620" y="5464448"/>
                <a:ext cx="140040" cy="114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1BF1B1E-B3F2-6524-D80B-192BD40C2BA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090980" y="5455448"/>
                  <a:ext cx="157680" cy="13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FDDA24B9-C296-3A1C-58D6-4279FDCEB359}"/>
                  </a:ext>
                </a:extLst>
              </p14:cNvPr>
              <p14:cNvContentPartPr/>
              <p14:nvPr/>
            </p14:nvContentPartPr>
            <p14:xfrm>
              <a:off x="8099460" y="5571728"/>
              <a:ext cx="111600" cy="1512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FDDA24B9-C296-3A1C-58D6-4279FDCEB359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090820" y="5563088"/>
                <a:ext cx="129240" cy="3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10755F50-7F3F-8347-FF1E-43B307A4BA67}"/>
              </a:ext>
            </a:extLst>
          </p:cNvPr>
          <p:cNvGrpSpPr/>
          <p:nvPr/>
        </p:nvGrpSpPr>
        <p:grpSpPr>
          <a:xfrm>
            <a:off x="8294580" y="5518088"/>
            <a:ext cx="388440" cy="313560"/>
            <a:chOff x="8294580" y="5518088"/>
            <a:chExt cx="388440" cy="31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0EDC719-A861-7694-3744-95180A1878B0}"/>
                    </a:ext>
                  </a:extLst>
                </p14:cNvPr>
                <p14:cNvContentPartPr/>
                <p14:nvPr/>
              </p14:nvContentPartPr>
              <p14:xfrm>
                <a:off x="8294580" y="5518088"/>
                <a:ext cx="243000" cy="226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0EDC719-A861-7694-3744-95180A1878B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285940" y="5509448"/>
                  <a:ext cx="2606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36E1FBF-8B13-C771-C1ED-ECCEEFBB7575}"/>
                    </a:ext>
                  </a:extLst>
                </p14:cNvPr>
                <p14:cNvContentPartPr/>
                <p14:nvPr/>
              </p14:nvContentPartPr>
              <p14:xfrm>
                <a:off x="8490060" y="5673968"/>
                <a:ext cx="192960" cy="1576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36E1FBF-8B13-C771-C1ED-ECCEEFBB757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481060" y="5664968"/>
                  <a:ext cx="21060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B9F9344-1CB8-2C83-B580-292E4AF5F61F}"/>
              </a:ext>
            </a:extLst>
          </p:cNvPr>
          <p:cNvGrpSpPr/>
          <p:nvPr/>
        </p:nvGrpSpPr>
        <p:grpSpPr>
          <a:xfrm>
            <a:off x="7295580" y="5514848"/>
            <a:ext cx="646200" cy="291960"/>
            <a:chOff x="7295580" y="5514848"/>
            <a:chExt cx="646200" cy="29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5CBD3EA-348E-0E6B-DA1D-D6F271891BAC}"/>
                    </a:ext>
                  </a:extLst>
                </p14:cNvPr>
                <p14:cNvContentPartPr/>
                <p14:nvPr/>
              </p14:nvContentPartPr>
              <p14:xfrm>
                <a:off x="7295580" y="5581448"/>
                <a:ext cx="109080" cy="19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5CBD3EA-348E-0E6B-DA1D-D6F271891BA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286580" y="5572448"/>
                  <a:ext cx="1267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7DBE7C2-02E5-5393-CC93-9582335586C7}"/>
                    </a:ext>
                  </a:extLst>
                </p14:cNvPr>
                <p14:cNvContentPartPr/>
                <p14:nvPr/>
              </p14:nvContentPartPr>
              <p14:xfrm>
                <a:off x="7412940" y="5514848"/>
                <a:ext cx="187560" cy="178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7DBE7C2-02E5-5393-CC93-9582335586C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403940" y="5505848"/>
                  <a:ext cx="2052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A39A03F-9492-D777-78D1-F1F0E3829388}"/>
                    </a:ext>
                  </a:extLst>
                </p14:cNvPr>
                <p14:cNvContentPartPr/>
                <p14:nvPr/>
              </p14:nvContentPartPr>
              <p14:xfrm>
                <a:off x="7611300" y="5562008"/>
                <a:ext cx="217440" cy="1598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A39A03F-9492-D777-78D1-F1F0E382938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602300" y="5553008"/>
                  <a:ext cx="2350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80CB818-8F1B-6989-D93A-7F2AE0C6728F}"/>
                    </a:ext>
                  </a:extLst>
                </p14:cNvPr>
                <p14:cNvContentPartPr/>
                <p14:nvPr/>
              </p14:nvContentPartPr>
              <p14:xfrm>
                <a:off x="7740900" y="5691968"/>
                <a:ext cx="200880" cy="114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80CB818-8F1B-6989-D93A-7F2AE0C6728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732260" y="5682968"/>
                  <a:ext cx="218520" cy="13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97BFFA2-3A67-B5A6-BE89-67E46B7A44A6}"/>
                  </a:ext>
                </a:extLst>
              </p14:cNvPr>
              <p14:cNvContentPartPr/>
              <p14:nvPr/>
            </p14:nvContentPartPr>
            <p14:xfrm>
              <a:off x="1582380" y="4030928"/>
              <a:ext cx="117000" cy="6732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97BFFA2-3A67-B5A6-BE89-67E46B7A44A6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1573740" y="4022288"/>
                <a:ext cx="134640" cy="8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01EDA9E-2BE5-6837-9AD1-D765386D44B4}"/>
              </a:ext>
            </a:extLst>
          </p:cNvPr>
          <p:cNvGrpSpPr/>
          <p:nvPr/>
        </p:nvGrpSpPr>
        <p:grpSpPr>
          <a:xfrm>
            <a:off x="4133700" y="3617648"/>
            <a:ext cx="1143720" cy="324000"/>
            <a:chOff x="4133700" y="3617648"/>
            <a:chExt cx="1143720" cy="32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92D9C3E-C62D-2FBA-210A-F39B1C34B955}"/>
                    </a:ext>
                  </a:extLst>
                </p14:cNvPr>
                <p14:cNvContentPartPr/>
                <p14:nvPr/>
              </p14:nvContentPartPr>
              <p14:xfrm>
                <a:off x="4133700" y="3724208"/>
                <a:ext cx="488160" cy="217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92D9C3E-C62D-2FBA-210A-F39B1C34B95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125060" y="3715208"/>
                  <a:ext cx="5058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FE56CD9-B692-992D-751E-66974D087F83}"/>
                    </a:ext>
                  </a:extLst>
                </p14:cNvPr>
                <p14:cNvContentPartPr/>
                <p14:nvPr/>
              </p14:nvContentPartPr>
              <p14:xfrm>
                <a:off x="4562820" y="3617648"/>
                <a:ext cx="21960" cy="414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FE56CD9-B692-992D-751E-66974D087F8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553820" y="3609008"/>
                  <a:ext cx="396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D53F142-82EF-4293-4226-C7A5CADA3DCE}"/>
                    </a:ext>
                  </a:extLst>
                </p14:cNvPr>
                <p14:cNvContentPartPr/>
                <p14:nvPr/>
              </p14:nvContentPartPr>
              <p14:xfrm>
                <a:off x="4691340" y="3746888"/>
                <a:ext cx="119520" cy="936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D53F142-82EF-4293-4226-C7A5CADA3DC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682700" y="3738248"/>
                  <a:ext cx="1371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7E17DA0-C4FA-B6CF-D4A9-E64859171132}"/>
                    </a:ext>
                  </a:extLst>
                </p14:cNvPr>
                <p14:cNvContentPartPr/>
                <p14:nvPr/>
              </p14:nvContentPartPr>
              <p14:xfrm>
                <a:off x="4891500" y="3618008"/>
                <a:ext cx="140400" cy="2289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7E17DA0-C4FA-B6CF-D4A9-E6485917113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882860" y="3609368"/>
                  <a:ext cx="1580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24E3DD8-47B8-1943-E3A7-178AB5F6EEF5}"/>
                    </a:ext>
                  </a:extLst>
                </p14:cNvPr>
                <p14:cNvContentPartPr/>
                <p14:nvPr/>
              </p14:nvContentPartPr>
              <p14:xfrm>
                <a:off x="5076900" y="3791528"/>
                <a:ext cx="33480" cy="615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24E3DD8-47B8-1943-E3A7-178AB5F6EEF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068260" y="3782888"/>
                  <a:ext cx="511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53573E6-984E-4C95-3D5D-41D29087AB8A}"/>
                    </a:ext>
                  </a:extLst>
                </p14:cNvPr>
                <p14:cNvContentPartPr/>
                <p14:nvPr/>
              </p14:nvContentPartPr>
              <p14:xfrm>
                <a:off x="5056020" y="3637808"/>
                <a:ext cx="20160" cy="439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53573E6-984E-4C95-3D5D-41D29087AB8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047020" y="3629168"/>
                  <a:ext cx="378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D5447F2-2E87-FB08-C933-6E41DAEDF820}"/>
                    </a:ext>
                  </a:extLst>
                </p14:cNvPr>
                <p14:cNvContentPartPr/>
                <p14:nvPr/>
              </p14:nvContentPartPr>
              <p14:xfrm>
                <a:off x="5161140" y="3724208"/>
                <a:ext cx="116280" cy="1033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D5447F2-2E87-FB08-C933-6E41DAEDF82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152140" y="3715568"/>
                  <a:ext cx="13392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CAA53331-084E-F2C7-8AD2-CF52D2789FA1}"/>
              </a:ext>
            </a:extLst>
          </p:cNvPr>
          <p:cNvGrpSpPr/>
          <p:nvPr/>
        </p:nvGrpSpPr>
        <p:grpSpPr>
          <a:xfrm>
            <a:off x="5565060" y="3595688"/>
            <a:ext cx="1002240" cy="345960"/>
            <a:chOff x="5565060" y="3595688"/>
            <a:chExt cx="1002240" cy="34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1F350D2-668D-DE20-5F40-A31332EDD501}"/>
                    </a:ext>
                  </a:extLst>
                </p14:cNvPr>
                <p14:cNvContentPartPr/>
                <p14:nvPr/>
              </p14:nvContentPartPr>
              <p14:xfrm>
                <a:off x="5565060" y="3711248"/>
                <a:ext cx="398880" cy="2304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1F350D2-668D-DE20-5F40-A31332EDD50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556420" y="3702248"/>
                  <a:ext cx="4165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117F1B3-1B1E-5DAF-7753-401105A1A913}"/>
                    </a:ext>
                  </a:extLst>
                </p14:cNvPr>
                <p14:cNvContentPartPr/>
                <p14:nvPr/>
              </p14:nvContentPartPr>
              <p14:xfrm>
                <a:off x="5908860" y="3616208"/>
                <a:ext cx="5400" cy="453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117F1B3-1B1E-5DAF-7753-401105A1A913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900220" y="3607208"/>
                  <a:ext cx="230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377C5A4-5A67-70D9-D849-25DD3CE54554}"/>
                    </a:ext>
                  </a:extLst>
                </p14:cNvPr>
                <p14:cNvContentPartPr/>
                <p14:nvPr/>
              </p14:nvContentPartPr>
              <p14:xfrm>
                <a:off x="6014700" y="3737168"/>
                <a:ext cx="97920" cy="630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377C5A4-5A67-70D9-D849-25DD3CE5455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005700" y="3728168"/>
                  <a:ext cx="1155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589DB30-3470-92A3-F7CC-040911F2C58E}"/>
                    </a:ext>
                  </a:extLst>
                </p14:cNvPr>
                <p14:cNvContentPartPr/>
                <p14:nvPr/>
              </p14:nvContentPartPr>
              <p14:xfrm>
                <a:off x="6162660" y="3595688"/>
                <a:ext cx="101520" cy="2343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589DB30-3470-92A3-F7CC-040911F2C58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154020" y="3586688"/>
                  <a:ext cx="1191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1B736A2-6750-6B26-543F-B276B9AC9C80}"/>
                    </a:ext>
                  </a:extLst>
                </p14:cNvPr>
                <p14:cNvContentPartPr/>
                <p14:nvPr/>
              </p14:nvContentPartPr>
              <p14:xfrm>
                <a:off x="6459660" y="3675248"/>
                <a:ext cx="77400" cy="1749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1B736A2-6750-6B26-543F-B276B9AC9C8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450660" y="3666608"/>
                  <a:ext cx="950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B4365AE-AE9D-5ABC-42BD-DA43A6256755}"/>
                    </a:ext>
                  </a:extLst>
                </p14:cNvPr>
                <p14:cNvContentPartPr/>
                <p14:nvPr/>
              </p14:nvContentPartPr>
              <p14:xfrm>
                <a:off x="6384420" y="3634208"/>
                <a:ext cx="182880" cy="280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B4365AE-AE9D-5ABC-42BD-DA43A625675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375420" y="3625208"/>
                  <a:ext cx="20052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935206EE-3341-C5A6-E5C5-D2D2E5CC3D0B}"/>
              </a:ext>
            </a:extLst>
          </p:cNvPr>
          <p:cNvGrpSpPr/>
          <p:nvPr/>
        </p:nvGrpSpPr>
        <p:grpSpPr>
          <a:xfrm>
            <a:off x="5497380" y="6161048"/>
            <a:ext cx="144000" cy="79200"/>
            <a:chOff x="5497380" y="6161048"/>
            <a:chExt cx="144000" cy="7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923A86BF-E31C-7121-4FC0-88ED28FC5E96}"/>
                    </a:ext>
                  </a:extLst>
                </p14:cNvPr>
                <p14:cNvContentPartPr/>
                <p14:nvPr/>
              </p14:nvContentPartPr>
              <p14:xfrm>
                <a:off x="5503860" y="6215768"/>
                <a:ext cx="137520" cy="244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923A86BF-E31C-7121-4FC0-88ED28FC5E9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494860" y="6206768"/>
                  <a:ext cx="1551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5EB264C-EC92-03F8-3C4F-93716C5D4036}"/>
                    </a:ext>
                  </a:extLst>
                </p14:cNvPr>
                <p14:cNvContentPartPr/>
                <p14:nvPr/>
              </p14:nvContentPartPr>
              <p14:xfrm>
                <a:off x="5497380" y="6161048"/>
                <a:ext cx="137520" cy="75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5EB264C-EC92-03F8-3C4F-93716C5D403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488740" y="6152408"/>
                  <a:ext cx="155160" cy="2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3867510E-2DCC-150D-6711-4A30094EBD0E}"/>
                  </a:ext>
                </a:extLst>
              </p14:cNvPr>
              <p14:cNvContentPartPr/>
              <p14:nvPr/>
            </p14:nvContentPartPr>
            <p14:xfrm>
              <a:off x="5925780" y="5942888"/>
              <a:ext cx="368280" cy="28260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3867510E-2DCC-150D-6711-4A30094EBD0E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5916780" y="5934248"/>
                <a:ext cx="385920" cy="30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6" name="Group 245">
            <a:extLst>
              <a:ext uri="{FF2B5EF4-FFF2-40B4-BE49-F238E27FC236}">
                <a16:creationId xmlns:a16="http://schemas.microsoft.com/office/drawing/2014/main" id="{DC6F158F-715F-6E40-CD40-7CE2075EB582}"/>
              </a:ext>
            </a:extLst>
          </p:cNvPr>
          <p:cNvGrpSpPr/>
          <p:nvPr/>
        </p:nvGrpSpPr>
        <p:grpSpPr>
          <a:xfrm>
            <a:off x="6060780" y="6337808"/>
            <a:ext cx="204480" cy="201960"/>
            <a:chOff x="6060780" y="6337808"/>
            <a:chExt cx="204480" cy="20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9A175029-E539-043C-603B-CD9552910764}"/>
                    </a:ext>
                  </a:extLst>
                </p14:cNvPr>
                <p14:cNvContentPartPr/>
                <p14:nvPr/>
              </p14:nvContentPartPr>
              <p14:xfrm>
                <a:off x="6060780" y="6337808"/>
                <a:ext cx="41040" cy="2019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9A175029-E539-043C-603B-CD955291076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052140" y="6328808"/>
                  <a:ext cx="586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4137EE57-74FF-D19D-1B0C-720C6809D4CE}"/>
                    </a:ext>
                  </a:extLst>
                </p14:cNvPr>
                <p14:cNvContentPartPr/>
                <p14:nvPr/>
              </p14:nvContentPartPr>
              <p14:xfrm>
                <a:off x="6104340" y="6461288"/>
                <a:ext cx="160920" cy="687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4137EE57-74FF-D19D-1B0C-720C6809D4C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095340" y="6452648"/>
                  <a:ext cx="17856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2D1DEB26-72B5-343E-0E9B-F58419C884FA}"/>
              </a:ext>
            </a:extLst>
          </p:cNvPr>
          <p:cNvGrpSpPr/>
          <p:nvPr/>
        </p:nvGrpSpPr>
        <p:grpSpPr>
          <a:xfrm>
            <a:off x="6600780" y="5959448"/>
            <a:ext cx="776880" cy="378360"/>
            <a:chOff x="6600780" y="5959448"/>
            <a:chExt cx="776880" cy="37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8066AFF3-4D90-AEB9-C024-1AF728279A45}"/>
                    </a:ext>
                  </a:extLst>
                </p14:cNvPr>
                <p14:cNvContentPartPr/>
                <p14:nvPr/>
              </p14:nvContentPartPr>
              <p14:xfrm>
                <a:off x="6600780" y="5993288"/>
                <a:ext cx="215640" cy="28512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8066AFF3-4D90-AEB9-C024-1AF728279A4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591780" y="5984288"/>
                  <a:ext cx="2332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56DA364-FDD3-8279-D194-AAF2C4D07044}"/>
                    </a:ext>
                  </a:extLst>
                </p14:cNvPr>
                <p14:cNvContentPartPr/>
                <p14:nvPr/>
              </p14:nvContentPartPr>
              <p14:xfrm>
                <a:off x="6608340" y="6282008"/>
                <a:ext cx="27000" cy="5580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56DA364-FDD3-8279-D194-AAF2C4D07044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599700" y="6273008"/>
                  <a:ext cx="446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1D17E80-DFCC-1D4C-E06B-08D123D345D1}"/>
                    </a:ext>
                  </a:extLst>
                </p14:cNvPr>
                <p14:cNvContentPartPr/>
                <p14:nvPr/>
              </p14:nvContentPartPr>
              <p14:xfrm>
                <a:off x="6707700" y="5959448"/>
                <a:ext cx="58680" cy="986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1D17E80-DFCC-1D4C-E06B-08D123D345D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699060" y="5950448"/>
                  <a:ext cx="763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73D49432-2E20-7E0E-3043-43A4844391E3}"/>
                    </a:ext>
                  </a:extLst>
                </p14:cNvPr>
                <p14:cNvContentPartPr/>
                <p14:nvPr/>
              </p14:nvContentPartPr>
              <p14:xfrm>
                <a:off x="6881220" y="5994368"/>
                <a:ext cx="171720" cy="33948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73D49432-2E20-7E0E-3043-43A4844391E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872580" y="5985368"/>
                  <a:ext cx="18936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369DBBAE-1BE0-495C-8154-172E67C56420}"/>
                    </a:ext>
                  </a:extLst>
                </p14:cNvPr>
                <p14:cNvContentPartPr/>
                <p14:nvPr/>
              </p14:nvContentPartPr>
              <p14:xfrm>
                <a:off x="7035660" y="6019568"/>
                <a:ext cx="78480" cy="2271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369DBBAE-1BE0-495C-8154-172E67C5642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027020" y="6010928"/>
                  <a:ext cx="961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39129B3A-13CB-F76C-C80F-4EA85230B02D}"/>
                    </a:ext>
                  </a:extLst>
                </p14:cNvPr>
                <p14:cNvContentPartPr/>
                <p14:nvPr/>
              </p14:nvContentPartPr>
              <p14:xfrm>
                <a:off x="7106940" y="6168248"/>
                <a:ext cx="140040" cy="6912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39129B3A-13CB-F76C-C80F-4EA85230B02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097940" y="6159608"/>
                  <a:ext cx="1576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D8FCB763-B61A-85B1-AD13-F3A416D01120}"/>
                    </a:ext>
                  </a:extLst>
                </p14:cNvPr>
                <p14:cNvContentPartPr/>
                <p14:nvPr/>
              </p14:nvContentPartPr>
              <p14:xfrm>
                <a:off x="7196580" y="5966648"/>
                <a:ext cx="181080" cy="35280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D8FCB763-B61A-85B1-AD13-F3A416D01120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187580" y="5957648"/>
                  <a:ext cx="198720" cy="37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2147552B-B9C7-2D73-5764-C08893771B6D}"/>
              </a:ext>
            </a:extLst>
          </p:cNvPr>
          <p:cNvGrpSpPr/>
          <p:nvPr/>
        </p:nvGrpSpPr>
        <p:grpSpPr>
          <a:xfrm>
            <a:off x="7534620" y="6062408"/>
            <a:ext cx="350640" cy="166680"/>
            <a:chOff x="7534620" y="6062408"/>
            <a:chExt cx="350640" cy="16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383065F-7686-3275-41ED-79FDA41E2158}"/>
                    </a:ext>
                  </a:extLst>
                </p14:cNvPr>
                <p14:cNvContentPartPr/>
                <p14:nvPr/>
              </p14:nvContentPartPr>
              <p14:xfrm>
                <a:off x="7534620" y="6062408"/>
                <a:ext cx="176760" cy="1666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383065F-7686-3275-41ED-79FDA41E215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525980" y="6053408"/>
                  <a:ext cx="194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B3CB1E3E-3A94-15E3-80E1-6040B4F82578}"/>
                    </a:ext>
                  </a:extLst>
                </p14:cNvPr>
                <p14:cNvContentPartPr/>
                <p14:nvPr/>
              </p14:nvContentPartPr>
              <p14:xfrm>
                <a:off x="7776540" y="6135488"/>
                <a:ext cx="43200" cy="846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B3CB1E3E-3A94-15E3-80E1-6040B4F8257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767900" y="6126848"/>
                  <a:ext cx="608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72C71F40-C764-8D24-4206-D936851E6D86}"/>
                    </a:ext>
                  </a:extLst>
                </p14:cNvPr>
                <p14:cNvContentPartPr/>
                <p14:nvPr/>
              </p14:nvContentPartPr>
              <p14:xfrm>
                <a:off x="7844580" y="6143408"/>
                <a:ext cx="40680" cy="792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72C71F40-C764-8D24-4206-D936851E6D86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835580" y="6134768"/>
                  <a:ext cx="583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DA5258AB-B361-B21B-9F6F-A0F1A6A8439E}"/>
                    </a:ext>
                  </a:extLst>
                </p14:cNvPr>
                <p14:cNvContentPartPr/>
                <p14:nvPr/>
              </p14:nvContentPartPr>
              <p14:xfrm>
                <a:off x="7709940" y="6081488"/>
                <a:ext cx="159120" cy="2016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DA5258AB-B361-B21B-9F6F-A0F1A6A8439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701300" y="6072488"/>
                  <a:ext cx="17676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9A1907A7-46B5-CD88-994E-B9ADF4D110FC}"/>
              </a:ext>
            </a:extLst>
          </p:cNvPr>
          <p:cNvGrpSpPr/>
          <p:nvPr/>
        </p:nvGrpSpPr>
        <p:grpSpPr>
          <a:xfrm>
            <a:off x="8140140" y="5868008"/>
            <a:ext cx="2207160" cy="513360"/>
            <a:chOff x="8140140" y="5868008"/>
            <a:chExt cx="2207160" cy="51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D7749E98-3C84-E12D-61AE-D9EE575F25BD}"/>
                    </a:ext>
                  </a:extLst>
                </p14:cNvPr>
                <p14:cNvContentPartPr/>
                <p14:nvPr/>
              </p14:nvContentPartPr>
              <p14:xfrm>
                <a:off x="8140140" y="5968448"/>
                <a:ext cx="183600" cy="3052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D7749E98-3C84-E12D-61AE-D9EE575F25B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131500" y="5959808"/>
                  <a:ext cx="2012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54330C1C-1483-1289-C84F-7969C988A656}"/>
                    </a:ext>
                  </a:extLst>
                </p14:cNvPr>
                <p14:cNvContentPartPr/>
                <p14:nvPr/>
              </p14:nvContentPartPr>
              <p14:xfrm>
                <a:off x="8454060" y="5948288"/>
                <a:ext cx="137880" cy="3524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54330C1C-1483-1289-C84F-7969C988A65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445420" y="5939648"/>
                  <a:ext cx="15552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47B0C299-B74B-FEF3-8CAE-7CDD30256C59}"/>
                    </a:ext>
                  </a:extLst>
                </p14:cNvPr>
                <p14:cNvContentPartPr/>
                <p14:nvPr/>
              </p14:nvContentPartPr>
              <p14:xfrm>
                <a:off x="8590140" y="6023528"/>
                <a:ext cx="327240" cy="20340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47B0C299-B74B-FEF3-8CAE-7CDD30256C5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581140" y="6014528"/>
                  <a:ext cx="3448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126213A-75EB-CE69-99A6-49209A7D16E1}"/>
                    </a:ext>
                  </a:extLst>
                </p14:cNvPr>
                <p14:cNvContentPartPr/>
                <p14:nvPr/>
              </p14:nvContentPartPr>
              <p14:xfrm>
                <a:off x="9049500" y="6084008"/>
                <a:ext cx="127080" cy="68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126213A-75EB-CE69-99A6-49209A7D16E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040860" y="6075368"/>
                  <a:ext cx="1447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8772065E-2B53-C65F-7F9A-1D7E2D26CC18}"/>
                    </a:ext>
                  </a:extLst>
                </p14:cNvPr>
                <p14:cNvContentPartPr/>
                <p14:nvPr/>
              </p14:nvContentPartPr>
              <p14:xfrm>
                <a:off x="9369180" y="5918408"/>
                <a:ext cx="146880" cy="11196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8772065E-2B53-C65F-7F9A-1D7E2D26CC18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360180" y="5909768"/>
                  <a:ext cx="1645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8137AB7-4C5B-D45B-DAE9-27F1ACECF902}"/>
                    </a:ext>
                  </a:extLst>
                </p14:cNvPr>
                <p14:cNvContentPartPr/>
                <p14:nvPr/>
              </p14:nvContentPartPr>
              <p14:xfrm>
                <a:off x="9595980" y="5956568"/>
                <a:ext cx="57960" cy="705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8137AB7-4C5B-D45B-DAE9-27F1ACECF90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586980" y="5947568"/>
                  <a:ext cx="756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81DB886-32AA-DA6C-E92A-59769001A967}"/>
                    </a:ext>
                  </a:extLst>
                </p14:cNvPr>
                <p14:cNvContentPartPr/>
                <p14:nvPr/>
              </p14:nvContentPartPr>
              <p14:xfrm>
                <a:off x="9654660" y="5957648"/>
                <a:ext cx="60120" cy="7884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81DB886-32AA-DA6C-E92A-59769001A967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646020" y="5948648"/>
                  <a:ext cx="777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6ACD89D9-ACED-1EC6-7D86-027190BE0DB2}"/>
                    </a:ext>
                  </a:extLst>
                </p14:cNvPr>
                <p14:cNvContentPartPr/>
                <p14:nvPr/>
              </p14:nvContentPartPr>
              <p14:xfrm>
                <a:off x="9575460" y="5923808"/>
                <a:ext cx="150120" cy="162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6ACD89D9-ACED-1EC6-7D86-027190BE0DB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566820" y="5914808"/>
                  <a:ext cx="1677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7321231C-441E-EC8C-FA24-19742E0E4BDD}"/>
                    </a:ext>
                  </a:extLst>
                </p14:cNvPr>
                <p14:cNvContentPartPr/>
                <p14:nvPr/>
              </p14:nvContentPartPr>
              <p14:xfrm>
                <a:off x="9776700" y="5868008"/>
                <a:ext cx="70200" cy="1454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7321231C-441E-EC8C-FA24-19742E0E4BDD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768060" y="5859008"/>
                  <a:ext cx="878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CB3A8F50-4A74-48F9-B16F-794393E272F4}"/>
                    </a:ext>
                  </a:extLst>
                </p14:cNvPr>
                <p14:cNvContentPartPr/>
                <p14:nvPr/>
              </p14:nvContentPartPr>
              <p14:xfrm>
                <a:off x="9851580" y="5956928"/>
                <a:ext cx="148680" cy="460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CB3A8F50-4A74-48F9-B16F-794393E272F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842940" y="5948288"/>
                  <a:ext cx="1663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0A7F6401-3E90-EDB5-F8AC-9BE16E592D85}"/>
                    </a:ext>
                  </a:extLst>
                </p14:cNvPr>
                <p14:cNvContentPartPr/>
                <p14:nvPr/>
              </p14:nvContentPartPr>
              <p14:xfrm>
                <a:off x="9445140" y="6142328"/>
                <a:ext cx="560520" cy="223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0A7F6401-3E90-EDB5-F8AC-9BE16E592D85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436500" y="6133688"/>
                  <a:ext cx="578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0AE6C6A3-491C-882F-2AB3-31A73BFFB7DB}"/>
                    </a:ext>
                  </a:extLst>
                </p14:cNvPr>
                <p14:cNvContentPartPr/>
                <p14:nvPr/>
              </p14:nvContentPartPr>
              <p14:xfrm>
                <a:off x="9732780" y="6272648"/>
                <a:ext cx="55080" cy="10872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0AE6C6A3-491C-882F-2AB3-31A73BFFB7DB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723780" y="6264008"/>
                  <a:ext cx="727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9A229908-D533-9333-05CD-754BADBFDE1C}"/>
                    </a:ext>
                  </a:extLst>
                </p14:cNvPr>
                <p14:cNvContentPartPr/>
                <p14:nvPr/>
              </p14:nvContentPartPr>
              <p14:xfrm>
                <a:off x="9643860" y="6261848"/>
                <a:ext cx="188640" cy="1332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9A229908-D533-9333-05CD-754BADBFDE1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635220" y="6252848"/>
                  <a:ext cx="2062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4F931FAD-ADD0-CC0C-715B-B9A37B8F6162}"/>
                    </a:ext>
                  </a:extLst>
                </p14:cNvPr>
                <p14:cNvContentPartPr/>
                <p14:nvPr/>
              </p14:nvContentPartPr>
              <p14:xfrm>
                <a:off x="10167660" y="5964488"/>
                <a:ext cx="179640" cy="32112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4F931FAD-ADD0-CC0C-715B-B9A37B8F616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158660" y="5955848"/>
                  <a:ext cx="197280" cy="33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6D3B138C-AF4B-B943-8AB8-EA6FACA3AA25}"/>
              </a:ext>
            </a:extLst>
          </p:cNvPr>
          <p:cNvGrpSpPr/>
          <p:nvPr/>
        </p:nvGrpSpPr>
        <p:grpSpPr>
          <a:xfrm>
            <a:off x="9432180" y="6488648"/>
            <a:ext cx="272520" cy="102240"/>
            <a:chOff x="9432180" y="6488648"/>
            <a:chExt cx="272520" cy="10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8713BD5C-FC5A-6717-AD3C-9E92EF2E9EA7}"/>
                    </a:ext>
                  </a:extLst>
                </p14:cNvPr>
                <p14:cNvContentPartPr/>
                <p14:nvPr/>
              </p14:nvContentPartPr>
              <p14:xfrm>
                <a:off x="9432180" y="6497648"/>
                <a:ext cx="160200" cy="9324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8713BD5C-FC5A-6717-AD3C-9E92EF2E9EA7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423180" y="6488648"/>
                  <a:ext cx="1778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AF85967C-33E9-7C4C-C780-84745BEA22D4}"/>
                    </a:ext>
                  </a:extLst>
                </p14:cNvPr>
                <p14:cNvContentPartPr/>
                <p14:nvPr/>
              </p14:nvContentPartPr>
              <p14:xfrm>
                <a:off x="9544140" y="6488648"/>
                <a:ext cx="160560" cy="5472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AF85967C-33E9-7C4C-C780-84745BEA22D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535140" y="6479648"/>
                  <a:ext cx="1782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B7F8481B-F9AF-4DBF-D79B-61D1F9DEDEC9}"/>
                    </a:ext>
                  </a:extLst>
                </p14:cNvPr>
                <p14:cNvContentPartPr/>
                <p14:nvPr/>
              </p14:nvContentPartPr>
              <p14:xfrm>
                <a:off x="9622980" y="6497648"/>
                <a:ext cx="61560" cy="9144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B7F8481B-F9AF-4DBF-D79B-61D1F9DEDEC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614340" y="6488648"/>
                  <a:ext cx="7920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BDF0621C-2D4C-ED6F-D4D3-54E76C689F62}"/>
              </a:ext>
            </a:extLst>
          </p:cNvPr>
          <p:cNvGrpSpPr/>
          <p:nvPr/>
        </p:nvGrpSpPr>
        <p:grpSpPr>
          <a:xfrm>
            <a:off x="8672580" y="6480728"/>
            <a:ext cx="629640" cy="268920"/>
            <a:chOff x="8672580" y="6480728"/>
            <a:chExt cx="629640" cy="26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CCACB5F9-7467-79BE-EE00-1F96FF366706}"/>
                    </a:ext>
                  </a:extLst>
                </p14:cNvPr>
                <p14:cNvContentPartPr/>
                <p14:nvPr/>
              </p14:nvContentPartPr>
              <p14:xfrm>
                <a:off x="8672580" y="6480728"/>
                <a:ext cx="32760" cy="20880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CCACB5F9-7467-79BE-EE00-1F96FF36670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663580" y="6471728"/>
                  <a:ext cx="504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DA7C2791-924E-E8FD-56AF-A3D3660AC33A}"/>
                    </a:ext>
                  </a:extLst>
                </p14:cNvPr>
                <p14:cNvContentPartPr/>
                <p14:nvPr/>
              </p14:nvContentPartPr>
              <p14:xfrm>
                <a:off x="8760060" y="6625808"/>
                <a:ext cx="109800" cy="7272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DA7C2791-924E-E8FD-56AF-A3D3660AC33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751060" y="6617168"/>
                  <a:ext cx="1274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8CF29601-3416-B8A4-D1B3-D07341CFD7E4}"/>
                    </a:ext>
                  </a:extLst>
                </p14:cNvPr>
                <p14:cNvContentPartPr/>
                <p14:nvPr/>
              </p14:nvContentPartPr>
              <p14:xfrm>
                <a:off x="8959860" y="6541568"/>
                <a:ext cx="203040" cy="13860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8CF29601-3416-B8A4-D1B3-D07341CFD7E4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951220" y="6532568"/>
                  <a:ext cx="2206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A7A886EC-C2CE-F2A6-691F-4F3CB14766F8}"/>
                    </a:ext>
                  </a:extLst>
                </p14:cNvPr>
                <p14:cNvContentPartPr/>
                <p14:nvPr/>
              </p14:nvContentPartPr>
              <p14:xfrm>
                <a:off x="9178020" y="6645968"/>
                <a:ext cx="124200" cy="10368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A7A886EC-C2CE-F2A6-691F-4F3CB14766F8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169020" y="6637328"/>
                  <a:ext cx="141840" cy="12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EBF84BE4-7EEA-B04D-07ED-44BA355A7D4E}"/>
                  </a:ext>
                </a:extLst>
              </p14:cNvPr>
              <p14:cNvContentPartPr/>
              <p14:nvPr/>
            </p14:nvContentPartPr>
            <p14:xfrm>
              <a:off x="6259500" y="974888"/>
              <a:ext cx="5056920" cy="5244120"/>
            </p14:xfrm>
          </p:contentPart>
        </mc:Choice>
        <mc:Fallback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EBF84BE4-7EEA-B04D-07ED-44BA355A7D4E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6250860" y="965888"/>
                <a:ext cx="5074560" cy="526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3" name="Group 292">
            <a:extLst>
              <a:ext uri="{FF2B5EF4-FFF2-40B4-BE49-F238E27FC236}">
                <a16:creationId xmlns:a16="http://schemas.microsoft.com/office/drawing/2014/main" id="{0E5851A9-61E3-D7C7-717B-B707A26C1226}"/>
              </a:ext>
            </a:extLst>
          </p:cNvPr>
          <p:cNvGrpSpPr/>
          <p:nvPr/>
        </p:nvGrpSpPr>
        <p:grpSpPr>
          <a:xfrm>
            <a:off x="7021980" y="1001888"/>
            <a:ext cx="150480" cy="77760"/>
            <a:chOff x="7021980" y="1001888"/>
            <a:chExt cx="150480" cy="7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B442DE9E-788B-87DF-F5A0-CD18BD11ACB6}"/>
                    </a:ext>
                  </a:extLst>
                </p14:cNvPr>
                <p14:cNvContentPartPr/>
                <p14:nvPr/>
              </p14:nvContentPartPr>
              <p14:xfrm>
                <a:off x="7021980" y="1063448"/>
                <a:ext cx="143280" cy="1620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B442DE9E-788B-87DF-F5A0-CD18BD11ACB6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013340" y="1054448"/>
                  <a:ext cx="1609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5A2CFFD4-FB62-4445-B4C0-C459754AE6FE}"/>
                    </a:ext>
                  </a:extLst>
                </p14:cNvPr>
                <p14:cNvContentPartPr/>
                <p14:nvPr/>
              </p14:nvContentPartPr>
              <p14:xfrm>
                <a:off x="7058340" y="1001888"/>
                <a:ext cx="114120" cy="972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5A2CFFD4-FB62-4445-B4C0-C459754AE6F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049700" y="993248"/>
                  <a:ext cx="13176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B2683361-70CD-E412-AA66-033BF0C524C9}"/>
              </a:ext>
            </a:extLst>
          </p:cNvPr>
          <p:cNvGrpSpPr/>
          <p:nvPr/>
        </p:nvGrpSpPr>
        <p:grpSpPr>
          <a:xfrm>
            <a:off x="7459740" y="763568"/>
            <a:ext cx="358920" cy="131400"/>
            <a:chOff x="7459740" y="763568"/>
            <a:chExt cx="358920" cy="13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0BF5D7CC-F7E2-E96B-7D42-B8B9ADC4C6D3}"/>
                    </a:ext>
                  </a:extLst>
                </p14:cNvPr>
                <p14:cNvContentPartPr/>
                <p14:nvPr/>
              </p14:nvContentPartPr>
              <p14:xfrm>
                <a:off x="7459740" y="794528"/>
                <a:ext cx="137880" cy="9108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0BF5D7CC-F7E2-E96B-7D42-B8B9ADC4C6D3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450740" y="785888"/>
                  <a:ext cx="155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930EDCBF-C179-DF44-4078-23DAA2263B3C}"/>
                    </a:ext>
                  </a:extLst>
                </p14:cNvPr>
                <p14:cNvContentPartPr/>
                <p14:nvPr/>
              </p14:nvContentPartPr>
              <p14:xfrm>
                <a:off x="7689060" y="822608"/>
                <a:ext cx="53280" cy="7236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930EDCBF-C179-DF44-4078-23DAA2263B3C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680060" y="813608"/>
                  <a:ext cx="709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73C50A55-CE37-E3DE-F55B-9056BA41F950}"/>
                    </a:ext>
                  </a:extLst>
                </p14:cNvPr>
                <p14:cNvContentPartPr/>
                <p14:nvPr/>
              </p14:nvContentPartPr>
              <p14:xfrm>
                <a:off x="7765740" y="821528"/>
                <a:ext cx="52920" cy="6300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73C50A55-CE37-E3DE-F55B-9056BA41F95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757100" y="812888"/>
                  <a:ext cx="705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DA4AF1B7-776B-37BC-D322-4CCBBCD41685}"/>
                    </a:ext>
                  </a:extLst>
                </p14:cNvPr>
                <p14:cNvContentPartPr/>
                <p14:nvPr/>
              </p14:nvContentPartPr>
              <p14:xfrm>
                <a:off x="7648020" y="763568"/>
                <a:ext cx="169920" cy="2232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DA4AF1B7-776B-37BC-D322-4CCBBCD41685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639020" y="754928"/>
                  <a:ext cx="18756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D5412D59-0273-D992-8F83-B8DEB2F060A9}"/>
              </a:ext>
            </a:extLst>
          </p:cNvPr>
          <p:cNvGrpSpPr/>
          <p:nvPr/>
        </p:nvGrpSpPr>
        <p:grpSpPr>
          <a:xfrm>
            <a:off x="7554780" y="982088"/>
            <a:ext cx="299520" cy="252720"/>
            <a:chOff x="7554780" y="982088"/>
            <a:chExt cx="299520" cy="25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5866A1B8-A3BF-AB9E-DCD9-FED2594805E4}"/>
                    </a:ext>
                  </a:extLst>
                </p14:cNvPr>
                <p14:cNvContentPartPr/>
                <p14:nvPr/>
              </p14:nvContentPartPr>
              <p14:xfrm>
                <a:off x="7554780" y="982088"/>
                <a:ext cx="299520" cy="4068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5866A1B8-A3BF-AB9E-DCD9-FED2594805E4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545780" y="973088"/>
                  <a:ext cx="3171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36423D36-A027-6533-3383-BC143CA629F0}"/>
                    </a:ext>
                  </a:extLst>
                </p14:cNvPr>
                <p14:cNvContentPartPr/>
                <p14:nvPr/>
              </p14:nvContentPartPr>
              <p14:xfrm>
                <a:off x="7709220" y="1122128"/>
                <a:ext cx="39240" cy="11268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36423D36-A027-6533-3383-BC143CA629F0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700220" y="1113488"/>
                  <a:ext cx="568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CE960941-5DBC-7938-E192-E06F2F89EFDD}"/>
                    </a:ext>
                  </a:extLst>
                </p14:cNvPr>
                <p14:cNvContentPartPr/>
                <p14:nvPr/>
              </p14:nvContentPartPr>
              <p14:xfrm>
                <a:off x="7584660" y="1081448"/>
                <a:ext cx="210600" cy="1296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CE960941-5DBC-7938-E192-E06F2F89EFDD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575660" y="1072808"/>
                  <a:ext cx="22824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AA59A425-A8D7-8A88-AFCA-BC29C6DDA183}"/>
              </a:ext>
            </a:extLst>
          </p:cNvPr>
          <p:cNvGrpSpPr/>
          <p:nvPr/>
        </p:nvGrpSpPr>
        <p:grpSpPr>
          <a:xfrm>
            <a:off x="8134380" y="826928"/>
            <a:ext cx="383040" cy="411480"/>
            <a:chOff x="8134380" y="826928"/>
            <a:chExt cx="383040" cy="41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D4399B08-BA4D-A824-B850-4B866F6ED74B}"/>
                    </a:ext>
                  </a:extLst>
                </p14:cNvPr>
                <p14:cNvContentPartPr/>
                <p14:nvPr/>
              </p14:nvContentPartPr>
              <p14:xfrm>
                <a:off x="8134380" y="826928"/>
                <a:ext cx="383040" cy="18000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D4399B08-BA4D-A824-B850-4B866F6ED74B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125740" y="817928"/>
                  <a:ext cx="4006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8B0DE1E6-8794-EA72-9637-EEA73B8F09A3}"/>
                    </a:ext>
                  </a:extLst>
                </p14:cNvPr>
                <p14:cNvContentPartPr/>
                <p14:nvPr/>
              </p14:nvContentPartPr>
              <p14:xfrm>
                <a:off x="8294580" y="1071368"/>
                <a:ext cx="42840" cy="16704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8B0DE1E6-8794-EA72-9637-EEA73B8F09A3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285940" y="1062368"/>
                  <a:ext cx="604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65153D57-8FA4-074D-55ED-85BCC88E4B30}"/>
                    </a:ext>
                  </a:extLst>
                </p14:cNvPr>
                <p14:cNvContentPartPr/>
                <p14:nvPr/>
              </p14:nvContentPartPr>
              <p14:xfrm>
                <a:off x="8375940" y="1167128"/>
                <a:ext cx="133920" cy="3960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65153D57-8FA4-074D-55ED-85BCC88E4B3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366940" y="1158128"/>
                  <a:ext cx="15156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56336D4B-7A6F-F451-EC93-ACA49852E87E}"/>
              </a:ext>
            </a:extLst>
          </p:cNvPr>
          <p:cNvGrpSpPr/>
          <p:nvPr/>
        </p:nvGrpSpPr>
        <p:grpSpPr>
          <a:xfrm>
            <a:off x="8898300" y="778328"/>
            <a:ext cx="975960" cy="275400"/>
            <a:chOff x="8898300" y="778328"/>
            <a:chExt cx="975960" cy="27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8FE68138-4410-30ED-D491-F8CE4B4092E8}"/>
                    </a:ext>
                  </a:extLst>
                </p14:cNvPr>
                <p14:cNvContentPartPr/>
                <p14:nvPr/>
              </p14:nvContentPartPr>
              <p14:xfrm>
                <a:off x="8898300" y="819368"/>
                <a:ext cx="145440" cy="19908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8FE68138-4410-30ED-D491-F8CE4B4092E8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8889300" y="810728"/>
                  <a:ext cx="1630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79E72A2A-B0C0-5FBB-CC0A-C712B9C8B68B}"/>
                    </a:ext>
                  </a:extLst>
                </p14:cNvPr>
                <p14:cNvContentPartPr/>
                <p14:nvPr/>
              </p14:nvContentPartPr>
              <p14:xfrm>
                <a:off x="9196020" y="778328"/>
                <a:ext cx="89280" cy="27540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79E72A2A-B0C0-5FBB-CC0A-C712B9C8B68B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187380" y="769328"/>
                  <a:ext cx="1069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FD13A9FF-809E-CAC1-F61B-C3E9BA33032C}"/>
                    </a:ext>
                  </a:extLst>
                </p14:cNvPr>
                <p14:cNvContentPartPr/>
                <p14:nvPr/>
              </p14:nvContentPartPr>
              <p14:xfrm>
                <a:off x="9365580" y="838448"/>
                <a:ext cx="232200" cy="17496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FD13A9FF-809E-CAC1-F61B-C3E9BA33032C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356580" y="829808"/>
                  <a:ext cx="249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169133A9-6329-3DFD-682A-D6D35E6FC0FC}"/>
                    </a:ext>
                  </a:extLst>
                </p14:cNvPr>
                <p14:cNvContentPartPr/>
                <p14:nvPr/>
              </p14:nvContentPartPr>
              <p14:xfrm>
                <a:off x="9748980" y="933488"/>
                <a:ext cx="125280" cy="1476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169133A9-6329-3DFD-682A-D6D35E6FC0FC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740340" y="924488"/>
                  <a:ext cx="14292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8EDC10F4-05BA-547E-C50D-A784ED77E007}"/>
              </a:ext>
            </a:extLst>
          </p:cNvPr>
          <p:cNvGrpSpPr/>
          <p:nvPr/>
        </p:nvGrpSpPr>
        <p:grpSpPr>
          <a:xfrm>
            <a:off x="10180620" y="753128"/>
            <a:ext cx="1102680" cy="312120"/>
            <a:chOff x="10180620" y="753128"/>
            <a:chExt cx="1102680" cy="31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6B596EB6-C569-20B3-2DB6-AB7BC5F047FC}"/>
                    </a:ext>
                  </a:extLst>
                </p14:cNvPr>
                <p14:cNvContentPartPr/>
                <p14:nvPr/>
              </p14:nvContentPartPr>
              <p14:xfrm>
                <a:off x="10180620" y="797408"/>
                <a:ext cx="69480" cy="20304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6B596EB6-C569-20B3-2DB6-AB7BC5F047FC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171980" y="788408"/>
                  <a:ext cx="871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CC26E549-17B3-3445-533B-CB7AC9854A28}"/>
                    </a:ext>
                  </a:extLst>
                </p14:cNvPr>
                <p14:cNvContentPartPr/>
                <p14:nvPr/>
              </p14:nvContentPartPr>
              <p14:xfrm>
                <a:off x="10274940" y="928448"/>
                <a:ext cx="114840" cy="3996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CC26E549-17B3-3445-533B-CB7AC9854A28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265940" y="919448"/>
                  <a:ext cx="1324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FF5C49A5-3261-86A4-E054-00917C25E1CF}"/>
                    </a:ext>
                  </a:extLst>
                </p14:cNvPr>
                <p14:cNvContentPartPr/>
                <p14:nvPr/>
              </p14:nvContentPartPr>
              <p14:xfrm>
                <a:off x="10553940" y="813608"/>
                <a:ext cx="243720" cy="16776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FF5C49A5-3261-86A4-E054-00917C25E1CF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545300" y="804608"/>
                  <a:ext cx="2613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F8A7A1F6-8E92-8C3E-A135-972CCAF72DF2}"/>
                    </a:ext>
                  </a:extLst>
                </p14:cNvPr>
                <p14:cNvContentPartPr/>
                <p14:nvPr/>
              </p14:nvContentPartPr>
              <p14:xfrm>
                <a:off x="10853100" y="930608"/>
                <a:ext cx="109440" cy="12888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F8A7A1F6-8E92-8C3E-A135-972CCAF72DF2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844460" y="921608"/>
                  <a:ext cx="1270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542EA2EE-E5A4-0502-6789-F5F14585B945}"/>
                    </a:ext>
                  </a:extLst>
                </p14:cNvPr>
                <p14:cNvContentPartPr/>
                <p14:nvPr/>
              </p14:nvContentPartPr>
              <p14:xfrm>
                <a:off x="10268100" y="884888"/>
                <a:ext cx="105480" cy="6300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542EA2EE-E5A4-0502-6789-F5F14585B945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259100" y="876248"/>
                  <a:ext cx="1231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B9515E68-F6DA-0936-FC5D-6547A37F44A6}"/>
                    </a:ext>
                  </a:extLst>
                </p14:cNvPr>
                <p14:cNvContentPartPr/>
                <p14:nvPr/>
              </p14:nvContentPartPr>
              <p14:xfrm>
                <a:off x="11102940" y="753128"/>
                <a:ext cx="180360" cy="31212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B9515E68-F6DA-0936-FC5D-6547A37F44A6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093940" y="744128"/>
                  <a:ext cx="198000" cy="32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7DA6892E-DB1F-B450-F972-D9FB5CE7D661}"/>
              </a:ext>
            </a:extLst>
          </p:cNvPr>
          <p:cNvGrpSpPr/>
          <p:nvPr/>
        </p:nvGrpSpPr>
        <p:grpSpPr>
          <a:xfrm>
            <a:off x="7607340" y="2523608"/>
            <a:ext cx="714600" cy="308880"/>
            <a:chOff x="7607340" y="2523608"/>
            <a:chExt cx="714600" cy="30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D9D23826-ED6A-A12E-AD6F-DABA6AFE8B15}"/>
                    </a:ext>
                  </a:extLst>
                </p14:cNvPr>
                <p14:cNvContentPartPr/>
                <p14:nvPr/>
              </p14:nvContentPartPr>
              <p14:xfrm>
                <a:off x="7607340" y="2599568"/>
                <a:ext cx="217800" cy="17748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D9D23826-ED6A-A12E-AD6F-DABA6AFE8B15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598340" y="2590928"/>
                  <a:ext cx="2354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98693556-F777-9B0C-1ED1-FA4B6C74BC00}"/>
                    </a:ext>
                  </a:extLst>
                </p14:cNvPr>
                <p14:cNvContentPartPr/>
                <p14:nvPr/>
              </p14:nvContentPartPr>
              <p14:xfrm>
                <a:off x="7644420" y="2755088"/>
                <a:ext cx="32040" cy="6444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98693556-F777-9B0C-1ED1-FA4B6C74BC00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635780" y="2746448"/>
                  <a:ext cx="496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C64E57EC-7FDA-CEB1-605A-90F9600E0B85}"/>
                    </a:ext>
                  </a:extLst>
                </p14:cNvPr>
                <p14:cNvContentPartPr/>
                <p14:nvPr/>
              </p14:nvContentPartPr>
              <p14:xfrm>
                <a:off x="7785180" y="2545208"/>
                <a:ext cx="67320" cy="8172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C64E57EC-7FDA-CEB1-605A-90F9600E0B85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776180" y="2536568"/>
                  <a:ext cx="849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7BE870A6-5DBA-2874-F2AB-936C50D02A0B}"/>
                    </a:ext>
                  </a:extLst>
                </p14:cNvPr>
                <p14:cNvContentPartPr/>
                <p14:nvPr/>
              </p14:nvContentPartPr>
              <p14:xfrm>
                <a:off x="7911540" y="2527568"/>
                <a:ext cx="130320" cy="30204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7BE870A6-5DBA-2874-F2AB-936C50D02A0B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902540" y="2518568"/>
                  <a:ext cx="1479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26812FFF-3A7C-E5FC-514A-1BC76344EB3D}"/>
                    </a:ext>
                  </a:extLst>
                </p14:cNvPr>
                <p14:cNvContentPartPr/>
                <p14:nvPr/>
              </p14:nvContentPartPr>
              <p14:xfrm>
                <a:off x="8054460" y="2581928"/>
                <a:ext cx="43920" cy="18144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26812FFF-3A7C-E5FC-514A-1BC76344EB3D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045460" y="2572928"/>
                  <a:ext cx="615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4A0F3798-51A8-C2E9-2737-950192791B14}"/>
                    </a:ext>
                  </a:extLst>
                </p14:cNvPr>
                <p14:cNvContentPartPr/>
                <p14:nvPr/>
              </p14:nvContentPartPr>
              <p14:xfrm>
                <a:off x="8122500" y="2684888"/>
                <a:ext cx="113400" cy="7416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4A0F3798-51A8-C2E9-2737-950192791B14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113500" y="2676248"/>
                  <a:ext cx="1310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71191554-B88E-9192-B8B4-6933AAC9EC31}"/>
                    </a:ext>
                  </a:extLst>
                </p14:cNvPr>
                <p14:cNvContentPartPr/>
                <p14:nvPr/>
              </p14:nvContentPartPr>
              <p14:xfrm>
                <a:off x="8192340" y="2523608"/>
                <a:ext cx="129600" cy="30888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71191554-B88E-9192-B8B4-6933AAC9EC31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183700" y="2514968"/>
                  <a:ext cx="147240" cy="32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9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F33686C4-7FB0-C992-5DFC-03499E5EB60D}"/>
                  </a:ext>
                </a:extLst>
              </p14:cNvPr>
              <p14:cNvContentPartPr/>
              <p14:nvPr/>
            </p14:nvContentPartPr>
            <p14:xfrm>
              <a:off x="8559900" y="2705768"/>
              <a:ext cx="131400" cy="25560"/>
            </p14:xfrm>
          </p:contentPart>
        </mc:Choice>
        <mc:Fallback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F33686C4-7FB0-C992-5DFC-03499E5EB60D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8551260" y="2697128"/>
                <a:ext cx="14904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B05C9942-FCEE-54D4-98E6-E8BCC6640FBA}"/>
                  </a:ext>
                </a:extLst>
              </p14:cNvPr>
              <p14:cNvContentPartPr/>
              <p14:nvPr/>
            </p14:nvContentPartPr>
            <p14:xfrm>
              <a:off x="8570340" y="2655008"/>
              <a:ext cx="103680" cy="16920"/>
            </p14:xfrm>
          </p:contentPart>
        </mc:Choice>
        <mc:Fallback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B05C9942-FCEE-54D4-98E6-E8BCC6640FBA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8561340" y="2646008"/>
                <a:ext cx="12132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85515F0D-8622-82AF-38A3-3D56BEF0EFA3}"/>
                  </a:ext>
                </a:extLst>
              </p14:cNvPr>
              <p14:cNvContentPartPr/>
              <p14:nvPr/>
            </p14:nvContentPartPr>
            <p14:xfrm>
              <a:off x="8967420" y="2511008"/>
              <a:ext cx="56520" cy="111960"/>
            </p14:xfrm>
          </p:contentPart>
        </mc:Choice>
        <mc:Fallback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85515F0D-8622-82AF-38A3-3D56BEF0EFA3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8958420" y="2502368"/>
                <a:ext cx="7416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A03A8E17-B0A9-DC30-411B-E9691CB8B16C}"/>
                  </a:ext>
                </a:extLst>
              </p14:cNvPr>
              <p14:cNvContentPartPr/>
              <p14:nvPr/>
            </p14:nvContentPartPr>
            <p14:xfrm>
              <a:off x="8943660" y="2679488"/>
              <a:ext cx="204120" cy="10080"/>
            </p14:xfrm>
          </p:contentPart>
        </mc:Choice>
        <mc:Fallback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A03A8E17-B0A9-DC30-411B-E9691CB8B16C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8934660" y="2670488"/>
                <a:ext cx="22176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DC6D230E-CDA6-A229-DF78-F5F1F1A24D48}"/>
                  </a:ext>
                </a:extLst>
              </p14:cNvPr>
              <p14:cNvContentPartPr/>
              <p14:nvPr/>
            </p14:nvContentPartPr>
            <p14:xfrm>
              <a:off x="9050580" y="2757968"/>
              <a:ext cx="36720" cy="87120"/>
            </p14:xfrm>
          </p:contentPart>
        </mc:Choice>
        <mc:Fallback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DC6D230E-CDA6-A229-DF78-F5F1F1A24D48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9041580" y="2748968"/>
                <a:ext cx="5436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9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9CA82E13-9762-A28B-3B0C-A5230372E53A}"/>
                  </a:ext>
                </a:extLst>
              </p14:cNvPr>
              <p14:cNvContentPartPr/>
              <p14:nvPr/>
            </p14:nvContentPartPr>
            <p14:xfrm>
              <a:off x="8938620" y="2742128"/>
              <a:ext cx="164880" cy="12240"/>
            </p14:xfrm>
          </p:contentPart>
        </mc:Choice>
        <mc:Fallback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9CA82E13-9762-A28B-3B0C-A5230372E53A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8929620" y="2733128"/>
                <a:ext cx="182520" cy="2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62" name="Group 361">
            <a:extLst>
              <a:ext uri="{FF2B5EF4-FFF2-40B4-BE49-F238E27FC236}">
                <a16:creationId xmlns:a16="http://schemas.microsoft.com/office/drawing/2014/main" id="{D4266A9D-1E7C-7C18-A97C-10588BD74E70}"/>
              </a:ext>
            </a:extLst>
          </p:cNvPr>
          <p:cNvGrpSpPr/>
          <p:nvPr/>
        </p:nvGrpSpPr>
        <p:grpSpPr>
          <a:xfrm>
            <a:off x="9314100" y="2341808"/>
            <a:ext cx="2545560" cy="545760"/>
            <a:chOff x="9314100" y="2341808"/>
            <a:chExt cx="2545560" cy="54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97F7ACFD-F754-205D-9601-72BFEA466F98}"/>
                    </a:ext>
                  </a:extLst>
                </p14:cNvPr>
                <p14:cNvContentPartPr/>
                <p14:nvPr/>
              </p14:nvContentPartPr>
              <p14:xfrm>
                <a:off x="9314100" y="2507408"/>
                <a:ext cx="77760" cy="29268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97F7ACFD-F754-205D-9601-72BFEA466F98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305100" y="2498408"/>
                  <a:ext cx="954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57B5E9F5-89D9-2D25-E9B3-8F83644C7D70}"/>
                    </a:ext>
                  </a:extLst>
                </p14:cNvPr>
                <p14:cNvContentPartPr/>
                <p14:nvPr/>
              </p14:nvContentPartPr>
              <p14:xfrm>
                <a:off x="9542340" y="2799008"/>
                <a:ext cx="25200" cy="8856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57B5E9F5-89D9-2D25-E9B3-8F83644C7D70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533700" y="2790368"/>
                  <a:ext cx="428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485E665E-795E-BB51-E438-B6299BFB4861}"/>
                    </a:ext>
                  </a:extLst>
                </p14:cNvPr>
                <p14:cNvContentPartPr/>
                <p14:nvPr/>
              </p14:nvContentPartPr>
              <p14:xfrm>
                <a:off x="9463500" y="2774168"/>
                <a:ext cx="129600" cy="1188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485E665E-795E-BB51-E438-B6299BFB4861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454500" y="2765168"/>
                  <a:ext cx="1472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7D032A81-9606-D3DC-58D1-02D0AA6E177D}"/>
                    </a:ext>
                  </a:extLst>
                </p14:cNvPr>
                <p14:cNvContentPartPr/>
                <p14:nvPr/>
              </p14:nvContentPartPr>
              <p14:xfrm>
                <a:off x="9643860" y="2613968"/>
                <a:ext cx="163080" cy="11700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7D032A81-9606-D3DC-58D1-02D0AA6E177D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635220" y="2604968"/>
                  <a:ext cx="1807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277AA53E-DBD2-D5EE-8E3D-248319AFB64F}"/>
                    </a:ext>
                  </a:extLst>
                </p14:cNvPr>
                <p14:cNvContentPartPr/>
                <p14:nvPr/>
              </p14:nvContentPartPr>
              <p14:xfrm>
                <a:off x="9903060" y="2572208"/>
                <a:ext cx="76320" cy="16596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277AA53E-DBD2-D5EE-8E3D-248319AFB64F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894420" y="2563208"/>
                  <a:ext cx="939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2C976C6A-A660-0DB6-EAA7-E87B5864B805}"/>
                    </a:ext>
                  </a:extLst>
                </p14:cNvPr>
                <p14:cNvContentPartPr/>
                <p14:nvPr/>
              </p14:nvContentPartPr>
              <p14:xfrm>
                <a:off x="10038780" y="2571848"/>
                <a:ext cx="56520" cy="15984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2C976C6A-A660-0DB6-EAA7-E87B5864B805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029780" y="2562848"/>
                  <a:ext cx="741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6A46D530-CBFF-E2F3-BB93-46CC75B03AED}"/>
                    </a:ext>
                  </a:extLst>
                </p14:cNvPr>
                <p14:cNvContentPartPr/>
                <p14:nvPr/>
              </p14:nvContentPartPr>
              <p14:xfrm>
                <a:off x="10011060" y="2652128"/>
                <a:ext cx="106560" cy="2592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6A46D530-CBFF-E2F3-BB93-46CC75B03AED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002420" y="2643488"/>
                  <a:ext cx="1242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8FE3FBEC-8B29-766A-0EF6-6D01040FDB28}"/>
                    </a:ext>
                  </a:extLst>
                </p14:cNvPr>
                <p14:cNvContentPartPr/>
                <p14:nvPr/>
              </p14:nvContentPartPr>
              <p14:xfrm>
                <a:off x="10149660" y="2525048"/>
                <a:ext cx="116280" cy="25236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8FE3FBEC-8B29-766A-0EF6-6D01040FDB28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0140660" y="2516408"/>
                  <a:ext cx="1339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186B3527-F993-0F6D-C5B3-FA84F704062D}"/>
                    </a:ext>
                  </a:extLst>
                </p14:cNvPr>
                <p14:cNvContentPartPr/>
                <p14:nvPr/>
              </p14:nvContentPartPr>
              <p14:xfrm>
                <a:off x="10427220" y="2657168"/>
                <a:ext cx="122400" cy="10044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186B3527-F993-0F6D-C5B3-FA84F704062D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0418580" y="2648168"/>
                  <a:ext cx="1400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CDB09856-1223-929A-15FE-A0EDFEDBAA49}"/>
                    </a:ext>
                  </a:extLst>
                </p14:cNvPr>
                <p14:cNvContentPartPr/>
                <p14:nvPr/>
              </p14:nvContentPartPr>
              <p14:xfrm>
                <a:off x="10605780" y="2587688"/>
                <a:ext cx="111240" cy="2052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CDB09856-1223-929A-15FE-A0EDFEDBAA49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0597140" y="2578688"/>
                  <a:ext cx="1288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6DFE3EE2-52E6-5496-92F1-F43B4F527C1A}"/>
                    </a:ext>
                  </a:extLst>
                </p14:cNvPr>
                <p14:cNvContentPartPr/>
                <p14:nvPr/>
              </p14:nvContentPartPr>
              <p14:xfrm>
                <a:off x="10830060" y="2542688"/>
                <a:ext cx="73080" cy="15876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6DFE3EE2-52E6-5496-92F1-F43B4F527C1A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0821420" y="2534048"/>
                  <a:ext cx="907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31C86CD4-EEBB-A100-1A01-4CEF5C74BC76}"/>
                    </a:ext>
                  </a:extLst>
                </p14:cNvPr>
                <p14:cNvContentPartPr/>
                <p14:nvPr/>
              </p14:nvContentPartPr>
              <p14:xfrm>
                <a:off x="10817100" y="2414528"/>
                <a:ext cx="13320" cy="3312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31C86CD4-EEBB-A100-1A01-4CEF5C74BC76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0808100" y="2405528"/>
                  <a:ext cx="309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A4F6556D-C304-207A-6DC4-FF7C30FCBD53}"/>
                    </a:ext>
                  </a:extLst>
                </p14:cNvPr>
                <p14:cNvContentPartPr/>
                <p14:nvPr/>
              </p14:nvContentPartPr>
              <p14:xfrm>
                <a:off x="10984860" y="2479688"/>
                <a:ext cx="75600" cy="8280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A4F6556D-C304-207A-6DC4-FF7C30FCBD53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0976220" y="2470688"/>
                  <a:ext cx="932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9CC769F6-05E1-DD82-02AE-52EAEC7AE7F7}"/>
                    </a:ext>
                  </a:extLst>
                </p14:cNvPr>
                <p14:cNvContentPartPr/>
                <p14:nvPr/>
              </p14:nvContentPartPr>
              <p14:xfrm>
                <a:off x="11086380" y="2486168"/>
                <a:ext cx="74520" cy="8208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9CC769F6-05E1-DD82-02AE-52EAEC7AE7F7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1077740" y="2477528"/>
                  <a:ext cx="921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8ACEF437-A076-0197-5E9C-EA6AE128DE97}"/>
                    </a:ext>
                  </a:extLst>
                </p14:cNvPr>
                <p14:cNvContentPartPr/>
                <p14:nvPr/>
              </p14:nvContentPartPr>
              <p14:xfrm>
                <a:off x="11158380" y="2493728"/>
                <a:ext cx="54360" cy="5616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8ACEF437-A076-0197-5E9C-EA6AE128DE97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1149380" y="2484728"/>
                  <a:ext cx="720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9E265263-4C1E-6021-6083-41EC50D41F2E}"/>
                    </a:ext>
                  </a:extLst>
                </p14:cNvPr>
                <p14:cNvContentPartPr/>
                <p14:nvPr/>
              </p14:nvContentPartPr>
              <p14:xfrm>
                <a:off x="11080980" y="2435048"/>
                <a:ext cx="104400" cy="2556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9E265263-4C1E-6021-6083-41EC50D41F2E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1071980" y="2426408"/>
                  <a:ext cx="1220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B343DCE1-4D26-8E3B-9EE9-3BFD8DDB76EC}"/>
                    </a:ext>
                  </a:extLst>
                </p14:cNvPr>
                <p14:cNvContentPartPr/>
                <p14:nvPr/>
              </p14:nvContentPartPr>
              <p14:xfrm>
                <a:off x="11253060" y="2365568"/>
                <a:ext cx="82800" cy="15552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B343DCE1-4D26-8E3B-9EE9-3BFD8DDB76EC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244420" y="2356568"/>
                  <a:ext cx="1004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FBC76750-E97E-6EA8-117A-096A729067F2}"/>
                    </a:ext>
                  </a:extLst>
                </p14:cNvPr>
                <p14:cNvContentPartPr/>
                <p14:nvPr/>
              </p14:nvContentPartPr>
              <p14:xfrm>
                <a:off x="11333700" y="2451248"/>
                <a:ext cx="106920" cy="5724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FBC76750-E97E-6EA8-117A-096A729067F2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1324700" y="2442248"/>
                  <a:ext cx="1245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C9CDF334-3076-BA2D-89BE-E8AFA85927D1}"/>
                    </a:ext>
                  </a:extLst>
                </p14:cNvPr>
                <p14:cNvContentPartPr/>
                <p14:nvPr/>
              </p14:nvContentPartPr>
              <p14:xfrm>
                <a:off x="11420460" y="2341808"/>
                <a:ext cx="100080" cy="16056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C9CDF334-3076-BA2D-89BE-E8AFA85927D1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1411460" y="2333168"/>
                  <a:ext cx="1177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03E641FB-CF23-54B1-1158-64C79362BBAE}"/>
                    </a:ext>
                  </a:extLst>
                </p14:cNvPr>
                <p14:cNvContentPartPr/>
                <p14:nvPr/>
              </p14:nvContentPartPr>
              <p14:xfrm>
                <a:off x="11406060" y="2429288"/>
                <a:ext cx="95400" cy="2700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03E641FB-CF23-54B1-1158-64C79362BBAE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1397420" y="2420288"/>
                  <a:ext cx="1130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C04D3147-4829-A584-A720-0145E72F401B}"/>
                    </a:ext>
                  </a:extLst>
                </p14:cNvPr>
                <p14:cNvContentPartPr/>
                <p14:nvPr/>
              </p14:nvContentPartPr>
              <p14:xfrm>
                <a:off x="11568060" y="2345048"/>
                <a:ext cx="115920" cy="23112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C04D3147-4829-A584-A720-0145E72F401B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1559060" y="2336048"/>
                  <a:ext cx="1335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CD0920AC-EC06-3173-0BD2-E940E7CD18F3}"/>
                    </a:ext>
                  </a:extLst>
                </p14:cNvPr>
                <p14:cNvContentPartPr/>
                <p14:nvPr/>
              </p14:nvContentPartPr>
              <p14:xfrm>
                <a:off x="11756340" y="2530808"/>
                <a:ext cx="26280" cy="9972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CD0920AC-EC06-3173-0BD2-E940E7CD18F3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1747700" y="2522168"/>
                  <a:ext cx="439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D7B379D8-E4F4-8A2C-ECAD-9339B1470BC2}"/>
                    </a:ext>
                  </a:extLst>
                </p14:cNvPr>
                <p14:cNvContentPartPr/>
                <p14:nvPr/>
              </p14:nvContentPartPr>
              <p14:xfrm>
                <a:off x="11666700" y="2494808"/>
                <a:ext cx="192960" cy="2340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D7B379D8-E4F4-8A2C-ECAD-9339B1470BC2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1657700" y="2485808"/>
                  <a:ext cx="21060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D6760853-5DAE-74C3-F1D3-803976C58BD5}"/>
              </a:ext>
            </a:extLst>
          </p:cNvPr>
          <p:cNvGrpSpPr/>
          <p:nvPr/>
        </p:nvGrpSpPr>
        <p:grpSpPr>
          <a:xfrm>
            <a:off x="2340" y="2802608"/>
            <a:ext cx="3443040" cy="1123560"/>
            <a:chOff x="2340" y="2802608"/>
            <a:chExt cx="3443040" cy="112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42D0796-9BA7-6DDF-3AD8-880E1158DAE6}"/>
                    </a:ext>
                  </a:extLst>
                </p14:cNvPr>
                <p14:cNvContentPartPr/>
                <p14:nvPr/>
              </p14:nvContentPartPr>
              <p14:xfrm>
                <a:off x="676620" y="3730328"/>
                <a:ext cx="155160" cy="1447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42D0796-9BA7-6DDF-3AD8-880E1158DAE6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667620" y="3721328"/>
                  <a:ext cx="1728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E071477-A4F3-3FCD-2A1E-4716EEF0C4CB}"/>
                    </a:ext>
                  </a:extLst>
                </p14:cNvPr>
                <p14:cNvContentPartPr/>
                <p14:nvPr/>
              </p14:nvContentPartPr>
              <p14:xfrm>
                <a:off x="872820" y="3637808"/>
                <a:ext cx="66960" cy="280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E071477-A4F3-3FCD-2A1E-4716EEF0C4CB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63820" y="3629168"/>
                  <a:ext cx="846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CE8A36E-C5C0-977C-E0FA-5BF607DF89E2}"/>
                    </a:ext>
                  </a:extLst>
                </p14:cNvPr>
                <p14:cNvContentPartPr/>
                <p14:nvPr/>
              </p14:nvContentPartPr>
              <p14:xfrm>
                <a:off x="989820" y="3633848"/>
                <a:ext cx="67320" cy="2484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CE8A36E-C5C0-977C-E0FA-5BF607DF89E2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981180" y="3624848"/>
                  <a:ext cx="8496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1315C07-F71C-FCE5-9D71-4FA938ED54A6}"/>
                    </a:ext>
                  </a:extLst>
                </p14:cNvPr>
                <p14:cNvContentPartPr/>
                <p14:nvPr/>
              </p14:nvContentPartPr>
              <p14:xfrm>
                <a:off x="886860" y="3765608"/>
                <a:ext cx="183240" cy="100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1315C07-F71C-FCE5-9D71-4FA938ED54A6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877860" y="3756608"/>
                  <a:ext cx="2008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0951E75-8CE5-C66F-5E61-D700C0892EA2}"/>
                    </a:ext>
                  </a:extLst>
                </p14:cNvPr>
                <p14:cNvContentPartPr/>
                <p14:nvPr/>
              </p14:nvContentPartPr>
              <p14:xfrm>
                <a:off x="1024020" y="3545648"/>
                <a:ext cx="151200" cy="373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0951E75-8CE5-C66F-5E61-D700C0892EA2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015380" y="3537008"/>
                  <a:ext cx="16884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88D1DB9-48FF-2933-9ADC-8B5215B10085}"/>
                    </a:ext>
                  </a:extLst>
                </p14:cNvPr>
                <p14:cNvContentPartPr/>
                <p14:nvPr/>
              </p14:nvContentPartPr>
              <p14:xfrm>
                <a:off x="1321740" y="3863528"/>
                <a:ext cx="144360" cy="198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88D1DB9-48FF-2933-9ADC-8B5215B10085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313100" y="3854528"/>
                  <a:ext cx="162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FA607D3-FB99-058C-ADA4-ECA60A9102C1}"/>
                    </a:ext>
                  </a:extLst>
                </p14:cNvPr>
                <p14:cNvContentPartPr/>
                <p14:nvPr/>
              </p14:nvContentPartPr>
              <p14:xfrm>
                <a:off x="1255860" y="3817448"/>
                <a:ext cx="163440" cy="32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FA607D3-FB99-058C-ADA4-ECA60A9102C1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247220" y="3808448"/>
                  <a:ext cx="1810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F95FA4F-385C-B041-B21D-900AEBB47C2F}"/>
                    </a:ext>
                  </a:extLst>
                </p14:cNvPr>
                <p14:cNvContentPartPr/>
                <p14:nvPr/>
              </p14:nvContentPartPr>
              <p14:xfrm>
                <a:off x="1514340" y="3643928"/>
                <a:ext cx="345960" cy="282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F95FA4F-385C-B041-B21D-900AEBB47C2F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505700" y="3635288"/>
                  <a:ext cx="3636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B8635C5-AB3B-1365-BF11-FC3A597C58BD}"/>
                    </a:ext>
                  </a:extLst>
                </p14:cNvPr>
                <p14:cNvContentPartPr/>
                <p14:nvPr/>
              </p14:nvContentPartPr>
              <p14:xfrm>
                <a:off x="2009340" y="3656888"/>
                <a:ext cx="167760" cy="2376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B8635C5-AB3B-1365-BF11-FC3A597C58BD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2000340" y="3648248"/>
                  <a:ext cx="1854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B5E2B71-E8C9-BA9C-8339-0D34AEC87EAF}"/>
                    </a:ext>
                  </a:extLst>
                </p14:cNvPr>
                <p14:cNvContentPartPr/>
                <p14:nvPr/>
              </p14:nvContentPartPr>
              <p14:xfrm>
                <a:off x="2278620" y="3601448"/>
                <a:ext cx="102240" cy="2307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B5E2B71-E8C9-BA9C-8339-0D34AEC87EAF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2269980" y="3592448"/>
                  <a:ext cx="1198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14CC2BB-FD4B-F4BF-6B90-3AAA9F4E23D2}"/>
                    </a:ext>
                  </a:extLst>
                </p14:cNvPr>
                <p14:cNvContentPartPr/>
                <p14:nvPr/>
              </p14:nvContentPartPr>
              <p14:xfrm>
                <a:off x="2433420" y="3614048"/>
                <a:ext cx="123480" cy="2307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14CC2BB-FD4B-F4BF-6B90-3AAA9F4E23D2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2424420" y="3605408"/>
                  <a:ext cx="1411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0F4CCD0-5640-6AF7-84B7-DDC920016EA9}"/>
                    </a:ext>
                  </a:extLst>
                </p14:cNvPr>
                <p14:cNvContentPartPr/>
                <p14:nvPr/>
              </p14:nvContentPartPr>
              <p14:xfrm>
                <a:off x="2372220" y="3743648"/>
                <a:ext cx="180720" cy="262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0F4CCD0-5640-6AF7-84B7-DDC920016EA9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2363220" y="3734648"/>
                  <a:ext cx="1983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825CE78-444A-F8E7-E4B4-E62BCDAD807A}"/>
                    </a:ext>
                  </a:extLst>
                </p14:cNvPr>
                <p14:cNvContentPartPr/>
                <p14:nvPr/>
              </p14:nvContentPartPr>
              <p14:xfrm>
                <a:off x="2673900" y="3758768"/>
                <a:ext cx="105840" cy="140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825CE78-444A-F8E7-E4B4-E62BCDAD807A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2665260" y="3749768"/>
                  <a:ext cx="1234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828D7AB-89A7-879A-9F11-EE72A93EEF8C}"/>
                    </a:ext>
                  </a:extLst>
                </p14:cNvPr>
                <p14:cNvContentPartPr/>
                <p14:nvPr/>
              </p14:nvContentPartPr>
              <p14:xfrm>
                <a:off x="2876580" y="3726008"/>
                <a:ext cx="142920" cy="900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828D7AB-89A7-879A-9F11-EE72A93EEF8C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2867940" y="3717008"/>
                  <a:ext cx="1605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C605861-392E-9067-3E68-493FC585B1D9}"/>
                    </a:ext>
                  </a:extLst>
                </p14:cNvPr>
                <p14:cNvContentPartPr/>
                <p14:nvPr/>
              </p14:nvContentPartPr>
              <p14:xfrm>
                <a:off x="3095820" y="3623408"/>
                <a:ext cx="55080" cy="1753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C605861-392E-9067-3E68-493FC585B1D9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3087180" y="3614408"/>
                  <a:ext cx="727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143538A-E467-9E6D-9D51-954B9F62807C}"/>
                    </a:ext>
                  </a:extLst>
                </p14:cNvPr>
                <p14:cNvContentPartPr/>
                <p14:nvPr/>
              </p14:nvContentPartPr>
              <p14:xfrm>
                <a:off x="2892420" y="3591008"/>
                <a:ext cx="283320" cy="370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143538A-E467-9E6D-9D51-954B9F62807C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2883780" y="3582368"/>
                  <a:ext cx="3009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2BFC615-18CE-2412-9F89-1DB46A73A306}"/>
                    </a:ext>
                  </a:extLst>
                </p14:cNvPr>
                <p14:cNvContentPartPr/>
                <p14:nvPr/>
              </p14:nvContentPartPr>
              <p14:xfrm>
                <a:off x="3256740" y="3517568"/>
                <a:ext cx="188640" cy="3866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2BFC615-18CE-2412-9F89-1DB46A73A306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3248100" y="3508928"/>
                  <a:ext cx="20628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501AD2BF-C8BF-A887-7674-5C8AA09A48A7}"/>
                    </a:ext>
                  </a:extLst>
                </p14:cNvPr>
                <p14:cNvContentPartPr/>
                <p14:nvPr/>
              </p14:nvContentPartPr>
              <p14:xfrm>
                <a:off x="2340" y="3342608"/>
                <a:ext cx="1861560" cy="3780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501AD2BF-C8BF-A887-7674-5C8AA09A48A7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-6300" y="3333968"/>
                  <a:ext cx="18792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F0D793CB-E2B9-4863-3DDF-C2BC1700CBA7}"/>
                    </a:ext>
                  </a:extLst>
                </p14:cNvPr>
                <p14:cNvContentPartPr/>
                <p14:nvPr/>
              </p14:nvContentPartPr>
              <p14:xfrm>
                <a:off x="608940" y="2896928"/>
                <a:ext cx="22680" cy="47844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F0D793CB-E2B9-4863-3DDF-C2BC1700CBA7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599940" y="2888288"/>
                  <a:ext cx="4032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74319263-5AA5-D9CB-61DE-DCACCE3F8105}"/>
                    </a:ext>
                  </a:extLst>
                </p14:cNvPr>
                <p14:cNvContentPartPr/>
                <p14:nvPr/>
              </p14:nvContentPartPr>
              <p14:xfrm>
                <a:off x="850860" y="2914928"/>
                <a:ext cx="51480" cy="37440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74319263-5AA5-D9CB-61DE-DCACCE3F8105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41860" y="2906288"/>
                  <a:ext cx="6912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D8AE4ED7-2128-7981-E2E5-652FE2508FC5}"/>
                    </a:ext>
                  </a:extLst>
                </p14:cNvPr>
                <p14:cNvContentPartPr/>
                <p14:nvPr/>
              </p14:nvContentPartPr>
              <p14:xfrm>
                <a:off x="1128060" y="2904128"/>
                <a:ext cx="19080" cy="46764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D8AE4ED7-2128-7981-E2E5-652FE2508FC5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119420" y="2895488"/>
                  <a:ext cx="3672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7CA0EEE2-8177-0280-A04E-E61BA279E005}"/>
                    </a:ext>
                  </a:extLst>
                </p14:cNvPr>
                <p14:cNvContentPartPr/>
                <p14:nvPr/>
              </p14:nvContentPartPr>
              <p14:xfrm>
                <a:off x="1060740" y="2876048"/>
                <a:ext cx="90000" cy="7164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7CA0EEE2-8177-0280-A04E-E61BA279E005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52100" y="2867048"/>
                  <a:ext cx="1076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380EFF9F-3135-0710-82DB-B83C9CFA65DF}"/>
                    </a:ext>
                  </a:extLst>
                </p14:cNvPr>
                <p14:cNvContentPartPr/>
                <p14:nvPr/>
              </p14:nvContentPartPr>
              <p14:xfrm>
                <a:off x="988380" y="2854088"/>
                <a:ext cx="18000" cy="10764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380EFF9F-3135-0710-82DB-B83C9CFA65DF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979740" y="2845088"/>
                  <a:ext cx="356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8217DE03-E363-3A80-7DE9-EA45263FABF9}"/>
                    </a:ext>
                  </a:extLst>
                </p14:cNvPr>
                <p14:cNvContentPartPr/>
                <p14:nvPr/>
              </p14:nvContentPartPr>
              <p14:xfrm>
                <a:off x="796500" y="2867048"/>
                <a:ext cx="78480" cy="7488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8217DE03-E363-3A80-7DE9-EA45263FABF9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87500" y="2858048"/>
                  <a:ext cx="961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368FB822-CA25-6027-DF98-6232EFBF1F4A}"/>
                    </a:ext>
                  </a:extLst>
                </p14:cNvPr>
                <p14:cNvContentPartPr/>
                <p14:nvPr/>
              </p14:nvContentPartPr>
              <p14:xfrm>
                <a:off x="747900" y="2855168"/>
                <a:ext cx="48960" cy="8172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368FB822-CA25-6027-DF98-6232EFBF1F4A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738900" y="2846168"/>
                  <a:ext cx="666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7AA1A199-77EA-B339-E4CC-DE4CFC436C6A}"/>
                    </a:ext>
                  </a:extLst>
                </p14:cNvPr>
                <p14:cNvContentPartPr/>
                <p14:nvPr/>
              </p14:nvContentPartPr>
              <p14:xfrm>
                <a:off x="519300" y="2853368"/>
                <a:ext cx="54360" cy="4932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7AA1A199-77EA-B339-E4CC-DE4CFC436C6A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510300" y="2844368"/>
                  <a:ext cx="720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D169B30B-8502-EA7A-763B-B834B3E4FE00}"/>
                    </a:ext>
                  </a:extLst>
                </p14:cNvPr>
                <p14:cNvContentPartPr/>
                <p14:nvPr/>
              </p14:nvContentPartPr>
              <p14:xfrm>
                <a:off x="434340" y="2822408"/>
                <a:ext cx="50760" cy="9000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D169B30B-8502-EA7A-763B-B834B3E4FE00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425700" y="2813408"/>
                  <a:ext cx="684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C0BE5008-BE93-CE73-D7A7-A397063E9E1E}"/>
                    </a:ext>
                  </a:extLst>
                </p14:cNvPr>
                <p14:cNvContentPartPr/>
                <p14:nvPr/>
              </p14:nvContentPartPr>
              <p14:xfrm>
                <a:off x="1545300" y="3297248"/>
                <a:ext cx="244080" cy="11160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C0BE5008-BE93-CE73-D7A7-A397063E9E1E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536660" y="3288608"/>
                  <a:ext cx="2617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B682086D-2793-B657-F0EA-065552651244}"/>
                    </a:ext>
                  </a:extLst>
                </p14:cNvPr>
                <p14:cNvContentPartPr/>
                <p14:nvPr/>
              </p14:nvContentPartPr>
              <p14:xfrm>
                <a:off x="1808820" y="3150008"/>
                <a:ext cx="97560" cy="21636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B682086D-2793-B657-F0EA-065552651244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799820" y="3141368"/>
                  <a:ext cx="1152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47022860-1959-3576-3D7C-228C92B8B13B}"/>
                    </a:ext>
                  </a:extLst>
                </p14:cNvPr>
                <p14:cNvContentPartPr/>
                <p14:nvPr/>
              </p14:nvContentPartPr>
              <p14:xfrm>
                <a:off x="1749420" y="3237488"/>
                <a:ext cx="108360" cy="1152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47022860-1959-3576-3D7C-228C92B8B13B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740420" y="3228488"/>
                  <a:ext cx="126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7448DBAC-D226-9A67-8991-5017540811D4}"/>
                    </a:ext>
                  </a:extLst>
                </p14:cNvPr>
                <p14:cNvContentPartPr/>
                <p14:nvPr/>
              </p14:nvContentPartPr>
              <p14:xfrm>
                <a:off x="375660" y="3440168"/>
                <a:ext cx="145080" cy="9936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7448DBAC-D226-9A67-8991-5017540811D4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366660" y="3431528"/>
                  <a:ext cx="1627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570AA171-9B0D-58B6-608C-C1DE3120DD35}"/>
                    </a:ext>
                  </a:extLst>
                </p14:cNvPr>
                <p14:cNvContentPartPr/>
                <p14:nvPr/>
              </p14:nvContentPartPr>
              <p14:xfrm>
                <a:off x="739260" y="3429008"/>
                <a:ext cx="42480" cy="9684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570AA171-9B0D-58B6-608C-C1DE3120DD35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730260" y="3420008"/>
                  <a:ext cx="601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0CD55185-4DB7-16D0-EF7B-1B77F56AB7A7}"/>
                    </a:ext>
                  </a:extLst>
                </p14:cNvPr>
                <p14:cNvContentPartPr/>
                <p14:nvPr/>
              </p14:nvContentPartPr>
              <p14:xfrm>
                <a:off x="646380" y="3403808"/>
                <a:ext cx="155520" cy="2772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0CD55185-4DB7-16D0-EF7B-1B77F56AB7A7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637380" y="3394808"/>
                  <a:ext cx="1731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29B5D73B-F778-149F-56DF-EBB0F19ACA19}"/>
                    </a:ext>
                  </a:extLst>
                </p14:cNvPr>
                <p14:cNvContentPartPr/>
                <p14:nvPr/>
              </p14:nvContentPartPr>
              <p14:xfrm>
                <a:off x="971100" y="3412448"/>
                <a:ext cx="139680" cy="10872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29B5D73B-F778-149F-56DF-EBB0F19ACA19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962460" y="3403808"/>
                  <a:ext cx="1573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EA51D034-F4B2-B69A-419C-67C86A61BF0B}"/>
                    </a:ext>
                  </a:extLst>
                </p14:cNvPr>
                <p14:cNvContentPartPr/>
                <p14:nvPr/>
              </p14:nvContentPartPr>
              <p14:xfrm>
                <a:off x="1158660" y="3443768"/>
                <a:ext cx="71640" cy="9396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EA51D034-F4B2-B69A-419C-67C86A61BF0B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149660" y="3434768"/>
                  <a:ext cx="892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30AE6246-B6B2-5689-6EFE-56E6ACCC50C6}"/>
                    </a:ext>
                  </a:extLst>
                </p14:cNvPr>
                <p14:cNvContentPartPr/>
                <p14:nvPr/>
              </p14:nvContentPartPr>
              <p14:xfrm>
                <a:off x="1141740" y="3422528"/>
                <a:ext cx="83520" cy="3024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30AE6246-B6B2-5689-6EFE-56E6ACCC50C6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132740" y="3413888"/>
                  <a:ext cx="1011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3EE86031-FD6A-1903-FF45-B55D02352838}"/>
                    </a:ext>
                  </a:extLst>
                </p14:cNvPr>
                <p14:cNvContentPartPr/>
                <p14:nvPr/>
              </p14:nvContentPartPr>
              <p14:xfrm>
                <a:off x="164340" y="2929688"/>
                <a:ext cx="43920" cy="34920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3EE86031-FD6A-1903-FF45-B55D02352838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55700" y="2920688"/>
                  <a:ext cx="6156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A5DD9FF8-4788-EC81-A740-7AF4E587FF5C}"/>
                    </a:ext>
                  </a:extLst>
                </p14:cNvPr>
                <p14:cNvContentPartPr/>
                <p14:nvPr/>
              </p14:nvContentPartPr>
              <p14:xfrm>
                <a:off x="75060" y="2802608"/>
                <a:ext cx="217440" cy="19404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A5DD9FF8-4788-EC81-A740-7AF4E587FF5C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66420" y="2793968"/>
                  <a:ext cx="235080" cy="21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F66D1625-E689-7B4A-41EC-A7702563C9D2}"/>
              </a:ext>
            </a:extLst>
          </p:cNvPr>
          <p:cNvGrpSpPr/>
          <p:nvPr/>
        </p:nvGrpSpPr>
        <p:grpSpPr>
          <a:xfrm>
            <a:off x="-7380" y="3434048"/>
            <a:ext cx="201960" cy="162720"/>
            <a:chOff x="-7380" y="3434048"/>
            <a:chExt cx="201960" cy="16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D7F75CFC-4F81-AD0A-7C27-6082CEF8B5B5}"/>
                    </a:ext>
                  </a:extLst>
                </p14:cNvPr>
                <p14:cNvContentPartPr/>
                <p14:nvPr/>
              </p14:nvContentPartPr>
              <p14:xfrm>
                <a:off x="-7380" y="3574448"/>
                <a:ext cx="128520" cy="756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D7F75CFC-4F81-AD0A-7C27-6082CEF8B5B5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-16020" y="3565448"/>
                  <a:ext cx="1461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4D5A397C-455C-3EB0-37EC-DE0078026DF2}"/>
                    </a:ext>
                  </a:extLst>
                </p14:cNvPr>
                <p14:cNvContentPartPr/>
                <p14:nvPr/>
              </p14:nvContentPartPr>
              <p14:xfrm>
                <a:off x="124020" y="3477968"/>
                <a:ext cx="70560" cy="11880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4D5A397C-455C-3EB0-37EC-DE0078026DF2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15020" y="3469328"/>
                  <a:ext cx="882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67115C98-3E95-5ECA-CDC0-C02B41279060}"/>
                    </a:ext>
                  </a:extLst>
                </p14:cNvPr>
                <p14:cNvContentPartPr/>
                <p14:nvPr/>
              </p14:nvContentPartPr>
              <p14:xfrm>
                <a:off x="50220" y="3434048"/>
                <a:ext cx="111240" cy="900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67115C98-3E95-5ECA-CDC0-C02B41279060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41580" y="3425048"/>
                  <a:ext cx="12888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233700ED-492C-05E4-4DA3-2F29F4BD5DAE}"/>
              </a:ext>
            </a:extLst>
          </p:cNvPr>
          <p:cNvGrpSpPr/>
          <p:nvPr/>
        </p:nvGrpSpPr>
        <p:grpSpPr>
          <a:xfrm>
            <a:off x="49500" y="2215448"/>
            <a:ext cx="351360" cy="357120"/>
            <a:chOff x="49500" y="2215448"/>
            <a:chExt cx="351360" cy="35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ABD636E6-9147-1F0F-F2E3-4D0B38968B84}"/>
                    </a:ext>
                  </a:extLst>
                </p14:cNvPr>
                <p14:cNvContentPartPr/>
                <p14:nvPr/>
              </p14:nvContentPartPr>
              <p14:xfrm>
                <a:off x="49500" y="2418488"/>
                <a:ext cx="143280" cy="15408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ABD636E6-9147-1F0F-F2E3-4D0B38968B84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40860" y="2409488"/>
                  <a:ext cx="1609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C2DF4E39-4108-87AA-6B66-B571D0796827}"/>
                    </a:ext>
                  </a:extLst>
                </p14:cNvPr>
                <p14:cNvContentPartPr/>
                <p14:nvPr/>
              </p14:nvContentPartPr>
              <p14:xfrm>
                <a:off x="178020" y="2331008"/>
                <a:ext cx="66240" cy="15552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C2DF4E39-4108-87AA-6B66-B571D0796827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69380" y="2322368"/>
                  <a:ext cx="838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8BA63C51-AC29-8942-9F3F-220E5A3C6705}"/>
                    </a:ext>
                  </a:extLst>
                </p14:cNvPr>
                <p14:cNvContentPartPr/>
                <p14:nvPr/>
              </p14:nvContentPartPr>
              <p14:xfrm>
                <a:off x="262980" y="2285288"/>
                <a:ext cx="81360" cy="17928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8BA63C51-AC29-8942-9F3F-220E5A3C6705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253980" y="2276288"/>
                  <a:ext cx="990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550D5798-6A48-589B-097C-0791DC2024DD}"/>
                    </a:ext>
                  </a:extLst>
                </p14:cNvPr>
                <p14:cNvContentPartPr/>
                <p14:nvPr/>
              </p14:nvContentPartPr>
              <p14:xfrm>
                <a:off x="262620" y="2382848"/>
                <a:ext cx="80640" cy="2304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550D5798-6A48-589B-097C-0791DC2024DD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253980" y="2374208"/>
                  <a:ext cx="982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E200A224-178D-DB5D-DDBA-B232D7C2CD5A}"/>
                    </a:ext>
                  </a:extLst>
                </p14:cNvPr>
                <p14:cNvContentPartPr/>
                <p14:nvPr/>
              </p14:nvContentPartPr>
              <p14:xfrm>
                <a:off x="283140" y="2215448"/>
                <a:ext cx="117720" cy="33300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E200A224-178D-DB5D-DDBA-B232D7C2CD5A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274140" y="2206808"/>
                  <a:ext cx="135360" cy="35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CDEC5407-ED47-56B9-0F50-E20CCE75FD00}"/>
              </a:ext>
            </a:extLst>
          </p:cNvPr>
          <p:cNvGrpSpPr/>
          <p:nvPr/>
        </p:nvGrpSpPr>
        <p:grpSpPr>
          <a:xfrm>
            <a:off x="7523820" y="1247048"/>
            <a:ext cx="3803760" cy="96840"/>
            <a:chOff x="7523820" y="1247048"/>
            <a:chExt cx="3803760" cy="9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147DC796-44E5-486C-DBEC-EA97456A7147}"/>
                    </a:ext>
                  </a:extLst>
                </p14:cNvPr>
                <p14:cNvContentPartPr/>
                <p14:nvPr/>
              </p14:nvContentPartPr>
              <p14:xfrm>
                <a:off x="7553700" y="1290608"/>
                <a:ext cx="352800" cy="3384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147DC796-44E5-486C-DBEC-EA97456A7147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7545060" y="1281608"/>
                  <a:ext cx="3704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9449A392-06B5-DD4B-07B3-499FB391DF19}"/>
                    </a:ext>
                  </a:extLst>
                </p14:cNvPr>
                <p14:cNvContentPartPr/>
                <p14:nvPr/>
              </p14:nvContentPartPr>
              <p14:xfrm>
                <a:off x="7523820" y="1310768"/>
                <a:ext cx="349200" cy="1116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9449A392-06B5-DD4B-07B3-499FB391DF19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7514820" y="1302128"/>
                  <a:ext cx="3668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DE2ECB3E-785D-81DB-0761-83237C6D4EF7}"/>
                    </a:ext>
                  </a:extLst>
                </p14:cNvPr>
                <p14:cNvContentPartPr/>
                <p14:nvPr/>
              </p14:nvContentPartPr>
              <p14:xfrm>
                <a:off x="7795980" y="1280168"/>
                <a:ext cx="3458880" cy="6372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DE2ECB3E-785D-81DB-0761-83237C6D4EF7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7786980" y="1271528"/>
                  <a:ext cx="34765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327402F9-46F0-74CD-B58B-EDC721C3AB6A}"/>
                    </a:ext>
                  </a:extLst>
                </p14:cNvPr>
                <p14:cNvContentPartPr/>
                <p14:nvPr/>
              </p14:nvContentPartPr>
              <p14:xfrm>
                <a:off x="7747380" y="1247048"/>
                <a:ext cx="3580200" cy="6300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327402F9-46F0-74CD-B58B-EDC721C3AB6A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7738380" y="1238408"/>
                  <a:ext cx="359784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A847DAB8-F506-761D-FC2E-A2ED73F068DA}"/>
              </a:ext>
            </a:extLst>
          </p:cNvPr>
          <p:cNvGrpSpPr/>
          <p:nvPr/>
        </p:nvGrpSpPr>
        <p:grpSpPr>
          <a:xfrm>
            <a:off x="346500" y="4033808"/>
            <a:ext cx="4790880" cy="2590920"/>
            <a:chOff x="346500" y="4033808"/>
            <a:chExt cx="4790880" cy="259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8E832D7-2B98-704D-2304-09700136F807}"/>
                    </a:ext>
                  </a:extLst>
                </p14:cNvPr>
                <p14:cNvContentPartPr/>
                <p14:nvPr/>
              </p14:nvContentPartPr>
              <p14:xfrm>
                <a:off x="1248300" y="4613408"/>
                <a:ext cx="122400" cy="82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8E832D7-2B98-704D-2304-09700136F807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239660" y="4604408"/>
                  <a:ext cx="1400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EA87D82-E34B-A2F7-C17B-A36DFAEE1590}"/>
                    </a:ext>
                  </a:extLst>
                </p14:cNvPr>
                <p14:cNvContentPartPr/>
                <p14:nvPr/>
              </p14:nvContentPartPr>
              <p14:xfrm>
                <a:off x="1221660" y="4548968"/>
                <a:ext cx="145800" cy="154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EA87D82-E34B-A2F7-C17B-A36DFAEE1590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213020" y="4539968"/>
                  <a:ext cx="1634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BA5E7B6-85C3-C500-5833-672D827397EF}"/>
                    </a:ext>
                  </a:extLst>
                </p14:cNvPr>
                <p14:cNvContentPartPr/>
                <p14:nvPr/>
              </p14:nvContentPartPr>
              <p14:xfrm>
                <a:off x="1468980" y="4407128"/>
                <a:ext cx="304920" cy="2422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BA5E7B6-85C3-C500-5833-672D827397EF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460340" y="4398488"/>
                  <a:ext cx="3225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E4F531F-02BC-C064-E99F-82603BD5706B}"/>
                    </a:ext>
                  </a:extLst>
                </p14:cNvPr>
                <p14:cNvContentPartPr/>
                <p14:nvPr/>
              </p14:nvContentPartPr>
              <p14:xfrm>
                <a:off x="1498140" y="4744808"/>
                <a:ext cx="63000" cy="1548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E4F531F-02BC-C064-E99F-82603BD5706B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489500" y="4736168"/>
                  <a:ext cx="806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79F6331-2BE2-4B6E-DB11-D4BBFF38045D}"/>
                    </a:ext>
                  </a:extLst>
                </p14:cNvPr>
                <p14:cNvContentPartPr/>
                <p14:nvPr/>
              </p14:nvContentPartPr>
              <p14:xfrm>
                <a:off x="1552140" y="4835168"/>
                <a:ext cx="232200" cy="522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79F6331-2BE2-4B6E-DB11-D4BBFF38045D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543140" y="4826528"/>
                  <a:ext cx="2498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8308930-94CD-C899-00EF-AB6160F120B8}"/>
                    </a:ext>
                  </a:extLst>
                </p14:cNvPr>
                <p14:cNvContentPartPr/>
                <p14:nvPr/>
              </p14:nvContentPartPr>
              <p14:xfrm>
                <a:off x="1935900" y="4393088"/>
                <a:ext cx="230040" cy="2707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8308930-94CD-C899-00EF-AB6160F120B8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926900" y="4384448"/>
                  <a:ext cx="2476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A159339-E3CE-F559-C9F3-D6028A03BB29}"/>
                    </a:ext>
                  </a:extLst>
                </p14:cNvPr>
                <p14:cNvContentPartPr/>
                <p14:nvPr/>
              </p14:nvContentPartPr>
              <p14:xfrm>
                <a:off x="1911420" y="4657328"/>
                <a:ext cx="50040" cy="651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A159339-E3CE-F559-C9F3-D6028A03BB29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902780" y="4648688"/>
                  <a:ext cx="676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B1955D2-4985-DC79-525F-B9B13C8F9B98}"/>
                    </a:ext>
                  </a:extLst>
                </p14:cNvPr>
                <p14:cNvContentPartPr/>
                <p14:nvPr/>
              </p14:nvContentPartPr>
              <p14:xfrm>
                <a:off x="2124540" y="4375088"/>
                <a:ext cx="38520" cy="1281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B1955D2-4985-DC79-525F-B9B13C8F9B98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2115540" y="4366448"/>
                  <a:ext cx="561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B9560D7-45AF-8BA2-67AC-848A2724B75C}"/>
                    </a:ext>
                  </a:extLst>
                </p14:cNvPr>
                <p14:cNvContentPartPr/>
                <p14:nvPr/>
              </p14:nvContentPartPr>
              <p14:xfrm>
                <a:off x="2206980" y="4360328"/>
                <a:ext cx="145080" cy="3452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B9560D7-45AF-8BA2-67AC-848A2724B75C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2198340" y="4351688"/>
                  <a:ext cx="16272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278D0D5-6A9C-8511-BCC2-C96B3274BEC4}"/>
                    </a:ext>
                  </a:extLst>
                </p14:cNvPr>
                <p14:cNvContentPartPr/>
                <p14:nvPr/>
              </p14:nvContentPartPr>
              <p14:xfrm>
                <a:off x="2368260" y="4399928"/>
                <a:ext cx="43200" cy="2304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278D0D5-6A9C-8511-BCC2-C96B3274BEC4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2359620" y="4391288"/>
                  <a:ext cx="608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94161E0-3B58-4A0F-CCE3-EA7AA5F30DDD}"/>
                    </a:ext>
                  </a:extLst>
                </p14:cNvPr>
                <p14:cNvContentPartPr/>
                <p14:nvPr/>
              </p14:nvContentPartPr>
              <p14:xfrm>
                <a:off x="2392380" y="4541048"/>
                <a:ext cx="140400" cy="774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94161E0-3B58-4A0F-CCE3-EA7AA5F30DDD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2383380" y="4532048"/>
                  <a:ext cx="1580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1B7F9C2-4992-063A-A389-E4C7EE80FC43}"/>
                    </a:ext>
                  </a:extLst>
                </p14:cNvPr>
                <p14:cNvContentPartPr/>
                <p14:nvPr/>
              </p14:nvContentPartPr>
              <p14:xfrm>
                <a:off x="2464380" y="4356368"/>
                <a:ext cx="147240" cy="3387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1B7F9C2-4992-063A-A389-E4C7EE80FC43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2455740" y="4347728"/>
                  <a:ext cx="16488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4238572-9C7E-88CD-BA8C-AD994271E822}"/>
                    </a:ext>
                  </a:extLst>
                </p14:cNvPr>
                <p14:cNvContentPartPr/>
                <p14:nvPr/>
              </p14:nvContentPartPr>
              <p14:xfrm>
                <a:off x="2726460" y="4522688"/>
                <a:ext cx="164880" cy="1299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4238572-9C7E-88CD-BA8C-AD994271E822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2717460" y="4513688"/>
                  <a:ext cx="1825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9D88135-C922-7E58-7671-AE6E72B55C36}"/>
                    </a:ext>
                  </a:extLst>
                </p14:cNvPr>
                <p14:cNvContentPartPr/>
                <p14:nvPr/>
              </p14:nvContentPartPr>
              <p14:xfrm>
                <a:off x="2861820" y="4356368"/>
                <a:ext cx="101160" cy="1951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9D88135-C922-7E58-7671-AE6E72B55C36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2852820" y="4347368"/>
                  <a:ext cx="1188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9A60DF4-4AD6-A5FD-6941-91E1DBA32BDA}"/>
                    </a:ext>
                  </a:extLst>
                </p14:cNvPr>
                <p14:cNvContentPartPr/>
                <p14:nvPr/>
              </p14:nvContentPartPr>
              <p14:xfrm>
                <a:off x="2793060" y="4190408"/>
                <a:ext cx="7560" cy="280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9A60DF4-4AD6-A5FD-6941-91E1DBA32BDA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2784420" y="4181408"/>
                  <a:ext cx="252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14C8B2D-1A5B-4584-9542-3264CF3C1FF9}"/>
                    </a:ext>
                  </a:extLst>
                </p14:cNvPr>
                <p14:cNvContentPartPr/>
                <p14:nvPr/>
              </p14:nvContentPartPr>
              <p14:xfrm>
                <a:off x="2907900" y="4181768"/>
                <a:ext cx="160200" cy="1141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14C8B2D-1A5B-4584-9542-3264CF3C1FF9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2898900" y="4172768"/>
                  <a:ext cx="1778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8535EAF-8F8D-3ECA-8F0E-D01FA329ABDC}"/>
                    </a:ext>
                  </a:extLst>
                </p14:cNvPr>
                <p14:cNvContentPartPr/>
                <p14:nvPr/>
              </p14:nvContentPartPr>
              <p14:xfrm>
                <a:off x="3062700" y="4222088"/>
                <a:ext cx="64800" cy="878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8535EAF-8F8D-3ECA-8F0E-D01FA329ABDC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3053700" y="4213088"/>
                  <a:ext cx="824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A4689B5-7E35-640C-E632-1EEFA74F3515}"/>
                    </a:ext>
                  </a:extLst>
                </p14:cNvPr>
                <p14:cNvContentPartPr/>
                <p14:nvPr/>
              </p14:nvContentPartPr>
              <p14:xfrm>
                <a:off x="3114900" y="4206608"/>
                <a:ext cx="60480" cy="817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A4689B5-7E35-640C-E632-1EEFA74F3515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3106260" y="4197968"/>
                  <a:ext cx="781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91FABEA-E59A-D4EC-BB65-7A950743D77F}"/>
                    </a:ext>
                  </a:extLst>
                </p14:cNvPr>
                <p14:cNvContentPartPr/>
                <p14:nvPr/>
              </p14:nvContentPartPr>
              <p14:xfrm>
                <a:off x="2941740" y="4152248"/>
                <a:ext cx="209520" cy="212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91FABEA-E59A-D4EC-BB65-7A950743D77F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2932740" y="4143608"/>
                  <a:ext cx="2271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B879000-203C-1101-06E5-D0F654417446}"/>
                    </a:ext>
                  </a:extLst>
                </p14:cNvPr>
                <p14:cNvContentPartPr/>
                <p14:nvPr/>
              </p14:nvContentPartPr>
              <p14:xfrm>
                <a:off x="3185460" y="4089608"/>
                <a:ext cx="100080" cy="1886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B879000-203C-1101-06E5-D0F654417446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3176820" y="4080968"/>
                  <a:ext cx="1177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ECD0729-EAB7-F19E-6EB2-F9BEE66AA49E}"/>
                    </a:ext>
                  </a:extLst>
                </p14:cNvPr>
                <p14:cNvContentPartPr/>
                <p14:nvPr/>
              </p14:nvContentPartPr>
              <p14:xfrm>
                <a:off x="3248100" y="4193648"/>
                <a:ext cx="124920" cy="705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ECD0729-EAB7-F19E-6EB2-F9BEE66AA49E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3239100" y="4185008"/>
                  <a:ext cx="1425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E6CED1F-993E-C709-2F5F-2AF4B8FE1F7B}"/>
                    </a:ext>
                  </a:extLst>
                </p14:cNvPr>
                <p14:cNvContentPartPr/>
                <p14:nvPr/>
              </p14:nvContentPartPr>
              <p14:xfrm>
                <a:off x="3381660" y="4092128"/>
                <a:ext cx="153720" cy="1792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E6CED1F-993E-C709-2F5F-2AF4B8FE1F7B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3372660" y="4083488"/>
                  <a:ext cx="1713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635FAF3-2CC3-773D-29F4-25B0579F45E1}"/>
                    </a:ext>
                  </a:extLst>
                </p14:cNvPr>
                <p14:cNvContentPartPr/>
                <p14:nvPr/>
              </p14:nvContentPartPr>
              <p14:xfrm>
                <a:off x="3332700" y="4156928"/>
                <a:ext cx="141120" cy="381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635FAF3-2CC3-773D-29F4-25B0579F45E1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3323700" y="4148288"/>
                  <a:ext cx="1587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A3ACFB2-6103-94A8-E477-C17336859DCB}"/>
                    </a:ext>
                  </a:extLst>
                </p14:cNvPr>
                <p14:cNvContentPartPr/>
                <p14:nvPr/>
              </p14:nvContentPartPr>
              <p14:xfrm>
                <a:off x="3495060" y="4033808"/>
                <a:ext cx="140760" cy="2739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A3ACFB2-6103-94A8-E477-C17336859DCB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3486420" y="4025168"/>
                  <a:ext cx="1584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E09475D-8A36-66F6-A46A-13020341B733}"/>
                    </a:ext>
                  </a:extLst>
                </p14:cNvPr>
                <p14:cNvContentPartPr/>
                <p14:nvPr/>
              </p14:nvContentPartPr>
              <p14:xfrm>
                <a:off x="3677580" y="4158728"/>
                <a:ext cx="27720" cy="1522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E09475D-8A36-66F6-A46A-13020341B733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3668940" y="4149728"/>
                  <a:ext cx="453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C706C37-E4B1-508A-871E-FBBC171B19A3}"/>
                    </a:ext>
                  </a:extLst>
                </p14:cNvPr>
                <p14:cNvContentPartPr/>
                <p14:nvPr/>
              </p14:nvContentPartPr>
              <p14:xfrm>
                <a:off x="3586860" y="4163408"/>
                <a:ext cx="172080" cy="306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C706C37-E4B1-508A-871E-FBBC171B19A3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3577860" y="4154408"/>
                  <a:ext cx="1897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9796917-BA2C-C25A-7E08-4C77711BE8AF}"/>
                    </a:ext>
                  </a:extLst>
                </p14:cNvPr>
                <p14:cNvContentPartPr/>
                <p14:nvPr/>
              </p14:nvContentPartPr>
              <p14:xfrm>
                <a:off x="725580" y="5305328"/>
                <a:ext cx="196200" cy="2444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9796917-BA2C-C25A-7E08-4C77711BE8AF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716940" y="5296328"/>
                  <a:ext cx="2138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EF29CCF-2598-1369-269D-6F45F3428203}"/>
                    </a:ext>
                  </a:extLst>
                </p14:cNvPr>
                <p14:cNvContentPartPr/>
                <p14:nvPr/>
              </p14:nvContentPartPr>
              <p14:xfrm>
                <a:off x="933660" y="5238728"/>
                <a:ext cx="85680" cy="3826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EF29CCF-2598-1369-269D-6F45F3428203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924660" y="5229728"/>
                  <a:ext cx="10332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BA0AD13F-F9BF-9F5D-ABF8-3FDEA7F3719C}"/>
                    </a:ext>
                  </a:extLst>
                </p14:cNvPr>
                <p14:cNvContentPartPr/>
                <p14:nvPr/>
              </p14:nvContentPartPr>
              <p14:xfrm>
                <a:off x="1052100" y="5486408"/>
                <a:ext cx="106200" cy="2268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BA0AD13F-F9BF-9F5D-ABF8-3FDEA7F3719C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043460" y="5477768"/>
                  <a:ext cx="1238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B6BA08E-9CDC-AD4D-A330-A6345797F7FC}"/>
                    </a:ext>
                  </a:extLst>
                </p14:cNvPr>
                <p14:cNvContentPartPr/>
                <p14:nvPr/>
              </p14:nvContentPartPr>
              <p14:xfrm>
                <a:off x="1037340" y="5368688"/>
                <a:ext cx="3960" cy="187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B6BA08E-9CDC-AD4D-A330-A6345797F7FC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028700" y="5360048"/>
                  <a:ext cx="216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0B9FD3F-4EB5-0543-A37B-B8C12E6468D8}"/>
                    </a:ext>
                  </a:extLst>
                </p14:cNvPr>
                <p14:cNvContentPartPr/>
                <p14:nvPr/>
              </p14:nvContentPartPr>
              <p14:xfrm>
                <a:off x="1156860" y="5326928"/>
                <a:ext cx="284760" cy="1990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0B9FD3F-4EB5-0543-A37B-B8C12E6468D8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1147860" y="5318288"/>
                  <a:ext cx="3024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8E21356-EFFD-265B-DAA4-BDA7C3027FF6}"/>
                    </a:ext>
                  </a:extLst>
                </p14:cNvPr>
                <p14:cNvContentPartPr/>
                <p14:nvPr/>
              </p14:nvContentPartPr>
              <p14:xfrm>
                <a:off x="1353420" y="5243768"/>
                <a:ext cx="184320" cy="3794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8E21356-EFFD-265B-DAA4-BDA7C3027FF6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344780" y="5234768"/>
                  <a:ext cx="20196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72FE1E3-70B6-7490-3E34-4BA4D0C080AB}"/>
                    </a:ext>
                  </a:extLst>
                </p14:cNvPr>
                <p14:cNvContentPartPr/>
                <p14:nvPr/>
              </p14:nvContentPartPr>
              <p14:xfrm>
                <a:off x="1638540" y="5488928"/>
                <a:ext cx="160920" cy="133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72FE1E3-70B6-7490-3E34-4BA4D0C080AB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629900" y="5479928"/>
                  <a:ext cx="1785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4BFB8EA-89AC-C6AA-4437-D1CA00ACEC21}"/>
                    </a:ext>
                  </a:extLst>
                </p14:cNvPr>
                <p14:cNvContentPartPr/>
                <p14:nvPr/>
              </p14:nvContentPartPr>
              <p14:xfrm>
                <a:off x="1612620" y="5422688"/>
                <a:ext cx="149040" cy="75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4BFB8EA-89AC-C6AA-4437-D1CA00ACEC21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1603980" y="5414048"/>
                  <a:ext cx="1666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DC77908-0CD6-6E39-9052-62651447AEC3}"/>
                    </a:ext>
                  </a:extLst>
                </p14:cNvPr>
                <p14:cNvContentPartPr/>
                <p14:nvPr/>
              </p14:nvContentPartPr>
              <p14:xfrm>
                <a:off x="1989900" y="5333048"/>
                <a:ext cx="124920" cy="2714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DC77908-0CD6-6E39-9052-62651447AEC3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981260" y="5324048"/>
                  <a:ext cx="1425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17AF659-326B-0E18-97E1-189B5A61AC34}"/>
                    </a:ext>
                  </a:extLst>
                </p14:cNvPr>
                <p14:cNvContentPartPr/>
                <p14:nvPr/>
              </p14:nvContentPartPr>
              <p14:xfrm>
                <a:off x="1912860" y="5248088"/>
                <a:ext cx="301680" cy="1479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17AF659-326B-0E18-97E1-189B5A61AC34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1903860" y="5239448"/>
                  <a:ext cx="3193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6376594-D6A6-CD32-2D05-50BBC3F7BD7D}"/>
                    </a:ext>
                  </a:extLst>
                </p14:cNvPr>
                <p14:cNvContentPartPr/>
                <p14:nvPr/>
              </p14:nvContentPartPr>
              <p14:xfrm>
                <a:off x="1974060" y="5427008"/>
                <a:ext cx="159120" cy="435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6376594-D6A6-CD32-2D05-50BBC3F7BD7D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1965420" y="5418008"/>
                  <a:ext cx="1767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B6301D6-E41D-041B-71E3-45151F0DD189}"/>
                    </a:ext>
                  </a:extLst>
                </p14:cNvPr>
                <p14:cNvContentPartPr/>
                <p14:nvPr/>
              </p14:nvContentPartPr>
              <p14:xfrm>
                <a:off x="2264580" y="5192648"/>
                <a:ext cx="114120" cy="4258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B6301D6-E41D-041B-71E3-45151F0DD189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2255940" y="5184008"/>
                  <a:ext cx="13176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0A4DDB4-71B3-3DD2-532A-2A774741D4A4}"/>
                    </a:ext>
                  </a:extLst>
                </p14:cNvPr>
                <p14:cNvContentPartPr/>
                <p14:nvPr/>
              </p14:nvContentPartPr>
              <p14:xfrm>
                <a:off x="2436660" y="5245208"/>
                <a:ext cx="321480" cy="2491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0A4DDB4-71B3-3DD2-532A-2A774741D4A4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2428020" y="5236568"/>
                  <a:ext cx="3391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19D737A-F744-D5A3-09FE-9C36AD6320B4}"/>
                    </a:ext>
                  </a:extLst>
                </p14:cNvPr>
                <p14:cNvContentPartPr/>
                <p14:nvPr/>
              </p14:nvContentPartPr>
              <p14:xfrm>
                <a:off x="2544660" y="5579648"/>
                <a:ext cx="53280" cy="1832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19D737A-F744-D5A3-09FE-9C36AD6320B4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2535660" y="5571008"/>
                  <a:ext cx="709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F09E7E8-A30E-79FB-AE55-5020C98BE4F1}"/>
                    </a:ext>
                  </a:extLst>
                </p14:cNvPr>
                <p14:cNvContentPartPr/>
                <p14:nvPr/>
              </p14:nvContentPartPr>
              <p14:xfrm>
                <a:off x="2581380" y="5676848"/>
                <a:ext cx="182160" cy="608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F09E7E8-A30E-79FB-AE55-5020C98BE4F1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2572380" y="5668208"/>
                  <a:ext cx="1998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2E8F3FF-49AB-63D3-58AD-33D12970F27F}"/>
                    </a:ext>
                  </a:extLst>
                </p14:cNvPr>
                <p14:cNvContentPartPr/>
                <p14:nvPr/>
              </p14:nvContentPartPr>
              <p14:xfrm>
                <a:off x="2969100" y="5226848"/>
                <a:ext cx="190080" cy="2293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2E8F3FF-49AB-63D3-58AD-33D12970F27F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2960100" y="5218208"/>
                  <a:ext cx="2077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3B86D57-2127-5A46-7B27-312882FAD311}"/>
                    </a:ext>
                  </a:extLst>
                </p14:cNvPr>
                <p14:cNvContentPartPr/>
                <p14:nvPr/>
              </p14:nvContentPartPr>
              <p14:xfrm>
                <a:off x="3013020" y="5449688"/>
                <a:ext cx="30960" cy="648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3B86D57-2127-5A46-7B27-312882FAD311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3004020" y="5441048"/>
                  <a:ext cx="486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C5AC86F-401A-778C-41A3-81834B0AFB9A}"/>
                    </a:ext>
                  </a:extLst>
                </p14:cNvPr>
                <p14:cNvContentPartPr/>
                <p14:nvPr/>
              </p14:nvContentPartPr>
              <p14:xfrm>
                <a:off x="3061620" y="5182568"/>
                <a:ext cx="50760" cy="1101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C5AC86F-401A-778C-41A3-81834B0AFB9A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3052620" y="5173928"/>
                  <a:ext cx="684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F153476-4094-2CD2-F0EB-2C8013AFB7D1}"/>
                    </a:ext>
                  </a:extLst>
                </p14:cNvPr>
                <p14:cNvContentPartPr/>
                <p14:nvPr/>
              </p14:nvContentPartPr>
              <p14:xfrm>
                <a:off x="3157020" y="5153768"/>
                <a:ext cx="125280" cy="3240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F153476-4094-2CD2-F0EB-2C8013AFB7D1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3148020" y="5145128"/>
                  <a:ext cx="14292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5CC4EB6-2D1B-4BF3-7A87-DC39A2BFA75C}"/>
                    </a:ext>
                  </a:extLst>
                </p14:cNvPr>
                <p14:cNvContentPartPr/>
                <p14:nvPr/>
              </p14:nvContentPartPr>
              <p14:xfrm>
                <a:off x="3302100" y="5195168"/>
                <a:ext cx="64440" cy="2480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5CC4EB6-2D1B-4BF3-7A87-DC39A2BFA75C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3293100" y="5186168"/>
                  <a:ext cx="820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13ECB07-143C-69BD-C667-86B111D7B5C6}"/>
                    </a:ext>
                  </a:extLst>
                </p14:cNvPr>
                <p14:cNvContentPartPr/>
                <p14:nvPr/>
              </p14:nvContentPartPr>
              <p14:xfrm>
                <a:off x="3374100" y="5349608"/>
                <a:ext cx="132480" cy="608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13ECB07-143C-69BD-C667-86B111D7B5C6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3365100" y="5340608"/>
                  <a:ext cx="1501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4BF2D9F-E6C8-AAA8-12D1-AA8FF9BF35C2}"/>
                    </a:ext>
                  </a:extLst>
                </p14:cNvPr>
                <p14:cNvContentPartPr/>
                <p14:nvPr/>
              </p14:nvContentPartPr>
              <p14:xfrm>
                <a:off x="3404700" y="5124248"/>
                <a:ext cx="170280" cy="3920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4BF2D9F-E6C8-AAA8-12D1-AA8FF9BF35C2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3396060" y="5115608"/>
                  <a:ext cx="18792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CA0B815-C5D2-639D-ADA1-3D12E1577668}"/>
                    </a:ext>
                  </a:extLst>
                </p14:cNvPr>
                <p14:cNvContentPartPr/>
                <p14:nvPr/>
              </p14:nvContentPartPr>
              <p14:xfrm>
                <a:off x="3669660" y="5268608"/>
                <a:ext cx="207360" cy="1551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CA0B815-C5D2-639D-ADA1-3D12E1577668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3661020" y="5259608"/>
                  <a:ext cx="2250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453332B-30C9-1B7D-7317-92ACCED1F2D7}"/>
                    </a:ext>
                  </a:extLst>
                </p14:cNvPr>
                <p14:cNvContentPartPr/>
                <p14:nvPr/>
              </p14:nvContentPartPr>
              <p14:xfrm>
                <a:off x="3816180" y="5100128"/>
                <a:ext cx="124200" cy="1778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453332B-30C9-1B7D-7317-92ACCED1F2D7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3807180" y="5091488"/>
                  <a:ext cx="1418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6129037-0B89-0BB0-4F5D-1D9BB4F731DF}"/>
                    </a:ext>
                  </a:extLst>
                </p14:cNvPr>
                <p14:cNvContentPartPr/>
                <p14:nvPr/>
              </p14:nvContentPartPr>
              <p14:xfrm>
                <a:off x="3765780" y="4952888"/>
                <a:ext cx="10080" cy="363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6129037-0B89-0BB0-4F5D-1D9BB4F731DF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3757140" y="4943888"/>
                  <a:ext cx="277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7B05358-9EE0-581A-0B9D-225AEBFC4DCA}"/>
                    </a:ext>
                  </a:extLst>
                </p14:cNvPr>
                <p14:cNvContentPartPr/>
                <p14:nvPr/>
              </p14:nvContentPartPr>
              <p14:xfrm>
                <a:off x="3915900" y="4994288"/>
                <a:ext cx="148320" cy="1213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7B05358-9EE0-581A-0B9D-225AEBFC4DCA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3906900" y="4985648"/>
                  <a:ext cx="1659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A30D6688-C5F1-4D37-F720-ADCD489930A9}"/>
                    </a:ext>
                  </a:extLst>
                </p14:cNvPr>
                <p14:cNvContentPartPr/>
                <p14:nvPr/>
              </p14:nvContentPartPr>
              <p14:xfrm>
                <a:off x="4078620" y="5015888"/>
                <a:ext cx="77760" cy="896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A30D6688-C5F1-4D37-F720-ADCD489930A9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4069980" y="5007248"/>
                  <a:ext cx="954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BAD4A7D-B3F3-DCC3-810A-B10F32E28D8F}"/>
                    </a:ext>
                  </a:extLst>
                </p14:cNvPr>
                <p14:cNvContentPartPr/>
                <p14:nvPr/>
              </p14:nvContentPartPr>
              <p14:xfrm>
                <a:off x="4123260" y="4996448"/>
                <a:ext cx="87840" cy="1011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BAD4A7D-B3F3-DCC3-810A-B10F32E28D8F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4114620" y="4987808"/>
                  <a:ext cx="1054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1BE1CB6-EB5F-7F5B-6F3D-62EC1E573879}"/>
                    </a:ext>
                  </a:extLst>
                </p14:cNvPr>
                <p14:cNvContentPartPr/>
                <p14:nvPr/>
              </p14:nvContentPartPr>
              <p14:xfrm>
                <a:off x="3968460" y="4902128"/>
                <a:ext cx="174240" cy="338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1BE1CB6-EB5F-7F5B-6F3D-62EC1E573879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3959820" y="4893128"/>
                  <a:ext cx="1918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9812AB3-D5F7-C9E0-E556-1C8F3E99459D}"/>
                    </a:ext>
                  </a:extLst>
                </p14:cNvPr>
                <p14:cNvContentPartPr/>
                <p14:nvPr/>
              </p14:nvContentPartPr>
              <p14:xfrm>
                <a:off x="4152060" y="4852088"/>
                <a:ext cx="160920" cy="2624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9812AB3-D5F7-C9E0-E556-1C8F3E99459D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4143420" y="4843088"/>
                  <a:ext cx="1785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291ABFA-193E-4480-750B-5285DBEAC0FB}"/>
                    </a:ext>
                  </a:extLst>
                </p14:cNvPr>
                <p14:cNvContentPartPr/>
                <p14:nvPr/>
              </p14:nvContentPartPr>
              <p14:xfrm>
                <a:off x="4243860" y="4979888"/>
                <a:ext cx="143640" cy="892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291ABFA-193E-4480-750B-5285DBEAC0FB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4235220" y="4971248"/>
                  <a:ext cx="1612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F3CA4BA-BE03-185D-B6CE-431FDC405A47}"/>
                    </a:ext>
                  </a:extLst>
                </p14:cNvPr>
                <p14:cNvContentPartPr/>
                <p14:nvPr/>
              </p14:nvContentPartPr>
              <p14:xfrm>
                <a:off x="4314780" y="4820768"/>
                <a:ext cx="177480" cy="1929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F3CA4BA-BE03-185D-B6CE-431FDC405A47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4306140" y="4811768"/>
                  <a:ext cx="1951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3C6A9F1-EF3F-FCBA-C822-D39D9CE6608A}"/>
                    </a:ext>
                  </a:extLst>
                </p14:cNvPr>
                <p14:cNvContentPartPr/>
                <p14:nvPr/>
              </p14:nvContentPartPr>
              <p14:xfrm>
                <a:off x="4310820" y="4898888"/>
                <a:ext cx="149040" cy="460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3C6A9F1-EF3F-FCBA-C822-D39D9CE6608A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4302180" y="4889888"/>
                  <a:ext cx="1666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E84E5FA-294D-8888-7B80-CB532BFEF9A0}"/>
                    </a:ext>
                  </a:extLst>
                </p14:cNvPr>
                <p14:cNvContentPartPr/>
                <p14:nvPr/>
              </p14:nvContentPartPr>
              <p14:xfrm>
                <a:off x="4538340" y="4786208"/>
                <a:ext cx="112320" cy="2707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E84E5FA-294D-8888-7B80-CB532BFEF9A0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4529700" y="4777208"/>
                  <a:ext cx="1299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3F07499-5FFB-0A5A-03AE-9963B75F2A12}"/>
                    </a:ext>
                  </a:extLst>
                </p14:cNvPr>
                <p14:cNvContentPartPr/>
                <p14:nvPr/>
              </p14:nvContentPartPr>
              <p14:xfrm>
                <a:off x="4685940" y="4927328"/>
                <a:ext cx="71280" cy="1465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3F07499-5FFB-0A5A-03AE-9963B75F2A12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4676940" y="4918688"/>
                  <a:ext cx="889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2CEF02C0-A7A5-1B82-C3E1-24FBBBA00CB5}"/>
                    </a:ext>
                  </a:extLst>
                </p14:cNvPr>
                <p14:cNvContentPartPr/>
                <p14:nvPr/>
              </p14:nvContentPartPr>
              <p14:xfrm>
                <a:off x="4598820" y="4895288"/>
                <a:ext cx="175320" cy="460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CEF02C0-A7A5-1B82-C3E1-24FBBBA00CB5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4590180" y="4886648"/>
                  <a:ext cx="1929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EAA0742-7182-B3B5-367C-5C849A9A661B}"/>
                    </a:ext>
                  </a:extLst>
                </p14:cNvPr>
                <p14:cNvContentPartPr/>
                <p14:nvPr/>
              </p14:nvContentPartPr>
              <p14:xfrm>
                <a:off x="4887540" y="4930208"/>
                <a:ext cx="160920" cy="4809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EAA0742-7182-B3B5-367C-5C849A9A661B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4878900" y="4921208"/>
                  <a:ext cx="17856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AF41C46-502C-FAD9-C3CB-A3C78B368396}"/>
                    </a:ext>
                  </a:extLst>
                </p14:cNvPr>
                <p14:cNvContentPartPr/>
                <p14:nvPr/>
              </p14:nvContentPartPr>
              <p14:xfrm>
                <a:off x="1657260" y="6239528"/>
                <a:ext cx="111600" cy="90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AF41C46-502C-FAD9-C3CB-A3C78B368396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1648620" y="6230528"/>
                  <a:ext cx="1292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E84E89BC-C041-A7B7-2E5F-B6A7D0840F4D}"/>
                    </a:ext>
                  </a:extLst>
                </p14:cNvPr>
                <p14:cNvContentPartPr/>
                <p14:nvPr/>
              </p14:nvContentPartPr>
              <p14:xfrm>
                <a:off x="1653300" y="6193088"/>
                <a:ext cx="95760" cy="136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E84E89BC-C041-A7B7-2E5F-B6A7D0840F4D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1644660" y="6184088"/>
                  <a:ext cx="1134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B9A4E6B4-FDB2-337F-934D-C4222FC44EE3}"/>
                    </a:ext>
                  </a:extLst>
                </p14:cNvPr>
                <p14:cNvContentPartPr/>
                <p14:nvPr/>
              </p14:nvContentPartPr>
              <p14:xfrm>
                <a:off x="1867860" y="5997608"/>
                <a:ext cx="392760" cy="3024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B9A4E6B4-FDB2-337F-934D-C4222FC44EE3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1859220" y="5988968"/>
                  <a:ext cx="41040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AC29D21-DC8D-A0C7-561A-4A0903CC3086}"/>
                    </a:ext>
                  </a:extLst>
                </p14:cNvPr>
                <p14:cNvContentPartPr/>
                <p14:nvPr/>
              </p14:nvContentPartPr>
              <p14:xfrm>
                <a:off x="1933740" y="6399728"/>
                <a:ext cx="65880" cy="2250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AC29D21-DC8D-A0C7-561A-4A0903CC3086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1925100" y="6391088"/>
                  <a:ext cx="835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C4097519-658F-F02C-7B24-872F23AEAB53}"/>
                    </a:ext>
                  </a:extLst>
                </p14:cNvPr>
                <p14:cNvContentPartPr/>
                <p14:nvPr/>
              </p14:nvContentPartPr>
              <p14:xfrm>
                <a:off x="1930140" y="6507368"/>
                <a:ext cx="210240" cy="702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C4097519-658F-F02C-7B24-872F23AEAB53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1921140" y="6498368"/>
                  <a:ext cx="2278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A8BD0FDD-5176-8657-593B-CE03329503AB}"/>
                    </a:ext>
                  </a:extLst>
                </p14:cNvPr>
                <p14:cNvContentPartPr/>
                <p14:nvPr/>
              </p14:nvContentPartPr>
              <p14:xfrm>
                <a:off x="2388060" y="6031808"/>
                <a:ext cx="192600" cy="2854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A8BD0FDD-5176-8657-593B-CE03329503AB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2379420" y="6023168"/>
                  <a:ext cx="2102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FFEB586-6079-2F32-83CC-D9DA1915B984}"/>
                    </a:ext>
                  </a:extLst>
                </p14:cNvPr>
                <p14:cNvContentPartPr/>
                <p14:nvPr/>
              </p14:nvContentPartPr>
              <p14:xfrm>
                <a:off x="2383380" y="6300368"/>
                <a:ext cx="32760" cy="691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FFEB586-6079-2F32-83CC-D9DA1915B984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2374740" y="6291728"/>
                  <a:ext cx="504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229C8058-483C-5867-5BA3-CF26BF33D768}"/>
                    </a:ext>
                  </a:extLst>
                </p14:cNvPr>
                <p14:cNvContentPartPr/>
                <p14:nvPr/>
              </p14:nvContentPartPr>
              <p14:xfrm>
                <a:off x="2522340" y="6054848"/>
                <a:ext cx="46800" cy="1418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229C8058-483C-5867-5BA3-CF26BF33D768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2513340" y="6046208"/>
                  <a:ext cx="644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ACAD80B1-CE14-50A5-051E-A4AEDF28B8BE}"/>
                    </a:ext>
                  </a:extLst>
                </p14:cNvPr>
                <p14:cNvContentPartPr/>
                <p14:nvPr/>
              </p14:nvContentPartPr>
              <p14:xfrm>
                <a:off x="2660580" y="5957648"/>
                <a:ext cx="115920" cy="3549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ACAD80B1-CE14-50A5-051E-A4AEDF28B8BE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2651580" y="5948648"/>
                  <a:ext cx="13356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C43EA85-5B4F-92EA-3530-053BA684AEE0}"/>
                    </a:ext>
                  </a:extLst>
                </p14:cNvPr>
                <p14:cNvContentPartPr/>
                <p14:nvPr/>
              </p14:nvContentPartPr>
              <p14:xfrm>
                <a:off x="2787660" y="6025688"/>
                <a:ext cx="46080" cy="2368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C43EA85-5B4F-92EA-3530-053BA684AEE0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2778660" y="6017048"/>
                  <a:ext cx="637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074FD10D-C254-3323-E35B-AFEEAC600209}"/>
                    </a:ext>
                  </a:extLst>
                </p14:cNvPr>
                <p14:cNvContentPartPr/>
                <p14:nvPr/>
              </p14:nvContentPartPr>
              <p14:xfrm>
                <a:off x="2833740" y="6161768"/>
                <a:ext cx="153000" cy="752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074FD10D-C254-3323-E35B-AFEEAC600209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2825100" y="6152768"/>
                  <a:ext cx="1706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988A08BC-776A-A79A-A17E-12A48CCF2CCD}"/>
                    </a:ext>
                  </a:extLst>
                </p14:cNvPr>
                <p14:cNvContentPartPr/>
                <p14:nvPr/>
              </p14:nvContentPartPr>
              <p14:xfrm>
                <a:off x="2955780" y="5966648"/>
                <a:ext cx="162000" cy="3294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988A08BC-776A-A79A-A17E-12A48CCF2CCD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2947140" y="5957648"/>
                  <a:ext cx="1796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6627480-5295-95AB-6234-7D7412D7BEE7}"/>
                    </a:ext>
                  </a:extLst>
                </p14:cNvPr>
                <p14:cNvContentPartPr/>
                <p14:nvPr/>
              </p14:nvContentPartPr>
              <p14:xfrm>
                <a:off x="3331980" y="6052688"/>
                <a:ext cx="60120" cy="2228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6627480-5295-95AB-6234-7D7412D7BEE7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3323340" y="6043688"/>
                  <a:ext cx="777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FCC14D6-05B2-BBAD-0824-6AD6147B8EAC}"/>
                    </a:ext>
                  </a:extLst>
                </p14:cNvPr>
                <p14:cNvContentPartPr/>
                <p14:nvPr/>
              </p14:nvContentPartPr>
              <p14:xfrm>
                <a:off x="3230100" y="5952608"/>
                <a:ext cx="187200" cy="1724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FCC14D6-05B2-BBAD-0824-6AD6147B8EAC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3221460" y="5943608"/>
                  <a:ext cx="2048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47302B5E-BEB8-0D4A-C4E5-A9DED34E102B}"/>
                    </a:ext>
                  </a:extLst>
                </p14:cNvPr>
                <p14:cNvContentPartPr/>
                <p14:nvPr/>
              </p14:nvContentPartPr>
              <p14:xfrm>
                <a:off x="3306420" y="6110288"/>
                <a:ext cx="173520" cy="723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47302B5E-BEB8-0D4A-C4E5-A9DED34E102B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3297780" y="6101288"/>
                  <a:ext cx="1911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A565D58-1BF7-1A4C-3E52-752E8822D832}"/>
                    </a:ext>
                  </a:extLst>
                </p14:cNvPr>
                <p14:cNvContentPartPr/>
                <p14:nvPr/>
              </p14:nvContentPartPr>
              <p14:xfrm>
                <a:off x="3547620" y="5904728"/>
                <a:ext cx="132480" cy="3913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A565D58-1BF7-1A4C-3E52-752E8822D832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3538620" y="5896088"/>
                  <a:ext cx="15012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44B1B0D-EC4C-B7DC-CEB4-FA85CD8C9A90}"/>
                    </a:ext>
                  </a:extLst>
                </p14:cNvPr>
                <p14:cNvContentPartPr/>
                <p14:nvPr/>
              </p14:nvContentPartPr>
              <p14:xfrm>
                <a:off x="3758580" y="6097328"/>
                <a:ext cx="161640" cy="1526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44B1B0D-EC4C-B7DC-CEB4-FA85CD8C9A90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3749580" y="6088328"/>
                  <a:ext cx="1792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B626BB46-20BC-58C1-2D81-0DF59BB17CC2}"/>
                    </a:ext>
                  </a:extLst>
                </p14:cNvPr>
                <p14:cNvContentPartPr/>
                <p14:nvPr/>
              </p14:nvContentPartPr>
              <p14:xfrm>
                <a:off x="3881340" y="5936048"/>
                <a:ext cx="124560" cy="2044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B626BB46-20BC-58C1-2D81-0DF59BB17CC2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3872340" y="5927048"/>
                  <a:ext cx="1422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AE531DAC-65C2-E009-737D-C527A025B95B}"/>
                    </a:ext>
                  </a:extLst>
                </p14:cNvPr>
                <p14:cNvContentPartPr/>
                <p14:nvPr/>
              </p14:nvContentPartPr>
              <p14:xfrm>
                <a:off x="3839220" y="5814008"/>
                <a:ext cx="19440" cy="392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AE531DAC-65C2-E009-737D-C527A025B95B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3830220" y="5805368"/>
                  <a:ext cx="370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A55EB6BA-31D8-AD5C-360D-0F123FFC786E}"/>
                    </a:ext>
                  </a:extLst>
                </p14:cNvPr>
                <p14:cNvContentPartPr/>
                <p14:nvPr/>
              </p14:nvContentPartPr>
              <p14:xfrm>
                <a:off x="3930300" y="5810408"/>
                <a:ext cx="174600" cy="972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A55EB6BA-31D8-AD5C-360D-0F123FFC786E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3921300" y="5801408"/>
                  <a:ext cx="1922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A723A77-9ADE-AEF8-4FB7-62AAE5F49496}"/>
                    </a:ext>
                  </a:extLst>
                </p14:cNvPr>
                <p14:cNvContentPartPr/>
                <p14:nvPr/>
              </p14:nvContentPartPr>
              <p14:xfrm>
                <a:off x="4104900" y="5816528"/>
                <a:ext cx="53280" cy="846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A723A77-9ADE-AEF8-4FB7-62AAE5F49496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4095900" y="5807528"/>
                  <a:ext cx="70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C36C075-05B2-507C-83F3-135BEBA3A05D}"/>
                    </a:ext>
                  </a:extLst>
                </p14:cNvPr>
                <p14:cNvContentPartPr/>
                <p14:nvPr/>
              </p14:nvContentPartPr>
              <p14:xfrm>
                <a:off x="4144860" y="5793128"/>
                <a:ext cx="70920" cy="946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C36C075-05B2-507C-83F3-135BEBA3A05D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4135860" y="5784488"/>
                  <a:ext cx="885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F3B870B2-0199-1ADF-7C4E-944E07D85760}"/>
                    </a:ext>
                  </a:extLst>
                </p14:cNvPr>
                <p14:cNvContentPartPr/>
                <p14:nvPr/>
              </p14:nvContentPartPr>
              <p14:xfrm>
                <a:off x="4022820" y="5761448"/>
                <a:ext cx="157320" cy="212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F3B870B2-0199-1ADF-7C4E-944E07D85760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4013820" y="5752808"/>
                  <a:ext cx="174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BD5ADF7F-BD46-38AE-20ED-C8163A7A4AFF}"/>
                    </a:ext>
                  </a:extLst>
                </p14:cNvPr>
                <p14:cNvContentPartPr/>
                <p14:nvPr/>
              </p14:nvContentPartPr>
              <p14:xfrm>
                <a:off x="4247460" y="5675048"/>
                <a:ext cx="91440" cy="2152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BD5ADF7F-BD46-38AE-20ED-C8163A7A4AFF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4238820" y="5666408"/>
                  <a:ext cx="1090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11162569-10E4-F36D-83F9-528F6ED95A95}"/>
                    </a:ext>
                  </a:extLst>
                </p14:cNvPr>
                <p14:cNvContentPartPr/>
                <p14:nvPr/>
              </p14:nvContentPartPr>
              <p14:xfrm>
                <a:off x="4301100" y="5784128"/>
                <a:ext cx="142200" cy="914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11162569-10E4-F36D-83F9-528F6ED95A95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4292460" y="5775488"/>
                  <a:ext cx="1598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7B37D208-2462-2A94-2F71-C23D43A76433}"/>
                    </a:ext>
                  </a:extLst>
                </p14:cNvPr>
                <p14:cNvContentPartPr/>
                <p14:nvPr/>
              </p14:nvContentPartPr>
              <p14:xfrm>
                <a:off x="4410900" y="5610968"/>
                <a:ext cx="158400" cy="2214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7B37D208-2462-2A94-2F71-C23D43A76433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4401900" y="5602328"/>
                  <a:ext cx="1760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95EBEDA2-CE38-799A-CA14-F7593A029B67}"/>
                    </a:ext>
                  </a:extLst>
                </p14:cNvPr>
                <p14:cNvContentPartPr/>
                <p14:nvPr/>
              </p14:nvContentPartPr>
              <p14:xfrm>
                <a:off x="4387140" y="5733008"/>
                <a:ext cx="132120" cy="324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95EBEDA2-CE38-799A-CA14-F7593A029B67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4378140" y="5724008"/>
                  <a:ext cx="1497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EB066605-3431-2607-96C7-685ECADEFB76}"/>
                    </a:ext>
                  </a:extLst>
                </p14:cNvPr>
                <p14:cNvContentPartPr/>
                <p14:nvPr/>
              </p14:nvContentPartPr>
              <p14:xfrm>
                <a:off x="4604580" y="5581088"/>
                <a:ext cx="122400" cy="2926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EB066605-3431-2607-96C7-685ECADEFB76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4595940" y="5572088"/>
                  <a:ext cx="14004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638A5AE3-873C-C9D5-8F77-BABB8FF70598}"/>
                    </a:ext>
                  </a:extLst>
                </p14:cNvPr>
                <p14:cNvContentPartPr/>
                <p14:nvPr/>
              </p14:nvContentPartPr>
              <p14:xfrm>
                <a:off x="4769460" y="5753168"/>
                <a:ext cx="62640" cy="1494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638A5AE3-873C-C9D5-8F77-BABB8FF70598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4760460" y="5744528"/>
                  <a:ext cx="802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1A09F31B-2616-232B-4336-8DCD16B2ED1A}"/>
                    </a:ext>
                  </a:extLst>
                </p14:cNvPr>
                <p14:cNvContentPartPr/>
                <p14:nvPr/>
              </p14:nvContentPartPr>
              <p14:xfrm>
                <a:off x="4670100" y="5724368"/>
                <a:ext cx="173160" cy="432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1A09F31B-2616-232B-4336-8DCD16B2ED1A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4661100" y="5715368"/>
                  <a:ext cx="1908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7395864-AF7E-8BDB-5F9F-626268128B08}"/>
                    </a:ext>
                  </a:extLst>
                </p14:cNvPr>
                <p14:cNvContentPartPr/>
                <p14:nvPr/>
              </p14:nvContentPartPr>
              <p14:xfrm>
                <a:off x="4987620" y="5773688"/>
                <a:ext cx="149760" cy="4780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7395864-AF7E-8BDB-5F9F-626268128B08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4978620" y="5765048"/>
                  <a:ext cx="16740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8C685AAC-E28B-88BF-2DE8-4E253F56F137}"/>
                    </a:ext>
                  </a:extLst>
                </p14:cNvPr>
                <p14:cNvContentPartPr/>
                <p14:nvPr/>
              </p14:nvContentPartPr>
              <p14:xfrm>
                <a:off x="346500" y="4384088"/>
                <a:ext cx="64800" cy="16416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8C685AAC-E28B-88BF-2DE8-4E253F56F137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337860" y="4375088"/>
                  <a:ext cx="824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D861BC4E-5EE7-B89A-828F-D0392B47FBA3}"/>
                    </a:ext>
                  </a:extLst>
                </p14:cNvPr>
                <p14:cNvContentPartPr/>
                <p14:nvPr/>
              </p14:nvContentPartPr>
              <p14:xfrm>
                <a:off x="444060" y="4381928"/>
                <a:ext cx="91800" cy="18000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D861BC4E-5EE7-B89A-828F-D0392B47FBA3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435420" y="4372928"/>
                  <a:ext cx="1094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97AFA1CD-6D59-3F47-CBA2-2C22D254C651}"/>
                    </a:ext>
                  </a:extLst>
                </p14:cNvPr>
                <p14:cNvContentPartPr/>
                <p14:nvPr/>
              </p14:nvContentPartPr>
              <p14:xfrm>
                <a:off x="441900" y="4343768"/>
                <a:ext cx="133920" cy="5256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97AFA1CD-6D59-3F47-CBA2-2C22D254C651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433260" y="4335128"/>
                  <a:ext cx="1515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81BD18B3-E715-2A29-84A7-66E85E191E69}"/>
                    </a:ext>
                  </a:extLst>
                </p14:cNvPr>
                <p14:cNvContentPartPr/>
                <p14:nvPr/>
              </p14:nvContentPartPr>
              <p14:xfrm>
                <a:off x="441900" y="4442768"/>
                <a:ext cx="106200" cy="2772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81BD18B3-E715-2A29-84A7-66E85E191E69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432900" y="4433768"/>
                  <a:ext cx="1238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46170BA4-20DC-2536-7DD7-224870966FDC}"/>
                    </a:ext>
                  </a:extLst>
                </p14:cNvPr>
                <p14:cNvContentPartPr/>
                <p14:nvPr/>
              </p14:nvContentPartPr>
              <p14:xfrm>
                <a:off x="577980" y="4348808"/>
                <a:ext cx="194040" cy="20484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46170BA4-20DC-2536-7DD7-224870966FDC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568980" y="4340168"/>
                  <a:ext cx="2116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7522FCE8-3E8C-8138-585C-2694CB441E15}"/>
                    </a:ext>
                  </a:extLst>
                </p14:cNvPr>
                <p14:cNvContentPartPr/>
                <p14:nvPr/>
              </p14:nvContentPartPr>
              <p14:xfrm>
                <a:off x="785340" y="4502168"/>
                <a:ext cx="289440" cy="14148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7522FCE8-3E8C-8138-585C-2694CB441E15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776340" y="4493168"/>
                  <a:ext cx="307080" cy="1591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in time becomes convolution in frequency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the central derivation is one line of CTFT algebra.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49808" y="1271016"/>
            <a:ext cx="4261104" cy="704088"/>
          </a:xfrm>
          <a:prstGeom prst="roundRect">
            <a:avLst>
              <a:gd name="adj" fmla="val 6494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339795"/>
            <a:ext cx="4114800" cy="56653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288" y="2057400"/>
            <a:ext cx="4443984" cy="713232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8427" y="3063240"/>
            <a:ext cx="3224107" cy="7772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995160" y="1828800"/>
            <a:ext cx="4297680" cy="1417320"/>
          </a:xfrm>
          <a:prstGeom prst="roundRect">
            <a:avLst>
              <a:gd name="adj" fmla="val 4516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7141464" y="1938528"/>
            <a:ext cx="400507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creates shifted copies of X_c(jΩ), spaced by Ω_s and scaled by 1/T.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FFF3DD8-9995-BB0B-2C78-2059D73B94AF}"/>
              </a:ext>
            </a:extLst>
          </p:cNvPr>
          <p:cNvGrpSpPr/>
          <p:nvPr/>
        </p:nvGrpSpPr>
        <p:grpSpPr>
          <a:xfrm>
            <a:off x="5314500" y="748808"/>
            <a:ext cx="4061880" cy="930240"/>
            <a:chOff x="5314500" y="748808"/>
            <a:chExt cx="4061880" cy="93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FDF6680-FCE3-FC67-1AF0-79BC14DE3BEF}"/>
                    </a:ext>
                  </a:extLst>
                </p14:cNvPr>
                <p14:cNvContentPartPr/>
                <p14:nvPr/>
              </p14:nvContentPartPr>
              <p14:xfrm>
                <a:off x="5336460" y="1234448"/>
                <a:ext cx="392400" cy="146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FDF6680-FCE3-FC67-1AF0-79BC14DE3BE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27820" y="1225808"/>
                  <a:ext cx="4100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5D7051F-BA5A-02E8-1D15-EDEC212D1438}"/>
                    </a:ext>
                  </a:extLst>
                </p14:cNvPr>
                <p14:cNvContentPartPr/>
                <p14:nvPr/>
              </p14:nvContentPartPr>
              <p14:xfrm>
                <a:off x="5314500" y="1247408"/>
                <a:ext cx="218880" cy="114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5D7051F-BA5A-02E8-1D15-EDEC212D143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05860" y="1238768"/>
                  <a:ext cx="2365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1A10532-5B5B-6AE8-CF7B-7BA487475BCB}"/>
                    </a:ext>
                  </a:extLst>
                </p14:cNvPr>
                <p14:cNvContentPartPr/>
                <p14:nvPr/>
              </p14:nvContentPartPr>
              <p14:xfrm>
                <a:off x="5844060" y="1144088"/>
                <a:ext cx="266400" cy="89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1A10532-5B5B-6AE8-CF7B-7BA487475BC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835060" y="1135448"/>
                  <a:ext cx="2840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37865B6-D9CB-9361-D6B9-FA696637A6AB}"/>
                    </a:ext>
                  </a:extLst>
                </p14:cNvPr>
                <p14:cNvContentPartPr/>
                <p14:nvPr/>
              </p14:nvContentPartPr>
              <p14:xfrm>
                <a:off x="6164460" y="1117088"/>
                <a:ext cx="190440" cy="65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37865B6-D9CB-9361-D6B9-FA696637A6A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155460" y="1108088"/>
                  <a:ext cx="2080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77CB4DC-8178-1483-3C71-B12031AE9414}"/>
                    </a:ext>
                  </a:extLst>
                </p14:cNvPr>
                <p14:cNvContentPartPr/>
                <p14:nvPr/>
              </p14:nvContentPartPr>
              <p14:xfrm>
                <a:off x="6328260" y="922688"/>
                <a:ext cx="184320" cy="250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77CB4DC-8178-1483-3C71-B12031AE941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319620" y="914048"/>
                  <a:ext cx="2019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31F3536-6FEE-6716-069B-E778D11CF591}"/>
                    </a:ext>
                  </a:extLst>
                </p14:cNvPr>
                <p14:cNvContentPartPr/>
                <p14:nvPr/>
              </p14:nvContentPartPr>
              <p14:xfrm>
                <a:off x="6512940" y="923408"/>
                <a:ext cx="221400" cy="187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31F3536-6FEE-6716-069B-E778D11CF59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04300" y="914408"/>
                  <a:ext cx="2390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4C3716A-749C-704A-5654-99292DC2EB7E}"/>
                    </a:ext>
                  </a:extLst>
                </p14:cNvPr>
                <p14:cNvContentPartPr/>
                <p14:nvPr/>
              </p14:nvContentPartPr>
              <p14:xfrm>
                <a:off x="6628140" y="886688"/>
                <a:ext cx="8640" cy="46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4C3716A-749C-704A-5654-99292DC2EB7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19140" y="877688"/>
                  <a:ext cx="262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A5D8920-3863-FDE8-454B-8379B3BAAA46}"/>
                    </a:ext>
                  </a:extLst>
                </p14:cNvPr>
                <p14:cNvContentPartPr/>
                <p14:nvPr/>
              </p14:nvContentPartPr>
              <p14:xfrm>
                <a:off x="6781860" y="991448"/>
                <a:ext cx="155520" cy="232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A5D8920-3863-FDE8-454B-8379B3BAAA4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73220" y="982448"/>
                  <a:ext cx="1731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DF77638-71AA-CF0D-2ADD-8B1615B15057}"/>
                    </a:ext>
                  </a:extLst>
                </p14:cNvPr>
                <p14:cNvContentPartPr/>
                <p14:nvPr/>
              </p14:nvContentPartPr>
              <p14:xfrm>
                <a:off x="6900660" y="807128"/>
                <a:ext cx="268200" cy="273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DF77638-71AA-CF0D-2ADD-8B1615B1505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891660" y="798128"/>
                  <a:ext cx="2858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951B1DC-84E4-319B-0679-5A15203E58E2}"/>
                    </a:ext>
                  </a:extLst>
                </p14:cNvPr>
                <p14:cNvContentPartPr/>
                <p14:nvPr/>
              </p14:nvContentPartPr>
              <p14:xfrm>
                <a:off x="7062300" y="819008"/>
                <a:ext cx="34200" cy="60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951B1DC-84E4-319B-0679-5A15203E58E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053300" y="810008"/>
                  <a:ext cx="518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DC18345-0504-0A89-C714-DC0C66EEA726}"/>
                    </a:ext>
                  </a:extLst>
                </p14:cNvPr>
                <p14:cNvContentPartPr/>
                <p14:nvPr/>
              </p14:nvContentPartPr>
              <p14:xfrm>
                <a:off x="7281180" y="910808"/>
                <a:ext cx="110520" cy="96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DC18345-0504-0A89-C714-DC0C66EEA72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72540" y="902168"/>
                  <a:ext cx="1281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F91922B-CBD9-FE7E-18CD-BF8656DAC23B}"/>
                    </a:ext>
                  </a:extLst>
                </p14:cNvPr>
                <p14:cNvContentPartPr/>
                <p14:nvPr/>
              </p14:nvContentPartPr>
              <p14:xfrm>
                <a:off x="7388100" y="901448"/>
                <a:ext cx="125640" cy="106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F91922B-CBD9-FE7E-18CD-BF8656DAC23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379460" y="892448"/>
                  <a:ext cx="1432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4897F63-E50E-9128-FA5C-397A81AA67B7}"/>
                    </a:ext>
                  </a:extLst>
                </p14:cNvPr>
                <p14:cNvContentPartPr/>
                <p14:nvPr/>
              </p14:nvContentPartPr>
              <p14:xfrm>
                <a:off x="7449660" y="760688"/>
                <a:ext cx="225360" cy="227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4897F63-E50E-9128-FA5C-397A81AA67B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440660" y="751688"/>
                  <a:ext cx="2430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42F551C-081A-AD51-E571-23F4795B91F6}"/>
                    </a:ext>
                  </a:extLst>
                </p14:cNvPr>
                <p14:cNvContentPartPr/>
                <p14:nvPr/>
              </p14:nvContentPartPr>
              <p14:xfrm>
                <a:off x="7596900" y="748808"/>
                <a:ext cx="12960" cy="64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42F551C-081A-AD51-E571-23F4795B91F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588260" y="740168"/>
                  <a:ext cx="306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D32F3BD-FD52-040B-8CE3-BA2BFCB62541}"/>
                    </a:ext>
                  </a:extLst>
                </p14:cNvPr>
                <p14:cNvContentPartPr/>
                <p14:nvPr/>
              </p14:nvContentPartPr>
              <p14:xfrm>
                <a:off x="7762860" y="864008"/>
                <a:ext cx="79200" cy="88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D32F3BD-FD52-040B-8CE3-BA2BFCB6254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53860" y="855368"/>
                  <a:ext cx="968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CA3D34D-EC66-E388-6FF5-441B9DBD72DC}"/>
                    </a:ext>
                  </a:extLst>
                </p14:cNvPr>
                <p14:cNvContentPartPr/>
                <p14:nvPr/>
              </p14:nvContentPartPr>
              <p14:xfrm>
                <a:off x="7899300" y="842408"/>
                <a:ext cx="216720" cy="90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CA3D34D-EC66-E388-6FF5-441B9DBD72D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890300" y="833408"/>
                  <a:ext cx="2343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13D41D0-F043-0762-2EE0-62BA6AD750BE}"/>
                    </a:ext>
                  </a:extLst>
                </p14:cNvPr>
                <p14:cNvContentPartPr/>
                <p14:nvPr/>
              </p14:nvContentPartPr>
              <p14:xfrm>
                <a:off x="5944860" y="1424888"/>
                <a:ext cx="172440" cy="190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13D41D0-F043-0762-2EE0-62BA6AD750B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936220" y="1416248"/>
                  <a:ext cx="1900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D40BC74-24D5-1F65-2807-779079BA034F}"/>
                    </a:ext>
                  </a:extLst>
                </p14:cNvPr>
                <p14:cNvContentPartPr/>
                <p14:nvPr/>
              </p14:nvContentPartPr>
              <p14:xfrm>
                <a:off x="6150420" y="1468808"/>
                <a:ext cx="186120" cy="210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D40BC74-24D5-1F65-2807-779079BA034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41780" y="1460168"/>
                  <a:ext cx="2037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9063CBC-78D9-8497-021C-ED4F859A6EF3}"/>
                    </a:ext>
                  </a:extLst>
                </p14:cNvPr>
                <p14:cNvContentPartPr/>
                <p14:nvPr/>
              </p14:nvContentPartPr>
              <p14:xfrm>
                <a:off x="6470460" y="1246328"/>
                <a:ext cx="130680" cy="2156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9063CBC-78D9-8497-021C-ED4F859A6EF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461820" y="1237688"/>
                  <a:ext cx="1483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18B88F2-3AD8-1D0A-321D-227D7054A703}"/>
                    </a:ext>
                  </a:extLst>
                </p14:cNvPr>
                <p14:cNvContentPartPr/>
                <p14:nvPr/>
              </p14:nvContentPartPr>
              <p14:xfrm>
                <a:off x="6451380" y="1357568"/>
                <a:ext cx="157680" cy="42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18B88F2-3AD8-1D0A-321D-227D7054A70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42380" y="1348928"/>
                  <a:ext cx="1753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E51A4BA-4B1A-EFE9-B25D-48DEC9571623}"/>
                    </a:ext>
                  </a:extLst>
                </p14:cNvPr>
                <p14:cNvContentPartPr/>
                <p14:nvPr/>
              </p14:nvContentPartPr>
              <p14:xfrm>
                <a:off x="6642180" y="1292408"/>
                <a:ext cx="96120" cy="126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E51A4BA-4B1A-EFE9-B25D-48DEC957162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33180" y="1283768"/>
                  <a:ext cx="1137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8361B08-AC64-72CF-DE42-755CA20BA008}"/>
                    </a:ext>
                  </a:extLst>
                </p14:cNvPr>
                <p14:cNvContentPartPr/>
                <p14:nvPr/>
              </p14:nvContentPartPr>
              <p14:xfrm>
                <a:off x="6811740" y="1317248"/>
                <a:ext cx="172800" cy="74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8361B08-AC64-72CF-DE42-755CA20BA00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803100" y="1308608"/>
                  <a:ext cx="1904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85CBF3F-54D4-2578-3D9F-043D4779F61C}"/>
                    </a:ext>
                  </a:extLst>
                </p14:cNvPr>
                <p14:cNvContentPartPr/>
                <p14:nvPr/>
              </p14:nvContentPartPr>
              <p14:xfrm>
                <a:off x="7057620" y="1310408"/>
                <a:ext cx="58320" cy="61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85CBF3F-54D4-2578-3D9F-043D4779F61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48620" y="1301408"/>
                  <a:ext cx="759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4DEACBC-E893-B383-D5E1-50DF01AD29CF}"/>
                    </a:ext>
                  </a:extLst>
                </p14:cNvPr>
                <p14:cNvContentPartPr/>
                <p14:nvPr/>
              </p14:nvContentPartPr>
              <p14:xfrm>
                <a:off x="7045740" y="1194488"/>
                <a:ext cx="3600" cy="32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4DEACBC-E893-B383-D5E1-50DF01AD29C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037100" y="1185488"/>
                  <a:ext cx="212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AD4486D-DE5D-CC53-BEE8-EA9E8C161F26}"/>
                    </a:ext>
                  </a:extLst>
                </p14:cNvPr>
                <p14:cNvContentPartPr/>
                <p14:nvPr/>
              </p14:nvContentPartPr>
              <p14:xfrm>
                <a:off x="7153020" y="1271168"/>
                <a:ext cx="151200" cy="58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AD4486D-DE5D-CC53-BEE8-EA9E8C161F2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144380" y="1262168"/>
                  <a:ext cx="1688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EB8F2BB-FDF6-286B-F081-3CB91DB43AE6}"/>
                    </a:ext>
                  </a:extLst>
                </p14:cNvPr>
                <p14:cNvContentPartPr/>
                <p14:nvPr/>
              </p14:nvContentPartPr>
              <p14:xfrm>
                <a:off x="7511220" y="1229408"/>
                <a:ext cx="114480" cy="101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EB8F2BB-FDF6-286B-F081-3CB91DB43AE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502580" y="1220768"/>
                  <a:ext cx="1321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5F83614-00C0-92A4-599A-4CEB988CD772}"/>
                    </a:ext>
                  </a:extLst>
                </p14:cNvPr>
                <p14:cNvContentPartPr/>
                <p14:nvPr/>
              </p14:nvContentPartPr>
              <p14:xfrm>
                <a:off x="7677180" y="1057328"/>
                <a:ext cx="164880" cy="352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5F83614-00C0-92A4-599A-4CEB988CD77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668540" y="1048328"/>
                  <a:ext cx="18252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5C745D0-ACD1-EFE4-F929-D0A5D81A46B3}"/>
                    </a:ext>
                  </a:extLst>
                </p14:cNvPr>
                <p14:cNvContentPartPr/>
                <p14:nvPr/>
              </p14:nvContentPartPr>
              <p14:xfrm>
                <a:off x="7708860" y="1278728"/>
                <a:ext cx="107640" cy="29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5C745D0-ACD1-EFE4-F929-D0A5D81A46B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699860" y="1269728"/>
                  <a:ext cx="1252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267B1F9-F17F-BB90-0A9B-0687701F4A2B}"/>
                    </a:ext>
                  </a:extLst>
                </p14:cNvPr>
                <p14:cNvContentPartPr/>
                <p14:nvPr/>
              </p14:nvContentPartPr>
              <p14:xfrm>
                <a:off x="8016300" y="1194848"/>
                <a:ext cx="56160" cy="50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267B1F9-F17F-BB90-0A9B-0687701F4A2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007300" y="1186208"/>
                  <a:ext cx="738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74E3B84-6560-7047-3092-65D6E9BE8AD4}"/>
                    </a:ext>
                  </a:extLst>
                </p14:cNvPr>
                <p14:cNvContentPartPr/>
                <p14:nvPr/>
              </p14:nvContentPartPr>
              <p14:xfrm>
                <a:off x="7961220" y="1057688"/>
                <a:ext cx="6480" cy="403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74E3B84-6560-7047-3092-65D6E9BE8AD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952580" y="1049048"/>
                  <a:ext cx="241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F40D1E0-A919-84DC-363E-BA4801811E4A}"/>
                    </a:ext>
                  </a:extLst>
                </p14:cNvPr>
                <p14:cNvContentPartPr/>
                <p14:nvPr/>
              </p14:nvContentPartPr>
              <p14:xfrm>
                <a:off x="8094780" y="1144808"/>
                <a:ext cx="326160" cy="66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F40D1E0-A919-84DC-363E-BA4801811E4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085780" y="1136168"/>
                  <a:ext cx="3438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B0BAD7A-81AB-D905-56AA-143325D860D3}"/>
                    </a:ext>
                  </a:extLst>
                </p14:cNvPr>
                <p14:cNvContentPartPr/>
                <p14:nvPr/>
              </p14:nvContentPartPr>
              <p14:xfrm>
                <a:off x="8454780" y="1081088"/>
                <a:ext cx="154440" cy="237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B0BAD7A-81AB-D905-56AA-143325D860D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446140" y="1072088"/>
                  <a:ext cx="1720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A269B2A-7EBC-7EE5-8341-0C40C24D1456}"/>
                    </a:ext>
                  </a:extLst>
                </p14:cNvPr>
                <p14:cNvContentPartPr/>
                <p14:nvPr/>
              </p14:nvContentPartPr>
              <p14:xfrm>
                <a:off x="8699580" y="1087208"/>
                <a:ext cx="149400" cy="66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A269B2A-7EBC-7EE5-8341-0C40C24D145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690580" y="1078568"/>
                  <a:ext cx="1670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E466437-DFAE-2C78-2868-021D0EF97D48}"/>
                    </a:ext>
                  </a:extLst>
                </p14:cNvPr>
                <p14:cNvContentPartPr/>
                <p14:nvPr/>
              </p14:nvContentPartPr>
              <p14:xfrm>
                <a:off x="8825220" y="855368"/>
                <a:ext cx="178200" cy="279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E466437-DFAE-2C78-2868-021D0EF97D4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816220" y="846728"/>
                  <a:ext cx="1958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B1BB7E9-1F9B-6176-4652-83F0F52E4FE8}"/>
                    </a:ext>
                  </a:extLst>
                </p14:cNvPr>
                <p14:cNvContentPartPr/>
                <p14:nvPr/>
              </p14:nvContentPartPr>
              <p14:xfrm>
                <a:off x="9004140" y="965168"/>
                <a:ext cx="270360" cy="139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B1BB7E9-1F9B-6176-4652-83F0F52E4FE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995140" y="956528"/>
                  <a:ext cx="2880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C5A485F-1D33-03DC-C86D-12A6D3F407CB}"/>
                    </a:ext>
                  </a:extLst>
                </p14:cNvPr>
                <p14:cNvContentPartPr/>
                <p14:nvPr/>
              </p14:nvContentPartPr>
              <p14:xfrm>
                <a:off x="9255780" y="903248"/>
                <a:ext cx="120600" cy="2012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C5A485F-1D33-03DC-C86D-12A6D3F407C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47140" y="894608"/>
                  <a:ext cx="1382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E98335B-E661-A9EA-8766-1A1FB774EC4A}"/>
                    </a:ext>
                  </a:extLst>
                </p14:cNvPr>
                <p14:cNvContentPartPr/>
                <p14:nvPr/>
              </p14:nvContentPartPr>
              <p14:xfrm>
                <a:off x="7935300" y="1575368"/>
                <a:ext cx="63720" cy="76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E98335B-E661-A9EA-8766-1A1FB774EC4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926660" y="1566368"/>
                  <a:ext cx="813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D908410-D6B8-2729-82D9-03486883FE9B}"/>
                    </a:ext>
                  </a:extLst>
                </p14:cNvPr>
                <p14:cNvContentPartPr/>
                <p14:nvPr/>
              </p14:nvContentPartPr>
              <p14:xfrm>
                <a:off x="7893180" y="1476368"/>
                <a:ext cx="6120" cy="270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D908410-D6B8-2729-82D9-03486883FE9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884540" y="1467368"/>
                  <a:ext cx="237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C3DBAFB-97E1-93B8-D77F-4E9F39DA9CB6}"/>
                    </a:ext>
                  </a:extLst>
                </p14:cNvPr>
                <p14:cNvContentPartPr/>
                <p14:nvPr/>
              </p14:nvContentPartPr>
              <p14:xfrm>
                <a:off x="8049060" y="1550888"/>
                <a:ext cx="201240" cy="80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C3DBAFB-97E1-93B8-D77F-4E9F39DA9CB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040060" y="1541888"/>
                  <a:ext cx="2188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B30B555-CC08-3B4F-9152-AFE0752653EF}"/>
                    </a:ext>
                  </a:extLst>
                </p14:cNvPr>
                <p14:cNvContentPartPr/>
                <p14:nvPr/>
              </p14:nvContentPartPr>
              <p14:xfrm>
                <a:off x="8408700" y="1307888"/>
                <a:ext cx="183960" cy="231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B30B555-CC08-3B4F-9152-AFE0752653E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400060" y="1299248"/>
                  <a:ext cx="2016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CF893B6-8778-6649-0436-01BC5B75975F}"/>
                    </a:ext>
                  </a:extLst>
                </p14:cNvPr>
                <p14:cNvContentPartPr/>
                <p14:nvPr/>
              </p14:nvContentPartPr>
              <p14:xfrm>
                <a:off x="8455140" y="1433168"/>
                <a:ext cx="132480" cy="40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CF893B6-8778-6649-0436-01BC5B75975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446140" y="1424168"/>
                  <a:ext cx="1501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18CC81D-0280-95DE-BC17-ED48A12AE57D}"/>
                    </a:ext>
                  </a:extLst>
                </p14:cNvPr>
                <p14:cNvContentPartPr/>
                <p14:nvPr/>
              </p14:nvContentPartPr>
              <p14:xfrm>
                <a:off x="8679780" y="1435688"/>
                <a:ext cx="54000" cy="77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18CC81D-0280-95DE-BC17-ED48A12AE57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670780" y="1426688"/>
                  <a:ext cx="716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7794591-0B2B-169F-48F1-3F90E164011C}"/>
                    </a:ext>
                  </a:extLst>
                </p14:cNvPr>
                <p14:cNvContentPartPr/>
                <p14:nvPr/>
              </p14:nvContentPartPr>
              <p14:xfrm>
                <a:off x="8638020" y="1298888"/>
                <a:ext cx="10080" cy="421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7794591-0B2B-169F-48F1-3F90E164011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629020" y="1290248"/>
                  <a:ext cx="277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C92FE3A-17FA-BF09-B5E3-AF1A015E3708}"/>
                    </a:ext>
                  </a:extLst>
                </p14:cNvPr>
                <p14:cNvContentPartPr/>
                <p14:nvPr/>
              </p14:nvContentPartPr>
              <p14:xfrm>
                <a:off x="8789220" y="1337408"/>
                <a:ext cx="423720" cy="123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C92FE3A-17FA-BF09-B5E3-AF1A015E370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780580" y="1328408"/>
                  <a:ext cx="44136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620B9B2-B07E-A8F8-4B3C-4DD429E71923}"/>
              </a:ext>
            </a:extLst>
          </p:cNvPr>
          <p:cNvGrpSpPr/>
          <p:nvPr/>
        </p:nvGrpSpPr>
        <p:grpSpPr>
          <a:xfrm>
            <a:off x="4533660" y="2724848"/>
            <a:ext cx="1695240" cy="1255680"/>
            <a:chOff x="4533660" y="2724848"/>
            <a:chExt cx="1695240" cy="125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83E3CE3-5D05-3010-323E-2E94333896E4}"/>
                    </a:ext>
                  </a:extLst>
                </p14:cNvPr>
                <p14:cNvContentPartPr/>
                <p14:nvPr/>
              </p14:nvContentPartPr>
              <p14:xfrm>
                <a:off x="4605300" y="2761568"/>
                <a:ext cx="1623600" cy="1218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83E3CE3-5D05-3010-323E-2E94333896E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596300" y="2752568"/>
                  <a:ext cx="1641240" cy="12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FCFDB71-929C-0352-F9BC-BC8B71CFFE02}"/>
                    </a:ext>
                  </a:extLst>
                </p14:cNvPr>
                <p14:cNvContentPartPr/>
                <p14:nvPr/>
              </p14:nvContentPartPr>
              <p14:xfrm>
                <a:off x="4533660" y="2728088"/>
                <a:ext cx="214560" cy="1094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FCFDB71-929C-0352-F9BC-BC8B71CFFE0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524660" y="2719088"/>
                  <a:ext cx="2322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D941A4C-6A1B-DB38-B97E-79F7E98C8B35}"/>
                    </a:ext>
                  </a:extLst>
                </p14:cNvPr>
                <p14:cNvContentPartPr/>
                <p14:nvPr/>
              </p14:nvContentPartPr>
              <p14:xfrm>
                <a:off x="4543020" y="2724848"/>
                <a:ext cx="189720" cy="23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D941A4C-6A1B-DB38-B97E-79F7E98C8B3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534020" y="2716208"/>
                  <a:ext cx="20736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58A69511-6119-82BA-F910-74E1B2134071}"/>
              </a:ext>
            </a:extLst>
          </p:cNvPr>
          <p:cNvGrpSpPr/>
          <p:nvPr/>
        </p:nvGrpSpPr>
        <p:grpSpPr>
          <a:xfrm>
            <a:off x="6631740" y="3705128"/>
            <a:ext cx="2875680" cy="421560"/>
            <a:chOff x="6631740" y="3705128"/>
            <a:chExt cx="2875680" cy="42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9F327D1-9152-2691-1640-A9A5BEE03517}"/>
                    </a:ext>
                  </a:extLst>
                </p14:cNvPr>
                <p14:cNvContentPartPr/>
                <p14:nvPr/>
              </p14:nvContentPartPr>
              <p14:xfrm>
                <a:off x="6631740" y="3956768"/>
                <a:ext cx="129960" cy="103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9F327D1-9152-2691-1640-A9A5BEE0351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622740" y="3947768"/>
                  <a:ext cx="1476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17CB5BD-8FCE-686C-367E-6F7A392AD974}"/>
                    </a:ext>
                  </a:extLst>
                </p14:cNvPr>
                <p14:cNvContentPartPr/>
                <p14:nvPr/>
              </p14:nvContentPartPr>
              <p14:xfrm>
                <a:off x="6824340" y="3966488"/>
                <a:ext cx="95400" cy="70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17CB5BD-8FCE-686C-367E-6F7A392AD97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15340" y="3957848"/>
                  <a:ext cx="1130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86BE23F-4829-89B0-0F03-35939D568A74}"/>
                    </a:ext>
                  </a:extLst>
                </p14:cNvPr>
                <p14:cNvContentPartPr/>
                <p14:nvPr/>
              </p14:nvContentPartPr>
              <p14:xfrm>
                <a:off x="6966180" y="3960728"/>
                <a:ext cx="225720" cy="846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86BE23F-4829-89B0-0F03-35939D568A7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957180" y="3952088"/>
                  <a:ext cx="2433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B242988-7DA6-49F5-7F85-3DCEB700B066}"/>
                    </a:ext>
                  </a:extLst>
                </p14:cNvPr>
                <p14:cNvContentPartPr/>
                <p14:nvPr/>
              </p14:nvContentPartPr>
              <p14:xfrm>
                <a:off x="7240500" y="3920408"/>
                <a:ext cx="141840" cy="1224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B242988-7DA6-49F5-7F85-3DCEB700B06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231860" y="3911408"/>
                  <a:ext cx="1594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9CF428E-EA75-8B45-1C9A-59EF0D78F35A}"/>
                    </a:ext>
                  </a:extLst>
                </p14:cNvPr>
                <p14:cNvContentPartPr/>
                <p14:nvPr/>
              </p14:nvContentPartPr>
              <p14:xfrm>
                <a:off x="7447500" y="3913928"/>
                <a:ext cx="116280" cy="127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9CF428E-EA75-8B45-1C9A-59EF0D78F35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438500" y="3905288"/>
                  <a:ext cx="1339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2046C9B-8421-6C12-2889-3EB2C53CF4C5}"/>
                    </a:ext>
                  </a:extLst>
                </p14:cNvPr>
                <p14:cNvContentPartPr/>
                <p14:nvPr/>
              </p14:nvContentPartPr>
              <p14:xfrm>
                <a:off x="7656300" y="3759488"/>
                <a:ext cx="408240" cy="308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2046C9B-8421-6C12-2889-3EB2C53CF4C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647660" y="3750848"/>
                  <a:ext cx="42588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D8E5B60-CB8B-F06D-54CC-234FB7EB6450}"/>
                    </a:ext>
                  </a:extLst>
                </p14:cNvPr>
                <p14:cNvContentPartPr/>
                <p14:nvPr/>
              </p14:nvContentPartPr>
              <p14:xfrm>
                <a:off x="8080380" y="3781088"/>
                <a:ext cx="293040" cy="2188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D8E5B60-CB8B-F06D-54CC-234FB7EB645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071380" y="3772088"/>
                  <a:ext cx="3106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9046A27-144B-47B6-2504-E5791C7D02B3}"/>
                    </a:ext>
                  </a:extLst>
                </p14:cNvPr>
                <p14:cNvContentPartPr/>
                <p14:nvPr/>
              </p14:nvContentPartPr>
              <p14:xfrm>
                <a:off x="8240220" y="3747968"/>
                <a:ext cx="69120" cy="734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9046A27-144B-47B6-2504-E5791C7D02B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231580" y="3738968"/>
                  <a:ext cx="867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047A84D-C539-DE00-5A6D-4D9A2A14CBEE}"/>
                    </a:ext>
                  </a:extLst>
                </p14:cNvPr>
                <p14:cNvContentPartPr/>
                <p14:nvPr/>
              </p14:nvContentPartPr>
              <p14:xfrm>
                <a:off x="8490780" y="3870728"/>
                <a:ext cx="377640" cy="115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047A84D-C539-DE00-5A6D-4D9A2A14CBE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481780" y="3861728"/>
                  <a:ext cx="3952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29557DF-CCC3-20E1-2223-0D40872E93C9}"/>
                    </a:ext>
                  </a:extLst>
                </p14:cNvPr>
                <p14:cNvContentPartPr/>
                <p14:nvPr/>
              </p14:nvContentPartPr>
              <p14:xfrm>
                <a:off x="9049140" y="3705128"/>
                <a:ext cx="194040" cy="2358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29557DF-CCC3-20E1-2223-0D40872E93C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040500" y="3696488"/>
                  <a:ext cx="2116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E6827F1-E95E-CAFC-366F-A1E79010B995}"/>
                    </a:ext>
                  </a:extLst>
                </p14:cNvPr>
                <p14:cNvContentPartPr/>
                <p14:nvPr/>
              </p14:nvContentPartPr>
              <p14:xfrm>
                <a:off x="9313020" y="3851288"/>
                <a:ext cx="194400" cy="2754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E6827F1-E95E-CAFC-366F-A1E79010B99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304020" y="3842288"/>
                  <a:ext cx="212040" cy="29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7C9246D-97B2-5BBB-CC52-4968C8F08B53}"/>
              </a:ext>
            </a:extLst>
          </p:cNvPr>
          <p:cNvGrpSpPr/>
          <p:nvPr/>
        </p:nvGrpSpPr>
        <p:grpSpPr>
          <a:xfrm>
            <a:off x="9838980" y="3709448"/>
            <a:ext cx="923400" cy="258480"/>
            <a:chOff x="9838980" y="3709448"/>
            <a:chExt cx="923400" cy="25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8D3ECEB-AFC3-C6FD-83CE-5A0E68581260}"/>
                    </a:ext>
                  </a:extLst>
                </p14:cNvPr>
                <p14:cNvContentPartPr/>
                <p14:nvPr/>
              </p14:nvContentPartPr>
              <p14:xfrm>
                <a:off x="9838980" y="3716288"/>
                <a:ext cx="118080" cy="2516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8D3ECEB-AFC3-C6FD-83CE-5A0E6858126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829980" y="3707648"/>
                  <a:ext cx="1357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8E68F77-EDCC-F525-317F-ACCCB6377231}"/>
                    </a:ext>
                  </a:extLst>
                </p14:cNvPr>
                <p14:cNvContentPartPr/>
                <p14:nvPr/>
              </p14:nvContentPartPr>
              <p14:xfrm>
                <a:off x="9845820" y="3873608"/>
                <a:ext cx="121680" cy="19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8E68F77-EDCC-F525-317F-ACCCB637723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836820" y="3864968"/>
                  <a:ext cx="1393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3E675D5-E91E-F556-189E-3AB3B3D9CF52}"/>
                    </a:ext>
                  </a:extLst>
                </p14:cNvPr>
                <p14:cNvContentPartPr/>
                <p14:nvPr/>
              </p14:nvContentPartPr>
              <p14:xfrm>
                <a:off x="10027980" y="3786128"/>
                <a:ext cx="71640" cy="1400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3E675D5-E91E-F556-189E-3AB3B3D9CF5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019340" y="3777128"/>
                  <a:ext cx="892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5646D14-A4EC-385D-7277-A85B27CF28EA}"/>
                    </a:ext>
                  </a:extLst>
                </p14:cNvPr>
                <p14:cNvContentPartPr/>
                <p14:nvPr/>
              </p14:nvContentPartPr>
              <p14:xfrm>
                <a:off x="10170180" y="3843008"/>
                <a:ext cx="156240" cy="87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5646D14-A4EC-385D-7277-A85B27CF28E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161540" y="3834008"/>
                  <a:ext cx="1738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F942059-8DFA-C73C-4B2F-5A8D989D973E}"/>
                    </a:ext>
                  </a:extLst>
                </p14:cNvPr>
                <p14:cNvContentPartPr/>
                <p14:nvPr/>
              </p14:nvContentPartPr>
              <p14:xfrm>
                <a:off x="10388340" y="3838328"/>
                <a:ext cx="66240" cy="810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F942059-8DFA-C73C-4B2F-5A8D989D973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379700" y="3829688"/>
                  <a:ext cx="838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176DE90-2B51-FF89-2414-EF21DA80DE5C}"/>
                    </a:ext>
                  </a:extLst>
                </p14:cNvPr>
                <p14:cNvContentPartPr/>
                <p14:nvPr/>
              </p14:nvContentPartPr>
              <p14:xfrm>
                <a:off x="10360260" y="3709448"/>
                <a:ext cx="23400" cy="637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176DE90-2B51-FF89-2414-EF21DA80DE5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351260" y="3700808"/>
                  <a:ext cx="410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51A50E1-D559-EEE1-46D9-799FC928A5EB}"/>
                    </a:ext>
                  </a:extLst>
                </p14:cNvPr>
                <p14:cNvContentPartPr/>
                <p14:nvPr/>
              </p14:nvContentPartPr>
              <p14:xfrm>
                <a:off x="10528380" y="3855968"/>
                <a:ext cx="234000" cy="67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51A50E1-D559-EEE1-46D9-799FC928A5E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519740" y="3846968"/>
                  <a:ext cx="25164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6FAC5ED-DB2F-B075-FA6D-12DF5CA35451}"/>
              </a:ext>
            </a:extLst>
          </p:cNvPr>
          <p:cNvGrpSpPr/>
          <p:nvPr/>
        </p:nvGrpSpPr>
        <p:grpSpPr>
          <a:xfrm>
            <a:off x="11053260" y="3549608"/>
            <a:ext cx="255240" cy="421920"/>
            <a:chOff x="11053260" y="3549608"/>
            <a:chExt cx="255240" cy="42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F0A4E3A-F322-E410-E58B-F5083FCE8DEF}"/>
                    </a:ext>
                  </a:extLst>
                </p14:cNvPr>
                <p14:cNvContentPartPr/>
                <p14:nvPr/>
              </p14:nvContentPartPr>
              <p14:xfrm>
                <a:off x="11053260" y="3807368"/>
                <a:ext cx="86040" cy="892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F0A4E3A-F322-E410-E58B-F5083FCE8DE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044620" y="3798728"/>
                  <a:ext cx="1036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795E180-1ABF-8364-5A21-243EABFF1416}"/>
                    </a:ext>
                  </a:extLst>
                </p14:cNvPr>
                <p14:cNvContentPartPr/>
                <p14:nvPr/>
              </p14:nvContentPartPr>
              <p14:xfrm>
                <a:off x="11221380" y="3549608"/>
                <a:ext cx="87120" cy="4219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795E180-1ABF-8364-5A21-243EABFF141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212380" y="3540968"/>
                  <a:ext cx="10476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64852A9-89A2-471A-CFE9-8D2E81428309}"/>
                    </a:ext>
                  </a:extLst>
                </p14:cNvPr>
                <p14:cNvContentPartPr/>
                <p14:nvPr/>
              </p14:nvContentPartPr>
              <p14:xfrm>
                <a:off x="11158380" y="3833648"/>
                <a:ext cx="148680" cy="118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64852A9-89A2-471A-CFE9-8D2E8142830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149380" y="3824648"/>
                  <a:ext cx="16632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29B056FD-0BCC-31A6-45EA-F469CB381BEB}"/>
              </a:ext>
            </a:extLst>
          </p:cNvPr>
          <p:cNvGrpSpPr/>
          <p:nvPr/>
        </p:nvGrpSpPr>
        <p:grpSpPr>
          <a:xfrm>
            <a:off x="7099740" y="4242968"/>
            <a:ext cx="1542240" cy="427680"/>
            <a:chOff x="7099740" y="4242968"/>
            <a:chExt cx="1542240" cy="42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0EB0D80-390F-CD41-3A26-16EE219C91C6}"/>
                    </a:ext>
                  </a:extLst>
                </p14:cNvPr>
                <p14:cNvContentPartPr/>
                <p14:nvPr/>
              </p14:nvContentPartPr>
              <p14:xfrm>
                <a:off x="7180380" y="4513328"/>
                <a:ext cx="19080" cy="622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0EB0D80-390F-CD41-3A26-16EE219C91C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171740" y="4504688"/>
                  <a:ext cx="367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A1A34F6-0889-80B5-FC11-4434A926EF0C}"/>
                    </a:ext>
                  </a:extLst>
                </p14:cNvPr>
                <p14:cNvContentPartPr/>
                <p14:nvPr/>
              </p14:nvContentPartPr>
              <p14:xfrm>
                <a:off x="7099740" y="4373288"/>
                <a:ext cx="19080" cy="500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A1A34F6-0889-80B5-FC11-4434A926EF0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091100" y="4364648"/>
                  <a:ext cx="367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677F7B7-A14B-722D-D5CE-EF7FD4EBEE3E}"/>
                    </a:ext>
                  </a:extLst>
                </p14:cNvPr>
                <p14:cNvContentPartPr/>
                <p14:nvPr/>
              </p14:nvContentPartPr>
              <p14:xfrm>
                <a:off x="7257060" y="4516208"/>
                <a:ext cx="261720" cy="694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677F7B7-A14B-722D-D5CE-EF7FD4EBEE3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248420" y="4507568"/>
                  <a:ext cx="2793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40BED22-31FF-D825-F4FD-21F00196A355}"/>
                    </a:ext>
                  </a:extLst>
                </p14:cNvPr>
                <p14:cNvContentPartPr/>
                <p14:nvPr/>
              </p14:nvContentPartPr>
              <p14:xfrm>
                <a:off x="7590420" y="4475888"/>
                <a:ext cx="145800" cy="1947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40BED22-31FF-D825-F4FD-21F00196A35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581420" y="4466888"/>
                  <a:ext cx="1634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9053B93-A669-4646-1D88-C39F2BACCF50}"/>
                    </a:ext>
                  </a:extLst>
                </p14:cNvPr>
                <p14:cNvContentPartPr/>
                <p14:nvPr/>
              </p14:nvContentPartPr>
              <p14:xfrm>
                <a:off x="7874820" y="4500728"/>
                <a:ext cx="110880" cy="554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9053B93-A669-4646-1D88-C39F2BACCF5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865820" y="4491728"/>
                  <a:ext cx="1285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867687F-2FA6-4848-B144-C66C826D8790}"/>
                    </a:ext>
                  </a:extLst>
                </p14:cNvPr>
                <p14:cNvContentPartPr/>
                <p14:nvPr/>
              </p14:nvContentPartPr>
              <p14:xfrm>
                <a:off x="7981740" y="4242968"/>
                <a:ext cx="167400" cy="3049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867687F-2FA6-4848-B144-C66C826D879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973100" y="4233968"/>
                  <a:ext cx="18504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77615F4-D73F-9A62-6517-EF8ADE5B09D0}"/>
                    </a:ext>
                  </a:extLst>
                </p14:cNvPr>
                <p14:cNvContentPartPr/>
                <p14:nvPr/>
              </p14:nvContentPartPr>
              <p14:xfrm>
                <a:off x="8207820" y="4364648"/>
                <a:ext cx="245520" cy="1594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77615F4-D73F-9A62-6517-EF8ADE5B09D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198820" y="4356008"/>
                  <a:ext cx="2631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CD71E19-8169-4AE4-B4E1-F8D90A7C481F}"/>
                    </a:ext>
                  </a:extLst>
                </p14:cNvPr>
                <p14:cNvContentPartPr/>
                <p14:nvPr/>
              </p14:nvContentPartPr>
              <p14:xfrm>
                <a:off x="8505900" y="4378688"/>
                <a:ext cx="136080" cy="1594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CD71E19-8169-4AE4-B4E1-F8D90A7C481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496900" y="4370048"/>
                  <a:ext cx="153720" cy="17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5AE28BE6-4DDE-3668-EC0F-ED7A3931AC92}"/>
                  </a:ext>
                </a:extLst>
              </p14:cNvPr>
              <p14:cNvContentPartPr/>
              <p14:nvPr/>
            </p14:nvContentPartPr>
            <p14:xfrm>
              <a:off x="9315180" y="1208888"/>
              <a:ext cx="196200" cy="12168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5AE28BE6-4DDE-3668-EC0F-ED7A3931AC92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9306540" y="1199888"/>
                <a:ext cx="213840" cy="13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DB699E5-0D72-E5B5-6ABA-F0A35201E0D5}"/>
              </a:ext>
            </a:extLst>
          </p:cNvPr>
          <p:cNvGrpSpPr/>
          <p:nvPr/>
        </p:nvGrpSpPr>
        <p:grpSpPr>
          <a:xfrm>
            <a:off x="8936460" y="4304528"/>
            <a:ext cx="347400" cy="209160"/>
            <a:chOff x="8936460" y="4304528"/>
            <a:chExt cx="347400" cy="20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46D8456-62AC-2E60-EA52-D5F96C050E31}"/>
                    </a:ext>
                  </a:extLst>
                </p14:cNvPr>
                <p14:cNvContentPartPr/>
                <p14:nvPr/>
              </p14:nvContentPartPr>
              <p14:xfrm>
                <a:off x="8936460" y="4304528"/>
                <a:ext cx="17280" cy="414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46D8456-62AC-2E60-EA52-D5F96C050E3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927460" y="4295888"/>
                  <a:ext cx="349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C916D7B-BF65-821F-F343-223D49847BDC}"/>
                    </a:ext>
                  </a:extLst>
                </p14:cNvPr>
                <p14:cNvContentPartPr/>
                <p14:nvPr/>
              </p14:nvContentPartPr>
              <p14:xfrm>
                <a:off x="9025740" y="4482728"/>
                <a:ext cx="31320" cy="30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C916D7B-BF65-821F-F343-223D49847BD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017100" y="4474088"/>
                  <a:ext cx="489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2142A04-10ED-281A-4F23-90E45383921C}"/>
                    </a:ext>
                  </a:extLst>
                </p14:cNvPr>
                <p14:cNvContentPartPr/>
                <p14:nvPr/>
              </p14:nvContentPartPr>
              <p14:xfrm>
                <a:off x="9107820" y="4431968"/>
                <a:ext cx="176040" cy="676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2142A04-10ED-281A-4F23-90E45383921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099180" y="4423328"/>
                  <a:ext cx="19368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9119CFF-9B2C-D04B-761D-E6507EDCF749}"/>
              </a:ext>
            </a:extLst>
          </p:cNvPr>
          <p:cNvGrpSpPr/>
          <p:nvPr/>
        </p:nvGrpSpPr>
        <p:grpSpPr>
          <a:xfrm>
            <a:off x="9534780" y="4142168"/>
            <a:ext cx="1620360" cy="447120"/>
            <a:chOff x="9534780" y="4142168"/>
            <a:chExt cx="1620360" cy="44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562A773-EFD1-2902-9974-2B0CDE6AF5D4}"/>
                    </a:ext>
                  </a:extLst>
                </p14:cNvPr>
                <p14:cNvContentPartPr/>
                <p14:nvPr/>
              </p14:nvContentPartPr>
              <p14:xfrm>
                <a:off x="9534780" y="4142168"/>
                <a:ext cx="195120" cy="3596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562A773-EFD1-2902-9974-2B0CDE6AF5D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526140" y="4133168"/>
                  <a:ext cx="21276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7B2D6F6-075B-6DD6-5C3C-F65C36F2CA01}"/>
                    </a:ext>
                  </a:extLst>
                </p14:cNvPr>
                <p14:cNvContentPartPr/>
                <p14:nvPr/>
              </p14:nvContentPartPr>
              <p14:xfrm>
                <a:off x="9565740" y="4353128"/>
                <a:ext cx="133920" cy="302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7B2D6F6-075B-6DD6-5C3C-F65C36F2CA0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556740" y="4344128"/>
                  <a:ext cx="1515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5A2E970-E713-8D58-77E6-80D0D5C69253}"/>
                    </a:ext>
                  </a:extLst>
                </p14:cNvPr>
                <p14:cNvContentPartPr/>
                <p14:nvPr/>
              </p14:nvContentPartPr>
              <p14:xfrm>
                <a:off x="9774900" y="4267448"/>
                <a:ext cx="311760" cy="1440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5A2E970-E713-8D58-77E6-80D0D5C6925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766260" y="4258448"/>
                  <a:ext cx="3294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ED4F10A-BB90-165E-8D9A-F8BE57C49BE2}"/>
                    </a:ext>
                  </a:extLst>
                </p14:cNvPr>
                <p14:cNvContentPartPr/>
                <p14:nvPr/>
              </p14:nvContentPartPr>
              <p14:xfrm>
                <a:off x="10081260" y="4269608"/>
                <a:ext cx="134640" cy="2696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ED4F10A-BB90-165E-8D9A-F8BE57C49BE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072260" y="4260608"/>
                  <a:ext cx="1522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6984833-5DD7-C34F-38D3-8892BE524539}"/>
                    </a:ext>
                  </a:extLst>
                </p14:cNvPr>
                <p14:cNvContentPartPr/>
                <p14:nvPr/>
              </p14:nvContentPartPr>
              <p14:xfrm>
                <a:off x="10249020" y="4241168"/>
                <a:ext cx="569520" cy="1573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6984833-5DD7-C34F-38D3-8892BE52453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240020" y="4232168"/>
                  <a:ext cx="5871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9C543AE-E397-2253-47C2-A38441B82241}"/>
                    </a:ext>
                  </a:extLst>
                </p14:cNvPr>
                <p14:cNvContentPartPr/>
                <p14:nvPr/>
              </p14:nvContentPartPr>
              <p14:xfrm>
                <a:off x="10903500" y="4203008"/>
                <a:ext cx="251640" cy="3862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9C543AE-E397-2253-47C2-A38441B8224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894860" y="4194368"/>
                  <a:ext cx="269280" cy="40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C85D2DC-8C77-7C70-CAE0-36B19A18B18A}"/>
              </a:ext>
            </a:extLst>
          </p:cNvPr>
          <p:cNvGrpSpPr/>
          <p:nvPr/>
        </p:nvGrpSpPr>
        <p:grpSpPr>
          <a:xfrm>
            <a:off x="1631700" y="3641768"/>
            <a:ext cx="482400" cy="309960"/>
            <a:chOff x="1631700" y="3641768"/>
            <a:chExt cx="482400" cy="30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45109F7-F38F-F8E5-6A88-2FBC443CE98F}"/>
                    </a:ext>
                  </a:extLst>
                </p14:cNvPr>
                <p14:cNvContentPartPr/>
                <p14:nvPr/>
              </p14:nvContentPartPr>
              <p14:xfrm>
                <a:off x="1631700" y="3641768"/>
                <a:ext cx="482400" cy="3099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45109F7-F38F-F8E5-6A88-2FBC443CE98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622700" y="3633128"/>
                  <a:ext cx="5000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ECB04AB-E6AB-12D5-1E19-0B20A1DFB412}"/>
                    </a:ext>
                  </a:extLst>
                </p14:cNvPr>
                <p14:cNvContentPartPr/>
                <p14:nvPr/>
              </p14:nvContentPartPr>
              <p14:xfrm>
                <a:off x="1809900" y="3669848"/>
                <a:ext cx="272880" cy="1425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ECB04AB-E6AB-12D5-1E19-0B20A1DFB41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801260" y="3660848"/>
                  <a:ext cx="290520" cy="16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6532F6ED-FB15-E6F6-61E7-5B173EB218B9}"/>
                  </a:ext>
                </a:extLst>
              </p14:cNvPr>
              <p14:cNvContentPartPr/>
              <p14:nvPr/>
            </p14:nvContentPartPr>
            <p14:xfrm>
              <a:off x="4082580" y="3717368"/>
              <a:ext cx="206280" cy="37044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6532F6ED-FB15-E6F6-61E7-5B173EB218B9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4073940" y="3708728"/>
                <a:ext cx="223920" cy="38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619F83CD-997E-C593-1959-5F09A1FC91DF}"/>
              </a:ext>
            </a:extLst>
          </p:cNvPr>
          <p:cNvGrpSpPr/>
          <p:nvPr/>
        </p:nvGrpSpPr>
        <p:grpSpPr>
          <a:xfrm>
            <a:off x="3383100" y="4206248"/>
            <a:ext cx="1194840" cy="470520"/>
            <a:chOff x="3383100" y="4206248"/>
            <a:chExt cx="1194840" cy="47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0776B37-2082-7488-FCD9-A7274772B1FB}"/>
                    </a:ext>
                  </a:extLst>
                </p14:cNvPr>
                <p14:cNvContentPartPr/>
                <p14:nvPr/>
              </p14:nvContentPartPr>
              <p14:xfrm>
                <a:off x="3383100" y="4268888"/>
                <a:ext cx="203040" cy="2293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0776B37-2082-7488-FCD9-A7274772B1F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374100" y="4260248"/>
                  <a:ext cx="2206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B6564FC-9CBE-76B2-576A-77DD0F0639AE}"/>
                    </a:ext>
                  </a:extLst>
                </p14:cNvPr>
                <p14:cNvContentPartPr/>
                <p14:nvPr/>
              </p14:nvContentPartPr>
              <p14:xfrm>
                <a:off x="3442500" y="4277888"/>
                <a:ext cx="97920" cy="2538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B6564FC-9CBE-76B2-576A-77DD0F0639A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433500" y="4268888"/>
                  <a:ext cx="1155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DECFCF1-65CB-F301-E5DA-EC6BEAB8D604}"/>
                    </a:ext>
                  </a:extLst>
                </p14:cNvPr>
                <p14:cNvContentPartPr/>
                <p14:nvPr/>
              </p14:nvContentPartPr>
              <p14:xfrm>
                <a:off x="3667500" y="4509368"/>
                <a:ext cx="146160" cy="842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DECFCF1-65CB-F301-E5DA-EC6BEAB8D60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658860" y="4500728"/>
                  <a:ext cx="1638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495EF1F-E454-CAAF-2811-0B28B62E1232}"/>
                    </a:ext>
                  </a:extLst>
                </p14:cNvPr>
                <p14:cNvContentPartPr/>
                <p14:nvPr/>
              </p14:nvContentPartPr>
              <p14:xfrm>
                <a:off x="3855780" y="4284008"/>
                <a:ext cx="99000" cy="2354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495EF1F-E454-CAAF-2811-0B28B62E123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846780" y="4275368"/>
                  <a:ext cx="1166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338B551-162F-8B07-6CC3-27FADB2FB491}"/>
                    </a:ext>
                  </a:extLst>
                </p14:cNvPr>
                <p14:cNvContentPartPr/>
                <p14:nvPr/>
              </p14:nvContentPartPr>
              <p14:xfrm>
                <a:off x="3978540" y="4423688"/>
                <a:ext cx="110160" cy="2530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338B551-162F-8B07-6CC3-27FADB2FB49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969900" y="4414688"/>
                  <a:ext cx="1278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29CFE42-2B97-DA77-6BE4-315D5D67A449}"/>
                    </a:ext>
                  </a:extLst>
                </p14:cNvPr>
                <p14:cNvContentPartPr/>
                <p14:nvPr/>
              </p14:nvContentPartPr>
              <p14:xfrm>
                <a:off x="3981060" y="4305968"/>
                <a:ext cx="19080" cy="338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29CFE42-2B97-DA77-6BE4-315D5D67A44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972060" y="4296968"/>
                  <a:ext cx="367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BA37E73-DA9F-A5FE-D596-2F3878F3A607}"/>
                    </a:ext>
                  </a:extLst>
                </p14:cNvPr>
                <p14:cNvContentPartPr/>
                <p14:nvPr/>
              </p14:nvContentPartPr>
              <p14:xfrm>
                <a:off x="4102020" y="4286168"/>
                <a:ext cx="296280" cy="1976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BA37E73-DA9F-A5FE-D596-2F3878F3A60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093020" y="4277168"/>
                  <a:ext cx="3139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99E0FD0-3B8D-08BC-6DD4-78238AF1BB3E}"/>
                    </a:ext>
                  </a:extLst>
                </p14:cNvPr>
                <p14:cNvContentPartPr/>
                <p14:nvPr/>
              </p14:nvContentPartPr>
              <p14:xfrm>
                <a:off x="4374540" y="4206248"/>
                <a:ext cx="203400" cy="3340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99E0FD0-3B8D-08BC-6DD4-78238AF1BB3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365900" y="4197608"/>
                  <a:ext cx="221040" cy="35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0F757AEB-EC50-3951-7254-1CFA47604B2B}"/>
              </a:ext>
            </a:extLst>
          </p:cNvPr>
          <p:cNvGrpSpPr/>
          <p:nvPr/>
        </p:nvGrpSpPr>
        <p:grpSpPr>
          <a:xfrm>
            <a:off x="2942820" y="4908968"/>
            <a:ext cx="971280" cy="356400"/>
            <a:chOff x="2942820" y="4908968"/>
            <a:chExt cx="971280" cy="35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F79FF1B-3D61-4C7B-6036-B22EC9E2E5F9}"/>
                    </a:ext>
                  </a:extLst>
                </p14:cNvPr>
                <p14:cNvContentPartPr/>
                <p14:nvPr/>
              </p14:nvContentPartPr>
              <p14:xfrm>
                <a:off x="2942820" y="5060528"/>
                <a:ext cx="185760" cy="1548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F79FF1B-3D61-4C7B-6036-B22EC9E2E5F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934180" y="5051888"/>
                  <a:ext cx="2034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85017A6-8531-E092-ACD1-2D067121045E}"/>
                    </a:ext>
                  </a:extLst>
                </p14:cNvPr>
                <p14:cNvContentPartPr/>
                <p14:nvPr/>
              </p14:nvContentPartPr>
              <p14:xfrm>
                <a:off x="3033180" y="4933808"/>
                <a:ext cx="333000" cy="2736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85017A6-8531-E092-ACD1-2D067121045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024540" y="4924808"/>
                  <a:ext cx="3506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836426A-AEEB-9C1B-84E9-C033303EB285}"/>
                    </a:ext>
                  </a:extLst>
                </p14:cNvPr>
                <p14:cNvContentPartPr/>
                <p14:nvPr/>
              </p14:nvContentPartPr>
              <p14:xfrm>
                <a:off x="3236580" y="4973768"/>
                <a:ext cx="6120" cy="313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836426A-AEEB-9C1B-84E9-C033303EB28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227580" y="4964768"/>
                  <a:ext cx="237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323BCC8-951C-228A-D02F-E1578F6AF55A}"/>
                    </a:ext>
                  </a:extLst>
                </p14:cNvPr>
                <p14:cNvContentPartPr/>
                <p14:nvPr/>
              </p14:nvContentPartPr>
              <p14:xfrm>
                <a:off x="3423780" y="4929848"/>
                <a:ext cx="120600" cy="3355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323BCC8-951C-228A-D02F-E1578F6AF55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414780" y="4920848"/>
                  <a:ext cx="13824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79C5DE5-827F-1FC8-DC54-A6489920FB2B}"/>
                    </a:ext>
                  </a:extLst>
                </p14:cNvPr>
                <p14:cNvContentPartPr/>
                <p14:nvPr/>
              </p14:nvContentPartPr>
              <p14:xfrm>
                <a:off x="3364740" y="5151608"/>
                <a:ext cx="146520" cy="86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79C5DE5-827F-1FC8-DC54-A6489920FB2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356100" y="5142608"/>
                  <a:ext cx="1641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E2CC358-29DD-C8DD-3EC2-48007FD705AB}"/>
                    </a:ext>
                  </a:extLst>
                </p14:cNvPr>
                <p14:cNvContentPartPr/>
                <p14:nvPr/>
              </p14:nvContentPartPr>
              <p14:xfrm>
                <a:off x="3554100" y="4962968"/>
                <a:ext cx="57240" cy="1994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E2CC358-29DD-C8DD-3EC2-48007FD705A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545100" y="4953968"/>
                  <a:ext cx="748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64A8E92-5A4E-AAB0-D3C8-9BF49F37F336}"/>
                    </a:ext>
                  </a:extLst>
                </p14:cNvPr>
                <p14:cNvContentPartPr/>
                <p14:nvPr/>
              </p14:nvContentPartPr>
              <p14:xfrm>
                <a:off x="3565980" y="5054768"/>
                <a:ext cx="214200" cy="1152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64A8E92-5A4E-AAB0-D3C8-9BF49F37F33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556980" y="5046128"/>
                  <a:ext cx="2318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4DDACED-83D1-D8CC-DB8F-DFA2610FFD6C}"/>
                    </a:ext>
                  </a:extLst>
                </p14:cNvPr>
                <p14:cNvContentPartPr/>
                <p14:nvPr/>
              </p14:nvContentPartPr>
              <p14:xfrm>
                <a:off x="3772980" y="4908968"/>
                <a:ext cx="141120" cy="2613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4DDACED-83D1-D8CC-DB8F-DFA2610FFD6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763980" y="4899968"/>
                  <a:ext cx="158760" cy="27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E1566CEF-2FB5-156D-16DB-39868877F982}"/>
              </a:ext>
            </a:extLst>
          </p:cNvPr>
          <p:cNvGrpSpPr/>
          <p:nvPr/>
        </p:nvGrpSpPr>
        <p:grpSpPr>
          <a:xfrm>
            <a:off x="4198500" y="4868648"/>
            <a:ext cx="570240" cy="351000"/>
            <a:chOff x="4198500" y="4868648"/>
            <a:chExt cx="570240" cy="35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B8FC7D9-70F1-86A5-4D70-C2167B922A9F}"/>
                    </a:ext>
                  </a:extLst>
                </p14:cNvPr>
                <p14:cNvContentPartPr/>
                <p14:nvPr/>
              </p14:nvContentPartPr>
              <p14:xfrm>
                <a:off x="4198500" y="4872968"/>
                <a:ext cx="329040" cy="2833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B8FC7D9-70F1-86A5-4D70-C2167B922A9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189500" y="4863968"/>
                  <a:ext cx="3466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003E475-647F-37D8-46F2-8296A0DF32A5}"/>
                    </a:ext>
                  </a:extLst>
                </p14:cNvPr>
                <p14:cNvContentPartPr/>
                <p14:nvPr/>
              </p14:nvContentPartPr>
              <p14:xfrm>
                <a:off x="4534380" y="4870088"/>
                <a:ext cx="145080" cy="3495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003E475-647F-37D8-46F2-8296A0DF32A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525380" y="4861448"/>
                  <a:ext cx="16272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9DF5B75-23EB-8D94-B3CB-1C532AFBAE86}"/>
                    </a:ext>
                  </a:extLst>
                </p14:cNvPr>
                <p14:cNvContentPartPr/>
                <p14:nvPr/>
              </p14:nvContentPartPr>
              <p14:xfrm>
                <a:off x="4513140" y="5101568"/>
                <a:ext cx="145440" cy="277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9DF5B75-23EB-8D94-B3CB-1C532AFBAE8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504140" y="5092928"/>
                  <a:ext cx="1630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DA4850F-7199-366C-EA90-A60E095702F9}"/>
                    </a:ext>
                  </a:extLst>
                </p14:cNvPr>
                <p14:cNvContentPartPr/>
                <p14:nvPr/>
              </p14:nvContentPartPr>
              <p14:xfrm>
                <a:off x="4689180" y="4868648"/>
                <a:ext cx="79560" cy="2584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DA4850F-7199-366C-EA90-A60E095702F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680540" y="4860008"/>
                  <a:ext cx="972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6D4DF8D-205C-2442-5577-EDFF69CA84F0}"/>
                    </a:ext>
                  </a:extLst>
                </p14:cNvPr>
                <p14:cNvContentPartPr/>
                <p14:nvPr/>
              </p14:nvContentPartPr>
              <p14:xfrm>
                <a:off x="4579740" y="5012648"/>
                <a:ext cx="185040" cy="392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6D4DF8D-205C-2442-5577-EDFF69CA84F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570740" y="5004008"/>
                  <a:ext cx="20268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1896ACA6-87D3-BC7F-B90A-7427A90B331E}"/>
              </a:ext>
            </a:extLst>
          </p:cNvPr>
          <p:cNvGrpSpPr/>
          <p:nvPr/>
        </p:nvGrpSpPr>
        <p:grpSpPr>
          <a:xfrm>
            <a:off x="5001660" y="4762448"/>
            <a:ext cx="615960" cy="325440"/>
            <a:chOff x="5001660" y="4762448"/>
            <a:chExt cx="615960" cy="3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D320F80-A36C-7455-5A16-C8E25E21FD09}"/>
                    </a:ext>
                  </a:extLst>
                </p14:cNvPr>
                <p14:cNvContentPartPr/>
                <p14:nvPr/>
              </p14:nvContentPartPr>
              <p14:xfrm>
                <a:off x="5001660" y="4978088"/>
                <a:ext cx="364320" cy="1065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D320F80-A36C-7455-5A16-C8E25E21FD0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992660" y="4969448"/>
                  <a:ext cx="3819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3E18EA5-8977-5A1D-234A-CDDB535A1FDB}"/>
                    </a:ext>
                  </a:extLst>
                </p14:cNvPr>
                <p14:cNvContentPartPr/>
                <p14:nvPr/>
              </p14:nvContentPartPr>
              <p14:xfrm>
                <a:off x="5490900" y="4762448"/>
                <a:ext cx="126720" cy="3254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3E18EA5-8977-5A1D-234A-CDDB535A1FD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482260" y="4753808"/>
                  <a:ext cx="144360" cy="34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A9C97A1E-FA08-1E59-820F-E6830E514486}"/>
              </a:ext>
            </a:extLst>
          </p:cNvPr>
          <p:cNvGrpSpPr/>
          <p:nvPr/>
        </p:nvGrpSpPr>
        <p:grpSpPr>
          <a:xfrm>
            <a:off x="5946660" y="4674248"/>
            <a:ext cx="687240" cy="452880"/>
            <a:chOff x="5946660" y="4674248"/>
            <a:chExt cx="687240" cy="45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1FE5A1B-4BFE-411A-3BAC-53FFE2DC0ED9}"/>
                    </a:ext>
                  </a:extLst>
                </p14:cNvPr>
                <p14:cNvContentPartPr/>
                <p14:nvPr/>
              </p14:nvContentPartPr>
              <p14:xfrm>
                <a:off x="5946660" y="4928048"/>
                <a:ext cx="95040" cy="1281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1FE5A1B-4BFE-411A-3BAC-53FFE2DC0ED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938020" y="4919048"/>
                  <a:ext cx="1126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EF2DF41-F157-8B99-7FAA-2D690FF0C148}"/>
                    </a:ext>
                  </a:extLst>
                </p14:cNvPr>
                <p14:cNvContentPartPr/>
                <p14:nvPr/>
              </p14:nvContentPartPr>
              <p14:xfrm>
                <a:off x="6087780" y="4939208"/>
                <a:ext cx="56880" cy="1159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EF2DF41-F157-8B99-7FAA-2D690FF0C14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079140" y="4930568"/>
                  <a:ext cx="745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5EADA1A-1F94-EB8E-B1BD-26642D68DD89}"/>
                    </a:ext>
                  </a:extLst>
                </p14:cNvPr>
                <p14:cNvContentPartPr/>
                <p14:nvPr/>
              </p14:nvContentPartPr>
              <p14:xfrm>
                <a:off x="6056820" y="4803128"/>
                <a:ext cx="16920" cy="770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5EADA1A-1F94-EB8E-B1BD-26642D68DD8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047820" y="4794488"/>
                  <a:ext cx="345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435F9E5-C7BD-FA9D-AB63-6E345C26CBDC}"/>
                    </a:ext>
                  </a:extLst>
                </p14:cNvPr>
                <p14:cNvContentPartPr/>
                <p14:nvPr/>
              </p14:nvContentPartPr>
              <p14:xfrm>
                <a:off x="6219900" y="4934528"/>
                <a:ext cx="95760" cy="1926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435F9E5-C7BD-FA9D-AB63-6E345C26CBD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211260" y="4925888"/>
                  <a:ext cx="1134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660CFCA-E3CF-37B4-22F2-F5C9DB571621}"/>
                    </a:ext>
                  </a:extLst>
                </p14:cNvPr>
                <p14:cNvContentPartPr/>
                <p14:nvPr/>
              </p14:nvContentPartPr>
              <p14:xfrm>
                <a:off x="6280020" y="4735448"/>
                <a:ext cx="231840" cy="2862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660CFCA-E3CF-37B4-22F2-F5C9DB57162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271020" y="4726448"/>
                  <a:ext cx="2494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A88B401-DDE7-3BD7-4602-EF86E3C5F864}"/>
                    </a:ext>
                  </a:extLst>
                </p14:cNvPr>
                <p14:cNvContentPartPr/>
                <p14:nvPr/>
              </p14:nvContentPartPr>
              <p14:xfrm>
                <a:off x="6502500" y="4674248"/>
                <a:ext cx="131400" cy="3553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A88B401-DDE7-3BD7-4602-EF86E3C5F86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493500" y="4665248"/>
                  <a:ext cx="14904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4D32FE8-5AE6-9BAB-17E3-EBA54750CCC8}"/>
                    </a:ext>
                  </a:extLst>
                </p14:cNvPr>
                <p14:cNvContentPartPr/>
                <p14:nvPr/>
              </p14:nvContentPartPr>
              <p14:xfrm>
                <a:off x="6480900" y="4875848"/>
                <a:ext cx="148320" cy="259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4D32FE8-5AE6-9BAB-17E3-EBA54750CCC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472260" y="4866848"/>
                  <a:ext cx="16596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D4FCD897-3F79-E5BB-3F41-FB7A37ECD35E}"/>
              </a:ext>
            </a:extLst>
          </p:cNvPr>
          <p:cNvGrpSpPr/>
          <p:nvPr/>
        </p:nvGrpSpPr>
        <p:grpSpPr>
          <a:xfrm>
            <a:off x="3063780" y="5519888"/>
            <a:ext cx="349200" cy="408600"/>
            <a:chOff x="3063780" y="5519888"/>
            <a:chExt cx="349200" cy="40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77871F0-770D-32F4-E160-1B7F4C6A8AD5}"/>
                    </a:ext>
                  </a:extLst>
                </p14:cNvPr>
                <p14:cNvContentPartPr/>
                <p14:nvPr/>
              </p14:nvContentPartPr>
              <p14:xfrm>
                <a:off x="3063780" y="5519888"/>
                <a:ext cx="174240" cy="2311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77871F0-770D-32F4-E160-1B7F4C6A8AD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055140" y="5510888"/>
                  <a:ext cx="1918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A733C32-AD3C-FA45-2F4A-24C6E82A1C42}"/>
                    </a:ext>
                  </a:extLst>
                </p14:cNvPr>
                <p14:cNvContentPartPr/>
                <p14:nvPr/>
              </p14:nvContentPartPr>
              <p14:xfrm>
                <a:off x="3226500" y="5653448"/>
                <a:ext cx="186480" cy="2750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A733C32-AD3C-FA45-2F4A-24C6E82A1C4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217860" y="5644448"/>
                  <a:ext cx="204120" cy="29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8EA24E1D-002F-F38E-5439-DB8780A72F1F}"/>
              </a:ext>
            </a:extLst>
          </p:cNvPr>
          <p:cNvGrpSpPr/>
          <p:nvPr/>
        </p:nvGrpSpPr>
        <p:grpSpPr>
          <a:xfrm>
            <a:off x="3665340" y="5501888"/>
            <a:ext cx="739080" cy="307440"/>
            <a:chOff x="3665340" y="5501888"/>
            <a:chExt cx="739080" cy="30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4A292A8-C3BE-C9FA-1AAA-D527381AB5E9}"/>
                    </a:ext>
                  </a:extLst>
                </p14:cNvPr>
                <p14:cNvContentPartPr/>
                <p14:nvPr/>
              </p14:nvContentPartPr>
              <p14:xfrm>
                <a:off x="3665340" y="5501888"/>
                <a:ext cx="89280" cy="2278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4A292A8-C3BE-C9FA-1AAA-D527381AB5E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656340" y="5492888"/>
                  <a:ext cx="1069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3731B4C-359F-5FDE-CF8C-5E89CC98B0DA}"/>
                    </a:ext>
                  </a:extLst>
                </p14:cNvPr>
                <p14:cNvContentPartPr/>
                <p14:nvPr/>
              </p14:nvContentPartPr>
              <p14:xfrm>
                <a:off x="3734100" y="5622848"/>
                <a:ext cx="196200" cy="1022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3731B4C-359F-5FDE-CF8C-5E89CC98B0D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725100" y="5613848"/>
                  <a:ext cx="2138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A6CC3DC-ACFE-F89F-4438-BBE30A42FFE3}"/>
                    </a:ext>
                  </a:extLst>
                </p14:cNvPr>
                <p14:cNvContentPartPr/>
                <p14:nvPr/>
              </p14:nvContentPartPr>
              <p14:xfrm>
                <a:off x="3957660" y="5513048"/>
                <a:ext cx="293040" cy="2127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A6CC3DC-ACFE-F89F-4438-BBE30A42FFE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949020" y="5504408"/>
                  <a:ext cx="3106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84183A6-0238-CD7B-F0B5-CD86404ADA32}"/>
                    </a:ext>
                  </a:extLst>
                </p14:cNvPr>
                <p14:cNvContentPartPr/>
                <p14:nvPr/>
              </p14:nvContentPartPr>
              <p14:xfrm>
                <a:off x="4284180" y="5631848"/>
                <a:ext cx="120240" cy="1774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84183A6-0238-CD7B-F0B5-CD86404ADA3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275540" y="5622848"/>
                  <a:ext cx="137880" cy="1951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sampled spectrum looks like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copy contains the same analog information—until the copies overlap.</a:t>
            </a:r>
            <a:endParaRPr lang="en-US" sz="1550" dirty="0"/>
          </a:p>
        </p:txBody>
      </p:sp>
      <p:pic>
        <p:nvPicPr>
          <p:cNvPr id="4" name="Image 0" descr="/mnt/data/week2_dsp_ml/assets/spectral_replicas_g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597" y="1325880"/>
            <a:ext cx="9151767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25880" y="5257800"/>
            <a:ext cx="9418320" cy="64008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7780">
            <a:solidFill>
              <a:srgbClr val="B9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472184" y="5367528"/>
            <a:ext cx="9125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Replica spacing = f_s. Baseband can be isolated only when neighboring replicas do not overlap.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D969453-D7A2-5AE0-145C-6AE932F34DA7}"/>
                  </a:ext>
                </a:extLst>
              </p14:cNvPr>
              <p14:cNvContentPartPr/>
              <p14:nvPr/>
            </p14:nvContentPartPr>
            <p14:xfrm>
              <a:off x="5744340" y="2054528"/>
              <a:ext cx="738000" cy="29606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D969453-D7A2-5AE0-145C-6AE932F34DA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35700" y="2045888"/>
                <a:ext cx="755640" cy="297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B8214A89-44E4-2BA3-6314-B55934CA24B1}"/>
              </a:ext>
            </a:extLst>
          </p:cNvPr>
          <p:cNvGrpSpPr/>
          <p:nvPr/>
        </p:nvGrpSpPr>
        <p:grpSpPr>
          <a:xfrm>
            <a:off x="2224260" y="1729448"/>
            <a:ext cx="8769600" cy="3208320"/>
            <a:chOff x="2224260" y="1729448"/>
            <a:chExt cx="8769600" cy="320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3D643EB-CA86-2790-7393-3776B9F41DE1}"/>
                    </a:ext>
                  </a:extLst>
                </p14:cNvPr>
                <p14:cNvContentPartPr/>
                <p14:nvPr/>
              </p14:nvContentPartPr>
              <p14:xfrm>
                <a:off x="6493500" y="2141648"/>
                <a:ext cx="77760" cy="294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3D643EB-CA86-2790-7393-3776B9F41DE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84500" y="2133008"/>
                  <a:ext cx="954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AF20B0F-4D21-FD1D-E8F2-E34F2152B04F}"/>
                    </a:ext>
                  </a:extLst>
                </p14:cNvPr>
                <p14:cNvContentPartPr/>
                <p14:nvPr/>
              </p14:nvContentPartPr>
              <p14:xfrm>
                <a:off x="6524100" y="2093408"/>
                <a:ext cx="708120" cy="2844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AF20B0F-4D21-FD1D-E8F2-E34F2152B04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515100" y="2084408"/>
                  <a:ext cx="725760" cy="28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F01DDB4-6009-5203-5B08-2B84A4CCE72B}"/>
                    </a:ext>
                  </a:extLst>
                </p14:cNvPr>
                <p14:cNvContentPartPr/>
                <p14:nvPr/>
              </p14:nvContentPartPr>
              <p14:xfrm>
                <a:off x="2224260" y="4844528"/>
                <a:ext cx="3580560" cy="84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F01DDB4-6009-5203-5B08-2B84A4CCE72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15620" y="4835528"/>
                  <a:ext cx="35982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9EE02E7-5165-CE60-E945-60996A0D616E}"/>
                    </a:ext>
                  </a:extLst>
                </p14:cNvPr>
                <p14:cNvContentPartPr/>
                <p14:nvPr/>
              </p14:nvContentPartPr>
              <p14:xfrm>
                <a:off x="7172820" y="4829048"/>
                <a:ext cx="3821040" cy="69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9EE02E7-5165-CE60-E945-60996A0D616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163820" y="4820408"/>
                  <a:ext cx="38386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5D67EDD-04BE-BFB9-F6F5-16413694B80E}"/>
                    </a:ext>
                  </a:extLst>
                </p14:cNvPr>
                <p14:cNvContentPartPr/>
                <p14:nvPr/>
              </p14:nvContentPartPr>
              <p14:xfrm>
                <a:off x="6056100" y="2083328"/>
                <a:ext cx="291960" cy="152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5D67EDD-04BE-BFB9-F6F5-16413694B80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047460" y="2074688"/>
                  <a:ext cx="3096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A7D44EE-3328-08DC-8D55-A63EDB7212FA}"/>
                    </a:ext>
                  </a:extLst>
                </p14:cNvPr>
                <p14:cNvContentPartPr/>
                <p14:nvPr/>
              </p14:nvContentPartPr>
              <p14:xfrm>
                <a:off x="5123700" y="1853648"/>
                <a:ext cx="160920" cy="223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A7D44EE-3328-08DC-8D55-A63EDB7212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115060" y="1845008"/>
                  <a:ext cx="1785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AE7B339-547D-C745-CF3F-8A0BE8E88DBA}"/>
                    </a:ext>
                  </a:extLst>
                </p14:cNvPr>
                <p14:cNvContentPartPr/>
                <p14:nvPr/>
              </p14:nvContentPartPr>
              <p14:xfrm>
                <a:off x="5106060" y="1816568"/>
                <a:ext cx="142560" cy="261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AE7B339-547D-C745-CF3F-8A0BE8E88DB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097420" y="1807928"/>
                  <a:ext cx="1602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D513B6D-FD51-29A3-47AB-7C47D77535B1}"/>
                    </a:ext>
                  </a:extLst>
                </p14:cNvPr>
                <p14:cNvContentPartPr/>
                <p14:nvPr/>
              </p14:nvContentPartPr>
              <p14:xfrm>
                <a:off x="5293980" y="1767608"/>
                <a:ext cx="61920" cy="274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D513B6D-FD51-29A3-47AB-7C47D77535B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84980" y="1758968"/>
                  <a:ext cx="795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57FD14E-B1B8-E32A-3CCC-71E8F1740707}"/>
                    </a:ext>
                  </a:extLst>
                </p14:cNvPr>
                <p14:cNvContentPartPr/>
                <p14:nvPr/>
              </p14:nvContentPartPr>
              <p14:xfrm>
                <a:off x="5367060" y="1960928"/>
                <a:ext cx="115920" cy="227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57FD14E-B1B8-E32A-3CCC-71E8F174070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358420" y="1952288"/>
                  <a:ext cx="1335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8E2BECA-579D-02F0-9670-0D4E50003E5D}"/>
                    </a:ext>
                  </a:extLst>
                </p14:cNvPr>
                <p14:cNvContentPartPr/>
                <p14:nvPr/>
              </p14:nvContentPartPr>
              <p14:xfrm>
                <a:off x="5396580" y="1839968"/>
                <a:ext cx="19080" cy="11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8E2BECA-579D-02F0-9670-0D4E50003E5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387580" y="1831328"/>
                  <a:ext cx="367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9A8AD49-3660-8874-77E0-3549A98F41C2}"/>
                    </a:ext>
                  </a:extLst>
                </p14:cNvPr>
                <p14:cNvContentPartPr/>
                <p14:nvPr/>
              </p14:nvContentPartPr>
              <p14:xfrm>
                <a:off x="5517180" y="1734128"/>
                <a:ext cx="216720" cy="145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9A8AD49-3660-8874-77E0-3549A98F41C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508540" y="1725488"/>
                  <a:ext cx="2343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3B84E90-F1FA-AD80-70B1-DB1D4CE4FB05}"/>
                    </a:ext>
                  </a:extLst>
                </p14:cNvPr>
                <p14:cNvContentPartPr/>
                <p14:nvPr/>
              </p14:nvContentPartPr>
              <p14:xfrm>
                <a:off x="5530140" y="1924568"/>
                <a:ext cx="199080" cy="21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3B84E90-F1FA-AD80-70B1-DB1D4CE4FB0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521500" y="1915568"/>
                  <a:ext cx="2167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2492596-F66C-83DC-8F9A-7FAE4E91F8B1}"/>
                    </a:ext>
                  </a:extLst>
                </p14:cNvPr>
                <p14:cNvContentPartPr/>
                <p14:nvPr/>
              </p14:nvContentPartPr>
              <p14:xfrm>
                <a:off x="5545260" y="2014208"/>
                <a:ext cx="121680" cy="87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2492596-F66C-83DC-8F9A-7FAE4E91F8B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536260" y="2005208"/>
                  <a:ext cx="1393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4FE57AE-A1CB-984C-D7A7-E2C37ED6FF63}"/>
                    </a:ext>
                  </a:extLst>
                </p14:cNvPr>
                <p14:cNvContentPartPr/>
                <p14:nvPr/>
              </p14:nvContentPartPr>
              <p14:xfrm>
                <a:off x="5715540" y="2031488"/>
                <a:ext cx="35280" cy="59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4FE57AE-A1CB-984C-D7A7-E2C37ED6FF6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706900" y="2022848"/>
                  <a:ext cx="529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17E7634-5786-1FB8-A19D-B589DF0B0FA7}"/>
                    </a:ext>
                  </a:extLst>
                </p14:cNvPr>
                <p14:cNvContentPartPr/>
                <p14:nvPr/>
              </p14:nvContentPartPr>
              <p14:xfrm>
                <a:off x="5772780" y="2021408"/>
                <a:ext cx="38160" cy="68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17E7634-5786-1FB8-A19D-B589DF0B0FA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763780" y="2012408"/>
                  <a:ext cx="558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113E4E2-DFDC-7309-7B4A-CC496753A901}"/>
                    </a:ext>
                  </a:extLst>
                </p14:cNvPr>
                <p14:cNvContentPartPr/>
                <p14:nvPr/>
              </p14:nvContentPartPr>
              <p14:xfrm>
                <a:off x="5645700" y="1986848"/>
                <a:ext cx="154080" cy="26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113E4E2-DFDC-7309-7B4A-CC496753A90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636700" y="1977848"/>
                  <a:ext cx="1717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04411EC-31BF-8E80-68F7-27474EFFAE9D}"/>
                    </a:ext>
                  </a:extLst>
                </p14:cNvPr>
                <p14:cNvContentPartPr/>
                <p14:nvPr/>
              </p14:nvContentPartPr>
              <p14:xfrm>
                <a:off x="5793660" y="1729448"/>
                <a:ext cx="130320" cy="298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04411EC-31BF-8E80-68F7-27474EFFAE9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84660" y="1720808"/>
                  <a:ext cx="147960" cy="31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C263B51-FB5C-7DD1-E6D8-47C12D5DFE6E}"/>
              </a:ext>
            </a:extLst>
          </p:cNvPr>
          <p:cNvGrpSpPr/>
          <p:nvPr/>
        </p:nvGrpSpPr>
        <p:grpSpPr>
          <a:xfrm>
            <a:off x="10619820" y="4807448"/>
            <a:ext cx="1117800" cy="390600"/>
            <a:chOff x="10619820" y="4807448"/>
            <a:chExt cx="1117800" cy="39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7BAA773-9B29-E9B6-D100-D97D7BB3835D}"/>
                    </a:ext>
                  </a:extLst>
                </p14:cNvPr>
                <p14:cNvContentPartPr/>
                <p14:nvPr/>
              </p14:nvContentPartPr>
              <p14:xfrm>
                <a:off x="10619820" y="4932368"/>
                <a:ext cx="640440" cy="203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7BAA773-9B29-E9B6-D100-D97D7BB3835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610820" y="4923368"/>
                  <a:ext cx="6580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C7B1815-55F1-F377-3FE8-BD2F9C147EA8}"/>
                    </a:ext>
                  </a:extLst>
                </p14:cNvPr>
                <p14:cNvContentPartPr/>
                <p14:nvPr/>
              </p14:nvContentPartPr>
              <p14:xfrm>
                <a:off x="11593980" y="4807448"/>
                <a:ext cx="117720" cy="390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C7B1815-55F1-F377-3FE8-BD2F9C147EA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584980" y="4798448"/>
                  <a:ext cx="13536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88D6BED-706A-DACA-0347-23FF465FA7DD}"/>
                    </a:ext>
                  </a:extLst>
                </p14:cNvPr>
                <p14:cNvContentPartPr/>
                <p14:nvPr/>
              </p14:nvContentPartPr>
              <p14:xfrm>
                <a:off x="11552580" y="5023448"/>
                <a:ext cx="185040" cy="33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88D6BED-706A-DACA-0347-23FF465FA7D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543580" y="5014808"/>
                  <a:ext cx="20268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96B3981-032E-A482-D340-43DD195C73E7}"/>
              </a:ext>
            </a:extLst>
          </p:cNvPr>
          <p:cNvGrpSpPr/>
          <p:nvPr/>
        </p:nvGrpSpPr>
        <p:grpSpPr>
          <a:xfrm>
            <a:off x="10796580" y="3724568"/>
            <a:ext cx="711360" cy="529200"/>
            <a:chOff x="10796580" y="3724568"/>
            <a:chExt cx="711360" cy="52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85B6D72-CBEE-AD1D-16E6-900B3811B02B}"/>
                    </a:ext>
                  </a:extLst>
                </p14:cNvPr>
                <p14:cNvContentPartPr/>
                <p14:nvPr/>
              </p14:nvContentPartPr>
              <p14:xfrm>
                <a:off x="10857420" y="3902048"/>
                <a:ext cx="69120" cy="267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85B6D72-CBEE-AD1D-16E6-900B3811B02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848780" y="3893048"/>
                  <a:ext cx="867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5A6350C-3FB6-C978-0B22-A166407DDE03}"/>
                    </a:ext>
                  </a:extLst>
                </p14:cNvPr>
                <p14:cNvContentPartPr/>
                <p14:nvPr/>
              </p14:nvContentPartPr>
              <p14:xfrm>
                <a:off x="10796580" y="4063688"/>
                <a:ext cx="145080" cy="14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5A6350C-3FB6-C978-0B22-A166407DDE0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787940" y="4055048"/>
                  <a:ext cx="1627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40C3E30-BEF1-C738-74AF-B6219C27D2AA}"/>
                    </a:ext>
                  </a:extLst>
                </p14:cNvPr>
                <p14:cNvContentPartPr/>
                <p14:nvPr/>
              </p14:nvContentPartPr>
              <p14:xfrm>
                <a:off x="11025180" y="4057568"/>
                <a:ext cx="77760" cy="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40C3E30-BEF1-C738-74AF-B6219C27D2A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016180" y="4048568"/>
                  <a:ext cx="954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285DBB1-7A4F-5742-194C-E545D761855D}"/>
                    </a:ext>
                  </a:extLst>
                </p14:cNvPr>
                <p14:cNvContentPartPr/>
                <p14:nvPr/>
              </p14:nvContentPartPr>
              <p14:xfrm>
                <a:off x="11003940" y="3994928"/>
                <a:ext cx="93600" cy="5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285DBB1-7A4F-5742-194C-E545D761855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995300" y="3985928"/>
                  <a:ext cx="111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77678AE-EF18-80BC-32F2-CCC798AA88E3}"/>
                    </a:ext>
                  </a:extLst>
                </p14:cNvPr>
                <p14:cNvContentPartPr/>
                <p14:nvPr/>
              </p14:nvContentPartPr>
              <p14:xfrm>
                <a:off x="11201220" y="3724568"/>
                <a:ext cx="254520" cy="192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77678AE-EF18-80BC-32F2-CCC798AA88E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192220" y="3715568"/>
                  <a:ext cx="2721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3A119E4-241A-D30A-3516-9B7ABE0678E6}"/>
                    </a:ext>
                  </a:extLst>
                </p14:cNvPr>
                <p14:cNvContentPartPr/>
                <p14:nvPr/>
              </p14:nvContentPartPr>
              <p14:xfrm>
                <a:off x="11219220" y="4015808"/>
                <a:ext cx="203760" cy="11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3A119E4-241A-D30A-3516-9B7ABE0678E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210580" y="4006808"/>
                  <a:ext cx="2214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3F7B556-C0AA-B3B2-81AA-BB7D6328CE5A}"/>
                    </a:ext>
                  </a:extLst>
                </p14:cNvPr>
                <p14:cNvContentPartPr/>
                <p14:nvPr/>
              </p14:nvContentPartPr>
              <p14:xfrm>
                <a:off x="11231460" y="4151168"/>
                <a:ext cx="146520" cy="102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3F7B556-C0AA-B3B2-81AA-BB7D6328CE5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222460" y="4142168"/>
                  <a:ext cx="1641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FCEA573-9B51-7D40-5FAF-756792E693B1}"/>
                    </a:ext>
                  </a:extLst>
                </p14:cNvPr>
                <p14:cNvContentPartPr/>
                <p14:nvPr/>
              </p14:nvContentPartPr>
              <p14:xfrm>
                <a:off x="11417580" y="4151168"/>
                <a:ext cx="49320" cy="871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FCEA573-9B51-7D40-5FAF-756792E693B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408580" y="4142168"/>
                  <a:ext cx="669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01A9A4C-F135-7AFD-A7A5-009AEC447FD8}"/>
                    </a:ext>
                  </a:extLst>
                </p14:cNvPr>
                <p14:cNvContentPartPr/>
                <p14:nvPr/>
              </p14:nvContentPartPr>
              <p14:xfrm>
                <a:off x="11476620" y="4156208"/>
                <a:ext cx="23400" cy="67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01A9A4C-F135-7AFD-A7A5-009AEC447FD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467620" y="4147208"/>
                  <a:ext cx="410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4ED63DE-A0AD-57D2-6E30-4418110929B0}"/>
                    </a:ext>
                  </a:extLst>
                </p14:cNvPr>
                <p14:cNvContentPartPr/>
                <p14:nvPr/>
              </p14:nvContentPartPr>
              <p14:xfrm>
                <a:off x="11329380" y="4095008"/>
                <a:ext cx="178560" cy="20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4ED63DE-A0AD-57D2-6E30-4418110929B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320740" y="4086008"/>
                  <a:ext cx="19620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6C8907FB-279A-43D7-E7B4-D50204EC4ABE}"/>
                  </a:ext>
                </a:extLst>
              </p14:cNvPr>
              <p14:cNvContentPartPr/>
              <p14:nvPr/>
            </p14:nvContentPartPr>
            <p14:xfrm>
              <a:off x="9190980" y="2051288"/>
              <a:ext cx="264600" cy="1692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6C8907FB-279A-43D7-E7B4-D50204EC4AB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182340" y="2042288"/>
                <a:ext cx="282240" cy="3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08EE811A-E827-689D-3156-CF4EBF2D4985}"/>
              </a:ext>
            </a:extLst>
          </p:cNvPr>
          <p:cNvGrpSpPr/>
          <p:nvPr/>
        </p:nvGrpSpPr>
        <p:grpSpPr>
          <a:xfrm>
            <a:off x="9730980" y="981728"/>
            <a:ext cx="1466280" cy="393480"/>
            <a:chOff x="9730980" y="981728"/>
            <a:chExt cx="1466280" cy="39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F523DEA-7FD1-8303-D9EA-E254E629B479}"/>
                    </a:ext>
                  </a:extLst>
                </p14:cNvPr>
                <p14:cNvContentPartPr/>
                <p14:nvPr/>
              </p14:nvContentPartPr>
              <p14:xfrm>
                <a:off x="9754020" y="1064528"/>
                <a:ext cx="117360" cy="310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F523DEA-7FD1-8303-D9EA-E254E629B47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745020" y="1055528"/>
                  <a:ext cx="1350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D20C747-2555-7D43-225F-84AA25D71880}"/>
                    </a:ext>
                  </a:extLst>
                </p14:cNvPr>
                <p14:cNvContentPartPr/>
                <p14:nvPr/>
              </p14:nvContentPartPr>
              <p14:xfrm>
                <a:off x="9730980" y="1267208"/>
                <a:ext cx="130320" cy="5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D20C747-2555-7D43-225F-84AA25D7188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721980" y="1258568"/>
                  <a:ext cx="1479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817FAF8-936B-6B34-9FC7-195E6DA5213F}"/>
                    </a:ext>
                  </a:extLst>
                </p14:cNvPr>
                <p14:cNvContentPartPr/>
                <p14:nvPr/>
              </p14:nvContentPartPr>
              <p14:xfrm>
                <a:off x="9882180" y="1236248"/>
                <a:ext cx="109440" cy="115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817FAF8-936B-6B34-9FC7-195E6DA5213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873180" y="1227608"/>
                  <a:ext cx="1270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58D3A89-DE5D-EDF2-2EE4-52AB62C67B08}"/>
                    </a:ext>
                  </a:extLst>
                </p14:cNvPr>
                <p14:cNvContentPartPr/>
                <p14:nvPr/>
              </p14:nvContentPartPr>
              <p14:xfrm>
                <a:off x="10110780" y="1231208"/>
                <a:ext cx="108720" cy="54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58D3A89-DE5D-EDF2-2EE4-52AB62C67B0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102140" y="1222208"/>
                  <a:ext cx="1263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EAD2417-7D86-08B2-D688-68CF5C469865}"/>
                    </a:ext>
                  </a:extLst>
                </p14:cNvPr>
                <p14:cNvContentPartPr/>
                <p14:nvPr/>
              </p14:nvContentPartPr>
              <p14:xfrm>
                <a:off x="10100700" y="1164608"/>
                <a:ext cx="93240" cy="14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EAD2417-7D86-08B2-D688-68CF5C46986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091700" y="1155968"/>
                  <a:ext cx="1108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1C5CE75-3C94-9C79-2785-24402E468AD4}"/>
                    </a:ext>
                  </a:extLst>
                </p14:cNvPr>
                <p14:cNvContentPartPr/>
                <p14:nvPr/>
              </p14:nvContentPartPr>
              <p14:xfrm>
                <a:off x="10345140" y="1085768"/>
                <a:ext cx="57600" cy="148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1C5CE75-3C94-9C79-2785-24402E468AD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336140" y="1076768"/>
                  <a:ext cx="752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31948B3-E36D-47BF-51B3-BA916491A370}"/>
                    </a:ext>
                  </a:extLst>
                </p14:cNvPr>
                <p14:cNvContentPartPr/>
                <p14:nvPr/>
              </p14:nvContentPartPr>
              <p14:xfrm>
                <a:off x="10440900" y="1106648"/>
                <a:ext cx="158400" cy="110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31948B3-E36D-47BF-51B3-BA916491A37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431900" y="1097648"/>
                  <a:ext cx="1760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C960A81-D791-F309-EEB0-3A30B4E5C9B9}"/>
                    </a:ext>
                  </a:extLst>
                </p14:cNvPr>
                <p14:cNvContentPartPr/>
                <p14:nvPr/>
              </p14:nvContentPartPr>
              <p14:xfrm>
                <a:off x="10660860" y="1023488"/>
                <a:ext cx="62640" cy="172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C960A81-D791-F309-EEB0-3A30B4E5C9B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652220" y="1014488"/>
                  <a:ext cx="802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CB41D42-13DD-B767-F746-5A934D8E3CC2}"/>
                    </a:ext>
                  </a:extLst>
                </p14:cNvPr>
                <p14:cNvContentPartPr/>
                <p14:nvPr/>
              </p14:nvContentPartPr>
              <p14:xfrm>
                <a:off x="10717740" y="1111688"/>
                <a:ext cx="137880" cy="78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CB41D42-13DD-B767-F746-5A934D8E3CC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708740" y="1102688"/>
                  <a:ext cx="1555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2911E92-8666-B098-FAD5-CBCF500271A7}"/>
                    </a:ext>
                  </a:extLst>
                </p14:cNvPr>
                <p14:cNvContentPartPr/>
                <p14:nvPr/>
              </p14:nvContentPartPr>
              <p14:xfrm>
                <a:off x="10816740" y="1002608"/>
                <a:ext cx="110160" cy="2131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2911E92-8666-B098-FAD5-CBCF500271A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808100" y="993608"/>
                  <a:ext cx="1278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C24E0D4-A9AB-59CF-C6A9-5CF1DE2EAA82}"/>
                    </a:ext>
                  </a:extLst>
                </p14:cNvPr>
                <p14:cNvContentPartPr/>
                <p14:nvPr/>
              </p14:nvContentPartPr>
              <p14:xfrm>
                <a:off x="10899900" y="1080368"/>
                <a:ext cx="90360" cy="626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C24E0D4-A9AB-59CF-C6A9-5CF1DE2EAA8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890900" y="1071728"/>
                  <a:ext cx="1080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97DA15D-649E-1EB6-4902-0D1BE9002B65}"/>
                    </a:ext>
                  </a:extLst>
                </p14:cNvPr>
                <p14:cNvContentPartPr/>
                <p14:nvPr/>
              </p14:nvContentPartPr>
              <p14:xfrm>
                <a:off x="10925820" y="981728"/>
                <a:ext cx="105840" cy="206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97DA15D-649E-1EB6-4902-0D1BE9002B6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917180" y="973088"/>
                  <a:ext cx="1234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94527D1-5ED5-864E-E2C7-192DB541BAC6}"/>
                    </a:ext>
                  </a:extLst>
                </p14:cNvPr>
                <p14:cNvContentPartPr/>
                <p14:nvPr/>
              </p14:nvContentPartPr>
              <p14:xfrm>
                <a:off x="11050380" y="1028168"/>
                <a:ext cx="137880" cy="152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94527D1-5ED5-864E-E2C7-192DB541BAC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041740" y="1019168"/>
                  <a:ext cx="1555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771FD48-0DB1-8E6D-0717-856F8A4345D6}"/>
                    </a:ext>
                  </a:extLst>
                </p14:cNvPr>
                <p14:cNvContentPartPr/>
                <p14:nvPr/>
              </p14:nvContentPartPr>
              <p14:xfrm>
                <a:off x="11113020" y="1110968"/>
                <a:ext cx="84240" cy="11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771FD48-0DB1-8E6D-0717-856F8A4345D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104020" y="1102328"/>
                  <a:ext cx="101880" cy="2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48C1F67C-C7FA-9794-13E3-BE2E9246EC8D}"/>
                  </a:ext>
                </a:extLst>
              </p14:cNvPr>
              <p14:cNvContentPartPr/>
              <p14:nvPr/>
            </p14:nvContentPartPr>
            <p14:xfrm>
              <a:off x="8406180" y="2231288"/>
              <a:ext cx="203040" cy="14868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48C1F67C-C7FA-9794-13E3-BE2E9246EC8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397180" y="2222288"/>
                <a:ext cx="220680" cy="16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9C8A5856-8C0A-E630-40FE-54072793676F}"/>
              </a:ext>
            </a:extLst>
          </p:cNvPr>
          <p:cNvGrpSpPr/>
          <p:nvPr/>
        </p:nvGrpSpPr>
        <p:grpSpPr>
          <a:xfrm>
            <a:off x="7456860" y="1702808"/>
            <a:ext cx="1355760" cy="381600"/>
            <a:chOff x="7456860" y="1702808"/>
            <a:chExt cx="1355760" cy="38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83D2839-459A-D9FF-0979-A21AA9719B4D}"/>
                    </a:ext>
                  </a:extLst>
                </p14:cNvPr>
                <p14:cNvContentPartPr/>
                <p14:nvPr/>
              </p14:nvContentPartPr>
              <p14:xfrm>
                <a:off x="7456860" y="1794608"/>
                <a:ext cx="174600" cy="1728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83D2839-459A-D9FF-0979-A21AA9719B4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447860" y="1785968"/>
                  <a:ext cx="1922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1906A31-25DD-A1F2-6512-6E62BC8358C1}"/>
                    </a:ext>
                  </a:extLst>
                </p14:cNvPr>
                <p14:cNvContentPartPr/>
                <p14:nvPr/>
              </p14:nvContentPartPr>
              <p14:xfrm>
                <a:off x="7511220" y="1793528"/>
                <a:ext cx="74520" cy="1954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1906A31-25DD-A1F2-6512-6E62BC8358C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502220" y="1784888"/>
                  <a:ext cx="921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932656C-A9BC-1FFC-55A4-A0B9863B42CF}"/>
                    </a:ext>
                  </a:extLst>
                </p14:cNvPr>
                <p14:cNvContentPartPr/>
                <p14:nvPr/>
              </p14:nvContentPartPr>
              <p14:xfrm>
                <a:off x="7666740" y="1737368"/>
                <a:ext cx="90000" cy="2412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932656C-A9BC-1FFC-55A4-A0B9863B42C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58100" y="1728728"/>
                  <a:ext cx="1076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087E966-8298-C509-3BA0-C144E089522C}"/>
                    </a:ext>
                  </a:extLst>
                </p14:cNvPr>
                <p14:cNvContentPartPr/>
                <p14:nvPr/>
              </p14:nvContentPartPr>
              <p14:xfrm>
                <a:off x="7756380" y="1870208"/>
                <a:ext cx="93240" cy="1918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087E966-8298-C509-3BA0-C144E08952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747740" y="1861208"/>
                  <a:ext cx="1108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456E93D-75D7-FC0D-A8B8-9923B3C4AE5C}"/>
                    </a:ext>
                  </a:extLst>
                </p14:cNvPr>
                <p14:cNvContentPartPr/>
                <p14:nvPr/>
              </p14:nvContentPartPr>
              <p14:xfrm>
                <a:off x="7794900" y="1761128"/>
                <a:ext cx="3600" cy="6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456E93D-75D7-FC0D-A8B8-9923B3C4AE5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786260" y="1752128"/>
                  <a:ext cx="212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2CECCF5-D93F-E6AC-B182-0DB0E47243B5}"/>
                    </a:ext>
                  </a:extLst>
                </p14:cNvPr>
                <p14:cNvContentPartPr/>
                <p14:nvPr/>
              </p14:nvContentPartPr>
              <p14:xfrm>
                <a:off x="7880940" y="1729088"/>
                <a:ext cx="78480" cy="2044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2CECCF5-D93F-E6AC-B182-0DB0E47243B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871940" y="1720088"/>
                  <a:ext cx="961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F493202-1CE1-4BE3-F06B-27009E3F0A11}"/>
                    </a:ext>
                  </a:extLst>
                </p14:cNvPr>
                <p14:cNvContentPartPr/>
                <p14:nvPr/>
              </p14:nvContentPartPr>
              <p14:xfrm>
                <a:off x="7959420" y="1755728"/>
                <a:ext cx="192240" cy="109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F493202-1CE1-4BE3-F06B-27009E3F0A1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950420" y="1747088"/>
                  <a:ext cx="2098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948B309-E676-9BDE-17CF-8B270A6D3F2F}"/>
                    </a:ext>
                  </a:extLst>
                </p14:cNvPr>
                <p14:cNvContentPartPr/>
                <p14:nvPr/>
              </p14:nvContentPartPr>
              <p14:xfrm>
                <a:off x="8241300" y="1797848"/>
                <a:ext cx="102600" cy="54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948B309-E676-9BDE-17CF-8B270A6D3F2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232660" y="1789208"/>
                  <a:ext cx="1202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6D2B1A3-BF52-5716-3C07-43273099F0BC}"/>
                    </a:ext>
                  </a:extLst>
                </p14:cNvPr>
                <p14:cNvContentPartPr/>
                <p14:nvPr/>
              </p14:nvContentPartPr>
              <p14:xfrm>
                <a:off x="8369820" y="1828448"/>
                <a:ext cx="4680" cy="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6D2B1A3-BF52-5716-3C07-43273099F0B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360820" y="1819808"/>
                  <a:ext cx="223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0F77651-2286-2DAA-338F-2A51C9EBAD9E}"/>
                    </a:ext>
                  </a:extLst>
                </p14:cNvPr>
                <p14:cNvContentPartPr/>
                <p14:nvPr/>
              </p14:nvContentPartPr>
              <p14:xfrm>
                <a:off x="8390340" y="1710008"/>
                <a:ext cx="205560" cy="1350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0F77651-2286-2DAA-338F-2A51C9EBAD9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381700" y="1701008"/>
                  <a:ext cx="2232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8019BAA-A018-2DF5-5879-F12996211AD8}"/>
                    </a:ext>
                  </a:extLst>
                </p14:cNvPr>
                <p14:cNvContentPartPr/>
                <p14:nvPr/>
              </p14:nvContentPartPr>
              <p14:xfrm>
                <a:off x="8604900" y="1796408"/>
                <a:ext cx="67680" cy="885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8019BAA-A018-2DF5-5879-F12996211AD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595900" y="1787768"/>
                  <a:ext cx="853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82B1BDA-47D0-A9E2-43AC-F78230C4C8FF}"/>
                    </a:ext>
                  </a:extLst>
                </p14:cNvPr>
                <p14:cNvContentPartPr/>
                <p14:nvPr/>
              </p14:nvContentPartPr>
              <p14:xfrm>
                <a:off x="7970220" y="1901528"/>
                <a:ext cx="547920" cy="410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82B1BDA-47D0-A9E2-43AC-F78230C4C8F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961580" y="1892528"/>
                  <a:ext cx="5655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15DB4B1-91B6-A43A-017E-F5EEC28E7139}"/>
                    </a:ext>
                  </a:extLst>
                </p14:cNvPr>
                <p14:cNvContentPartPr/>
                <p14:nvPr/>
              </p14:nvContentPartPr>
              <p14:xfrm>
                <a:off x="8083980" y="1999448"/>
                <a:ext cx="155880" cy="849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15DB4B1-91B6-A43A-017E-F5EEC28E713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074980" y="1990808"/>
                  <a:ext cx="1735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9A700C5-BE5A-7EC8-8A86-B5B6FA9F03F6}"/>
                    </a:ext>
                  </a:extLst>
                </p14:cNvPr>
                <p14:cNvContentPartPr/>
                <p14:nvPr/>
              </p14:nvContentPartPr>
              <p14:xfrm>
                <a:off x="8286660" y="2010608"/>
                <a:ext cx="31680" cy="468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9A700C5-BE5A-7EC8-8A86-B5B6FA9F03F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277660" y="2001608"/>
                  <a:ext cx="493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A8C32E8-8DEB-6AE3-7B26-902F98543606}"/>
                    </a:ext>
                  </a:extLst>
                </p14:cNvPr>
                <p14:cNvContentPartPr/>
                <p14:nvPr/>
              </p14:nvContentPartPr>
              <p14:xfrm>
                <a:off x="8312580" y="1989728"/>
                <a:ext cx="49320" cy="730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A8C32E8-8DEB-6AE3-7B26-902F9854360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303580" y="1980728"/>
                  <a:ext cx="669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A379EA6-EC29-1984-9FA8-91DF875460B8}"/>
                    </a:ext>
                  </a:extLst>
                </p14:cNvPr>
                <p14:cNvContentPartPr/>
                <p14:nvPr/>
              </p14:nvContentPartPr>
              <p14:xfrm>
                <a:off x="8211060" y="1959488"/>
                <a:ext cx="133200" cy="108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A379EA6-EC29-1984-9FA8-91DF875460B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202060" y="1950488"/>
                  <a:ext cx="1508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06CE17D-823E-7280-51DD-2324D495AC23}"/>
                    </a:ext>
                  </a:extLst>
                </p14:cNvPr>
                <p14:cNvContentPartPr/>
                <p14:nvPr/>
              </p14:nvContentPartPr>
              <p14:xfrm>
                <a:off x="8665740" y="1702808"/>
                <a:ext cx="146880" cy="2502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06CE17D-823E-7280-51DD-2324D495AC2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657100" y="1694168"/>
                  <a:ext cx="164520" cy="26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9F64FF94-DDA9-B4F0-A6B4-507A5458B19D}"/>
                  </a:ext>
                </a:extLst>
              </p14:cNvPr>
              <p14:cNvContentPartPr/>
              <p14:nvPr/>
            </p14:nvContentPartPr>
            <p14:xfrm>
              <a:off x="3808260" y="2422448"/>
              <a:ext cx="171360" cy="716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9F64FF94-DDA9-B4F0-A6B4-507A5458B19D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799620" y="2413448"/>
                <a:ext cx="189000" cy="8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276097E-F9DB-C596-DD0A-A1195F9A9237}"/>
              </a:ext>
            </a:extLst>
          </p:cNvPr>
          <p:cNvGrpSpPr/>
          <p:nvPr/>
        </p:nvGrpSpPr>
        <p:grpSpPr>
          <a:xfrm>
            <a:off x="2634300" y="1754648"/>
            <a:ext cx="1434240" cy="369720"/>
            <a:chOff x="2634300" y="1754648"/>
            <a:chExt cx="1434240" cy="36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D762147-4196-4016-65DA-BBB034D492F0}"/>
                    </a:ext>
                  </a:extLst>
                </p14:cNvPr>
                <p14:cNvContentPartPr/>
                <p14:nvPr/>
              </p14:nvContentPartPr>
              <p14:xfrm>
                <a:off x="2634300" y="1838528"/>
                <a:ext cx="205200" cy="1915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D762147-4196-4016-65DA-BBB034D492F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625300" y="1829888"/>
                  <a:ext cx="2228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9DD896B-3C37-4314-CEDE-4AF6B58AA1F1}"/>
                    </a:ext>
                  </a:extLst>
                </p14:cNvPr>
                <p14:cNvContentPartPr/>
                <p14:nvPr/>
              </p14:nvContentPartPr>
              <p14:xfrm>
                <a:off x="2676420" y="1827728"/>
                <a:ext cx="92520" cy="200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9DD896B-3C37-4314-CEDE-4AF6B58AA1F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667420" y="1818728"/>
                  <a:ext cx="1101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BFC2752-4162-FDC9-1277-0D64BF61C07C}"/>
                    </a:ext>
                  </a:extLst>
                </p14:cNvPr>
                <p14:cNvContentPartPr/>
                <p14:nvPr/>
              </p14:nvContentPartPr>
              <p14:xfrm>
                <a:off x="2837700" y="1773368"/>
                <a:ext cx="97200" cy="2948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BFC2752-4162-FDC9-1277-0D64BF61C07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829060" y="1764728"/>
                  <a:ext cx="11484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71114F5-23F9-750F-F741-E6FE6188C214}"/>
                    </a:ext>
                  </a:extLst>
                </p14:cNvPr>
                <p14:cNvContentPartPr/>
                <p14:nvPr/>
              </p14:nvContentPartPr>
              <p14:xfrm>
                <a:off x="2932380" y="1917008"/>
                <a:ext cx="78840" cy="1807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71114F5-23F9-750F-F741-E6FE6188C21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923380" y="1908008"/>
                  <a:ext cx="964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A5364DC-0F59-8CEF-DC3C-0B36A79A1A93}"/>
                    </a:ext>
                  </a:extLst>
                </p14:cNvPr>
                <p14:cNvContentPartPr/>
                <p14:nvPr/>
              </p14:nvContentPartPr>
              <p14:xfrm>
                <a:off x="2944620" y="1812968"/>
                <a:ext cx="1080" cy="32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A5364DC-0F59-8CEF-DC3C-0B36A79A1A9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935980" y="1804328"/>
                  <a:ext cx="187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A344EB8-E9A7-13BB-AB14-7361084C90B5}"/>
                    </a:ext>
                  </a:extLst>
                </p14:cNvPr>
                <p14:cNvContentPartPr/>
                <p14:nvPr/>
              </p14:nvContentPartPr>
              <p14:xfrm>
                <a:off x="3096180" y="1765808"/>
                <a:ext cx="190080" cy="1101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A344EB8-E9A7-13BB-AB14-7361084C90B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087540" y="1756808"/>
                  <a:ext cx="2077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A23FEFA-28A0-CD4F-F4FF-E111C28DADC9}"/>
                    </a:ext>
                  </a:extLst>
                </p14:cNvPr>
                <p14:cNvContentPartPr/>
                <p14:nvPr/>
              </p14:nvContentPartPr>
              <p14:xfrm>
                <a:off x="3392460" y="1776608"/>
                <a:ext cx="47520" cy="882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A23FEFA-28A0-CD4F-F4FF-E111C28DADC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383460" y="1767968"/>
                  <a:ext cx="651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C779024-4B9C-3632-2F09-55A636E63C2A}"/>
                    </a:ext>
                  </a:extLst>
                </p14:cNvPr>
                <p14:cNvContentPartPr/>
                <p14:nvPr/>
              </p14:nvContentPartPr>
              <p14:xfrm>
                <a:off x="3353940" y="1828448"/>
                <a:ext cx="101160" cy="115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C779024-4B9C-3632-2F09-55A636E63C2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345300" y="1819808"/>
                  <a:ext cx="1188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141B65A-B35B-CCE8-D1A7-855FF137A061}"/>
                    </a:ext>
                  </a:extLst>
                </p14:cNvPr>
                <p14:cNvContentPartPr/>
                <p14:nvPr/>
              </p14:nvContentPartPr>
              <p14:xfrm>
                <a:off x="3559140" y="1754648"/>
                <a:ext cx="199080" cy="961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141B65A-B35B-CCE8-D1A7-855FF137A06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550140" y="1745648"/>
                  <a:ext cx="2167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85F005E-30E8-4F71-1FB3-8C1024D15D3D}"/>
                    </a:ext>
                  </a:extLst>
                </p14:cNvPr>
                <p14:cNvContentPartPr/>
                <p14:nvPr/>
              </p14:nvContentPartPr>
              <p14:xfrm>
                <a:off x="3704580" y="1806848"/>
                <a:ext cx="157680" cy="1094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85F005E-30E8-4F71-1FB3-8C1024D15D3D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695580" y="1798208"/>
                  <a:ext cx="1753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A16C88A-563F-6F2A-919B-D63B248470C5}"/>
                    </a:ext>
                  </a:extLst>
                </p14:cNvPr>
                <p14:cNvContentPartPr/>
                <p14:nvPr/>
              </p14:nvContentPartPr>
              <p14:xfrm>
                <a:off x="3179700" y="1931768"/>
                <a:ext cx="504000" cy="273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A16C88A-563F-6F2A-919B-D63B248470C5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171060" y="1922768"/>
                  <a:ext cx="5216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ED031BA-8D08-B55E-1FE5-6FA8A06895CB}"/>
                    </a:ext>
                  </a:extLst>
                </p14:cNvPr>
                <p14:cNvContentPartPr/>
                <p14:nvPr/>
              </p14:nvContentPartPr>
              <p14:xfrm>
                <a:off x="3283380" y="2040488"/>
                <a:ext cx="131760" cy="838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ED031BA-8D08-B55E-1FE5-6FA8A06895C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274380" y="2031488"/>
                  <a:ext cx="1494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2CF9808-8BD3-69AC-6CD4-CDF4959FAAD6}"/>
                    </a:ext>
                  </a:extLst>
                </p14:cNvPr>
                <p14:cNvContentPartPr/>
                <p14:nvPr/>
              </p14:nvContentPartPr>
              <p14:xfrm>
                <a:off x="3486060" y="2072888"/>
                <a:ext cx="19800" cy="486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2CF9808-8BD3-69AC-6CD4-CDF4959FAAD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477060" y="2063888"/>
                  <a:ext cx="374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FC9BE91-1F1A-24B1-DFA5-6A2BBD799C83}"/>
                    </a:ext>
                  </a:extLst>
                </p14:cNvPr>
                <p14:cNvContentPartPr/>
                <p14:nvPr/>
              </p14:nvContentPartPr>
              <p14:xfrm>
                <a:off x="3517020" y="2062448"/>
                <a:ext cx="27000" cy="475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FC9BE91-1F1A-24B1-DFA5-6A2BBD799C83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508380" y="2053448"/>
                  <a:ext cx="446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E1370EA-3B2E-A9D7-5A8C-BD8DC8111ED9}"/>
                    </a:ext>
                  </a:extLst>
                </p14:cNvPr>
                <p14:cNvContentPartPr/>
                <p14:nvPr/>
              </p14:nvContentPartPr>
              <p14:xfrm>
                <a:off x="3408300" y="2006288"/>
                <a:ext cx="135000" cy="97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E1370EA-3B2E-A9D7-5A8C-BD8DC8111ED9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399660" y="1997288"/>
                  <a:ext cx="1526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5A600F2-5813-9995-35DC-EF290759C68A}"/>
                    </a:ext>
                  </a:extLst>
                </p14:cNvPr>
                <p14:cNvContentPartPr/>
                <p14:nvPr/>
              </p14:nvContentPartPr>
              <p14:xfrm>
                <a:off x="3953700" y="1761128"/>
                <a:ext cx="114840" cy="2505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5A600F2-5813-9995-35DC-EF290759C68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944700" y="1752128"/>
                  <a:ext cx="132480" cy="26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0338710-397C-6262-107F-26E353FA83F1}"/>
              </a:ext>
            </a:extLst>
          </p:cNvPr>
          <p:cNvGrpSpPr/>
          <p:nvPr/>
        </p:nvGrpSpPr>
        <p:grpSpPr>
          <a:xfrm>
            <a:off x="2495700" y="2792168"/>
            <a:ext cx="429480" cy="34200"/>
            <a:chOff x="2495700" y="2792168"/>
            <a:chExt cx="429480" cy="3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3AFA929-6A97-0B88-9348-2B4D230AB01A}"/>
                    </a:ext>
                  </a:extLst>
                </p14:cNvPr>
                <p14:cNvContentPartPr/>
                <p14:nvPr/>
              </p14:nvContentPartPr>
              <p14:xfrm>
                <a:off x="2889540" y="2813408"/>
                <a:ext cx="35640" cy="129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3AFA929-6A97-0B88-9348-2B4D230AB01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880540" y="2804408"/>
                  <a:ext cx="532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0EB469F-B30A-FB8D-1D5D-304A42CE3C64}"/>
                    </a:ext>
                  </a:extLst>
                </p14:cNvPr>
                <p14:cNvContentPartPr/>
                <p14:nvPr/>
              </p14:nvContentPartPr>
              <p14:xfrm>
                <a:off x="2745900" y="2805128"/>
                <a:ext cx="32400" cy="162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0EB469F-B30A-FB8D-1D5D-304A42CE3C6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737260" y="2796488"/>
                  <a:ext cx="50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FCA7C0D-30D9-7808-04F0-CEC63BDDFE41}"/>
                    </a:ext>
                  </a:extLst>
                </p14:cNvPr>
                <p14:cNvContentPartPr/>
                <p14:nvPr/>
              </p14:nvContentPartPr>
              <p14:xfrm>
                <a:off x="2602620" y="2798288"/>
                <a:ext cx="17280" cy="126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FCA7C0D-30D9-7808-04F0-CEC63BDDFE4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593980" y="2789648"/>
                  <a:ext cx="349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078AD31-9912-3B21-0DC6-F0E96AE0A308}"/>
                    </a:ext>
                  </a:extLst>
                </p14:cNvPr>
                <p14:cNvContentPartPr/>
                <p14:nvPr/>
              </p14:nvContentPartPr>
              <p14:xfrm>
                <a:off x="2495700" y="2792168"/>
                <a:ext cx="24840" cy="165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078AD31-9912-3B21-0DC6-F0E96AE0A308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487060" y="2783168"/>
                  <a:ext cx="4248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84ACADE3-0D96-2E93-0B9E-6133FA1BDB43}"/>
              </a:ext>
            </a:extLst>
          </p:cNvPr>
          <p:cNvGrpSpPr/>
          <p:nvPr/>
        </p:nvGrpSpPr>
        <p:grpSpPr>
          <a:xfrm>
            <a:off x="9818820" y="2805488"/>
            <a:ext cx="450360" cy="61560"/>
            <a:chOff x="9818820" y="2805488"/>
            <a:chExt cx="450360" cy="6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5BDEF14-FA79-1680-7944-6B1FEE1A5CAD}"/>
                    </a:ext>
                  </a:extLst>
                </p14:cNvPr>
                <p14:cNvContentPartPr/>
                <p14:nvPr/>
              </p14:nvContentPartPr>
              <p14:xfrm>
                <a:off x="9818820" y="2819168"/>
                <a:ext cx="42480" cy="478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5BDEF14-FA79-1680-7944-6B1FEE1A5CA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809820" y="2810168"/>
                  <a:ext cx="601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ECE9F44-C541-C384-080A-625CC6056BC9}"/>
                    </a:ext>
                  </a:extLst>
                </p14:cNvPr>
                <p14:cNvContentPartPr/>
                <p14:nvPr/>
              </p14:nvContentPartPr>
              <p14:xfrm>
                <a:off x="9946620" y="2810888"/>
                <a:ext cx="44640" cy="291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ECE9F44-C541-C384-080A-625CC6056BC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937980" y="2802248"/>
                  <a:ext cx="622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B161D23-08F5-B9DF-A75A-437B2E8B99D7}"/>
                    </a:ext>
                  </a:extLst>
                </p14:cNvPr>
                <p14:cNvContentPartPr/>
                <p14:nvPr/>
              </p14:nvContentPartPr>
              <p14:xfrm>
                <a:off x="10089900" y="2815928"/>
                <a:ext cx="30960" cy="21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B161D23-08F5-B9DF-A75A-437B2E8B99D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081260" y="2806928"/>
                  <a:ext cx="486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A78BF54-EBC2-1B9C-47A8-6ED63A8EE587}"/>
                    </a:ext>
                  </a:extLst>
                </p14:cNvPr>
                <p14:cNvContentPartPr/>
                <p14:nvPr/>
              </p14:nvContentPartPr>
              <p14:xfrm>
                <a:off x="10219140" y="2805488"/>
                <a:ext cx="50040" cy="266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A78BF54-EBC2-1B9C-47A8-6ED63A8EE587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210500" y="2796488"/>
                  <a:ext cx="6768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D9C57830-ECB3-5565-0E31-54E003FE4DC4}"/>
              </a:ext>
            </a:extLst>
          </p:cNvPr>
          <p:cNvGrpSpPr/>
          <p:nvPr/>
        </p:nvGrpSpPr>
        <p:grpSpPr>
          <a:xfrm>
            <a:off x="5293980" y="2414888"/>
            <a:ext cx="2374560" cy="2484000"/>
            <a:chOff x="5293980" y="2414888"/>
            <a:chExt cx="2374560" cy="248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C10A081-D751-C4DA-6F1B-B8DF76830D90}"/>
                    </a:ext>
                  </a:extLst>
                </p14:cNvPr>
                <p14:cNvContentPartPr/>
                <p14:nvPr/>
              </p14:nvContentPartPr>
              <p14:xfrm>
                <a:off x="5299020" y="2464568"/>
                <a:ext cx="78480" cy="22399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C10A081-D751-C4DA-6F1B-B8DF76830D9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290020" y="2455928"/>
                  <a:ext cx="96120" cy="22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690EFC6-DD37-3D23-F9F9-E692DCBDB73D}"/>
                    </a:ext>
                  </a:extLst>
                </p14:cNvPr>
                <p14:cNvContentPartPr/>
                <p14:nvPr/>
              </p14:nvContentPartPr>
              <p14:xfrm>
                <a:off x="5293980" y="2414888"/>
                <a:ext cx="2222640" cy="792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690EFC6-DD37-3D23-F9F9-E692DCBDB73D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285340" y="2406248"/>
                  <a:ext cx="22402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D136A32-C19D-F210-7257-973605688A10}"/>
                    </a:ext>
                  </a:extLst>
                </p14:cNvPr>
                <p14:cNvContentPartPr/>
                <p14:nvPr/>
              </p14:nvContentPartPr>
              <p14:xfrm>
                <a:off x="7621380" y="2473928"/>
                <a:ext cx="47160" cy="24249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D136A32-C19D-F210-7257-973605688A1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612740" y="2464928"/>
                  <a:ext cx="64800" cy="244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455010AC-0E97-34C6-F337-D39CFFB858D7}"/>
              </a:ext>
            </a:extLst>
          </p:cNvPr>
          <p:cNvGrpSpPr/>
          <p:nvPr/>
        </p:nvGrpSpPr>
        <p:grpSpPr>
          <a:xfrm>
            <a:off x="7771860" y="2301848"/>
            <a:ext cx="664920" cy="288000"/>
            <a:chOff x="7771860" y="2301848"/>
            <a:chExt cx="664920" cy="28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A59A074-B4F5-B7C3-217D-B89C7C13904E}"/>
                    </a:ext>
                  </a:extLst>
                </p14:cNvPr>
                <p14:cNvContentPartPr/>
                <p14:nvPr/>
              </p14:nvContentPartPr>
              <p14:xfrm>
                <a:off x="7771860" y="2337848"/>
                <a:ext cx="36720" cy="2181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A59A074-B4F5-B7C3-217D-B89C7C13904E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763220" y="2328848"/>
                  <a:ext cx="543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028EA2F-3E71-D804-9885-AD8B6AAB4D98}"/>
                    </a:ext>
                  </a:extLst>
                </p14:cNvPr>
                <p14:cNvContentPartPr/>
                <p14:nvPr/>
              </p14:nvContentPartPr>
              <p14:xfrm>
                <a:off x="7782660" y="2484368"/>
                <a:ext cx="74520" cy="187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028EA2F-3E71-D804-9885-AD8B6AAB4D9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773660" y="2475728"/>
                  <a:ext cx="921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9F2C79E-5733-9B02-FCDE-4596FC32A4A7}"/>
                    </a:ext>
                  </a:extLst>
                </p14:cNvPr>
                <p14:cNvContentPartPr/>
                <p14:nvPr/>
              </p14:nvContentPartPr>
              <p14:xfrm>
                <a:off x="7847100" y="2368808"/>
                <a:ext cx="38520" cy="1612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9F2C79E-5733-9B02-FCDE-4596FC32A4A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838100" y="2360168"/>
                  <a:ext cx="561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F39F0EA-9001-97D6-4E12-506C07047FE3}"/>
                    </a:ext>
                  </a:extLst>
                </p14:cNvPr>
                <p14:cNvContentPartPr/>
                <p14:nvPr/>
              </p14:nvContentPartPr>
              <p14:xfrm>
                <a:off x="7954020" y="2494088"/>
                <a:ext cx="53640" cy="957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F39F0EA-9001-97D6-4E12-506C07047FE3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945380" y="2485088"/>
                  <a:ext cx="712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4000EF9-42AD-A7B4-802D-C7461393FE97}"/>
                    </a:ext>
                  </a:extLst>
                </p14:cNvPr>
                <p14:cNvContentPartPr/>
                <p14:nvPr/>
              </p14:nvContentPartPr>
              <p14:xfrm>
                <a:off x="8062740" y="2301848"/>
                <a:ext cx="68040" cy="2322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4000EF9-42AD-A7B4-802D-C7461393FE97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054100" y="2293208"/>
                  <a:ext cx="856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8E2523D-02B9-E103-ECFB-C8ABC3711A5D}"/>
                    </a:ext>
                  </a:extLst>
                </p14:cNvPr>
                <p14:cNvContentPartPr/>
                <p14:nvPr/>
              </p14:nvContentPartPr>
              <p14:xfrm>
                <a:off x="8138700" y="2467808"/>
                <a:ext cx="47880" cy="1191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8E2523D-02B9-E103-ECFB-C8ABC3711A5D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130060" y="2458808"/>
                  <a:ext cx="655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1553F11-45C5-8A40-E967-574E6FB58B47}"/>
                    </a:ext>
                  </a:extLst>
                </p14:cNvPr>
                <p14:cNvContentPartPr/>
                <p14:nvPr/>
              </p14:nvContentPartPr>
              <p14:xfrm>
                <a:off x="8147340" y="2339648"/>
                <a:ext cx="6840" cy="64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1553F11-45C5-8A40-E967-574E6FB58B47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138340" y="2330648"/>
                  <a:ext cx="244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50DD642-4074-33BF-3EDC-580C99CFA99B}"/>
                    </a:ext>
                  </a:extLst>
                </p14:cNvPr>
                <p14:cNvContentPartPr/>
                <p14:nvPr/>
              </p14:nvContentPartPr>
              <p14:xfrm>
                <a:off x="8218980" y="2337488"/>
                <a:ext cx="164160" cy="1512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50DD642-4074-33BF-3EDC-580C99CFA99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210340" y="2328848"/>
                  <a:ext cx="1818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6D95978-065C-5BDC-DD47-C0E5B92003E8}"/>
                    </a:ext>
                  </a:extLst>
                </p14:cNvPr>
                <p14:cNvContentPartPr/>
                <p14:nvPr/>
              </p14:nvContentPartPr>
              <p14:xfrm>
                <a:off x="8348940" y="2316608"/>
                <a:ext cx="87840" cy="2322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6D95978-065C-5BDC-DD47-C0E5B92003E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339940" y="2307608"/>
                  <a:ext cx="105480" cy="24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5F986624-F639-9819-EDB0-D2F8C181C40C}"/>
                  </a:ext>
                </a:extLst>
              </p14:cNvPr>
              <p14:cNvContentPartPr/>
              <p14:nvPr/>
            </p14:nvContentPartPr>
            <p14:xfrm>
              <a:off x="7700940" y="2752568"/>
              <a:ext cx="227520" cy="12708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5F986624-F639-9819-EDB0-D2F8C181C40C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7692300" y="2743568"/>
                <a:ext cx="245160" cy="14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3A308E01-0BBA-742E-7BD8-D86A501EFF9F}"/>
              </a:ext>
            </a:extLst>
          </p:cNvPr>
          <p:cNvGrpSpPr/>
          <p:nvPr/>
        </p:nvGrpSpPr>
        <p:grpSpPr>
          <a:xfrm>
            <a:off x="4347900" y="4187528"/>
            <a:ext cx="2924640" cy="2033640"/>
            <a:chOff x="4347900" y="4187528"/>
            <a:chExt cx="2924640" cy="203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13B7317-F7E9-BB0F-A45D-74C390C0B8D0}"/>
                    </a:ext>
                  </a:extLst>
                </p14:cNvPr>
                <p14:cNvContentPartPr/>
                <p14:nvPr/>
              </p14:nvContentPartPr>
              <p14:xfrm>
                <a:off x="4347900" y="4187528"/>
                <a:ext cx="936000" cy="18734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13B7317-F7E9-BB0F-A45D-74C390C0B8D0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338900" y="4178528"/>
                  <a:ext cx="953640" cy="18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0BDD4AC-49A2-2B09-1759-472CB4278635}"/>
                    </a:ext>
                  </a:extLst>
                </p14:cNvPr>
                <p14:cNvContentPartPr/>
                <p14:nvPr/>
              </p14:nvContentPartPr>
              <p14:xfrm>
                <a:off x="4514220" y="6063848"/>
                <a:ext cx="227520" cy="1350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0BDD4AC-49A2-2B09-1759-472CB4278635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505220" y="6055208"/>
                  <a:ext cx="2451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493AE17-3865-CE28-4495-908CDC16CFF7}"/>
                    </a:ext>
                  </a:extLst>
                </p14:cNvPr>
                <p14:cNvContentPartPr/>
                <p14:nvPr/>
              </p14:nvContentPartPr>
              <p14:xfrm>
                <a:off x="4780260" y="6078608"/>
                <a:ext cx="82440" cy="1101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493AE17-3865-CE28-4495-908CDC16CFF7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771260" y="6069608"/>
                  <a:ext cx="1000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5398393-F5B1-4C16-A800-17DB01E38647}"/>
                    </a:ext>
                  </a:extLst>
                </p14:cNvPr>
                <p14:cNvContentPartPr/>
                <p14:nvPr/>
              </p14:nvContentPartPr>
              <p14:xfrm>
                <a:off x="4933620" y="6094808"/>
                <a:ext cx="75600" cy="723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5398393-F5B1-4C16-A800-17DB01E38647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924980" y="6086168"/>
                  <a:ext cx="932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F702695-295A-D996-2DAF-7209B878D738}"/>
                    </a:ext>
                  </a:extLst>
                </p14:cNvPr>
                <p14:cNvContentPartPr/>
                <p14:nvPr/>
              </p14:nvContentPartPr>
              <p14:xfrm>
                <a:off x="5049900" y="6128648"/>
                <a:ext cx="128520" cy="475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F702695-295A-D996-2DAF-7209B878D73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040900" y="6119648"/>
                  <a:ext cx="1461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FAC00B2-1637-60FD-FFAF-33C15B684736}"/>
                    </a:ext>
                  </a:extLst>
                </p14:cNvPr>
                <p14:cNvContentPartPr/>
                <p14:nvPr/>
              </p14:nvContentPartPr>
              <p14:xfrm>
                <a:off x="5149260" y="6080048"/>
                <a:ext cx="206640" cy="1008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FAC00B2-1637-60FD-FFAF-33C15B68473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140260" y="6071048"/>
                  <a:ext cx="2242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D7BAE45-16D2-B2FB-6374-6293E151CE07}"/>
                    </a:ext>
                  </a:extLst>
                </p14:cNvPr>
                <p14:cNvContentPartPr/>
                <p14:nvPr/>
              </p14:nvContentPartPr>
              <p14:xfrm>
                <a:off x="5398020" y="5979968"/>
                <a:ext cx="48240" cy="1659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D7BAE45-16D2-B2FB-6374-6293E151CE07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389020" y="5970968"/>
                  <a:ext cx="658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38ADDFB-BC30-94F1-9452-6EB83D2BB4DB}"/>
                    </a:ext>
                  </a:extLst>
                </p14:cNvPr>
                <p14:cNvContentPartPr/>
                <p14:nvPr/>
              </p14:nvContentPartPr>
              <p14:xfrm>
                <a:off x="5380380" y="6054488"/>
                <a:ext cx="95760" cy="90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38ADDFB-BC30-94F1-9452-6EB83D2BB4D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371740" y="6045488"/>
                  <a:ext cx="1134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437B22A-3148-C23B-9181-3949D9C381F3}"/>
                    </a:ext>
                  </a:extLst>
                </p14:cNvPr>
                <p14:cNvContentPartPr/>
                <p14:nvPr/>
              </p14:nvContentPartPr>
              <p14:xfrm>
                <a:off x="5532300" y="6015968"/>
                <a:ext cx="57960" cy="1098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437B22A-3148-C23B-9181-3949D9C381F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523300" y="6006968"/>
                  <a:ext cx="756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7E4EA77-B318-0530-CF0D-BADA27EBE08C}"/>
                    </a:ext>
                  </a:extLst>
                </p14:cNvPr>
                <p14:cNvContentPartPr/>
                <p14:nvPr/>
              </p14:nvContentPartPr>
              <p14:xfrm>
                <a:off x="5652540" y="6078608"/>
                <a:ext cx="69480" cy="471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7E4EA77-B318-0530-CF0D-BADA27EBE08C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643540" y="6069608"/>
                  <a:ext cx="871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96655D4-4AB5-9ACA-0764-7746B1CB09D0}"/>
                    </a:ext>
                  </a:extLst>
                </p14:cNvPr>
                <p14:cNvContentPartPr/>
                <p14:nvPr/>
              </p14:nvContentPartPr>
              <p14:xfrm>
                <a:off x="5781060" y="6031808"/>
                <a:ext cx="69480" cy="885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96655D4-4AB5-9ACA-0764-7746B1CB09D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772420" y="6022808"/>
                  <a:ext cx="871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6A3ECFA-DF00-30B2-3679-9E09C346C181}"/>
                    </a:ext>
                  </a:extLst>
                </p14:cNvPr>
                <p14:cNvContentPartPr/>
                <p14:nvPr/>
              </p14:nvContentPartPr>
              <p14:xfrm>
                <a:off x="5823900" y="5870528"/>
                <a:ext cx="161280" cy="2494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6A3ECFA-DF00-30B2-3679-9E09C346C18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815260" y="5861888"/>
                  <a:ext cx="1789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053E85B-5FB8-F49B-D568-BAC76FAAC870}"/>
                    </a:ext>
                  </a:extLst>
                </p14:cNvPr>
                <p14:cNvContentPartPr/>
                <p14:nvPr/>
              </p14:nvContentPartPr>
              <p14:xfrm>
                <a:off x="5948460" y="5880968"/>
                <a:ext cx="11160" cy="280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053E85B-5FB8-F49B-D568-BAC76FAAC870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939820" y="5872328"/>
                  <a:ext cx="288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90605A3-48CF-4A56-8B08-866AD6A007CA}"/>
                    </a:ext>
                  </a:extLst>
                </p14:cNvPr>
                <p14:cNvContentPartPr/>
                <p14:nvPr/>
              </p14:nvContentPartPr>
              <p14:xfrm>
                <a:off x="6036300" y="6026048"/>
                <a:ext cx="255240" cy="792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90605A3-48CF-4A56-8B08-866AD6A007CA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027660" y="6017408"/>
                  <a:ext cx="2728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7F552DE-2A0C-F5FE-7BB2-486B2F1A0EB8}"/>
                    </a:ext>
                  </a:extLst>
                </p14:cNvPr>
                <p14:cNvContentPartPr/>
                <p14:nvPr/>
              </p14:nvContentPartPr>
              <p14:xfrm>
                <a:off x="6514740" y="5913728"/>
                <a:ext cx="244080" cy="3074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7F552DE-2A0C-F5FE-7BB2-486B2F1A0EB8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506100" y="5904728"/>
                  <a:ext cx="2617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6832CC5-E8DA-338C-85ED-848A4C61C4CC}"/>
                    </a:ext>
                  </a:extLst>
                </p14:cNvPr>
                <p14:cNvContentPartPr/>
                <p14:nvPr/>
              </p14:nvContentPartPr>
              <p14:xfrm>
                <a:off x="6691500" y="5969528"/>
                <a:ext cx="6480" cy="3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6832CC5-E8DA-338C-85ED-848A4C61C4CC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682860" y="5960528"/>
                  <a:ext cx="24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465F4F8-D97D-2956-3E55-23281D4904A3}"/>
                    </a:ext>
                  </a:extLst>
                </p14:cNvPr>
                <p14:cNvContentPartPr/>
                <p14:nvPr/>
              </p14:nvContentPartPr>
              <p14:xfrm>
                <a:off x="6795540" y="5899328"/>
                <a:ext cx="131040" cy="2214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465F4F8-D97D-2956-3E55-23281D4904A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786540" y="5890328"/>
                  <a:ext cx="1486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F261813-CDB0-48CC-9C61-DBEBA5AD39D7}"/>
                    </a:ext>
                  </a:extLst>
                </p14:cNvPr>
                <p14:cNvContentPartPr/>
                <p14:nvPr/>
              </p14:nvContentPartPr>
              <p14:xfrm>
                <a:off x="6915060" y="5886368"/>
                <a:ext cx="357480" cy="2372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F261813-CDB0-48CC-9C61-DBEBA5AD39D7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906060" y="5877368"/>
                  <a:ext cx="375120" cy="2548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Nyquist-Shannon: the no-overlap condition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Ω_M be the largest analog frequency with nonzero spectrum.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41248" y="1271016"/>
            <a:ext cx="4718304" cy="978408"/>
          </a:xfrm>
          <a:prstGeom prst="roundRect">
            <a:avLst>
              <a:gd name="adj" fmla="val 4673"/>
            </a:avLst>
          </a:prstGeom>
          <a:solidFill>
            <a:srgbClr val="E8F7F7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9993" y="1325880"/>
            <a:ext cx="3120813" cy="86868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7177" y="2423160"/>
            <a:ext cx="2586446" cy="822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0" y="1325880"/>
            <a:ext cx="54864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condition holds, one spectral replica can be isolated by an ideal low-pass filter.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exact equality, idealized edge cases require care; practical systems use transition bands and margin.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“Nyquist frequency” f_s/2 is a property of the sample rate; the “Nyquist rate” 2f_M is a property of the signal bandwidth.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880AC91-9A17-533E-C05E-E047E2BF3583}"/>
              </a:ext>
            </a:extLst>
          </p:cNvPr>
          <p:cNvGrpSpPr/>
          <p:nvPr/>
        </p:nvGrpSpPr>
        <p:grpSpPr>
          <a:xfrm>
            <a:off x="5440860" y="3653288"/>
            <a:ext cx="5225760" cy="1297800"/>
            <a:chOff x="5440860" y="3653288"/>
            <a:chExt cx="5225760" cy="129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A85A65A-2C80-12FE-0263-45899B1FE585}"/>
                    </a:ext>
                  </a:extLst>
                </p14:cNvPr>
                <p14:cNvContentPartPr/>
                <p14:nvPr/>
              </p14:nvContentPartPr>
              <p14:xfrm>
                <a:off x="8093700" y="3653288"/>
                <a:ext cx="42480" cy="1297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A85A65A-2C80-12FE-0263-45899B1FE58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085060" y="3644288"/>
                  <a:ext cx="60120" cy="13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D61E257-C6BD-4A52-6A59-F780C4084FA9}"/>
                    </a:ext>
                  </a:extLst>
                </p14:cNvPr>
                <p14:cNvContentPartPr/>
                <p14:nvPr/>
              </p14:nvContentPartPr>
              <p14:xfrm>
                <a:off x="5440860" y="4613048"/>
                <a:ext cx="5225760" cy="83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D61E257-C6BD-4A52-6A59-F780C4084FA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431860" y="4604408"/>
                  <a:ext cx="5243400" cy="10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3EBAC1F-7405-1AFD-A57A-4641591667A4}"/>
                  </a:ext>
                </a:extLst>
              </p14:cNvPr>
              <p14:cNvContentPartPr/>
              <p14:nvPr/>
            </p14:nvContentPartPr>
            <p14:xfrm>
              <a:off x="8115300" y="3890528"/>
              <a:ext cx="455400" cy="7552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3EBAC1F-7405-1AFD-A57A-4641591667A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106300" y="3881528"/>
                <a:ext cx="473040" cy="77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738525E-01EA-AE60-725F-2D23BC4E3577}"/>
                  </a:ext>
                </a:extLst>
              </p14:cNvPr>
              <p14:cNvContentPartPr/>
              <p14:nvPr/>
            </p14:nvContentPartPr>
            <p14:xfrm>
              <a:off x="7762140" y="3886208"/>
              <a:ext cx="389520" cy="7736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738525E-01EA-AE60-725F-2D23BC4E357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753500" y="3877208"/>
                <a:ext cx="407160" cy="79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B1C14C1-B25C-9CD3-FAE7-949DC1338FEF}"/>
                  </a:ext>
                </a:extLst>
              </p14:cNvPr>
              <p14:cNvContentPartPr/>
              <p14:nvPr/>
            </p14:nvContentPartPr>
            <p14:xfrm>
              <a:off x="8920620" y="3879728"/>
              <a:ext cx="170640" cy="7333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B1C14C1-B25C-9CD3-FAE7-949DC1338FE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911620" y="3871088"/>
                <a:ext cx="188280" cy="75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1999DEA-7863-B69D-8FE8-8019C8A2A340}"/>
                  </a:ext>
                </a:extLst>
              </p14:cNvPr>
              <p14:cNvContentPartPr/>
              <p14:nvPr/>
            </p14:nvContentPartPr>
            <p14:xfrm>
              <a:off x="9086580" y="3875768"/>
              <a:ext cx="559080" cy="7192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1999DEA-7863-B69D-8FE8-8019C8A2A34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077940" y="3866768"/>
                <a:ext cx="576720" cy="73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19E343C-D68F-3AC3-4A9F-00038BCA142B}"/>
                  </a:ext>
                </a:extLst>
              </p14:cNvPr>
              <p14:cNvContentPartPr/>
              <p14:nvPr/>
            </p14:nvContentPartPr>
            <p14:xfrm>
              <a:off x="9912780" y="3905648"/>
              <a:ext cx="170640" cy="7498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19E343C-D68F-3AC3-4A9F-00038BCA142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903780" y="3897008"/>
                <a:ext cx="188280" cy="76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89C0D13-B9E7-B4FD-B95C-59F69793130E}"/>
                  </a:ext>
                </a:extLst>
              </p14:cNvPr>
              <p14:cNvContentPartPr/>
              <p14:nvPr/>
            </p14:nvContentPartPr>
            <p14:xfrm>
              <a:off x="10084140" y="3891608"/>
              <a:ext cx="565200" cy="7419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89C0D13-B9E7-B4FD-B95C-59F69793130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075500" y="3882608"/>
                <a:ext cx="582840" cy="75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C91D635-C9F0-9998-B86C-CB7106A8EF97}"/>
                  </a:ext>
                </a:extLst>
              </p14:cNvPr>
              <p14:cNvContentPartPr/>
              <p14:nvPr/>
            </p14:nvContentPartPr>
            <p14:xfrm>
              <a:off x="9228780" y="4620608"/>
              <a:ext cx="18720" cy="1206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C91D635-C9F0-9998-B86C-CB7106A8EF9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220140" y="4611608"/>
                <a:ext cx="3636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49426AA-62ED-5FDE-34B7-C0331064DED8}"/>
                  </a:ext>
                </a:extLst>
              </p14:cNvPr>
              <p14:cNvContentPartPr/>
              <p14:nvPr/>
            </p14:nvContentPartPr>
            <p14:xfrm>
              <a:off x="9148860" y="4830128"/>
              <a:ext cx="213120" cy="1162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49426AA-62ED-5FDE-34B7-C0331064DED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140220" y="4821128"/>
                <a:ext cx="23076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9D7F92F-347E-0869-81DE-12D8ED45ED4E}"/>
                  </a:ext>
                </a:extLst>
              </p14:cNvPr>
              <p14:cNvContentPartPr/>
              <p14:nvPr/>
            </p14:nvContentPartPr>
            <p14:xfrm>
              <a:off x="9377820" y="4939208"/>
              <a:ext cx="67680" cy="1173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9D7F92F-347E-0869-81DE-12D8ED45ED4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369180" y="4930208"/>
                <a:ext cx="8532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760C6CB-E432-D6B9-2FEF-5941853FBBB1}"/>
                  </a:ext>
                </a:extLst>
              </p14:cNvPr>
              <p14:cNvContentPartPr/>
              <p14:nvPr/>
            </p14:nvContentPartPr>
            <p14:xfrm>
              <a:off x="10255500" y="4614128"/>
              <a:ext cx="11160" cy="1134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760C6CB-E432-D6B9-2FEF-5941853FBBB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246860" y="4605128"/>
                <a:ext cx="2880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3174553-D193-8161-E380-1A7D50FADB9D}"/>
                  </a:ext>
                </a:extLst>
              </p14:cNvPr>
              <p14:cNvContentPartPr/>
              <p14:nvPr/>
            </p14:nvContentPartPr>
            <p14:xfrm>
              <a:off x="10094580" y="4879448"/>
              <a:ext cx="129600" cy="1191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3174553-D193-8161-E380-1A7D50FADB9D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085940" y="4870448"/>
                <a:ext cx="14724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70C58C14-2EF5-69C4-7E9A-1323F59EEA48}"/>
                  </a:ext>
                </a:extLst>
              </p14:cNvPr>
              <p14:cNvContentPartPr/>
              <p14:nvPr/>
            </p14:nvContentPartPr>
            <p14:xfrm>
              <a:off x="10318140" y="4857488"/>
              <a:ext cx="197280" cy="1306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70C58C14-2EF5-69C4-7E9A-1323F59EEA4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309140" y="4848848"/>
                <a:ext cx="21492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E2CED85-51BC-E656-BCA9-16DA000C38EC}"/>
                  </a:ext>
                </a:extLst>
              </p14:cNvPr>
              <p14:cNvContentPartPr/>
              <p14:nvPr/>
            </p14:nvContentPartPr>
            <p14:xfrm>
              <a:off x="10522620" y="4951088"/>
              <a:ext cx="76320" cy="993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E2CED85-51BC-E656-BCA9-16DA000C38EC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513980" y="4942088"/>
                <a:ext cx="9396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76C0676-6654-3073-475F-1B04B147E2BC}"/>
                  </a:ext>
                </a:extLst>
              </p14:cNvPr>
              <p14:cNvContentPartPr/>
              <p14:nvPr/>
            </p14:nvContentPartPr>
            <p14:xfrm>
              <a:off x="10639980" y="4594688"/>
              <a:ext cx="289800" cy="1198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76C0676-6654-3073-475F-1B04B147E2B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631340" y="4585688"/>
                <a:ext cx="30744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F6C2EEAB-118A-0AD6-5C8D-D141B6BF5F5A}"/>
                  </a:ext>
                </a:extLst>
              </p14:cNvPr>
              <p14:cNvContentPartPr/>
              <p14:nvPr/>
            </p14:nvContentPartPr>
            <p14:xfrm>
              <a:off x="11097180" y="4550048"/>
              <a:ext cx="296280" cy="1519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F6C2EEAB-118A-0AD6-5C8D-D141B6BF5F5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1088540" y="4541408"/>
                <a:ext cx="31392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F1B3AD6-6AD1-4050-C0CC-F38D55788D65}"/>
                  </a:ext>
                </a:extLst>
              </p14:cNvPr>
              <p14:cNvContentPartPr/>
              <p14:nvPr/>
            </p14:nvContentPartPr>
            <p14:xfrm>
              <a:off x="8053020" y="4989608"/>
              <a:ext cx="192240" cy="1080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F1B3AD6-6AD1-4050-C0CC-F38D55788D6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044380" y="4980968"/>
                <a:ext cx="209880" cy="12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85A4D11B-4B01-C310-62D4-53929B3ED106}"/>
              </a:ext>
            </a:extLst>
          </p:cNvPr>
          <p:cNvGrpSpPr/>
          <p:nvPr/>
        </p:nvGrpSpPr>
        <p:grpSpPr>
          <a:xfrm>
            <a:off x="5763420" y="3875768"/>
            <a:ext cx="1848960" cy="1158120"/>
            <a:chOff x="5763420" y="3875768"/>
            <a:chExt cx="1848960" cy="115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8EF87A9-9214-1D1D-114E-79F287023993}"/>
                    </a:ext>
                  </a:extLst>
                </p14:cNvPr>
                <p14:cNvContentPartPr/>
                <p14:nvPr/>
              </p14:nvContentPartPr>
              <p14:xfrm>
                <a:off x="7129980" y="3913928"/>
                <a:ext cx="482400" cy="741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8EF87A9-9214-1D1D-114E-79F28702399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121340" y="3904928"/>
                  <a:ext cx="500040" cy="75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F2F3432-0F69-8950-CCCA-70A569706F18}"/>
                    </a:ext>
                  </a:extLst>
                </p14:cNvPr>
                <p14:cNvContentPartPr/>
                <p14:nvPr/>
              </p14:nvContentPartPr>
              <p14:xfrm>
                <a:off x="6716700" y="3875768"/>
                <a:ext cx="345600" cy="814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F2F3432-0F69-8950-CCCA-70A569706F1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708060" y="3866768"/>
                  <a:ext cx="363240" cy="83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DF699B3-6E1C-5F4C-E29F-B53CA5D84CA3}"/>
                    </a:ext>
                  </a:extLst>
                </p14:cNvPr>
                <p14:cNvContentPartPr/>
                <p14:nvPr/>
              </p14:nvContentPartPr>
              <p14:xfrm>
                <a:off x="6163380" y="3885848"/>
                <a:ext cx="440280" cy="788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DF699B3-6E1C-5F4C-E29F-B53CA5D84CA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154740" y="3876848"/>
                  <a:ext cx="457920" cy="80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3CB79AE-9F8A-22F3-E5C4-DEF914CEC6CF}"/>
                    </a:ext>
                  </a:extLst>
                </p14:cNvPr>
                <p14:cNvContentPartPr/>
                <p14:nvPr/>
              </p14:nvContentPartPr>
              <p14:xfrm>
                <a:off x="5763420" y="3923648"/>
                <a:ext cx="356400" cy="738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3CB79AE-9F8A-22F3-E5C4-DEF914CEC6C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754780" y="3915008"/>
                  <a:ext cx="374040" cy="75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FD6904A-FFE0-1B82-778E-F4270B68C815}"/>
                    </a:ext>
                  </a:extLst>
                </p14:cNvPr>
                <p14:cNvContentPartPr/>
                <p14:nvPr/>
              </p14:nvContentPartPr>
              <p14:xfrm>
                <a:off x="7107660" y="4581008"/>
                <a:ext cx="25920" cy="110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FD6904A-FFE0-1B82-778E-F4270B68C81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099020" y="4572008"/>
                  <a:ext cx="435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D4CF383-AA28-F315-955C-67B3FFFDC7F0}"/>
                    </a:ext>
                  </a:extLst>
                </p14:cNvPr>
                <p14:cNvContentPartPr/>
                <p14:nvPr/>
              </p14:nvContentPartPr>
              <p14:xfrm>
                <a:off x="6905700" y="4925168"/>
                <a:ext cx="77040" cy="2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D4CF383-AA28-F315-955C-67B3FFFDC7F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897060" y="4916168"/>
                  <a:ext cx="946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CCAB830-A027-390E-7993-5794D6A0002A}"/>
                    </a:ext>
                  </a:extLst>
                </p14:cNvPr>
                <p14:cNvContentPartPr/>
                <p14:nvPr/>
              </p14:nvContentPartPr>
              <p14:xfrm>
                <a:off x="7048260" y="4866488"/>
                <a:ext cx="133920" cy="121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CCAB830-A027-390E-7993-5794D6A0002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039620" y="4857848"/>
                  <a:ext cx="1515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1E43C51-DCDC-681A-64EF-C8FCB8065D83}"/>
                    </a:ext>
                  </a:extLst>
                </p14:cNvPr>
                <p14:cNvContentPartPr/>
                <p14:nvPr/>
              </p14:nvContentPartPr>
              <p14:xfrm>
                <a:off x="6957180" y="4901408"/>
                <a:ext cx="95400" cy="73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1E43C51-DCDC-681A-64EF-C8FCB8065D8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948180" y="4892408"/>
                  <a:ext cx="1130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76F2839-C960-3EE4-4335-143696F2CC5E}"/>
                    </a:ext>
                  </a:extLst>
                </p14:cNvPr>
                <p14:cNvContentPartPr/>
                <p14:nvPr/>
              </p14:nvContentPartPr>
              <p14:xfrm>
                <a:off x="7239420" y="4947488"/>
                <a:ext cx="41040" cy="86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76F2839-C960-3EE4-4335-143696F2CC5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230780" y="4938848"/>
                  <a:ext cx="586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AF31CBE-CB93-582D-FC4B-BF5642773707}"/>
                    </a:ext>
                  </a:extLst>
                </p14:cNvPr>
                <p14:cNvContentPartPr/>
                <p14:nvPr/>
              </p14:nvContentPartPr>
              <p14:xfrm>
                <a:off x="5922540" y="4903928"/>
                <a:ext cx="83880" cy="11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AF31CBE-CB93-582D-FC4B-BF564277370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913540" y="4895288"/>
                  <a:ext cx="101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1B0C795-088D-195F-1E78-1F2EB9A7B165}"/>
                    </a:ext>
                  </a:extLst>
                </p14:cNvPr>
                <p14:cNvContentPartPr/>
                <p14:nvPr/>
              </p14:nvContentPartPr>
              <p14:xfrm>
                <a:off x="6031620" y="4831208"/>
                <a:ext cx="103680" cy="132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1B0C795-088D-195F-1E78-1F2EB9A7B16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022980" y="4822208"/>
                  <a:ext cx="1213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F15CB1B-FA37-CEB9-FD9C-9B3765BE66D7}"/>
                    </a:ext>
                  </a:extLst>
                </p14:cNvPr>
                <p14:cNvContentPartPr/>
                <p14:nvPr/>
              </p14:nvContentPartPr>
              <p14:xfrm>
                <a:off x="6156540" y="4835888"/>
                <a:ext cx="203400" cy="136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F15CB1B-FA37-CEB9-FD9C-9B3765BE66D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147540" y="4826888"/>
                  <a:ext cx="2210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C1B996D-CEB0-9915-1F88-C7C7CD3C96C5}"/>
                    </a:ext>
                  </a:extLst>
                </p14:cNvPr>
                <p14:cNvContentPartPr/>
                <p14:nvPr/>
              </p14:nvContentPartPr>
              <p14:xfrm>
                <a:off x="6349140" y="4914728"/>
                <a:ext cx="87840" cy="1188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C1B996D-CEB0-9915-1F88-C7C7CD3C96C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340500" y="4905728"/>
                  <a:ext cx="10548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4FD8907-2F5A-EFED-E02B-D84A6AA50D68}"/>
              </a:ext>
            </a:extLst>
          </p:cNvPr>
          <p:cNvGrpSpPr/>
          <p:nvPr/>
        </p:nvGrpSpPr>
        <p:grpSpPr>
          <a:xfrm>
            <a:off x="7522740" y="4591088"/>
            <a:ext cx="506880" cy="687960"/>
            <a:chOff x="7522740" y="4591088"/>
            <a:chExt cx="506880" cy="68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8A4DBE7-1416-4B69-9560-09412D0BD981}"/>
                    </a:ext>
                  </a:extLst>
                </p14:cNvPr>
                <p14:cNvContentPartPr/>
                <p14:nvPr/>
              </p14:nvContentPartPr>
              <p14:xfrm>
                <a:off x="7740540" y="4591088"/>
                <a:ext cx="27360" cy="115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8A4DBE7-1416-4B69-9560-09412D0BD98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731900" y="4582448"/>
                  <a:ext cx="450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79673D2-9EB6-6516-FDB2-A64C7DAAC62F}"/>
                    </a:ext>
                  </a:extLst>
                </p14:cNvPr>
                <p14:cNvContentPartPr/>
                <p14:nvPr/>
              </p14:nvContentPartPr>
              <p14:xfrm>
                <a:off x="7704900" y="4817888"/>
                <a:ext cx="25920" cy="152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79673D2-9EB6-6516-FDB2-A64C7DAAC62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696260" y="4809248"/>
                  <a:ext cx="435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B001CAB-6206-FA93-C620-81043CFE9DAA}"/>
                    </a:ext>
                  </a:extLst>
                </p14:cNvPr>
                <p14:cNvContentPartPr/>
                <p14:nvPr/>
              </p14:nvContentPartPr>
              <p14:xfrm>
                <a:off x="7522740" y="5138288"/>
                <a:ext cx="78480" cy="15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B001CAB-6206-FA93-C620-81043CFE9DA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513740" y="5129288"/>
                  <a:ext cx="961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F99343B-3BD5-F278-D7B0-BFEE98F62312}"/>
                    </a:ext>
                  </a:extLst>
                </p14:cNvPr>
                <p14:cNvContentPartPr/>
                <p14:nvPr/>
              </p14:nvContentPartPr>
              <p14:xfrm>
                <a:off x="7667820" y="5056928"/>
                <a:ext cx="145440" cy="1231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F99343B-3BD5-F278-D7B0-BFEE98F6231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659180" y="5048288"/>
                  <a:ext cx="1630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2EAB2E1-ED3D-07BF-CE0D-830A462D839A}"/>
                    </a:ext>
                  </a:extLst>
                </p14:cNvPr>
                <p14:cNvContentPartPr/>
                <p14:nvPr/>
              </p14:nvContentPartPr>
              <p14:xfrm>
                <a:off x="7876260" y="5164208"/>
                <a:ext cx="153360" cy="114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2EAB2E1-ED3D-07BF-CE0D-830A462D839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867260" y="5155208"/>
                  <a:ext cx="171000" cy="13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906B712-FC28-DF2C-9CFC-A3B729871394}"/>
                  </a:ext>
                </a:extLst>
              </p14:cNvPr>
              <p14:cNvContentPartPr/>
              <p14:nvPr/>
            </p14:nvContentPartPr>
            <p14:xfrm>
              <a:off x="8591940" y="4588208"/>
              <a:ext cx="17280" cy="1342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906B712-FC28-DF2C-9CFC-A3B729871394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8583300" y="4579208"/>
                <a:ext cx="3492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57CD29A-4226-F88F-8710-D3A065040226}"/>
                  </a:ext>
                </a:extLst>
              </p14:cNvPr>
              <p14:cNvContentPartPr/>
              <p14:nvPr/>
            </p14:nvContentPartPr>
            <p14:xfrm>
              <a:off x="8431020" y="4804208"/>
              <a:ext cx="167400" cy="16020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57CD29A-4226-F88F-8710-D3A065040226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8422020" y="4795208"/>
                <a:ext cx="18504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24331E2-4C6B-3D4E-8BD8-155D62DCE132}"/>
                  </a:ext>
                </a:extLst>
              </p14:cNvPr>
              <p14:cNvContentPartPr/>
              <p14:nvPr/>
            </p14:nvContentPartPr>
            <p14:xfrm>
              <a:off x="8659980" y="4941368"/>
              <a:ext cx="136080" cy="1087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24331E2-4C6B-3D4E-8BD8-155D62DCE132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8651340" y="4932368"/>
                <a:ext cx="15372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CABEA770-805E-8241-0E3A-DA2A0CFCE7CF}"/>
                  </a:ext>
                </a:extLst>
              </p14:cNvPr>
              <p14:cNvContentPartPr/>
              <p14:nvPr/>
            </p14:nvContentPartPr>
            <p14:xfrm>
              <a:off x="8396460" y="4926968"/>
              <a:ext cx="44640" cy="165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CABEA770-805E-8241-0E3A-DA2A0CFCE7CF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8387820" y="4918328"/>
                <a:ext cx="62280" cy="3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B756BD51-4D64-9423-6CB7-3FDC207D11AC}"/>
              </a:ext>
            </a:extLst>
          </p:cNvPr>
          <p:cNvGrpSpPr/>
          <p:nvPr/>
        </p:nvGrpSpPr>
        <p:grpSpPr>
          <a:xfrm>
            <a:off x="8885700" y="4713128"/>
            <a:ext cx="1283760" cy="878040"/>
            <a:chOff x="8885700" y="4713128"/>
            <a:chExt cx="1283760" cy="87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630E49C-C742-3FE2-3DE6-57E12087DE8B}"/>
                    </a:ext>
                  </a:extLst>
                </p14:cNvPr>
                <p14:cNvContentPartPr/>
                <p14:nvPr/>
              </p14:nvContentPartPr>
              <p14:xfrm>
                <a:off x="8910180" y="4727528"/>
                <a:ext cx="133920" cy="527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630E49C-C742-3FE2-3DE6-57E12087DE8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901180" y="4718888"/>
                  <a:ext cx="15156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B8AFB16-4DF6-96BC-9120-8297767720F2}"/>
                    </a:ext>
                  </a:extLst>
                </p14:cNvPr>
                <p14:cNvContentPartPr/>
                <p14:nvPr/>
              </p14:nvContentPartPr>
              <p14:xfrm>
                <a:off x="8885700" y="4713128"/>
                <a:ext cx="86400" cy="76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B8AFB16-4DF6-96BC-9120-8297767720F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877060" y="4704488"/>
                  <a:ext cx="1040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D68070E-1A9A-8562-43A1-CACB6B455C70}"/>
                    </a:ext>
                  </a:extLst>
                </p14:cNvPr>
                <p14:cNvContentPartPr/>
                <p14:nvPr/>
              </p14:nvContentPartPr>
              <p14:xfrm>
                <a:off x="8998380" y="5377328"/>
                <a:ext cx="262800" cy="161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D68070E-1A9A-8562-43A1-CACB6B455C7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989380" y="5368688"/>
                  <a:ext cx="2804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A0CB12F-E7AD-CE6D-55B8-D2F6945A8DC9}"/>
                    </a:ext>
                  </a:extLst>
                </p14:cNvPr>
                <p14:cNvContentPartPr/>
                <p14:nvPr/>
              </p14:nvContentPartPr>
              <p14:xfrm>
                <a:off x="9295740" y="5481008"/>
                <a:ext cx="89280" cy="110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A0CB12F-E7AD-CE6D-55B8-D2F6945A8DC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287100" y="5472008"/>
                  <a:ext cx="1069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981277A-5D72-490B-CC7F-84D867B02FA6}"/>
                    </a:ext>
                  </a:extLst>
                </p14:cNvPr>
                <p14:cNvContentPartPr/>
                <p14:nvPr/>
              </p14:nvContentPartPr>
              <p14:xfrm>
                <a:off x="9461340" y="5450048"/>
                <a:ext cx="104760" cy="100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981277A-5D72-490B-CC7F-84D867B02FA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452340" y="5441048"/>
                  <a:ext cx="1224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0F01AC6-1E05-FE5A-560D-607EC7B605A9}"/>
                    </a:ext>
                  </a:extLst>
                </p14:cNvPr>
                <p14:cNvContentPartPr/>
                <p14:nvPr/>
              </p14:nvContentPartPr>
              <p14:xfrm>
                <a:off x="9663300" y="5346728"/>
                <a:ext cx="231480" cy="1555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0F01AC6-1E05-FE5A-560D-607EC7B605A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654660" y="5338088"/>
                  <a:ext cx="2491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179DB9B-B36C-CB19-35D7-0D892240741A}"/>
                    </a:ext>
                  </a:extLst>
                </p14:cNvPr>
                <p14:cNvContentPartPr/>
                <p14:nvPr/>
              </p14:nvContentPartPr>
              <p14:xfrm>
                <a:off x="9941580" y="5440328"/>
                <a:ext cx="227880" cy="1357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179DB9B-B36C-CB19-35D7-0D892240741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932940" y="5431328"/>
                  <a:ext cx="24552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37AEADB-0440-FC2E-7444-DC34AB91B57E}"/>
              </a:ext>
            </a:extLst>
          </p:cNvPr>
          <p:cNvGrpSpPr/>
          <p:nvPr/>
        </p:nvGrpSpPr>
        <p:grpSpPr>
          <a:xfrm>
            <a:off x="737460" y="4118408"/>
            <a:ext cx="461160" cy="213480"/>
            <a:chOff x="737460" y="4118408"/>
            <a:chExt cx="461160" cy="21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2C41F9A-D06B-691D-2BD6-7EBA9C814B6A}"/>
                    </a:ext>
                  </a:extLst>
                </p14:cNvPr>
                <p14:cNvContentPartPr/>
                <p14:nvPr/>
              </p14:nvContentPartPr>
              <p14:xfrm>
                <a:off x="768780" y="4151168"/>
                <a:ext cx="73080" cy="1807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2C41F9A-D06B-691D-2BD6-7EBA9C814B6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59780" y="4142168"/>
                  <a:ext cx="907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19C6410-33AA-C11E-222B-C931B2934E87}"/>
                    </a:ext>
                  </a:extLst>
                </p14:cNvPr>
                <p14:cNvContentPartPr/>
                <p14:nvPr/>
              </p14:nvContentPartPr>
              <p14:xfrm>
                <a:off x="737460" y="4118408"/>
                <a:ext cx="141840" cy="38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19C6410-33AA-C11E-222B-C931B2934E8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28820" y="4109408"/>
                  <a:ext cx="1594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D43AE91-00F7-154E-7926-E3AEF2384ACD}"/>
                    </a:ext>
                  </a:extLst>
                </p14:cNvPr>
                <p14:cNvContentPartPr/>
                <p14:nvPr/>
              </p14:nvContentPartPr>
              <p14:xfrm>
                <a:off x="784260" y="4200488"/>
                <a:ext cx="83160" cy="234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D43AE91-00F7-154E-7926-E3AEF2384AC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75620" y="4191848"/>
                  <a:ext cx="1008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73069F3-2A2C-7E6E-24CB-CFFC429B861E}"/>
                    </a:ext>
                  </a:extLst>
                </p14:cNvPr>
                <p14:cNvContentPartPr/>
                <p14:nvPr/>
              </p14:nvContentPartPr>
              <p14:xfrm>
                <a:off x="950580" y="4228928"/>
                <a:ext cx="95400" cy="579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73069F3-2A2C-7E6E-24CB-CFFC429B861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41940" y="4219928"/>
                  <a:ext cx="1130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7800027-7C22-634A-3A00-8EAD246D4863}"/>
                    </a:ext>
                  </a:extLst>
                </p14:cNvPr>
                <p14:cNvContentPartPr/>
                <p14:nvPr/>
              </p14:nvContentPartPr>
              <p14:xfrm>
                <a:off x="1101420" y="4181408"/>
                <a:ext cx="97200" cy="900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7800027-7C22-634A-3A00-8EAD246D486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92420" y="4172768"/>
                  <a:ext cx="11484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2A7C5A0-F4FD-4CA9-D26C-E6695C12AF60}"/>
              </a:ext>
            </a:extLst>
          </p:cNvPr>
          <p:cNvGrpSpPr/>
          <p:nvPr/>
        </p:nvGrpSpPr>
        <p:grpSpPr>
          <a:xfrm>
            <a:off x="1454580" y="4183208"/>
            <a:ext cx="346680" cy="84240"/>
            <a:chOff x="1454580" y="4183208"/>
            <a:chExt cx="346680" cy="8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83CF0C0-7C7F-CBC6-6244-5885DB4527AC}"/>
                    </a:ext>
                  </a:extLst>
                </p14:cNvPr>
                <p14:cNvContentPartPr/>
                <p14:nvPr/>
              </p14:nvContentPartPr>
              <p14:xfrm>
                <a:off x="1454580" y="4187528"/>
                <a:ext cx="174600" cy="799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83CF0C0-7C7F-CBC6-6244-5885DB4527A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445580" y="4178528"/>
                  <a:ext cx="1922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2C9D992-2515-C534-DD88-6176765A07CD}"/>
                    </a:ext>
                  </a:extLst>
                </p14:cNvPr>
                <p14:cNvContentPartPr/>
                <p14:nvPr/>
              </p14:nvContentPartPr>
              <p14:xfrm>
                <a:off x="1692180" y="4183208"/>
                <a:ext cx="109080" cy="82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2C9D992-2515-C534-DD88-6176765A07C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683540" y="4174208"/>
                  <a:ext cx="12672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1679A10-B9E0-8BEC-8EA7-4AD4461D1214}"/>
              </a:ext>
            </a:extLst>
          </p:cNvPr>
          <p:cNvGrpSpPr/>
          <p:nvPr/>
        </p:nvGrpSpPr>
        <p:grpSpPr>
          <a:xfrm>
            <a:off x="2005740" y="3970088"/>
            <a:ext cx="1101960" cy="369360"/>
            <a:chOff x="2005740" y="3970088"/>
            <a:chExt cx="1101960" cy="36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C6905FE-B422-B87F-24DD-998FB5BBB13D}"/>
                    </a:ext>
                  </a:extLst>
                </p14:cNvPr>
                <p14:cNvContentPartPr/>
                <p14:nvPr/>
              </p14:nvContentPartPr>
              <p14:xfrm>
                <a:off x="2005740" y="4186448"/>
                <a:ext cx="120600" cy="802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C6905FE-B422-B87F-24DD-998FB5BBB13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996740" y="4177448"/>
                  <a:ext cx="1382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C55323A-2C4F-BB96-8A46-9DE8F17372C3}"/>
                    </a:ext>
                  </a:extLst>
                </p14:cNvPr>
                <p14:cNvContentPartPr/>
                <p14:nvPr/>
              </p14:nvContentPartPr>
              <p14:xfrm>
                <a:off x="2197620" y="4181408"/>
                <a:ext cx="104400" cy="892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C55323A-2C4F-BB96-8A46-9DE8F17372C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188620" y="4172408"/>
                  <a:ext cx="1220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720340B-4D02-01B9-A6BC-CF6E7CE15D29}"/>
                    </a:ext>
                  </a:extLst>
                </p14:cNvPr>
                <p14:cNvContentPartPr/>
                <p14:nvPr/>
              </p14:nvContentPartPr>
              <p14:xfrm>
                <a:off x="2356380" y="4159088"/>
                <a:ext cx="187920" cy="1072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720340B-4D02-01B9-A6BC-CF6E7CE15D2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347380" y="4150088"/>
                  <a:ext cx="2055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BDF6EC8-A622-7E1C-8A63-44E777DC7B3C}"/>
                    </a:ext>
                  </a:extLst>
                </p14:cNvPr>
                <p14:cNvContentPartPr/>
                <p14:nvPr/>
              </p14:nvContentPartPr>
              <p14:xfrm>
                <a:off x="2612700" y="3970088"/>
                <a:ext cx="176040" cy="300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BDF6EC8-A622-7E1C-8A63-44E777DC7B3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603700" y="3961448"/>
                  <a:ext cx="1936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0816B00-ED07-D3ED-EA90-0F7D683360B4}"/>
                    </a:ext>
                  </a:extLst>
                </p14:cNvPr>
                <p14:cNvContentPartPr/>
                <p14:nvPr/>
              </p14:nvContentPartPr>
              <p14:xfrm>
                <a:off x="2823300" y="4166648"/>
                <a:ext cx="115920" cy="900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0816B00-ED07-D3ED-EA90-0F7D683360B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814300" y="4157648"/>
                  <a:ext cx="1335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3D94007-7269-1A13-C7EC-76A424E74414}"/>
                    </a:ext>
                  </a:extLst>
                </p14:cNvPr>
                <p14:cNvContentPartPr/>
                <p14:nvPr/>
              </p14:nvContentPartPr>
              <p14:xfrm>
                <a:off x="3033540" y="4150088"/>
                <a:ext cx="74160" cy="189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3D94007-7269-1A13-C7EC-76A424E7441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024900" y="4141448"/>
                  <a:ext cx="91800" cy="20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0F6DC67-3ACF-23D7-FA96-E9EE6838E1FA}"/>
              </a:ext>
            </a:extLst>
          </p:cNvPr>
          <p:cNvGrpSpPr/>
          <p:nvPr/>
        </p:nvGrpSpPr>
        <p:grpSpPr>
          <a:xfrm>
            <a:off x="1137780" y="4534208"/>
            <a:ext cx="2440440" cy="308880"/>
            <a:chOff x="1137780" y="4534208"/>
            <a:chExt cx="2440440" cy="30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55DF6FC-DC27-5E14-53DB-BF6CA3B43D99}"/>
                    </a:ext>
                  </a:extLst>
                </p14:cNvPr>
                <p14:cNvContentPartPr/>
                <p14:nvPr/>
              </p14:nvContentPartPr>
              <p14:xfrm>
                <a:off x="1137780" y="4613768"/>
                <a:ext cx="239040" cy="135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55DF6FC-DC27-5E14-53DB-BF6CA3B43D9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28780" y="4605128"/>
                  <a:ext cx="2566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129930B-F135-C024-A71D-84E6829EAA63}"/>
                    </a:ext>
                  </a:extLst>
                </p14:cNvPr>
                <p14:cNvContentPartPr/>
                <p14:nvPr/>
              </p14:nvContentPartPr>
              <p14:xfrm>
                <a:off x="1450620" y="4737608"/>
                <a:ext cx="104040" cy="1054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129930B-F135-C024-A71D-84E6829EAA6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441620" y="4728968"/>
                  <a:ext cx="1216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92A3D63-B2AB-C385-6566-43905780A083}"/>
                    </a:ext>
                  </a:extLst>
                </p14:cNvPr>
                <p14:cNvContentPartPr/>
                <p14:nvPr/>
              </p14:nvContentPartPr>
              <p14:xfrm>
                <a:off x="1642860" y="4670648"/>
                <a:ext cx="144360" cy="176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92A3D63-B2AB-C385-6566-43905780A08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634220" y="4662008"/>
                  <a:ext cx="1620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A1799DE-A5E7-0ABC-3F9A-9C75EA396C55}"/>
                    </a:ext>
                  </a:extLst>
                </p14:cNvPr>
                <p14:cNvContentPartPr/>
                <p14:nvPr/>
              </p14:nvContentPartPr>
              <p14:xfrm>
                <a:off x="1823580" y="4577408"/>
                <a:ext cx="320400" cy="166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A1799DE-A5E7-0ABC-3F9A-9C75EA396C5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814580" y="4568408"/>
                  <a:ext cx="3380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39E040D-2D35-C6B2-3838-02E3F323883A}"/>
                    </a:ext>
                  </a:extLst>
                </p14:cNvPr>
                <p14:cNvContentPartPr/>
                <p14:nvPr/>
              </p14:nvContentPartPr>
              <p14:xfrm>
                <a:off x="2204100" y="4689728"/>
                <a:ext cx="165600" cy="1213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39E040D-2D35-C6B2-3838-02E3F323883A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195460" y="4681088"/>
                  <a:ext cx="1832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8F488E7-EB4B-8634-A569-402E51B0276B}"/>
                    </a:ext>
                  </a:extLst>
                </p14:cNvPr>
                <p14:cNvContentPartPr/>
                <p14:nvPr/>
              </p14:nvContentPartPr>
              <p14:xfrm>
                <a:off x="2482740" y="4537808"/>
                <a:ext cx="215280" cy="136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8F488E7-EB4B-8634-A569-402E51B0276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473740" y="4529168"/>
                  <a:ext cx="2329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D7C2181-58CB-7F0E-F43E-BEF9768B4764}"/>
                    </a:ext>
                  </a:extLst>
                </p14:cNvPr>
                <p14:cNvContentPartPr/>
                <p14:nvPr/>
              </p14:nvContentPartPr>
              <p14:xfrm>
                <a:off x="2909340" y="4534208"/>
                <a:ext cx="357120" cy="1836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D7C2181-58CB-7F0E-F43E-BEF9768B476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900340" y="4525568"/>
                  <a:ext cx="3747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3BAADC8-8E6D-4A57-9A3B-9B2A8F3BABDE}"/>
                    </a:ext>
                  </a:extLst>
                </p14:cNvPr>
                <p14:cNvContentPartPr/>
                <p14:nvPr/>
              </p14:nvContentPartPr>
              <p14:xfrm>
                <a:off x="3343860" y="4653008"/>
                <a:ext cx="234360" cy="1476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3BAADC8-8E6D-4A57-9A3B-9B2A8F3BABD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334860" y="4644008"/>
                  <a:ext cx="252000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CC13BF4-F71D-0E62-E460-9004670C0DA0}"/>
              </a:ext>
            </a:extLst>
          </p:cNvPr>
          <p:cNvGrpSpPr/>
          <p:nvPr/>
        </p:nvGrpSpPr>
        <p:grpSpPr>
          <a:xfrm>
            <a:off x="891180" y="5247368"/>
            <a:ext cx="375120" cy="179280"/>
            <a:chOff x="891180" y="5247368"/>
            <a:chExt cx="375120" cy="17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9AFB7AC-6541-C1D6-F07A-8BD26F593FF5}"/>
                    </a:ext>
                  </a:extLst>
                </p14:cNvPr>
                <p14:cNvContentPartPr/>
                <p14:nvPr/>
              </p14:nvContentPartPr>
              <p14:xfrm>
                <a:off x="891180" y="5351048"/>
                <a:ext cx="215640" cy="57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9AFB7AC-6541-C1D6-F07A-8BD26F593FF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82180" y="5342048"/>
                  <a:ext cx="233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A49F377-1A7B-7840-63E9-D477A0A6BADF}"/>
                    </a:ext>
                  </a:extLst>
                </p14:cNvPr>
                <p14:cNvContentPartPr/>
                <p14:nvPr/>
              </p14:nvContentPartPr>
              <p14:xfrm>
                <a:off x="893700" y="5300288"/>
                <a:ext cx="155880" cy="100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A49F377-1A7B-7840-63E9-D477A0A6BAD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85060" y="5291288"/>
                  <a:ext cx="1735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3D6AA3E-3121-5FB3-CE60-95585C0236E4}"/>
                    </a:ext>
                  </a:extLst>
                </p14:cNvPr>
                <p14:cNvContentPartPr/>
                <p14:nvPr/>
              </p14:nvContentPartPr>
              <p14:xfrm>
                <a:off x="1065060" y="5247368"/>
                <a:ext cx="201240" cy="1792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3D6AA3E-3121-5FB3-CE60-95585C0236E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56060" y="5238368"/>
                  <a:ext cx="218880" cy="19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2B5F1AC5-2137-EA19-4A12-09245CAC3E99}"/>
              </a:ext>
            </a:extLst>
          </p:cNvPr>
          <p:cNvGrpSpPr/>
          <p:nvPr/>
        </p:nvGrpSpPr>
        <p:grpSpPr>
          <a:xfrm>
            <a:off x="1579140" y="5183288"/>
            <a:ext cx="891000" cy="250920"/>
            <a:chOff x="1579140" y="5183288"/>
            <a:chExt cx="891000" cy="25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BA88685-CAC4-9112-FAE8-0B658B36F81D}"/>
                    </a:ext>
                  </a:extLst>
                </p14:cNvPr>
                <p14:cNvContentPartPr/>
                <p14:nvPr/>
              </p14:nvContentPartPr>
              <p14:xfrm>
                <a:off x="1579140" y="5183288"/>
                <a:ext cx="287640" cy="1994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BA88685-CAC4-9112-FAE8-0B658B36F81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570500" y="5174648"/>
                  <a:ext cx="3052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A119215-8F7D-1E98-F505-3F09EA287A2F}"/>
                    </a:ext>
                  </a:extLst>
                </p14:cNvPr>
                <p14:cNvContentPartPr/>
                <p14:nvPr/>
              </p14:nvContentPartPr>
              <p14:xfrm>
                <a:off x="1981980" y="5328368"/>
                <a:ext cx="82440" cy="1058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A119215-8F7D-1E98-F505-3F09EA287A2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972980" y="5319728"/>
                  <a:ext cx="1000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6B8D27C-338C-3841-E28E-8C4A8251907D}"/>
                    </a:ext>
                  </a:extLst>
                </p14:cNvPr>
                <p14:cNvContentPartPr/>
                <p14:nvPr/>
              </p14:nvContentPartPr>
              <p14:xfrm>
                <a:off x="2218140" y="5216048"/>
                <a:ext cx="252000" cy="1522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6B8D27C-338C-3841-E28E-8C4A8251907D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209500" y="5207408"/>
                  <a:ext cx="26964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567BCAC-30E0-E57E-F06E-5140B5702F8B}"/>
              </a:ext>
            </a:extLst>
          </p:cNvPr>
          <p:cNvGrpSpPr/>
          <p:nvPr/>
        </p:nvGrpSpPr>
        <p:grpSpPr>
          <a:xfrm>
            <a:off x="2576700" y="5132168"/>
            <a:ext cx="758880" cy="234720"/>
            <a:chOff x="2576700" y="5132168"/>
            <a:chExt cx="758880" cy="23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D6BB359-7FE7-CEEC-CAB0-D5D6D9A3BE27}"/>
                    </a:ext>
                  </a:extLst>
                </p14:cNvPr>
                <p14:cNvContentPartPr/>
                <p14:nvPr/>
              </p14:nvContentPartPr>
              <p14:xfrm>
                <a:off x="2576700" y="5144768"/>
                <a:ext cx="184320" cy="2073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D6BB359-7FE7-CEEC-CAB0-D5D6D9A3BE2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568060" y="5136128"/>
                  <a:ext cx="2019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38A2096-7945-1261-E905-F8F115779850}"/>
                    </a:ext>
                  </a:extLst>
                </p14:cNvPr>
                <p14:cNvContentPartPr/>
                <p14:nvPr/>
              </p14:nvContentPartPr>
              <p14:xfrm>
                <a:off x="2852100" y="5132168"/>
                <a:ext cx="249480" cy="2091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38A2096-7945-1261-E905-F8F115779850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843460" y="5123168"/>
                  <a:ext cx="2671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6C42D53-E8E6-CADA-0CDC-2BE54856CA00}"/>
                    </a:ext>
                  </a:extLst>
                </p14:cNvPr>
                <p14:cNvContentPartPr/>
                <p14:nvPr/>
              </p14:nvContentPartPr>
              <p14:xfrm>
                <a:off x="3153780" y="5237648"/>
                <a:ext cx="181800" cy="1292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6C42D53-E8E6-CADA-0CDC-2BE54856CA00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145140" y="5228648"/>
                  <a:ext cx="199440" cy="14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3EAEF707-ECF0-DAA9-4B43-E558D432EE25}"/>
                  </a:ext>
                </a:extLst>
              </p14:cNvPr>
              <p14:cNvContentPartPr/>
              <p14:nvPr/>
            </p14:nvContentPartPr>
            <p14:xfrm>
              <a:off x="1399860" y="5511968"/>
              <a:ext cx="1731600" cy="13212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3EAEF707-ECF0-DAA9-4B43-E558D432EE25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1391220" y="5503328"/>
                <a:ext cx="1749240" cy="149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Aliasing: neighboring replicas overlap and add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overlap, there is no unique way to separate the original copies.</a:t>
            </a:r>
            <a:endParaRPr lang="en-US" sz="1550" dirty="0"/>
          </a:p>
        </p:txBody>
      </p:sp>
      <p:pic>
        <p:nvPicPr>
          <p:cNvPr id="4" name="Image 0" descr="/mnt/data/week2_dsp_ml/assets/spectral_replicas_al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394" y="1325880"/>
            <a:ext cx="9250173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97280" y="5349240"/>
            <a:ext cx="9966960" cy="603504"/>
          </a:xfrm>
          <a:prstGeom prst="roundRect">
            <a:avLst>
              <a:gd name="adj" fmla="val 10606"/>
            </a:avLst>
          </a:prstGeom>
          <a:solidFill>
            <a:srgbClr val="FDEDEC"/>
          </a:solidFill>
          <a:ln w="17780">
            <a:solidFill>
              <a:srgbClr val="D84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243584" y="5458968"/>
            <a:ext cx="9674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E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irreversible at the sample level: multiple continuous-time spectra are consistent with the same samples.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6A56A4C-4378-5D2B-11C6-10141804FB17}"/>
                  </a:ext>
                </a:extLst>
              </p14:cNvPr>
              <p14:cNvContentPartPr/>
              <p14:nvPr/>
            </p14:nvContentPartPr>
            <p14:xfrm>
              <a:off x="6448140" y="4108688"/>
              <a:ext cx="1071360" cy="9838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6A56A4C-4378-5D2B-11C6-10141804FB1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39140" y="4099688"/>
                <a:ext cx="1089000" cy="100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C3CDF66C-4306-C769-2ABC-6FA368A81A70}"/>
              </a:ext>
            </a:extLst>
          </p:cNvPr>
          <p:cNvGrpSpPr/>
          <p:nvPr/>
        </p:nvGrpSpPr>
        <p:grpSpPr>
          <a:xfrm>
            <a:off x="5340420" y="4035968"/>
            <a:ext cx="1497240" cy="2294640"/>
            <a:chOff x="5340420" y="4035968"/>
            <a:chExt cx="1497240" cy="229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CC8BCE7-4AF7-DED2-1B0F-78E6B6BD6027}"/>
                    </a:ext>
                  </a:extLst>
                </p14:cNvPr>
                <p14:cNvContentPartPr/>
                <p14:nvPr/>
              </p14:nvContentPartPr>
              <p14:xfrm>
                <a:off x="5360220" y="4035968"/>
                <a:ext cx="969120" cy="904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CC8BCE7-4AF7-DED2-1B0F-78E6B6BD602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51220" y="4027328"/>
                  <a:ext cx="986760" cy="9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B5FFE0B-894C-E1D8-BEA0-C6F6F23B8F92}"/>
                    </a:ext>
                  </a:extLst>
                </p14:cNvPr>
                <p14:cNvContentPartPr/>
                <p14:nvPr/>
              </p14:nvContentPartPr>
              <p14:xfrm>
                <a:off x="5740380" y="5018768"/>
                <a:ext cx="187560" cy="854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B5FFE0B-894C-E1D8-BEA0-C6F6F23B8F9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731740" y="5009768"/>
                  <a:ext cx="205200" cy="87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88DEA18-DD6A-C731-4B61-69377DC10850}"/>
                    </a:ext>
                  </a:extLst>
                </p14:cNvPr>
                <p14:cNvContentPartPr/>
                <p14:nvPr/>
              </p14:nvContentPartPr>
              <p14:xfrm>
                <a:off x="5787540" y="5122448"/>
                <a:ext cx="1050120" cy="734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88DEA18-DD6A-C731-4B61-69377DC1085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78540" y="5113808"/>
                  <a:ext cx="1067760" cy="75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20FCF83-6248-1E74-1B60-DF75CE0B1532}"/>
                    </a:ext>
                  </a:extLst>
                </p14:cNvPr>
                <p14:cNvContentPartPr/>
                <p14:nvPr/>
              </p14:nvContentPartPr>
              <p14:xfrm>
                <a:off x="5340420" y="6147008"/>
                <a:ext cx="113400" cy="93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20FCF83-6248-1E74-1B60-DF75CE0B153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31780" y="6138368"/>
                  <a:ext cx="1310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FD9FD27-AEFD-599A-777F-9BC0655B6612}"/>
                    </a:ext>
                  </a:extLst>
                </p14:cNvPr>
                <p14:cNvContentPartPr/>
                <p14:nvPr/>
              </p14:nvContentPartPr>
              <p14:xfrm>
                <a:off x="5517540" y="6158528"/>
                <a:ext cx="89640" cy="763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FD9FD27-AEFD-599A-777F-9BC0655B661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08540" y="6149528"/>
                  <a:ext cx="1072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FD3E994-F709-8A49-2F8D-1AD6F47EAD8D}"/>
                    </a:ext>
                  </a:extLst>
                </p14:cNvPr>
                <p14:cNvContentPartPr/>
                <p14:nvPr/>
              </p14:nvContentPartPr>
              <p14:xfrm>
                <a:off x="5689980" y="6142328"/>
                <a:ext cx="165240" cy="103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FD3E994-F709-8A49-2F8D-1AD6F47EAD8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80980" y="6133688"/>
                  <a:ext cx="1828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6CEE23D-3CC4-47E4-9775-281833ED1A2B}"/>
                    </a:ext>
                  </a:extLst>
                </p14:cNvPr>
                <p14:cNvContentPartPr/>
                <p14:nvPr/>
              </p14:nvContentPartPr>
              <p14:xfrm>
                <a:off x="5911740" y="5971688"/>
                <a:ext cx="120240" cy="230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6CEE23D-3CC4-47E4-9775-281833ED1A2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902740" y="5963048"/>
                  <a:ext cx="1378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F965D96-FF25-8369-3B1E-BDD1EEE0A292}"/>
                    </a:ext>
                  </a:extLst>
                </p14:cNvPr>
                <p14:cNvContentPartPr/>
                <p14:nvPr/>
              </p14:nvContentPartPr>
              <p14:xfrm>
                <a:off x="6063660" y="6130448"/>
                <a:ext cx="78480" cy="88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F965D96-FF25-8369-3B1E-BDD1EEE0A29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54660" y="6121808"/>
                  <a:ext cx="961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FA25F07-262D-6BF3-4A78-2A7669AF4DA1}"/>
                    </a:ext>
                  </a:extLst>
                </p14:cNvPr>
                <p14:cNvContentPartPr/>
                <p14:nvPr/>
              </p14:nvContentPartPr>
              <p14:xfrm>
                <a:off x="6191820" y="6098768"/>
                <a:ext cx="73080" cy="231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FA25F07-262D-6BF3-4A78-2A7669AF4DA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82820" y="6090128"/>
                  <a:ext cx="90720" cy="24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49F11DB-A96E-6BE9-93D8-51ACF21FA097}"/>
              </a:ext>
            </a:extLst>
          </p:cNvPr>
          <p:cNvGrpSpPr/>
          <p:nvPr/>
        </p:nvGrpSpPr>
        <p:grpSpPr>
          <a:xfrm>
            <a:off x="6488820" y="2112128"/>
            <a:ext cx="2566440" cy="1664640"/>
            <a:chOff x="6488820" y="2112128"/>
            <a:chExt cx="2566440" cy="166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0217AA4-679E-FF38-EF05-C02320A97F0F}"/>
                    </a:ext>
                  </a:extLst>
                </p14:cNvPr>
                <p14:cNvContentPartPr/>
                <p14:nvPr/>
              </p14:nvContentPartPr>
              <p14:xfrm>
                <a:off x="6488820" y="2153888"/>
                <a:ext cx="433440" cy="1579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0217AA4-679E-FF38-EF05-C02320A97F0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479820" y="2144888"/>
                  <a:ext cx="451080" cy="159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45792AA-B2E7-9D47-CC0D-4EF39C568866}"/>
                    </a:ext>
                  </a:extLst>
                </p14:cNvPr>
                <p14:cNvContentPartPr/>
                <p14:nvPr/>
              </p14:nvContentPartPr>
              <p14:xfrm>
                <a:off x="6895980" y="3724208"/>
                <a:ext cx="294480" cy="27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45792AA-B2E7-9D47-CC0D-4EF39C56886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886980" y="3715568"/>
                  <a:ext cx="3121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8890564-3DD2-BC21-C929-66E6D3CBEDEA}"/>
                    </a:ext>
                  </a:extLst>
                </p14:cNvPr>
                <p14:cNvContentPartPr/>
                <p14:nvPr/>
              </p14:nvContentPartPr>
              <p14:xfrm>
                <a:off x="7218180" y="2137328"/>
                <a:ext cx="365760" cy="1575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8890564-3DD2-BC21-C929-66E6D3CBEDE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09540" y="2128328"/>
                  <a:ext cx="383400" cy="159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8F94B1E-963D-92A5-9B70-9E36336B07AE}"/>
                    </a:ext>
                  </a:extLst>
                </p14:cNvPr>
                <p14:cNvContentPartPr/>
                <p14:nvPr/>
              </p14:nvContentPartPr>
              <p14:xfrm>
                <a:off x="7585020" y="2116808"/>
                <a:ext cx="61920" cy="60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8F94B1E-963D-92A5-9B70-9E36336B07A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576380" y="2107808"/>
                  <a:ext cx="795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355CB07-3C14-6BEA-EB28-442BF3DB3AFC}"/>
                    </a:ext>
                  </a:extLst>
                </p14:cNvPr>
                <p14:cNvContentPartPr/>
                <p14:nvPr/>
              </p14:nvContentPartPr>
              <p14:xfrm>
                <a:off x="7694100" y="2130128"/>
                <a:ext cx="400320" cy="1487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355CB07-3C14-6BEA-EB28-442BF3DB3AF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685100" y="2121128"/>
                  <a:ext cx="417960" cy="150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7132AE0-BBC8-AD9F-448C-A952CD6B15A3}"/>
                    </a:ext>
                  </a:extLst>
                </p14:cNvPr>
                <p14:cNvContentPartPr/>
                <p14:nvPr/>
              </p14:nvContentPartPr>
              <p14:xfrm>
                <a:off x="8042220" y="3558608"/>
                <a:ext cx="72360" cy="218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7132AE0-BBC8-AD9F-448C-A952CD6B15A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033580" y="3549968"/>
                  <a:ext cx="900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EA9C926-487F-9B29-7946-A31EA76338D5}"/>
                    </a:ext>
                  </a:extLst>
                </p14:cNvPr>
                <p14:cNvContentPartPr/>
                <p14:nvPr/>
              </p14:nvContentPartPr>
              <p14:xfrm>
                <a:off x="8076780" y="3709088"/>
                <a:ext cx="267120" cy="32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EA9C926-487F-9B29-7946-A31EA76338D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067780" y="3700448"/>
                  <a:ext cx="2847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0BD8D42-AA79-396B-60B8-E3BB098A0CE0}"/>
                    </a:ext>
                  </a:extLst>
                </p14:cNvPr>
                <p14:cNvContentPartPr/>
                <p14:nvPr/>
              </p14:nvContentPartPr>
              <p14:xfrm>
                <a:off x="8353980" y="2129768"/>
                <a:ext cx="424440" cy="1575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0BD8D42-AA79-396B-60B8-E3BB098A0CE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45340" y="2120768"/>
                  <a:ext cx="442080" cy="159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19AB322-3839-F411-654F-C65D819B67F1}"/>
                    </a:ext>
                  </a:extLst>
                </p14:cNvPr>
                <p14:cNvContentPartPr/>
                <p14:nvPr/>
              </p14:nvContentPartPr>
              <p14:xfrm>
                <a:off x="8790660" y="2112128"/>
                <a:ext cx="264600" cy="875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19AB322-3839-F411-654F-C65D819B67F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81660" y="2103488"/>
                  <a:ext cx="282240" cy="89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C77B90F-B802-0C67-E994-0169630B2F7D}"/>
              </a:ext>
            </a:extLst>
          </p:cNvPr>
          <p:cNvGrpSpPr/>
          <p:nvPr/>
        </p:nvGrpSpPr>
        <p:grpSpPr>
          <a:xfrm>
            <a:off x="4217580" y="2105288"/>
            <a:ext cx="2205360" cy="1677240"/>
            <a:chOff x="4217580" y="2105288"/>
            <a:chExt cx="2205360" cy="167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984C417-9197-3A8C-91AD-6B9A7F22AE9A}"/>
                    </a:ext>
                  </a:extLst>
                </p14:cNvPr>
                <p14:cNvContentPartPr/>
                <p14:nvPr/>
              </p14:nvContentPartPr>
              <p14:xfrm>
                <a:off x="5734980" y="3704768"/>
                <a:ext cx="329760" cy="77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984C417-9197-3A8C-91AD-6B9A7F22AE9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25980" y="3696128"/>
                  <a:ext cx="3474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4F46275-B276-6732-98C3-57794E04983D}"/>
                    </a:ext>
                  </a:extLst>
                </p14:cNvPr>
                <p14:cNvContentPartPr/>
                <p14:nvPr/>
              </p14:nvContentPartPr>
              <p14:xfrm>
                <a:off x="6034140" y="2161448"/>
                <a:ext cx="388800" cy="1533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4F46275-B276-6732-98C3-57794E04983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025140" y="2152808"/>
                  <a:ext cx="406440" cy="155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4916D46-0815-ED70-FC87-3B61BEECE899}"/>
                    </a:ext>
                  </a:extLst>
                </p14:cNvPr>
                <p14:cNvContentPartPr/>
                <p14:nvPr/>
              </p14:nvContentPartPr>
              <p14:xfrm>
                <a:off x="5760900" y="3704048"/>
                <a:ext cx="156960" cy="16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4916D46-0815-ED70-FC87-3B61BEECE89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52260" y="3695408"/>
                  <a:ext cx="1746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0688802-FA49-1245-7E6D-1D90AAA020A3}"/>
                    </a:ext>
                  </a:extLst>
                </p14:cNvPr>
                <p14:cNvContentPartPr/>
                <p14:nvPr/>
              </p14:nvContentPartPr>
              <p14:xfrm>
                <a:off x="5324580" y="2180528"/>
                <a:ext cx="432360" cy="1523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0688802-FA49-1245-7E6D-1D90AAA020A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315580" y="2171888"/>
                  <a:ext cx="450000" cy="154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E7EDAA6-6C95-F14F-AFF6-1A49D5C428BE}"/>
                    </a:ext>
                  </a:extLst>
                </p14:cNvPr>
                <p14:cNvContentPartPr/>
                <p14:nvPr/>
              </p14:nvContentPartPr>
              <p14:xfrm>
                <a:off x="5289300" y="2105288"/>
                <a:ext cx="36000" cy="61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E7EDAA6-6C95-F14F-AFF6-1A49D5C428B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280660" y="2096288"/>
                  <a:ext cx="536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5135B65-EA8B-1182-CEBE-EAA872A22FCC}"/>
                    </a:ext>
                  </a:extLst>
                </p14:cNvPr>
                <p14:cNvContentPartPr/>
                <p14:nvPr/>
              </p14:nvContentPartPr>
              <p14:xfrm>
                <a:off x="4879620" y="2131208"/>
                <a:ext cx="368280" cy="1567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5135B65-EA8B-1182-CEBE-EAA872A22FC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870620" y="2122208"/>
                  <a:ext cx="385920" cy="158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DD0BBC3-06F6-637F-F898-F5A3C2E6B30D}"/>
                    </a:ext>
                  </a:extLst>
                </p14:cNvPr>
                <p14:cNvContentPartPr/>
                <p14:nvPr/>
              </p14:nvContentPartPr>
              <p14:xfrm>
                <a:off x="4560300" y="3678848"/>
                <a:ext cx="301320" cy="46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DD0BBC3-06F6-637F-F898-F5A3C2E6B30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551660" y="3670208"/>
                  <a:ext cx="3189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31E9E33-516E-758A-478A-92F9CDCDC58F}"/>
                    </a:ext>
                  </a:extLst>
                </p14:cNvPr>
                <p14:cNvContentPartPr/>
                <p14:nvPr/>
              </p14:nvContentPartPr>
              <p14:xfrm>
                <a:off x="4217580" y="2179808"/>
                <a:ext cx="452880" cy="1566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31E9E33-516E-758A-478A-92F9CDCDC58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08940" y="2171168"/>
                  <a:ext cx="470520" cy="158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7B5052A-A8FD-7991-DBB8-83E61460B0F0}"/>
                    </a:ext>
                  </a:extLst>
                </p14:cNvPr>
                <p14:cNvContentPartPr/>
                <p14:nvPr/>
              </p14:nvContentPartPr>
              <p14:xfrm>
                <a:off x="5845500" y="2773088"/>
                <a:ext cx="77400" cy="822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7B5052A-A8FD-7991-DBB8-83E61460B0F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836860" y="2764448"/>
                  <a:ext cx="95040" cy="83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E3C8FF4-73C9-2734-E515-67D128DBA82F}"/>
                    </a:ext>
                  </a:extLst>
                </p14:cNvPr>
                <p14:cNvContentPartPr/>
                <p14:nvPr/>
              </p14:nvContentPartPr>
              <p14:xfrm>
                <a:off x="5644620" y="2205728"/>
                <a:ext cx="119160" cy="164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E3C8FF4-73C9-2734-E515-67D128DBA82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635980" y="2196728"/>
                  <a:ext cx="1368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5ED7FB4-96BB-59F1-6A66-DAED2F0857AC}"/>
                    </a:ext>
                  </a:extLst>
                </p14:cNvPr>
                <p14:cNvContentPartPr/>
                <p14:nvPr/>
              </p14:nvContentPartPr>
              <p14:xfrm>
                <a:off x="5774940" y="2197448"/>
                <a:ext cx="138960" cy="1051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5ED7FB4-96BB-59F1-6A66-DAED2F0857A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66300" y="2188448"/>
                  <a:ext cx="1566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FB81B2B-54E5-242E-2757-DCE72AE13038}"/>
                    </a:ext>
                  </a:extLst>
                </p14:cNvPr>
                <p14:cNvContentPartPr/>
                <p14:nvPr/>
              </p14:nvContentPartPr>
              <p14:xfrm>
                <a:off x="5947380" y="2137688"/>
                <a:ext cx="205560" cy="94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FB81B2B-54E5-242E-2757-DCE72AE1303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938740" y="2128688"/>
                  <a:ext cx="2232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6481C0C-66D0-CDC4-897E-506BF8A61142}"/>
                    </a:ext>
                  </a:extLst>
                </p14:cNvPr>
                <p14:cNvContentPartPr/>
                <p14:nvPr/>
              </p14:nvContentPartPr>
              <p14:xfrm>
                <a:off x="5841540" y="3503888"/>
                <a:ext cx="112680" cy="110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6481C0C-66D0-CDC4-897E-506BF8A6114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832540" y="3494888"/>
                  <a:ext cx="13032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A411F864-47CB-0F3B-63BE-02AE832C7EB4}"/>
              </a:ext>
            </a:extLst>
          </p:cNvPr>
          <p:cNvGrpSpPr/>
          <p:nvPr/>
        </p:nvGrpSpPr>
        <p:grpSpPr>
          <a:xfrm>
            <a:off x="133380" y="1097288"/>
            <a:ext cx="3077640" cy="508680"/>
            <a:chOff x="133380" y="1097288"/>
            <a:chExt cx="3077640" cy="50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E8C6272-3330-E2FE-507D-B9B1A390CA60}"/>
                    </a:ext>
                  </a:extLst>
                </p14:cNvPr>
                <p14:cNvContentPartPr/>
                <p14:nvPr/>
              </p14:nvContentPartPr>
              <p14:xfrm>
                <a:off x="133380" y="1258568"/>
                <a:ext cx="133920" cy="2152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E8C6272-3330-E2FE-507D-B9B1A390CA6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24380" y="1249928"/>
                  <a:ext cx="1515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0BCF478-10ED-AE20-A740-9009CAF4BAAC}"/>
                    </a:ext>
                  </a:extLst>
                </p14:cNvPr>
                <p14:cNvContentPartPr/>
                <p14:nvPr/>
              </p14:nvContentPartPr>
              <p14:xfrm>
                <a:off x="139860" y="1268648"/>
                <a:ext cx="104400" cy="2282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0BCF478-10ED-AE20-A740-9009CAF4BAA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31220" y="1260008"/>
                  <a:ext cx="1220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FFF5EEE-8600-1852-B6BF-9FC3E69FA6F6}"/>
                    </a:ext>
                  </a:extLst>
                </p14:cNvPr>
                <p14:cNvContentPartPr/>
                <p14:nvPr/>
              </p14:nvContentPartPr>
              <p14:xfrm>
                <a:off x="230940" y="1414808"/>
                <a:ext cx="132840" cy="114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FFF5EEE-8600-1852-B6BF-9FC3E69FA6F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21940" y="1406168"/>
                  <a:ext cx="1504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17AB232-25CA-5A04-461B-5554D5B674BA}"/>
                    </a:ext>
                  </a:extLst>
                </p14:cNvPr>
                <p14:cNvContentPartPr/>
                <p14:nvPr/>
              </p14:nvContentPartPr>
              <p14:xfrm>
                <a:off x="383220" y="1195568"/>
                <a:ext cx="37800" cy="2037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17AB232-25CA-5A04-461B-5554D5B674B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4220" y="1186568"/>
                  <a:ext cx="554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BF235B9-C21A-54E5-FE85-9542C01DE33F}"/>
                    </a:ext>
                  </a:extLst>
                </p14:cNvPr>
                <p14:cNvContentPartPr/>
                <p14:nvPr/>
              </p14:nvContentPartPr>
              <p14:xfrm>
                <a:off x="468180" y="1355768"/>
                <a:ext cx="65160" cy="172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BF235B9-C21A-54E5-FE85-9542C01DE33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59180" y="1347128"/>
                  <a:ext cx="828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1E068E7-BD53-48AC-2904-6D791A919FEC}"/>
                    </a:ext>
                  </a:extLst>
                </p14:cNvPr>
                <p14:cNvContentPartPr/>
                <p14:nvPr/>
              </p14:nvContentPartPr>
              <p14:xfrm>
                <a:off x="467460" y="1236248"/>
                <a:ext cx="13680" cy="19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1E068E7-BD53-48AC-2904-6D791A919FE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58460" y="1227608"/>
                  <a:ext cx="313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8C81FD7-F405-0493-767A-FE5D219B3835}"/>
                    </a:ext>
                  </a:extLst>
                </p14:cNvPr>
                <p14:cNvContentPartPr/>
                <p14:nvPr/>
              </p14:nvContentPartPr>
              <p14:xfrm>
                <a:off x="550620" y="1230848"/>
                <a:ext cx="177480" cy="177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8C81FD7-F405-0493-767A-FE5D219B383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41620" y="1221848"/>
                  <a:ext cx="1951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57B36EE-E19A-49F5-4727-2B690BDA6700}"/>
                    </a:ext>
                  </a:extLst>
                </p14:cNvPr>
                <p14:cNvContentPartPr/>
                <p14:nvPr/>
              </p14:nvContentPartPr>
              <p14:xfrm>
                <a:off x="675180" y="1179368"/>
                <a:ext cx="115200" cy="2754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57B36EE-E19A-49F5-4727-2B690BDA670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66540" y="1170368"/>
                  <a:ext cx="1328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D364F9E-53CB-F6AC-76F1-23ACCBE28CA2}"/>
                    </a:ext>
                  </a:extLst>
                </p14:cNvPr>
                <p14:cNvContentPartPr/>
                <p14:nvPr/>
              </p14:nvContentPartPr>
              <p14:xfrm>
                <a:off x="904860" y="1334888"/>
                <a:ext cx="82440" cy="5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D364F9E-53CB-F6AC-76F1-23ACCBE28CA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96220" y="1326248"/>
                  <a:ext cx="100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830D7B2-7F80-1C84-649B-8BF7C9A8A1E7}"/>
                    </a:ext>
                  </a:extLst>
                </p14:cNvPr>
                <p14:cNvContentPartPr/>
                <p14:nvPr/>
              </p14:nvContentPartPr>
              <p14:xfrm>
                <a:off x="899100" y="1285928"/>
                <a:ext cx="67680" cy="46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830D7B2-7F80-1C84-649B-8BF7C9A8A1E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90100" y="1277288"/>
                  <a:ext cx="853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B3AF7B5-0B8A-C761-68F4-355B7A84EDA9}"/>
                    </a:ext>
                  </a:extLst>
                </p14:cNvPr>
                <p14:cNvContentPartPr/>
                <p14:nvPr/>
              </p14:nvContentPartPr>
              <p14:xfrm>
                <a:off x="1080180" y="1209968"/>
                <a:ext cx="306360" cy="167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B3AF7B5-0B8A-C761-68F4-355B7A84EDA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71540" y="1201328"/>
                  <a:ext cx="3240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494B882-0F06-49F9-E57C-A47BC900312F}"/>
                    </a:ext>
                  </a:extLst>
                </p14:cNvPr>
                <p14:cNvContentPartPr/>
                <p14:nvPr/>
              </p14:nvContentPartPr>
              <p14:xfrm>
                <a:off x="1090980" y="1456928"/>
                <a:ext cx="27000" cy="132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494B882-0F06-49F9-E57C-A47BC900312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81980" y="1447928"/>
                  <a:ext cx="446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88EDCF1-0EF5-52EB-F86A-3687EFAEB68F}"/>
                    </a:ext>
                  </a:extLst>
                </p14:cNvPr>
                <p14:cNvContentPartPr/>
                <p14:nvPr/>
              </p14:nvContentPartPr>
              <p14:xfrm>
                <a:off x="1119060" y="1542968"/>
                <a:ext cx="144000" cy="63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88EDCF1-0EF5-52EB-F86A-3687EFAEB68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10060" y="1533968"/>
                  <a:ext cx="1616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CE44C4A-46D4-8C0F-B256-DE492B84001C}"/>
                    </a:ext>
                  </a:extLst>
                </p14:cNvPr>
                <p14:cNvContentPartPr/>
                <p14:nvPr/>
              </p14:nvContentPartPr>
              <p14:xfrm>
                <a:off x="1481580" y="1190888"/>
                <a:ext cx="149400" cy="172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CE44C4A-46D4-8C0F-B256-DE492B84001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472940" y="1182248"/>
                  <a:ext cx="1670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443B980-E848-8E4D-5A56-EC9FDBEF551F}"/>
                    </a:ext>
                  </a:extLst>
                </p14:cNvPr>
                <p14:cNvContentPartPr/>
                <p14:nvPr/>
              </p14:nvContentPartPr>
              <p14:xfrm>
                <a:off x="1477980" y="1188368"/>
                <a:ext cx="122400" cy="1922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443B980-E848-8E4D-5A56-EC9FDBEF551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469340" y="1179368"/>
                  <a:ext cx="1400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479AA9A-E68F-B968-305E-3CA68D3BD478}"/>
                    </a:ext>
                  </a:extLst>
                </p14:cNvPr>
                <p14:cNvContentPartPr/>
                <p14:nvPr/>
              </p14:nvContentPartPr>
              <p14:xfrm>
                <a:off x="1651500" y="1335248"/>
                <a:ext cx="128520" cy="939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479AA9A-E68F-B968-305E-3CA68D3BD47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642860" y="1326608"/>
                  <a:ext cx="1461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D18E175-22BA-3347-0A25-5D6B49538A2F}"/>
                    </a:ext>
                  </a:extLst>
                </p14:cNvPr>
                <p14:cNvContentPartPr/>
                <p14:nvPr/>
              </p14:nvContentPartPr>
              <p14:xfrm>
                <a:off x="1766700" y="1136888"/>
                <a:ext cx="77400" cy="2455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D18E175-22BA-3347-0A25-5D6B49538A2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757700" y="1128248"/>
                  <a:ext cx="950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56E8114-7525-FD7E-5CAF-9C3AD0FF6465}"/>
                    </a:ext>
                  </a:extLst>
                </p14:cNvPr>
                <p14:cNvContentPartPr/>
                <p14:nvPr/>
              </p14:nvContentPartPr>
              <p14:xfrm>
                <a:off x="1869300" y="1293488"/>
                <a:ext cx="80640" cy="1562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56E8114-7525-FD7E-5CAF-9C3AD0FF646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860300" y="1284848"/>
                  <a:ext cx="982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9D38FA2-BEDB-34B5-F802-B37140B32D88}"/>
                    </a:ext>
                  </a:extLst>
                </p14:cNvPr>
                <p14:cNvContentPartPr/>
                <p14:nvPr/>
              </p14:nvContentPartPr>
              <p14:xfrm>
                <a:off x="1862100" y="1202048"/>
                <a:ext cx="3240" cy="36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9D38FA2-BEDB-34B5-F802-B37140B32D8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853100" y="1193048"/>
                  <a:ext cx="208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17AD7F4-C6AC-8E6D-A02E-D319B4548E50}"/>
                    </a:ext>
                  </a:extLst>
                </p14:cNvPr>
                <p14:cNvContentPartPr/>
                <p14:nvPr/>
              </p14:nvContentPartPr>
              <p14:xfrm>
                <a:off x="1973340" y="1119608"/>
                <a:ext cx="83880" cy="2361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17AD7F4-C6AC-8E6D-A02E-D319B4548E5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964700" y="1110968"/>
                  <a:ext cx="1015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B352CD2-4384-F7A2-370F-B469A2F49F48}"/>
                    </a:ext>
                  </a:extLst>
                </p14:cNvPr>
                <p14:cNvContentPartPr/>
                <p14:nvPr/>
              </p14:nvContentPartPr>
              <p14:xfrm>
                <a:off x="2067660" y="1151648"/>
                <a:ext cx="208080" cy="147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B352CD2-4384-F7A2-370F-B469A2F49F4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058660" y="1143008"/>
                  <a:ext cx="2257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5F6DF77-F718-9198-016F-71181902ED11}"/>
                    </a:ext>
                  </a:extLst>
                </p14:cNvPr>
                <p14:cNvContentPartPr/>
                <p14:nvPr/>
              </p14:nvContentPartPr>
              <p14:xfrm>
                <a:off x="2359260" y="1241648"/>
                <a:ext cx="109080" cy="50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5F6DF77-F718-9198-016F-71181902ED1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350260" y="1232648"/>
                  <a:ext cx="1267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3E0BE15-AD31-E33C-1AD6-918AF8F4298F}"/>
                    </a:ext>
                  </a:extLst>
                </p14:cNvPr>
                <p14:cNvContentPartPr/>
                <p14:nvPr/>
              </p14:nvContentPartPr>
              <p14:xfrm>
                <a:off x="2546820" y="1135448"/>
                <a:ext cx="29160" cy="162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3E0BE15-AD31-E33C-1AD6-918AF8F4298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538180" y="1126448"/>
                  <a:ext cx="468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1478138-EABA-885A-6D87-C6F656B6F5B8}"/>
                    </a:ext>
                  </a:extLst>
                </p14:cNvPr>
                <p14:cNvContentPartPr/>
                <p14:nvPr/>
              </p14:nvContentPartPr>
              <p14:xfrm>
                <a:off x="2588580" y="1225808"/>
                <a:ext cx="110160" cy="529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1478138-EABA-885A-6D87-C6F656B6F5B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579580" y="1217168"/>
                  <a:ext cx="1278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89BB00D-A588-32B0-A784-408982CC98CD}"/>
                    </a:ext>
                  </a:extLst>
                </p14:cNvPr>
                <p14:cNvContentPartPr/>
                <p14:nvPr/>
              </p14:nvContentPartPr>
              <p14:xfrm>
                <a:off x="2722140" y="1146608"/>
                <a:ext cx="173520" cy="1472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89BB00D-A588-32B0-A784-408982CC98C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713140" y="1137608"/>
                  <a:ext cx="1911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043CD7E-48B5-8D7C-1F5F-24F3E7464025}"/>
                    </a:ext>
                  </a:extLst>
                </p14:cNvPr>
                <p14:cNvContentPartPr/>
                <p14:nvPr/>
              </p14:nvContentPartPr>
              <p14:xfrm>
                <a:off x="2935980" y="1243088"/>
                <a:ext cx="78840" cy="986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043CD7E-48B5-8D7C-1F5F-24F3E746402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926980" y="1234088"/>
                  <a:ext cx="964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8224CC8-6F3F-51C9-6233-4E60C1B20570}"/>
                    </a:ext>
                  </a:extLst>
                </p14:cNvPr>
                <p14:cNvContentPartPr/>
                <p14:nvPr/>
              </p14:nvContentPartPr>
              <p14:xfrm>
                <a:off x="3018420" y="1148048"/>
                <a:ext cx="119520" cy="1778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8224CC8-6F3F-51C9-6233-4E60C1B2057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009420" y="1139048"/>
                  <a:ext cx="1371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7363177-C2DB-9030-0F77-4B8F607088EB}"/>
                    </a:ext>
                  </a:extLst>
                </p14:cNvPr>
                <p14:cNvContentPartPr/>
                <p14:nvPr/>
              </p14:nvContentPartPr>
              <p14:xfrm>
                <a:off x="3085740" y="1097288"/>
                <a:ext cx="125280" cy="288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7363177-C2DB-9030-0F77-4B8F607088E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077100" y="1088288"/>
                  <a:ext cx="142920" cy="306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 is non-uniqueness—not ordinary additive noise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different analog sinusoids can produce exactly the same sequence.</a:t>
            </a:r>
            <a:endParaRPr lang="en-US" sz="1550" dirty="0"/>
          </a:p>
        </p:txBody>
      </p:sp>
      <p:pic>
        <p:nvPicPr>
          <p:cNvPr id="4" name="Image 0" descr="/mnt/data/week2_dsp_ml/assets/alias_same_s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276" y="1417320"/>
            <a:ext cx="9224967" cy="420624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8833" y="5719572"/>
            <a:ext cx="3495294" cy="502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2ABC7A6-FA94-653C-A554-FD2A4C3CAC9D}"/>
              </a:ext>
            </a:extLst>
          </p:cNvPr>
          <p:cNvGrpSpPr/>
          <p:nvPr/>
        </p:nvGrpSpPr>
        <p:grpSpPr>
          <a:xfrm>
            <a:off x="9688500" y="1004768"/>
            <a:ext cx="551880" cy="347760"/>
            <a:chOff x="9688500" y="1004768"/>
            <a:chExt cx="551880" cy="34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97A1EFB-6C1F-6757-3CC0-734E960C2A40}"/>
                    </a:ext>
                  </a:extLst>
                </p14:cNvPr>
                <p14:cNvContentPartPr/>
                <p14:nvPr/>
              </p14:nvContentPartPr>
              <p14:xfrm>
                <a:off x="9735660" y="1004768"/>
                <a:ext cx="95400" cy="335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97A1EFB-6C1F-6757-3CC0-734E960C2A4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727020" y="995768"/>
                  <a:ext cx="11304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DA20B5A-EAA1-EB45-DF79-41928D595039}"/>
                    </a:ext>
                  </a:extLst>
                </p14:cNvPr>
                <p14:cNvContentPartPr/>
                <p14:nvPr/>
              </p14:nvContentPartPr>
              <p14:xfrm>
                <a:off x="9688500" y="1194128"/>
                <a:ext cx="141480" cy="165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DA20B5A-EAA1-EB45-DF79-41928D59503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679860" y="1185488"/>
                  <a:ext cx="159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2AC999A-2C4C-80BE-AB02-1C2414C9383E}"/>
                    </a:ext>
                  </a:extLst>
                </p14:cNvPr>
                <p14:cNvContentPartPr/>
                <p14:nvPr/>
              </p14:nvContentPartPr>
              <p14:xfrm>
                <a:off x="9861660" y="1208888"/>
                <a:ext cx="155520" cy="143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2AC999A-2C4C-80BE-AB02-1C2414C9383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852660" y="1199888"/>
                  <a:ext cx="1731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7436DAB-12F4-A1D8-48BD-9934892EA943}"/>
                    </a:ext>
                  </a:extLst>
                </p14:cNvPr>
                <p14:cNvContentPartPr/>
                <p14:nvPr/>
              </p14:nvContentPartPr>
              <p14:xfrm>
                <a:off x="10120500" y="1235528"/>
                <a:ext cx="119880" cy="27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7436DAB-12F4-A1D8-48BD-9934892EA94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111860" y="1226528"/>
                  <a:ext cx="1375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8D7102C-4D44-8EC3-EF91-B570C4A5098D}"/>
                    </a:ext>
                  </a:extLst>
                </p14:cNvPr>
                <p14:cNvContentPartPr/>
                <p14:nvPr/>
              </p14:nvContentPartPr>
              <p14:xfrm>
                <a:off x="10125900" y="1154528"/>
                <a:ext cx="114480" cy="25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8D7102C-4D44-8EC3-EF91-B570C4A5098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116900" y="1145528"/>
                  <a:ext cx="13212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44DFBE8-063F-B205-E600-EEF89AAA3A94}"/>
              </a:ext>
            </a:extLst>
          </p:cNvPr>
          <p:cNvGrpSpPr/>
          <p:nvPr/>
        </p:nvGrpSpPr>
        <p:grpSpPr>
          <a:xfrm>
            <a:off x="10448100" y="1032128"/>
            <a:ext cx="889920" cy="209880"/>
            <a:chOff x="10448100" y="1032128"/>
            <a:chExt cx="889920" cy="20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EDB1159-4064-D8E7-A216-CB0560B31DC0}"/>
                    </a:ext>
                  </a:extLst>
                </p14:cNvPr>
                <p14:cNvContentPartPr/>
                <p14:nvPr/>
              </p14:nvContentPartPr>
              <p14:xfrm>
                <a:off x="10448100" y="1098368"/>
                <a:ext cx="49320" cy="120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EDB1159-4064-D8E7-A216-CB0560B31DC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439460" y="1089368"/>
                  <a:ext cx="669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CD4A675-BE41-FF39-37FF-A9A5B629086A}"/>
                    </a:ext>
                  </a:extLst>
                </p14:cNvPr>
                <p14:cNvContentPartPr/>
                <p14:nvPr/>
              </p14:nvContentPartPr>
              <p14:xfrm>
                <a:off x="10541340" y="1077128"/>
                <a:ext cx="155520" cy="140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CD4A675-BE41-FF39-37FF-A9A5B629086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532700" y="1068488"/>
                  <a:ext cx="1731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FBF4129-EAEF-6AB8-3E64-E0940BB24FAA}"/>
                    </a:ext>
                  </a:extLst>
                </p14:cNvPr>
                <p14:cNvContentPartPr/>
                <p14:nvPr/>
              </p14:nvContentPartPr>
              <p14:xfrm>
                <a:off x="10837620" y="1085768"/>
                <a:ext cx="46440" cy="153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FBF4129-EAEF-6AB8-3E64-E0940BB24FA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828620" y="1076768"/>
                  <a:ext cx="640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2027710-ABA2-D408-07AD-CF81B87E4F3E}"/>
                    </a:ext>
                  </a:extLst>
                </p14:cNvPr>
                <p14:cNvContentPartPr/>
                <p14:nvPr/>
              </p14:nvContentPartPr>
              <p14:xfrm>
                <a:off x="10891260" y="1173968"/>
                <a:ext cx="81360" cy="47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2027710-ABA2-D408-07AD-CF81B87E4F3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882260" y="1165328"/>
                  <a:ext cx="990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412D8BC-8B0A-8F7E-2E07-0A7423647F8C}"/>
                    </a:ext>
                  </a:extLst>
                </p14:cNvPr>
                <p14:cNvContentPartPr/>
                <p14:nvPr/>
              </p14:nvContentPartPr>
              <p14:xfrm>
                <a:off x="10972620" y="1054448"/>
                <a:ext cx="73800" cy="129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412D8BC-8B0A-8F7E-2E07-0A7423647F8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963620" y="1045808"/>
                  <a:ext cx="914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D531819-9FEC-87E9-A220-2AE765B79F4D}"/>
                    </a:ext>
                  </a:extLst>
                </p14:cNvPr>
                <p14:cNvContentPartPr/>
                <p14:nvPr/>
              </p14:nvContentPartPr>
              <p14:xfrm>
                <a:off x="10998540" y="1032128"/>
                <a:ext cx="129240" cy="175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D531819-9FEC-87E9-A220-2AE765B79F4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989900" y="1023488"/>
                  <a:ext cx="1468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A11DF30-0C87-BE8E-A97B-E79D6529BDD2}"/>
                    </a:ext>
                  </a:extLst>
                </p14:cNvPr>
                <p14:cNvContentPartPr/>
                <p14:nvPr/>
              </p14:nvContentPartPr>
              <p14:xfrm>
                <a:off x="11169900" y="1094048"/>
                <a:ext cx="168120" cy="147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A11DF30-0C87-BE8E-A97B-E79D6529BDD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161260" y="1085408"/>
                  <a:ext cx="1857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309C445-D446-C939-8723-0E644E536C5B}"/>
                    </a:ext>
                  </a:extLst>
                </p14:cNvPr>
                <p14:cNvContentPartPr/>
                <p14:nvPr/>
              </p14:nvContentPartPr>
              <p14:xfrm>
                <a:off x="11227140" y="1173968"/>
                <a:ext cx="105120" cy="3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309C445-D446-C939-8723-0E644E536C5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218500" y="1165328"/>
                  <a:ext cx="12276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50585EA-01C3-E945-DC25-04934B314D0D}"/>
              </a:ext>
            </a:extLst>
          </p:cNvPr>
          <p:cNvGrpSpPr/>
          <p:nvPr/>
        </p:nvGrpSpPr>
        <p:grpSpPr>
          <a:xfrm>
            <a:off x="2293020" y="774008"/>
            <a:ext cx="2867760" cy="114120"/>
            <a:chOff x="2293020" y="774008"/>
            <a:chExt cx="2867760" cy="11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500A3AB-D157-2154-9FCC-C0A3D1F12347}"/>
                    </a:ext>
                  </a:extLst>
                </p14:cNvPr>
                <p14:cNvContentPartPr/>
                <p14:nvPr/>
              </p14:nvContentPartPr>
              <p14:xfrm>
                <a:off x="2368980" y="774008"/>
                <a:ext cx="2791800" cy="114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500A3AB-D157-2154-9FCC-C0A3D1F1234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359980" y="765368"/>
                  <a:ext cx="28094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1E28965-2039-FA79-3AF2-B8CE2B71D863}"/>
                    </a:ext>
                  </a:extLst>
                </p14:cNvPr>
                <p14:cNvContentPartPr/>
                <p14:nvPr/>
              </p14:nvContentPartPr>
              <p14:xfrm>
                <a:off x="2293020" y="799568"/>
                <a:ext cx="2827080" cy="63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1E28965-2039-FA79-3AF2-B8CE2B71D86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284020" y="790928"/>
                  <a:ext cx="2844720" cy="806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audio example: 10 kHz sampled at 12 kHz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Nyquist frequency is only 6 kHz.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8368" y="1271016"/>
            <a:ext cx="5632704" cy="841248"/>
          </a:xfrm>
          <a:prstGeom prst="roundRect">
            <a:avLst>
              <a:gd name="adj" fmla="val 5435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520752"/>
            <a:ext cx="5486400" cy="34177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580063"/>
            <a:ext cx="5760720" cy="2805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92240" y="1417320"/>
            <a:ext cx="484632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samples contain a 2 kHz discrete-time cosine.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is no label attached saying “this used to be 10 kHz.”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spectrogram will confidently display energy at 2 kHz.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1097280" y="4160520"/>
            <a:ext cx="10058400" cy="777240"/>
          </a:xfrm>
          <a:prstGeom prst="roundRect">
            <a:avLst>
              <a:gd name="adj" fmla="val 8235"/>
            </a:avLst>
          </a:prstGeom>
          <a:solidFill>
            <a:srgbClr val="FFF7E8"/>
          </a:solidFill>
          <a:ln w="17780">
            <a:solidFill>
              <a:srgbClr val="C99A2E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1243584" y="4270248"/>
            <a:ext cx="97657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052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before demo: what will happen to 7 kHz? 9 kHz? 13 kHz?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1E73410-ECA8-C2C5-A804-98A19AABC9FA}"/>
              </a:ext>
            </a:extLst>
          </p:cNvPr>
          <p:cNvGrpSpPr/>
          <p:nvPr/>
        </p:nvGrpSpPr>
        <p:grpSpPr>
          <a:xfrm>
            <a:off x="920340" y="5553728"/>
            <a:ext cx="471960" cy="172800"/>
            <a:chOff x="920340" y="5553728"/>
            <a:chExt cx="471960" cy="17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B21F460-D50E-C783-9E5F-9F42E405CE4F}"/>
                    </a:ext>
                  </a:extLst>
                </p14:cNvPr>
                <p14:cNvContentPartPr/>
                <p14:nvPr/>
              </p14:nvContentPartPr>
              <p14:xfrm>
                <a:off x="920340" y="5597288"/>
                <a:ext cx="46800" cy="1213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B21F460-D50E-C783-9E5F-9F42E405CE4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11340" y="5588648"/>
                  <a:ext cx="644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BF7F61D-704C-7882-1FF9-FC136B043349}"/>
                    </a:ext>
                  </a:extLst>
                </p14:cNvPr>
                <p14:cNvContentPartPr/>
                <p14:nvPr/>
              </p14:nvContentPartPr>
              <p14:xfrm>
                <a:off x="1017540" y="5600168"/>
                <a:ext cx="124560" cy="95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BF7F61D-704C-7882-1FF9-FC136B04334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08900" y="5591528"/>
                  <a:ext cx="1422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739F4CE-2E13-20A7-561B-53B909D7010F}"/>
                    </a:ext>
                  </a:extLst>
                </p14:cNvPr>
                <p14:cNvContentPartPr/>
                <p14:nvPr/>
              </p14:nvContentPartPr>
              <p14:xfrm>
                <a:off x="1194660" y="5553728"/>
                <a:ext cx="69840" cy="172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739F4CE-2E13-20A7-561B-53B909D7010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86020" y="5545088"/>
                  <a:ext cx="874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EDE94B3-3F47-A390-7CED-AD1AF2779EA9}"/>
                    </a:ext>
                  </a:extLst>
                </p14:cNvPr>
                <p14:cNvContentPartPr/>
                <p14:nvPr/>
              </p14:nvContentPartPr>
              <p14:xfrm>
                <a:off x="1268460" y="5631848"/>
                <a:ext cx="123840" cy="79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EDE94B3-3F47-A390-7CED-AD1AF2779EA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59820" y="5622848"/>
                  <a:ext cx="14148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54148BB-F888-206C-37B0-8848512AEC1D}"/>
              </a:ext>
            </a:extLst>
          </p:cNvPr>
          <p:cNvGrpSpPr/>
          <p:nvPr/>
        </p:nvGrpSpPr>
        <p:grpSpPr>
          <a:xfrm>
            <a:off x="755460" y="3519368"/>
            <a:ext cx="523080" cy="408960"/>
            <a:chOff x="755460" y="3519368"/>
            <a:chExt cx="523080" cy="40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182FD09-979C-AC32-D1CD-55AE647C2C10}"/>
                    </a:ext>
                  </a:extLst>
                </p14:cNvPr>
                <p14:cNvContentPartPr/>
                <p14:nvPr/>
              </p14:nvContentPartPr>
              <p14:xfrm>
                <a:off x="934020" y="3741848"/>
                <a:ext cx="158760" cy="186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182FD09-979C-AC32-D1CD-55AE647C2C1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25380" y="3732848"/>
                  <a:ext cx="1764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F2AEC9D-B04E-2A13-A434-119FB921D813}"/>
                    </a:ext>
                  </a:extLst>
                </p14:cNvPr>
                <p14:cNvContentPartPr/>
                <p14:nvPr/>
              </p14:nvContentPartPr>
              <p14:xfrm>
                <a:off x="1174140" y="3880808"/>
                <a:ext cx="360" cy="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F2AEC9D-B04E-2A13-A434-119FB921D81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65140" y="387216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3C12085-20EF-80AD-4406-8D8383AE7B5E}"/>
                    </a:ext>
                  </a:extLst>
                </p14:cNvPr>
                <p14:cNvContentPartPr/>
                <p14:nvPr/>
              </p14:nvContentPartPr>
              <p14:xfrm>
                <a:off x="755460" y="3519368"/>
                <a:ext cx="107280" cy="352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3C12085-20EF-80AD-4406-8D8383AE7B5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46820" y="3510368"/>
                  <a:ext cx="12492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4973EFB-D1BF-655B-7071-6388803ED337}"/>
                    </a:ext>
                  </a:extLst>
                </p14:cNvPr>
                <p14:cNvContentPartPr/>
                <p14:nvPr/>
              </p14:nvContentPartPr>
              <p14:xfrm>
                <a:off x="773100" y="3719888"/>
                <a:ext cx="105120" cy="10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4973EFB-D1BF-655B-7071-6388803ED33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64100" y="3711248"/>
                  <a:ext cx="1227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6066AFA-F05A-F828-4474-C522DD01CA1A}"/>
                    </a:ext>
                  </a:extLst>
                </p14:cNvPr>
                <p14:cNvContentPartPr/>
                <p14:nvPr/>
              </p14:nvContentPartPr>
              <p14:xfrm>
                <a:off x="1172700" y="3699008"/>
                <a:ext cx="100440" cy="15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6066AFA-F05A-F828-4474-C522DD01CA1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64060" y="3690368"/>
                  <a:ext cx="1180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EB98AF7-2BFF-BA34-6E05-4D929658A30B}"/>
                    </a:ext>
                  </a:extLst>
                </p14:cNvPr>
                <p14:cNvContentPartPr/>
                <p14:nvPr/>
              </p14:nvContentPartPr>
              <p14:xfrm>
                <a:off x="1157580" y="3646808"/>
                <a:ext cx="120960" cy="26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EB98AF7-2BFF-BA34-6E05-4D929658A30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48580" y="3637808"/>
                  <a:ext cx="13860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E422978-AF22-C507-F541-AD1D25E63FB2}"/>
              </a:ext>
            </a:extLst>
          </p:cNvPr>
          <p:cNvGrpSpPr/>
          <p:nvPr/>
        </p:nvGrpSpPr>
        <p:grpSpPr>
          <a:xfrm>
            <a:off x="1417140" y="3538088"/>
            <a:ext cx="879120" cy="181800"/>
            <a:chOff x="1417140" y="3538088"/>
            <a:chExt cx="879120" cy="18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B26E1F8-1B1E-C1F7-75FC-E8B37ED64E18}"/>
                    </a:ext>
                  </a:extLst>
                </p14:cNvPr>
                <p14:cNvContentPartPr/>
                <p14:nvPr/>
              </p14:nvContentPartPr>
              <p14:xfrm>
                <a:off x="1417140" y="3594968"/>
                <a:ext cx="46800" cy="124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B26E1F8-1B1E-C1F7-75FC-E8B37ED64E1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408140" y="3586328"/>
                  <a:ext cx="644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DB00E87-2738-B24B-908E-85162EF924B0}"/>
                    </a:ext>
                  </a:extLst>
                </p14:cNvPr>
                <p14:cNvContentPartPr/>
                <p14:nvPr/>
              </p14:nvContentPartPr>
              <p14:xfrm>
                <a:off x="1480500" y="3592088"/>
                <a:ext cx="154440" cy="117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DB00E87-2738-B24B-908E-85162EF924B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471860" y="3583088"/>
                  <a:ext cx="1720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81A98DF-8A2F-1131-1805-1E6F2061707A}"/>
                    </a:ext>
                  </a:extLst>
                </p14:cNvPr>
                <p14:cNvContentPartPr/>
                <p14:nvPr/>
              </p14:nvContentPartPr>
              <p14:xfrm>
                <a:off x="1683180" y="3569048"/>
                <a:ext cx="60840" cy="147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81A98DF-8A2F-1131-1805-1E6F2061707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674180" y="3560408"/>
                  <a:ext cx="784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F0AA1C1-56F1-7A37-C070-53C4D1735B23}"/>
                    </a:ext>
                  </a:extLst>
                </p14:cNvPr>
                <p14:cNvContentPartPr/>
                <p14:nvPr/>
              </p14:nvContentPartPr>
              <p14:xfrm>
                <a:off x="1752300" y="3647168"/>
                <a:ext cx="100080" cy="62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F0AA1C1-56F1-7A37-C070-53C4D1735B2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743660" y="3638168"/>
                  <a:ext cx="1177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2629328-A41C-6DDD-F8C8-156509FD968C}"/>
                    </a:ext>
                  </a:extLst>
                </p14:cNvPr>
                <p14:cNvContentPartPr/>
                <p14:nvPr/>
              </p14:nvContentPartPr>
              <p14:xfrm>
                <a:off x="1849500" y="3553568"/>
                <a:ext cx="84960" cy="154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2629328-A41C-6DDD-F8C8-156509FD968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840500" y="3544568"/>
                  <a:ext cx="1026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F3C84AE-A33D-2F13-9CBA-2921F38C44D1}"/>
                    </a:ext>
                  </a:extLst>
                </p14:cNvPr>
                <p14:cNvContentPartPr/>
                <p14:nvPr/>
              </p14:nvContentPartPr>
              <p14:xfrm>
                <a:off x="1901340" y="3643568"/>
                <a:ext cx="119880" cy="14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F3C84AE-A33D-2F13-9CBA-2921F38C44D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892700" y="3634568"/>
                  <a:ext cx="1375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F1FD4F4-D374-22B6-6629-0401A5FC2C66}"/>
                    </a:ext>
                  </a:extLst>
                </p14:cNvPr>
                <p14:cNvContentPartPr/>
                <p14:nvPr/>
              </p14:nvContentPartPr>
              <p14:xfrm>
                <a:off x="1979460" y="3538088"/>
                <a:ext cx="104040" cy="158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F1FD4F4-D374-22B6-6629-0401A5FC2C6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970460" y="3529088"/>
                  <a:ext cx="1216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44E425A-C06D-A5C7-C821-E4561DC2007C}"/>
                    </a:ext>
                  </a:extLst>
                </p14:cNvPr>
                <p14:cNvContentPartPr/>
                <p14:nvPr/>
              </p14:nvContentPartPr>
              <p14:xfrm>
                <a:off x="2104020" y="3570848"/>
                <a:ext cx="155520" cy="108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44E425A-C06D-A5C7-C821-E4561DC2007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095020" y="3562208"/>
                  <a:ext cx="1731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D410471-47CB-11EA-69C9-B42BCFDF6A8D}"/>
                    </a:ext>
                  </a:extLst>
                </p14:cNvPr>
                <p14:cNvContentPartPr/>
                <p14:nvPr/>
              </p14:nvContentPartPr>
              <p14:xfrm>
                <a:off x="2171700" y="3620168"/>
                <a:ext cx="124560" cy="21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D410471-47CB-11EA-69C9-B42BCFDF6A8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162700" y="3611528"/>
                  <a:ext cx="14220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E0428D7-086D-291D-91F7-10ED31361574}"/>
              </a:ext>
            </a:extLst>
          </p:cNvPr>
          <p:cNvGrpSpPr/>
          <p:nvPr/>
        </p:nvGrpSpPr>
        <p:grpSpPr>
          <a:xfrm>
            <a:off x="1093860" y="5113088"/>
            <a:ext cx="340920" cy="271800"/>
            <a:chOff x="1093860" y="5113088"/>
            <a:chExt cx="340920" cy="27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8157F1B-24F4-0AEE-4119-6A592B4E56E0}"/>
                    </a:ext>
                  </a:extLst>
                </p14:cNvPr>
                <p14:cNvContentPartPr/>
                <p14:nvPr/>
              </p14:nvContentPartPr>
              <p14:xfrm>
                <a:off x="1173060" y="5113088"/>
                <a:ext cx="84600" cy="271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8157F1B-24F4-0AEE-4119-6A592B4E56E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64060" y="5104448"/>
                  <a:ext cx="1022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9D613B1-4A9B-BB70-ABF8-D42E234E3A28}"/>
                    </a:ext>
                  </a:extLst>
                </p14:cNvPr>
                <p14:cNvContentPartPr/>
                <p14:nvPr/>
              </p14:nvContentPartPr>
              <p14:xfrm>
                <a:off x="1093860" y="5283368"/>
                <a:ext cx="163440" cy="11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9D613B1-4A9B-BB70-ABF8-D42E234E3A2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85220" y="5274368"/>
                  <a:ext cx="181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A753B48-356B-A38D-242D-0C6842BFDB4C}"/>
                    </a:ext>
                  </a:extLst>
                </p14:cNvPr>
                <p14:cNvContentPartPr/>
                <p14:nvPr/>
              </p14:nvContentPartPr>
              <p14:xfrm>
                <a:off x="1349820" y="5289128"/>
                <a:ext cx="84960" cy="63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A753B48-356B-A38D-242D-0C6842BFDB4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341180" y="5280488"/>
                  <a:ext cx="10260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2EE9824-32D5-83AB-49DE-1F43484012E2}"/>
              </a:ext>
            </a:extLst>
          </p:cNvPr>
          <p:cNvGrpSpPr/>
          <p:nvPr/>
        </p:nvGrpSpPr>
        <p:grpSpPr>
          <a:xfrm>
            <a:off x="1045980" y="5850008"/>
            <a:ext cx="393480" cy="219960"/>
            <a:chOff x="1045980" y="5850008"/>
            <a:chExt cx="393480" cy="21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EBCB95D-4909-E439-1955-8DE4D3B66142}"/>
                    </a:ext>
                  </a:extLst>
                </p14:cNvPr>
                <p14:cNvContentPartPr/>
                <p14:nvPr/>
              </p14:nvContentPartPr>
              <p14:xfrm>
                <a:off x="1045980" y="5901848"/>
                <a:ext cx="150120" cy="1681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EBCB95D-4909-E439-1955-8DE4D3B6614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36980" y="5893208"/>
                  <a:ext cx="1677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AAA0CFE-BE43-5CAD-EA38-879EEA8E6117}"/>
                    </a:ext>
                  </a:extLst>
                </p14:cNvPr>
                <p14:cNvContentPartPr/>
                <p14:nvPr/>
              </p14:nvContentPartPr>
              <p14:xfrm>
                <a:off x="1059660" y="5857568"/>
                <a:ext cx="106200" cy="23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AAA0CFE-BE43-5CAD-EA38-879EEA8E611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51020" y="5848568"/>
                  <a:ext cx="1238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8E450CF-D903-2CA9-2941-EAD45AA01C62}"/>
                    </a:ext>
                  </a:extLst>
                </p14:cNvPr>
                <p14:cNvContentPartPr/>
                <p14:nvPr/>
              </p14:nvContentPartPr>
              <p14:xfrm>
                <a:off x="1241460" y="5850008"/>
                <a:ext cx="67320" cy="166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8E450CF-D903-2CA9-2941-EAD45AA01C6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232820" y="5841008"/>
                  <a:ext cx="849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19C68D0-4732-F24E-D682-BCE59172F12E}"/>
                    </a:ext>
                  </a:extLst>
                </p14:cNvPr>
                <p14:cNvContentPartPr/>
                <p14:nvPr/>
              </p14:nvContentPartPr>
              <p14:xfrm>
                <a:off x="1322100" y="5938208"/>
                <a:ext cx="117360" cy="63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19C68D0-4732-F24E-D682-BCE59172F12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313100" y="5929568"/>
                  <a:ext cx="13500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5A6C269A-1410-AC4F-3DD8-3A959AF60A4E}"/>
              </a:ext>
            </a:extLst>
          </p:cNvPr>
          <p:cNvGrpSpPr/>
          <p:nvPr/>
        </p:nvGrpSpPr>
        <p:grpSpPr>
          <a:xfrm>
            <a:off x="2062260" y="5044328"/>
            <a:ext cx="1601280" cy="916560"/>
            <a:chOff x="2062260" y="5044328"/>
            <a:chExt cx="1601280" cy="91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60198AF-C519-4B85-F888-84AB9F204C2E}"/>
                    </a:ext>
                  </a:extLst>
                </p14:cNvPr>
                <p14:cNvContentPartPr/>
                <p14:nvPr/>
              </p14:nvContentPartPr>
              <p14:xfrm>
                <a:off x="2232900" y="5044328"/>
                <a:ext cx="117360" cy="304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60198AF-C519-4B85-F888-84AB9F204C2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223900" y="5035328"/>
                  <a:ext cx="1350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60D717F-5B36-E45F-63EB-987C3ACFBDB2}"/>
                    </a:ext>
                  </a:extLst>
                </p14:cNvPr>
                <p14:cNvContentPartPr/>
                <p14:nvPr/>
              </p14:nvContentPartPr>
              <p14:xfrm>
                <a:off x="2235780" y="5237288"/>
                <a:ext cx="81360" cy="5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60D717F-5B36-E45F-63EB-987C3ACFBDB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227140" y="5228648"/>
                  <a:ext cx="990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20251B9-FC74-E3A2-A57C-507E9E50A965}"/>
                    </a:ext>
                  </a:extLst>
                </p14:cNvPr>
                <p14:cNvContentPartPr/>
                <p14:nvPr/>
              </p14:nvContentPartPr>
              <p14:xfrm>
                <a:off x="2393820" y="5249528"/>
                <a:ext cx="104760" cy="60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20251B9-FC74-E3A2-A57C-507E9E50A96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384820" y="5240888"/>
                  <a:ext cx="1224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7545707-1AB9-C95A-93AA-DB4385E1F2E0}"/>
                    </a:ext>
                  </a:extLst>
                </p14:cNvPr>
                <p14:cNvContentPartPr/>
                <p14:nvPr/>
              </p14:nvContentPartPr>
              <p14:xfrm>
                <a:off x="2513700" y="5099408"/>
                <a:ext cx="176040" cy="191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7545707-1AB9-C95A-93AA-DB4385E1F2E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504700" y="5090408"/>
                  <a:ext cx="1936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FAFACF6-1AA2-4A21-72D1-4657C2CF250F}"/>
                    </a:ext>
                  </a:extLst>
                </p14:cNvPr>
                <p14:cNvContentPartPr/>
                <p14:nvPr/>
              </p14:nvContentPartPr>
              <p14:xfrm>
                <a:off x="2665260" y="5143328"/>
                <a:ext cx="5400" cy="10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FAFACF6-1AA2-4A21-72D1-4657C2CF250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656620" y="5134328"/>
                  <a:ext cx="230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619584D-4CF2-42BF-A0D8-F20CA8F1B3FC}"/>
                    </a:ext>
                  </a:extLst>
                </p14:cNvPr>
                <p14:cNvContentPartPr/>
                <p14:nvPr/>
              </p14:nvContentPartPr>
              <p14:xfrm>
                <a:off x="2754540" y="5212448"/>
                <a:ext cx="107640" cy="61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619584D-4CF2-42BF-A0D8-F20CA8F1B3F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745540" y="5203808"/>
                  <a:ext cx="1252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23841CD-62FF-2F57-24E0-D4E3CABF01C5}"/>
                    </a:ext>
                  </a:extLst>
                </p14:cNvPr>
                <p14:cNvContentPartPr/>
                <p14:nvPr/>
              </p14:nvContentPartPr>
              <p14:xfrm>
                <a:off x="2834820" y="5138288"/>
                <a:ext cx="116280" cy="159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23841CD-62FF-2F57-24E0-D4E3CABF01C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825820" y="5129288"/>
                  <a:ext cx="1339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7E7DD16-FDAF-50AD-2A86-955D4499E4B4}"/>
                    </a:ext>
                  </a:extLst>
                </p14:cNvPr>
                <p14:cNvContentPartPr/>
                <p14:nvPr/>
              </p14:nvContentPartPr>
              <p14:xfrm>
                <a:off x="2244420" y="5569208"/>
                <a:ext cx="66960" cy="104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7E7DD16-FDAF-50AD-2A86-955D4499E4B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235420" y="5560208"/>
                  <a:ext cx="846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D2312C0-AD72-CA1C-1D59-E4462BE76186}"/>
                    </a:ext>
                  </a:extLst>
                </p14:cNvPr>
                <p14:cNvContentPartPr/>
                <p14:nvPr/>
              </p14:nvContentPartPr>
              <p14:xfrm>
                <a:off x="2364660" y="5553728"/>
                <a:ext cx="113040" cy="83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D2312C0-AD72-CA1C-1D59-E4462BE7618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356020" y="5544728"/>
                  <a:ext cx="1306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85126C9-6BD2-8DDB-11CB-EFD7125D63D3}"/>
                    </a:ext>
                  </a:extLst>
                </p14:cNvPr>
                <p14:cNvContentPartPr/>
                <p14:nvPr/>
              </p14:nvContentPartPr>
              <p14:xfrm>
                <a:off x="2572020" y="5585048"/>
                <a:ext cx="103680" cy="5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85126C9-6BD2-8DDB-11CB-EFD7125D63D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563380" y="5576048"/>
                  <a:ext cx="1213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769F94C-5E00-A0E5-0308-99C4A690E09B}"/>
                    </a:ext>
                  </a:extLst>
                </p14:cNvPr>
                <p14:cNvContentPartPr/>
                <p14:nvPr/>
              </p14:nvContentPartPr>
              <p14:xfrm>
                <a:off x="2775780" y="5516288"/>
                <a:ext cx="48240" cy="94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769F94C-5E00-A0E5-0308-99C4A690E09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767140" y="5507648"/>
                  <a:ext cx="658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042E811-D23E-FDAC-1743-F412C6D61D35}"/>
                    </a:ext>
                  </a:extLst>
                </p14:cNvPr>
                <p14:cNvContentPartPr/>
                <p14:nvPr/>
              </p14:nvContentPartPr>
              <p14:xfrm>
                <a:off x="2847060" y="5472008"/>
                <a:ext cx="140400" cy="130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042E811-D23E-FDAC-1743-F412C6D61D3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838060" y="5463368"/>
                  <a:ext cx="1580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5069512-0A1B-6B52-7D48-98C2C356CFB6}"/>
                    </a:ext>
                  </a:extLst>
                </p14:cNvPr>
                <p14:cNvContentPartPr/>
                <p14:nvPr/>
              </p14:nvContentPartPr>
              <p14:xfrm>
                <a:off x="3101220" y="5371928"/>
                <a:ext cx="26640" cy="233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5069512-0A1B-6B52-7D48-98C2C356CFB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092580" y="5362928"/>
                  <a:ext cx="442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DE10874-3977-D139-1E1A-EC53218EB236}"/>
                    </a:ext>
                  </a:extLst>
                </p14:cNvPr>
                <p14:cNvContentPartPr/>
                <p14:nvPr/>
              </p14:nvContentPartPr>
              <p14:xfrm>
                <a:off x="2062260" y="5448968"/>
                <a:ext cx="73440" cy="2656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DE10874-3977-D139-1E1A-EC53218EB23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053620" y="5440328"/>
                  <a:ext cx="910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2C86F4E-2270-94C5-3795-32CB60024627}"/>
                    </a:ext>
                  </a:extLst>
                </p14:cNvPr>
                <p14:cNvContentPartPr/>
                <p14:nvPr/>
              </p14:nvContentPartPr>
              <p14:xfrm>
                <a:off x="3283740" y="5540048"/>
                <a:ext cx="88560" cy="3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2C86F4E-2270-94C5-3795-32CB6002462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274740" y="5531408"/>
                  <a:ext cx="1062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580EDD9-67D7-3F88-3C1E-15D19B9275DA}"/>
                    </a:ext>
                  </a:extLst>
                </p14:cNvPr>
                <p14:cNvContentPartPr/>
                <p14:nvPr/>
              </p14:nvContentPartPr>
              <p14:xfrm>
                <a:off x="3261060" y="5491088"/>
                <a:ext cx="95400" cy="11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580EDD9-67D7-3F88-3C1E-15D19B9275D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252420" y="5482448"/>
                  <a:ext cx="1130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0EB09B0-EE30-16EE-B82A-FC73B8DD03BE}"/>
                    </a:ext>
                  </a:extLst>
                </p14:cNvPr>
                <p14:cNvContentPartPr/>
                <p14:nvPr/>
              </p14:nvContentPartPr>
              <p14:xfrm>
                <a:off x="3475620" y="5417288"/>
                <a:ext cx="187920" cy="153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0EB09B0-EE30-16EE-B82A-FC73B8DD03B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466620" y="5408648"/>
                  <a:ext cx="2055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78C5893-9E13-2C70-A037-59D2970E830E}"/>
                    </a:ext>
                  </a:extLst>
                </p14:cNvPr>
                <p14:cNvContentPartPr/>
                <p14:nvPr/>
              </p14:nvContentPartPr>
              <p14:xfrm>
                <a:off x="2150820" y="5796728"/>
                <a:ext cx="45360" cy="1641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78C5893-9E13-2C70-A037-59D2970E830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141820" y="5788088"/>
                  <a:ext cx="630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508DB14-BF13-7098-F652-433E7C82B7CD}"/>
                    </a:ext>
                  </a:extLst>
                </p14:cNvPr>
                <p14:cNvContentPartPr/>
                <p14:nvPr/>
              </p14:nvContentPartPr>
              <p14:xfrm>
                <a:off x="2348820" y="5844968"/>
                <a:ext cx="100080" cy="104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508DB14-BF13-7098-F652-433E7C82B7C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339820" y="5836328"/>
                  <a:ext cx="1177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46F637C-AAAA-DBC2-B27C-D77E5C19C424}"/>
                    </a:ext>
                  </a:extLst>
                </p14:cNvPr>
                <p14:cNvContentPartPr/>
                <p14:nvPr/>
              </p14:nvContentPartPr>
              <p14:xfrm>
                <a:off x="2363580" y="5761448"/>
                <a:ext cx="82440" cy="579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46F637C-AAAA-DBC2-B27C-D77E5C19C42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354940" y="5752448"/>
                  <a:ext cx="1000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75EFDA8-81A3-AD4D-C5EA-5466592E2F89}"/>
                    </a:ext>
                  </a:extLst>
                </p14:cNvPr>
                <p14:cNvContentPartPr/>
                <p14:nvPr/>
              </p14:nvContentPartPr>
              <p14:xfrm>
                <a:off x="2591100" y="5844248"/>
                <a:ext cx="120960" cy="46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75EFDA8-81A3-AD4D-C5EA-5466592E2F8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582460" y="5835608"/>
                  <a:ext cx="1386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098CAE3-1F8C-90AC-806C-0B0FCA0C3FEC}"/>
                    </a:ext>
                  </a:extLst>
                </p14:cNvPr>
                <p14:cNvContentPartPr/>
                <p14:nvPr/>
              </p14:nvContentPartPr>
              <p14:xfrm>
                <a:off x="2789820" y="5773688"/>
                <a:ext cx="113760" cy="936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098CAE3-1F8C-90AC-806C-0B0FCA0C3FE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780820" y="5764688"/>
                  <a:ext cx="1314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E073E37-8944-B013-3C2F-EFD2216C9127}"/>
                    </a:ext>
                  </a:extLst>
                </p14:cNvPr>
                <p14:cNvContentPartPr/>
                <p14:nvPr/>
              </p14:nvContentPartPr>
              <p14:xfrm>
                <a:off x="3033540" y="5688368"/>
                <a:ext cx="46080" cy="2048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E073E37-8944-B013-3C2F-EFD2216C912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024900" y="5679368"/>
                  <a:ext cx="637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B55FB38-76BC-C031-3C1E-E4BBF09AFE37}"/>
                    </a:ext>
                  </a:extLst>
                </p14:cNvPr>
                <p14:cNvContentPartPr/>
                <p14:nvPr/>
              </p14:nvContentPartPr>
              <p14:xfrm>
                <a:off x="3271500" y="5824088"/>
                <a:ext cx="95400" cy="10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B55FB38-76BC-C031-3C1E-E4BBF09AFE3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262500" y="5815088"/>
                  <a:ext cx="1130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E81B1C1-644D-405D-8F76-66C838ADE4A4}"/>
                    </a:ext>
                  </a:extLst>
                </p14:cNvPr>
                <p14:cNvContentPartPr/>
                <p14:nvPr/>
              </p14:nvContentPartPr>
              <p14:xfrm>
                <a:off x="3265020" y="5759288"/>
                <a:ext cx="75960" cy="79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E81B1C1-644D-405D-8F76-66C838ADE4A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256020" y="5750648"/>
                  <a:ext cx="936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81575B4-EBB0-ED08-6C01-DC990C94D54B}"/>
                    </a:ext>
                  </a:extLst>
                </p14:cNvPr>
                <p14:cNvContentPartPr/>
                <p14:nvPr/>
              </p14:nvContentPartPr>
              <p14:xfrm>
                <a:off x="3455100" y="5725088"/>
                <a:ext cx="155880" cy="1666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81575B4-EBB0-ED08-6C01-DC990C94D54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446460" y="5716448"/>
                  <a:ext cx="1735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E55654A-2ED4-41A4-0293-198FB2846FBE}"/>
                    </a:ext>
                  </a:extLst>
                </p14:cNvPr>
                <p14:cNvContentPartPr/>
                <p14:nvPr/>
              </p14:nvContentPartPr>
              <p14:xfrm>
                <a:off x="3475620" y="5706728"/>
                <a:ext cx="179280" cy="13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E55654A-2ED4-41A4-0293-198FB2846FB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466620" y="5697728"/>
                  <a:ext cx="196920" cy="3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92DF8E09-22BC-B865-7EF9-FE33C356A39E}"/>
                  </a:ext>
                </a:extLst>
              </p14:cNvPr>
              <p14:cNvContentPartPr/>
              <p14:nvPr/>
            </p14:nvContentPartPr>
            <p14:xfrm>
              <a:off x="991980" y="6177608"/>
              <a:ext cx="157680" cy="19296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92DF8E09-22BC-B865-7EF9-FE33C356A39E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983340" y="6168968"/>
                <a:ext cx="17532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C6FB7F57-4275-49F1-1C29-EC869D74CC08}"/>
                  </a:ext>
                </a:extLst>
              </p14:cNvPr>
              <p14:cNvContentPartPr/>
              <p14:nvPr/>
            </p14:nvContentPartPr>
            <p14:xfrm>
              <a:off x="1034820" y="6301808"/>
              <a:ext cx="160560" cy="1116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C6FB7F57-4275-49F1-1C29-EC869D74CC08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1025820" y="6293168"/>
                <a:ext cx="17820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76599CFC-A834-8055-B771-4AE247A8DC57}"/>
                  </a:ext>
                </a:extLst>
              </p14:cNvPr>
              <p14:cNvContentPartPr/>
              <p14:nvPr/>
            </p14:nvContentPartPr>
            <p14:xfrm>
              <a:off x="1272060" y="6151328"/>
              <a:ext cx="63000" cy="2037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76599CFC-A834-8055-B771-4AE247A8DC57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1263420" y="6142328"/>
                <a:ext cx="8064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A4B40145-B647-05C1-8EBB-66B54939B70A}"/>
                  </a:ext>
                </a:extLst>
              </p14:cNvPr>
              <p14:cNvContentPartPr/>
              <p14:nvPr/>
            </p14:nvContentPartPr>
            <p14:xfrm>
              <a:off x="1326420" y="6286328"/>
              <a:ext cx="149040" cy="6696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A4B40145-B647-05C1-8EBB-66B54939B70A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1317420" y="6277328"/>
                <a:ext cx="16668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BDC44B37-AD16-F70A-C0E1-245EA3322CAF}"/>
                  </a:ext>
                </a:extLst>
              </p14:cNvPr>
              <p14:cNvContentPartPr/>
              <p14:nvPr/>
            </p14:nvContentPartPr>
            <p14:xfrm>
              <a:off x="2150100" y="6077168"/>
              <a:ext cx="48960" cy="27360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BDC44B37-AD16-F70A-C0E1-245EA3322CAF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2141100" y="6068168"/>
                <a:ext cx="66600" cy="29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905C8F40-2B96-6D53-7E67-A565ED87C2C7}"/>
              </a:ext>
            </a:extLst>
          </p:cNvPr>
          <p:cNvGrpSpPr/>
          <p:nvPr/>
        </p:nvGrpSpPr>
        <p:grpSpPr>
          <a:xfrm>
            <a:off x="2327220" y="6082928"/>
            <a:ext cx="698400" cy="206280"/>
            <a:chOff x="2327220" y="6082928"/>
            <a:chExt cx="698400" cy="20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13F663D-42FA-CB7F-2079-17A40907EC7F}"/>
                    </a:ext>
                  </a:extLst>
                </p14:cNvPr>
                <p14:cNvContentPartPr/>
                <p14:nvPr/>
              </p14:nvContentPartPr>
              <p14:xfrm>
                <a:off x="2327220" y="6113888"/>
                <a:ext cx="116640" cy="1753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13F663D-42FA-CB7F-2079-17A40907EC7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318580" y="6104888"/>
                  <a:ext cx="1342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FC7C6E8-F3F9-0593-1A10-26D2A301230A}"/>
                    </a:ext>
                  </a:extLst>
                </p14:cNvPr>
                <p14:cNvContentPartPr/>
                <p14:nvPr/>
              </p14:nvContentPartPr>
              <p14:xfrm>
                <a:off x="2342700" y="6217928"/>
                <a:ext cx="125280" cy="165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FC7C6E8-F3F9-0593-1A10-26D2A301230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333700" y="6209288"/>
                  <a:ext cx="142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79CBA40-F57F-CA88-76AD-C3EC6AFCC3FB}"/>
                    </a:ext>
                  </a:extLst>
                </p14:cNvPr>
                <p14:cNvContentPartPr/>
                <p14:nvPr/>
              </p14:nvContentPartPr>
              <p14:xfrm>
                <a:off x="2598660" y="6179048"/>
                <a:ext cx="101160" cy="36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79CBA40-F57F-CA88-76AD-C3EC6AFCC3F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590020" y="6170408"/>
                  <a:ext cx="1188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A84CB07-4567-8114-1DC5-D09C1D477BBF}"/>
                    </a:ext>
                  </a:extLst>
                </p14:cNvPr>
                <p14:cNvContentPartPr/>
                <p14:nvPr/>
              </p14:nvContentPartPr>
              <p14:xfrm>
                <a:off x="2800620" y="6082928"/>
                <a:ext cx="56520" cy="1670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A84CB07-4567-8114-1DC5-D09C1D477BB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791620" y="6073928"/>
                  <a:ext cx="741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BA9D408-5CA2-222F-B308-AAC0B5EDC528}"/>
                    </a:ext>
                  </a:extLst>
                </p14:cNvPr>
                <p14:cNvContentPartPr/>
                <p14:nvPr/>
              </p14:nvContentPartPr>
              <p14:xfrm>
                <a:off x="2892780" y="6097688"/>
                <a:ext cx="132840" cy="1483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BA9D408-5CA2-222F-B308-AAC0B5EDC52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883780" y="6089048"/>
                  <a:ext cx="15048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10597CCA-E4FB-60DF-1246-83B12BABD415}"/>
              </a:ext>
            </a:extLst>
          </p:cNvPr>
          <p:cNvGrpSpPr/>
          <p:nvPr/>
        </p:nvGrpSpPr>
        <p:grpSpPr>
          <a:xfrm>
            <a:off x="3129660" y="6027848"/>
            <a:ext cx="534240" cy="277560"/>
            <a:chOff x="3129660" y="6027848"/>
            <a:chExt cx="534240" cy="27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9D1F5B0-540A-3CE1-9802-914A62C38D8E}"/>
                    </a:ext>
                  </a:extLst>
                </p14:cNvPr>
                <p14:cNvContentPartPr/>
                <p14:nvPr/>
              </p14:nvContentPartPr>
              <p14:xfrm>
                <a:off x="3129660" y="6027848"/>
                <a:ext cx="50760" cy="2775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9D1F5B0-540A-3CE1-9802-914A62C38D8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121020" y="6019208"/>
                  <a:ext cx="684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EF25800-30DD-ACBB-5AFE-3C035542B2D5}"/>
                    </a:ext>
                  </a:extLst>
                </p14:cNvPr>
                <p14:cNvContentPartPr/>
                <p14:nvPr/>
              </p14:nvContentPartPr>
              <p14:xfrm>
                <a:off x="3310020" y="6199208"/>
                <a:ext cx="106200" cy="108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EF25800-30DD-ACBB-5AFE-3C035542B2D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301020" y="6190568"/>
                  <a:ext cx="1238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5AE71E1-6908-F30B-6649-C54D4BB5F825}"/>
                    </a:ext>
                  </a:extLst>
                </p14:cNvPr>
                <p14:cNvContentPartPr/>
                <p14:nvPr/>
              </p14:nvContentPartPr>
              <p14:xfrm>
                <a:off x="3304620" y="6152408"/>
                <a:ext cx="104040" cy="147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5AE71E1-6908-F30B-6649-C54D4BB5F825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295620" y="6143408"/>
                  <a:ext cx="1216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870FE05-9A4F-1F20-A692-02B5089115EA}"/>
                    </a:ext>
                  </a:extLst>
                </p14:cNvPr>
                <p14:cNvContentPartPr/>
                <p14:nvPr/>
              </p14:nvContentPartPr>
              <p14:xfrm>
                <a:off x="3509100" y="6114248"/>
                <a:ext cx="147600" cy="1317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870FE05-9A4F-1F20-A692-02B5089115EA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500100" y="6105608"/>
                  <a:ext cx="1652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B61F270-5220-38D5-9609-0203072D9959}"/>
                    </a:ext>
                  </a:extLst>
                </p14:cNvPr>
                <p14:cNvContentPartPr/>
                <p14:nvPr/>
              </p14:nvContentPartPr>
              <p14:xfrm>
                <a:off x="3511980" y="6048368"/>
                <a:ext cx="151920" cy="100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B61F270-5220-38D5-9609-0203072D995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502980" y="6039368"/>
                  <a:ext cx="1695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6F80844-90D9-DA58-ED5C-A78D1249454A}"/>
                    </a:ext>
                  </a:extLst>
                </p14:cNvPr>
                <p14:cNvContentPartPr/>
                <p14:nvPr/>
              </p14:nvContentPartPr>
              <p14:xfrm>
                <a:off x="3527100" y="6058808"/>
                <a:ext cx="11160" cy="313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6F80844-90D9-DA58-ED5C-A78D1249454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518100" y="6050168"/>
                  <a:ext cx="2880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3E9707FF-1C1A-396D-987A-76DC17FE49B7}"/>
              </a:ext>
            </a:extLst>
          </p:cNvPr>
          <p:cNvGrpSpPr/>
          <p:nvPr/>
        </p:nvGrpSpPr>
        <p:grpSpPr>
          <a:xfrm>
            <a:off x="3765780" y="5339888"/>
            <a:ext cx="207000" cy="200880"/>
            <a:chOff x="3765780" y="5339888"/>
            <a:chExt cx="207000" cy="20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1E2E529-27CB-957E-A576-E826CD267B0B}"/>
                    </a:ext>
                  </a:extLst>
                </p14:cNvPr>
                <p14:cNvContentPartPr/>
                <p14:nvPr/>
              </p14:nvContentPartPr>
              <p14:xfrm>
                <a:off x="3765780" y="5339888"/>
                <a:ext cx="63720" cy="2008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1E2E529-27CB-957E-A576-E826CD267B0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757140" y="5330888"/>
                  <a:ext cx="813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C887ADA-8E4A-1C9F-9AFA-F613CFA8317C}"/>
                    </a:ext>
                  </a:extLst>
                </p14:cNvPr>
                <p14:cNvContentPartPr/>
                <p14:nvPr/>
              </p14:nvContentPartPr>
              <p14:xfrm>
                <a:off x="3835260" y="5465528"/>
                <a:ext cx="137520" cy="630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C887ADA-8E4A-1C9F-9AFA-F613CFA8317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826620" y="5456528"/>
                  <a:ext cx="15516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6B4CC493-1DAA-1F83-6EE8-5ED1417CC258}"/>
              </a:ext>
            </a:extLst>
          </p:cNvPr>
          <p:cNvGrpSpPr/>
          <p:nvPr/>
        </p:nvGrpSpPr>
        <p:grpSpPr>
          <a:xfrm>
            <a:off x="3820860" y="5681168"/>
            <a:ext cx="158760" cy="144720"/>
            <a:chOff x="3820860" y="5681168"/>
            <a:chExt cx="158760" cy="14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2D5E0BB-F82E-7811-5B91-2AD025014C1D}"/>
                    </a:ext>
                  </a:extLst>
                </p14:cNvPr>
                <p14:cNvContentPartPr/>
                <p14:nvPr/>
              </p14:nvContentPartPr>
              <p14:xfrm>
                <a:off x="3820860" y="5681168"/>
                <a:ext cx="53640" cy="1447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2D5E0BB-F82E-7811-5B91-2AD025014C1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812220" y="5672168"/>
                  <a:ext cx="712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2B7C6D9-826D-C105-6222-18C131B0A7BE}"/>
                    </a:ext>
                  </a:extLst>
                </p14:cNvPr>
                <p14:cNvContentPartPr/>
                <p14:nvPr/>
              </p14:nvContentPartPr>
              <p14:xfrm>
                <a:off x="3880260" y="5761448"/>
                <a:ext cx="99360" cy="630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2B7C6D9-826D-C105-6222-18C131B0A7B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871260" y="5752808"/>
                  <a:ext cx="11700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2F0BE6C-ACE2-795C-5AC7-D390243F4912}"/>
              </a:ext>
            </a:extLst>
          </p:cNvPr>
          <p:cNvGrpSpPr/>
          <p:nvPr/>
        </p:nvGrpSpPr>
        <p:grpSpPr>
          <a:xfrm>
            <a:off x="3844260" y="6010928"/>
            <a:ext cx="166680" cy="180360"/>
            <a:chOff x="3844260" y="6010928"/>
            <a:chExt cx="166680" cy="18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C9480E1-0B5E-3387-CA9F-ABFF5E64172D}"/>
                    </a:ext>
                  </a:extLst>
                </p14:cNvPr>
                <p14:cNvContentPartPr/>
                <p14:nvPr/>
              </p14:nvContentPartPr>
              <p14:xfrm>
                <a:off x="3844260" y="6010928"/>
                <a:ext cx="42840" cy="1803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C9480E1-0B5E-3387-CA9F-ABFF5E64172D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835620" y="6002288"/>
                  <a:ext cx="604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8409ADF-FFF5-C70D-3EAA-0717A90B5F89}"/>
                    </a:ext>
                  </a:extLst>
                </p14:cNvPr>
                <p14:cNvContentPartPr/>
                <p14:nvPr/>
              </p14:nvContentPartPr>
              <p14:xfrm>
                <a:off x="3904380" y="6109568"/>
                <a:ext cx="106560" cy="532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8409ADF-FFF5-C70D-3EAA-0717A90B5F89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895740" y="6100928"/>
                  <a:ext cx="124200" cy="70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fact in normalized frequency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mapping ω = ΩT is periodic modulo 2π.</a:t>
            </a:r>
            <a:endParaRPr lang="en-US" sz="1550" dirty="0"/>
          </a:p>
        </p:txBody>
      </p:sp>
      <p:pic>
        <p:nvPicPr>
          <p:cNvPr id="4" name="Image 0" descr="/mnt/data/week2_dsp_ml/assets/frequency_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158361"/>
            <a:ext cx="6035040" cy="24955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" y="1408176"/>
            <a:ext cx="4352544" cy="795528"/>
          </a:xfrm>
          <a:prstGeom prst="roundRect">
            <a:avLst>
              <a:gd name="adj" fmla="val 5747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7181" y="1463040"/>
            <a:ext cx="2883477" cy="685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77240" y="2514600"/>
            <a:ext cx="4251960" cy="1554480"/>
          </a:xfrm>
          <a:prstGeom prst="roundRect">
            <a:avLst>
              <a:gd name="adj" fmla="val 4118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923544" y="2624328"/>
            <a:ext cx="39593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f_s = 12 kHz: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kHz → 5π/3 ≡ −π/3 → real-cosine alias at +π/3 → 2 kHz.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A6AB139-4403-98D5-A12E-6F91998925CC}"/>
              </a:ext>
            </a:extLst>
          </p:cNvPr>
          <p:cNvGrpSpPr/>
          <p:nvPr/>
        </p:nvGrpSpPr>
        <p:grpSpPr>
          <a:xfrm>
            <a:off x="907380" y="4509368"/>
            <a:ext cx="801360" cy="209880"/>
            <a:chOff x="907380" y="4509368"/>
            <a:chExt cx="801360" cy="20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A95E3C8-DC3E-C52E-4193-3AE2AAD9011A}"/>
                    </a:ext>
                  </a:extLst>
                </p14:cNvPr>
                <p14:cNvContentPartPr/>
                <p14:nvPr/>
              </p14:nvContentPartPr>
              <p14:xfrm>
                <a:off x="907380" y="4572368"/>
                <a:ext cx="45000" cy="146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A95E3C8-DC3E-C52E-4193-3AE2AAD9011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8380" y="4563728"/>
                  <a:ext cx="626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571AC23-3410-3689-5190-F16D3616A43D}"/>
                    </a:ext>
                  </a:extLst>
                </p14:cNvPr>
                <p14:cNvContentPartPr/>
                <p14:nvPr/>
              </p14:nvContentPartPr>
              <p14:xfrm>
                <a:off x="988740" y="4587488"/>
                <a:ext cx="133920" cy="100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571AC23-3410-3689-5190-F16D3616A43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80100" y="4578848"/>
                  <a:ext cx="1515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AA634EE-6BFA-A4E4-DE48-C8A84CB6F351}"/>
                    </a:ext>
                  </a:extLst>
                </p14:cNvPr>
                <p14:cNvContentPartPr/>
                <p14:nvPr/>
              </p14:nvContentPartPr>
              <p14:xfrm>
                <a:off x="1231020" y="4519808"/>
                <a:ext cx="51840" cy="165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AA634EE-6BFA-A4E4-DE48-C8A84CB6F35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22380" y="4511168"/>
                  <a:ext cx="694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3C92258-344B-6E7B-BE62-6D906CA29743}"/>
                    </a:ext>
                  </a:extLst>
                </p14:cNvPr>
                <p14:cNvContentPartPr/>
                <p14:nvPr/>
              </p14:nvContentPartPr>
              <p14:xfrm>
                <a:off x="1285380" y="4613408"/>
                <a:ext cx="91440" cy="68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3C92258-344B-6E7B-BE62-6D906CA2974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76380" y="4604408"/>
                  <a:ext cx="1090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A9756E2-7AB4-484C-F6AD-844F557341F2}"/>
                    </a:ext>
                  </a:extLst>
                </p14:cNvPr>
                <p14:cNvContentPartPr/>
                <p14:nvPr/>
              </p14:nvContentPartPr>
              <p14:xfrm>
                <a:off x="1407780" y="4509368"/>
                <a:ext cx="56160" cy="172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A9756E2-7AB4-484C-F6AD-844F557341F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399140" y="4500728"/>
                  <a:ext cx="738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880B9F7-1BA2-8EAC-8551-570BE965BD1D}"/>
                    </a:ext>
                  </a:extLst>
                </p14:cNvPr>
                <p14:cNvContentPartPr/>
                <p14:nvPr/>
              </p14:nvContentPartPr>
              <p14:xfrm>
                <a:off x="1418220" y="4520528"/>
                <a:ext cx="144000" cy="150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880B9F7-1BA2-8EAC-8551-570BE965BD1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09220" y="4511888"/>
                  <a:ext cx="1616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290350F-F003-6C8C-360F-D9A6C3F5912D}"/>
                    </a:ext>
                  </a:extLst>
                </p14:cNvPr>
                <p14:cNvContentPartPr/>
                <p14:nvPr/>
              </p14:nvContentPartPr>
              <p14:xfrm>
                <a:off x="1589580" y="4574528"/>
                <a:ext cx="119160" cy="128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290350F-F003-6C8C-360F-D9A6C3F5912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580940" y="4565528"/>
                  <a:ext cx="1368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45581A1-6372-9053-75FC-C09B63D3D41B}"/>
                    </a:ext>
                  </a:extLst>
                </p14:cNvPr>
                <p14:cNvContentPartPr/>
                <p14:nvPr/>
              </p14:nvContentPartPr>
              <p14:xfrm>
                <a:off x="1600020" y="4641128"/>
                <a:ext cx="105480" cy="9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45581A1-6372-9053-75FC-C09B63D3D41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591020" y="4632488"/>
                  <a:ext cx="12312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B166BF-300E-8F4D-8148-D924485662CE}"/>
              </a:ext>
            </a:extLst>
          </p:cNvPr>
          <p:cNvGrpSpPr/>
          <p:nvPr/>
        </p:nvGrpSpPr>
        <p:grpSpPr>
          <a:xfrm>
            <a:off x="1922580" y="4538168"/>
            <a:ext cx="338760" cy="120600"/>
            <a:chOff x="1922580" y="4538168"/>
            <a:chExt cx="338760" cy="12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A9525DC-E96B-905A-54E0-A452687B3F8D}"/>
                    </a:ext>
                  </a:extLst>
                </p14:cNvPr>
                <p14:cNvContentPartPr/>
                <p14:nvPr/>
              </p14:nvContentPartPr>
              <p14:xfrm>
                <a:off x="1922580" y="4608008"/>
                <a:ext cx="321120" cy="21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A9525DC-E96B-905A-54E0-A452687B3F8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913580" y="4599008"/>
                  <a:ext cx="338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CE3C35E-EC84-DE64-3F1A-D318F94D3D3D}"/>
                    </a:ext>
                  </a:extLst>
                </p14:cNvPr>
                <p14:cNvContentPartPr/>
                <p14:nvPr/>
              </p14:nvContentPartPr>
              <p14:xfrm>
                <a:off x="2132820" y="4538168"/>
                <a:ext cx="128520" cy="120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CE3C35E-EC84-DE64-3F1A-D318F94D3D3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124180" y="4529528"/>
                  <a:ext cx="14616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53A20E6-D848-5D43-9580-161F851CA8D9}"/>
              </a:ext>
            </a:extLst>
          </p:cNvPr>
          <p:cNvGrpSpPr/>
          <p:nvPr/>
        </p:nvGrpSpPr>
        <p:grpSpPr>
          <a:xfrm>
            <a:off x="2745900" y="4224968"/>
            <a:ext cx="283320" cy="613080"/>
            <a:chOff x="2745900" y="4224968"/>
            <a:chExt cx="283320" cy="61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291BAEB-78D1-EBA5-A7D6-694F4CEA1B4B}"/>
                    </a:ext>
                  </a:extLst>
                </p14:cNvPr>
                <p14:cNvContentPartPr/>
                <p14:nvPr/>
              </p14:nvContentPartPr>
              <p14:xfrm>
                <a:off x="2824740" y="4224968"/>
                <a:ext cx="131400" cy="263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291BAEB-78D1-EBA5-A7D6-694F4CEA1B4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816100" y="4215968"/>
                  <a:ext cx="1490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6DCAE26-EA4E-95EB-282D-774BF50BBD33}"/>
                    </a:ext>
                  </a:extLst>
                </p14:cNvPr>
                <p14:cNvContentPartPr/>
                <p14:nvPr/>
              </p14:nvContentPartPr>
              <p14:xfrm>
                <a:off x="2823660" y="4379048"/>
                <a:ext cx="111960" cy="16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6DCAE26-EA4E-95EB-282D-774BF50BBD3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814660" y="4370048"/>
                  <a:ext cx="1296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6D99DAA-462A-BD1E-DD51-0BAE246CA22A}"/>
                    </a:ext>
                  </a:extLst>
                </p14:cNvPr>
                <p14:cNvContentPartPr/>
                <p14:nvPr/>
              </p14:nvContentPartPr>
              <p14:xfrm>
                <a:off x="2745900" y="4535288"/>
                <a:ext cx="283320" cy="21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6D99DAA-462A-BD1E-DD51-0BAE246CA22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737260" y="4526288"/>
                  <a:ext cx="300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482F7A0-CA3B-6763-3731-028DBDDCDE47}"/>
                    </a:ext>
                  </a:extLst>
                </p14:cNvPr>
                <p14:cNvContentPartPr/>
                <p14:nvPr/>
              </p14:nvContentPartPr>
              <p14:xfrm>
                <a:off x="2810700" y="4623488"/>
                <a:ext cx="104040" cy="200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482F7A0-CA3B-6763-3731-028DBDDCDE4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802060" y="4614488"/>
                  <a:ext cx="1216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E818DAC-A660-A84F-E4D4-AC93827A504D}"/>
                    </a:ext>
                  </a:extLst>
                </p14:cNvPr>
                <p14:cNvContentPartPr/>
                <p14:nvPr/>
              </p14:nvContentPartPr>
              <p14:xfrm>
                <a:off x="2804580" y="4737968"/>
                <a:ext cx="105120" cy="15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E818DAC-A660-A84F-E4D4-AC93827A504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795580" y="4729328"/>
                  <a:ext cx="1227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73C549F-8272-AD73-C0C7-0C5DF8A42124}"/>
                    </a:ext>
                  </a:extLst>
                </p14:cNvPr>
                <p14:cNvContentPartPr/>
                <p14:nvPr/>
              </p14:nvContentPartPr>
              <p14:xfrm>
                <a:off x="2948220" y="4748408"/>
                <a:ext cx="72000" cy="89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73C549F-8272-AD73-C0C7-0C5DF8A4212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939580" y="4739768"/>
                  <a:ext cx="8964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60767E9-306F-E9D8-9849-7E59623744A6}"/>
              </a:ext>
            </a:extLst>
          </p:cNvPr>
          <p:cNvGrpSpPr/>
          <p:nvPr/>
        </p:nvGrpSpPr>
        <p:grpSpPr>
          <a:xfrm>
            <a:off x="5917140" y="1086128"/>
            <a:ext cx="1013400" cy="335520"/>
            <a:chOff x="5917140" y="1086128"/>
            <a:chExt cx="1013400" cy="33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726C96E-4BC6-FA24-AA20-D15EAD7D0005}"/>
                    </a:ext>
                  </a:extLst>
                </p14:cNvPr>
                <p14:cNvContentPartPr/>
                <p14:nvPr/>
              </p14:nvContentPartPr>
              <p14:xfrm>
                <a:off x="5928660" y="1086128"/>
                <a:ext cx="119160" cy="335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726C96E-4BC6-FA24-AA20-D15EAD7D000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919660" y="1077128"/>
                  <a:ext cx="13680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DE9BA07-5483-E623-C26F-27EDD948F877}"/>
                    </a:ext>
                  </a:extLst>
                </p14:cNvPr>
                <p14:cNvContentPartPr/>
                <p14:nvPr/>
              </p14:nvContentPartPr>
              <p14:xfrm>
                <a:off x="5917140" y="1313648"/>
                <a:ext cx="135720" cy="11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DE9BA07-5483-E623-C26F-27EDD948F87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908140" y="1305008"/>
                  <a:ext cx="153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CBB6811-F192-7010-698E-13BF399F8262}"/>
                    </a:ext>
                  </a:extLst>
                </p14:cNvPr>
                <p14:cNvContentPartPr/>
                <p14:nvPr/>
              </p14:nvContentPartPr>
              <p14:xfrm>
                <a:off x="6087780" y="1311488"/>
                <a:ext cx="101880" cy="108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CBB6811-F192-7010-698E-13BF399F826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079140" y="1302488"/>
                  <a:ext cx="1195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9154ADF-39BA-D1DC-B2BD-05A473A989D0}"/>
                    </a:ext>
                  </a:extLst>
                </p14:cNvPr>
                <p14:cNvContentPartPr/>
                <p14:nvPr/>
              </p14:nvContentPartPr>
              <p14:xfrm>
                <a:off x="6269940" y="1305008"/>
                <a:ext cx="94680" cy="4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9154ADF-39BA-D1DC-B2BD-05A473A989D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261300" y="1296008"/>
                  <a:ext cx="1123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A133C54-2AEA-EA4A-1D23-C19ADA989900}"/>
                    </a:ext>
                  </a:extLst>
                </p14:cNvPr>
                <p14:cNvContentPartPr/>
                <p14:nvPr/>
              </p14:nvContentPartPr>
              <p14:xfrm>
                <a:off x="6244020" y="1236968"/>
                <a:ext cx="126000" cy="20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A133C54-2AEA-EA4A-1D23-C19ADA98990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235020" y="1228328"/>
                  <a:ext cx="1436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A3B9C23-1E56-C69F-9D52-69B73F191DD4}"/>
                    </a:ext>
                  </a:extLst>
                </p14:cNvPr>
                <p14:cNvContentPartPr/>
                <p14:nvPr/>
              </p14:nvContentPartPr>
              <p14:xfrm>
                <a:off x="6499260" y="1158488"/>
                <a:ext cx="42480" cy="124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A3B9C23-1E56-C69F-9D52-69B73F191DD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490620" y="1149488"/>
                  <a:ext cx="601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DDF5358-1357-1420-E9E5-6178F82C19FA}"/>
                    </a:ext>
                  </a:extLst>
                </p14:cNvPr>
                <p14:cNvContentPartPr/>
                <p14:nvPr/>
              </p14:nvContentPartPr>
              <p14:xfrm>
                <a:off x="6577380" y="1150568"/>
                <a:ext cx="145440" cy="117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DDF5358-1357-1420-E9E5-6178F82C19F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568380" y="1141928"/>
                  <a:ext cx="1630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7B91FF3-2C83-1716-C7C5-24639DE9F807}"/>
                    </a:ext>
                  </a:extLst>
                </p14:cNvPr>
                <p14:cNvContentPartPr/>
                <p14:nvPr/>
              </p14:nvContentPartPr>
              <p14:xfrm>
                <a:off x="6778620" y="1096208"/>
                <a:ext cx="38520" cy="1818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7B91FF3-2C83-1716-C7C5-24639DE9F80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769980" y="1087208"/>
                  <a:ext cx="561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C7D8195-A1C8-4FED-736D-89B3AF727959}"/>
                    </a:ext>
                  </a:extLst>
                </p14:cNvPr>
                <p14:cNvContentPartPr/>
                <p14:nvPr/>
              </p14:nvContentPartPr>
              <p14:xfrm>
                <a:off x="6815340" y="1205288"/>
                <a:ext cx="115200" cy="68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C7D8195-A1C8-4FED-736D-89B3AF72795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806700" y="1196288"/>
                  <a:ext cx="13284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840C4C1-B34D-98A3-5A16-512204269D05}"/>
              </a:ext>
            </a:extLst>
          </p:cNvPr>
          <p:cNvGrpSpPr/>
          <p:nvPr/>
        </p:nvGrpSpPr>
        <p:grpSpPr>
          <a:xfrm>
            <a:off x="3172500" y="4530248"/>
            <a:ext cx="132120" cy="78480"/>
            <a:chOff x="3172500" y="4530248"/>
            <a:chExt cx="132120" cy="7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B4CB605-A87E-3A33-DB0C-B9DEF5C56D44}"/>
                    </a:ext>
                  </a:extLst>
                </p14:cNvPr>
                <p14:cNvContentPartPr/>
                <p14:nvPr/>
              </p14:nvContentPartPr>
              <p14:xfrm>
                <a:off x="3216420" y="4602968"/>
                <a:ext cx="88200" cy="5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B4CB605-A87E-3A33-DB0C-B9DEF5C56D4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207420" y="4594328"/>
                  <a:ext cx="105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24C1FB0-A48D-C647-45F6-C85FA8E46BB2}"/>
                    </a:ext>
                  </a:extLst>
                </p14:cNvPr>
                <p14:cNvContentPartPr/>
                <p14:nvPr/>
              </p14:nvContentPartPr>
              <p14:xfrm>
                <a:off x="3172500" y="4530248"/>
                <a:ext cx="100800" cy="5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24C1FB0-A48D-C647-45F6-C85FA8E46BB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163860" y="4521608"/>
                  <a:ext cx="11844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9FD9ABB-D3BE-0572-1A8E-2E8BA85847BE}"/>
              </a:ext>
            </a:extLst>
          </p:cNvPr>
          <p:cNvGrpSpPr/>
          <p:nvPr/>
        </p:nvGrpSpPr>
        <p:grpSpPr>
          <a:xfrm>
            <a:off x="3478140" y="4316408"/>
            <a:ext cx="812160" cy="149760"/>
            <a:chOff x="3478140" y="4316408"/>
            <a:chExt cx="812160" cy="14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643E321-090B-6810-7AF4-0BEC41ED5B6B}"/>
                    </a:ext>
                  </a:extLst>
                </p14:cNvPr>
                <p14:cNvContentPartPr/>
                <p14:nvPr/>
              </p14:nvContentPartPr>
              <p14:xfrm>
                <a:off x="3478140" y="4353488"/>
                <a:ext cx="60840" cy="112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643E321-090B-6810-7AF4-0BEC41ED5B6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469140" y="4344848"/>
                  <a:ext cx="784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6AFF357-3917-F3DB-0E84-7CE26A89E6DC}"/>
                    </a:ext>
                  </a:extLst>
                </p14:cNvPr>
                <p14:cNvContentPartPr/>
                <p14:nvPr/>
              </p14:nvContentPartPr>
              <p14:xfrm>
                <a:off x="3599100" y="4358528"/>
                <a:ext cx="95040" cy="67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6AFF357-3917-F3DB-0E84-7CE26A89E6D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590460" y="4349888"/>
                  <a:ext cx="1126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A5CCCA6-1CE2-5F47-F7A7-BFBA0F81AE60}"/>
                    </a:ext>
                  </a:extLst>
                </p14:cNvPr>
                <p14:cNvContentPartPr/>
                <p14:nvPr/>
              </p14:nvContentPartPr>
              <p14:xfrm>
                <a:off x="3798900" y="4373288"/>
                <a:ext cx="84960" cy="59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A5CCCA6-1CE2-5F47-F7A7-BFBA0F81AE6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789900" y="4364648"/>
                  <a:ext cx="1026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BAE7E14-4A77-9C28-04D6-8C8822DF039A}"/>
                    </a:ext>
                  </a:extLst>
                </p14:cNvPr>
                <p14:cNvContentPartPr/>
                <p14:nvPr/>
              </p14:nvContentPartPr>
              <p14:xfrm>
                <a:off x="3969540" y="4353128"/>
                <a:ext cx="93600" cy="48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BAE7E14-4A77-9C28-04D6-8C8822DF039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960540" y="4344488"/>
                  <a:ext cx="1112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46C91B9-8D8F-618A-227D-5B1F4565171C}"/>
                    </a:ext>
                  </a:extLst>
                </p14:cNvPr>
                <p14:cNvContentPartPr/>
                <p14:nvPr/>
              </p14:nvContentPartPr>
              <p14:xfrm>
                <a:off x="4172580" y="4316408"/>
                <a:ext cx="117720" cy="74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46C91B9-8D8F-618A-227D-5B1F4565171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163940" y="4307768"/>
                  <a:ext cx="135360" cy="9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3B62C47-BB7D-B5C2-078E-D3EADFFCA68D}"/>
              </a:ext>
            </a:extLst>
          </p:cNvPr>
          <p:cNvGrpSpPr/>
          <p:nvPr/>
        </p:nvGrpSpPr>
        <p:grpSpPr>
          <a:xfrm>
            <a:off x="3492540" y="4550048"/>
            <a:ext cx="809640" cy="261720"/>
            <a:chOff x="3492540" y="4550048"/>
            <a:chExt cx="809640" cy="26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80FE78D-0411-62C6-39C2-416997980C75}"/>
                    </a:ext>
                  </a:extLst>
                </p14:cNvPr>
                <p14:cNvContentPartPr/>
                <p14:nvPr/>
              </p14:nvContentPartPr>
              <p14:xfrm>
                <a:off x="3492540" y="4550048"/>
                <a:ext cx="809640" cy="421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80FE78D-0411-62C6-39C2-416997980C7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483540" y="4541048"/>
                  <a:ext cx="8272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66A8500-C374-58C5-03CC-AC32E9AF6235}"/>
                    </a:ext>
                  </a:extLst>
                </p14:cNvPr>
                <p14:cNvContentPartPr/>
                <p14:nvPr/>
              </p14:nvContentPartPr>
              <p14:xfrm>
                <a:off x="3538980" y="4732928"/>
                <a:ext cx="21240" cy="71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66A8500-C374-58C5-03CC-AC32E9AF623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530340" y="4723928"/>
                  <a:ext cx="388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B09714B-1F4D-1F00-273F-67F213E9C75A}"/>
                    </a:ext>
                  </a:extLst>
                </p14:cNvPr>
                <p14:cNvContentPartPr/>
                <p14:nvPr/>
              </p14:nvContentPartPr>
              <p14:xfrm>
                <a:off x="3616020" y="4715288"/>
                <a:ext cx="93600" cy="96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B09714B-1F4D-1F00-273F-67F213E9C75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607020" y="4706648"/>
                  <a:ext cx="1112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ED0B210-4EE3-27A8-E33D-2AC8BFFE6519}"/>
                    </a:ext>
                  </a:extLst>
                </p14:cNvPr>
                <p14:cNvContentPartPr/>
                <p14:nvPr/>
              </p14:nvContentPartPr>
              <p14:xfrm>
                <a:off x="3819780" y="4721768"/>
                <a:ext cx="114480" cy="59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ED0B210-4EE3-27A8-E33D-2AC8BFFE651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811140" y="4712768"/>
                  <a:ext cx="1321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52D2B7C-CB7E-FBDA-1F3C-1C0CC54AA687}"/>
                    </a:ext>
                  </a:extLst>
                </p14:cNvPr>
                <p14:cNvContentPartPr/>
                <p14:nvPr/>
              </p14:nvContentPartPr>
              <p14:xfrm>
                <a:off x="4001940" y="4706648"/>
                <a:ext cx="90720" cy="43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52D2B7C-CB7E-FBDA-1F3C-1C0CC54AA68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992940" y="4697648"/>
                  <a:ext cx="1083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D2FF1BF-9AC3-C397-DD01-796967A9FD57}"/>
                    </a:ext>
                  </a:extLst>
                </p14:cNvPr>
                <p14:cNvContentPartPr/>
                <p14:nvPr/>
              </p14:nvContentPartPr>
              <p14:xfrm>
                <a:off x="4192020" y="4664528"/>
                <a:ext cx="84960" cy="68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D2FF1BF-9AC3-C397-DD01-796967A9FD5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183380" y="4655888"/>
                  <a:ext cx="10260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06E6A3B-BCE5-4CD2-640D-131C1F0FAECB}"/>
              </a:ext>
            </a:extLst>
          </p:cNvPr>
          <p:cNvGrpSpPr/>
          <p:nvPr/>
        </p:nvGrpSpPr>
        <p:grpSpPr>
          <a:xfrm>
            <a:off x="4604580" y="4559768"/>
            <a:ext cx="76680" cy="69480"/>
            <a:chOff x="4604580" y="4559768"/>
            <a:chExt cx="76680" cy="6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45AFDEB-B7F3-B355-A647-24E4BC02C2EB}"/>
                    </a:ext>
                  </a:extLst>
                </p14:cNvPr>
                <p14:cNvContentPartPr/>
                <p14:nvPr/>
              </p14:nvContentPartPr>
              <p14:xfrm>
                <a:off x="4618980" y="4628888"/>
                <a:ext cx="62280" cy="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45AFDEB-B7F3-B355-A647-24E4BC02C2E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610340" y="4620248"/>
                  <a:ext cx="79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072E368-E417-E36D-0FA2-5ACBB7B1B636}"/>
                    </a:ext>
                  </a:extLst>
                </p14:cNvPr>
                <p14:cNvContentPartPr/>
                <p14:nvPr/>
              </p14:nvContentPartPr>
              <p14:xfrm>
                <a:off x="4604580" y="4559768"/>
                <a:ext cx="66240" cy="12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072E368-E417-E36D-0FA2-5ACBB7B1B63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595580" y="4550768"/>
                  <a:ext cx="8388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43A8970-8A35-609E-A3C3-467F445D2E58}"/>
              </a:ext>
            </a:extLst>
          </p:cNvPr>
          <p:cNvGrpSpPr/>
          <p:nvPr/>
        </p:nvGrpSpPr>
        <p:grpSpPr>
          <a:xfrm>
            <a:off x="4940100" y="4389848"/>
            <a:ext cx="111960" cy="156240"/>
            <a:chOff x="4940100" y="4389848"/>
            <a:chExt cx="111960" cy="15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13B3D71-6CDF-ADB6-8617-13E4B3EF59D1}"/>
                    </a:ext>
                  </a:extLst>
                </p14:cNvPr>
                <p14:cNvContentPartPr/>
                <p14:nvPr/>
              </p14:nvContentPartPr>
              <p14:xfrm>
                <a:off x="4940100" y="4407488"/>
                <a:ext cx="89640" cy="138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13B3D71-6CDF-ADB6-8617-13E4B3EF59D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931460" y="4398488"/>
                  <a:ext cx="1072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23196F0-D52D-F292-965E-BF615E6693C2}"/>
                    </a:ext>
                  </a:extLst>
                </p14:cNvPr>
                <p14:cNvContentPartPr/>
                <p14:nvPr/>
              </p14:nvContentPartPr>
              <p14:xfrm>
                <a:off x="4951260" y="4389848"/>
                <a:ext cx="100800" cy="162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23196F0-D52D-F292-965E-BF615E6693C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942260" y="4381208"/>
                  <a:ext cx="11844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A75ECE1-9126-024A-D1DD-2041FD82CA2C}"/>
              </a:ext>
            </a:extLst>
          </p:cNvPr>
          <p:cNvGrpSpPr/>
          <p:nvPr/>
        </p:nvGrpSpPr>
        <p:grpSpPr>
          <a:xfrm>
            <a:off x="4965660" y="4623848"/>
            <a:ext cx="131400" cy="196560"/>
            <a:chOff x="4965660" y="4623848"/>
            <a:chExt cx="131400" cy="19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216AD81-8AFA-CA0C-D2CB-44BAD52FF1C1}"/>
                    </a:ext>
                  </a:extLst>
                </p14:cNvPr>
                <p14:cNvContentPartPr/>
                <p14:nvPr/>
              </p14:nvContentPartPr>
              <p14:xfrm>
                <a:off x="4967820" y="4623848"/>
                <a:ext cx="129240" cy="75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216AD81-8AFA-CA0C-D2CB-44BAD52FF1C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958820" y="4614848"/>
                  <a:ext cx="1468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0692BD0-9225-73BC-6E36-342B1B35E7DD}"/>
                    </a:ext>
                  </a:extLst>
                </p14:cNvPr>
                <p14:cNvContentPartPr/>
                <p14:nvPr/>
              </p14:nvContentPartPr>
              <p14:xfrm>
                <a:off x="4965660" y="4685048"/>
                <a:ext cx="106200" cy="135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0692BD0-9225-73BC-6E36-342B1B35E7D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957020" y="4676048"/>
                  <a:ext cx="123840" cy="15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45BDF62C-15F0-D0FC-B2BF-B4D9D8FE7EEC}"/>
                  </a:ext>
                </a:extLst>
              </p14:cNvPr>
              <p14:cNvContentPartPr/>
              <p14:nvPr/>
            </p14:nvContentPartPr>
            <p14:xfrm>
              <a:off x="2605860" y="5190128"/>
              <a:ext cx="191160" cy="1213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45BDF62C-15F0-D0FC-B2BF-B4D9D8FE7EEC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2597220" y="5181128"/>
                <a:ext cx="208800" cy="13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F8C60D1A-D463-8760-80C5-4EBA8E3DCE7E}"/>
              </a:ext>
            </a:extLst>
          </p:cNvPr>
          <p:cNvGrpSpPr/>
          <p:nvPr/>
        </p:nvGrpSpPr>
        <p:grpSpPr>
          <a:xfrm>
            <a:off x="3018780" y="4970888"/>
            <a:ext cx="1044000" cy="437040"/>
            <a:chOff x="3018780" y="4970888"/>
            <a:chExt cx="1044000" cy="43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A304989-0276-D4CE-829E-853F3585DEFC}"/>
                    </a:ext>
                  </a:extLst>
                </p14:cNvPr>
                <p14:cNvContentPartPr/>
                <p14:nvPr/>
              </p14:nvContentPartPr>
              <p14:xfrm>
                <a:off x="3055500" y="5267528"/>
                <a:ext cx="124560" cy="61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A304989-0276-D4CE-829E-853F3585DEF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046500" y="5258888"/>
                  <a:ext cx="1422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137E974-89D8-5641-FB3E-83AB07D150DE}"/>
                    </a:ext>
                  </a:extLst>
                </p14:cNvPr>
                <p14:cNvContentPartPr/>
                <p14:nvPr/>
              </p14:nvContentPartPr>
              <p14:xfrm>
                <a:off x="3018780" y="5205608"/>
                <a:ext cx="135000" cy="5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137E974-89D8-5641-FB3E-83AB07D150D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010140" y="5196968"/>
                  <a:ext cx="1526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1AB2263-50B2-43E7-418E-7F5F9375E3A0}"/>
                    </a:ext>
                  </a:extLst>
                </p14:cNvPr>
                <p14:cNvContentPartPr/>
                <p14:nvPr/>
              </p14:nvContentPartPr>
              <p14:xfrm>
                <a:off x="3259620" y="5136128"/>
                <a:ext cx="132840" cy="143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1AB2263-50B2-43E7-418E-7F5F9375E3A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250980" y="5127488"/>
                  <a:ext cx="1504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A1CA25A-15E5-8474-205C-8DB9D5B4B419}"/>
                    </a:ext>
                  </a:extLst>
                </p14:cNvPr>
                <p14:cNvContentPartPr/>
                <p14:nvPr/>
              </p14:nvContentPartPr>
              <p14:xfrm>
                <a:off x="3480660" y="5179688"/>
                <a:ext cx="46440" cy="83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A1CA25A-15E5-8474-205C-8DB9D5B4B41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472020" y="5170688"/>
                  <a:ext cx="640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528DF17-7C7B-ECF9-3CC5-3EDCFCECAF0A}"/>
                    </a:ext>
                  </a:extLst>
                </p14:cNvPr>
                <p14:cNvContentPartPr/>
                <p14:nvPr/>
              </p14:nvContentPartPr>
              <p14:xfrm>
                <a:off x="3537900" y="5174648"/>
                <a:ext cx="78480" cy="1080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528DF17-7C7B-ECF9-3CC5-3EDCFCECAF0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529260" y="5165648"/>
                  <a:ext cx="961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D3EEAD3-1037-50CF-0CB8-24F08F45F855}"/>
                    </a:ext>
                  </a:extLst>
                </p14:cNvPr>
                <p14:cNvContentPartPr/>
                <p14:nvPr/>
              </p14:nvContentPartPr>
              <p14:xfrm>
                <a:off x="3436740" y="5138288"/>
                <a:ext cx="158400" cy="169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D3EEAD3-1037-50CF-0CB8-24F08F45F85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428100" y="5129288"/>
                  <a:ext cx="1760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8E651B4-561D-1048-175C-0A9169AEE917}"/>
                    </a:ext>
                  </a:extLst>
                </p14:cNvPr>
                <p14:cNvContentPartPr/>
                <p14:nvPr/>
              </p14:nvContentPartPr>
              <p14:xfrm>
                <a:off x="3779820" y="5200568"/>
                <a:ext cx="3600" cy="144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8E651B4-561D-1048-175C-0A9169AEE91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770820" y="5191568"/>
                  <a:ext cx="212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C7FAB51-6E7B-2D03-C8A4-22E2F699EBD3}"/>
                    </a:ext>
                  </a:extLst>
                </p14:cNvPr>
                <p14:cNvContentPartPr/>
                <p14:nvPr/>
              </p14:nvContentPartPr>
              <p14:xfrm>
                <a:off x="3853260" y="5018768"/>
                <a:ext cx="127440" cy="1256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C7FAB51-6E7B-2D03-C8A4-22E2F699EBD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844620" y="5009768"/>
                  <a:ext cx="1450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EFD8B01-09FD-16E3-2847-D7561A0A8EEF}"/>
                    </a:ext>
                  </a:extLst>
                </p14:cNvPr>
                <p14:cNvContentPartPr/>
                <p14:nvPr/>
              </p14:nvContentPartPr>
              <p14:xfrm>
                <a:off x="3865140" y="4970888"/>
                <a:ext cx="104400" cy="27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EFD8B01-09FD-16E3-2847-D7561A0A8EE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856500" y="4961888"/>
                  <a:ext cx="1220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4C2FC78-E6A3-664B-57BE-A1EB8591F9A8}"/>
                    </a:ext>
                  </a:extLst>
                </p14:cNvPr>
                <p14:cNvContentPartPr/>
                <p14:nvPr/>
              </p14:nvContentPartPr>
              <p14:xfrm>
                <a:off x="3873060" y="5179688"/>
                <a:ext cx="184680" cy="223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4C2FC78-E6A3-664B-57BE-A1EB8591F9A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864420" y="5170688"/>
                  <a:ext cx="202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E16E46E-5AEA-CA0C-0C7D-41DAA116B43E}"/>
                    </a:ext>
                  </a:extLst>
                </p14:cNvPr>
                <p14:cNvContentPartPr/>
                <p14:nvPr/>
              </p14:nvContentPartPr>
              <p14:xfrm>
                <a:off x="3957660" y="5257448"/>
                <a:ext cx="105120" cy="150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E16E46E-5AEA-CA0C-0C7D-41DAA116B43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949020" y="5248448"/>
                  <a:ext cx="12276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93583BC-D015-FF7B-E6DD-981BE317A4F6}"/>
              </a:ext>
            </a:extLst>
          </p:cNvPr>
          <p:cNvGrpSpPr/>
          <p:nvPr/>
        </p:nvGrpSpPr>
        <p:grpSpPr>
          <a:xfrm>
            <a:off x="4364460" y="5175728"/>
            <a:ext cx="82800" cy="61560"/>
            <a:chOff x="4364460" y="5175728"/>
            <a:chExt cx="82800" cy="6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E043562-5497-9828-9D69-AC907F64DAE0}"/>
                    </a:ext>
                  </a:extLst>
                </p14:cNvPr>
                <p14:cNvContentPartPr/>
                <p14:nvPr/>
              </p14:nvContentPartPr>
              <p14:xfrm>
                <a:off x="4364460" y="5236928"/>
                <a:ext cx="72720" cy="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E043562-5497-9828-9D69-AC907F64DAE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355460" y="5227928"/>
                  <a:ext cx="90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670EF16-E32A-4759-BCAD-7DBF36EA623A}"/>
                    </a:ext>
                  </a:extLst>
                </p14:cNvPr>
                <p14:cNvContentPartPr/>
                <p14:nvPr/>
              </p14:nvContentPartPr>
              <p14:xfrm>
                <a:off x="4369140" y="5175728"/>
                <a:ext cx="78120" cy="43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670EF16-E32A-4759-BCAD-7DBF36EA623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360500" y="5166728"/>
                  <a:ext cx="9576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AA0CA4E4-3865-4FAA-E8D3-23BADAC993EE}"/>
              </a:ext>
            </a:extLst>
          </p:cNvPr>
          <p:cNvGrpSpPr/>
          <p:nvPr/>
        </p:nvGrpSpPr>
        <p:grpSpPr>
          <a:xfrm>
            <a:off x="4671900" y="4964768"/>
            <a:ext cx="362880" cy="241200"/>
            <a:chOff x="4671900" y="4964768"/>
            <a:chExt cx="362880" cy="24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E0513D2-AB1F-FDB0-4EA4-D4B68ED39DFB}"/>
                    </a:ext>
                  </a:extLst>
                </p14:cNvPr>
                <p14:cNvContentPartPr/>
                <p14:nvPr/>
              </p14:nvContentPartPr>
              <p14:xfrm>
                <a:off x="4671900" y="5013368"/>
                <a:ext cx="86040" cy="115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E0513D2-AB1F-FDB0-4EA4-D4B68ED39DF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663260" y="5004728"/>
                  <a:ext cx="1036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FDE3C32-A2C5-0B31-CE46-F38C3361E414}"/>
                    </a:ext>
                  </a:extLst>
                </p14:cNvPr>
                <p14:cNvContentPartPr/>
                <p14:nvPr/>
              </p14:nvContentPartPr>
              <p14:xfrm>
                <a:off x="4680900" y="4964768"/>
                <a:ext cx="95040" cy="126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FDE3C32-A2C5-0B31-CE46-F38C3361E41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672260" y="4956128"/>
                  <a:ext cx="1126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F10819E-2030-5507-59B5-9D7E913925E2}"/>
                    </a:ext>
                  </a:extLst>
                </p14:cNvPr>
                <p14:cNvContentPartPr/>
                <p14:nvPr/>
              </p14:nvContentPartPr>
              <p14:xfrm>
                <a:off x="4888620" y="5013368"/>
                <a:ext cx="46080" cy="849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F10819E-2030-5507-59B5-9D7E913925E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879980" y="5004728"/>
                  <a:ext cx="637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473E716-4203-103B-A4DC-B2813EDFB9FC}"/>
                    </a:ext>
                  </a:extLst>
                </p14:cNvPr>
                <p14:cNvContentPartPr/>
                <p14:nvPr/>
              </p14:nvContentPartPr>
              <p14:xfrm>
                <a:off x="4966740" y="5028848"/>
                <a:ext cx="40320" cy="777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473E716-4203-103B-A4DC-B2813EDFB9F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957740" y="5020208"/>
                  <a:ext cx="579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1F018BB-36B3-80DF-F0D4-D30BD0AC9DE6}"/>
                    </a:ext>
                  </a:extLst>
                </p14:cNvPr>
                <p14:cNvContentPartPr/>
                <p14:nvPr/>
              </p14:nvContentPartPr>
              <p14:xfrm>
                <a:off x="4864860" y="4974848"/>
                <a:ext cx="143640" cy="291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1F018BB-36B3-80DF-F0D4-D30BD0AC9DE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856220" y="4965848"/>
                  <a:ext cx="1612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BEACBEF-0A8A-7177-8E99-1CC2ADB4B9EC}"/>
                    </a:ext>
                  </a:extLst>
                </p14:cNvPr>
                <p14:cNvContentPartPr/>
                <p14:nvPr/>
              </p14:nvContentPartPr>
              <p14:xfrm>
                <a:off x="4715820" y="5174648"/>
                <a:ext cx="318960" cy="313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BEACBEF-0A8A-7177-8E99-1CC2ADB4B9E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706820" y="5165648"/>
                  <a:ext cx="336600" cy="4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4B4B3FA1-A560-66F7-F6B0-D45FF92FA33A}"/>
                  </a:ext>
                </a:extLst>
              </p14:cNvPr>
              <p14:cNvContentPartPr/>
              <p14:nvPr/>
            </p14:nvContentPartPr>
            <p14:xfrm>
              <a:off x="4800420" y="5283368"/>
              <a:ext cx="134280" cy="14508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4B4B3FA1-A560-66F7-F6B0-D45FF92FA33A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4791420" y="5274728"/>
                <a:ext cx="151920" cy="16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30DC7000-9056-84DF-801D-317A09CB3719}"/>
              </a:ext>
            </a:extLst>
          </p:cNvPr>
          <p:cNvGrpSpPr/>
          <p:nvPr/>
        </p:nvGrpSpPr>
        <p:grpSpPr>
          <a:xfrm>
            <a:off x="5280300" y="5101208"/>
            <a:ext cx="150120" cy="73800"/>
            <a:chOff x="5280300" y="5101208"/>
            <a:chExt cx="150120" cy="7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E5C2CF5-A8BA-645A-DC2D-7653AB409F4A}"/>
                    </a:ext>
                  </a:extLst>
                </p14:cNvPr>
                <p14:cNvContentPartPr/>
                <p14:nvPr/>
              </p14:nvContentPartPr>
              <p14:xfrm>
                <a:off x="5320260" y="5163848"/>
                <a:ext cx="110160" cy="111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E5C2CF5-A8BA-645A-DC2D-7653AB409F4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311620" y="5154848"/>
                  <a:ext cx="127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EF91D52-9CC0-9A95-FAB8-AF06E5D6FCB4}"/>
                    </a:ext>
                  </a:extLst>
                </p14:cNvPr>
                <p14:cNvContentPartPr/>
                <p14:nvPr/>
              </p14:nvContentPartPr>
              <p14:xfrm>
                <a:off x="5280300" y="5101208"/>
                <a:ext cx="138600" cy="11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EF91D52-9CC0-9A95-FAB8-AF06E5D6FCB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271660" y="5092568"/>
                  <a:ext cx="15624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F194967D-5333-ACB9-2BCC-61DCED6EE11F}"/>
              </a:ext>
            </a:extLst>
          </p:cNvPr>
          <p:cNvGrpSpPr/>
          <p:nvPr/>
        </p:nvGrpSpPr>
        <p:grpSpPr>
          <a:xfrm>
            <a:off x="5694660" y="4933448"/>
            <a:ext cx="321840" cy="249480"/>
            <a:chOff x="5694660" y="4933448"/>
            <a:chExt cx="321840" cy="24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37E047B-9855-2FE7-60CE-E1F77E757267}"/>
                    </a:ext>
                  </a:extLst>
                </p14:cNvPr>
                <p14:cNvContentPartPr/>
                <p14:nvPr/>
              </p14:nvContentPartPr>
              <p14:xfrm>
                <a:off x="5694660" y="4965848"/>
                <a:ext cx="124200" cy="1216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37E047B-9855-2FE7-60CE-E1F77E75726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686020" y="4956848"/>
                  <a:ext cx="1418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2D4A386-4BB1-68C5-6D82-8D1ABFDE0275}"/>
                    </a:ext>
                  </a:extLst>
                </p14:cNvPr>
                <p14:cNvContentPartPr/>
                <p14:nvPr/>
              </p14:nvContentPartPr>
              <p14:xfrm>
                <a:off x="5699340" y="4933448"/>
                <a:ext cx="115920" cy="284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2D4A386-4BB1-68C5-6D82-8D1ABFDE027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690340" y="4924808"/>
                  <a:ext cx="1335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BFDB8BF-5A41-A083-352E-D6A32E9BB5AD}"/>
                    </a:ext>
                  </a:extLst>
                </p14:cNvPr>
                <p14:cNvContentPartPr/>
                <p14:nvPr/>
              </p14:nvContentPartPr>
              <p14:xfrm>
                <a:off x="5903820" y="4997888"/>
                <a:ext cx="26640" cy="662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BFDB8BF-5A41-A083-352E-D6A32E9BB5A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895180" y="4988888"/>
                  <a:ext cx="442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3036017-AED6-DB19-DD13-321218F9E40B}"/>
                    </a:ext>
                  </a:extLst>
                </p14:cNvPr>
                <p14:cNvContentPartPr/>
                <p14:nvPr/>
              </p14:nvContentPartPr>
              <p14:xfrm>
                <a:off x="5958900" y="4987448"/>
                <a:ext cx="36000" cy="666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3036017-AED6-DB19-DD13-321218F9E40B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950260" y="4978808"/>
                  <a:ext cx="536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01007DB-2181-4706-A11D-75AB854A5649}"/>
                    </a:ext>
                  </a:extLst>
                </p14:cNvPr>
                <p14:cNvContentPartPr/>
                <p14:nvPr/>
              </p14:nvContentPartPr>
              <p14:xfrm>
                <a:off x="5875380" y="4941008"/>
                <a:ext cx="120600" cy="162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01007DB-2181-4706-A11D-75AB854A564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866380" y="4932008"/>
                  <a:ext cx="1382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8C49755-EB9C-60C3-1288-5DF60A537A85}"/>
                    </a:ext>
                  </a:extLst>
                </p14:cNvPr>
                <p14:cNvContentPartPr/>
                <p14:nvPr/>
              </p14:nvContentPartPr>
              <p14:xfrm>
                <a:off x="5754060" y="5148368"/>
                <a:ext cx="262440" cy="345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8C49755-EB9C-60C3-1288-5DF60A537A8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745420" y="5139728"/>
                  <a:ext cx="280080" cy="5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F0C92921-F0FD-69A4-F108-AF3BF811E923}"/>
                  </a:ext>
                </a:extLst>
              </p14:cNvPr>
              <p14:cNvContentPartPr/>
              <p14:nvPr/>
            </p14:nvContentPartPr>
            <p14:xfrm>
              <a:off x="5844780" y="5273288"/>
              <a:ext cx="128880" cy="14904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F0C92921-F0FD-69A4-F108-AF3BF811E923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5835780" y="5264288"/>
                <a:ext cx="146520" cy="16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8959E89-CFE6-439E-A240-713FEA34B012}"/>
              </a:ext>
            </a:extLst>
          </p:cNvPr>
          <p:cNvGrpSpPr/>
          <p:nvPr/>
        </p:nvGrpSpPr>
        <p:grpSpPr>
          <a:xfrm>
            <a:off x="6212340" y="5068088"/>
            <a:ext cx="557640" cy="128880"/>
            <a:chOff x="6212340" y="5068088"/>
            <a:chExt cx="557640" cy="12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4875BA8-F61B-4DCC-3C58-5922F3E39F1A}"/>
                    </a:ext>
                  </a:extLst>
                </p14:cNvPr>
                <p14:cNvContentPartPr/>
                <p14:nvPr/>
              </p14:nvContentPartPr>
              <p14:xfrm>
                <a:off x="6212340" y="5158808"/>
                <a:ext cx="115920" cy="57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4875BA8-F61B-4DCC-3C58-5922F3E39F1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203340" y="5149808"/>
                  <a:ext cx="133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985E6A0-2905-B52D-D50B-61FCFF89214E}"/>
                    </a:ext>
                  </a:extLst>
                </p14:cNvPr>
                <p14:cNvContentPartPr/>
                <p14:nvPr/>
              </p14:nvContentPartPr>
              <p14:xfrm>
                <a:off x="6390180" y="5086448"/>
                <a:ext cx="147240" cy="1105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985E6A0-2905-B52D-D50B-61FCFF89214E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381540" y="5077448"/>
                  <a:ext cx="1648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DA5B7BA-BEA4-E8F5-CE0F-440A66358C03}"/>
                    </a:ext>
                  </a:extLst>
                </p14:cNvPr>
                <p14:cNvContentPartPr/>
                <p14:nvPr/>
              </p14:nvContentPartPr>
              <p14:xfrm>
                <a:off x="6613740" y="5101928"/>
                <a:ext cx="46440" cy="907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DA5B7BA-BEA4-E8F5-CE0F-440A66358C0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604740" y="5092928"/>
                  <a:ext cx="640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B9F0389-F69F-FAF8-91D1-4FDC82F28F00}"/>
                    </a:ext>
                  </a:extLst>
                </p14:cNvPr>
                <p14:cNvContentPartPr/>
                <p14:nvPr/>
              </p14:nvContentPartPr>
              <p14:xfrm>
                <a:off x="6712380" y="5106968"/>
                <a:ext cx="48960" cy="792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B9F0389-F69F-FAF8-91D1-4FDC82F28F00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703380" y="5097968"/>
                  <a:ext cx="666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0A4B9E2-CAF1-1A1C-2549-726D3F66177B}"/>
                    </a:ext>
                  </a:extLst>
                </p14:cNvPr>
                <p14:cNvContentPartPr/>
                <p14:nvPr/>
              </p14:nvContentPartPr>
              <p14:xfrm>
                <a:off x="6539940" y="5068088"/>
                <a:ext cx="230040" cy="241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0A4B9E2-CAF1-1A1C-2549-726D3F66177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530940" y="5059088"/>
                  <a:ext cx="24768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30FDEDD1-B229-33CB-B293-121FBCBA3843}"/>
              </a:ext>
            </a:extLst>
          </p:cNvPr>
          <p:cNvGrpSpPr/>
          <p:nvPr/>
        </p:nvGrpSpPr>
        <p:grpSpPr>
          <a:xfrm>
            <a:off x="4962420" y="5313608"/>
            <a:ext cx="928440" cy="500400"/>
            <a:chOff x="4962420" y="5313608"/>
            <a:chExt cx="928440" cy="50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11340CB-4180-9756-1BCA-5C353F3D51E5}"/>
                    </a:ext>
                  </a:extLst>
                </p14:cNvPr>
                <p14:cNvContentPartPr/>
                <p14:nvPr/>
              </p14:nvContentPartPr>
              <p14:xfrm>
                <a:off x="5371380" y="5347808"/>
                <a:ext cx="16200" cy="2098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11340CB-4180-9756-1BCA-5C353F3D51E5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362740" y="5338808"/>
                  <a:ext cx="338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11BE5FA-0171-4194-50D3-D94807F10A4F}"/>
                    </a:ext>
                  </a:extLst>
                </p14:cNvPr>
                <p14:cNvContentPartPr/>
                <p14:nvPr/>
              </p14:nvContentPartPr>
              <p14:xfrm>
                <a:off x="5315580" y="5313608"/>
                <a:ext cx="126720" cy="810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11BE5FA-0171-4194-50D3-D94807F10A4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306580" y="5304968"/>
                  <a:ext cx="1443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712B7EE-D2B3-7BCE-7644-D3D13D4E536B}"/>
                    </a:ext>
                  </a:extLst>
                </p14:cNvPr>
                <p14:cNvContentPartPr/>
                <p14:nvPr/>
              </p14:nvContentPartPr>
              <p14:xfrm>
                <a:off x="4962420" y="5716808"/>
                <a:ext cx="217080" cy="939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712B7EE-D2B3-7BCE-7644-D3D13D4E536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953780" y="5708168"/>
                  <a:ext cx="2347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02F666E-9357-A820-25BD-2A04265DF429}"/>
                    </a:ext>
                  </a:extLst>
                </p14:cNvPr>
                <p14:cNvContentPartPr/>
                <p14:nvPr/>
              </p14:nvContentPartPr>
              <p14:xfrm>
                <a:off x="5242500" y="5751008"/>
                <a:ext cx="92520" cy="586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02F666E-9357-A820-25BD-2A04265DF42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233860" y="5742368"/>
                  <a:ext cx="1101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54F9CFF-3CE6-0ADD-729C-A083B69FC3F7}"/>
                    </a:ext>
                  </a:extLst>
                </p14:cNvPr>
                <p14:cNvContentPartPr/>
                <p14:nvPr/>
              </p14:nvContentPartPr>
              <p14:xfrm>
                <a:off x="5383260" y="5637608"/>
                <a:ext cx="276120" cy="1659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54F9CFF-3CE6-0ADD-729C-A083B69FC3F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374620" y="5628608"/>
                  <a:ext cx="2937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24C1FD9-4BA3-7071-E6A7-B7BB79F641B7}"/>
                    </a:ext>
                  </a:extLst>
                </p14:cNvPr>
                <p14:cNvContentPartPr/>
                <p14:nvPr/>
              </p14:nvContentPartPr>
              <p14:xfrm>
                <a:off x="5688180" y="5611688"/>
                <a:ext cx="202680" cy="2023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24C1FD9-4BA3-7071-E6A7-B7BB79F641B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679540" y="5603048"/>
                  <a:ext cx="220320" cy="21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09504B5-FC98-328E-5313-B3FEA2A0C641}"/>
              </a:ext>
            </a:extLst>
          </p:cNvPr>
          <p:cNvGrpSpPr/>
          <p:nvPr/>
        </p:nvGrpSpPr>
        <p:grpSpPr>
          <a:xfrm>
            <a:off x="6083820" y="5652728"/>
            <a:ext cx="308880" cy="144360"/>
            <a:chOff x="6083820" y="5652728"/>
            <a:chExt cx="308880" cy="14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852EF90-43F8-1C12-79B2-8BC894F2C93D}"/>
                    </a:ext>
                  </a:extLst>
                </p14:cNvPr>
                <p14:cNvContentPartPr/>
                <p14:nvPr/>
              </p14:nvContentPartPr>
              <p14:xfrm>
                <a:off x="6083820" y="5662088"/>
                <a:ext cx="151560" cy="1314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852EF90-43F8-1C12-79B2-8BC894F2C93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074820" y="5653448"/>
                  <a:ext cx="1692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7C8D39A-C61F-415D-FAC8-DD3D47121F36}"/>
                    </a:ext>
                  </a:extLst>
                </p14:cNvPr>
                <p14:cNvContentPartPr/>
                <p14:nvPr/>
              </p14:nvContentPartPr>
              <p14:xfrm>
                <a:off x="6276060" y="5704568"/>
                <a:ext cx="48600" cy="730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7C8D39A-C61F-415D-FAC8-DD3D47121F36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267060" y="5695568"/>
                  <a:ext cx="662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AC49F52-C859-F6F6-D84E-56AC1CAEA80A}"/>
                    </a:ext>
                  </a:extLst>
                </p14:cNvPr>
                <p14:cNvContentPartPr/>
                <p14:nvPr/>
              </p14:nvContentPartPr>
              <p14:xfrm>
                <a:off x="6317460" y="5688728"/>
                <a:ext cx="75240" cy="1083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AC49F52-C859-F6F6-D84E-56AC1CAEA80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308820" y="5680088"/>
                  <a:ext cx="928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200992B-FD07-C8A0-7189-79271B5F15C9}"/>
                    </a:ext>
                  </a:extLst>
                </p14:cNvPr>
                <p14:cNvContentPartPr/>
                <p14:nvPr/>
              </p14:nvContentPartPr>
              <p14:xfrm>
                <a:off x="6160500" y="5652728"/>
                <a:ext cx="230040" cy="284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200992B-FD07-C8A0-7189-79271B5F15C9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151860" y="5643728"/>
                  <a:ext cx="24768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3BF6BE10-2852-D185-AD95-A0AA0B5001FA}"/>
              </a:ext>
            </a:extLst>
          </p:cNvPr>
          <p:cNvGrpSpPr/>
          <p:nvPr/>
        </p:nvGrpSpPr>
        <p:grpSpPr>
          <a:xfrm>
            <a:off x="7149420" y="5109848"/>
            <a:ext cx="93240" cy="65520"/>
            <a:chOff x="7149420" y="5109848"/>
            <a:chExt cx="93240" cy="6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5E9C7C5-A4C7-3721-0890-605F4542B827}"/>
                    </a:ext>
                  </a:extLst>
                </p14:cNvPr>
                <p14:cNvContentPartPr/>
                <p14:nvPr/>
              </p14:nvContentPartPr>
              <p14:xfrm>
                <a:off x="7149420" y="5167808"/>
                <a:ext cx="93240" cy="75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5E9C7C5-A4C7-3721-0890-605F4542B82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140420" y="5158808"/>
                  <a:ext cx="1108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5ECF19C-A10A-DCC7-E683-812DBB8CE971}"/>
                    </a:ext>
                  </a:extLst>
                </p14:cNvPr>
                <p14:cNvContentPartPr/>
                <p14:nvPr/>
              </p14:nvContentPartPr>
              <p14:xfrm>
                <a:off x="7170660" y="5109848"/>
                <a:ext cx="61560" cy="64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5ECF19C-A10A-DCC7-E683-812DBB8CE97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162020" y="5101208"/>
                  <a:ext cx="7920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29E163BA-2E4C-869E-54A4-667543738CB3}"/>
              </a:ext>
            </a:extLst>
          </p:cNvPr>
          <p:cNvGrpSpPr/>
          <p:nvPr/>
        </p:nvGrpSpPr>
        <p:grpSpPr>
          <a:xfrm>
            <a:off x="7542180" y="4875128"/>
            <a:ext cx="334440" cy="191160"/>
            <a:chOff x="7542180" y="4875128"/>
            <a:chExt cx="334440" cy="19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6E37717-C5C5-1AD1-62B0-229AE3E20DDB}"/>
                    </a:ext>
                  </a:extLst>
                </p14:cNvPr>
                <p14:cNvContentPartPr/>
                <p14:nvPr/>
              </p14:nvContentPartPr>
              <p14:xfrm>
                <a:off x="7542180" y="4932728"/>
                <a:ext cx="118440" cy="1335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6E37717-C5C5-1AD1-62B0-229AE3E20DD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533180" y="4924088"/>
                  <a:ext cx="1360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3338D5F-F10B-50E6-02C4-25E012696B7D}"/>
                    </a:ext>
                  </a:extLst>
                </p14:cNvPr>
                <p14:cNvContentPartPr/>
                <p14:nvPr/>
              </p14:nvContentPartPr>
              <p14:xfrm>
                <a:off x="7554060" y="4920128"/>
                <a:ext cx="126000" cy="93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3338D5F-F10B-50E6-02C4-25E012696B7D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545060" y="4911128"/>
                  <a:ext cx="1436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A41DF3B-B787-6D57-DCEC-F98B5353283E}"/>
                    </a:ext>
                  </a:extLst>
                </p14:cNvPr>
                <p14:cNvContentPartPr/>
                <p14:nvPr/>
              </p14:nvContentPartPr>
              <p14:xfrm>
                <a:off x="7772220" y="4899248"/>
                <a:ext cx="30600" cy="1224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A41DF3B-B787-6D57-DCEC-F98B5353283E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763220" y="4890248"/>
                  <a:ext cx="482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44C0AE6-FAC8-800E-39FF-0A45DF8C91E5}"/>
                    </a:ext>
                  </a:extLst>
                </p14:cNvPr>
                <p14:cNvContentPartPr/>
                <p14:nvPr/>
              </p14:nvContentPartPr>
              <p14:xfrm>
                <a:off x="7829460" y="4946048"/>
                <a:ext cx="35640" cy="810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44C0AE6-FAC8-800E-39FF-0A45DF8C91E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820460" y="4937048"/>
                  <a:ext cx="532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87F1B19-C94C-1EB6-D522-296089B4596E}"/>
                    </a:ext>
                  </a:extLst>
                </p14:cNvPr>
                <p14:cNvContentPartPr/>
                <p14:nvPr/>
              </p14:nvContentPartPr>
              <p14:xfrm>
                <a:off x="7731540" y="4875128"/>
                <a:ext cx="145080" cy="201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87F1B19-C94C-1EB6-D522-296089B4596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722540" y="4866128"/>
                  <a:ext cx="16272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31F1943F-4EC5-D9E1-00D2-87281EFBC43E}"/>
              </a:ext>
            </a:extLst>
          </p:cNvPr>
          <p:cNvGrpSpPr/>
          <p:nvPr/>
        </p:nvGrpSpPr>
        <p:grpSpPr>
          <a:xfrm>
            <a:off x="8139420" y="4859648"/>
            <a:ext cx="522000" cy="196200"/>
            <a:chOff x="8139420" y="4859648"/>
            <a:chExt cx="522000" cy="19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FDB8238-04B0-E4F9-44EE-B3C9EA3A105B}"/>
                    </a:ext>
                  </a:extLst>
                </p14:cNvPr>
                <p14:cNvContentPartPr/>
                <p14:nvPr/>
              </p14:nvContentPartPr>
              <p14:xfrm>
                <a:off x="8139420" y="4981328"/>
                <a:ext cx="116640" cy="64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FDB8238-04B0-E4F9-44EE-B3C9EA3A105B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130420" y="4972328"/>
                  <a:ext cx="1342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007B3E6-A2B6-ED74-9756-72A9ED1D0052}"/>
                    </a:ext>
                  </a:extLst>
                </p14:cNvPr>
                <p14:cNvContentPartPr/>
                <p14:nvPr/>
              </p14:nvContentPartPr>
              <p14:xfrm>
                <a:off x="8333820" y="4859648"/>
                <a:ext cx="129240" cy="1962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007B3E6-A2B6-ED74-9756-72A9ED1D0052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324820" y="4850648"/>
                  <a:ext cx="1468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6451272-D1BA-47F8-0B04-F4D457AEDFF8}"/>
                    </a:ext>
                  </a:extLst>
                </p14:cNvPr>
                <p14:cNvContentPartPr/>
                <p14:nvPr/>
              </p14:nvContentPartPr>
              <p14:xfrm>
                <a:off x="8567100" y="4951088"/>
                <a:ext cx="31680" cy="943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6451272-D1BA-47F8-0B04-F4D457AEDFF8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558460" y="4942088"/>
                  <a:ext cx="493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603950A-5913-9AA3-1683-CC873F2BC373}"/>
                    </a:ext>
                  </a:extLst>
                </p14:cNvPr>
                <p14:cNvContentPartPr/>
                <p14:nvPr/>
              </p14:nvContentPartPr>
              <p14:xfrm>
                <a:off x="8618940" y="4951088"/>
                <a:ext cx="42480" cy="896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603950A-5913-9AA3-1683-CC873F2BC373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610300" y="4942088"/>
                  <a:ext cx="601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934CEE6-A0BF-D28A-6D5A-9645A263B770}"/>
                    </a:ext>
                  </a:extLst>
                </p14:cNvPr>
                <p14:cNvContentPartPr/>
                <p14:nvPr/>
              </p14:nvContentPartPr>
              <p14:xfrm>
                <a:off x="8506980" y="4891688"/>
                <a:ext cx="143640" cy="154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934CEE6-A0BF-D28A-6D5A-9645A263B770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498340" y="4883048"/>
                  <a:ext cx="161280" cy="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AD5198FB-6311-B742-BCA9-AFD0AE4A90D1}"/>
                  </a:ext>
                </a:extLst>
              </p14:cNvPr>
              <p14:cNvContentPartPr/>
              <p14:nvPr/>
            </p14:nvContentPartPr>
            <p14:xfrm>
              <a:off x="7508700" y="5142968"/>
              <a:ext cx="1105560" cy="4356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AD5198FB-6311-B742-BCA9-AFD0AE4A90D1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7499700" y="5133968"/>
                <a:ext cx="112320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B2803CEF-720B-57F9-6417-8570B0090D03}"/>
                  </a:ext>
                </a:extLst>
              </p14:cNvPr>
              <p14:cNvContentPartPr/>
              <p14:nvPr/>
            </p14:nvContentPartPr>
            <p14:xfrm>
              <a:off x="7916580" y="5256728"/>
              <a:ext cx="151200" cy="18792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B2803CEF-720B-57F9-6417-8570B0090D03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7907580" y="5248088"/>
                <a:ext cx="168840" cy="20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E004F34E-C8B6-BC00-C245-C992A10D0A6E}"/>
              </a:ext>
            </a:extLst>
          </p:cNvPr>
          <p:cNvGrpSpPr/>
          <p:nvPr/>
        </p:nvGrpSpPr>
        <p:grpSpPr>
          <a:xfrm>
            <a:off x="8844660" y="5090408"/>
            <a:ext cx="86760" cy="69480"/>
            <a:chOff x="8844660" y="5090408"/>
            <a:chExt cx="86760" cy="6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BE7DE47-FA0C-F89D-7C30-4341A9172614}"/>
                    </a:ext>
                  </a:extLst>
                </p14:cNvPr>
                <p14:cNvContentPartPr/>
                <p14:nvPr/>
              </p14:nvContentPartPr>
              <p14:xfrm>
                <a:off x="8844660" y="5143688"/>
                <a:ext cx="81360" cy="162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BE7DE47-FA0C-F89D-7C30-4341A9172614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836020" y="5135048"/>
                  <a:ext cx="990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3969ADD-D471-D408-E54C-FB16BF9B2022}"/>
                    </a:ext>
                  </a:extLst>
                </p14:cNvPr>
                <p14:cNvContentPartPr/>
                <p14:nvPr/>
              </p14:nvContentPartPr>
              <p14:xfrm>
                <a:off x="8861580" y="5090408"/>
                <a:ext cx="69840" cy="64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3969ADD-D471-D408-E54C-FB16BF9B2022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852580" y="5081768"/>
                  <a:ext cx="8748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74579E79-811E-56C1-0FFA-EA66372304B9}"/>
              </a:ext>
            </a:extLst>
          </p:cNvPr>
          <p:cNvGrpSpPr/>
          <p:nvPr/>
        </p:nvGrpSpPr>
        <p:grpSpPr>
          <a:xfrm>
            <a:off x="9175500" y="4886288"/>
            <a:ext cx="373680" cy="146880"/>
            <a:chOff x="9175500" y="4886288"/>
            <a:chExt cx="373680" cy="14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1D76BF8-52F3-DDAE-9B6F-6C10C2278BB4}"/>
                    </a:ext>
                  </a:extLst>
                </p14:cNvPr>
                <p14:cNvContentPartPr/>
                <p14:nvPr/>
              </p14:nvContentPartPr>
              <p14:xfrm>
                <a:off x="9175500" y="4982048"/>
                <a:ext cx="114120" cy="57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1D76BF8-52F3-DDAE-9B6F-6C10C2278BB4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166860" y="4973048"/>
                  <a:ext cx="131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E9EB47E-66D6-A46B-563A-23E084D1D355}"/>
                    </a:ext>
                  </a:extLst>
                </p14:cNvPr>
                <p14:cNvContentPartPr/>
                <p14:nvPr/>
              </p14:nvContentPartPr>
              <p14:xfrm>
                <a:off x="9429300" y="4914728"/>
                <a:ext cx="26640" cy="1036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E9EB47E-66D6-A46B-563A-23E084D1D355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420660" y="4905728"/>
                  <a:ext cx="442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82D89BA-29C6-11CE-6368-7AFC2779BD96}"/>
                    </a:ext>
                  </a:extLst>
                </p14:cNvPr>
                <p14:cNvContentPartPr/>
                <p14:nvPr/>
              </p14:nvContentPartPr>
              <p14:xfrm>
                <a:off x="9486900" y="4925168"/>
                <a:ext cx="55080" cy="1080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82D89BA-29C6-11CE-6368-7AFC2779BD9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477900" y="4916168"/>
                  <a:ext cx="727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EF0C422-91BD-39B7-C6AF-682317E3E2EC}"/>
                    </a:ext>
                  </a:extLst>
                </p14:cNvPr>
                <p14:cNvContentPartPr/>
                <p14:nvPr/>
              </p14:nvContentPartPr>
              <p14:xfrm>
                <a:off x="9336420" y="4886288"/>
                <a:ext cx="212760" cy="309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EF0C422-91BD-39B7-C6AF-682317E3E2E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327780" y="4877648"/>
                  <a:ext cx="23040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730E2F9-EE33-3F9A-D844-C9D1476E8834}"/>
              </a:ext>
            </a:extLst>
          </p:cNvPr>
          <p:cNvGrpSpPr/>
          <p:nvPr/>
        </p:nvGrpSpPr>
        <p:grpSpPr>
          <a:xfrm>
            <a:off x="9332820" y="5126048"/>
            <a:ext cx="258120" cy="255960"/>
            <a:chOff x="9332820" y="5126048"/>
            <a:chExt cx="258120" cy="25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24D16EC-CFC2-98C8-3F04-B828FC508E8E}"/>
                    </a:ext>
                  </a:extLst>
                </p14:cNvPr>
                <p14:cNvContentPartPr/>
                <p14:nvPr/>
              </p14:nvContentPartPr>
              <p14:xfrm>
                <a:off x="9332820" y="5126048"/>
                <a:ext cx="258120" cy="363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24D16EC-CFC2-98C8-3F04-B828FC508E8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324180" y="5117048"/>
                  <a:ext cx="2757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4A560AB-8A09-9C08-1BE8-A6B0A0DF22CB}"/>
                    </a:ext>
                  </a:extLst>
                </p14:cNvPr>
                <p14:cNvContentPartPr/>
                <p14:nvPr/>
              </p14:nvContentPartPr>
              <p14:xfrm>
                <a:off x="9387900" y="5215688"/>
                <a:ext cx="140040" cy="1663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4A560AB-8A09-9C08-1BE8-A6B0A0DF22CB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379260" y="5206688"/>
                  <a:ext cx="15768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F2AD5554-7052-DF9D-8371-05B55F1D874D}"/>
              </a:ext>
            </a:extLst>
          </p:cNvPr>
          <p:cNvGrpSpPr/>
          <p:nvPr/>
        </p:nvGrpSpPr>
        <p:grpSpPr>
          <a:xfrm>
            <a:off x="908100" y="6130088"/>
            <a:ext cx="472680" cy="159840"/>
            <a:chOff x="908100" y="6130088"/>
            <a:chExt cx="472680" cy="15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341F3AB-F494-0B6D-6C90-BA646B29AFB1}"/>
                    </a:ext>
                  </a:extLst>
                </p14:cNvPr>
                <p14:cNvContentPartPr/>
                <p14:nvPr/>
              </p14:nvContentPartPr>
              <p14:xfrm>
                <a:off x="908100" y="6130088"/>
                <a:ext cx="107640" cy="1411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341F3AB-F494-0B6D-6C90-BA646B29AFB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99100" y="6121088"/>
                  <a:ext cx="1252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4803F64-41C5-D530-6891-78F9F62F8637}"/>
                    </a:ext>
                  </a:extLst>
                </p14:cNvPr>
                <p14:cNvContentPartPr/>
                <p14:nvPr/>
              </p14:nvContentPartPr>
              <p14:xfrm>
                <a:off x="1044180" y="6186248"/>
                <a:ext cx="114120" cy="756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4803F64-41C5-D530-6891-78F9F62F863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35540" y="6177608"/>
                  <a:ext cx="1317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560A90A-20EF-9325-F0A6-F84BF4329954}"/>
                    </a:ext>
                  </a:extLst>
                </p14:cNvPr>
                <p14:cNvContentPartPr/>
                <p14:nvPr/>
              </p14:nvContentPartPr>
              <p14:xfrm>
                <a:off x="1211220" y="6156368"/>
                <a:ext cx="169560" cy="1335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560A90A-20EF-9325-F0A6-F84BF432995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202220" y="6147728"/>
                  <a:ext cx="18720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B8C37377-BCE1-7EBE-4A5B-E0A44D010F75}"/>
              </a:ext>
            </a:extLst>
          </p:cNvPr>
          <p:cNvGrpSpPr/>
          <p:nvPr/>
        </p:nvGrpSpPr>
        <p:grpSpPr>
          <a:xfrm>
            <a:off x="1485180" y="5978528"/>
            <a:ext cx="903240" cy="465120"/>
            <a:chOff x="1485180" y="5978528"/>
            <a:chExt cx="903240" cy="46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9867173-8EDA-8363-DCBB-6F54E1CAE838}"/>
                    </a:ext>
                  </a:extLst>
                </p14:cNvPr>
                <p14:cNvContentPartPr/>
                <p14:nvPr/>
              </p14:nvContentPartPr>
              <p14:xfrm>
                <a:off x="1608660" y="6004808"/>
                <a:ext cx="140400" cy="1310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9867173-8EDA-8363-DCBB-6F54E1CAE83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599660" y="5995808"/>
                  <a:ext cx="1580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737C5C2-A28D-782B-B67C-A3CB675BB8F3}"/>
                    </a:ext>
                  </a:extLst>
                </p14:cNvPr>
                <p14:cNvContentPartPr/>
                <p14:nvPr/>
              </p14:nvContentPartPr>
              <p14:xfrm>
                <a:off x="1615500" y="5986088"/>
                <a:ext cx="91440" cy="198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737C5C2-A28D-782B-B67C-A3CB675BB8F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606860" y="5977448"/>
                  <a:ext cx="109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2B88217-B75E-113F-6F3D-D96290CB540F}"/>
                    </a:ext>
                  </a:extLst>
                </p14:cNvPr>
                <p14:cNvContentPartPr/>
                <p14:nvPr/>
              </p14:nvContentPartPr>
              <p14:xfrm>
                <a:off x="1849500" y="6026408"/>
                <a:ext cx="56880" cy="734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2B88217-B75E-113F-6F3D-D96290CB540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840500" y="6017768"/>
                  <a:ext cx="745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168B0AF-9DC7-0652-BF33-85C69701BA63}"/>
                    </a:ext>
                  </a:extLst>
                </p14:cNvPr>
                <p14:cNvContentPartPr/>
                <p14:nvPr/>
              </p14:nvContentPartPr>
              <p14:xfrm>
                <a:off x="1896300" y="6026408"/>
                <a:ext cx="45000" cy="655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168B0AF-9DC7-0652-BF33-85C69701BA6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887300" y="6017768"/>
                  <a:ext cx="626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C6539DF-8405-F466-0271-2F3C52F9B373}"/>
                    </a:ext>
                  </a:extLst>
                </p14:cNvPr>
                <p14:cNvContentPartPr/>
                <p14:nvPr/>
              </p14:nvContentPartPr>
              <p14:xfrm>
                <a:off x="1833300" y="5978528"/>
                <a:ext cx="99720" cy="147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C6539DF-8405-F466-0271-2F3C52F9B373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824300" y="5969888"/>
                  <a:ext cx="1173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C86F1B9-0064-FDE4-DCDF-94460ECB3AF3}"/>
                    </a:ext>
                  </a:extLst>
                </p14:cNvPr>
                <p14:cNvContentPartPr/>
                <p14:nvPr/>
              </p14:nvContentPartPr>
              <p14:xfrm>
                <a:off x="2041740" y="6015248"/>
                <a:ext cx="146880" cy="687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C86F1B9-0064-FDE4-DCDF-94460ECB3AF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2032740" y="6006248"/>
                  <a:ext cx="1645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DBABC64-07F4-BCC0-ACE9-EA11BFAEC267}"/>
                    </a:ext>
                  </a:extLst>
                </p14:cNvPr>
                <p14:cNvContentPartPr/>
                <p14:nvPr/>
              </p14:nvContentPartPr>
              <p14:xfrm>
                <a:off x="1651140" y="6172568"/>
                <a:ext cx="473760" cy="342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DBABC64-07F4-BCC0-ACE9-EA11BFAEC267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642500" y="6163928"/>
                  <a:ext cx="4914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9B5C612-7839-4D92-B47F-7359E5082B29}"/>
                    </a:ext>
                  </a:extLst>
                </p14:cNvPr>
                <p14:cNvContentPartPr/>
                <p14:nvPr/>
              </p14:nvContentPartPr>
              <p14:xfrm>
                <a:off x="1802700" y="6319088"/>
                <a:ext cx="152640" cy="1245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9B5C612-7839-4D92-B47F-7359E5082B29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793700" y="6310088"/>
                  <a:ext cx="1702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4E9150C-0843-A8CC-B5F5-E7E9D6DD5537}"/>
                    </a:ext>
                  </a:extLst>
                </p14:cNvPr>
                <p14:cNvContentPartPr/>
                <p14:nvPr/>
              </p14:nvContentPartPr>
              <p14:xfrm>
                <a:off x="1485180" y="6078608"/>
                <a:ext cx="85320" cy="2221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4E9150C-0843-A8CC-B5F5-E7E9D6DD5537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476540" y="6069608"/>
                  <a:ext cx="1029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BE7788A-AF0E-EAD6-915F-A02A849AA820}"/>
                    </a:ext>
                  </a:extLst>
                </p14:cNvPr>
                <p14:cNvContentPartPr/>
                <p14:nvPr/>
              </p14:nvContentPartPr>
              <p14:xfrm>
                <a:off x="2319660" y="6010928"/>
                <a:ext cx="68760" cy="2757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BE7788A-AF0E-EAD6-915F-A02A849AA820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2311020" y="6002288"/>
                  <a:ext cx="86400" cy="29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3465AE5F-4777-A795-2592-44FE2516E26E}"/>
              </a:ext>
            </a:extLst>
          </p:cNvPr>
          <p:cNvGrpSpPr/>
          <p:nvPr/>
        </p:nvGrpSpPr>
        <p:grpSpPr>
          <a:xfrm>
            <a:off x="2610900" y="5896088"/>
            <a:ext cx="1691640" cy="463320"/>
            <a:chOff x="2610900" y="5896088"/>
            <a:chExt cx="1691640" cy="46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8D723F0-DB2B-D42B-48BE-18AFEDEB79B3}"/>
                    </a:ext>
                  </a:extLst>
                </p14:cNvPr>
                <p14:cNvContentPartPr/>
                <p14:nvPr/>
              </p14:nvContentPartPr>
              <p14:xfrm>
                <a:off x="2610900" y="6187688"/>
                <a:ext cx="127440" cy="111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8D723F0-DB2B-D42B-48BE-18AFEDEB79B3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601900" y="6178688"/>
                  <a:ext cx="145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46954B4-9885-209B-BEE5-8FD7DE69DF88}"/>
                    </a:ext>
                  </a:extLst>
                </p14:cNvPr>
                <p14:cNvContentPartPr/>
                <p14:nvPr/>
              </p14:nvContentPartPr>
              <p14:xfrm>
                <a:off x="2627820" y="6128648"/>
                <a:ext cx="100080" cy="126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46954B4-9885-209B-BEE5-8FD7DE69DF88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618820" y="6120008"/>
                  <a:ext cx="1177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73FE8F6-7DD6-828F-AC65-FED76DF615CE}"/>
                    </a:ext>
                  </a:extLst>
                </p14:cNvPr>
                <p14:cNvContentPartPr/>
                <p14:nvPr/>
              </p14:nvContentPartPr>
              <p14:xfrm>
                <a:off x="2893860" y="6109568"/>
                <a:ext cx="88560" cy="946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73FE8F6-7DD6-828F-AC65-FED76DF615CE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884860" y="6100568"/>
                  <a:ext cx="1062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0F64A1D9-CAF3-65D5-0100-98269E41B74D}"/>
                    </a:ext>
                  </a:extLst>
                </p14:cNvPr>
                <p14:cNvContentPartPr/>
                <p14:nvPr/>
              </p14:nvContentPartPr>
              <p14:xfrm>
                <a:off x="3057300" y="6135488"/>
                <a:ext cx="90360" cy="637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0F64A1D9-CAF3-65D5-0100-98269E41B74D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048300" y="6126848"/>
                  <a:ext cx="1080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0D01DD9-E4D6-9C2F-ADFF-9A989BCCAA14}"/>
                    </a:ext>
                  </a:extLst>
                </p14:cNvPr>
                <p14:cNvContentPartPr/>
                <p14:nvPr/>
              </p14:nvContentPartPr>
              <p14:xfrm>
                <a:off x="3190860" y="6118928"/>
                <a:ext cx="82080" cy="1054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0D01DD9-E4D6-9C2F-ADFF-9A989BCCAA14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182220" y="6109928"/>
                  <a:ext cx="99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3ADB96C-239E-FCF8-5560-901912F5123D}"/>
                    </a:ext>
                  </a:extLst>
                </p14:cNvPr>
                <p14:cNvContentPartPr/>
                <p14:nvPr/>
              </p14:nvContentPartPr>
              <p14:xfrm>
                <a:off x="3383460" y="5943248"/>
                <a:ext cx="140400" cy="3376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3ADB96C-239E-FCF8-5560-901912F5123D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374820" y="5934608"/>
                  <a:ext cx="15804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4A6BBF0-DAF6-987A-8168-44DC2B2D97AA}"/>
                    </a:ext>
                  </a:extLst>
                </p14:cNvPr>
                <p14:cNvContentPartPr/>
                <p14:nvPr/>
              </p14:nvContentPartPr>
              <p14:xfrm>
                <a:off x="3527820" y="6020648"/>
                <a:ext cx="109080" cy="165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4A6BBF0-DAF6-987A-8168-44DC2B2D97AA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519180" y="6012008"/>
                  <a:ext cx="1267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09CD0359-7372-8997-15D5-9A3AF8DC15D6}"/>
                    </a:ext>
                  </a:extLst>
                </p14:cNvPr>
                <p14:cNvContentPartPr/>
                <p14:nvPr/>
              </p14:nvContentPartPr>
              <p14:xfrm>
                <a:off x="3753180" y="5964128"/>
                <a:ext cx="26280" cy="684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09CD0359-7372-8997-15D5-9A3AF8DC15D6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3744180" y="5955488"/>
                  <a:ext cx="439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83148EF-EFDA-8041-F6C4-202482CB932B}"/>
                    </a:ext>
                  </a:extLst>
                </p14:cNvPr>
                <p14:cNvContentPartPr/>
                <p14:nvPr/>
              </p14:nvContentPartPr>
              <p14:xfrm>
                <a:off x="3787380" y="5948648"/>
                <a:ext cx="70920" cy="939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83148EF-EFDA-8041-F6C4-202482CB932B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778380" y="5939648"/>
                  <a:ext cx="885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728D22C-B9AC-2309-F6EE-A7696179754A}"/>
                    </a:ext>
                  </a:extLst>
                </p14:cNvPr>
                <p14:cNvContentPartPr/>
                <p14:nvPr/>
              </p14:nvContentPartPr>
              <p14:xfrm>
                <a:off x="3688740" y="5896088"/>
                <a:ext cx="156240" cy="223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728D22C-B9AC-2309-F6EE-A7696179754A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679740" y="5887088"/>
                  <a:ext cx="173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B9C2725-9065-AEE1-3AC2-DF0CF055DA42}"/>
                    </a:ext>
                  </a:extLst>
                </p14:cNvPr>
                <p14:cNvContentPartPr/>
                <p14:nvPr/>
              </p14:nvContentPartPr>
              <p14:xfrm>
                <a:off x="3927420" y="5947208"/>
                <a:ext cx="156960" cy="741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B9C2725-9065-AEE1-3AC2-DF0CF055DA42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918780" y="5938208"/>
                  <a:ext cx="1746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0583D73-B27E-ADC1-0245-6BD9F1F00820}"/>
                    </a:ext>
                  </a:extLst>
                </p14:cNvPr>
                <p14:cNvContentPartPr/>
                <p14:nvPr/>
              </p14:nvContentPartPr>
              <p14:xfrm>
                <a:off x="3630420" y="6108128"/>
                <a:ext cx="432360" cy="396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0583D73-B27E-ADC1-0245-6BD9F1F00820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3621780" y="6099488"/>
                  <a:ext cx="4500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443A6A4-3F8B-FDC9-526A-EE52E47B7025}"/>
                    </a:ext>
                  </a:extLst>
                </p14:cNvPr>
                <p14:cNvContentPartPr/>
                <p14:nvPr/>
              </p14:nvContentPartPr>
              <p14:xfrm>
                <a:off x="3740580" y="6218288"/>
                <a:ext cx="131760" cy="1411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443A6A4-3F8B-FDC9-526A-EE52E47B702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3731580" y="6209648"/>
                  <a:ext cx="1494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6A1F20D-C9C0-9276-38C9-EC21C6A403A0}"/>
                    </a:ext>
                  </a:extLst>
                </p14:cNvPr>
                <p14:cNvContentPartPr/>
                <p14:nvPr/>
              </p14:nvContentPartPr>
              <p14:xfrm>
                <a:off x="4171860" y="5953688"/>
                <a:ext cx="130680" cy="3063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6A1F20D-C9C0-9276-38C9-EC21C6A403A0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4162860" y="5945048"/>
                  <a:ext cx="148320" cy="32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1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84748D5C-AED9-06E3-D616-3F1292E946FB}"/>
                  </a:ext>
                </a:extLst>
              </p14:cNvPr>
              <p14:cNvContentPartPr/>
              <p14:nvPr/>
            </p14:nvContentPartPr>
            <p14:xfrm>
              <a:off x="4624380" y="6181928"/>
              <a:ext cx="116640" cy="648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84748D5C-AED9-06E3-D616-3F1292E946FB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4615380" y="6173288"/>
                <a:ext cx="13428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3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995E0CBE-0A36-A1B5-CC41-C5B14AC7483D}"/>
                  </a:ext>
                </a:extLst>
              </p14:cNvPr>
              <p14:cNvContentPartPr/>
              <p14:nvPr/>
            </p14:nvContentPartPr>
            <p14:xfrm>
              <a:off x="4636620" y="6120008"/>
              <a:ext cx="106920" cy="792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995E0CBE-0A36-A1B5-CC41-C5B14AC7483D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4627980" y="6111008"/>
                <a:ext cx="124560" cy="2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oup 197">
            <a:extLst>
              <a:ext uri="{FF2B5EF4-FFF2-40B4-BE49-F238E27FC236}">
                <a16:creationId xmlns:a16="http://schemas.microsoft.com/office/drawing/2014/main" id="{176579DA-2699-631D-2AB0-552737B13FC4}"/>
              </a:ext>
            </a:extLst>
          </p:cNvPr>
          <p:cNvGrpSpPr/>
          <p:nvPr/>
        </p:nvGrpSpPr>
        <p:grpSpPr>
          <a:xfrm>
            <a:off x="4930020" y="5969528"/>
            <a:ext cx="1345680" cy="373680"/>
            <a:chOff x="4930020" y="5969528"/>
            <a:chExt cx="1345680" cy="37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785320E5-1871-7895-E559-659A86EBD091}"/>
                    </a:ext>
                  </a:extLst>
                </p14:cNvPr>
                <p14:cNvContentPartPr/>
                <p14:nvPr/>
              </p14:nvContentPartPr>
              <p14:xfrm>
                <a:off x="4930020" y="6098768"/>
                <a:ext cx="109440" cy="997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785320E5-1871-7895-E559-659A86EBD091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4921380" y="6090128"/>
                  <a:ext cx="1270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C7B2F52-4CEE-B87D-D869-5F443EDBD2BE}"/>
                    </a:ext>
                  </a:extLst>
                </p14:cNvPr>
                <p14:cNvContentPartPr/>
                <p14:nvPr/>
              </p14:nvContentPartPr>
              <p14:xfrm>
                <a:off x="5100300" y="6119648"/>
                <a:ext cx="114840" cy="644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C7B2F52-4CEE-B87D-D869-5F443EDBD2BE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5091300" y="6111008"/>
                  <a:ext cx="1324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B426F6F-ED90-E326-163E-B873D2B2689C}"/>
                    </a:ext>
                  </a:extLst>
                </p14:cNvPr>
                <p14:cNvContentPartPr/>
                <p14:nvPr/>
              </p14:nvContentPartPr>
              <p14:xfrm>
                <a:off x="5254740" y="6078608"/>
                <a:ext cx="124920" cy="1407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B426F6F-ED90-E326-163E-B873D2B2689C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5245740" y="6069608"/>
                  <a:ext cx="1425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B6CD090-0B14-6BBE-6FA6-1D4F32AFCA3A}"/>
                    </a:ext>
                  </a:extLst>
                </p14:cNvPr>
                <p14:cNvContentPartPr/>
                <p14:nvPr/>
              </p14:nvContentPartPr>
              <p14:xfrm>
                <a:off x="5642100" y="6016328"/>
                <a:ext cx="43560" cy="777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B6CD090-0B14-6BBE-6FA6-1D4F32AFCA3A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5633100" y="6007328"/>
                  <a:ext cx="612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3D1BD9E-08EE-4E90-1433-ED7E9E62662D}"/>
                    </a:ext>
                  </a:extLst>
                </p14:cNvPr>
                <p14:cNvContentPartPr/>
                <p14:nvPr/>
              </p14:nvContentPartPr>
              <p14:xfrm>
                <a:off x="5709780" y="6000488"/>
                <a:ext cx="34920" cy="882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3D1BD9E-08EE-4E90-1433-ED7E9E62662D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5700780" y="5991848"/>
                  <a:ext cx="525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E8415B5-0788-38E4-E52D-6AF992A5EFA6}"/>
                    </a:ext>
                  </a:extLst>
                </p14:cNvPr>
                <p14:cNvContentPartPr/>
                <p14:nvPr/>
              </p14:nvContentPartPr>
              <p14:xfrm>
                <a:off x="5579820" y="5985008"/>
                <a:ext cx="135360" cy="126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E8415B5-0788-38E4-E52D-6AF992A5EFA6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5571180" y="5976008"/>
                  <a:ext cx="1530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A1FD69B-A1C9-A712-4A88-277420DD5698}"/>
                    </a:ext>
                  </a:extLst>
                </p14:cNvPr>
                <p14:cNvContentPartPr/>
                <p14:nvPr/>
              </p14:nvContentPartPr>
              <p14:xfrm>
                <a:off x="5844060" y="5980328"/>
                <a:ext cx="156240" cy="918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A1FD69B-A1C9-A712-4A88-277420DD5698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5835060" y="5971328"/>
                  <a:ext cx="1738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51386E6-4E96-181E-8AD8-09676DDE3FE1}"/>
                    </a:ext>
                  </a:extLst>
                </p14:cNvPr>
                <p14:cNvContentPartPr/>
                <p14:nvPr/>
              </p14:nvContentPartPr>
              <p14:xfrm>
                <a:off x="5726340" y="6135488"/>
                <a:ext cx="237960" cy="162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51386E6-4E96-181E-8AD8-09676DDE3FE1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5717700" y="6126848"/>
                  <a:ext cx="2556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811E1D67-5969-2981-E059-9A5787FB5A19}"/>
                    </a:ext>
                  </a:extLst>
                </p14:cNvPr>
                <p14:cNvContentPartPr/>
                <p14:nvPr/>
              </p14:nvContentPartPr>
              <p14:xfrm>
                <a:off x="5740740" y="6222608"/>
                <a:ext cx="138960" cy="1206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811E1D67-5969-2981-E059-9A5787FB5A19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732100" y="6213608"/>
                  <a:ext cx="1566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1531256-1A89-6D44-A4AB-824BD5B65AA7}"/>
                    </a:ext>
                  </a:extLst>
                </p14:cNvPr>
                <p14:cNvContentPartPr/>
                <p14:nvPr/>
              </p14:nvContentPartPr>
              <p14:xfrm>
                <a:off x="5489460" y="6089048"/>
                <a:ext cx="97560" cy="1875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1531256-1A89-6D44-A4AB-824BD5B65AA7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5480820" y="6080048"/>
                  <a:ext cx="1152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681D9775-BD55-D69F-6FD5-8F5FD82B598F}"/>
                    </a:ext>
                  </a:extLst>
                </p14:cNvPr>
                <p14:cNvContentPartPr/>
                <p14:nvPr/>
              </p14:nvContentPartPr>
              <p14:xfrm>
                <a:off x="6130620" y="5969528"/>
                <a:ext cx="145080" cy="3034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681D9775-BD55-D69F-6FD5-8F5FD82B598F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6121620" y="5960528"/>
                  <a:ext cx="162720" cy="32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93D5DA67-4B80-2B82-9889-55F75317B0F8}"/>
              </a:ext>
            </a:extLst>
          </p:cNvPr>
          <p:cNvGrpSpPr/>
          <p:nvPr/>
        </p:nvGrpSpPr>
        <p:grpSpPr>
          <a:xfrm>
            <a:off x="7173540" y="6091208"/>
            <a:ext cx="393120" cy="127800"/>
            <a:chOff x="7173540" y="6091208"/>
            <a:chExt cx="393120" cy="12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BD3026D-EBCB-C755-2EBB-1AA4CD7943C6}"/>
                    </a:ext>
                  </a:extLst>
                </p14:cNvPr>
                <p14:cNvContentPartPr/>
                <p14:nvPr/>
              </p14:nvContentPartPr>
              <p14:xfrm>
                <a:off x="7173540" y="6109568"/>
                <a:ext cx="115920" cy="1094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BD3026D-EBCB-C755-2EBB-1AA4CD7943C6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7164540" y="6100928"/>
                  <a:ext cx="1335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17CE7CB-4534-9DF9-64C1-2AB2C198D3C2}"/>
                    </a:ext>
                  </a:extLst>
                </p14:cNvPr>
                <p14:cNvContentPartPr/>
                <p14:nvPr/>
              </p14:nvContentPartPr>
              <p14:xfrm>
                <a:off x="7354980" y="6109928"/>
                <a:ext cx="76320" cy="745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17CE7CB-4534-9DF9-64C1-2AB2C198D3C2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7346340" y="6100928"/>
                  <a:ext cx="939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B499DEB-2149-B57F-BC74-843F7CF9816C}"/>
                    </a:ext>
                  </a:extLst>
                </p14:cNvPr>
                <p14:cNvContentPartPr/>
                <p14:nvPr/>
              </p14:nvContentPartPr>
              <p14:xfrm>
                <a:off x="7424460" y="6091208"/>
                <a:ext cx="142200" cy="1137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B499DEB-2149-B57F-BC74-843F7CF9816C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7415820" y="6082568"/>
                  <a:ext cx="15984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A7A402E5-8462-ABF1-1B36-7C2E1019F3E8}"/>
              </a:ext>
            </a:extLst>
          </p:cNvPr>
          <p:cNvGrpSpPr/>
          <p:nvPr/>
        </p:nvGrpSpPr>
        <p:grpSpPr>
          <a:xfrm>
            <a:off x="7813620" y="5979968"/>
            <a:ext cx="192600" cy="213480"/>
            <a:chOff x="7813620" y="5979968"/>
            <a:chExt cx="192600" cy="21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175A90E-5423-8F5A-A05E-A68DA547E0CA}"/>
                    </a:ext>
                  </a:extLst>
                </p14:cNvPr>
                <p14:cNvContentPartPr/>
                <p14:nvPr/>
              </p14:nvContentPartPr>
              <p14:xfrm>
                <a:off x="7870860" y="6114968"/>
                <a:ext cx="29520" cy="748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175A90E-5423-8F5A-A05E-A68DA547E0CA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7862220" y="6105968"/>
                  <a:ext cx="471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C4C7E80-8895-CE41-286B-6AF795E3FE2A}"/>
                    </a:ext>
                  </a:extLst>
                </p14:cNvPr>
                <p14:cNvContentPartPr/>
                <p14:nvPr/>
              </p14:nvContentPartPr>
              <p14:xfrm>
                <a:off x="7813620" y="5979968"/>
                <a:ext cx="10440" cy="280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C4C7E80-8895-CE41-286B-6AF795E3FE2A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7804980" y="5970968"/>
                  <a:ext cx="280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D086F55-328B-FA91-DDAB-73FF68A67D77}"/>
                    </a:ext>
                  </a:extLst>
                </p14:cNvPr>
                <p14:cNvContentPartPr/>
                <p14:nvPr/>
              </p14:nvContentPartPr>
              <p14:xfrm>
                <a:off x="7933140" y="6073208"/>
                <a:ext cx="73080" cy="1202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D086F55-328B-FA91-DDAB-73FF68A67D77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7924500" y="6064568"/>
                  <a:ext cx="9072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0A9DED06-C2B1-4439-F6B0-09A24F55C14D}"/>
              </a:ext>
            </a:extLst>
          </p:cNvPr>
          <p:cNvGrpSpPr/>
          <p:nvPr/>
        </p:nvGrpSpPr>
        <p:grpSpPr>
          <a:xfrm>
            <a:off x="8250300" y="5917328"/>
            <a:ext cx="1963800" cy="328320"/>
            <a:chOff x="8250300" y="5917328"/>
            <a:chExt cx="1963800" cy="32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ADFE37A-E5E7-C79C-02C6-A8DDC713067F}"/>
                    </a:ext>
                  </a:extLst>
                </p14:cNvPr>
                <p14:cNvContentPartPr/>
                <p14:nvPr/>
              </p14:nvContentPartPr>
              <p14:xfrm>
                <a:off x="8250300" y="6089408"/>
                <a:ext cx="132840" cy="1155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ADFE37A-E5E7-C79C-02C6-A8DDC713067F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8241300" y="6080408"/>
                  <a:ext cx="1504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D673B2C2-6E80-C009-5235-D92379F643E0}"/>
                    </a:ext>
                  </a:extLst>
                </p14:cNvPr>
                <p14:cNvContentPartPr/>
                <p14:nvPr/>
              </p14:nvContentPartPr>
              <p14:xfrm>
                <a:off x="8395740" y="6096248"/>
                <a:ext cx="94320" cy="1098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D673B2C2-6E80-C009-5235-D92379F643E0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8386740" y="6087608"/>
                  <a:ext cx="1119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80B4C84-D6FF-12C8-851F-6FBD4EDA4C29}"/>
                    </a:ext>
                  </a:extLst>
                </p14:cNvPr>
                <p14:cNvContentPartPr/>
                <p14:nvPr/>
              </p14:nvContentPartPr>
              <p14:xfrm>
                <a:off x="8560620" y="6095168"/>
                <a:ext cx="241920" cy="1260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80B4C84-D6FF-12C8-851F-6FBD4EDA4C29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8551980" y="6086168"/>
                  <a:ext cx="2595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867D214-F0C4-15B2-3DD1-6935FBA4B2BC}"/>
                    </a:ext>
                  </a:extLst>
                </p14:cNvPr>
                <p14:cNvContentPartPr/>
                <p14:nvPr/>
              </p14:nvContentPartPr>
              <p14:xfrm>
                <a:off x="8944380" y="5921288"/>
                <a:ext cx="154800" cy="3243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867D214-F0C4-15B2-3DD1-6935FBA4B2BC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8935740" y="5912648"/>
                  <a:ext cx="17244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4386B3F-578D-2BDA-CBBE-1F6047AB59E4}"/>
                    </a:ext>
                  </a:extLst>
                </p14:cNvPr>
                <p14:cNvContentPartPr/>
                <p14:nvPr/>
              </p14:nvContentPartPr>
              <p14:xfrm>
                <a:off x="8925660" y="6123968"/>
                <a:ext cx="130320" cy="327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4386B3F-578D-2BDA-CBBE-1F6047AB59E4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916660" y="6115328"/>
                  <a:ext cx="1479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7A3A7028-65B3-184C-C4E2-2C213543A3A3}"/>
                    </a:ext>
                  </a:extLst>
                </p14:cNvPr>
                <p14:cNvContentPartPr/>
                <p14:nvPr/>
              </p14:nvContentPartPr>
              <p14:xfrm>
                <a:off x="9102420" y="6109568"/>
                <a:ext cx="129240" cy="529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7A3A7028-65B3-184C-C4E2-2C213543A3A3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9093420" y="6100928"/>
                  <a:ext cx="1468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22307777-D24E-5ECE-A0C1-705578954FD2}"/>
                    </a:ext>
                  </a:extLst>
                </p14:cNvPr>
                <p14:cNvContentPartPr/>
                <p14:nvPr/>
              </p14:nvContentPartPr>
              <p14:xfrm>
                <a:off x="9284220" y="6125408"/>
                <a:ext cx="142200" cy="464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22307777-D24E-5ECE-A0C1-705578954FD2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9275220" y="6116408"/>
                  <a:ext cx="1598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C1C56DD3-5E99-967B-FF66-16CF6CD10382}"/>
                    </a:ext>
                  </a:extLst>
                </p14:cNvPr>
                <p14:cNvContentPartPr/>
                <p14:nvPr/>
              </p14:nvContentPartPr>
              <p14:xfrm>
                <a:off x="9496260" y="6108488"/>
                <a:ext cx="128880" cy="910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C1C56DD3-5E99-967B-FF66-16CF6CD10382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487620" y="6099848"/>
                  <a:ext cx="146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CF5E0DB-7EF4-E88E-FB34-635FA4A16835}"/>
                    </a:ext>
                  </a:extLst>
                </p14:cNvPr>
                <p14:cNvContentPartPr/>
                <p14:nvPr/>
              </p14:nvContentPartPr>
              <p14:xfrm>
                <a:off x="9626940" y="5917328"/>
                <a:ext cx="186120" cy="2592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CF5E0DB-7EF4-E88E-FB34-635FA4A16835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618300" y="5908688"/>
                  <a:ext cx="2037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D76F179-69FA-2E7B-1D19-E01544FEE46E}"/>
                    </a:ext>
                  </a:extLst>
                </p14:cNvPr>
                <p14:cNvContentPartPr/>
                <p14:nvPr/>
              </p14:nvContentPartPr>
              <p14:xfrm>
                <a:off x="9782820" y="5922728"/>
                <a:ext cx="5040" cy="381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D76F179-69FA-2E7B-1D19-E01544FEE46E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9774180" y="5913728"/>
                  <a:ext cx="226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87C6054C-AF1C-9A5F-811E-96303091E2EB}"/>
                    </a:ext>
                  </a:extLst>
                </p14:cNvPr>
                <p14:cNvContentPartPr/>
                <p14:nvPr/>
              </p14:nvContentPartPr>
              <p14:xfrm>
                <a:off x="9907020" y="6100568"/>
                <a:ext cx="307080" cy="784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87C6054C-AF1C-9A5F-811E-96303091E2EB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9898020" y="6091568"/>
                  <a:ext cx="324720" cy="961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F985DFD-C063-53DD-3C7F-DB093394B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7" y="483488"/>
            <a:ext cx="5358901" cy="299565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2535689-11DC-53D7-A037-655CE1365F85}"/>
                  </a:ext>
                </a:extLst>
              </p14:cNvPr>
              <p14:cNvContentPartPr/>
              <p14:nvPr/>
            </p14:nvContentPartPr>
            <p14:xfrm>
              <a:off x="11881980" y="483128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2535689-11DC-53D7-A037-655CE1365F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872980" y="47412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FA83BE8-CBE9-D11E-E87F-132FABA0E8E5}"/>
                  </a:ext>
                </a:extLst>
              </p14:cNvPr>
              <p14:cNvContentPartPr/>
              <p14:nvPr/>
            </p14:nvContentPartPr>
            <p14:xfrm>
              <a:off x="6213420" y="3215888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FA83BE8-CBE9-D11E-E87F-132FABA0E8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04780" y="320688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13A9241-9F73-D1CD-BAA7-5D558B34ACC3}"/>
                  </a:ext>
                </a:extLst>
              </p14:cNvPr>
              <p14:cNvContentPartPr/>
              <p14:nvPr/>
            </p14:nvContentPartPr>
            <p14:xfrm>
              <a:off x="10868580" y="223208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13A9241-9F73-D1CD-BAA7-5D558B34AC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59940" y="21456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3878B63-F939-38FC-C979-42FDC63B22FA}"/>
                  </a:ext>
                </a:extLst>
              </p14:cNvPr>
              <p14:cNvContentPartPr/>
              <p14:nvPr/>
            </p14:nvContentPartPr>
            <p14:xfrm>
              <a:off x="6920100" y="4525208"/>
              <a:ext cx="3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3878B63-F939-38FC-C979-42FDC63B22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11460" y="4516208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B760865B-C6E2-2022-C3C2-2876EF1A5A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7628" y="2562069"/>
            <a:ext cx="7224352" cy="392627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D1233AB-8AAA-5F98-D3AF-4AFCAB0F6E61}"/>
              </a:ext>
            </a:extLst>
          </p:cNvPr>
          <p:cNvSpPr txBox="1"/>
          <p:nvPr/>
        </p:nvSpPr>
        <p:spPr>
          <a:xfrm>
            <a:off x="5886203" y="337680"/>
            <a:ext cx="23836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Python Demo</a:t>
            </a:r>
          </a:p>
        </p:txBody>
      </p:sp>
    </p:spTree>
    <p:extLst>
      <p:ext uri="{BB962C8B-B14F-4D97-AF65-F5344CB8AC3E}">
        <p14:creationId xmlns:p14="http://schemas.microsoft.com/office/powerpoint/2010/main" val="4138509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anti-alias filter belongs before the sampler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energy above f_s/2 has folded, digital filtering cannot know its origin.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94360" y="205740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EDF3F7"/>
          </a:solidFill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Microphone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$x_c(t)$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633472" y="2386584"/>
            <a:ext cx="320040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71800" y="205740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FFF2E6"/>
          </a:solidFill>
          <a:ln w="1905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63240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Analog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 LPF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10912" y="2386584"/>
            <a:ext cx="320040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349240" y="205740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EDF3F7"/>
          </a:solidFill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40680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ADC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(sample + quantize)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88352" y="2386584"/>
            <a:ext cx="320040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26680" y="205740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EDF3F7"/>
          </a:solidFill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18120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array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$x[n]$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765792" y="2386584"/>
            <a:ext cx="320040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784080" y="205740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E8F7F7"/>
          </a:solidFill>
          <a:ln w="1905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875520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PyTorch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97280" y="4069080"/>
            <a:ext cx="9966960" cy="822960"/>
          </a:xfrm>
          <a:prstGeom prst="roundRect">
            <a:avLst>
              <a:gd name="adj" fmla="val 7778"/>
            </a:avLst>
          </a:prstGeom>
          <a:solidFill>
            <a:srgbClr val="F7FAFC"/>
          </a:solidFill>
          <a:ln w="17780">
            <a:solidFill>
              <a:srgbClr val="B9CDD8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43584" y="4178808"/>
            <a:ext cx="9674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cutoff is designed below f_s/2 so the real analog transition band fits before Nyquist.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2ED61BA-BD73-FA46-61FB-35185D74CB62}"/>
              </a:ext>
            </a:extLst>
          </p:cNvPr>
          <p:cNvGrpSpPr/>
          <p:nvPr/>
        </p:nvGrpSpPr>
        <p:grpSpPr>
          <a:xfrm>
            <a:off x="6192900" y="2910608"/>
            <a:ext cx="4598280" cy="1090800"/>
            <a:chOff x="6192900" y="2910608"/>
            <a:chExt cx="4598280" cy="109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73096DE-2276-F2CE-E0E5-2DBAFCE9D628}"/>
                    </a:ext>
                  </a:extLst>
                </p14:cNvPr>
                <p14:cNvContentPartPr/>
                <p14:nvPr/>
              </p14:nvContentPartPr>
              <p14:xfrm>
                <a:off x="6254100" y="2944808"/>
                <a:ext cx="182520" cy="343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73096DE-2276-F2CE-E0E5-2DBAFCE9D62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245100" y="2935808"/>
                  <a:ext cx="20016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44931EA-3E9C-FFF0-F0DF-5D3F52F17027}"/>
                    </a:ext>
                  </a:extLst>
                </p14:cNvPr>
                <p14:cNvContentPartPr/>
                <p14:nvPr/>
              </p14:nvContentPartPr>
              <p14:xfrm>
                <a:off x="6192900" y="2910608"/>
                <a:ext cx="100080" cy="84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44931EA-3E9C-FFF0-F0DF-5D3F52F1702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83900" y="2901968"/>
                  <a:ext cx="1177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DDDF199-AE1C-A077-393E-89D98370FE09}"/>
                    </a:ext>
                  </a:extLst>
                </p14:cNvPr>
                <p14:cNvContentPartPr/>
                <p14:nvPr/>
              </p14:nvContentPartPr>
              <p14:xfrm>
                <a:off x="6197580" y="3427928"/>
                <a:ext cx="148680" cy="136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DDDF199-AE1C-A077-393E-89D98370FE0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88940" y="3419288"/>
                  <a:ext cx="1663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503A04A-A72D-8D4A-F8AB-64FE095E63D4}"/>
                    </a:ext>
                  </a:extLst>
                </p14:cNvPr>
                <p14:cNvContentPartPr/>
                <p14:nvPr/>
              </p14:nvContentPartPr>
              <p14:xfrm>
                <a:off x="6372900" y="3475448"/>
                <a:ext cx="146880" cy="47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503A04A-A72D-8D4A-F8AB-64FE095E63D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364260" y="3466808"/>
                  <a:ext cx="1645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15247CD-B8F5-35FA-4087-339BCBBFEF39}"/>
                    </a:ext>
                  </a:extLst>
                </p14:cNvPr>
                <p14:cNvContentPartPr/>
                <p14:nvPr/>
              </p14:nvContentPartPr>
              <p14:xfrm>
                <a:off x="6556500" y="3458168"/>
                <a:ext cx="184680" cy="59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15247CD-B8F5-35FA-4087-339BCBBFEF3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547500" y="3449168"/>
                  <a:ext cx="2023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C66A6E9-1030-24A3-753C-B36363516E77}"/>
                    </a:ext>
                  </a:extLst>
                </p14:cNvPr>
                <p14:cNvContentPartPr/>
                <p14:nvPr/>
              </p14:nvContentPartPr>
              <p14:xfrm>
                <a:off x="6799140" y="3429008"/>
                <a:ext cx="111960" cy="191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C66A6E9-1030-24A3-753C-B36363516E7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790500" y="3420008"/>
                  <a:ext cx="1296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931C9E0-EFAE-4D40-672F-01B84AC3CC99}"/>
                    </a:ext>
                  </a:extLst>
                </p14:cNvPr>
                <p14:cNvContentPartPr/>
                <p14:nvPr/>
              </p14:nvContentPartPr>
              <p14:xfrm>
                <a:off x="6912180" y="3260528"/>
                <a:ext cx="226080" cy="272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931C9E0-EFAE-4D40-672F-01B84AC3CC9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03180" y="3251888"/>
                  <a:ext cx="2437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E1ABB20-A87C-0653-5D6E-224646496ABC}"/>
                    </a:ext>
                  </a:extLst>
                </p14:cNvPr>
                <p14:cNvContentPartPr/>
                <p14:nvPr/>
              </p14:nvContentPartPr>
              <p14:xfrm>
                <a:off x="7086420" y="3278168"/>
                <a:ext cx="32040" cy="65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E1ABB20-A87C-0653-5D6E-224646496AB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077420" y="3269168"/>
                  <a:ext cx="496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44F1089-B2BC-65BD-7F6E-734A352FE541}"/>
                    </a:ext>
                  </a:extLst>
                </p14:cNvPr>
                <p14:cNvContentPartPr/>
                <p14:nvPr/>
              </p14:nvContentPartPr>
              <p14:xfrm>
                <a:off x="7216380" y="3454208"/>
                <a:ext cx="119520" cy="70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44F1089-B2BC-65BD-7F6E-734A352FE54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207380" y="3445568"/>
                  <a:ext cx="1371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70D5E71-94C2-BECD-40EC-7426D79A8AE0}"/>
                    </a:ext>
                  </a:extLst>
                </p14:cNvPr>
                <p14:cNvContentPartPr/>
                <p14:nvPr/>
              </p14:nvContentPartPr>
              <p14:xfrm>
                <a:off x="7371180" y="3412808"/>
                <a:ext cx="111240" cy="240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70D5E71-94C2-BECD-40EC-7426D79A8AE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362180" y="3403808"/>
                  <a:ext cx="1288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DAE20AD-4C40-8C63-3CB9-6C29AAD28B3B}"/>
                    </a:ext>
                  </a:extLst>
                </p14:cNvPr>
                <p14:cNvContentPartPr/>
                <p14:nvPr/>
              </p14:nvContentPartPr>
              <p14:xfrm>
                <a:off x="6404220" y="3797288"/>
                <a:ext cx="323640" cy="78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DAE20AD-4C40-8C63-3CB9-6C29AAD28B3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395580" y="3788648"/>
                  <a:ext cx="3412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8D02B09-10C8-BA27-5AA2-00C35C62F663}"/>
                    </a:ext>
                  </a:extLst>
                </p14:cNvPr>
                <p14:cNvContentPartPr/>
                <p14:nvPr/>
              </p14:nvContentPartPr>
              <p14:xfrm>
                <a:off x="6794100" y="3602528"/>
                <a:ext cx="77040" cy="273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8D02B09-10C8-BA27-5AA2-00C35C62F66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785460" y="3593528"/>
                  <a:ext cx="946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DC5EF11-F764-12D7-2F5C-8458A4AC2B2F}"/>
                    </a:ext>
                  </a:extLst>
                </p14:cNvPr>
                <p14:cNvContentPartPr/>
                <p14:nvPr/>
              </p14:nvContentPartPr>
              <p14:xfrm>
                <a:off x="7145100" y="3770288"/>
                <a:ext cx="155880" cy="201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DC5EF11-F764-12D7-2F5C-8458A4AC2B2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136460" y="3761648"/>
                  <a:ext cx="1735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55F6067-341A-150A-DA87-E0AFA3A427B5}"/>
                    </a:ext>
                  </a:extLst>
                </p14:cNvPr>
                <p14:cNvContentPartPr/>
                <p14:nvPr/>
              </p14:nvContentPartPr>
              <p14:xfrm>
                <a:off x="7289100" y="3771728"/>
                <a:ext cx="170640" cy="83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55F6067-341A-150A-DA87-E0AFA3A427B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280100" y="3762728"/>
                  <a:ext cx="1882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90A83F5-FE39-A2A3-D960-9FFAABD3E662}"/>
                    </a:ext>
                  </a:extLst>
                </p14:cNvPr>
                <p14:cNvContentPartPr/>
                <p14:nvPr/>
              </p14:nvContentPartPr>
              <p14:xfrm>
                <a:off x="7495380" y="3754088"/>
                <a:ext cx="264960" cy="125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90A83F5-FE39-A2A3-D960-9FFAABD3E66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486740" y="3745448"/>
                  <a:ext cx="2826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4F440AA-591E-B45B-3AF0-0C151731CBB8}"/>
                    </a:ext>
                  </a:extLst>
                </p14:cNvPr>
                <p14:cNvContentPartPr/>
                <p14:nvPr/>
              </p14:nvContentPartPr>
              <p14:xfrm>
                <a:off x="7709940" y="3619448"/>
                <a:ext cx="213480" cy="230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4F440AA-591E-B45B-3AF0-0C151731CBB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700940" y="3610448"/>
                  <a:ext cx="2311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E056593-B2AC-DDAB-C404-FD81F75560B5}"/>
                    </a:ext>
                  </a:extLst>
                </p14:cNvPr>
                <p14:cNvContentPartPr/>
                <p14:nvPr/>
              </p14:nvContentPartPr>
              <p14:xfrm>
                <a:off x="7876260" y="3641768"/>
                <a:ext cx="31680" cy="34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E056593-B2AC-DDAB-C404-FD81F75560B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867260" y="3633128"/>
                  <a:ext cx="493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F04DB13-908F-2A27-DCF6-12C274663E7F}"/>
                    </a:ext>
                  </a:extLst>
                </p14:cNvPr>
                <p14:cNvContentPartPr/>
                <p14:nvPr/>
              </p14:nvContentPartPr>
              <p14:xfrm>
                <a:off x="8011260" y="3704048"/>
                <a:ext cx="108720" cy="167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F04DB13-908F-2A27-DCF6-12C274663E7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002260" y="3695408"/>
                  <a:ext cx="1263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1853535-191A-700C-9B23-42ABF58EBFB2}"/>
                    </a:ext>
                  </a:extLst>
                </p14:cNvPr>
                <p14:cNvContentPartPr/>
                <p14:nvPr/>
              </p14:nvContentPartPr>
              <p14:xfrm>
                <a:off x="8016300" y="3776768"/>
                <a:ext cx="217080" cy="77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1853535-191A-700C-9B23-42ABF58EBFB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007660" y="3767768"/>
                  <a:ext cx="2347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A506F79-4E84-8E37-01B2-030B84D618AA}"/>
                    </a:ext>
                  </a:extLst>
                </p14:cNvPr>
                <p14:cNvContentPartPr/>
                <p14:nvPr/>
              </p14:nvContentPartPr>
              <p14:xfrm>
                <a:off x="8167140" y="3626288"/>
                <a:ext cx="10440" cy="29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A506F79-4E84-8E37-01B2-030B84D618A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158140" y="3617288"/>
                  <a:ext cx="280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9FF60C6-E6C6-54C8-BB81-180FDA78D3D5}"/>
                    </a:ext>
                  </a:extLst>
                </p14:cNvPr>
                <p14:cNvContentPartPr/>
                <p14:nvPr/>
              </p14:nvContentPartPr>
              <p14:xfrm>
                <a:off x="8250300" y="3750848"/>
                <a:ext cx="185040" cy="78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9FF60C6-E6C6-54C8-BB81-180FDA78D3D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241300" y="3742208"/>
                  <a:ext cx="2026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CCD2AE9-18D6-5F12-AD78-09FB2FDB232A}"/>
                    </a:ext>
                  </a:extLst>
                </p14:cNvPr>
                <p14:cNvContentPartPr/>
                <p14:nvPr/>
              </p14:nvContentPartPr>
              <p14:xfrm>
                <a:off x="8434260" y="3733928"/>
                <a:ext cx="137880" cy="267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CCD2AE9-18D6-5F12-AD78-09FB2FDB232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425620" y="3724928"/>
                  <a:ext cx="1555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8D4249C-E66D-A8A7-045A-080ED02843A8}"/>
                    </a:ext>
                  </a:extLst>
                </p14:cNvPr>
                <p14:cNvContentPartPr/>
                <p14:nvPr/>
              </p14:nvContentPartPr>
              <p14:xfrm>
                <a:off x="8691660" y="3621248"/>
                <a:ext cx="556920" cy="163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8D4249C-E66D-A8A7-045A-080ED02843A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683020" y="3612248"/>
                  <a:ext cx="5745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8148F18-9A82-A92D-E920-154DE21E40D3}"/>
                    </a:ext>
                  </a:extLst>
                </p14:cNvPr>
                <p14:cNvContentPartPr/>
                <p14:nvPr/>
              </p14:nvContentPartPr>
              <p14:xfrm>
                <a:off x="9387900" y="3612608"/>
                <a:ext cx="221040" cy="194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8148F18-9A82-A92D-E920-154DE21E40D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379260" y="3603968"/>
                  <a:ext cx="2386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B80FCBD-BC77-DE4E-3CC2-7AAC6D42EB35}"/>
                    </a:ext>
                  </a:extLst>
                </p14:cNvPr>
                <p14:cNvContentPartPr/>
                <p14:nvPr/>
              </p14:nvContentPartPr>
              <p14:xfrm>
                <a:off x="9527580" y="3677408"/>
                <a:ext cx="204120" cy="126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B80FCBD-BC77-DE4E-3CC2-7AAC6D42EB3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518940" y="3668768"/>
                  <a:ext cx="2217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F477171-1FEB-7EBC-F88F-E60B77F28FB8}"/>
                    </a:ext>
                  </a:extLst>
                </p14:cNvPr>
                <p14:cNvContentPartPr/>
                <p14:nvPr/>
              </p14:nvContentPartPr>
              <p14:xfrm>
                <a:off x="9723420" y="3719888"/>
                <a:ext cx="104400" cy="78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F477171-1FEB-7EBC-F88F-E60B77F28FB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714780" y="3710888"/>
                  <a:ext cx="1220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B2B2950-3299-8B32-3C87-2984B8ED3424}"/>
                    </a:ext>
                  </a:extLst>
                </p14:cNvPr>
                <p14:cNvContentPartPr/>
                <p14:nvPr/>
              </p14:nvContentPartPr>
              <p14:xfrm>
                <a:off x="9761940" y="3491288"/>
                <a:ext cx="133200" cy="3081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B2B2950-3299-8B32-3C87-2984B8ED342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753300" y="3482288"/>
                  <a:ext cx="1508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EE206EF-AD10-3C90-26B1-228BED70D159}"/>
                    </a:ext>
                  </a:extLst>
                </p14:cNvPr>
                <p14:cNvContentPartPr/>
                <p14:nvPr/>
              </p14:nvContentPartPr>
              <p14:xfrm>
                <a:off x="9784260" y="3708008"/>
                <a:ext cx="149760" cy="486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EE206EF-AD10-3C90-26B1-228BED70D15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775620" y="3699008"/>
                  <a:ext cx="1674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54167C2-519F-DD23-6A1A-CF2F3DB946AC}"/>
                    </a:ext>
                  </a:extLst>
                </p14:cNvPr>
                <p14:cNvContentPartPr/>
                <p14:nvPr/>
              </p14:nvContentPartPr>
              <p14:xfrm>
                <a:off x="9995940" y="3750128"/>
                <a:ext cx="157320" cy="43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54167C2-519F-DD23-6A1A-CF2F3DB946A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986940" y="3741488"/>
                  <a:ext cx="1749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F9D3DBD-2C64-8DEF-2EB7-16CDF34657FA}"/>
                    </a:ext>
                  </a:extLst>
                </p14:cNvPr>
                <p14:cNvContentPartPr/>
                <p14:nvPr/>
              </p14:nvContentPartPr>
              <p14:xfrm>
                <a:off x="10215540" y="3683168"/>
                <a:ext cx="273960" cy="1080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F9D3DBD-2C64-8DEF-2EB7-16CDF34657F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206540" y="3674168"/>
                  <a:ext cx="2916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5CBD216-0AC6-2EE2-4B1C-9FA7A4B9D552}"/>
                    </a:ext>
                  </a:extLst>
                </p14:cNvPr>
                <p14:cNvContentPartPr/>
                <p14:nvPr/>
              </p14:nvContentPartPr>
              <p14:xfrm>
                <a:off x="10588140" y="3590648"/>
                <a:ext cx="203040" cy="130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5CBD216-0AC6-2EE2-4B1C-9FA7A4B9D55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579500" y="3581648"/>
                  <a:ext cx="2206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72B950F-E6F1-28E1-10D0-CF534146E3CA}"/>
                    </a:ext>
                  </a:extLst>
                </p14:cNvPr>
                <p14:cNvContentPartPr/>
                <p14:nvPr/>
              </p14:nvContentPartPr>
              <p14:xfrm>
                <a:off x="10744020" y="3667688"/>
                <a:ext cx="34920" cy="127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72B950F-E6F1-28E1-10D0-CF534146E3C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735020" y="3659048"/>
                  <a:ext cx="5256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CAEB9A6-9803-5390-BBC8-C0F41CA9E61F}"/>
              </a:ext>
            </a:extLst>
          </p:cNvPr>
          <p:cNvGrpSpPr/>
          <p:nvPr/>
        </p:nvGrpSpPr>
        <p:grpSpPr>
          <a:xfrm>
            <a:off x="7673220" y="3200048"/>
            <a:ext cx="1788840" cy="245160"/>
            <a:chOff x="7673220" y="3200048"/>
            <a:chExt cx="1788840" cy="2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D713761-55C1-848E-16D2-6042FF26FC19}"/>
                    </a:ext>
                  </a:extLst>
                </p14:cNvPr>
                <p14:cNvContentPartPr/>
                <p14:nvPr/>
              </p14:nvContentPartPr>
              <p14:xfrm>
                <a:off x="7673220" y="3371768"/>
                <a:ext cx="265680" cy="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D713761-55C1-848E-16D2-6042FF26FC1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664580" y="3362768"/>
                  <a:ext cx="2833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BB413C7-19A4-93A8-1A8C-BF49A70AC10E}"/>
                    </a:ext>
                  </a:extLst>
                </p14:cNvPr>
                <p14:cNvContentPartPr/>
                <p14:nvPr/>
              </p14:nvContentPartPr>
              <p14:xfrm>
                <a:off x="7839540" y="3305528"/>
                <a:ext cx="198000" cy="1396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BB413C7-19A4-93A8-1A8C-BF49A70AC10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830900" y="3296528"/>
                  <a:ext cx="2156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E43B2FB-9005-961B-D717-283E3BE6C4F9}"/>
                    </a:ext>
                  </a:extLst>
                </p14:cNvPr>
                <p14:cNvContentPartPr/>
                <p14:nvPr/>
              </p14:nvContentPartPr>
              <p14:xfrm>
                <a:off x="8179740" y="3241808"/>
                <a:ext cx="168480" cy="158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E43B2FB-9005-961B-D717-283E3BE6C4F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171100" y="3232808"/>
                  <a:ext cx="1861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2926025-4E5B-EDFB-FD4C-F8820532C4EB}"/>
                    </a:ext>
                  </a:extLst>
                </p14:cNvPr>
                <p14:cNvContentPartPr/>
                <p14:nvPr/>
              </p14:nvContentPartPr>
              <p14:xfrm>
                <a:off x="8343900" y="3313448"/>
                <a:ext cx="124560" cy="110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2926025-4E5B-EDFB-FD4C-F8820532C4E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334900" y="3304808"/>
                  <a:ext cx="1422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7257D6D-182E-0E03-C708-B28530F814BC}"/>
                    </a:ext>
                  </a:extLst>
                </p14:cNvPr>
                <p14:cNvContentPartPr/>
                <p14:nvPr/>
              </p14:nvContentPartPr>
              <p14:xfrm>
                <a:off x="8523540" y="3336848"/>
                <a:ext cx="143280" cy="93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7257D6D-182E-0E03-C708-B28530F814B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514900" y="3328208"/>
                  <a:ext cx="1609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138E83B-1911-67C6-6C52-5539624184A9}"/>
                    </a:ext>
                  </a:extLst>
                </p14:cNvPr>
                <p14:cNvContentPartPr/>
                <p14:nvPr/>
              </p14:nvContentPartPr>
              <p14:xfrm>
                <a:off x="8634780" y="3200048"/>
                <a:ext cx="77760" cy="1814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138E83B-1911-67C6-6C52-5539624184A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625780" y="3191408"/>
                  <a:ext cx="954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015E2FC-6F24-A9F2-3333-1D6C53F8C837}"/>
                    </a:ext>
                  </a:extLst>
                </p14:cNvPr>
                <p14:cNvContentPartPr/>
                <p14:nvPr/>
              </p14:nvContentPartPr>
              <p14:xfrm>
                <a:off x="8608140" y="3307688"/>
                <a:ext cx="136080" cy="43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015E2FC-6F24-A9F2-3333-1D6C53F8C83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599500" y="3298688"/>
                  <a:ext cx="1537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41B1F85-76A8-14F4-1A54-954FF1E9856A}"/>
                    </a:ext>
                  </a:extLst>
                </p14:cNvPr>
                <p14:cNvContentPartPr/>
                <p14:nvPr/>
              </p14:nvContentPartPr>
              <p14:xfrm>
                <a:off x="8754300" y="3330008"/>
                <a:ext cx="160920" cy="576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41B1F85-76A8-14F4-1A54-954FF1E9856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745300" y="3321368"/>
                  <a:ext cx="1785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D441388-1897-7CB9-100E-A9B7224C277E}"/>
                    </a:ext>
                  </a:extLst>
                </p14:cNvPr>
                <p14:cNvContentPartPr/>
                <p14:nvPr/>
              </p14:nvContentPartPr>
              <p14:xfrm>
                <a:off x="8927820" y="3276008"/>
                <a:ext cx="272160" cy="86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D441388-1897-7CB9-100E-A9B7224C277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918820" y="3267368"/>
                  <a:ext cx="2898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CD2CB50-E07C-10E1-4327-F6B874007723}"/>
                    </a:ext>
                  </a:extLst>
                </p14:cNvPr>
                <p14:cNvContentPartPr/>
                <p14:nvPr/>
              </p14:nvContentPartPr>
              <p14:xfrm>
                <a:off x="9278820" y="3217328"/>
                <a:ext cx="183240" cy="1839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CD2CB50-E07C-10E1-4327-F6B87400772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270180" y="3208328"/>
                  <a:ext cx="200880" cy="2016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 is another sampling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Going from 48 kHz → 12 kHz creates a new Nyquist limit at 6 kHz.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Naive: keep every 4th sample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09360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Correct: low-pass, then keep every 4th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5074920" cy="1188720"/>
          </a:xfrm>
          <a:prstGeom prst="roundRect">
            <a:avLst>
              <a:gd name="adj" fmla="val 3846"/>
            </a:avLst>
          </a:prstGeom>
          <a:solidFill>
            <a:srgbClr val="0D1821"/>
          </a:solidFill>
          <a:ln w="15240">
            <a:solidFill>
              <a:srgbClr val="2034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0392" y="1920240"/>
            <a:ext cx="4745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x_12k = x_48k[::4]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fast... but aliases &gt; 6 kHz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257800" cy="1417320"/>
          </a:xfrm>
          <a:prstGeom prst="roundRect">
            <a:avLst>
              <a:gd name="adj" fmla="val 3226"/>
            </a:avLst>
          </a:prstGeom>
          <a:solidFill>
            <a:srgbClr val="0D1821"/>
          </a:solidFill>
          <a:ln w="15240">
            <a:solidFill>
              <a:srgbClr val="2034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36792" y="1920240"/>
            <a:ext cx="49286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x_12k = signal.resample_poly(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x_48k, up=1, down=4)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FIR anti-alias filter + decimation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8680" y="3749040"/>
            <a:ext cx="4617720" cy="914400"/>
          </a:xfrm>
          <a:prstGeom prst="roundRect">
            <a:avLst>
              <a:gd name="adj" fmla="val 7000"/>
            </a:avLst>
          </a:prstGeom>
          <a:solidFill>
            <a:srgbClr val="FDEDEC"/>
          </a:solidFill>
          <a:ln w="17780">
            <a:solidFill>
              <a:srgbClr val="D84A3A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14984" y="3858768"/>
            <a:ext cx="4325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E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10 kHz component becomes 2 kHz after naive 4× decimation.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400800" y="3749040"/>
            <a:ext cx="4617720" cy="914400"/>
          </a:xfrm>
          <a:prstGeom prst="roundRect">
            <a:avLst>
              <a:gd name="adj" fmla="val 70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47104" y="3858768"/>
            <a:ext cx="4325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anti-alias filter removes energy above the new 6 s kHz Nyquist frequency before decimation.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481EB73-46D6-E0D3-7403-3D2395A864AA}"/>
              </a:ext>
            </a:extLst>
          </p:cNvPr>
          <p:cNvGrpSpPr/>
          <p:nvPr/>
        </p:nvGrpSpPr>
        <p:grpSpPr>
          <a:xfrm>
            <a:off x="1033380" y="4784768"/>
            <a:ext cx="1685520" cy="319320"/>
            <a:chOff x="1033380" y="4784768"/>
            <a:chExt cx="1685520" cy="31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64EDF6B-4BD9-1F49-3C14-079A6580F252}"/>
                    </a:ext>
                  </a:extLst>
                </p14:cNvPr>
                <p14:cNvContentPartPr/>
                <p14:nvPr/>
              </p14:nvContentPartPr>
              <p14:xfrm>
                <a:off x="1044540" y="4814648"/>
                <a:ext cx="99000" cy="289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64EDF6B-4BD9-1F49-3C14-079A6580F25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35900" y="4805648"/>
                  <a:ext cx="1166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BAB6D43-ACFF-0C7C-7178-EB6D078BE2F5}"/>
                    </a:ext>
                  </a:extLst>
                </p14:cNvPr>
                <p14:cNvContentPartPr/>
                <p14:nvPr/>
              </p14:nvContentPartPr>
              <p14:xfrm>
                <a:off x="1033380" y="4992488"/>
                <a:ext cx="94320" cy="5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BAB6D43-ACFF-0C7C-7178-EB6D078BE2F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24740" y="4983848"/>
                  <a:ext cx="1119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1514965-2ECE-CF4B-C8E5-AC6B3C571BAC}"/>
                    </a:ext>
                  </a:extLst>
                </p14:cNvPr>
                <p14:cNvContentPartPr/>
                <p14:nvPr/>
              </p14:nvContentPartPr>
              <p14:xfrm>
                <a:off x="1165500" y="4986008"/>
                <a:ext cx="113400" cy="101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1514965-2ECE-CF4B-C8E5-AC6B3C571BA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56500" y="4977368"/>
                  <a:ext cx="1310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18464C7-488F-CB98-0A71-8EE0A8BDA543}"/>
                    </a:ext>
                  </a:extLst>
                </p14:cNvPr>
                <p14:cNvContentPartPr/>
                <p14:nvPr/>
              </p14:nvContentPartPr>
              <p14:xfrm>
                <a:off x="1314180" y="4992488"/>
                <a:ext cx="33480" cy="83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18464C7-488F-CB98-0A71-8EE0A8BDA54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05540" y="4983848"/>
                  <a:ext cx="511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EBBA37B-0158-903F-E80C-1448D9DD8745}"/>
                    </a:ext>
                  </a:extLst>
                </p14:cNvPr>
                <p14:cNvContentPartPr/>
                <p14:nvPr/>
              </p14:nvContentPartPr>
              <p14:xfrm>
                <a:off x="1532700" y="4985288"/>
                <a:ext cx="104040" cy="25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EBBA37B-0158-903F-E80C-1448D9DD874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24060" y="4976648"/>
                  <a:ext cx="1216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6CD68B8-B45B-B266-0B41-FBE892CAA025}"/>
                    </a:ext>
                  </a:extLst>
                </p14:cNvPr>
                <p14:cNvContentPartPr/>
                <p14:nvPr/>
              </p14:nvContentPartPr>
              <p14:xfrm>
                <a:off x="1537020" y="4919408"/>
                <a:ext cx="94680" cy="11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6CD68B8-B45B-B266-0B41-FBE892CAA02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28020" y="4910768"/>
                  <a:ext cx="112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814ED27-96DB-FAFD-2485-4FBCBD364FA0}"/>
                    </a:ext>
                  </a:extLst>
                </p14:cNvPr>
                <p14:cNvContentPartPr/>
                <p14:nvPr/>
              </p14:nvContentPartPr>
              <p14:xfrm>
                <a:off x="1698660" y="4821128"/>
                <a:ext cx="182520" cy="121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814ED27-96DB-FAFD-2485-4FBCBD364FA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90020" y="4812488"/>
                  <a:ext cx="2001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BD8072D-54A8-BE5E-5E3A-5C500DEEC4B8}"/>
                    </a:ext>
                  </a:extLst>
                </p14:cNvPr>
                <p14:cNvContentPartPr/>
                <p14:nvPr/>
              </p14:nvContentPartPr>
              <p14:xfrm>
                <a:off x="1818180" y="4888808"/>
                <a:ext cx="38520" cy="1105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BD8072D-54A8-BE5E-5E3A-5C500DEEC4B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09540" y="4879808"/>
                  <a:ext cx="561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42B851B-1537-49DE-2B93-433B4BFCAC40}"/>
                    </a:ext>
                  </a:extLst>
                </p14:cNvPr>
                <p14:cNvContentPartPr/>
                <p14:nvPr/>
              </p14:nvContentPartPr>
              <p14:xfrm>
                <a:off x="1926540" y="4822208"/>
                <a:ext cx="107280" cy="87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42B851B-1537-49DE-2B93-433B4BFCAC4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17900" y="4813208"/>
                  <a:ext cx="1249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6F8AAEB-26AE-D555-D12C-16611DC94853}"/>
                    </a:ext>
                  </a:extLst>
                </p14:cNvPr>
                <p14:cNvContentPartPr/>
                <p14:nvPr/>
              </p14:nvContentPartPr>
              <p14:xfrm>
                <a:off x="1964340" y="4912928"/>
                <a:ext cx="114840" cy="84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6F8AAEB-26AE-D555-D12C-16611DC9485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955700" y="4903928"/>
                  <a:ext cx="1324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75C1859-9D4F-C4D2-234A-D2C8318E7AC9}"/>
                    </a:ext>
                  </a:extLst>
                </p14:cNvPr>
                <p14:cNvContentPartPr/>
                <p14:nvPr/>
              </p14:nvContentPartPr>
              <p14:xfrm>
                <a:off x="2181780" y="4784768"/>
                <a:ext cx="79920" cy="192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75C1859-9D4F-C4D2-234A-D2C8318E7AC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173140" y="4776128"/>
                  <a:ext cx="975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33B5E10-C752-3AA1-B4DB-7621D5724D92}"/>
                    </a:ext>
                  </a:extLst>
                </p14:cNvPr>
                <p14:cNvContentPartPr/>
                <p14:nvPr/>
              </p14:nvContentPartPr>
              <p14:xfrm>
                <a:off x="2244060" y="4888808"/>
                <a:ext cx="108360" cy="67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33B5E10-C752-3AA1-B4DB-7621D5724D9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235420" y="4879808"/>
                  <a:ext cx="1260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D6546ED-BE4B-E4EF-EF44-224F4A643930}"/>
                    </a:ext>
                  </a:extLst>
                </p14:cNvPr>
                <p14:cNvContentPartPr/>
                <p14:nvPr/>
              </p14:nvContentPartPr>
              <p14:xfrm>
                <a:off x="2343060" y="4784768"/>
                <a:ext cx="83880" cy="182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D6546ED-BE4B-E4EF-EF44-224F4A64393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334060" y="4776128"/>
                  <a:ext cx="1015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CDD8CC7-2068-EBA7-CDA5-F6A47AF5A962}"/>
                    </a:ext>
                  </a:extLst>
                </p14:cNvPr>
                <p14:cNvContentPartPr/>
                <p14:nvPr/>
              </p14:nvContentPartPr>
              <p14:xfrm>
                <a:off x="2374020" y="4904288"/>
                <a:ext cx="115560" cy="25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CDD8CC7-2068-EBA7-CDA5-F6A47AF5A96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365380" y="4895648"/>
                  <a:ext cx="1332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1EA09FC-78C8-8C3B-6F2A-33851B17C72A}"/>
                    </a:ext>
                  </a:extLst>
                </p14:cNvPr>
                <p14:cNvContentPartPr/>
                <p14:nvPr/>
              </p14:nvContentPartPr>
              <p14:xfrm>
                <a:off x="2452140" y="4790168"/>
                <a:ext cx="66240" cy="161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1EA09FC-78C8-8C3B-6F2A-33851B17C72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43140" y="4781168"/>
                  <a:ext cx="838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E1050BC-7252-51FA-3CF2-7689A4A6C880}"/>
                    </a:ext>
                  </a:extLst>
                </p14:cNvPr>
                <p14:cNvContentPartPr/>
                <p14:nvPr/>
              </p14:nvContentPartPr>
              <p14:xfrm>
                <a:off x="2529900" y="4824368"/>
                <a:ext cx="189000" cy="154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E1050BC-7252-51FA-3CF2-7689A4A6C88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521260" y="4815728"/>
                  <a:ext cx="2066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BB000CB-9476-ED33-0ACA-2A03D81D02BA}"/>
                    </a:ext>
                  </a:extLst>
                </p14:cNvPr>
                <p14:cNvContentPartPr/>
                <p14:nvPr/>
              </p14:nvContentPartPr>
              <p14:xfrm>
                <a:off x="2618460" y="4924088"/>
                <a:ext cx="75600" cy="43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BB000CB-9476-ED33-0ACA-2A03D81D02B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609460" y="4915088"/>
                  <a:ext cx="93240" cy="2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BDC8035-2C61-03EA-F652-C9525FAE8C91}"/>
                  </a:ext>
                </a:extLst>
              </p14:cNvPr>
              <p14:cNvContentPartPr/>
              <p14:nvPr/>
            </p14:nvContentPartPr>
            <p14:xfrm>
              <a:off x="2971620" y="4795568"/>
              <a:ext cx="689400" cy="1108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BDC8035-2C61-03EA-F652-C9525FAE8C9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962620" y="4786928"/>
                <a:ext cx="707040" cy="12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449BF160-19BC-DE2B-C4AD-6E8F7953D9FE}"/>
              </a:ext>
            </a:extLst>
          </p:cNvPr>
          <p:cNvGrpSpPr/>
          <p:nvPr/>
        </p:nvGrpSpPr>
        <p:grpSpPr>
          <a:xfrm>
            <a:off x="3900780" y="4782968"/>
            <a:ext cx="1601640" cy="300240"/>
            <a:chOff x="3900780" y="4782968"/>
            <a:chExt cx="1601640" cy="30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BFDF2E2-BC74-A639-BE09-57009AE648E9}"/>
                    </a:ext>
                  </a:extLst>
                </p14:cNvPr>
                <p14:cNvContentPartPr/>
                <p14:nvPr/>
              </p14:nvContentPartPr>
              <p14:xfrm>
                <a:off x="3900780" y="4782968"/>
                <a:ext cx="145800" cy="300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BFDF2E2-BC74-A639-BE09-57009AE648E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892140" y="4774328"/>
                  <a:ext cx="16344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427DDC0-AE5D-89C4-A1A1-FFC38FB08D6F}"/>
                    </a:ext>
                  </a:extLst>
                </p14:cNvPr>
                <p14:cNvContentPartPr/>
                <p14:nvPr/>
              </p14:nvContentPartPr>
              <p14:xfrm>
                <a:off x="3910860" y="4981328"/>
                <a:ext cx="110520" cy="219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427DDC0-AE5D-89C4-A1A1-FFC38FB08D6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902220" y="4972688"/>
                  <a:ext cx="1281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FEE9FE1-F98D-ED31-0037-DE51CA8E30F1}"/>
                    </a:ext>
                  </a:extLst>
                </p14:cNvPr>
                <p14:cNvContentPartPr/>
                <p14:nvPr/>
              </p14:nvContentPartPr>
              <p14:xfrm>
                <a:off x="4058820" y="4922288"/>
                <a:ext cx="91080" cy="102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FEE9FE1-F98D-ED31-0037-DE51CA8E30F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049820" y="4913648"/>
                  <a:ext cx="1087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2269C12-80C8-AD7D-377C-51E2E9C4C927}"/>
                    </a:ext>
                  </a:extLst>
                </p14:cNvPr>
                <p14:cNvContentPartPr/>
                <p14:nvPr/>
              </p14:nvContentPartPr>
              <p14:xfrm>
                <a:off x="4187340" y="4928408"/>
                <a:ext cx="196560" cy="102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2269C12-80C8-AD7D-377C-51E2E9C4C92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178340" y="4919408"/>
                  <a:ext cx="2142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07848E4-B75F-10BF-2768-6E8AD7EF40F4}"/>
                    </a:ext>
                  </a:extLst>
                </p14:cNvPr>
                <p14:cNvContentPartPr/>
                <p14:nvPr/>
              </p14:nvContentPartPr>
              <p14:xfrm>
                <a:off x="4531860" y="4968728"/>
                <a:ext cx="113040" cy="3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07848E4-B75F-10BF-2768-6E8AD7EF40F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522860" y="4959728"/>
                  <a:ext cx="1306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89ACBC9-7B70-3830-455F-4E16948E8228}"/>
                    </a:ext>
                  </a:extLst>
                </p14:cNvPr>
                <p14:cNvContentPartPr/>
                <p14:nvPr/>
              </p14:nvContentPartPr>
              <p14:xfrm>
                <a:off x="4513860" y="4910408"/>
                <a:ext cx="84600" cy="15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89ACBC9-7B70-3830-455F-4E16948E822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504860" y="4901408"/>
                  <a:ext cx="1022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9361846-6F3E-F359-3022-07F33A1CCBD6}"/>
                    </a:ext>
                  </a:extLst>
                </p14:cNvPr>
                <p14:cNvContentPartPr/>
                <p14:nvPr/>
              </p14:nvContentPartPr>
              <p14:xfrm>
                <a:off x="4706820" y="4831568"/>
                <a:ext cx="52560" cy="125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9361846-6F3E-F359-3022-07F33A1CCBD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698180" y="4822928"/>
                  <a:ext cx="702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458EEAE-56D5-D28F-1A72-0233F9B65CB5}"/>
                    </a:ext>
                  </a:extLst>
                </p14:cNvPr>
                <p14:cNvContentPartPr/>
                <p14:nvPr/>
              </p14:nvContentPartPr>
              <p14:xfrm>
                <a:off x="4800420" y="4834808"/>
                <a:ext cx="136800" cy="131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458EEAE-56D5-D28F-1A72-0233F9B65CB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791420" y="4826168"/>
                  <a:ext cx="1544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8434D9E-9C3B-84E8-5890-C7AB06DA3BF1}"/>
                    </a:ext>
                  </a:extLst>
                </p14:cNvPr>
                <p14:cNvContentPartPr/>
                <p14:nvPr/>
              </p14:nvContentPartPr>
              <p14:xfrm>
                <a:off x="4987620" y="4800248"/>
                <a:ext cx="60840" cy="158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8434D9E-9C3B-84E8-5890-C7AB06DA3BF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978620" y="4791608"/>
                  <a:ext cx="784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B41619B-B3F2-46CC-801B-39FCB25DB989}"/>
                    </a:ext>
                  </a:extLst>
                </p14:cNvPr>
                <p14:cNvContentPartPr/>
                <p14:nvPr/>
              </p14:nvContentPartPr>
              <p14:xfrm>
                <a:off x="5035140" y="4888808"/>
                <a:ext cx="124560" cy="57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B41619B-B3F2-46CC-801B-39FCB25DB98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026500" y="4879808"/>
                  <a:ext cx="1422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FF2D29A-A7C7-0CD6-DB5D-14E6AFE782E5}"/>
                    </a:ext>
                  </a:extLst>
                </p14:cNvPr>
                <p14:cNvContentPartPr/>
                <p14:nvPr/>
              </p14:nvContentPartPr>
              <p14:xfrm>
                <a:off x="5127660" y="4790168"/>
                <a:ext cx="103320" cy="163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FF2D29A-A7C7-0CD6-DB5D-14E6AFE782E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119020" y="4781168"/>
                  <a:ext cx="1209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3EC70F8-16FF-FEB3-5EE7-FB2854DA915A}"/>
                    </a:ext>
                  </a:extLst>
                </p14:cNvPr>
                <p14:cNvContentPartPr/>
                <p14:nvPr/>
              </p14:nvContentPartPr>
              <p14:xfrm>
                <a:off x="5164020" y="4790528"/>
                <a:ext cx="171360" cy="158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3EC70F8-16FF-FEB3-5EE7-FB2854DA915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155380" y="4781888"/>
                  <a:ext cx="1890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86C9DBE-9B48-DF7E-69AB-B875A2853EE2}"/>
                    </a:ext>
                  </a:extLst>
                </p14:cNvPr>
                <p14:cNvContentPartPr/>
                <p14:nvPr/>
              </p14:nvContentPartPr>
              <p14:xfrm>
                <a:off x="5356260" y="4838768"/>
                <a:ext cx="142200" cy="154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86C9DBE-9B48-DF7E-69AB-B875A2853EE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347620" y="4829768"/>
                  <a:ext cx="1598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12743D0-A2A3-DB91-DDF1-BE992282E3C6}"/>
                    </a:ext>
                  </a:extLst>
                </p14:cNvPr>
                <p14:cNvContentPartPr/>
                <p14:nvPr/>
              </p14:nvContentPartPr>
              <p14:xfrm>
                <a:off x="5408460" y="4935608"/>
                <a:ext cx="93960" cy="19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12743D0-A2A3-DB91-DDF1-BE992282E3C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399460" y="4926608"/>
                  <a:ext cx="11160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2AD9E8B-633A-E0FB-55AD-E501111D7E1B}"/>
              </a:ext>
            </a:extLst>
          </p:cNvPr>
          <p:cNvGrpSpPr/>
          <p:nvPr/>
        </p:nvGrpSpPr>
        <p:grpSpPr>
          <a:xfrm>
            <a:off x="5770260" y="4644368"/>
            <a:ext cx="605160" cy="469440"/>
            <a:chOff x="5770260" y="4644368"/>
            <a:chExt cx="605160" cy="46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AD03916-C34B-6DD2-A10B-F991139C560F}"/>
                    </a:ext>
                  </a:extLst>
                </p14:cNvPr>
                <p14:cNvContentPartPr/>
                <p14:nvPr/>
              </p14:nvContentPartPr>
              <p14:xfrm>
                <a:off x="5781420" y="4924088"/>
                <a:ext cx="79200" cy="6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AD03916-C34B-6DD2-A10B-F991139C560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772420" y="4915088"/>
                  <a:ext cx="968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DC71C70-849F-0091-69F0-E393D3A77645}"/>
                    </a:ext>
                  </a:extLst>
                </p14:cNvPr>
                <p14:cNvContentPartPr/>
                <p14:nvPr/>
              </p14:nvContentPartPr>
              <p14:xfrm>
                <a:off x="5770260" y="4860368"/>
                <a:ext cx="74880" cy="36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DC71C70-849F-0091-69F0-E393D3A7764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761260" y="4851728"/>
                  <a:ext cx="925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6B006C1-E2E4-5E8A-2D8F-E36A6B2EDA6E}"/>
                    </a:ext>
                  </a:extLst>
                </p14:cNvPr>
                <p14:cNvContentPartPr/>
                <p14:nvPr/>
              </p14:nvContentPartPr>
              <p14:xfrm>
                <a:off x="5997780" y="4644368"/>
                <a:ext cx="124200" cy="2181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6B006C1-E2E4-5E8A-2D8F-E36A6B2EDA6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988780" y="4635368"/>
                  <a:ext cx="1418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5264434-7964-8119-EFE6-24F5F51DEF7A}"/>
                    </a:ext>
                  </a:extLst>
                </p14:cNvPr>
                <p14:cNvContentPartPr/>
                <p14:nvPr/>
              </p14:nvContentPartPr>
              <p14:xfrm>
                <a:off x="6016860" y="4807808"/>
                <a:ext cx="77760" cy="11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5264434-7964-8119-EFE6-24F5F51DEF7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007860" y="4799168"/>
                  <a:ext cx="95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6FDB30A-BC16-F783-B95F-7E8B25A1197D}"/>
                    </a:ext>
                  </a:extLst>
                </p14:cNvPr>
                <p14:cNvContentPartPr/>
                <p14:nvPr/>
              </p14:nvContentPartPr>
              <p14:xfrm>
                <a:off x="6186780" y="4763888"/>
                <a:ext cx="58680" cy="113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6FDB30A-BC16-F783-B95F-7E8B25A1197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178140" y="4755248"/>
                  <a:ext cx="763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4C13089-1224-D0F5-7C7D-BC7C47383F48}"/>
                    </a:ext>
                  </a:extLst>
                </p14:cNvPr>
                <p14:cNvContentPartPr/>
                <p14:nvPr/>
              </p14:nvContentPartPr>
              <p14:xfrm>
                <a:off x="6301980" y="4732928"/>
                <a:ext cx="73440" cy="1000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4C13089-1224-D0F5-7C7D-BC7C47383F4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292980" y="4723928"/>
                  <a:ext cx="910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311582C-53FF-B65F-B6C4-C50074980F11}"/>
                    </a:ext>
                  </a:extLst>
                </p14:cNvPr>
                <p14:cNvContentPartPr/>
                <p14:nvPr/>
              </p14:nvContentPartPr>
              <p14:xfrm>
                <a:off x="6089940" y="4898528"/>
                <a:ext cx="264240" cy="15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311582C-53FF-B65F-B6C4-C50074980F1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080940" y="4889888"/>
                  <a:ext cx="2818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68CE145-C0A1-6B8C-535C-6297DE848F51}"/>
                    </a:ext>
                  </a:extLst>
                </p14:cNvPr>
                <p14:cNvContentPartPr/>
                <p14:nvPr/>
              </p14:nvContentPartPr>
              <p14:xfrm>
                <a:off x="6125220" y="4992488"/>
                <a:ext cx="189720" cy="69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68CE145-C0A1-6B8C-535C-6297DE848F5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116580" y="4983848"/>
                  <a:ext cx="2073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B64701B-397B-3992-A1A2-1771C9781B48}"/>
                    </a:ext>
                  </a:extLst>
                </p14:cNvPr>
                <p14:cNvContentPartPr/>
                <p14:nvPr/>
              </p14:nvContentPartPr>
              <p14:xfrm>
                <a:off x="6234300" y="5018768"/>
                <a:ext cx="43200" cy="95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B64701B-397B-3992-A1A2-1771C9781B4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225660" y="5009768"/>
                  <a:ext cx="60840" cy="11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01A7AF8-3604-2A73-BD31-BE7634919F69}"/>
              </a:ext>
            </a:extLst>
          </p:cNvPr>
          <p:cNvGrpSpPr/>
          <p:nvPr/>
        </p:nvGrpSpPr>
        <p:grpSpPr>
          <a:xfrm>
            <a:off x="673740" y="5243408"/>
            <a:ext cx="5416200" cy="1362960"/>
            <a:chOff x="673740" y="5243408"/>
            <a:chExt cx="5416200" cy="136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37ADEEA-ECCA-7471-8C91-2DC2B34DA4FC}"/>
                    </a:ext>
                  </a:extLst>
                </p14:cNvPr>
                <p14:cNvContentPartPr/>
                <p14:nvPr/>
              </p14:nvContentPartPr>
              <p14:xfrm>
                <a:off x="3235500" y="5243408"/>
                <a:ext cx="47520" cy="1208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37ADEEA-ECCA-7471-8C91-2DC2B34DA4F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226860" y="5234768"/>
                  <a:ext cx="65160" cy="12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7A23DAC-131B-A457-8AD1-A67789D28C9B}"/>
                    </a:ext>
                  </a:extLst>
                </p14:cNvPr>
                <p14:cNvContentPartPr/>
                <p14:nvPr/>
              </p14:nvContentPartPr>
              <p14:xfrm>
                <a:off x="673740" y="6255368"/>
                <a:ext cx="5416200" cy="316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7A23DAC-131B-A457-8AD1-A67789D28C9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64740" y="6246368"/>
                  <a:ext cx="54338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592D18C-1609-9800-FCE5-C40FEBB4CBB5}"/>
                    </a:ext>
                  </a:extLst>
                </p14:cNvPr>
                <p14:cNvContentPartPr/>
                <p14:nvPr/>
              </p14:nvContentPartPr>
              <p14:xfrm>
                <a:off x="5382180" y="6203168"/>
                <a:ext cx="15120" cy="1504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592D18C-1609-9800-FCE5-C40FEBB4CBB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373180" y="6194528"/>
                  <a:ext cx="327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912B657-DA5D-079F-B2F8-FB7453541C60}"/>
                    </a:ext>
                  </a:extLst>
                </p14:cNvPr>
                <p14:cNvContentPartPr/>
                <p14:nvPr/>
              </p14:nvContentPartPr>
              <p14:xfrm>
                <a:off x="5278500" y="6468128"/>
                <a:ext cx="86040" cy="784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912B657-DA5D-079F-B2F8-FB7453541C6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269500" y="6459488"/>
                  <a:ext cx="1036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F9E3B63-27D2-ABB3-A7FC-3DC12EB56373}"/>
                    </a:ext>
                  </a:extLst>
                </p14:cNvPr>
                <p14:cNvContentPartPr/>
                <p14:nvPr/>
              </p14:nvContentPartPr>
              <p14:xfrm>
                <a:off x="5340780" y="6514928"/>
                <a:ext cx="19800" cy="91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F9E3B63-27D2-ABB3-A7FC-3DC12EB5637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331780" y="6505928"/>
                  <a:ext cx="374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7054839-37A4-55F1-3A56-30F6217AC3EE}"/>
                    </a:ext>
                  </a:extLst>
                </p14:cNvPr>
                <p14:cNvContentPartPr/>
                <p14:nvPr/>
              </p14:nvContentPartPr>
              <p14:xfrm>
                <a:off x="5404500" y="6420608"/>
                <a:ext cx="61920" cy="936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7054839-37A4-55F1-3A56-30F6217AC3E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395500" y="6411608"/>
                  <a:ext cx="795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57FD57B-CA24-62B5-BBAC-6B598670DA61}"/>
                    </a:ext>
                  </a:extLst>
                </p14:cNvPr>
                <p14:cNvContentPartPr/>
                <p14:nvPr/>
              </p14:nvContentPartPr>
              <p14:xfrm>
                <a:off x="5417820" y="6499448"/>
                <a:ext cx="94680" cy="900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57FD57B-CA24-62B5-BBAC-6B598670DA6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408820" y="6490448"/>
                  <a:ext cx="112320" cy="10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AE0F8486-0700-EA2F-3119-38332B002C05}"/>
                  </a:ext>
                </a:extLst>
              </p14:cNvPr>
              <p14:cNvContentPartPr/>
              <p14:nvPr/>
            </p14:nvContentPartPr>
            <p14:xfrm>
              <a:off x="4363740" y="6191648"/>
              <a:ext cx="10800" cy="8388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AE0F8486-0700-EA2F-3119-38332B002C05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4355100" y="6183008"/>
                <a:ext cx="28440" cy="10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67AEB6A0-B289-607A-FB64-21F8EF6B75E3}"/>
              </a:ext>
            </a:extLst>
          </p:cNvPr>
          <p:cNvGrpSpPr/>
          <p:nvPr/>
        </p:nvGrpSpPr>
        <p:grpSpPr>
          <a:xfrm>
            <a:off x="4218660" y="6384968"/>
            <a:ext cx="193680" cy="136080"/>
            <a:chOff x="4218660" y="6384968"/>
            <a:chExt cx="193680" cy="13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804619F-71AF-F313-5011-E3F8880E5B8F}"/>
                    </a:ext>
                  </a:extLst>
                </p14:cNvPr>
                <p14:cNvContentPartPr/>
                <p14:nvPr/>
              </p14:nvContentPartPr>
              <p14:xfrm>
                <a:off x="4218660" y="6409448"/>
                <a:ext cx="124920" cy="1116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804619F-71AF-F313-5011-E3F8880E5B8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209660" y="6400448"/>
                  <a:ext cx="1425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574921A-BAD7-F6E6-ED3C-07DDCEF6CDFE}"/>
                    </a:ext>
                  </a:extLst>
                </p14:cNvPr>
                <p14:cNvContentPartPr/>
                <p14:nvPr/>
              </p14:nvContentPartPr>
              <p14:xfrm>
                <a:off x="4317300" y="6384968"/>
                <a:ext cx="63720" cy="57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574921A-BAD7-F6E6-ED3C-07DDCEF6CDF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308300" y="6376328"/>
                  <a:ext cx="813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0E23D92-9A34-DE26-8478-F79328C4CDAF}"/>
                    </a:ext>
                  </a:extLst>
                </p14:cNvPr>
                <p14:cNvContentPartPr/>
                <p14:nvPr/>
              </p14:nvContentPartPr>
              <p14:xfrm>
                <a:off x="4379580" y="6390368"/>
                <a:ext cx="32760" cy="954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0E23D92-9A34-DE26-8478-F79328C4CDA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370940" y="6381368"/>
                  <a:ext cx="50400" cy="11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F94D9492-A93B-8293-BB5B-DE36AC46201D}"/>
                  </a:ext>
                </a:extLst>
              </p14:cNvPr>
              <p14:cNvContentPartPr/>
              <p14:nvPr/>
            </p14:nvContentPartPr>
            <p14:xfrm>
              <a:off x="3818340" y="6183728"/>
              <a:ext cx="21600" cy="9756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F94D9492-A93B-8293-BB5B-DE36AC46201D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3809340" y="6175088"/>
                <a:ext cx="39240" cy="11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3439655C-6C14-4E43-ADF9-F7F0AC1332D0}"/>
              </a:ext>
            </a:extLst>
          </p:cNvPr>
          <p:cNvGrpSpPr/>
          <p:nvPr/>
        </p:nvGrpSpPr>
        <p:grpSpPr>
          <a:xfrm>
            <a:off x="3704220" y="6409808"/>
            <a:ext cx="166680" cy="86760"/>
            <a:chOff x="3704220" y="6409808"/>
            <a:chExt cx="166680" cy="8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246E43F-02FC-9110-5734-D4AF5DC1B168}"/>
                    </a:ext>
                  </a:extLst>
                </p14:cNvPr>
                <p14:cNvContentPartPr/>
                <p14:nvPr/>
              </p14:nvContentPartPr>
              <p14:xfrm>
                <a:off x="3704220" y="6442208"/>
                <a:ext cx="30240" cy="54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246E43F-02FC-9110-5734-D4AF5DC1B16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695220" y="6433208"/>
                  <a:ext cx="478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8224595-25C5-C149-42D5-660BB5757C4B}"/>
                    </a:ext>
                  </a:extLst>
                </p14:cNvPr>
                <p14:cNvContentPartPr/>
                <p14:nvPr/>
              </p14:nvContentPartPr>
              <p14:xfrm>
                <a:off x="3761460" y="6409808"/>
                <a:ext cx="109440" cy="860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8224595-25C5-C149-42D5-660BB5757C4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752460" y="6400808"/>
                  <a:ext cx="12708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A0557E7-E1E8-5593-0CC8-4200C468679E}"/>
              </a:ext>
            </a:extLst>
          </p:cNvPr>
          <p:cNvGrpSpPr/>
          <p:nvPr/>
        </p:nvGrpSpPr>
        <p:grpSpPr>
          <a:xfrm>
            <a:off x="4764060" y="6192368"/>
            <a:ext cx="224640" cy="301320"/>
            <a:chOff x="4764060" y="6192368"/>
            <a:chExt cx="224640" cy="30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7AC455F-7BC0-EF28-8D48-11A5D2D46421}"/>
                    </a:ext>
                  </a:extLst>
                </p14:cNvPr>
                <p14:cNvContentPartPr/>
                <p14:nvPr/>
              </p14:nvContentPartPr>
              <p14:xfrm>
                <a:off x="4873140" y="6192368"/>
                <a:ext cx="36360" cy="1152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7AC455F-7BC0-EF28-8D48-11A5D2D4642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864140" y="6183368"/>
                  <a:ext cx="540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7DAE7F3-845F-910E-BE12-E3D0EF51ACF0}"/>
                    </a:ext>
                  </a:extLst>
                </p14:cNvPr>
                <p14:cNvContentPartPr/>
                <p14:nvPr/>
              </p14:nvContentPartPr>
              <p14:xfrm>
                <a:off x="4764060" y="6374528"/>
                <a:ext cx="92880" cy="1191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7DAE7F3-845F-910E-BE12-E3D0EF51ACF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755060" y="6365888"/>
                  <a:ext cx="1105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EC20E86-2359-0250-74C9-FB4E5ABBC19B}"/>
                    </a:ext>
                  </a:extLst>
                </p14:cNvPr>
                <p14:cNvContentPartPr/>
                <p14:nvPr/>
              </p14:nvContentPartPr>
              <p14:xfrm>
                <a:off x="4918500" y="6359048"/>
                <a:ext cx="70200" cy="1137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EC20E86-2359-0250-74C9-FB4E5ABBC19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909500" y="6350408"/>
                  <a:ext cx="8784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FE4A8A6-87CD-BE63-AD28-315093A91A5F}"/>
              </a:ext>
            </a:extLst>
          </p:cNvPr>
          <p:cNvGrpSpPr/>
          <p:nvPr/>
        </p:nvGrpSpPr>
        <p:grpSpPr>
          <a:xfrm>
            <a:off x="6057900" y="6047288"/>
            <a:ext cx="1273680" cy="312120"/>
            <a:chOff x="6057900" y="6047288"/>
            <a:chExt cx="1273680" cy="31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52CD2BF-EB2C-BC4A-7C67-74F81FC4C8FB}"/>
                    </a:ext>
                  </a:extLst>
                </p14:cNvPr>
                <p14:cNvContentPartPr/>
                <p14:nvPr/>
              </p14:nvContentPartPr>
              <p14:xfrm>
                <a:off x="6057900" y="6151688"/>
                <a:ext cx="373320" cy="1486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52CD2BF-EB2C-BC4A-7C67-74F81FC4C8F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048900" y="6143048"/>
                  <a:ext cx="3909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4B6D658-F2F4-480B-6283-FE9EDB451967}"/>
                    </a:ext>
                  </a:extLst>
                </p14:cNvPr>
                <p14:cNvContentPartPr/>
                <p14:nvPr/>
              </p14:nvContentPartPr>
              <p14:xfrm>
                <a:off x="6476220" y="6113888"/>
                <a:ext cx="81720" cy="221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4B6D658-F2F4-480B-6283-FE9EDB45196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467580" y="6104888"/>
                  <a:ext cx="993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E30C7F2-7E9B-43BA-5CBF-06F2554E0CEF}"/>
                    </a:ext>
                  </a:extLst>
                </p14:cNvPr>
                <p14:cNvContentPartPr/>
                <p14:nvPr/>
              </p14:nvContentPartPr>
              <p14:xfrm>
                <a:off x="6472260" y="6244928"/>
                <a:ext cx="69120" cy="158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E30C7F2-7E9B-43BA-5CBF-06F2554E0CE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463260" y="6236288"/>
                  <a:ext cx="867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FC4EF4E-083E-AF3E-32EA-4ED109900C1E}"/>
                    </a:ext>
                  </a:extLst>
                </p14:cNvPr>
                <p14:cNvContentPartPr/>
                <p14:nvPr/>
              </p14:nvContentPartPr>
              <p14:xfrm>
                <a:off x="6669180" y="6102728"/>
                <a:ext cx="140760" cy="2566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FC4EF4E-083E-AF3E-32EA-4ED109900C1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660180" y="6093728"/>
                  <a:ext cx="1584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9F80F5C-67B0-0421-33CC-4E00F90E19C9}"/>
                    </a:ext>
                  </a:extLst>
                </p14:cNvPr>
                <p14:cNvContentPartPr/>
                <p14:nvPr/>
              </p14:nvContentPartPr>
              <p14:xfrm>
                <a:off x="6826500" y="6151328"/>
                <a:ext cx="28440" cy="146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9F80F5C-67B0-0421-33CC-4E00F90E19C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817860" y="6142328"/>
                  <a:ext cx="460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6B5E747-3A1F-45C3-1D8F-AC58DF023AB9}"/>
                    </a:ext>
                  </a:extLst>
                </p14:cNvPr>
                <p14:cNvContentPartPr/>
                <p14:nvPr/>
              </p14:nvContentPartPr>
              <p14:xfrm>
                <a:off x="6867180" y="6234488"/>
                <a:ext cx="94320" cy="266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6B5E747-3A1F-45C3-1D8F-AC58DF023AB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858180" y="6225488"/>
                  <a:ext cx="1119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81CE744-6500-43D9-1E67-D05EA714C282}"/>
                    </a:ext>
                  </a:extLst>
                </p14:cNvPr>
                <p14:cNvContentPartPr/>
                <p14:nvPr/>
              </p14:nvContentPartPr>
              <p14:xfrm>
                <a:off x="6935580" y="6140888"/>
                <a:ext cx="56520" cy="1357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81CE744-6500-43D9-1E67-D05EA714C28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926940" y="6131888"/>
                  <a:ext cx="741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B8326AF-3B17-DDCB-1704-944ABFE974CB}"/>
                    </a:ext>
                  </a:extLst>
                </p14:cNvPr>
                <p14:cNvContentPartPr/>
                <p14:nvPr/>
              </p14:nvContentPartPr>
              <p14:xfrm>
                <a:off x="6961860" y="6210008"/>
                <a:ext cx="90000" cy="194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B8326AF-3B17-DDCB-1704-944ABFE974C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952860" y="6201008"/>
                  <a:ext cx="1076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EDDA86D-56FE-291F-0DC9-39368602E437}"/>
                    </a:ext>
                  </a:extLst>
                </p14:cNvPr>
                <p14:cNvContentPartPr/>
                <p14:nvPr/>
              </p14:nvContentPartPr>
              <p14:xfrm>
                <a:off x="7039620" y="6135488"/>
                <a:ext cx="27360" cy="1422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EDDA86D-56FE-291F-0DC9-39368602E43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030980" y="6126848"/>
                  <a:ext cx="450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DB48255-48DF-904F-3592-6EE4A9B0F029}"/>
                    </a:ext>
                  </a:extLst>
                </p14:cNvPr>
                <p14:cNvContentPartPr/>
                <p14:nvPr/>
              </p14:nvContentPartPr>
              <p14:xfrm>
                <a:off x="7081380" y="6199208"/>
                <a:ext cx="173520" cy="1292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DB48255-48DF-904F-3592-6EE4A9B0F02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072380" y="6190568"/>
                  <a:ext cx="1911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DB5CDDD-F3AA-3F70-54E9-F291314DF644}"/>
                    </a:ext>
                  </a:extLst>
                </p14:cNvPr>
                <p14:cNvContentPartPr/>
                <p14:nvPr/>
              </p14:nvContentPartPr>
              <p14:xfrm>
                <a:off x="7127820" y="6255008"/>
                <a:ext cx="114120" cy="111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DB5CDDD-F3AA-3F70-54E9-F291314DF64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119180" y="6246368"/>
                  <a:ext cx="1317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1C099DF-F9FD-A42D-BA8D-A901DB929C05}"/>
                    </a:ext>
                  </a:extLst>
                </p14:cNvPr>
                <p14:cNvContentPartPr/>
                <p14:nvPr/>
              </p14:nvContentPartPr>
              <p14:xfrm>
                <a:off x="7231860" y="6047288"/>
                <a:ext cx="99720" cy="2566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1C099DF-F9FD-A42D-BA8D-A901DB929C0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223220" y="6038648"/>
                  <a:ext cx="117360" cy="27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55494AC-7636-DF6A-D3B3-6EF1B2DEBC18}"/>
              </a:ext>
            </a:extLst>
          </p:cNvPr>
          <p:cNvGrpSpPr/>
          <p:nvPr/>
        </p:nvGrpSpPr>
        <p:grpSpPr>
          <a:xfrm>
            <a:off x="2456100" y="6213248"/>
            <a:ext cx="229680" cy="276480"/>
            <a:chOff x="2456100" y="6213248"/>
            <a:chExt cx="229680" cy="27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2AE43B7-AB10-F3AA-209B-BEA1B281D415}"/>
                    </a:ext>
                  </a:extLst>
                </p14:cNvPr>
                <p14:cNvContentPartPr/>
                <p14:nvPr/>
              </p14:nvContentPartPr>
              <p14:xfrm>
                <a:off x="2639700" y="6213248"/>
                <a:ext cx="25920" cy="986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2AE43B7-AB10-F3AA-209B-BEA1B281D41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631060" y="6204608"/>
                  <a:ext cx="435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8AC473A-C4C0-3906-BBB4-375800F9A46E}"/>
                    </a:ext>
                  </a:extLst>
                </p14:cNvPr>
                <p14:cNvContentPartPr/>
                <p14:nvPr/>
              </p14:nvContentPartPr>
              <p14:xfrm>
                <a:off x="2456100" y="6421328"/>
                <a:ext cx="58680" cy="151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8AC473A-C4C0-3906-BBB4-375800F9A46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447100" y="6412688"/>
                  <a:ext cx="763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4726B83-B894-0073-FE5C-7C737DCB523F}"/>
                    </a:ext>
                  </a:extLst>
                </p14:cNvPr>
                <p14:cNvContentPartPr/>
                <p14:nvPr/>
              </p14:nvContentPartPr>
              <p14:xfrm>
                <a:off x="2550780" y="6395408"/>
                <a:ext cx="35280" cy="766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4726B83-B894-0073-FE5C-7C737DCB523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542140" y="6386768"/>
                  <a:ext cx="529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0D6143D-B0D5-A6D1-1FF7-8965D8C65F8A}"/>
                    </a:ext>
                  </a:extLst>
                </p14:cNvPr>
                <p14:cNvContentPartPr/>
                <p14:nvPr/>
              </p14:nvContentPartPr>
              <p14:xfrm>
                <a:off x="2591100" y="6379928"/>
                <a:ext cx="94680" cy="1098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0D6143D-B0D5-A6D1-1FF7-8965D8C65F8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582460" y="6370928"/>
                  <a:ext cx="112320" cy="12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25228D00-2F74-47DF-526B-50A5965F2334}"/>
                  </a:ext>
                </a:extLst>
              </p14:cNvPr>
              <p14:cNvContentPartPr/>
              <p14:nvPr/>
            </p14:nvContentPartPr>
            <p14:xfrm>
              <a:off x="2022300" y="6214328"/>
              <a:ext cx="45720" cy="723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25228D00-2F74-47DF-526B-50A5965F2334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2013300" y="6205328"/>
                <a:ext cx="63360" cy="9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0559426-4EB8-A17B-9297-2415EB9D178F}"/>
              </a:ext>
            </a:extLst>
          </p:cNvPr>
          <p:cNvGrpSpPr/>
          <p:nvPr/>
        </p:nvGrpSpPr>
        <p:grpSpPr>
          <a:xfrm>
            <a:off x="1785420" y="6386768"/>
            <a:ext cx="317520" cy="148680"/>
            <a:chOff x="1785420" y="6386768"/>
            <a:chExt cx="317520" cy="14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C0AF8A7-D188-A866-3AD4-F5B05FC038DE}"/>
                    </a:ext>
                  </a:extLst>
                </p14:cNvPr>
                <p14:cNvContentPartPr/>
                <p14:nvPr/>
              </p14:nvContentPartPr>
              <p14:xfrm>
                <a:off x="1785420" y="6468128"/>
                <a:ext cx="95400" cy="50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C0AF8A7-D188-A866-3AD4-F5B05FC038D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776780" y="6459488"/>
                  <a:ext cx="1130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5F033DC-B55D-5156-B2C5-A0DFD346F46A}"/>
                    </a:ext>
                  </a:extLst>
                </p14:cNvPr>
                <p14:cNvContentPartPr/>
                <p14:nvPr/>
              </p14:nvContentPartPr>
              <p14:xfrm>
                <a:off x="1900260" y="6386768"/>
                <a:ext cx="105120" cy="1486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5F033DC-B55D-5156-B2C5-A0DFD346F46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891620" y="6377768"/>
                  <a:ext cx="1227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30512F9-AEC2-DA3D-50A3-D2139B154E0A}"/>
                    </a:ext>
                  </a:extLst>
                </p14:cNvPr>
                <p14:cNvContentPartPr/>
                <p14:nvPr/>
              </p14:nvContentPartPr>
              <p14:xfrm>
                <a:off x="2003220" y="6405848"/>
                <a:ext cx="75240" cy="374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30512F9-AEC2-DA3D-50A3-D2139B154E0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994220" y="6396848"/>
                  <a:ext cx="928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B6BD22A-6254-7F16-6F0D-9EF65A5EEAD0}"/>
                    </a:ext>
                  </a:extLst>
                </p14:cNvPr>
                <p14:cNvContentPartPr/>
                <p14:nvPr/>
              </p14:nvContentPartPr>
              <p14:xfrm>
                <a:off x="2072700" y="6410888"/>
                <a:ext cx="30240" cy="900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B6BD22A-6254-7F16-6F0D-9EF65A5EEAD0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064060" y="6402248"/>
                  <a:ext cx="4788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547F30F5-70DC-F853-A161-EB63E8822176}"/>
              </a:ext>
            </a:extLst>
          </p:cNvPr>
          <p:cNvGrpSpPr/>
          <p:nvPr/>
        </p:nvGrpSpPr>
        <p:grpSpPr>
          <a:xfrm>
            <a:off x="1219500" y="6222968"/>
            <a:ext cx="308520" cy="277560"/>
            <a:chOff x="1219500" y="6222968"/>
            <a:chExt cx="308520" cy="27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44ACE38-CF70-54ED-EA00-ABF8075797EE}"/>
                    </a:ext>
                  </a:extLst>
                </p14:cNvPr>
                <p14:cNvContentPartPr/>
                <p14:nvPr/>
              </p14:nvContentPartPr>
              <p14:xfrm>
                <a:off x="1424340" y="6222968"/>
                <a:ext cx="14760" cy="633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44ACE38-CF70-54ED-EA00-ABF8075797E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415700" y="6213968"/>
                  <a:ext cx="324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4294B9E-0397-1277-6203-922F564F99DE}"/>
                    </a:ext>
                  </a:extLst>
                </p14:cNvPr>
                <p14:cNvContentPartPr/>
                <p14:nvPr/>
              </p14:nvContentPartPr>
              <p14:xfrm>
                <a:off x="1219500" y="6417368"/>
                <a:ext cx="90000" cy="43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4294B9E-0397-1277-6203-922F564F99D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210860" y="6408368"/>
                  <a:ext cx="1076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FC91F3B-5A30-6B6A-4EDC-0AA037DCF82B}"/>
                    </a:ext>
                  </a:extLst>
                </p14:cNvPr>
                <p14:cNvContentPartPr/>
                <p14:nvPr/>
              </p14:nvContentPartPr>
              <p14:xfrm>
                <a:off x="1330020" y="6364808"/>
                <a:ext cx="88200" cy="1357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FC91F3B-5A30-6B6A-4EDC-0AA037DCF82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321020" y="6355808"/>
                  <a:ext cx="1058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5FB931C-CD8A-175B-542C-540F4F2BCC21}"/>
                    </a:ext>
                  </a:extLst>
                </p14:cNvPr>
                <p14:cNvContentPartPr/>
                <p14:nvPr/>
              </p14:nvContentPartPr>
              <p14:xfrm>
                <a:off x="1469340" y="6364088"/>
                <a:ext cx="58680" cy="114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5FB931C-CD8A-175B-542C-540F4F2BCC2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460340" y="6355088"/>
                  <a:ext cx="7632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E347CBC2-749F-4488-9A8A-89999D5D194A}"/>
              </a:ext>
            </a:extLst>
          </p:cNvPr>
          <p:cNvGrpSpPr/>
          <p:nvPr/>
        </p:nvGrpSpPr>
        <p:grpSpPr>
          <a:xfrm>
            <a:off x="656100" y="6216128"/>
            <a:ext cx="310320" cy="299520"/>
            <a:chOff x="656100" y="6216128"/>
            <a:chExt cx="310320" cy="29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D4A12E0-A06F-1EBC-984A-AFAA8D3245BE}"/>
                    </a:ext>
                  </a:extLst>
                </p14:cNvPr>
                <p14:cNvContentPartPr/>
                <p14:nvPr/>
              </p14:nvContentPartPr>
              <p14:xfrm>
                <a:off x="887940" y="6216128"/>
                <a:ext cx="16200" cy="907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D4A12E0-A06F-1EBC-984A-AFAA8D3245B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79300" y="6207488"/>
                  <a:ext cx="338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8C5E333-DF11-78B0-5A01-167A753D8593}"/>
                    </a:ext>
                  </a:extLst>
                </p14:cNvPr>
                <p14:cNvContentPartPr/>
                <p14:nvPr/>
              </p14:nvContentPartPr>
              <p14:xfrm>
                <a:off x="656100" y="6416288"/>
                <a:ext cx="71640" cy="54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8C5E333-DF11-78B0-5A01-167A753D8593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47100" y="6407288"/>
                  <a:ext cx="89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21EE90F-F6AC-D1D4-8035-624F18F0EE64}"/>
                    </a:ext>
                  </a:extLst>
                </p14:cNvPr>
                <p14:cNvContentPartPr/>
                <p14:nvPr/>
              </p14:nvContentPartPr>
              <p14:xfrm>
                <a:off x="774900" y="6400448"/>
                <a:ext cx="69480" cy="666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21EE90F-F6AC-D1D4-8035-624F18F0EE6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65900" y="6391808"/>
                  <a:ext cx="871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EE633CE-22C3-6B1D-F589-4C05C73DB46C}"/>
                    </a:ext>
                  </a:extLst>
                </p14:cNvPr>
                <p14:cNvContentPartPr/>
                <p14:nvPr/>
              </p14:nvContentPartPr>
              <p14:xfrm>
                <a:off x="820620" y="6421328"/>
                <a:ext cx="13320" cy="867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EE633CE-22C3-6B1D-F589-4C05C73DB46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11980" y="6412688"/>
                  <a:ext cx="309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8E726D8-EF7F-C312-E6B9-240238C4B877}"/>
                    </a:ext>
                  </a:extLst>
                </p14:cNvPr>
                <p14:cNvContentPartPr/>
                <p14:nvPr/>
              </p14:nvContentPartPr>
              <p14:xfrm>
                <a:off x="881460" y="6379208"/>
                <a:ext cx="49680" cy="532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8E726D8-EF7F-C312-E6B9-240238C4B87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72460" y="6370568"/>
                  <a:ext cx="673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861AD33-FA86-3C02-C7B6-AE1EAB6455A8}"/>
                    </a:ext>
                  </a:extLst>
                </p14:cNvPr>
                <p14:cNvContentPartPr/>
                <p14:nvPr/>
              </p14:nvContentPartPr>
              <p14:xfrm>
                <a:off x="892260" y="6440768"/>
                <a:ext cx="74160" cy="748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861AD33-FA86-3C02-C7B6-AE1EAB6455A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83620" y="6432128"/>
                  <a:ext cx="91800" cy="9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B0D7BF12-1157-772A-C0E0-19C4AA094020}"/>
              </a:ext>
            </a:extLst>
          </p:cNvPr>
          <p:cNvGrpSpPr/>
          <p:nvPr/>
        </p:nvGrpSpPr>
        <p:grpSpPr>
          <a:xfrm>
            <a:off x="4447260" y="5373728"/>
            <a:ext cx="1816560" cy="902520"/>
            <a:chOff x="4447260" y="5373728"/>
            <a:chExt cx="1816560" cy="90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833006A-EBDE-6C1E-6EB2-38D171FA6673}"/>
                    </a:ext>
                  </a:extLst>
                </p14:cNvPr>
                <p14:cNvContentPartPr/>
                <p14:nvPr/>
              </p14:nvContentPartPr>
              <p14:xfrm>
                <a:off x="5361660" y="6155288"/>
                <a:ext cx="3600" cy="118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833006A-EBDE-6C1E-6EB2-38D171FA6673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352660" y="6146288"/>
                  <a:ext cx="212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790A71D-0414-9985-B79A-99F85DDA580A}"/>
                    </a:ext>
                  </a:extLst>
                </p14:cNvPr>
                <p14:cNvContentPartPr/>
                <p14:nvPr/>
              </p14:nvContentPartPr>
              <p14:xfrm>
                <a:off x="5345820" y="5559128"/>
                <a:ext cx="78480" cy="4885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790A71D-0414-9985-B79A-99F85DDA580A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337180" y="5550128"/>
                  <a:ext cx="9612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8A71349-3F6A-ACAB-9713-D8E01D6277BE}"/>
                    </a:ext>
                  </a:extLst>
                </p14:cNvPr>
                <p14:cNvContentPartPr/>
                <p14:nvPr/>
              </p14:nvContentPartPr>
              <p14:xfrm>
                <a:off x="5340780" y="5373728"/>
                <a:ext cx="19440" cy="140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8A71349-3F6A-ACAB-9713-D8E01D6277BE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331780" y="5364728"/>
                  <a:ext cx="370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DEF08F1-8396-BBCF-4787-C63E3F274869}"/>
                    </a:ext>
                  </a:extLst>
                </p14:cNvPr>
                <p14:cNvContentPartPr/>
                <p14:nvPr/>
              </p14:nvContentPartPr>
              <p14:xfrm>
                <a:off x="5187060" y="5392808"/>
                <a:ext cx="174960" cy="2145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DEF08F1-8396-BBCF-4787-C63E3F27486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178060" y="5383808"/>
                  <a:ext cx="1926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FC71189-8338-06E1-CFA8-458CDB517C66}"/>
                    </a:ext>
                  </a:extLst>
                </p14:cNvPr>
                <p14:cNvContentPartPr/>
                <p14:nvPr/>
              </p14:nvContentPartPr>
              <p14:xfrm>
                <a:off x="4564980" y="5880968"/>
                <a:ext cx="329040" cy="3214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FC71189-8338-06E1-CFA8-458CDB517C66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556340" y="5872328"/>
                  <a:ext cx="3466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A5345EF-36FF-5F96-A26E-EF1BA864D195}"/>
                    </a:ext>
                  </a:extLst>
                </p14:cNvPr>
                <p14:cNvContentPartPr/>
                <p14:nvPr/>
              </p14:nvContentPartPr>
              <p14:xfrm>
                <a:off x="4447260" y="5418368"/>
                <a:ext cx="924480" cy="8578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A5345EF-36FF-5F96-A26E-EF1BA864D195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438260" y="5409728"/>
                  <a:ext cx="942120" cy="87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9B0EE09-3A59-654E-48C1-34CEF5B71970}"/>
                    </a:ext>
                  </a:extLst>
                </p14:cNvPr>
                <p14:cNvContentPartPr/>
                <p14:nvPr/>
              </p14:nvContentPartPr>
              <p14:xfrm>
                <a:off x="5387580" y="5423768"/>
                <a:ext cx="103320" cy="828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9B0EE09-3A59-654E-48C1-34CEF5B71970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378580" y="5415128"/>
                  <a:ext cx="1209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6104C9A-1075-C909-139C-B0C384073D02}"/>
                    </a:ext>
                  </a:extLst>
                </p14:cNvPr>
                <p14:cNvContentPartPr/>
                <p14:nvPr/>
              </p14:nvContentPartPr>
              <p14:xfrm>
                <a:off x="5548500" y="5559128"/>
                <a:ext cx="330840" cy="3135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6104C9A-1075-C909-139C-B0C384073D02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539860" y="5550128"/>
                  <a:ext cx="3484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1A9F41C-9C23-2A4D-4B5C-F938FBFC9257}"/>
                    </a:ext>
                  </a:extLst>
                </p14:cNvPr>
                <p14:cNvContentPartPr/>
                <p14:nvPr/>
              </p14:nvContentPartPr>
              <p14:xfrm>
                <a:off x="5902020" y="5896808"/>
                <a:ext cx="361800" cy="3081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1A9F41C-9C23-2A4D-4B5C-F938FBFC925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893020" y="5887808"/>
                  <a:ext cx="379440" cy="32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11AACBC8-2265-F3C8-86F3-95A1746D481D}"/>
              </a:ext>
            </a:extLst>
          </p:cNvPr>
          <p:cNvGrpSpPr/>
          <p:nvPr/>
        </p:nvGrpSpPr>
        <p:grpSpPr>
          <a:xfrm>
            <a:off x="296100" y="5379128"/>
            <a:ext cx="3956400" cy="885960"/>
            <a:chOff x="296100" y="5379128"/>
            <a:chExt cx="3956400" cy="88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F6DB2A1-6245-90EF-E468-F55D5ADC9AFB}"/>
                    </a:ext>
                  </a:extLst>
                </p14:cNvPr>
                <p14:cNvContentPartPr/>
                <p14:nvPr/>
              </p14:nvContentPartPr>
              <p14:xfrm>
                <a:off x="3305340" y="5541488"/>
                <a:ext cx="945000" cy="7185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F6DB2A1-6245-90EF-E468-F55D5ADC9AF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296700" y="5532488"/>
                  <a:ext cx="962640" cy="73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43C09C9-5004-736D-0999-5B00D2584990}"/>
                    </a:ext>
                  </a:extLst>
                </p14:cNvPr>
                <p14:cNvContentPartPr/>
                <p14:nvPr/>
              </p14:nvContentPartPr>
              <p14:xfrm>
                <a:off x="3870900" y="6001928"/>
                <a:ext cx="381600" cy="2559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43C09C9-5004-736D-0999-5B00D258499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862260" y="5992928"/>
                  <a:ext cx="3992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8898DCC-26E6-579B-BAEA-4D0EB032FC3B}"/>
                    </a:ext>
                  </a:extLst>
                </p14:cNvPr>
                <p14:cNvContentPartPr/>
                <p14:nvPr/>
              </p14:nvContentPartPr>
              <p14:xfrm>
                <a:off x="3298500" y="5596928"/>
                <a:ext cx="11520" cy="298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8898DCC-26E6-579B-BAEA-4D0EB032FC3B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289500" y="5588288"/>
                  <a:ext cx="291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3CC1F3D-D7D3-7E9D-D1C1-EB3DD7F374DC}"/>
                    </a:ext>
                  </a:extLst>
                </p14:cNvPr>
                <p14:cNvContentPartPr/>
                <p14:nvPr/>
              </p14:nvContentPartPr>
              <p14:xfrm>
                <a:off x="2145420" y="5546168"/>
                <a:ext cx="1086120" cy="7189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3CC1F3D-D7D3-7E9D-D1C1-EB3DD7F374D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136780" y="5537168"/>
                  <a:ext cx="1103760" cy="73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C2CC463-8778-553C-2D5E-650CB03882C0}"/>
                    </a:ext>
                  </a:extLst>
                </p14:cNvPr>
                <p14:cNvContentPartPr/>
                <p14:nvPr/>
              </p14:nvContentPartPr>
              <p14:xfrm>
                <a:off x="2134980" y="5486768"/>
                <a:ext cx="1085400" cy="7740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C2CC463-8778-553C-2D5E-650CB03882C0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126340" y="5477768"/>
                  <a:ext cx="1103040" cy="79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B86C8A2-8C4E-EC91-748E-EEA158DF4A9C}"/>
                    </a:ext>
                  </a:extLst>
                </p14:cNvPr>
                <p14:cNvContentPartPr/>
                <p14:nvPr/>
              </p14:nvContentPartPr>
              <p14:xfrm>
                <a:off x="1263060" y="5611328"/>
                <a:ext cx="664920" cy="6109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B86C8A2-8C4E-EC91-748E-EEA158DF4A9C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254060" y="5602688"/>
                  <a:ext cx="682560" cy="62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80C5506-7AFD-EAB2-46BB-832D038BCB12}"/>
                    </a:ext>
                  </a:extLst>
                </p14:cNvPr>
                <p14:cNvContentPartPr/>
                <p14:nvPr/>
              </p14:nvContentPartPr>
              <p14:xfrm>
                <a:off x="988380" y="5379128"/>
                <a:ext cx="822240" cy="7686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80C5506-7AFD-EAB2-46BB-832D038BCB12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79740" y="5370488"/>
                  <a:ext cx="839880" cy="78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B17C598-9145-C3AE-41D4-A5F3FBCF2A84}"/>
                    </a:ext>
                  </a:extLst>
                </p14:cNvPr>
                <p14:cNvContentPartPr/>
                <p14:nvPr/>
              </p14:nvContentPartPr>
              <p14:xfrm>
                <a:off x="296100" y="5439608"/>
                <a:ext cx="602640" cy="3470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B17C598-9145-C3AE-41D4-A5F3FBCF2A84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87460" y="5430608"/>
                  <a:ext cx="620280" cy="36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5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96AA5961-D1E6-5201-53C2-68D26B2B1362}"/>
                  </a:ext>
                </a:extLst>
              </p14:cNvPr>
              <p14:cNvContentPartPr/>
              <p14:nvPr/>
            </p14:nvContentPartPr>
            <p14:xfrm>
              <a:off x="5714820" y="5418008"/>
              <a:ext cx="352800" cy="9432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96AA5961-D1E6-5201-53C2-68D26B2B1362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5705820" y="5409368"/>
                <a:ext cx="370440" cy="11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63238247-0366-2CF3-0BB2-18363419F8A9}"/>
              </a:ext>
            </a:extLst>
          </p:cNvPr>
          <p:cNvGrpSpPr/>
          <p:nvPr/>
        </p:nvGrpSpPr>
        <p:grpSpPr>
          <a:xfrm>
            <a:off x="6472620" y="5056928"/>
            <a:ext cx="1170360" cy="422280"/>
            <a:chOff x="6472620" y="5056928"/>
            <a:chExt cx="1170360" cy="42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404589F-3876-1C34-FE9F-98CDEB02BA2C}"/>
                    </a:ext>
                  </a:extLst>
                </p14:cNvPr>
                <p14:cNvContentPartPr/>
                <p14:nvPr/>
              </p14:nvContentPartPr>
              <p14:xfrm>
                <a:off x="6472620" y="5357888"/>
                <a:ext cx="111600" cy="828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404589F-3876-1C34-FE9F-98CDEB02BA2C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463980" y="5348888"/>
                  <a:ext cx="1292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31CC8D2-62D9-D0DE-2B57-48AF5F4FD44B}"/>
                    </a:ext>
                  </a:extLst>
                </p14:cNvPr>
                <p14:cNvContentPartPr/>
                <p14:nvPr/>
              </p14:nvContentPartPr>
              <p14:xfrm>
                <a:off x="6656220" y="5325488"/>
                <a:ext cx="72000" cy="846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31CC8D2-62D9-D0DE-2B57-48AF5F4FD44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647580" y="5316488"/>
                  <a:ext cx="896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9CF2D7A-0579-B319-59D3-E3500FE86A5F}"/>
                    </a:ext>
                  </a:extLst>
                </p14:cNvPr>
                <p14:cNvContentPartPr/>
                <p14:nvPr/>
              </p14:nvContentPartPr>
              <p14:xfrm>
                <a:off x="6786180" y="5254208"/>
                <a:ext cx="86040" cy="1656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9CF2D7A-0579-B319-59D3-E3500FE86A5F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777540" y="5245208"/>
                  <a:ext cx="1036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409BE88-AEB5-DE00-A316-8278A2B85B17}"/>
                    </a:ext>
                  </a:extLst>
                </p14:cNvPr>
                <p14:cNvContentPartPr/>
                <p14:nvPr/>
              </p14:nvContentPartPr>
              <p14:xfrm>
                <a:off x="6953940" y="5324768"/>
                <a:ext cx="136800" cy="1544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409BE88-AEB5-DE00-A316-8278A2B85B17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944940" y="5315768"/>
                  <a:ext cx="1544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17B4478-B6F0-F402-5B0A-159EAA399483}"/>
                    </a:ext>
                  </a:extLst>
                </p14:cNvPr>
                <p14:cNvContentPartPr/>
                <p14:nvPr/>
              </p14:nvContentPartPr>
              <p14:xfrm>
                <a:off x="7081380" y="5309648"/>
                <a:ext cx="147960" cy="738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17B4478-B6F0-F402-5B0A-159EAA39948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072380" y="5300648"/>
                  <a:ext cx="1656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55A349B-A757-7CDD-E208-757FE3AB50ED}"/>
                    </a:ext>
                  </a:extLst>
                </p14:cNvPr>
                <p14:cNvContentPartPr/>
                <p14:nvPr/>
              </p14:nvContentPartPr>
              <p14:xfrm>
                <a:off x="7050060" y="5179688"/>
                <a:ext cx="360" cy="32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55A349B-A757-7CDD-E208-757FE3AB50ED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041060" y="5170688"/>
                  <a:ext cx="180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F2F5322-6DDA-6E26-A14B-722F1DE01DF3}"/>
                    </a:ext>
                  </a:extLst>
                </p14:cNvPr>
                <p14:cNvContentPartPr/>
                <p14:nvPr/>
              </p14:nvContentPartPr>
              <p14:xfrm>
                <a:off x="7215300" y="5308568"/>
                <a:ext cx="151560" cy="514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F2F5322-6DDA-6E26-A14B-722F1DE01DF3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206300" y="5299928"/>
                  <a:ext cx="1692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B68CF7B-A00B-CBD8-5FF9-E7E2AE41A971}"/>
                    </a:ext>
                  </a:extLst>
                </p14:cNvPr>
                <p14:cNvContentPartPr/>
                <p14:nvPr/>
              </p14:nvContentPartPr>
              <p14:xfrm>
                <a:off x="7413300" y="5286248"/>
                <a:ext cx="104400" cy="601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B68CF7B-A00B-CBD8-5FF9-E7E2AE41A97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404660" y="5277248"/>
                  <a:ext cx="1220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2383A9C-5B3E-5913-B8D6-3B66BAF3DA88}"/>
                    </a:ext>
                  </a:extLst>
                </p14:cNvPr>
                <p14:cNvContentPartPr/>
                <p14:nvPr/>
              </p14:nvContentPartPr>
              <p14:xfrm>
                <a:off x="7439580" y="5056928"/>
                <a:ext cx="203400" cy="2840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2383A9C-5B3E-5913-B8D6-3B66BAF3DA8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430940" y="5048288"/>
                  <a:ext cx="2210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B02F7FE0-9EBC-44D4-D167-26D1A00871BF}"/>
                    </a:ext>
                  </a:extLst>
                </p14:cNvPr>
                <p14:cNvContentPartPr/>
                <p14:nvPr/>
              </p14:nvContentPartPr>
              <p14:xfrm>
                <a:off x="7200900" y="5314328"/>
                <a:ext cx="167040" cy="648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B02F7FE0-9EBC-44D4-D167-26D1A00871BF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191900" y="5305688"/>
                  <a:ext cx="18468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5E1CFAA-3AF3-DDC9-0C3B-D47E4E76EF08}"/>
              </a:ext>
            </a:extLst>
          </p:cNvPr>
          <p:cNvGrpSpPr/>
          <p:nvPr/>
        </p:nvGrpSpPr>
        <p:grpSpPr>
          <a:xfrm>
            <a:off x="7875900" y="4961528"/>
            <a:ext cx="1088280" cy="431280"/>
            <a:chOff x="7875900" y="4961528"/>
            <a:chExt cx="1088280" cy="43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D37C200-FBD2-C2A1-8401-15A8BBD17D07}"/>
                    </a:ext>
                  </a:extLst>
                </p14:cNvPr>
                <p14:cNvContentPartPr/>
                <p14:nvPr/>
              </p14:nvContentPartPr>
              <p14:xfrm>
                <a:off x="7875900" y="5102648"/>
                <a:ext cx="278280" cy="1767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D37C200-FBD2-C2A1-8401-15A8BBD17D07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867260" y="5093648"/>
                  <a:ext cx="2959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58F3825-0649-9F52-A2B6-D644882458BE}"/>
                    </a:ext>
                  </a:extLst>
                </p14:cNvPr>
                <p14:cNvContentPartPr/>
                <p14:nvPr/>
              </p14:nvContentPartPr>
              <p14:xfrm>
                <a:off x="7973460" y="5094728"/>
                <a:ext cx="74160" cy="2667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58F3825-0649-9F52-A2B6-D644882458BE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964820" y="5085728"/>
                  <a:ext cx="918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EB4C693-CBD3-5B53-95B4-53891958DDF8}"/>
                    </a:ext>
                  </a:extLst>
                </p14:cNvPr>
                <p14:cNvContentPartPr/>
                <p14:nvPr/>
              </p14:nvContentPartPr>
              <p14:xfrm>
                <a:off x="8203500" y="5245928"/>
                <a:ext cx="108720" cy="1213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EB4C693-CBD3-5B53-95B4-53891958DDF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194500" y="5237288"/>
                  <a:ext cx="1263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1A31239-91C9-1B97-4FE9-184FFE1F2B57}"/>
                    </a:ext>
                  </a:extLst>
                </p14:cNvPr>
                <p14:cNvContentPartPr/>
                <p14:nvPr/>
              </p14:nvContentPartPr>
              <p14:xfrm>
                <a:off x="8359020" y="5024528"/>
                <a:ext cx="104040" cy="2394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1A31239-91C9-1B97-4FE9-184FFE1F2B57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350020" y="5015528"/>
                  <a:ext cx="1216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EEA7051-3E18-8204-704A-ACB92B358A78}"/>
                    </a:ext>
                  </a:extLst>
                </p14:cNvPr>
                <p14:cNvContentPartPr/>
                <p14:nvPr/>
              </p14:nvContentPartPr>
              <p14:xfrm>
                <a:off x="8506980" y="5194088"/>
                <a:ext cx="88920" cy="1987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EEA7051-3E18-8204-704A-ACB92B358A78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498340" y="5185448"/>
                  <a:ext cx="1065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6F8676E-DD05-25A6-C789-787647A492F5}"/>
                    </a:ext>
                  </a:extLst>
                </p14:cNvPr>
                <p14:cNvContentPartPr/>
                <p14:nvPr/>
              </p14:nvContentPartPr>
              <p14:xfrm>
                <a:off x="8452980" y="5103368"/>
                <a:ext cx="8640" cy="36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6F8676E-DD05-25A6-C789-787647A492F5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443980" y="5094728"/>
                  <a:ext cx="262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EBDCC18-5F9E-A26A-954E-A65DCB887B7B}"/>
                    </a:ext>
                  </a:extLst>
                </p14:cNvPr>
                <p14:cNvContentPartPr/>
                <p14:nvPr/>
              </p14:nvContentPartPr>
              <p14:xfrm>
                <a:off x="8618220" y="5043968"/>
                <a:ext cx="238320" cy="1778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EBDCC18-5F9E-A26A-954E-A65DCB887B7B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609220" y="5034968"/>
                  <a:ext cx="2559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7A08786-C463-F9D9-F4C2-A0F6352623B1}"/>
                    </a:ext>
                  </a:extLst>
                </p14:cNvPr>
                <p14:cNvContentPartPr/>
                <p14:nvPr/>
              </p14:nvContentPartPr>
              <p14:xfrm>
                <a:off x="8697060" y="4961528"/>
                <a:ext cx="267120" cy="3236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7A08786-C463-F9D9-F4C2-A0F6352623B1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688060" y="4952528"/>
                  <a:ext cx="284760" cy="34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3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E6051DCE-ADE6-3F65-E6AC-6A579C24586A}"/>
                  </a:ext>
                </a:extLst>
              </p14:cNvPr>
              <p14:cNvContentPartPr/>
              <p14:nvPr/>
            </p14:nvContentPartPr>
            <p14:xfrm>
              <a:off x="9221220" y="4921568"/>
              <a:ext cx="209520" cy="23832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E6051DCE-ADE6-3F65-E6AC-6A579C24586A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9212580" y="4912568"/>
                <a:ext cx="227160" cy="25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5" name="Group 184">
            <a:extLst>
              <a:ext uri="{FF2B5EF4-FFF2-40B4-BE49-F238E27FC236}">
                <a16:creationId xmlns:a16="http://schemas.microsoft.com/office/drawing/2014/main" id="{1E4D3DA1-2ADA-4705-01D9-72EC0F851E87}"/>
              </a:ext>
            </a:extLst>
          </p:cNvPr>
          <p:cNvGrpSpPr/>
          <p:nvPr/>
        </p:nvGrpSpPr>
        <p:grpSpPr>
          <a:xfrm>
            <a:off x="9614340" y="4852448"/>
            <a:ext cx="1358280" cy="370080"/>
            <a:chOff x="9614340" y="4852448"/>
            <a:chExt cx="1358280" cy="37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5A9C9DB-4637-C1DD-54F6-99719B9E7B6A}"/>
                    </a:ext>
                  </a:extLst>
                </p14:cNvPr>
                <p14:cNvContentPartPr/>
                <p14:nvPr/>
              </p14:nvContentPartPr>
              <p14:xfrm>
                <a:off x="9614340" y="4928408"/>
                <a:ext cx="168480" cy="2941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5A9C9DB-4637-C1DD-54F6-99719B9E7B6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605700" y="4919768"/>
                  <a:ext cx="1861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9BC8863-9570-38F8-3A33-249945679056}"/>
                    </a:ext>
                  </a:extLst>
                </p14:cNvPr>
                <p14:cNvContentPartPr/>
                <p14:nvPr/>
              </p14:nvContentPartPr>
              <p14:xfrm>
                <a:off x="9648900" y="5126768"/>
                <a:ext cx="108360" cy="273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9BC8863-9570-38F8-3A33-249945679056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639900" y="5117768"/>
                  <a:ext cx="1260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C54EF868-1950-5829-38ED-9E0315C41D40}"/>
                    </a:ext>
                  </a:extLst>
                </p14:cNvPr>
                <p14:cNvContentPartPr/>
                <p14:nvPr/>
              </p14:nvContentPartPr>
              <p14:xfrm>
                <a:off x="9790740" y="5091488"/>
                <a:ext cx="55080" cy="943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C54EF868-1950-5829-38ED-9E0315C41D40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9782100" y="5082488"/>
                  <a:ext cx="727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18E7843-819A-955E-B247-D30AE9D9CF63}"/>
                    </a:ext>
                  </a:extLst>
                </p14:cNvPr>
                <p14:cNvContentPartPr/>
                <p14:nvPr/>
              </p14:nvContentPartPr>
              <p14:xfrm>
                <a:off x="9973980" y="5049728"/>
                <a:ext cx="100440" cy="111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18E7843-819A-955E-B247-D30AE9D9CF63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9964980" y="5041088"/>
                  <a:ext cx="118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318211C-7E34-4E05-E13E-414ADFFFDA36}"/>
                    </a:ext>
                  </a:extLst>
                </p14:cNvPr>
                <p14:cNvContentPartPr/>
                <p14:nvPr/>
              </p14:nvContentPartPr>
              <p14:xfrm>
                <a:off x="9957780" y="4998248"/>
                <a:ext cx="100800" cy="50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318211C-7E34-4E05-E13E-414ADFFFDA36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949140" y="4989608"/>
                  <a:ext cx="1184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5777FDE-B9E4-C935-AA56-03526D517546}"/>
                    </a:ext>
                  </a:extLst>
                </p14:cNvPr>
                <p14:cNvContentPartPr/>
                <p14:nvPr/>
              </p14:nvContentPartPr>
              <p14:xfrm>
                <a:off x="10135980" y="4925168"/>
                <a:ext cx="143640" cy="896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5777FDE-B9E4-C935-AA56-03526D517546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127340" y="4916168"/>
                  <a:ext cx="1612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67CB9B2-2943-B3B9-225A-0808F06919F3}"/>
                    </a:ext>
                  </a:extLst>
                </p14:cNvPr>
                <p14:cNvContentPartPr/>
                <p14:nvPr/>
              </p14:nvContentPartPr>
              <p14:xfrm>
                <a:off x="10214100" y="4971968"/>
                <a:ext cx="59400" cy="1144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67CB9B2-2943-B3B9-225A-0808F06919F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205100" y="4962968"/>
                  <a:ext cx="770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9F38AD0-590A-0A4D-01FE-F12347B02F6C}"/>
                    </a:ext>
                  </a:extLst>
                </p14:cNvPr>
                <p14:cNvContentPartPr/>
                <p14:nvPr/>
              </p14:nvContentPartPr>
              <p14:xfrm>
                <a:off x="10294380" y="4920488"/>
                <a:ext cx="81000" cy="723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9F38AD0-590A-0A4D-01FE-F12347B02F6C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285740" y="4911848"/>
                  <a:ext cx="986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A87F1AE-8599-FA26-78FE-9E690841C6CE}"/>
                    </a:ext>
                  </a:extLst>
                </p14:cNvPr>
                <p14:cNvContentPartPr/>
                <p14:nvPr/>
              </p14:nvContentPartPr>
              <p14:xfrm>
                <a:off x="10340460" y="4988888"/>
                <a:ext cx="77400" cy="723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A87F1AE-8599-FA26-78FE-9E690841C6CE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0331460" y="4979888"/>
                  <a:ext cx="950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2FD3744-9849-74D2-A462-D873FD6D5B86}"/>
                    </a:ext>
                  </a:extLst>
                </p14:cNvPr>
                <p14:cNvContentPartPr/>
                <p14:nvPr/>
              </p14:nvContentPartPr>
              <p14:xfrm>
                <a:off x="10474020" y="4857488"/>
                <a:ext cx="77400" cy="1828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2FD3744-9849-74D2-A462-D873FD6D5B86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0465020" y="4848848"/>
                  <a:ext cx="950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CB5D1DE-F747-1BB2-0BD4-9D45E14CAB8B}"/>
                    </a:ext>
                  </a:extLst>
                </p14:cNvPr>
                <p14:cNvContentPartPr/>
                <p14:nvPr/>
              </p14:nvContentPartPr>
              <p14:xfrm>
                <a:off x="10541700" y="4961528"/>
                <a:ext cx="103680" cy="846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CB5D1DE-F747-1BB2-0BD4-9D45E14CAB8B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0533060" y="4952528"/>
                  <a:ext cx="1213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DDED479-59D0-10F6-C1B1-A3B9F077B6A0}"/>
                    </a:ext>
                  </a:extLst>
                </p14:cNvPr>
                <p14:cNvContentPartPr/>
                <p14:nvPr/>
              </p14:nvContentPartPr>
              <p14:xfrm>
                <a:off x="10650420" y="4893848"/>
                <a:ext cx="79920" cy="1303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DDED479-59D0-10F6-C1B1-A3B9F077B6A0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0641780" y="4885208"/>
                  <a:ext cx="975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9160FEA-A7A2-A7E2-A496-6273F33E3659}"/>
                    </a:ext>
                  </a:extLst>
                </p14:cNvPr>
                <p14:cNvContentPartPr/>
                <p14:nvPr/>
              </p14:nvContentPartPr>
              <p14:xfrm>
                <a:off x="10692180" y="4965848"/>
                <a:ext cx="82440" cy="57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9160FEA-A7A2-A7E2-A496-6273F33E3659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0683180" y="4957208"/>
                  <a:ext cx="100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8F645F7-B1F6-EB2A-A693-25CF47217088}"/>
                    </a:ext>
                  </a:extLst>
                </p14:cNvPr>
                <p14:cNvContentPartPr/>
                <p14:nvPr/>
              </p14:nvContentPartPr>
              <p14:xfrm>
                <a:off x="10744020" y="4852448"/>
                <a:ext cx="67320" cy="1753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8F645F7-B1F6-EB2A-A693-25CF47217088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735020" y="4843448"/>
                  <a:ext cx="849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6351FAE-9D96-0F79-E3E9-D6F6613CDDD6}"/>
                    </a:ext>
                  </a:extLst>
                </p14:cNvPr>
                <p14:cNvContentPartPr/>
                <p14:nvPr/>
              </p14:nvContentPartPr>
              <p14:xfrm>
                <a:off x="10848060" y="4901768"/>
                <a:ext cx="124560" cy="1335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6351FAE-9D96-0F79-E3E9-D6F6613CDDD6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0839060" y="4893128"/>
                  <a:ext cx="1422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6E8B025-685F-42FF-0FA5-F3594C927473}"/>
                    </a:ext>
                  </a:extLst>
                </p14:cNvPr>
                <p14:cNvContentPartPr/>
                <p14:nvPr/>
              </p14:nvContentPartPr>
              <p14:xfrm>
                <a:off x="10910340" y="4973408"/>
                <a:ext cx="47520" cy="144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6E8B025-685F-42FF-0FA5-F3594C927473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901340" y="4964408"/>
                  <a:ext cx="6516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4FE48B5F-A004-3877-E68D-AC951E77E385}"/>
              </a:ext>
            </a:extLst>
          </p:cNvPr>
          <p:cNvGrpSpPr/>
          <p:nvPr/>
        </p:nvGrpSpPr>
        <p:grpSpPr>
          <a:xfrm>
            <a:off x="351540" y="5455088"/>
            <a:ext cx="5525640" cy="879840"/>
            <a:chOff x="351540" y="5455088"/>
            <a:chExt cx="5525640" cy="87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ED5D923-95C6-D25E-945A-FA3814DE36C1}"/>
                    </a:ext>
                  </a:extLst>
                </p14:cNvPr>
                <p14:cNvContentPartPr/>
                <p14:nvPr/>
              </p14:nvContentPartPr>
              <p14:xfrm>
                <a:off x="3818340" y="5515928"/>
                <a:ext cx="14400" cy="331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ED5D923-95C6-D25E-945A-FA3814DE36C1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3809700" y="5506928"/>
                  <a:ext cx="320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2A25059-7BDA-7E50-3281-CB92FE98B0CD}"/>
                    </a:ext>
                  </a:extLst>
                </p14:cNvPr>
                <p14:cNvContentPartPr/>
                <p14:nvPr/>
              </p14:nvContentPartPr>
              <p14:xfrm>
                <a:off x="3865140" y="5559128"/>
                <a:ext cx="68760" cy="464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2A25059-7BDA-7E50-3281-CB92FE98B0CD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3856500" y="5550128"/>
                  <a:ext cx="864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C5828204-E7CA-CA2B-CB60-1A901841E7CF}"/>
                    </a:ext>
                  </a:extLst>
                </p14:cNvPr>
                <p14:cNvContentPartPr/>
                <p14:nvPr/>
              </p14:nvContentPartPr>
              <p14:xfrm>
                <a:off x="4062780" y="5699168"/>
                <a:ext cx="622080" cy="4309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C5828204-E7CA-CA2B-CB60-1A901841E7CF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4053780" y="5690528"/>
                  <a:ext cx="63972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3A0BDB88-2787-D6BB-F55D-CD5C640F64FB}"/>
                    </a:ext>
                  </a:extLst>
                </p14:cNvPr>
                <p14:cNvContentPartPr/>
                <p14:nvPr/>
              </p14:nvContentPartPr>
              <p14:xfrm>
                <a:off x="4446540" y="6000848"/>
                <a:ext cx="393120" cy="2509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3A0BDB88-2787-D6BB-F55D-CD5C640F64FB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4437900" y="5992208"/>
                  <a:ext cx="4107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78580D7-4FFC-D48D-8B02-D2512C6EF9D8}"/>
                    </a:ext>
                  </a:extLst>
                </p14:cNvPr>
                <p14:cNvContentPartPr/>
                <p14:nvPr/>
              </p14:nvContentPartPr>
              <p14:xfrm>
                <a:off x="4168980" y="5802488"/>
                <a:ext cx="138240" cy="838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78580D7-4FFC-D48D-8B02-D2512C6EF9D8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4159980" y="5793848"/>
                  <a:ext cx="1558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2EC675AE-13A8-87EB-AE23-9574B1A9D559}"/>
                    </a:ext>
                  </a:extLst>
                </p14:cNvPr>
                <p14:cNvContentPartPr/>
                <p14:nvPr/>
              </p14:nvContentPartPr>
              <p14:xfrm>
                <a:off x="3414060" y="5617808"/>
                <a:ext cx="250560" cy="1674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EC675AE-13A8-87EB-AE23-9574B1A9D559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3405060" y="5609168"/>
                  <a:ext cx="2682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28689B2-823D-1534-AF9B-3DDD232B8A43}"/>
                    </a:ext>
                  </a:extLst>
                </p14:cNvPr>
                <p14:cNvContentPartPr/>
                <p14:nvPr/>
              </p14:nvContentPartPr>
              <p14:xfrm>
                <a:off x="2623500" y="5829128"/>
                <a:ext cx="712080" cy="4964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28689B2-823D-1534-AF9B-3DDD232B8A43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2614860" y="5820128"/>
                  <a:ext cx="729720" cy="5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82A2D1F-40B0-ECBD-4783-10834D59EAE4}"/>
                    </a:ext>
                  </a:extLst>
                </p14:cNvPr>
                <p14:cNvContentPartPr/>
                <p14:nvPr/>
              </p14:nvContentPartPr>
              <p14:xfrm>
                <a:off x="4374900" y="5501168"/>
                <a:ext cx="17640" cy="424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82A2D1F-40B0-ECBD-4783-10834D59EAE4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4366260" y="5492528"/>
                  <a:ext cx="352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A8143C1-5183-22CD-2078-6C3ED35BECD9}"/>
                    </a:ext>
                  </a:extLst>
                </p14:cNvPr>
                <p14:cNvContentPartPr/>
                <p14:nvPr/>
              </p14:nvContentPartPr>
              <p14:xfrm>
                <a:off x="4400460" y="5495408"/>
                <a:ext cx="11880" cy="97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A8143C1-5183-22CD-2078-6C3ED35BECD9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4391460" y="5486768"/>
                  <a:ext cx="295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08C5005-AFDF-B6BF-BAC1-A75F91F0FCBD}"/>
                    </a:ext>
                  </a:extLst>
                </p14:cNvPr>
                <p14:cNvContentPartPr/>
                <p14:nvPr/>
              </p14:nvContentPartPr>
              <p14:xfrm>
                <a:off x="4618620" y="5688728"/>
                <a:ext cx="748440" cy="5670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08C5005-AFDF-B6BF-BAC1-A75F91F0FCBD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4609620" y="5680088"/>
                  <a:ext cx="76608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DBFDAB9B-7A9D-5977-865C-7237A8D5DE62}"/>
                    </a:ext>
                  </a:extLst>
                </p14:cNvPr>
                <p14:cNvContentPartPr/>
                <p14:nvPr/>
              </p14:nvContentPartPr>
              <p14:xfrm>
                <a:off x="3211020" y="5512688"/>
                <a:ext cx="1179000" cy="7740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DBFDAB9B-7A9D-5977-865C-7237A8D5DE62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3202380" y="5504048"/>
                  <a:ext cx="1196640" cy="79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DB2D23A-CE26-A43B-C56B-BB020F8D7B84}"/>
                    </a:ext>
                  </a:extLst>
                </p14:cNvPr>
                <p14:cNvContentPartPr/>
                <p14:nvPr/>
              </p14:nvContentPartPr>
              <p14:xfrm>
                <a:off x="4875660" y="5491448"/>
                <a:ext cx="20880" cy="730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DB2D23A-CE26-A43B-C56B-BB020F8D7B84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4867020" y="5482448"/>
                  <a:ext cx="385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9AA3818-0822-73E5-E883-A7724F39B9F7}"/>
                    </a:ext>
                  </a:extLst>
                </p14:cNvPr>
                <p14:cNvContentPartPr/>
                <p14:nvPr/>
              </p14:nvContentPartPr>
              <p14:xfrm>
                <a:off x="5044500" y="5506928"/>
                <a:ext cx="106920" cy="932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9AA3818-0822-73E5-E883-A7724F39B9F7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5035860" y="5498288"/>
                  <a:ext cx="1245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4066898-AB53-89FF-4605-D9361863DABC}"/>
                    </a:ext>
                  </a:extLst>
                </p14:cNvPr>
                <p14:cNvContentPartPr/>
                <p14:nvPr/>
              </p14:nvContentPartPr>
              <p14:xfrm>
                <a:off x="5293980" y="5720048"/>
                <a:ext cx="583200" cy="4935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4066898-AB53-89FF-4605-D9361863DABC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5285340" y="5711048"/>
                  <a:ext cx="60084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AE64C29-11F0-4EF5-9306-ACB930CD5F1F}"/>
                    </a:ext>
                  </a:extLst>
                </p14:cNvPr>
                <p14:cNvContentPartPr/>
                <p14:nvPr/>
              </p14:nvContentPartPr>
              <p14:xfrm>
                <a:off x="3794220" y="5475968"/>
                <a:ext cx="1152000" cy="8017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AE64C29-11F0-4EF5-9306-ACB930CD5F1F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3785580" y="5466968"/>
                  <a:ext cx="1169640" cy="81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17F2317-A58C-9263-AB68-AFC065070374}"/>
                    </a:ext>
                  </a:extLst>
                </p14:cNvPr>
                <p14:cNvContentPartPr/>
                <p14:nvPr/>
              </p14:nvContentPartPr>
              <p14:xfrm>
                <a:off x="2593980" y="5466248"/>
                <a:ext cx="45360" cy="122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17F2317-A58C-9263-AB68-AFC065070374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585340" y="5457608"/>
                  <a:ext cx="630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AFD3C4A-94E6-747D-E590-1B88B75EFCBD}"/>
                    </a:ext>
                  </a:extLst>
                </p14:cNvPr>
                <p14:cNvContentPartPr/>
                <p14:nvPr/>
              </p14:nvContentPartPr>
              <p14:xfrm>
                <a:off x="2638980" y="5488208"/>
                <a:ext cx="230760" cy="2098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AFD3C4A-94E6-747D-E590-1B88B75EFCBD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630340" y="5479208"/>
                  <a:ext cx="2484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366216A-6E0D-1191-47A8-DA20E43931EB}"/>
                    </a:ext>
                  </a:extLst>
                </p14:cNvPr>
                <p14:cNvContentPartPr/>
                <p14:nvPr/>
              </p14:nvContentPartPr>
              <p14:xfrm>
                <a:off x="2982060" y="5787728"/>
                <a:ext cx="664920" cy="3927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366216A-6E0D-1191-47A8-DA20E43931EB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2973060" y="5778728"/>
                  <a:ext cx="68256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09809E6-F713-BC3D-4061-31B126691F7A}"/>
                    </a:ext>
                  </a:extLst>
                </p14:cNvPr>
                <p14:cNvContentPartPr/>
                <p14:nvPr/>
              </p14:nvContentPartPr>
              <p14:xfrm>
                <a:off x="3609540" y="6179048"/>
                <a:ext cx="219600" cy="1180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09809E6-F713-BC3D-4061-31B126691F7A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600540" y="6170048"/>
                  <a:ext cx="2372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3297F7A-8862-B876-BE3D-F9713DC5DBC1}"/>
                    </a:ext>
                  </a:extLst>
                </p14:cNvPr>
                <p14:cNvContentPartPr/>
                <p14:nvPr/>
              </p14:nvContentPartPr>
              <p14:xfrm>
                <a:off x="1668780" y="5455088"/>
                <a:ext cx="944640" cy="6544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3297F7A-8862-B876-BE3D-F9713DC5DBC1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659780" y="5446088"/>
                  <a:ext cx="962280" cy="67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9319A92C-5AD9-5CE3-C848-00D5FD72145F}"/>
                    </a:ext>
                  </a:extLst>
                </p14:cNvPr>
                <p14:cNvContentPartPr/>
                <p14:nvPr/>
              </p14:nvContentPartPr>
              <p14:xfrm>
                <a:off x="1379340" y="6187688"/>
                <a:ext cx="174240" cy="1472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9319A92C-5AD9-5CE3-C848-00D5FD72145F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370340" y="6178688"/>
                  <a:ext cx="1918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BC7AFB5-B53C-8E7C-21A7-0232F8F066A3}"/>
                    </a:ext>
                  </a:extLst>
                </p14:cNvPr>
                <p14:cNvContentPartPr/>
                <p14:nvPr/>
              </p14:nvContentPartPr>
              <p14:xfrm>
                <a:off x="1885860" y="5482448"/>
                <a:ext cx="35280" cy="4032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BC7AFB5-B53C-8E7C-21A7-0232F8F066A3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876860" y="5473448"/>
                  <a:ext cx="529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42A065B-BD1F-55F9-9FD1-E1AF78119652}"/>
                    </a:ext>
                  </a:extLst>
                </p14:cNvPr>
                <p14:cNvContentPartPr/>
                <p14:nvPr/>
              </p14:nvContentPartPr>
              <p14:xfrm>
                <a:off x="1953180" y="5501888"/>
                <a:ext cx="65160" cy="640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42A065B-BD1F-55F9-9FD1-E1AF78119652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944540" y="5492888"/>
                  <a:ext cx="828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8E44BD95-1956-5D33-9997-B9CF2D13DF89}"/>
                    </a:ext>
                  </a:extLst>
                </p14:cNvPr>
                <p14:cNvContentPartPr/>
                <p14:nvPr/>
              </p14:nvContentPartPr>
              <p14:xfrm>
                <a:off x="2223540" y="5699168"/>
                <a:ext cx="613800" cy="3895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8E44BD95-1956-5D33-9997-B9CF2D13DF89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214540" y="5690528"/>
                  <a:ext cx="63144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5DED610-F22F-B65D-8EAC-B7F1A2BD98E4}"/>
                    </a:ext>
                  </a:extLst>
                </p14:cNvPr>
                <p14:cNvContentPartPr/>
                <p14:nvPr/>
              </p14:nvContentPartPr>
              <p14:xfrm>
                <a:off x="3065220" y="6229088"/>
                <a:ext cx="114840" cy="565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5DED610-F22F-B65D-8EAC-B7F1A2BD98E4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3056220" y="6220448"/>
                  <a:ext cx="1324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CDCA5DCC-C8D6-DB49-41F5-55D9BFCDFC73}"/>
                    </a:ext>
                  </a:extLst>
                </p14:cNvPr>
                <p14:cNvContentPartPr/>
                <p14:nvPr/>
              </p14:nvContentPartPr>
              <p14:xfrm>
                <a:off x="1648620" y="5519528"/>
                <a:ext cx="352080" cy="2210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CDCA5DCC-C8D6-DB49-41F5-55D9BFCDFC73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639980" y="5510528"/>
                  <a:ext cx="3697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3E96007-4AFF-F82D-7425-2D114C4AB56F}"/>
                    </a:ext>
                  </a:extLst>
                </p14:cNvPr>
                <p14:cNvContentPartPr/>
                <p14:nvPr/>
              </p14:nvContentPartPr>
              <p14:xfrm>
                <a:off x="884700" y="5829128"/>
                <a:ext cx="611640" cy="4464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3E96007-4AFF-F82D-7425-2D114C4AB56F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876060" y="5820128"/>
                  <a:ext cx="62928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9314403F-CD7C-3D4C-B680-C61FFEE27A33}"/>
                    </a:ext>
                  </a:extLst>
                </p14:cNvPr>
                <p14:cNvContentPartPr/>
                <p14:nvPr/>
              </p14:nvContentPartPr>
              <p14:xfrm>
                <a:off x="1397340" y="5517368"/>
                <a:ext cx="21600" cy="57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9314403F-CD7C-3D4C-B680-C61FFEE27A33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388700" y="5508728"/>
                  <a:ext cx="39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E69D48B1-4E20-CA23-7611-E05CA4123B8E}"/>
                    </a:ext>
                  </a:extLst>
                </p14:cNvPr>
                <p14:cNvContentPartPr/>
                <p14:nvPr/>
              </p14:nvContentPartPr>
              <p14:xfrm>
                <a:off x="1439100" y="5532848"/>
                <a:ext cx="169920" cy="1047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E69D48B1-4E20-CA23-7611-E05CA4123B8E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430100" y="5524208"/>
                  <a:ext cx="1875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3B102F8-B1A2-1B9E-89BE-03D3256C308C}"/>
                    </a:ext>
                  </a:extLst>
                </p14:cNvPr>
                <p14:cNvContentPartPr/>
                <p14:nvPr/>
              </p14:nvContentPartPr>
              <p14:xfrm>
                <a:off x="1636380" y="5657768"/>
                <a:ext cx="658800" cy="4712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3B102F8-B1A2-1B9E-89BE-03D3256C308C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627740" y="5648768"/>
                  <a:ext cx="67644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F2612DA-B3A5-D85D-3DA9-99E13B76723C}"/>
                    </a:ext>
                  </a:extLst>
                </p14:cNvPr>
                <p14:cNvContentPartPr/>
                <p14:nvPr/>
              </p14:nvContentPartPr>
              <p14:xfrm>
                <a:off x="2441700" y="6213608"/>
                <a:ext cx="158040" cy="939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F2612DA-B3A5-D85D-3DA9-99E13B76723C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2432700" y="6204608"/>
                  <a:ext cx="1756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BB1BC5C-E06E-FF45-985C-4B41B9B62C1D}"/>
                    </a:ext>
                  </a:extLst>
                </p14:cNvPr>
                <p14:cNvContentPartPr/>
                <p14:nvPr/>
              </p14:nvContentPartPr>
              <p14:xfrm>
                <a:off x="1385460" y="5525648"/>
                <a:ext cx="69480" cy="284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BB1BC5C-E06E-FF45-985C-4B41B9B62C1D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376460" y="5516648"/>
                  <a:ext cx="871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C1E8EB98-0EBE-3F25-ECF8-E492BC97ABAA}"/>
                    </a:ext>
                  </a:extLst>
                </p14:cNvPr>
                <p14:cNvContentPartPr/>
                <p14:nvPr/>
              </p14:nvContentPartPr>
              <p14:xfrm>
                <a:off x="730980" y="5631848"/>
                <a:ext cx="531720" cy="3448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C1E8EB98-0EBE-3F25-ECF8-E492BC97ABAA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721980" y="5622848"/>
                  <a:ext cx="5493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524D45EA-F324-95DF-57E2-4C8CF14A9C4E}"/>
                    </a:ext>
                  </a:extLst>
                </p14:cNvPr>
                <p14:cNvContentPartPr/>
                <p14:nvPr/>
              </p14:nvContentPartPr>
              <p14:xfrm>
                <a:off x="351540" y="6026408"/>
                <a:ext cx="272160" cy="2131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524D45EA-F324-95DF-57E2-4C8CF14A9C4E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342540" y="6017768"/>
                  <a:ext cx="289800" cy="23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5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6DD0E498-C37E-2B13-4971-CCA45D29D9F0}"/>
                  </a:ext>
                </a:extLst>
              </p14:cNvPr>
              <p14:cNvContentPartPr/>
              <p14:nvPr/>
            </p14:nvContentPartPr>
            <p14:xfrm>
              <a:off x="5716980" y="5796728"/>
              <a:ext cx="1841760" cy="21456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6DD0E498-C37E-2B13-4971-CCA45D29D9F0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5707980" y="5787728"/>
                <a:ext cx="1859400" cy="23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2" name="Group 281">
            <a:extLst>
              <a:ext uri="{FF2B5EF4-FFF2-40B4-BE49-F238E27FC236}">
                <a16:creationId xmlns:a16="http://schemas.microsoft.com/office/drawing/2014/main" id="{B176D5E8-8DD8-635A-1604-03B7235FD863}"/>
              </a:ext>
            </a:extLst>
          </p:cNvPr>
          <p:cNvGrpSpPr/>
          <p:nvPr/>
        </p:nvGrpSpPr>
        <p:grpSpPr>
          <a:xfrm>
            <a:off x="8074260" y="5258888"/>
            <a:ext cx="3282480" cy="1263600"/>
            <a:chOff x="8074260" y="5258888"/>
            <a:chExt cx="3282480" cy="126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AFB20D01-D561-2EF0-728E-76A9C750C88D}"/>
                    </a:ext>
                  </a:extLst>
                </p14:cNvPr>
                <p14:cNvContentPartPr/>
                <p14:nvPr/>
              </p14:nvContentPartPr>
              <p14:xfrm>
                <a:off x="8074260" y="5793128"/>
                <a:ext cx="154800" cy="633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AFB20D01-D561-2EF0-728E-76A9C750C88D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8065620" y="5784128"/>
                  <a:ext cx="1724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7A455178-7409-3915-9F65-A4AD64281B16}"/>
                    </a:ext>
                  </a:extLst>
                </p14:cNvPr>
                <p14:cNvContentPartPr/>
                <p14:nvPr/>
              </p14:nvContentPartPr>
              <p14:xfrm>
                <a:off x="8294220" y="5629688"/>
                <a:ext cx="133200" cy="2192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7A455178-7409-3915-9F65-A4AD64281B16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8285220" y="5620688"/>
                  <a:ext cx="1508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C032BDD-E659-91BC-0E9D-DDE5D604EA79}"/>
                    </a:ext>
                  </a:extLst>
                </p14:cNvPr>
                <p14:cNvContentPartPr/>
                <p14:nvPr/>
              </p14:nvContentPartPr>
              <p14:xfrm>
                <a:off x="8489700" y="5592968"/>
                <a:ext cx="109080" cy="21636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C032BDD-E659-91BC-0E9D-DDE5D604EA79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8481060" y="5583968"/>
                  <a:ext cx="1267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2DC56C5-1C7D-A027-29FF-B57BDBD46F86}"/>
                    </a:ext>
                  </a:extLst>
                </p14:cNvPr>
                <p14:cNvContentPartPr/>
                <p14:nvPr/>
              </p14:nvContentPartPr>
              <p14:xfrm>
                <a:off x="8690940" y="5714288"/>
                <a:ext cx="109800" cy="954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2DC56C5-1C7D-A027-29FF-B57BDBD46F86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682300" y="5705288"/>
                  <a:ext cx="1274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6444BD0F-B8EA-5B8A-7042-8CBE54AC8940}"/>
                    </a:ext>
                  </a:extLst>
                </p14:cNvPr>
                <p14:cNvContentPartPr/>
                <p14:nvPr/>
              </p14:nvContentPartPr>
              <p14:xfrm>
                <a:off x="8875980" y="5534288"/>
                <a:ext cx="138960" cy="2440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6444BD0F-B8EA-5B8A-7042-8CBE54AC8940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866980" y="5525288"/>
                  <a:ext cx="1566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870AD6C6-4926-001A-86D2-ABAD8BD7C8D1}"/>
                    </a:ext>
                  </a:extLst>
                </p14:cNvPr>
                <p14:cNvContentPartPr/>
                <p14:nvPr/>
              </p14:nvContentPartPr>
              <p14:xfrm>
                <a:off x="9299700" y="5568488"/>
                <a:ext cx="250560" cy="16200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870AD6C6-4926-001A-86D2-ABAD8BD7C8D1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9290700" y="5559848"/>
                  <a:ext cx="2682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F8942BB-19C5-ACE1-713C-C7B1ED6EB8E7}"/>
                    </a:ext>
                  </a:extLst>
                </p14:cNvPr>
                <p14:cNvContentPartPr/>
                <p14:nvPr/>
              </p14:nvContentPartPr>
              <p14:xfrm>
                <a:off x="9523260" y="5465528"/>
                <a:ext cx="251640" cy="1569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F8942BB-19C5-ACE1-713C-C7B1ED6EB8E7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9514260" y="5456528"/>
                  <a:ext cx="2692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841C93E3-58DF-3758-1EAE-D12C8F92F8EB}"/>
                    </a:ext>
                  </a:extLst>
                </p14:cNvPr>
                <p14:cNvContentPartPr/>
                <p14:nvPr/>
              </p14:nvContentPartPr>
              <p14:xfrm>
                <a:off x="9830340" y="5534648"/>
                <a:ext cx="342360" cy="1227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841C93E3-58DF-3758-1EAE-D12C8F92F8E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9821700" y="5525648"/>
                  <a:ext cx="3600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3216B5DD-CAC3-DBD8-B2A8-8D62A6CE519C}"/>
                    </a:ext>
                  </a:extLst>
                </p14:cNvPr>
                <p14:cNvContentPartPr/>
                <p14:nvPr/>
              </p14:nvContentPartPr>
              <p14:xfrm>
                <a:off x="10427220" y="5381288"/>
                <a:ext cx="246240" cy="1317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3216B5DD-CAC3-DBD8-B2A8-8D62A6CE519C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0418220" y="5372288"/>
                  <a:ext cx="2638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EC4491A4-BD59-B78A-61D3-40EE45C5D81B}"/>
                    </a:ext>
                  </a:extLst>
                </p14:cNvPr>
                <p14:cNvContentPartPr/>
                <p14:nvPr/>
              </p14:nvContentPartPr>
              <p14:xfrm>
                <a:off x="10742940" y="5364008"/>
                <a:ext cx="136800" cy="1123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EC4491A4-BD59-B78A-61D3-40EE45C5D81B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0733940" y="5355368"/>
                  <a:ext cx="1544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4A2EE9DD-C702-A953-E516-1DFC5357AA1C}"/>
                    </a:ext>
                  </a:extLst>
                </p14:cNvPr>
                <p14:cNvContentPartPr/>
                <p14:nvPr/>
              </p14:nvContentPartPr>
              <p14:xfrm>
                <a:off x="11048220" y="5324768"/>
                <a:ext cx="154080" cy="1749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4A2EE9DD-C702-A953-E516-1DFC5357AA1C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1039220" y="5316128"/>
                  <a:ext cx="1717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0E44672E-A89C-C2C5-DCD2-F63675C74657}"/>
                    </a:ext>
                  </a:extLst>
                </p14:cNvPr>
                <p14:cNvContentPartPr/>
                <p14:nvPr/>
              </p14:nvContentPartPr>
              <p14:xfrm>
                <a:off x="11257740" y="5258888"/>
                <a:ext cx="99000" cy="12888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0E44672E-A89C-C2C5-DCD2-F63675C74657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1248740" y="5250248"/>
                  <a:ext cx="1166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F5903B53-CDA6-BAE2-6F77-E841A89D1BD1}"/>
                    </a:ext>
                  </a:extLst>
                </p14:cNvPr>
                <p14:cNvContentPartPr/>
                <p14:nvPr/>
              </p14:nvContentPartPr>
              <p14:xfrm>
                <a:off x="11053620" y="5306048"/>
                <a:ext cx="143280" cy="1897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F5903B53-CDA6-BAE2-6F77-E841A89D1BD1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1044980" y="5297408"/>
                  <a:ext cx="1609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AF1C527-BEA8-C821-FD92-99A0312F4787}"/>
                    </a:ext>
                  </a:extLst>
                </p14:cNvPr>
                <p14:cNvContentPartPr/>
                <p14:nvPr/>
              </p14:nvContentPartPr>
              <p14:xfrm>
                <a:off x="8113500" y="6026408"/>
                <a:ext cx="239040" cy="3171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BAF1C527-BEA8-C821-FD92-99A0312F4787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104860" y="6017768"/>
                  <a:ext cx="25668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F760C16-7E14-63CE-821B-9250A0995777}"/>
                    </a:ext>
                  </a:extLst>
                </p14:cNvPr>
                <p14:cNvContentPartPr/>
                <p14:nvPr/>
              </p14:nvContentPartPr>
              <p14:xfrm>
                <a:off x="8311500" y="6103808"/>
                <a:ext cx="63720" cy="1310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F760C16-7E14-63CE-821B-9250A0995777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8302860" y="6095168"/>
                  <a:ext cx="813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8071F249-BB79-CE36-7DE2-CCE36F9E14B8}"/>
                    </a:ext>
                  </a:extLst>
                </p14:cNvPr>
                <p14:cNvContentPartPr/>
                <p14:nvPr/>
              </p14:nvContentPartPr>
              <p14:xfrm>
                <a:off x="8399700" y="6093008"/>
                <a:ext cx="110520" cy="957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8071F249-BB79-CE36-7DE2-CCE36F9E14B8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8390700" y="6084368"/>
                  <a:ext cx="1281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6125D85A-0A65-D0C2-5E60-7D58434AEC8B}"/>
                    </a:ext>
                  </a:extLst>
                </p14:cNvPr>
                <p14:cNvContentPartPr/>
                <p14:nvPr/>
              </p14:nvContentPartPr>
              <p14:xfrm>
                <a:off x="8525700" y="6117128"/>
                <a:ext cx="295920" cy="4500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6125D85A-0A65-D0C2-5E60-7D58434AEC8B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8516700" y="6108488"/>
                  <a:ext cx="3135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E1DABA0D-84ED-9EA5-F817-CFC38DB745AE}"/>
                    </a:ext>
                  </a:extLst>
                </p14:cNvPr>
                <p14:cNvContentPartPr/>
                <p14:nvPr/>
              </p14:nvContentPartPr>
              <p14:xfrm>
                <a:off x="9054900" y="5893208"/>
                <a:ext cx="188280" cy="3186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E1DABA0D-84ED-9EA5-F817-CFC38DB745AE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045900" y="5884568"/>
                  <a:ext cx="2059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36F3CE24-BD53-EE37-4008-788426E08CFD}"/>
                    </a:ext>
                  </a:extLst>
                </p14:cNvPr>
                <p14:cNvContentPartPr/>
                <p14:nvPr/>
              </p14:nvContentPartPr>
              <p14:xfrm>
                <a:off x="9142020" y="6083648"/>
                <a:ext cx="64440" cy="97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36F3CE24-BD53-EE37-4008-788426E08CFD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9133380" y="6075008"/>
                  <a:ext cx="820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DA8D6128-2ED1-AC35-3939-882418B5F6D1}"/>
                    </a:ext>
                  </a:extLst>
                </p14:cNvPr>
                <p14:cNvContentPartPr/>
                <p14:nvPr/>
              </p14:nvContentPartPr>
              <p14:xfrm>
                <a:off x="9240660" y="6047288"/>
                <a:ext cx="57960" cy="9396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DA8D6128-2ED1-AC35-3939-882418B5F6D1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9232020" y="6038648"/>
                  <a:ext cx="756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C91DCC76-15DD-043C-1922-9EF8CD14DA01}"/>
                    </a:ext>
                  </a:extLst>
                </p14:cNvPr>
                <p14:cNvContentPartPr/>
                <p14:nvPr/>
              </p14:nvContentPartPr>
              <p14:xfrm>
                <a:off x="9393300" y="6026408"/>
                <a:ext cx="46440" cy="8244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C91DCC76-15DD-043C-1922-9EF8CD14DA01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9384300" y="6017768"/>
                  <a:ext cx="640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1228C43C-9ED8-88E2-8461-9875E071FA2F}"/>
                    </a:ext>
                  </a:extLst>
                </p14:cNvPr>
                <p14:cNvContentPartPr/>
                <p14:nvPr/>
              </p14:nvContentPartPr>
              <p14:xfrm>
                <a:off x="9621900" y="5850008"/>
                <a:ext cx="100080" cy="1825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1228C43C-9ED8-88E2-8461-9875E071FA2F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9612900" y="5841008"/>
                  <a:ext cx="1177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0AF437D-8516-509E-3B1F-CBD36C9FCE83}"/>
                    </a:ext>
                  </a:extLst>
                </p14:cNvPr>
                <p14:cNvContentPartPr/>
                <p14:nvPr/>
              </p14:nvContentPartPr>
              <p14:xfrm>
                <a:off x="9642060" y="5941088"/>
                <a:ext cx="78840" cy="1728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0AF437D-8516-509E-3B1F-CBD36C9FCE83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9633420" y="5932448"/>
                  <a:ext cx="964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66C593A1-DE34-DA99-5D3F-AE212947BB5E}"/>
                    </a:ext>
                  </a:extLst>
                </p14:cNvPr>
                <p14:cNvContentPartPr/>
                <p14:nvPr/>
              </p14:nvContentPartPr>
              <p14:xfrm>
                <a:off x="9766260" y="5901848"/>
                <a:ext cx="82440" cy="482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66C593A1-DE34-DA99-5D3F-AE212947BB5E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9757260" y="5893208"/>
                  <a:ext cx="1000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ABA555FF-1CAD-A6EA-08E9-5C5771583D5B}"/>
                    </a:ext>
                  </a:extLst>
                </p14:cNvPr>
                <p14:cNvContentPartPr/>
                <p14:nvPr/>
              </p14:nvContentPartPr>
              <p14:xfrm>
                <a:off x="10014660" y="5755328"/>
                <a:ext cx="126000" cy="2318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ABA555FF-1CAD-A6EA-08E9-5C5771583D5B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0005660" y="5746328"/>
                  <a:ext cx="1436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21C8AF6A-51F8-7C74-6EE2-827D52085D0B}"/>
                    </a:ext>
                  </a:extLst>
                </p14:cNvPr>
                <p14:cNvContentPartPr/>
                <p14:nvPr/>
              </p14:nvContentPartPr>
              <p14:xfrm>
                <a:off x="10058220" y="5896808"/>
                <a:ext cx="46800" cy="104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21C8AF6A-51F8-7C74-6EE2-827D52085D0B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0049580" y="5887808"/>
                  <a:ext cx="644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48EB39E6-C4F1-D82A-984C-5B4D37284F31}"/>
                    </a:ext>
                  </a:extLst>
                </p14:cNvPr>
                <p14:cNvContentPartPr/>
                <p14:nvPr/>
              </p14:nvContentPartPr>
              <p14:xfrm>
                <a:off x="10163340" y="5855048"/>
                <a:ext cx="48600" cy="946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48EB39E6-C4F1-D82A-984C-5B4D37284F31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0154340" y="5846408"/>
                  <a:ext cx="662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0DC1B31B-E99F-84A4-050D-1115C6E1A535}"/>
                    </a:ext>
                  </a:extLst>
                </p14:cNvPr>
                <p14:cNvContentPartPr/>
                <p14:nvPr/>
              </p14:nvContentPartPr>
              <p14:xfrm>
                <a:off x="10255500" y="5806808"/>
                <a:ext cx="136800" cy="860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0DC1B31B-E99F-84A4-050D-1115C6E1A535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0246860" y="5798168"/>
                  <a:ext cx="1544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A8841D0F-3F0F-1B5B-0D95-D232D84B1C74}"/>
                    </a:ext>
                  </a:extLst>
                </p14:cNvPr>
                <p14:cNvContentPartPr/>
                <p14:nvPr/>
              </p14:nvContentPartPr>
              <p14:xfrm>
                <a:off x="10603620" y="5713568"/>
                <a:ext cx="254520" cy="1303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A8841D0F-3F0F-1B5B-0D95-D232D84B1C74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0594980" y="5704928"/>
                  <a:ext cx="2721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66A9F19A-9D18-0617-5186-67E0D99FA21E}"/>
                    </a:ext>
                  </a:extLst>
                </p14:cNvPr>
                <p14:cNvContentPartPr/>
                <p14:nvPr/>
              </p14:nvContentPartPr>
              <p14:xfrm>
                <a:off x="10749060" y="5564168"/>
                <a:ext cx="250200" cy="22932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66A9F19A-9D18-0617-5186-67E0D99FA21E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0740420" y="5555168"/>
                  <a:ext cx="2678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6F546343-230F-BE18-A5F3-6351EBC86572}"/>
                    </a:ext>
                  </a:extLst>
                </p14:cNvPr>
                <p14:cNvContentPartPr/>
                <p14:nvPr/>
              </p14:nvContentPartPr>
              <p14:xfrm>
                <a:off x="11035260" y="5666048"/>
                <a:ext cx="125280" cy="1058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6F546343-230F-BE18-A5F3-6351EBC86572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1026260" y="5657408"/>
                  <a:ext cx="1429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8AE98F6E-B029-DA4A-977E-14914AB3F22F}"/>
                    </a:ext>
                  </a:extLst>
                </p14:cNvPr>
                <p14:cNvContentPartPr/>
                <p14:nvPr/>
              </p14:nvContentPartPr>
              <p14:xfrm>
                <a:off x="9605700" y="6237728"/>
                <a:ext cx="243720" cy="2847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8AE98F6E-B029-DA4A-977E-14914AB3F22F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9596700" y="6228728"/>
                  <a:ext cx="2613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FC348F06-5CC6-6C3A-26EB-34F9E46E56A6}"/>
                    </a:ext>
                  </a:extLst>
                </p14:cNvPr>
                <p14:cNvContentPartPr/>
                <p14:nvPr/>
              </p14:nvContentPartPr>
              <p14:xfrm>
                <a:off x="9698580" y="6400448"/>
                <a:ext cx="90000" cy="158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FC348F06-5CC6-6C3A-26EB-34F9E46E56A6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9689580" y="6391808"/>
                  <a:ext cx="1076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F957F22B-991C-798C-7AE5-9FA06D4B04B3}"/>
                    </a:ext>
                  </a:extLst>
                </p14:cNvPr>
                <p14:cNvContentPartPr/>
                <p14:nvPr/>
              </p14:nvContentPartPr>
              <p14:xfrm>
                <a:off x="9850500" y="6390368"/>
                <a:ext cx="38160" cy="4680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F957F22B-991C-798C-7AE5-9FA06D4B04B3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9841500" y="6381368"/>
                  <a:ext cx="558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9C904E76-979E-66AB-92C8-E92CDC125807}"/>
                    </a:ext>
                  </a:extLst>
                </p14:cNvPr>
                <p14:cNvContentPartPr/>
                <p14:nvPr/>
              </p14:nvContentPartPr>
              <p14:xfrm>
                <a:off x="9767340" y="6281288"/>
                <a:ext cx="21960" cy="57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9C904E76-979E-66AB-92C8-E92CDC125807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9758340" y="6272288"/>
                  <a:ext cx="39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3C69460F-A3AA-0127-49B8-CE52EB69323A}"/>
                    </a:ext>
                  </a:extLst>
                </p14:cNvPr>
                <p14:cNvContentPartPr/>
                <p14:nvPr/>
              </p14:nvContentPartPr>
              <p14:xfrm>
                <a:off x="9886500" y="6199928"/>
                <a:ext cx="165240" cy="1695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3C69460F-A3AA-0127-49B8-CE52EB69323A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9877500" y="6191288"/>
                  <a:ext cx="1828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1A10023F-0897-05D7-81F0-BE9D5D233693}"/>
                    </a:ext>
                  </a:extLst>
                </p14:cNvPr>
                <p14:cNvContentPartPr/>
                <p14:nvPr/>
              </p14:nvContentPartPr>
              <p14:xfrm>
                <a:off x="10026900" y="6208568"/>
                <a:ext cx="146160" cy="16164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1A10023F-0897-05D7-81F0-BE9D5D233693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0018260" y="6199568"/>
                  <a:ext cx="1638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167DFC4E-09A7-6925-83A3-1DE177B4DB0C}"/>
                    </a:ext>
                  </a:extLst>
                </p14:cNvPr>
                <p14:cNvContentPartPr/>
                <p14:nvPr/>
              </p14:nvContentPartPr>
              <p14:xfrm>
                <a:off x="10073700" y="6191648"/>
                <a:ext cx="300240" cy="1310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167DFC4E-09A7-6925-83A3-1DE177B4DB0C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0065060" y="6183008"/>
                  <a:ext cx="3178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11DE9EA9-A5EC-2E82-5A6D-5EA930FE7320}"/>
                    </a:ext>
                  </a:extLst>
                </p14:cNvPr>
                <p14:cNvContentPartPr/>
                <p14:nvPr/>
              </p14:nvContentPartPr>
              <p14:xfrm>
                <a:off x="10479060" y="6198128"/>
                <a:ext cx="47160" cy="6984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11DE9EA9-A5EC-2E82-5A6D-5EA930FE7320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0470060" y="6189128"/>
                  <a:ext cx="648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83BA7846-D4A2-1C10-65F8-366357137803}"/>
                    </a:ext>
                  </a:extLst>
                </p14:cNvPr>
                <p14:cNvContentPartPr/>
                <p14:nvPr/>
              </p14:nvContentPartPr>
              <p14:xfrm>
                <a:off x="10421820" y="6080408"/>
                <a:ext cx="57600" cy="1728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83BA7846-D4A2-1C10-65F8-366357137803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0413180" y="6071408"/>
                  <a:ext cx="752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B527A914-FBF5-471C-22C7-1A64795CD33B}"/>
                    </a:ext>
                  </a:extLst>
                </p14:cNvPr>
                <p14:cNvContentPartPr/>
                <p14:nvPr/>
              </p14:nvContentPartPr>
              <p14:xfrm>
                <a:off x="10583100" y="6144848"/>
                <a:ext cx="197640" cy="5796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B527A914-FBF5-471C-22C7-1A64795CD33B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0574100" y="6135848"/>
                  <a:ext cx="2152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843868F3-FAA1-A13E-E980-857E594E6192}"/>
                    </a:ext>
                  </a:extLst>
                </p14:cNvPr>
                <p14:cNvContentPartPr/>
                <p14:nvPr/>
              </p14:nvContentPartPr>
              <p14:xfrm>
                <a:off x="10845180" y="6104528"/>
                <a:ext cx="163440" cy="3088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843868F3-FAA1-A13E-E980-857E594E6192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0836540" y="6095528"/>
                  <a:ext cx="181080" cy="32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4783A181-570A-261D-6756-03F4A543AE86}"/>
              </a:ext>
            </a:extLst>
          </p:cNvPr>
          <p:cNvGrpSpPr/>
          <p:nvPr/>
        </p:nvGrpSpPr>
        <p:grpSpPr>
          <a:xfrm>
            <a:off x="3153420" y="5891048"/>
            <a:ext cx="1917000" cy="843840"/>
            <a:chOff x="3153420" y="5891048"/>
            <a:chExt cx="1917000" cy="84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CF72DF9D-50F1-9F43-BBF7-D6870F704D04}"/>
                    </a:ext>
                  </a:extLst>
                </p14:cNvPr>
                <p14:cNvContentPartPr/>
                <p14:nvPr/>
              </p14:nvContentPartPr>
              <p14:xfrm>
                <a:off x="3153420" y="5891048"/>
                <a:ext cx="1050840" cy="47952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CF72DF9D-50F1-9F43-BBF7-D6870F704D04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3144420" y="5882408"/>
                  <a:ext cx="106848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5B93E375-5459-574C-D499-CF6B9A5DCE4D}"/>
                    </a:ext>
                  </a:extLst>
                </p14:cNvPr>
                <p14:cNvContentPartPr/>
                <p14:nvPr/>
              </p14:nvContentPartPr>
              <p14:xfrm>
                <a:off x="4000500" y="6420608"/>
                <a:ext cx="431280" cy="28836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5B93E375-5459-574C-D499-CF6B9A5DCE4D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3991860" y="6411608"/>
                  <a:ext cx="44892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7D03E484-B8A9-E450-A971-B08636BF6EFC}"/>
                    </a:ext>
                  </a:extLst>
                </p14:cNvPr>
                <p14:cNvContentPartPr/>
                <p14:nvPr/>
              </p14:nvContentPartPr>
              <p14:xfrm>
                <a:off x="4606020" y="6572888"/>
                <a:ext cx="83880" cy="1620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7D03E484-B8A9-E450-A971-B08636BF6EFC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4597380" y="6564248"/>
                  <a:ext cx="1015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D79CC4BC-2FEF-6E32-E6D0-E7DDB6CBED7D}"/>
                    </a:ext>
                  </a:extLst>
                </p14:cNvPr>
                <p14:cNvContentPartPr/>
                <p14:nvPr/>
              </p14:nvContentPartPr>
              <p14:xfrm>
                <a:off x="4751820" y="6656768"/>
                <a:ext cx="126000" cy="7164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D79CC4BC-2FEF-6E32-E6D0-E7DDB6CBED7D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4742820" y="6647768"/>
                  <a:ext cx="1436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3140B182-A288-B33A-0738-6C4F45B77D27}"/>
                    </a:ext>
                  </a:extLst>
                </p14:cNvPr>
                <p14:cNvContentPartPr/>
                <p14:nvPr/>
              </p14:nvContentPartPr>
              <p14:xfrm>
                <a:off x="4862700" y="6577208"/>
                <a:ext cx="90000" cy="15372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3140B182-A288-B33A-0738-6C4F45B77D27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4854060" y="6568568"/>
                  <a:ext cx="1076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80B18D7D-B442-F564-3736-2401116231F9}"/>
                    </a:ext>
                  </a:extLst>
                </p14:cNvPr>
                <p14:cNvContentPartPr/>
                <p14:nvPr/>
              </p14:nvContentPartPr>
              <p14:xfrm>
                <a:off x="4869540" y="6672608"/>
                <a:ext cx="66240" cy="36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80B18D7D-B442-F564-3736-2401116231F9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4860540" y="6663968"/>
                  <a:ext cx="838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818F1483-73A5-63DD-FBDC-EA556AA58036}"/>
                    </a:ext>
                  </a:extLst>
                </p14:cNvPr>
                <p14:cNvContentPartPr/>
                <p14:nvPr/>
              </p14:nvContentPartPr>
              <p14:xfrm>
                <a:off x="4988340" y="6634448"/>
                <a:ext cx="82080" cy="8856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818F1483-73A5-63DD-FBDC-EA556AA58036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4979340" y="6625448"/>
                  <a:ext cx="99720" cy="10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568EDF47-4E08-8BA2-C15D-03202E13E682}"/>
              </a:ext>
            </a:extLst>
          </p:cNvPr>
          <p:cNvGrpSpPr/>
          <p:nvPr/>
        </p:nvGrpSpPr>
        <p:grpSpPr>
          <a:xfrm>
            <a:off x="5372460" y="6417368"/>
            <a:ext cx="1594800" cy="400320"/>
            <a:chOff x="5372460" y="6417368"/>
            <a:chExt cx="1594800" cy="40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F09C82A6-94EF-C17D-EE62-AA4B0CD1E52B}"/>
                    </a:ext>
                  </a:extLst>
                </p14:cNvPr>
                <p14:cNvContentPartPr/>
                <p14:nvPr/>
              </p14:nvContentPartPr>
              <p14:xfrm>
                <a:off x="5372460" y="6639488"/>
                <a:ext cx="146160" cy="946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F09C82A6-94EF-C17D-EE62-AA4B0CD1E52B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5363460" y="6630848"/>
                  <a:ext cx="1638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7C187C15-CB0B-F8E8-07F4-99DC136DD3F0}"/>
                    </a:ext>
                  </a:extLst>
                </p14:cNvPr>
                <p14:cNvContentPartPr/>
                <p14:nvPr/>
              </p14:nvContentPartPr>
              <p14:xfrm>
                <a:off x="5563620" y="6509168"/>
                <a:ext cx="101880" cy="2379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7C187C15-CB0B-F8E8-07F4-99DC136DD3F0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5554980" y="6500168"/>
                  <a:ext cx="1195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4FDE954-032C-B7A3-76D0-8B0918E1F482}"/>
                    </a:ext>
                  </a:extLst>
                </p14:cNvPr>
                <p14:cNvContentPartPr/>
                <p14:nvPr/>
              </p14:nvContentPartPr>
              <p14:xfrm>
                <a:off x="5541660" y="6671888"/>
                <a:ext cx="116640" cy="504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24FDE954-032C-B7A3-76D0-8B0918E1F482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5532660" y="6663248"/>
                  <a:ext cx="1342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8A72633F-0D7E-7483-75BF-3EAAF669CF90}"/>
                    </a:ext>
                  </a:extLst>
                </p14:cNvPr>
                <p14:cNvContentPartPr/>
                <p14:nvPr/>
              </p14:nvContentPartPr>
              <p14:xfrm>
                <a:off x="5907780" y="6417368"/>
                <a:ext cx="375120" cy="26028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8A72633F-0D7E-7483-75BF-3EAAF669CF90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5899140" y="6408368"/>
                  <a:ext cx="39276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10453B54-A301-44FD-107B-019441E5F5CE}"/>
                    </a:ext>
                  </a:extLst>
                </p14:cNvPr>
                <p14:cNvContentPartPr/>
                <p14:nvPr/>
              </p14:nvContentPartPr>
              <p14:xfrm>
                <a:off x="6203340" y="6463088"/>
                <a:ext cx="8280" cy="5112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10453B54-A301-44FD-107B-019441E5F5CE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6194340" y="6454088"/>
                  <a:ext cx="259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78C79EF2-05CD-5689-C759-5F845B0387CB}"/>
                    </a:ext>
                  </a:extLst>
                </p14:cNvPr>
                <p14:cNvContentPartPr/>
                <p14:nvPr/>
              </p14:nvContentPartPr>
              <p14:xfrm>
                <a:off x="6326100" y="6580808"/>
                <a:ext cx="87120" cy="7560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78C79EF2-05CD-5689-C759-5F845B0387CB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6317460" y="6571808"/>
                  <a:ext cx="1047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2F766C45-42C5-CD25-B9D9-BC74158C49C6}"/>
                    </a:ext>
                  </a:extLst>
                </p14:cNvPr>
                <p14:cNvContentPartPr/>
                <p14:nvPr/>
              </p14:nvContentPartPr>
              <p14:xfrm>
                <a:off x="6435540" y="6544808"/>
                <a:ext cx="103680" cy="13608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2F766C45-42C5-CD25-B9D9-BC74158C49C6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6426540" y="6536168"/>
                  <a:ext cx="1213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5F5DC026-DC2C-9239-DA7C-0E6DCE1A938A}"/>
                    </a:ext>
                  </a:extLst>
                </p14:cNvPr>
                <p14:cNvContentPartPr/>
                <p14:nvPr/>
              </p14:nvContentPartPr>
              <p14:xfrm>
                <a:off x="6608340" y="6618968"/>
                <a:ext cx="56160" cy="5508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5F5DC026-DC2C-9239-DA7C-0E6DCE1A938A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6599700" y="6609968"/>
                  <a:ext cx="738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E8B21F4D-1CCD-91E9-2654-95D248CB8B23}"/>
                    </a:ext>
                  </a:extLst>
                </p14:cNvPr>
                <p14:cNvContentPartPr/>
                <p14:nvPr/>
              </p14:nvContentPartPr>
              <p14:xfrm>
                <a:off x="6587820" y="6528248"/>
                <a:ext cx="5400" cy="111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E8B21F4D-1CCD-91E9-2654-95D248CB8B23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6578820" y="6519248"/>
                  <a:ext cx="230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C83A7DAB-2A6E-435D-61CD-E5D8CE5DFB7E}"/>
                    </a:ext>
                  </a:extLst>
                </p14:cNvPr>
                <p14:cNvContentPartPr/>
                <p14:nvPr/>
              </p14:nvContentPartPr>
              <p14:xfrm>
                <a:off x="6691500" y="6618968"/>
                <a:ext cx="154080" cy="3168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C83A7DAB-2A6E-435D-61CD-E5D8CE5DFB7E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6682860" y="6609968"/>
                  <a:ext cx="1717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CEB5D955-D38E-385F-CC14-C2BA83C98E37}"/>
                    </a:ext>
                  </a:extLst>
                </p14:cNvPr>
                <p14:cNvContentPartPr/>
                <p14:nvPr/>
              </p14:nvContentPartPr>
              <p14:xfrm>
                <a:off x="6852780" y="6579728"/>
                <a:ext cx="114480" cy="23796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CEB5D955-D38E-385F-CC14-C2BA83C98E37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6844140" y="6571088"/>
                  <a:ext cx="1321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6576E1BD-2426-744F-CF8A-9DB5A3C409A6}"/>
                    </a:ext>
                  </a:extLst>
                </p14:cNvPr>
                <p14:cNvContentPartPr/>
                <p14:nvPr/>
              </p14:nvContentPartPr>
              <p14:xfrm>
                <a:off x="6669900" y="6603128"/>
                <a:ext cx="152640" cy="5364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6576E1BD-2426-744F-CF8A-9DB5A3C409A6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6660900" y="6594488"/>
                  <a:ext cx="17028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FE28DA5A-B6CB-178D-938D-C89978CBC953}"/>
              </a:ext>
            </a:extLst>
          </p:cNvPr>
          <p:cNvGrpSpPr/>
          <p:nvPr/>
        </p:nvGrpSpPr>
        <p:grpSpPr>
          <a:xfrm>
            <a:off x="2571660" y="3335408"/>
            <a:ext cx="2311920" cy="311400"/>
            <a:chOff x="2571660" y="3335408"/>
            <a:chExt cx="2311920" cy="31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06A2CB9F-E851-28C2-B168-C1F4C232B18D}"/>
                    </a:ext>
                  </a:extLst>
                </p14:cNvPr>
                <p14:cNvContentPartPr/>
                <p14:nvPr/>
              </p14:nvContentPartPr>
              <p14:xfrm>
                <a:off x="2571660" y="3413168"/>
                <a:ext cx="2311920" cy="5256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06A2CB9F-E851-28C2-B168-C1F4C232B18D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2563020" y="3404168"/>
                  <a:ext cx="23295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8763A17C-B198-A5C2-88DA-0C60D22128A5}"/>
                    </a:ext>
                  </a:extLst>
                </p14:cNvPr>
                <p14:cNvContentPartPr/>
                <p14:nvPr/>
              </p14:nvContentPartPr>
              <p14:xfrm>
                <a:off x="3537540" y="3335408"/>
                <a:ext cx="43200" cy="14004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8763A17C-B198-A5C2-88DA-0C60D22128A5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3528540" y="3326408"/>
                  <a:ext cx="608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A1D46458-9CFF-9A92-A3B3-4DB1FD070DF7}"/>
                    </a:ext>
                  </a:extLst>
                </p14:cNvPr>
                <p14:cNvContentPartPr/>
                <p14:nvPr/>
              </p14:nvContentPartPr>
              <p14:xfrm>
                <a:off x="3433140" y="3569768"/>
                <a:ext cx="121680" cy="7704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A1D46458-9CFF-9A92-A3B3-4DB1FD070DF7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3424140" y="3560768"/>
                  <a:ext cx="1393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69D65397-AAF0-116E-BF05-8C03F15D81C9}"/>
                    </a:ext>
                  </a:extLst>
                </p14:cNvPr>
                <p14:cNvContentPartPr/>
                <p14:nvPr/>
              </p14:nvContentPartPr>
              <p14:xfrm>
                <a:off x="4124700" y="3357368"/>
                <a:ext cx="37080" cy="7632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69D65397-AAF0-116E-BF05-8C03F15D81C9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4116060" y="3348728"/>
                  <a:ext cx="547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D798FFEB-2B0D-7182-BED3-41FBBB15A0CF}"/>
                    </a:ext>
                  </a:extLst>
                </p14:cNvPr>
                <p14:cNvContentPartPr/>
                <p14:nvPr/>
              </p14:nvContentPartPr>
              <p14:xfrm>
                <a:off x="4091580" y="3538088"/>
                <a:ext cx="7560" cy="4680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D798FFEB-2B0D-7182-BED3-41FBBB15A0CF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4082580" y="3529088"/>
                  <a:ext cx="252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D92A3FF9-B026-C00B-CF38-27C01787A2A8}"/>
                    </a:ext>
                  </a:extLst>
                </p14:cNvPr>
                <p14:cNvContentPartPr/>
                <p14:nvPr/>
              </p14:nvContentPartPr>
              <p14:xfrm>
                <a:off x="4171860" y="3538808"/>
                <a:ext cx="113040" cy="7272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D92A3FF9-B026-C00B-CF38-27C01787A2A8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4162860" y="3529808"/>
                  <a:ext cx="13068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190B955C-151F-0563-E06E-A1919FB85B8E}"/>
              </a:ext>
            </a:extLst>
          </p:cNvPr>
          <p:cNvGrpSpPr/>
          <p:nvPr/>
        </p:nvGrpSpPr>
        <p:grpSpPr>
          <a:xfrm>
            <a:off x="4675860" y="3360248"/>
            <a:ext cx="721800" cy="245520"/>
            <a:chOff x="4675860" y="3360248"/>
            <a:chExt cx="721800" cy="24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FBCD56F-FAB4-D54B-F0C5-56F352A15409}"/>
                    </a:ext>
                  </a:extLst>
                </p14:cNvPr>
                <p14:cNvContentPartPr/>
                <p14:nvPr/>
              </p14:nvContentPartPr>
              <p14:xfrm>
                <a:off x="4732020" y="3360248"/>
                <a:ext cx="21960" cy="7380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FBCD56F-FAB4-D54B-F0C5-56F352A15409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4723020" y="3351248"/>
                  <a:ext cx="396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384B1F27-2D3B-ED73-4FB3-BDC9C11091FC}"/>
                    </a:ext>
                  </a:extLst>
                </p14:cNvPr>
                <p14:cNvContentPartPr/>
                <p14:nvPr/>
              </p14:nvContentPartPr>
              <p14:xfrm>
                <a:off x="4675860" y="3511808"/>
                <a:ext cx="114120" cy="9396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384B1F27-2D3B-ED73-4FB3-BDC9C11091FC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4666860" y="3503168"/>
                  <a:ext cx="1317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181F9CA8-0457-D60D-0FF7-6973D4DF9CE7}"/>
                    </a:ext>
                  </a:extLst>
                </p14:cNvPr>
                <p14:cNvContentPartPr/>
                <p14:nvPr/>
              </p14:nvContentPartPr>
              <p14:xfrm>
                <a:off x="4847220" y="3532688"/>
                <a:ext cx="56880" cy="3168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181F9CA8-0457-D60D-0FF7-6973D4DF9CE7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4838220" y="3524048"/>
                  <a:ext cx="745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C5979AEA-8460-435B-126B-1E940F7BF89B}"/>
                    </a:ext>
                  </a:extLst>
                </p14:cNvPr>
                <p14:cNvContentPartPr/>
                <p14:nvPr/>
              </p14:nvContentPartPr>
              <p14:xfrm>
                <a:off x="4909500" y="3517208"/>
                <a:ext cx="39960" cy="8352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C5979AEA-8460-435B-126B-1E940F7BF89B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4900860" y="3508208"/>
                  <a:ext cx="576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8C41445F-224B-DFCE-C3C5-82F526471095}"/>
                    </a:ext>
                  </a:extLst>
                </p14:cNvPr>
                <p14:cNvContentPartPr/>
                <p14:nvPr/>
              </p14:nvContentPartPr>
              <p14:xfrm>
                <a:off x="4821300" y="3411008"/>
                <a:ext cx="576360" cy="1800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8C41445F-224B-DFCE-C3C5-82F526471095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4812300" y="3402008"/>
                  <a:ext cx="594000" cy="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7D1FEABE-4445-FA75-5535-133975482B70}"/>
              </a:ext>
            </a:extLst>
          </p:cNvPr>
          <p:cNvGrpSpPr/>
          <p:nvPr/>
        </p:nvGrpSpPr>
        <p:grpSpPr>
          <a:xfrm>
            <a:off x="245340" y="3160808"/>
            <a:ext cx="2822760" cy="492840"/>
            <a:chOff x="245340" y="3160808"/>
            <a:chExt cx="2822760" cy="49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0C0C573E-89E3-B304-7A28-BA892FCCBEDE}"/>
                    </a:ext>
                  </a:extLst>
                </p14:cNvPr>
                <p14:cNvContentPartPr/>
                <p14:nvPr/>
              </p14:nvContentPartPr>
              <p14:xfrm>
                <a:off x="245340" y="3397688"/>
                <a:ext cx="360720" cy="11556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0C0C573E-89E3-B304-7A28-BA892FCCBEDE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236340" y="3388688"/>
                  <a:ext cx="3783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DD8E4FC8-8413-C442-3D40-E276C3F9AE6C}"/>
                    </a:ext>
                  </a:extLst>
                </p14:cNvPr>
                <p14:cNvContentPartPr/>
                <p14:nvPr/>
              </p14:nvContentPartPr>
              <p14:xfrm>
                <a:off x="616500" y="3273848"/>
                <a:ext cx="92160" cy="17064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DD8E4FC8-8413-C442-3D40-E276C3F9AE6C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607500" y="3264848"/>
                  <a:ext cx="1098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AC6DBE6C-B4D6-5F21-0634-85FBC5DB46FD}"/>
                    </a:ext>
                  </a:extLst>
                </p14:cNvPr>
                <p14:cNvContentPartPr/>
                <p14:nvPr/>
              </p14:nvContentPartPr>
              <p14:xfrm>
                <a:off x="831060" y="3236768"/>
                <a:ext cx="88200" cy="16344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AC6DBE6C-B4D6-5F21-0634-85FBC5DB46FD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822420" y="3227768"/>
                  <a:ext cx="1058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23967879-778D-25A5-4E74-F06DFB71CCD5}"/>
                    </a:ext>
                  </a:extLst>
                </p14:cNvPr>
                <p14:cNvContentPartPr/>
                <p14:nvPr/>
              </p14:nvContentPartPr>
              <p14:xfrm>
                <a:off x="821340" y="3318488"/>
                <a:ext cx="93240" cy="2088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23967879-778D-25A5-4E74-F06DFB71CCD5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812340" y="3309848"/>
                  <a:ext cx="1108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13110F10-7A3F-9D7A-7B71-55F2C5A4E658}"/>
                    </a:ext>
                  </a:extLst>
                </p14:cNvPr>
                <p14:cNvContentPartPr/>
                <p14:nvPr/>
              </p14:nvContentPartPr>
              <p14:xfrm>
                <a:off x="969300" y="3312008"/>
                <a:ext cx="70920" cy="6120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13110F10-7A3F-9D7A-7B71-55F2C5A4E658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960300" y="3303008"/>
                  <a:ext cx="885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E1C03553-E380-5215-F79D-5516A2D1BDEF}"/>
                    </a:ext>
                  </a:extLst>
                </p14:cNvPr>
                <p14:cNvContentPartPr/>
                <p14:nvPr/>
              </p14:nvContentPartPr>
              <p14:xfrm>
                <a:off x="1132380" y="3319568"/>
                <a:ext cx="113760" cy="15588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E1C03553-E380-5215-F79D-5516A2D1BDEF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1123740" y="3310928"/>
                  <a:ext cx="1314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90370779-9C23-17F3-9B92-D017E5C2420A}"/>
                    </a:ext>
                  </a:extLst>
                </p14:cNvPr>
                <p14:cNvContentPartPr/>
                <p14:nvPr/>
              </p14:nvContentPartPr>
              <p14:xfrm>
                <a:off x="1260900" y="3273128"/>
                <a:ext cx="215640" cy="10944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90370779-9C23-17F3-9B92-D017E5C2420A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1251900" y="3264128"/>
                  <a:ext cx="2332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C55C4DA7-37D3-F0FF-BE54-E13F57CC6510}"/>
                    </a:ext>
                  </a:extLst>
                </p14:cNvPr>
                <p14:cNvContentPartPr/>
                <p14:nvPr/>
              </p14:nvContentPartPr>
              <p14:xfrm>
                <a:off x="1470420" y="3171968"/>
                <a:ext cx="180360" cy="30240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C55C4DA7-37D3-F0FF-BE54-E13F57CC6510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1461780" y="3162968"/>
                  <a:ext cx="19800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581A47B5-D5E5-6ABE-DBEA-5388CD5910D8}"/>
                    </a:ext>
                  </a:extLst>
                </p14:cNvPr>
                <p14:cNvContentPartPr/>
                <p14:nvPr/>
              </p14:nvContentPartPr>
              <p14:xfrm>
                <a:off x="1609380" y="3310568"/>
                <a:ext cx="6480" cy="432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581A47B5-D5E5-6ABE-DBEA-5388CD5910D8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1600740" y="3301568"/>
                  <a:ext cx="241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B5C36546-E4DD-4EFF-8836-73BF75DA757D}"/>
                    </a:ext>
                  </a:extLst>
                </p14:cNvPr>
                <p14:cNvContentPartPr/>
                <p14:nvPr/>
              </p14:nvContentPartPr>
              <p14:xfrm>
                <a:off x="1548540" y="3236768"/>
                <a:ext cx="5040" cy="1044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B5C36546-E4DD-4EFF-8836-73BF75DA757D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1539540" y="3228128"/>
                  <a:ext cx="226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EB73142D-CD7B-C66F-99D9-7766EF8B8347}"/>
                    </a:ext>
                  </a:extLst>
                </p14:cNvPr>
                <p14:cNvContentPartPr/>
                <p14:nvPr/>
              </p14:nvContentPartPr>
              <p14:xfrm>
                <a:off x="1605780" y="3160808"/>
                <a:ext cx="153360" cy="19044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EB73142D-CD7B-C66F-99D9-7766EF8B8347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1597140" y="3152168"/>
                  <a:ext cx="1710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46C6245F-8DA5-0B5A-F5BF-A2E19B8C340F}"/>
                    </a:ext>
                  </a:extLst>
                </p14:cNvPr>
                <p14:cNvContentPartPr/>
                <p14:nvPr/>
              </p14:nvContentPartPr>
              <p14:xfrm>
                <a:off x="1714500" y="3163688"/>
                <a:ext cx="128880" cy="18936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46C6245F-8DA5-0B5A-F5BF-A2E19B8C340F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1705500" y="3155048"/>
                  <a:ext cx="1465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B545B08D-F082-97CA-8D28-0286AB30517B}"/>
                    </a:ext>
                  </a:extLst>
                </p14:cNvPr>
                <p14:cNvContentPartPr/>
                <p14:nvPr/>
              </p14:nvContentPartPr>
              <p14:xfrm>
                <a:off x="1771380" y="3193928"/>
                <a:ext cx="289440" cy="13212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B545B08D-F082-97CA-8D28-0286AB30517B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1762740" y="3185288"/>
                  <a:ext cx="3070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750AE77A-6C18-B238-D9FF-E70252EB65B1}"/>
                    </a:ext>
                  </a:extLst>
                </p14:cNvPr>
                <p14:cNvContentPartPr/>
                <p14:nvPr/>
              </p14:nvContentPartPr>
              <p14:xfrm>
                <a:off x="2195460" y="3433328"/>
                <a:ext cx="516600" cy="3240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750AE77A-6C18-B238-D9FF-E70252EB65B1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2186820" y="3424328"/>
                  <a:ext cx="5342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E56345B5-0067-BAAB-81AE-3FACDBF9CD83}"/>
                    </a:ext>
                  </a:extLst>
                </p14:cNvPr>
                <p14:cNvContentPartPr/>
                <p14:nvPr/>
              </p14:nvContentPartPr>
              <p14:xfrm>
                <a:off x="2125260" y="3449168"/>
                <a:ext cx="181440" cy="1116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E56345B5-0067-BAAB-81AE-3FACDBF9CD83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2116620" y="3440168"/>
                  <a:ext cx="199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A078A236-5144-A069-B880-83277800AB9E}"/>
                    </a:ext>
                  </a:extLst>
                </p14:cNvPr>
                <p14:cNvContentPartPr/>
                <p14:nvPr/>
              </p14:nvContentPartPr>
              <p14:xfrm>
                <a:off x="2946420" y="3408128"/>
                <a:ext cx="20160" cy="8280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A078A236-5144-A069-B880-83277800AB9E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2937780" y="3399128"/>
                  <a:ext cx="378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0E74324E-4166-95F9-19B8-36D3D5FF3119}"/>
                    </a:ext>
                  </a:extLst>
                </p14:cNvPr>
                <p14:cNvContentPartPr/>
                <p14:nvPr/>
              </p14:nvContentPartPr>
              <p14:xfrm>
                <a:off x="2746980" y="3584528"/>
                <a:ext cx="100440" cy="576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0E74324E-4166-95F9-19B8-36D3D5FF3119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2737980" y="3575888"/>
                  <a:ext cx="118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0F5CB9FB-039A-D16E-0C3B-834409AAF99D}"/>
                    </a:ext>
                  </a:extLst>
                </p14:cNvPr>
                <p14:cNvContentPartPr/>
                <p14:nvPr/>
              </p14:nvContentPartPr>
              <p14:xfrm>
                <a:off x="2909700" y="3569048"/>
                <a:ext cx="19800" cy="7884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0F5CB9FB-039A-D16E-0C3B-834409AAF99D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2901060" y="3560408"/>
                  <a:ext cx="374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46C5B9EA-ABA2-5B43-43F7-507B34C0AA24}"/>
                    </a:ext>
                  </a:extLst>
                </p14:cNvPr>
                <p14:cNvContentPartPr/>
                <p14:nvPr/>
              </p14:nvContentPartPr>
              <p14:xfrm>
                <a:off x="2979900" y="3569048"/>
                <a:ext cx="88200" cy="8460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46C5B9EA-ABA2-5B43-43F7-507B34C0AA24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2971260" y="3560408"/>
                  <a:ext cx="1058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094CC480-1AD3-ADD9-8D40-05126BA6770B}"/>
                    </a:ext>
                  </a:extLst>
                </p14:cNvPr>
                <p14:cNvContentPartPr/>
                <p14:nvPr/>
              </p14:nvContentPartPr>
              <p14:xfrm>
                <a:off x="2403540" y="3380768"/>
                <a:ext cx="33120" cy="8388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094CC480-1AD3-ADD9-8D40-05126BA6770B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2394900" y="3372128"/>
                  <a:ext cx="507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005CE95D-6143-92CA-361D-6AD2CE169FCE}"/>
                    </a:ext>
                  </a:extLst>
                </p14:cNvPr>
                <p14:cNvContentPartPr/>
                <p14:nvPr/>
              </p14:nvContentPartPr>
              <p14:xfrm>
                <a:off x="2233980" y="3594968"/>
                <a:ext cx="72720" cy="972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005CE95D-6143-92CA-361D-6AD2CE169FCE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2225340" y="3586328"/>
                  <a:ext cx="903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B3CEB085-0400-5D07-752C-4EAE998340B7}"/>
                    </a:ext>
                  </a:extLst>
                </p14:cNvPr>
                <p14:cNvContentPartPr/>
                <p14:nvPr/>
              </p14:nvContentPartPr>
              <p14:xfrm>
                <a:off x="2337660" y="3563288"/>
                <a:ext cx="88200" cy="9036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B3CEB085-0400-5D07-752C-4EAE998340B7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2329020" y="3554288"/>
                  <a:ext cx="1058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18CB7245-6339-5AB5-6F20-2216AD0B0537}"/>
                    </a:ext>
                  </a:extLst>
                </p14:cNvPr>
                <p14:cNvContentPartPr/>
                <p14:nvPr/>
              </p14:nvContentPartPr>
              <p14:xfrm>
                <a:off x="2426580" y="3563288"/>
                <a:ext cx="87480" cy="6444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18CB7245-6339-5AB5-6F20-2216AD0B0537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2417940" y="3554648"/>
                  <a:ext cx="1051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A8792758-C2EA-9B31-B631-3B58DF5E1B35}"/>
                    </a:ext>
                  </a:extLst>
                </p14:cNvPr>
                <p14:cNvContentPartPr/>
                <p14:nvPr/>
              </p14:nvContentPartPr>
              <p14:xfrm>
                <a:off x="2509380" y="3574448"/>
                <a:ext cx="360" cy="6552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A8792758-C2EA-9B31-B631-3B58DF5E1B35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2500380" y="3565448"/>
                  <a:ext cx="1800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34F5E222-1CC5-2DD3-764F-42E8E4548208}"/>
              </a:ext>
            </a:extLst>
          </p:cNvPr>
          <p:cNvGrpSpPr/>
          <p:nvPr/>
        </p:nvGrpSpPr>
        <p:grpSpPr>
          <a:xfrm>
            <a:off x="2431260" y="2925008"/>
            <a:ext cx="2220840" cy="561240"/>
            <a:chOff x="2431260" y="2925008"/>
            <a:chExt cx="2220840" cy="56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6AF6445F-7EFA-7DBD-1DB8-EFB9B31A300F}"/>
                    </a:ext>
                  </a:extLst>
                </p14:cNvPr>
                <p14:cNvContentPartPr/>
                <p14:nvPr/>
              </p14:nvContentPartPr>
              <p14:xfrm>
                <a:off x="3500460" y="2997728"/>
                <a:ext cx="20160" cy="720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6AF6445F-7EFA-7DBD-1DB8-EFB9B31A300F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3491460" y="2988728"/>
                  <a:ext cx="378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9A5DABF1-B942-04AF-C39E-0D9E88085220}"/>
                    </a:ext>
                  </a:extLst>
                </p14:cNvPr>
                <p14:cNvContentPartPr/>
                <p14:nvPr/>
              </p14:nvContentPartPr>
              <p14:xfrm>
                <a:off x="3475620" y="2966408"/>
                <a:ext cx="1176480" cy="46260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9A5DABF1-B942-04AF-C39E-0D9E88085220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3466620" y="2957768"/>
                  <a:ext cx="119412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967E88E3-0305-8AF8-C544-84C3220F06C3}"/>
                    </a:ext>
                  </a:extLst>
                </p14:cNvPr>
                <p14:cNvContentPartPr/>
                <p14:nvPr/>
              </p14:nvContentPartPr>
              <p14:xfrm>
                <a:off x="2556900" y="2960288"/>
                <a:ext cx="872280" cy="44028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967E88E3-0305-8AF8-C544-84C3220F06C3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2547900" y="2951288"/>
                  <a:ext cx="88992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CDDF7CD7-28BF-0DA6-518E-CEAEAE3E2E0A}"/>
                    </a:ext>
                  </a:extLst>
                </p14:cNvPr>
                <p14:cNvContentPartPr/>
                <p14:nvPr/>
              </p14:nvContentPartPr>
              <p14:xfrm>
                <a:off x="2431260" y="2973248"/>
                <a:ext cx="909000" cy="51300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CDDF7CD7-28BF-0DA6-518E-CEAEAE3E2E0A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2422620" y="2964248"/>
                  <a:ext cx="926640" cy="53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8B2FD2F1-04DE-573E-0482-CC995F2B9088}"/>
                    </a:ext>
                  </a:extLst>
                </p14:cNvPr>
                <p14:cNvContentPartPr/>
                <p14:nvPr/>
              </p14:nvContentPartPr>
              <p14:xfrm>
                <a:off x="3407940" y="2925008"/>
                <a:ext cx="50400" cy="540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8B2FD2F1-04DE-573E-0482-CC995F2B9088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3399300" y="2916008"/>
                  <a:ext cx="680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5F204D86-00DD-6B22-BCF8-6D356BD9DC4C}"/>
                    </a:ext>
                  </a:extLst>
                </p14:cNvPr>
                <p14:cNvContentPartPr/>
                <p14:nvPr/>
              </p14:nvContentPartPr>
              <p14:xfrm>
                <a:off x="3371580" y="2967848"/>
                <a:ext cx="91080" cy="5076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5F204D86-00DD-6B22-BCF8-6D356BD9DC4C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3362940" y="2958848"/>
                  <a:ext cx="108720" cy="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7264AAB8-95A5-E888-46F3-9E76DBBE7F67}"/>
              </a:ext>
            </a:extLst>
          </p:cNvPr>
          <p:cNvGrpSpPr/>
          <p:nvPr/>
        </p:nvGrpSpPr>
        <p:grpSpPr>
          <a:xfrm>
            <a:off x="3138300" y="3013208"/>
            <a:ext cx="866520" cy="778680"/>
            <a:chOff x="3138300" y="3013208"/>
            <a:chExt cx="866520" cy="77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9A131334-E2A4-A234-A534-310B04A1F277}"/>
                    </a:ext>
                  </a:extLst>
                </p14:cNvPr>
                <p14:cNvContentPartPr/>
                <p14:nvPr/>
              </p14:nvContentPartPr>
              <p14:xfrm>
                <a:off x="3427740" y="3013208"/>
                <a:ext cx="319680" cy="11412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9A131334-E2A4-A234-A534-310B04A1F277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3419100" y="3004568"/>
                  <a:ext cx="3373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1402CA9F-555E-BE30-9370-2C849B33B93E}"/>
                    </a:ext>
                  </a:extLst>
                </p14:cNvPr>
                <p14:cNvContentPartPr/>
                <p14:nvPr/>
              </p14:nvContentPartPr>
              <p14:xfrm>
                <a:off x="3789180" y="3172328"/>
                <a:ext cx="56520" cy="24588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1402CA9F-555E-BE30-9370-2C849B33B93E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3780540" y="3163328"/>
                  <a:ext cx="741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7E05DBE3-526D-1703-6BAA-3149EAA29A8C}"/>
                    </a:ext>
                  </a:extLst>
                </p14:cNvPr>
                <p14:cNvContentPartPr/>
                <p14:nvPr/>
              </p14:nvContentPartPr>
              <p14:xfrm>
                <a:off x="3184740" y="3013208"/>
                <a:ext cx="198360" cy="11484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7E05DBE3-526D-1703-6BAA-3149EAA29A8C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3176100" y="3004208"/>
                  <a:ext cx="2160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E95ED53E-B7B2-1E83-86CE-7EC1823F9A09}"/>
                    </a:ext>
                  </a:extLst>
                </p14:cNvPr>
                <p14:cNvContentPartPr/>
                <p14:nvPr/>
              </p14:nvContentPartPr>
              <p14:xfrm>
                <a:off x="3195900" y="3137768"/>
                <a:ext cx="36360" cy="26964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E95ED53E-B7B2-1E83-86CE-7EC1823F9A09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3186900" y="3129128"/>
                  <a:ext cx="540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C51B0151-C755-5994-F305-22B602C6AF08}"/>
                    </a:ext>
                  </a:extLst>
                </p14:cNvPr>
                <p14:cNvContentPartPr/>
                <p14:nvPr/>
              </p14:nvContentPartPr>
              <p14:xfrm>
                <a:off x="3819420" y="3507848"/>
                <a:ext cx="50760" cy="10764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C51B0151-C755-5994-F305-22B602C6AF08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3810780" y="3498848"/>
                  <a:ext cx="684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B441C87F-2138-A26A-76B5-B64172F26BBE}"/>
                    </a:ext>
                  </a:extLst>
                </p14:cNvPr>
                <p14:cNvContentPartPr/>
                <p14:nvPr/>
              </p14:nvContentPartPr>
              <p14:xfrm>
                <a:off x="3917340" y="3625208"/>
                <a:ext cx="87480" cy="16092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B441C87F-2138-A26A-76B5-B64172F26BBE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3908700" y="3616568"/>
                  <a:ext cx="1051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7FA9F034-F132-92E9-0FD7-DB813B7C1891}"/>
                    </a:ext>
                  </a:extLst>
                </p14:cNvPr>
                <p14:cNvContentPartPr/>
                <p14:nvPr/>
              </p14:nvContentPartPr>
              <p14:xfrm>
                <a:off x="3216060" y="3519008"/>
                <a:ext cx="10440" cy="5508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7FA9F034-F132-92E9-0FD7-DB813B7C1891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3207060" y="3510008"/>
                  <a:ext cx="280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6FDAE2DB-7811-CC7D-B408-204CB48132CF}"/>
                    </a:ext>
                  </a:extLst>
                </p14:cNvPr>
                <p14:cNvContentPartPr/>
                <p14:nvPr/>
              </p14:nvContentPartPr>
              <p14:xfrm>
                <a:off x="3138300" y="3699008"/>
                <a:ext cx="93240" cy="2664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6FDAE2DB-7811-CC7D-B408-204CB48132CF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3129660" y="3690008"/>
                  <a:ext cx="1108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A7FC28A2-0B81-B278-6DB3-F21594475613}"/>
                    </a:ext>
                  </a:extLst>
                </p14:cNvPr>
                <p14:cNvContentPartPr/>
                <p14:nvPr/>
              </p14:nvContentPartPr>
              <p14:xfrm>
                <a:off x="3276900" y="3651488"/>
                <a:ext cx="84600" cy="14040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A7FC28A2-0B81-B278-6DB3-F21594475613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3268260" y="3642488"/>
                  <a:ext cx="1022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37C3DC6C-95AD-5760-E597-BC916C9811AD}"/>
                    </a:ext>
                  </a:extLst>
                </p14:cNvPr>
                <p14:cNvContentPartPr/>
                <p14:nvPr/>
              </p14:nvContentPartPr>
              <p14:xfrm>
                <a:off x="3195900" y="3272768"/>
                <a:ext cx="15120" cy="16740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37C3DC6C-95AD-5760-E597-BC916C9811AD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3187260" y="3264128"/>
                  <a:ext cx="327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A3A24FF7-168F-3A27-78D9-8CDE4CF6CC78}"/>
                    </a:ext>
                  </a:extLst>
                </p14:cNvPr>
                <p14:cNvContentPartPr/>
                <p14:nvPr/>
              </p14:nvContentPartPr>
              <p14:xfrm>
                <a:off x="3158820" y="3050648"/>
                <a:ext cx="238680" cy="13968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A3A24FF7-168F-3A27-78D9-8CDE4CF6CC78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3149820" y="3042008"/>
                  <a:ext cx="2563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A9CBBD1E-C097-9753-0C80-C4B3954037B9}"/>
                    </a:ext>
                  </a:extLst>
                </p14:cNvPr>
                <p14:cNvContentPartPr/>
                <p14:nvPr/>
              </p14:nvContentPartPr>
              <p14:xfrm>
                <a:off x="3361140" y="3033728"/>
                <a:ext cx="348840" cy="7344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A9CBBD1E-C097-9753-0C80-C4B3954037B9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3352500" y="3024728"/>
                  <a:ext cx="3664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467975E2-2B52-8496-57D1-3C9101E3ED42}"/>
                    </a:ext>
                  </a:extLst>
                </p14:cNvPr>
                <p14:cNvContentPartPr/>
                <p14:nvPr/>
              </p14:nvContentPartPr>
              <p14:xfrm>
                <a:off x="3787740" y="3158648"/>
                <a:ext cx="5040" cy="2376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467975E2-2B52-8496-57D1-3C9101E3ED42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3779100" y="3150008"/>
                  <a:ext cx="22680" cy="4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7">
            <p14:nvContentPartPr>
              <p14:cNvPr id="374" name="Ink 373">
                <a:extLst>
                  <a:ext uri="{FF2B5EF4-FFF2-40B4-BE49-F238E27FC236}">
                    <a16:creationId xmlns:a16="http://schemas.microsoft.com/office/drawing/2014/main" id="{EBB9AA65-8CC9-82B1-8FFA-9D58A13B525C}"/>
                  </a:ext>
                </a:extLst>
              </p14:cNvPr>
              <p14:cNvContentPartPr/>
              <p14:nvPr/>
            </p14:nvContentPartPr>
            <p14:xfrm>
              <a:off x="7383060" y="3399128"/>
              <a:ext cx="316800" cy="310680"/>
            </p14:xfrm>
          </p:contentPart>
        </mc:Choice>
        <mc:Fallback>
          <p:pic>
            <p:nvPicPr>
              <p:cNvPr id="374" name="Ink 373">
                <a:extLst>
                  <a:ext uri="{FF2B5EF4-FFF2-40B4-BE49-F238E27FC236}">
                    <a16:creationId xmlns:a16="http://schemas.microsoft.com/office/drawing/2014/main" id="{EBB9AA65-8CC9-82B1-8FFA-9D58A13B525C}"/>
                  </a:ext>
                </a:extLst>
              </p:cNvPr>
              <p:cNvPicPr/>
              <p:nvPr/>
            </p:nvPicPr>
            <p:blipFill>
              <a:blip r:embed="rId588"/>
              <a:stretch>
                <a:fillRect/>
              </a:stretch>
            </p:blipFill>
            <p:spPr>
              <a:xfrm>
                <a:off x="7374060" y="3390128"/>
                <a:ext cx="334440" cy="328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ML system “sees”: original 48 kHz spectrogram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synthetic voice-like signal contains harmonics plus a deliberate 10 kHz component.</a:t>
            </a:r>
            <a:endParaRPr lang="en-US" sz="1550" dirty="0"/>
          </a:p>
        </p:txBody>
      </p:sp>
      <p:pic>
        <p:nvPicPr>
          <p:cNvPr id="4" name="Image 0" descr="/mnt/data/week2_dsp_ml/assets/spec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159" y="1280160"/>
            <a:ext cx="9743203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94F968C-A0A7-C81F-023E-B90710D028D0}"/>
              </a:ext>
            </a:extLst>
          </p:cNvPr>
          <p:cNvGrpSpPr/>
          <p:nvPr/>
        </p:nvGrpSpPr>
        <p:grpSpPr>
          <a:xfrm>
            <a:off x="818100" y="2174768"/>
            <a:ext cx="628560" cy="146520"/>
            <a:chOff x="818100" y="2174768"/>
            <a:chExt cx="628560" cy="14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868778D-844B-A417-BE9E-7549C49F216C}"/>
                    </a:ext>
                  </a:extLst>
                </p14:cNvPr>
                <p14:cNvContentPartPr/>
                <p14:nvPr/>
              </p14:nvContentPartPr>
              <p14:xfrm>
                <a:off x="818100" y="2175488"/>
                <a:ext cx="592560" cy="74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868778D-844B-A417-BE9E-7549C49F216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09460" y="2166848"/>
                  <a:ext cx="6102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AEE8F18-9CD9-68CD-5891-B2A610E0DEB5}"/>
                    </a:ext>
                  </a:extLst>
                </p14:cNvPr>
                <p14:cNvContentPartPr/>
                <p14:nvPr/>
              </p14:nvContentPartPr>
              <p14:xfrm>
                <a:off x="1259460" y="2174768"/>
                <a:ext cx="187200" cy="146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AEE8F18-9CD9-68CD-5891-B2A610E0DEB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50820" y="2166128"/>
                  <a:ext cx="204840" cy="164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 4× decimation creates false low-frequency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10 kHz component folds to 2 kHz at the new 12 kHz sample rate.</a:t>
            </a:r>
            <a:endParaRPr lang="en-US" sz="1550" dirty="0"/>
          </a:p>
        </p:txBody>
      </p:sp>
      <p:pic>
        <p:nvPicPr>
          <p:cNvPr id="4" name="Image 0" descr="/mnt/data/week2_dsp_ml/assets/spec_al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471" y="1280160"/>
            <a:ext cx="9718578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34440" y="5349240"/>
            <a:ext cx="9784080" cy="548640"/>
          </a:xfrm>
          <a:prstGeom prst="roundRect">
            <a:avLst>
              <a:gd name="adj" fmla="val 11667"/>
            </a:avLst>
          </a:prstGeom>
          <a:solidFill>
            <a:srgbClr val="FDEDEC"/>
          </a:solidFill>
          <a:ln w="17780">
            <a:solidFill>
              <a:srgbClr val="D84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380744" y="5458968"/>
            <a:ext cx="9491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7E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CNN has no way to know this bright 2 kHz structure is an alias rather than a real acoustic feature.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Anti-aliased decimation preserves a physically meaningful spectrum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first, then change the sampling grid.</a:t>
            </a:r>
            <a:endParaRPr lang="en-US" sz="1550" dirty="0"/>
          </a:p>
        </p:txBody>
      </p:sp>
      <p:pic>
        <p:nvPicPr>
          <p:cNvPr id="4" name="Image 0" descr="/mnt/data/week2_dsp_ml/assets/spec_antial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471" y="1280160"/>
            <a:ext cx="9718578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34440" y="5349240"/>
            <a:ext cx="9784080" cy="548640"/>
          </a:xfrm>
          <a:prstGeom prst="roundRect">
            <a:avLst>
              <a:gd name="adj" fmla="val 11667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380744" y="5458968"/>
            <a:ext cx="9491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lose content above 6 kHz by design—but we do not mislabel that content as lower-frequency energy.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Think–Pair–Share: three checks before data enters a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minutes individually • 2 minutes in pairs • quick debrief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9264" y="152704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 sensor signal is bandlimited to 18 kHz. Is f_s = 32 kHz sufficient for ideal sampling?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9264" y="262432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A 17 kHz tone is sampled at 20 kHz. What alias frequency appears in [0,10] kHz?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61188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9264" y="372160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Why can a digital low-pass filter after the ADC not “remove aliasing” in general?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 summary: sampling is an information-preservation theorem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mathematical model explains exactly when the digital sequence remains invertible.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676656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sampling: multiply x_c(t) by an impulse train.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domain: X_c(jΩ) is replicated every Ω_s and scaled by 1/T.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overlap requires f_s &gt; 2f_M for a bandlimited signal.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 means different analog signals produce the same samples—irreversible without extra assumptions.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 filtering must happen before sampling or rate reduction.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09560" y="1828800"/>
            <a:ext cx="3429000" cy="2286000"/>
          </a:xfrm>
          <a:prstGeom prst="roundRect">
            <a:avLst>
              <a:gd name="adj" fmla="val 28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55864" y="1938528"/>
            <a:ext cx="313639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If the samples are valid, how do we turn them back into a continuous waveform—and what does finite bit depth do?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980</TotalTime>
  <Words>1471</Words>
  <Application>Microsoft Office PowerPoint</Application>
  <PresentationFormat>Widescreen</PresentationFormat>
  <Paragraphs>180</Paragraphs>
  <Slides>25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ECE DSP + 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Lecture 3 — Continuous-to-Discrete Conversion &amp; Aliasing</dc:title>
  <dc:subject>Week 2 DSP + ML course materials</dc:subject>
  <dc:creator>OpenAI</dc:creator>
  <cp:lastModifiedBy>Peter Mathys</cp:lastModifiedBy>
  <cp:revision>9</cp:revision>
  <dcterms:created xsi:type="dcterms:W3CDTF">2026-08-18T14:43:54Z</dcterms:created>
  <dcterms:modified xsi:type="dcterms:W3CDTF">2026-09-01T22:22:24Z</dcterms:modified>
</cp:coreProperties>
</file>